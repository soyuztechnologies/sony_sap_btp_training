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ink/ink1.xml" ContentType="application/inkml+xml"/>
  <Override PartName="/ppt/notesSlides/notesSlide4.xml" ContentType="application/vnd.openxmlformats-officedocument.presentationml.notesSlide+xml"/>
  <Override PartName="/ppt/ink/ink2.xml" ContentType="application/inkml+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ink/ink3.xml" ContentType="application/inkml+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 id="2147483709" r:id="rId3"/>
  </p:sldMasterIdLst>
  <p:notesMasterIdLst>
    <p:notesMasterId r:id="rId19"/>
  </p:notesMasterIdLst>
  <p:sldIdLst>
    <p:sldId id="256" r:id="rId4"/>
    <p:sldId id="402" r:id="rId5"/>
    <p:sldId id="276" r:id="rId6"/>
    <p:sldId id="1217" r:id="rId7"/>
    <p:sldId id="341" r:id="rId8"/>
    <p:sldId id="342" r:id="rId9"/>
    <p:sldId id="344" r:id="rId10"/>
    <p:sldId id="346" r:id="rId11"/>
    <p:sldId id="347" r:id="rId12"/>
    <p:sldId id="345" r:id="rId13"/>
    <p:sldId id="350" r:id="rId14"/>
    <p:sldId id="351" r:id="rId15"/>
    <p:sldId id="352" r:id="rId16"/>
    <p:sldId id="419" r:id="rId17"/>
    <p:sldId id="409" r:id="rId18"/>
  </p:sldIdLst>
  <p:sldSz cx="12188825" cy="6858000"/>
  <p:notesSz cx="6858000" cy="9144000"/>
  <p:embeddedFontLst>
    <p:embeddedFont>
      <p:font typeface="Arial Black" panose="020B0A04020102020204" pitchFamily="34" charset="0"/>
      <p:regular r:id="rId20"/>
      <p:bold r:id="rId21"/>
    </p:embeddedFont>
    <p:embeddedFont>
      <p:font typeface="Cambria" panose="02040503050406030204" pitchFamily="18" charset="0"/>
      <p:regular r:id="rId22"/>
      <p:bold r:id="rId23"/>
      <p:italic r:id="rId24"/>
      <p:boldItalic r:id="rId25"/>
    </p:embeddedFont>
    <p:embeddedFont>
      <p:font typeface="Cooper Black" panose="0208090404030B020404" pitchFamily="18" charset="0"/>
      <p:regular r:id="rId26"/>
    </p:embeddedFont>
    <p:embeddedFont>
      <p:font typeface="Corben" panose="020B0604020202020204" charset="0"/>
      <p:bold r:id="rId27"/>
    </p:embeddedFont>
    <p:embeddedFont>
      <p:font typeface="Open Sans" panose="020B0606030504020204" pitchFamily="34" charset="0"/>
      <p:regular r:id="rId28"/>
      <p:bold r:id="rId29"/>
      <p:italic r:id="rId30"/>
      <p:boldItalic r:id="rId31"/>
    </p:embeddedFont>
    <p:embeddedFont>
      <p:font typeface="Quattrocento Sans" panose="020B0502050000020003" pitchFamily="34" charset="0"/>
      <p:regular r:id="rId32"/>
      <p:bold r:id="rId33"/>
      <p:italic r:id="rId34"/>
      <p:boldItalic r:id="rId35"/>
    </p:embeddedFont>
    <p:embeddedFont>
      <p:font typeface="Segoe UI" panose="020B0502040204020203" pitchFamily="34" charset="0"/>
      <p:regular r:id="rId36"/>
      <p:bold r:id="rId37"/>
      <p:italic r:id="rId38"/>
      <p:boldItalic r:id="rId39"/>
    </p:embeddedFont>
    <p:embeddedFont>
      <p:font typeface="Segoe UI Light" panose="020B0502040204020203" pitchFamily="34" charset="0"/>
      <p:regular r:id="rId40"/>
      <p: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39">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03" roundtripDataSignature="AMtx7mjDuvg+AJ5SXhqS019oXJCQRER+/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83E6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280" autoAdjust="0"/>
    <p:restoredTop sz="94660"/>
  </p:normalViewPr>
  <p:slideViewPr>
    <p:cSldViewPr snapToGrid="0">
      <p:cViewPr varScale="1">
        <p:scale>
          <a:sx n="96" d="100"/>
          <a:sy n="96" d="100"/>
        </p:scale>
        <p:origin x="904" y="288"/>
      </p:cViewPr>
      <p:guideLst>
        <p:guide orient="horz" pos="2160"/>
        <p:guide pos="38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font" Target="fonts/font7.fntdata"/><Relationship Id="rId39" Type="http://schemas.openxmlformats.org/officeDocument/2006/relationships/font" Target="fonts/font20.fntdata"/><Relationship Id="rId21" Type="http://schemas.openxmlformats.org/officeDocument/2006/relationships/font" Target="fonts/font2.fntdata"/><Relationship Id="rId34" Type="http://schemas.openxmlformats.org/officeDocument/2006/relationships/font" Target="fonts/font15.fntdata"/><Relationship Id="rId7" Type="http://schemas.openxmlformats.org/officeDocument/2006/relationships/slide" Target="slides/slide4.xml"/><Relationship Id="rId20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font" Target="fonts/font5.fntdata"/><Relationship Id="rId32" Type="http://schemas.openxmlformats.org/officeDocument/2006/relationships/font" Target="fonts/font13.fntdata"/><Relationship Id="rId37" Type="http://schemas.openxmlformats.org/officeDocument/2006/relationships/font" Target="fonts/font18.fntdata"/><Relationship Id="rId40" Type="http://schemas.openxmlformats.org/officeDocument/2006/relationships/font" Target="fonts/font21.fntdata"/><Relationship Id="rId204"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font" Target="fonts/font4.fntdata"/><Relationship Id="rId28" Type="http://schemas.openxmlformats.org/officeDocument/2006/relationships/font" Target="fonts/font9.fntdata"/><Relationship Id="rId36" Type="http://schemas.openxmlformats.org/officeDocument/2006/relationships/font" Target="fonts/font17.fntdata"/><Relationship Id="rId203" Type="http://customschemas.google.com/relationships/presentationmetadata" Target="metadata"/><Relationship Id="rId10" Type="http://schemas.openxmlformats.org/officeDocument/2006/relationships/slide" Target="slides/slide7.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font" Target="fonts/font16.fntdata"/><Relationship Id="rId207" Type="http://schemas.openxmlformats.org/officeDocument/2006/relationships/tableStyles" Target="tableStyles.xml"/><Relationship Id="rId8" Type="http://schemas.openxmlformats.org/officeDocument/2006/relationships/slide" Target="slides/slide5.xml"/><Relationship Id="rId206"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font" Target="fonts/font6.fntdata"/><Relationship Id="rId33" Type="http://schemas.openxmlformats.org/officeDocument/2006/relationships/font" Target="fonts/font14.fntdata"/><Relationship Id="rId38" Type="http://schemas.openxmlformats.org/officeDocument/2006/relationships/font" Target="fonts/font19.fntdata"/><Relationship Id="rId20" Type="http://schemas.openxmlformats.org/officeDocument/2006/relationships/font" Target="fonts/font1.fntdata"/><Relationship Id="rId41" Type="http://schemas.openxmlformats.org/officeDocument/2006/relationships/font" Target="fonts/font22.fntdata"/></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8-16T09:25:05.631"/>
    </inkml:context>
    <inkml:brush xml:id="br0">
      <inkml:brushProperty name="width" value="0.05" units="cm"/>
      <inkml:brushProperty name="height" value="0.05" units="cm"/>
    </inkml:brush>
  </inkml:definitions>
  <inkml:trace contextRef="#ctx0" brushRef="#br0">0 0 24575,'0'0'-8191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2-10T06:16:41.090"/>
    </inkml:context>
    <inkml:brush xml:id="br0">
      <inkml:brushProperty name="width" value="0.05" units="cm"/>
      <inkml:brushProperty name="height" value="0.05" units="cm"/>
    </inkml:brush>
  </inkml:definitions>
  <inkml:trace contextRef="#ctx0" brushRef="#br0">1 1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9-06T09:16:29.530"/>
    </inkml:context>
    <inkml:brush xml:id="br0">
      <inkml:brushProperty name="width" value="0.05" units="cm"/>
      <inkml:brushProperty name="height" value="0.05" units="cm"/>
    </inkml:brush>
  </inkml:definitions>
  <inkml:trace contextRef="#ctx0" brushRef="#br0">0 1 24575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6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pixabay.com/photos/san-francisco-transamerica-pyramid-1633203/"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1"/>
        <p:cNvGrpSpPr/>
        <p:nvPr/>
      </p:nvGrpSpPr>
      <p:grpSpPr>
        <a:xfrm>
          <a:off x="0" y="0"/>
          <a:ext cx="0" cy="0"/>
          <a:chOff x="0" y="0"/>
          <a:chExt cx="0" cy="0"/>
        </a:xfrm>
      </p:grpSpPr>
      <p:sp>
        <p:nvSpPr>
          <p:cNvPr id="492" name="Google Shape;49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3" name="Google Shape;493;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94" name="Google Shape;494;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hlinkClick r:id="rId3"/>
              </a:rPr>
              <a:t>https://pixabay.com/photos/san-francisco-transamerica-pyramid-1633203/</a:t>
            </a:r>
            <a:endParaRPr lang="en-IN" dirty="0"/>
          </a:p>
        </p:txBody>
      </p:sp>
      <p:sp>
        <p:nvSpPr>
          <p:cNvPr id="4" name="Slide Number Placeholder 3"/>
          <p:cNvSpPr>
            <a:spLocks noGrp="1"/>
          </p:cNvSpPr>
          <p:nvPr>
            <p:ph type="sldNum" sz="quarter" idx="5"/>
          </p:nvPr>
        </p:nvSpPr>
        <p:spPr/>
        <p:txBody>
          <a:bodyPr/>
          <a:lstStyle/>
          <a:p>
            <a:fld id="{CA2D21D1-52E2-420B-B491-CFF6D7BB79FB}" type="slidenum">
              <a:rPr lang="en-US" smtClean="0"/>
              <a:pPr/>
              <a:t>3</a:t>
            </a:fld>
            <a:endParaRPr lang="en-US"/>
          </a:p>
        </p:txBody>
      </p:sp>
    </p:spTree>
    <p:extLst>
      <p:ext uri="{BB962C8B-B14F-4D97-AF65-F5344CB8AC3E}">
        <p14:creationId xmlns:p14="http://schemas.microsoft.com/office/powerpoint/2010/main" val="1245662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8"/>
        <p:cNvGrpSpPr/>
        <p:nvPr/>
      </p:nvGrpSpPr>
      <p:grpSpPr>
        <a:xfrm>
          <a:off x="0" y="0"/>
          <a:ext cx="0" cy="0"/>
          <a:chOff x="0" y="0"/>
          <a:chExt cx="0" cy="0"/>
        </a:xfrm>
      </p:grpSpPr>
      <p:sp>
        <p:nvSpPr>
          <p:cNvPr id="1309" name="Google Shape;1309;p5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310" name="Google Shape;1310;p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519825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3"/>
        <p:cNvGrpSpPr/>
        <p:nvPr/>
      </p:nvGrpSpPr>
      <p:grpSpPr>
        <a:xfrm>
          <a:off x="0" y="0"/>
          <a:ext cx="0" cy="0"/>
          <a:chOff x="0" y="0"/>
          <a:chExt cx="0" cy="0"/>
        </a:xfrm>
      </p:grpSpPr>
      <p:sp>
        <p:nvSpPr>
          <p:cNvPr id="1664" name="Google Shape;1664;p8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65" name="Google Shape;1665;p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380875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2"/>
        <p:cNvGrpSpPr/>
        <p:nvPr/>
      </p:nvGrpSpPr>
      <p:grpSpPr>
        <a:xfrm>
          <a:off x="0" y="0"/>
          <a:ext cx="0" cy="0"/>
          <a:chOff x="0" y="0"/>
          <a:chExt cx="0" cy="0"/>
        </a:xfrm>
      </p:grpSpPr>
      <p:sp>
        <p:nvSpPr>
          <p:cNvPr id="1673" name="Google Shape;1673;p8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4" name="Google Shape;1674;p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520611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9"/>
        <p:cNvGrpSpPr/>
        <p:nvPr/>
      </p:nvGrpSpPr>
      <p:grpSpPr>
        <a:xfrm>
          <a:off x="0" y="0"/>
          <a:ext cx="0" cy="0"/>
          <a:chOff x="0" y="0"/>
          <a:chExt cx="0" cy="0"/>
        </a:xfrm>
      </p:grpSpPr>
      <p:sp>
        <p:nvSpPr>
          <p:cNvPr id="1690" name="Google Shape;1690;p89: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91" name="Google Shape;1691;p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625582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7"/>
        <p:cNvGrpSpPr/>
        <p:nvPr/>
      </p:nvGrpSpPr>
      <p:grpSpPr>
        <a:xfrm>
          <a:off x="0" y="0"/>
          <a:ext cx="0" cy="0"/>
          <a:chOff x="0" y="0"/>
          <a:chExt cx="0" cy="0"/>
        </a:xfrm>
      </p:grpSpPr>
      <p:sp>
        <p:nvSpPr>
          <p:cNvPr id="1708" name="Google Shape;1708;p91: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09" name="Google Shape;1709;p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41033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6"/>
        <p:cNvGrpSpPr/>
        <p:nvPr/>
      </p:nvGrpSpPr>
      <p:grpSpPr>
        <a:xfrm>
          <a:off x="0" y="0"/>
          <a:ext cx="0" cy="0"/>
          <a:chOff x="0" y="0"/>
          <a:chExt cx="0" cy="0"/>
        </a:xfrm>
      </p:grpSpPr>
      <p:sp>
        <p:nvSpPr>
          <p:cNvPr id="1717" name="Google Shape;1717;p92: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18" name="Google Shape;1718;p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180752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8"/>
        <p:cNvGrpSpPr/>
        <p:nvPr/>
      </p:nvGrpSpPr>
      <p:grpSpPr>
        <a:xfrm>
          <a:off x="0" y="0"/>
          <a:ext cx="0" cy="0"/>
          <a:chOff x="0" y="0"/>
          <a:chExt cx="0" cy="0"/>
        </a:xfrm>
      </p:grpSpPr>
      <p:sp>
        <p:nvSpPr>
          <p:cNvPr id="1699" name="Google Shape;1699;p9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00" name="Google Shape;1700;p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882679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3"/>
        <p:cNvGrpSpPr/>
        <p:nvPr/>
      </p:nvGrpSpPr>
      <p:grpSpPr>
        <a:xfrm>
          <a:off x="0" y="0"/>
          <a:ext cx="0" cy="0"/>
          <a:chOff x="0" y="0"/>
          <a:chExt cx="0" cy="0"/>
        </a:xfrm>
      </p:grpSpPr>
      <p:sp>
        <p:nvSpPr>
          <p:cNvPr id="1744" name="Google Shape;1744;p95: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5" name="Google Shape;1745;p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204067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2"/>
        <p:cNvGrpSpPr/>
        <p:nvPr/>
      </p:nvGrpSpPr>
      <p:grpSpPr>
        <a:xfrm>
          <a:off x="0" y="0"/>
          <a:ext cx="0" cy="0"/>
          <a:chOff x="0" y="0"/>
          <a:chExt cx="0" cy="0"/>
        </a:xfrm>
      </p:grpSpPr>
      <p:sp>
        <p:nvSpPr>
          <p:cNvPr id="1753" name="Google Shape;1753;p96: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54" name="Google Shape;1754;p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831214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1"/>
        <p:cNvGrpSpPr/>
        <p:nvPr/>
      </p:nvGrpSpPr>
      <p:grpSpPr>
        <a:xfrm>
          <a:off x="0" y="0"/>
          <a:ext cx="0" cy="0"/>
          <a:chOff x="0" y="0"/>
          <a:chExt cx="0" cy="0"/>
        </a:xfrm>
      </p:grpSpPr>
      <p:sp>
        <p:nvSpPr>
          <p:cNvPr id="1762" name="Google Shape;1762;p97: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3" name="Google Shape;1763;p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407173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1218987" rtl="0" eaLnBrk="1" fontAlgn="auto" latinLnBrk="0" hangingPunct="1">
              <a:lnSpc>
                <a:spcPct val="100000"/>
              </a:lnSpc>
              <a:spcBef>
                <a:spcPts val="0"/>
              </a:spcBef>
              <a:spcAft>
                <a:spcPts val="0"/>
              </a:spcAft>
              <a:buClrTx/>
              <a:buSzTx/>
              <a:buFontTx/>
              <a:buNone/>
              <a:tabLst/>
              <a:defRPr/>
            </a:pPr>
            <a:fld id="{66B8D726-D0BC-B240-A677-46F99704B744}"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1218987"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2538230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15"/>
        <p:cNvGrpSpPr/>
        <p:nvPr/>
      </p:nvGrpSpPr>
      <p:grpSpPr>
        <a:xfrm>
          <a:off x="0" y="0"/>
          <a:ext cx="0" cy="0"/>
          <a:chOff x="0" y="0"/>
          <a:chExt cx="0" cy="0"/>
        </a:xfrm>
      </p:grpSpPr>
      <p:sp>
        <p:nvSpPr>
          <p:cNvPr id="16" name="Google Shape;16;p146"/>
          <p:cNvSpPr/>
          <p:nvPr/>
        </p:nvSpPr>
        <p:spPr>
          <a:xfrm flipH="1">
            <a:off x="-2" y="3058359"/>
            <a:ext cx="7462565" cy="3799641"/>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7" name="Google Shape;17;p146"/>
          <p:cNvSpPr/>
          <p:nvPr/>
        </p:nvSpPr>
        <p:spPr>
          <a:xfrm>
            <a:off x="-6" y="1124744"/>
            <a:ext cx="12188831" cy="5733256"/>
          </a:xfrm>
          <a:custGeom>
            <a:avLst/>
            <a:gdLst/>
            <a:ahLst/>
            <a:cxnLst/>
            <a:rect l="l" t="t" r="r" b="b"/>
            <a:pathLst>
              <a:path w="12188831" h="5733256" extrusionOk="0">
                <a:moveTo>
                  <a:pt x="12188831" y="0"/>
                </a:moveTo>
                <a:lnTo>
                  <a:pt x="12188831" y="5733256"/>
                </a:lnTo>
                <a:lnTo>
                  <a:pt x="10983154" y="5733256"/>
                </a:lnTo>
                <a:lnTo>
                  <a:pt x="10983152" y="5733255"/>
                </a:lnTo>
                <a:lnTo>
                  <a:pt x="0" y="5733255"/>
                </a:lnTo>
                <a:lnTo>
                  <a:pt x="0" y="3901689"/>
                </a:lnTo>
                <a:lnTo>
                  <a:pt x="116738" y="3818114"/>
                </a:lnTo>
                <a:cubicBezTo>
                  <a:pt x="956202" y="3277659"/>
                  <a:pt x="1857795" y="3898914"/>
                  <a:pt x="3353729" y="5019020"/>
                </a:cubicBezTo>
                <a:cubicBezTo>
                  <a:pt x="5767244" y="6817560"/>
                  <a:pt x="6911508" y="2885526"/>
                  <a:pt x="10993000" y="491571"/>
                </a:cubicBezTo>
                <a:lnTo>
                  <a:pt x="11125235" y="417447"/>
                </a:lnTo>
                <a:lnTo>
                  <a:pt x="11145184" y="404008"/>
                </a:lnTo>
                <a:cubicBezTo>
                  <a:pt x="11220887" y="357537"/>
                  <a:pt x="11298685" y="314203"/>
                  <a:pt x="11378400" y="274182"/>
                </a:cubicBezTo>
                <a:lnTo>
                  <a:pt x="11390552" y="268723"/>
                </a:lnTo>
                <a:lnTo>
                  <a:pt x="11397294" y="264943"/>
                </a:lnTo>
                <a:lnTo>
                  <a:pt x="11495015" y="216024"/>
                </a:lnTo>
                <a:lnTo>
                  <a:pt x="11495015" y="221793"/>
                </a:lnTo>
                <a:lnTo>
                  <a:pt x="11623123" y="164241"/>
                </a:lnTo>
                <a:cubicBezTo>
                  <a:pt x="11789872" y="97813"/>
                  <a:pt x="11963585" y="45356"/>
                  <a:pt x="12142851" y="8296"/>
                </a:cubicBezTo>
                <a:close/>
              </a:path>
            </a:pathLst>
          </a:custGeom>
          <a:solidFill>
            <a:srgbClr val="ABD98D"/>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18" name="Google Shape;18;p146"/>
          <p:cNvSpPr/>
          <p:nvPr/>
        </p:nvSpPr>
        <p:spPr>
          <a:xfrm flipH="1">
            <a:off x="-2" y="1995614"/>
            <a:ext cx="12188827" cy="4862387"/>
          </a:xfrm>
          <a:custGeom>
            <a:avLst/>
            <a:gdLst/>
            <a:ahLst/>
            <a:cxnLst/>
            <a:rect l="l" t="t" r="r" b="b"/>
            <a:pathLst>
              <a:path w="12188827" h="4862387" extrusionOk="0">
                <a:moveTo>
                  <a:pt x="0" y="0"/>
                </a:moveTo>
                <a:lnTo>
                  <a:pt x="0" y="4862387"/>
                </a:lnTo>
                <a:lnTo>
                  <a:pt x="12188827" y="4862387"/>
                </a:lnTo>
                <a:lnTo>
                  <a:pt x="12188827" y="3248211"/>
                </a:lnTo>
                <a:lnTo>
                  <a:pt x="12065043" y="3174555"/>
                </a:lnTo>
                <a:cubicBezTo>
                  <a:pt x="11174911" y="2698247"/>
                  <a:pt x="10218900" y="3245765"/>
                  <a:pt x="8632675" y="4232925"/>
                </a:cubicBezTo>
                <a:cubicBezTo>
                  <a:pt x="5990931" y="5869126"/>
                  <a:pt x="4783278" y="2123831"/>
                  <a:pt x="103619" y="43113"/>
                </a:cubicBezTo>
                <a:close/>
              </a:path>
            </a:pathLst>
          </a:custGeom>
          <a:gradFill>
            <a:gsLst>
              <a:gs pos="0">
                <a:schemeClr val="accent1"/>
              </a:gs>
              <a:gs pos="100000">
                <a:schemeClr val="accent3"/>
              </a:gs>
            </a:gsLst>
            <a:lin ang="2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b="0" i="0" u="none" strike="noStrike" cap="none">
              <a:solidFill>
                <a:schemeClr val="dk1"/>
              </a:solidFill>
              <a:latin typeface="Quattrocento Sans"/>
              <a:ea typeface="Quattrocento Sans"/>
              <a:cs typeface="Quattrocento Sans"/>
              <a:sym typeface="Quattrocento Sans"/>
            </a:endParaRPr>
          </a:p>
        </p:txBody>
      </p:sp>
      <p:sp>
        <p:nvSpPr>
          <p:cNvPr id="19" name="Google Shape;19;p146"/>
          <p:cNvSpPr txBox="1">
            <a:spLocks noGrp="1"/>
          </p:cNvSpPr>
          <p:nvPr>
            <p:ph type="ctrTitle"/>
          </p:nvPr>
        </p:nvSpPr>
        <p:spPr>
          <a:xfrm>
            <a:off x="914162" y="1257197"/>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accent1"/>
              </a:buClr>
              <a:buSzPts val="4800"/>
              <a:buFont typeface="Quattrocento Sans"/>
              <a:buNone/>
              <a:defRPr sz="48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 name="Google Shape;20;p146"/>
          <p:cNvSpPr txBox="1">
            <a:spLocks noGrp="1"/>
          </p:cNvSpPr>
          <p:nvPr>
            <p:ph type="subTitle" idx="1"/>
          </p:nvPr>
        </p:nvSpPr>
        <p:spPr>
          <a:xfrm>
            <a:off x="914163" y="2765323"/>
            <a:ext cx="6980449" cy="612775"/>
          </a:xfrm>
          <a:prstGeom prst="rect">
            <a:avLst/>
          </a:prstGeom>
          <a:noFill/>
          <a:ln>
            <a:noFill/>
          </a:ln>
        </p:spPr>
        <p:txBody>
          <a:bodyPr spcFirstLastPara="1" wrap="square" lIns="0" tIns="60925" rIns="0" bIns="60925" anchor="t" anchorCtr="0">
            <a:noAutofit/>
          </a:bodyPr>
          <a:lstStyle>
            <a:lvl1pPr lvl="0" algn="l">
              <a:spcBef>
                <a:spcPts val="560"/>
              </a:spcBef>
              <a:spcAft>
                <a:spcPts val="0"/>
              </a:spcAft>
              <a:buClr>
                <a:srgbClr val="7F7F7F"/>
              </a:buClr>
              <a:buSzPts val="2800"/>
              <a:buNone/>
              <a:defRPr sz="2800">
                <a:solidFill>
                  <a:srgbClr val="7F7F7F"/>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21" name="Google Shape;21;p146"/>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146"/>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46"/>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 name="Google Shape;24;p146"/>
          <p:cNvSpPr txBox="1">
            <a:spLocks noGrp="1"/>
          </p:cNvSpPr>
          <p:nvPr>
            <p:ph type="body" idx="2"/>
          </p:nvPr>
        </p:nvSpPr>
        <p:spPr>
          <a:xfrm>
            <a:off x="7462563" y="5085184"/>
            <a:ext cx="4141693" cy="1156343"/>
          </a:xfrm>
          <a:prstGeom prst="rect">
            <a:avLst/>
          </a:prstGeom>
          <a:noFill/>
          <a:ln>
            <a:noFill/>
          </a:ln>
        </p:spPr>
        <p:txBody>
          <a:bodyPr spcFirstLastPara="1" wrap="square" lIns="0" tIns="60925" rIns="0" bIns="60925" anchor="b" anchorCtr="0">
            <a:noAutofit/>
          </a:bodyPr>
          <a:lstStyle>
            <a:lvl1pPr marL="457200" lvl="0" indent="-228600" algn="r">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 name="Google Shape;25;p146"/>
          <p:cNvSpPr/>
          <p:nvPr/>
        </p:nvSpPr>
        <p:spPr>
          <a:xfrm>
            <a:off x="0" y="0"/>
            <a:ext cx="1125860" cy="1052736"/>
          </a:xfrm>
          <a:custGeom>
            <a:avLst/>
            <a:gdLst/>
            <a:ahLst/>
            <a:cxnLst/>
            <a:rect l="l" t="t" r="r" b="b"/>
            <a:pathLst>
              <a:path w="1125860" h="1052736" extrusionOk="0">
                <a:moveTo>
                  <a:pt x="0" y="0"/>
                </a:moveTo>
                <a:lnTo>
                  <a:pt x="1078411" y="0"/>
                </a:lnTo>
                <a:lnTo>
                  <a:pt x="1109768" y="101015"/>
                </a:lnTo>
                <a:cubicBezTo>
                  <a:pt x="1120319" y="152578"/>
                  <a:pt x="1125860" y="205966"/>
                  <a:pt x="1125860" y="260648"/>
                </a:cubicBezTo>
                <a:cubicBezTo>
                  <a:pt x="1125860" y="698106"/>
                  <a:pt x="771230" y="1052736"/>
                  <a:pt x="333772" y="1052736"/>
                </a:cubicBezTo>
                <a:cubicBezTo>
                  <a:pt x="224408" y="1052736"/>
                  <a:pt x="120220" y="1030572"/>
                  <a:pt x="25456" y="990490"/>
                </a:cubicBezTo>
                <a:lnTo>
                  <a:pt x="0" y="976673"/>
                </a:lnTo>
                <a:close/>
              </a:path>
            </a:pathLst>
          </a:cu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6" name="Google Shape;26;p146"/>
          <p:cNvSpPr/>
          <p:nvPr/>
        </p:nvSpPr>
        <p:spPr>
          <a:xfrm>
            <a:off x="1413892" y="398372"/>
            <a:ext cx="472244" cy="472244"/>
          </a:xfrm>
          <a:prstGeom prst="ellipse">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7" name="Google Shape;27;p146"/>
          <p:cNvSpPr/>
          <p:nvPr/>
        </p:nvSpPr>
        <p:spPr>
          <a:xfrm>
            <a:off x="9367155" y="1301823"/>
            <a:ext cx="1406894" cy="1406894"/>
          </a:xfrm>
          <a:prstGeom prst="ellipse">
            <a:avLst/>
          </a:prstGeom>
          <a:solidFill>
            <a:srgbClr val="ACD98C"/>
          </a:solidFill>
          <a:ln w="1016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
        <p:nvSpPr>
          <p:cNvPr id="28" name="Google Shape;28;p146"/>
          <p:cNvSpPr/>
          <p:nvPr/>
        </p:nvSpPr>
        <p:spPr>
          <a:xfrm>
            <a:off x="10532246" y="729678"/>
            <a:ext cx="483606" cy="483606"/>
          </a:xfrm>
          <a:prstGeom prst="ellipse">
            <a:avLst/>
          </a:prstGeom>
          <a:solidFill>
            <a:srgbClr val="C7E6B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b="0" i="0" u="none" strike="noStrike" cap="none">
              <a:solidFill>
                <a:schemeClr val="lt1"/>
              </a:solidFill>
              <a:latin typeface="Quattrocento Sans"/>
              <a:ea typeface="Quattrocento Sans"/>
              <a:cs typeface="Quattrocento Sans"/>
              <a:sym typeface="Quattrocento San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2_Title Slide">
  <p:cSld name="2_Title Slide">
    <p:spTree>
      <p:nvGrpSpPr>
        <p:cNvPr id="1" name="Shape 79"/>
        <p:cNvGrpSpPr/>
        <p:nvPr/>
      </p:nvGrpSpPr>
      <p:grpSpPr>
        <a:xfrm>
          <a:off x="0" y="0"/>
          <a:ext cx="0" cy="0"/>
          <a:chOff x="0" y="0"/>
          <a:chExt cx="0" cy="0"/>
        </a:xfrm>
      </p:grpSpPr>
      <p:sp>
        <p:nvSpPr>
          <p:cNvPr id="80" name="Google Shape;80;p170"/>
          <p:cNvSpPr txBox="1">
            <a:spLocks noGrp="1"/>
          </p:cNvSpPr>
          <p:nvPr>
            <p:ph type="ctrTitle"/>
          </p:nvPr>
        </p:nvSpPr>
        <p:spPr>
          <a:xfrm>
            <a:off x="914162" y="1226215"/>
            <a:ext cx="6548402" cy="1470025"/>
          </a:xfrm>
          <a:prstGeom prst="rect">
            <a:avLst/>
          </a:prstGeom>
          <a:noFill/>
          <a:ln>
            <a:noFill/>
          </a:ln>
        </p:spPr>
        <p:txBody>
          <a:bodyPr spcFirstLastPara="1" wrap="square" lIns="0" tIns="60925" rIns="0" bIns="60925" anchor="ctr" anchorCtr="0">
            <a:noAutofit/>
          </a:bodyPr>
          <a:lstStyle>
            <a:lvl1pPr lvl="0" algn="l">
              <a:lnSpc>
                <a:spcPct val="90000"/>
              </a:lnSpc>
              <a:spcBef>
                <a:spcPts val="0"/>
              </a:spcBef>
              <a:spcAft>
                <a:spcPts val="0"/>
              </a:spcAft>
              <a:buClr>
                <a:schemeClr val="lt1"/>
              </a:buClr>
              <a:buSzPts val="4800"/>
              <a:buFont typeface="Quattrocento Sans"/>
              <a:buNone/>
              <a:defRPr sz="4800" cap="none">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170"/>
          <p:cNvSpPr txBox="1">
            <a:spLocks noGrp="1"/>
          </p:cNvSpPr>
          <p:nvPr>
            <p:ph type="subTitle" idx="1"/>
          </p:nvPr>
        </p:nvSpPr>
        <p:spPr>
          <a:xfrm>
            <a:off x="914163" y="2734341"/>
            <a:ext cx="5396273" cy="1080120"/>
          </a:xfrm>
          <a:prstGeom prst="rect">
            <a:avLst/>
          </a:prstGeom>
          <a:noFill/>
          <a:ln>
            <a:noFill/>
          </a:ln>
        </p:spPr>
        <p:txBody>
          <a:bodyPr spcFirstLastPara="1" wrap="square" lIns="0" tIns="60925" rIns="0" bIns="60925" anchor="t" anchorCtr="0">
            <a:normAutofit/>
          </a:bodyPr>
          <a:lstStyle>
            <a:lvl1pPr lvl="0" algn="l">
              <a:spcBef>
                <a:spcPts val="720"/>
              </a:spcBef>
              <a:spcAft>
                <a:spcPts val="0"/>
              </a:spcAft>
              <a:buClr>
                <a:schemeClr val="lt1"/>
              </a:buClr>
              <a:buSzPts val="3600"/>
              <a:buNone/>
              <a:defRPr>
                <a:solidFill>
                  <a:schemeClr val="lt1"/>
                </a:solidFill>
              </a:defRPr>
            </a:lvl1pPr>
            <a:lvl2pPr lvl="1" algn="ctr">
              <a:spcBef>
                <a:spcPts val="640"/>
              </a:spcBef>
              <a:spcAft>
                <a:spcPts val="0"/>
              </a:spcAft>
              <a:buClr>
                <a:srgbClr val="918E8D"/>
              </a:buClr>
              <a:buSzPts val="3200"/>
              <a:buNone/>
              <a:defRPr>
                <a:solidFill>
                  <a:srgbClr val="918E8D"/>
                </a:solidFill>
              </a:defRPr>
            </a:lvl2pPr>
            <a:lvl3pPr lvl="2" algn="ctr">
              <a:spcBef>
                <a:spcPts val="480"/>
              </a:spcBef>
              <a:spcAft>
                <a:spcPts val="0"/>
              </a:spcAft>
              <a:buClr>
                <a:srgbClr val="918E8D"/>
              </a:buClr>
              <a:buSzPts val="2400"/>
              <a:buNone/>
              <a:defRPr>
                <a:solidFill>
                  <a:srgbClr val="918E8D"/>
                </a:solidFill>
              </a:defRPr>
            </a:lvl3pPr>
            <a:lvl4pPr lvl="3" algn="ctr">
              <a:spcBef>
                <a:spcPts val="400"/>
              </a:spcBef>
              <a:spcAft>
                <a:spcPts val="0"/>
              </a:spcAft>
              <a:buClr>
                <a:srgbClr val="918E8D"/>
              </a:buClr>
              <a:buSzPts val="2000"/>
              <a:buNone/>
              <a:defRPr>
                <a:solidFill>
                  <a:srgbClr val="918E8D"/>
                </a:solidFill>
              </a:defRPr>
            </a:lvl4pPr>
            <a:lvl5pPr lvl="4" algn="ctr">
              <a:spcBef>
                <a:spcPts val="400"/>
              </a:spcBef>
              <a:spcAft>
                <a:spcPts val="0"/>
              </a:spcAft>
              <a:buClr>
                <a:srgbClr val="918E8D"/>
              </a:buClr>
              <a:buSzPts val="2000"/>
              <a:buNone/>
              <a:defRPr>
                <a:solidFill>
                  <a:srgbClr val="918E8D"/>
                </a:solidFill>
              </a:defRPr>
            </a:lvl5pPr>
            <a:lvl6pPr lvl="5" algn="ctr">
              <a:spcBef>
                <a:spcPts val="540"/>
              </a:spcBef>
              <a:spcAft>
                <a:spcPts val="0"/>
              </a:spcAft>
              <a:buClr>
                <a:srgbClr val="918E8D"/>
              </a:buClr>
              <a:buSzPts val="2700"/>
              <a:buNone/>
              <a:defRPr>
                <a:solidFill>
                  <a:srgbClr val="918E8D"/>
                </a:solidFill>
              </a:defRPr>
            </a:lvl6pPr>
            <a:lvl7pPr lvl="6" algn="ctr">
              <a:spcBef>
                <a:spcPts val="540"/>
              </a:spcBef>
              <a:spcAft>
                <a:spcPts val="0"/>
              </a:spcAft>
              <a:buClr>
                <a:srgbClr val="918E8D"/>
              </a:buClr>
              <a:buSzPts val="2700"/>
              <a:buNone/>
              <a:defRPr>
                <a:solidFill>
                  <a:srgbClr val="918E8D"/>
                </a:solidFill>
              </a:defRPr>
            </a:lvl7pPr>
            <a:lvl8pPr lvl="7" algn="ctr">
              <a:spcBef>
                <a:spcPts val="540"/>
              </a:spcBef>
              <a:spcAft>
                <a:spcPts val="0"/>
              </a:spcAft>
              <a:buClr>
                <a:srgbClr val="918E8D"/>
              </a:buClr>
              <a:buSzPts val="2700"/>
              <a:buNone/>
              <a:defRPr>
                <a:solidFill>
                  <a:srgbClr val="918E8D"/>
                </a:solidFill>
              </a:defRPr>
            </a:lvl8pPr>
            <a:lvl9pPr lvl="8" algn="ctr">
              <a:spcBef>
                <a:spcPts val="540"/>
              </a:spcBef>
              <a:spcAft>
                <a:spcPts val="0"/>
              </a:spcAft>
              <a:buClr>
                <a:srgbClr val="918E8D"/>
              </a:buClr>
              <a:buSzPts val="2700"/>
              <a:buNone/>
              <a:defRPr>
                <a:solidFill>
                  <a:srgbClr val="918E8D"/>
                </a:solidFill>
              </a:defRPr>
            </a:lvl9pPr>
          </a:lstStyle>
          <a:p>
            <a:endParaRPr/>
          </a:p>
        </p:txBody>
      </p:sp>
      <p:sp>
        <p:nvSpPr>
          <p:cNvPr id="82" name="Google Shape;82;p170"/>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70"/>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70"/>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85" name="Google Shape;85;p170"/>
          <p:cNvSpPr txBox="1">
            <a:spLocks noGrp="1"/>
          </p:cNvSpPr>
          <p:nvPr>
            <p:ph type="body" idx="2"/>
          </p:nvPr>
        </p:nvSpPr>
        <p:spPr>
          <a:xfrm>
            <a:off x="914400" y="3933825"/>
            <a:ext cx="5827713" cy="612775"/>
          </a:xfrm>
          <a:prstGeom prst="rect">
            <a:avLst/>
          </a:prstGeom>
          <a:noFill/>
          <a:ln>
            <a:noFill/>
          </a:ln>
        </p:spPr>
        <p:txBody>
          <a:bodyPr spcFirstLastPara="1" wrap="square" lIns="0" tIns="60925" rIns="0" bIns="60925" anchor="ctr" anchorCtr="0">
            <a:noAutofit/>
          </a:bodyPr>
          <a:lstStyle>
            <a:lvl1pPr marL="457200" lvl="0" indent="-228600" algn="l">
              <a:spcBef>
                <a:spcPts val="400"/>
              </a:spcBef>
              <a:spcAft>
                <a:spcPts val="0"/>
              </a:spcAft>
              <a:buClr>
                <a:schemeClr val="lt1"/>
              </a:buClr>
              <a:buSzPts val="2000"/>
              <a:buNone/>
              <a:defRPr sz="2000">
                <a:solidFill>
                  <a:schemeClr val="lt1"/>
                </a:solidFill>
              </a:defRPr>
            </a:lvl1pPr>
            <a:lvl2pPr marL="914400" lvl="1" indent="-228600" algn="l">
              <a:spcBef>
                <a:spcPts val="320"/>
              </a:spcBef>
              <a:spcAft>
                <a:spcPts val="0"/>
              </a:spcAft>
              <a:buClr>
                <a:schemeClr val="dk1"/>
              </a:buClr>
              <a:buSzPts val="1600"/>
              <a:buNone/>
              <a:defRPr sz="1600"/>
            </a:lvl2pPr>
            <a:lvl3pPr marL="1371600" lvl="2" indent="-228600" algn="l">
              <a:spcBef>
                <a:spcPts val="320"/>
              </a:spcBef>
              <a:spcAft>
                <a:spcPts val="0"/>
              </a:spcAft>
              <a:buClr>
                <a:schemeClr val="dk1"/>
              </a:buClr>
              <a:buSzPts val="1600"/>
              <a:buNone/>
              <a:defRPr sz="1600"/>
            </a:lvl3pPr>
            <a:lvl4pPr marL="1828800" lvl="3" indent="-228600" algn="l">
              <a:spcBef>
                <a:spcPts val="320"/>
              </a:spcBef>
              <a:spcAft>
                <a:spcPts val="0"/>
              </a:spcAft>
              <a:buClr>
                <a:schemeClr val="dk1"/>
              </a:buClr>
              <a:buSzPts val="1600"/>
              <a:buNone/>
              <a:defRPr sz="1600"/>
            </a:lvl4pPr>
            <a:lvl5pPr marL="2286000" lvl="4" indent="-228600" algn="l">
              <a:spcBef>
                <a:spcPts val="320"/>
              </a:spcBef>
              <a:spcAft>
                <a:spcPts val="0"/>
              </a:spcAft>
              <a:buClr>
                <a:schemeClr val="dk1"/>
              </a:buClr>
              <a:buSzPts val="1600"/>
              <a:buNone/>
              <a:defRPr sz="16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6" name="Google Shape;86;p170"/>
          <p:cNvSpPr>
            <a:spLocks noGrp="1"/>
          </p:cNvSpPr>
          <p:nvPr>
            <p:ph type="pic" idx="3"/>
          </p:nvPr>
        </p:nvSpPr>
        <p:spPr>
          <a:xfrm>
            <a:off x="5208376" y="0"/>
            <a:ext cx="6980449" cy="6858000"/>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87"/>
        <p:cNvGrpSpPr/>
        <p:nvPr/>
      </p:nvGrpSpPr>
      <p:grpSpPr>
        <a:xfrm>
          <a:off x="0" y="0"/>
          <a:ext cx="0" cy="0"/>
          <a:chOff x="0" y="0"/>
          <a:chExt cx="0" cy="0"/>
        </a:xfrm>
      </p:grpSpPr>
      <p:sp>
        <p:nvSpPr>
          <p:cNvPr id="88" name="Google Shape;88;p171"/>
          <p:cNvSpPr txBox="1">
            <a:spLocks noGrp="1"/>
          </p:cNvSpPr>
          <p:nvPr>
            <p:ph type="title"/>
          </p:nvPr>
        </p:nvSpPr>
        <p:spPr>
          <a:xfrm>
            <a:off x="962833" y="4406901"/>
            <a:ext cx="10360501" cy="1362075"/>
          </a:xfrm>
          <a:prstGeom prst="rect">
            <a:avLst/>
          </a:prstGeom>
          <a:noFill/>
          <a:ln>
            <a:noFill/>
          </a:ln>
        </p:spPr>
        <p:txBody>
          <a:bodyPr spcFirstLastPara="1" wrap="square" lIns="0" tIns="60925" rIns="0" bIns="60925" anchor="t" anchorCtr="0">
            <a:normAutofit/>
          </a:bodyPr>
          <a:lstStyle>
            <a:lvl1pPr lvl="0" algn="l">
              <a:spcBef>
                <a:spcPts val="0"/>
              </a:spcBef>
              <a:spcAft>
                <a:spcPts val="0"/>
              </a:spcAft>
              <a:buClr>
                <a:schemeClr val="accent1"/>
              </a:buClr>
              <a:buSzPts val="5300"/>
              <a:buFont typeface="Quattrocento Sans"/>
              <a:buNone/>
              <a:defRPr sz="53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9" name="Google Shape;89;p171"/>
          <p:cNvSpPr txBox="1">
            <a:spLocks noGrp="1"/>
          </p:cNvSpPr>
          <p:nvPr>
            <p:ph type="body" idx="1"/>
          </p:nvPr>
        </p:nvSpPr>
        <p:spPr>
          <a:xfrm>
            <a:off x="962833" y="2906713"/>
            <a:ext cx="10360501" cy="1500187"/>
          </a:xfrm>
          <a:prstGeom prst="rect">
            <a:avLst/>
          </a:prstGeom>
          <a:noFill/>
          <a:ln>
            <a:noFill/>
          </a:ln>
        </p:spPr>
        <p:txBody>
          <a:bodyPr spcFirstLastPara="1" wrap="square" lIns="0" tIns="60925" rIns="0" bIns="60925" anchor="b" anchorCtr="0">
            <a:normAutofit/>
          </a:bodyPr>
          <a:lstStyle>
            <a:lvl1pPr marL="457200" lvl="0" indent="-228600" algn="l">
              <a:spcBef>
                <a:spcPts val="540"/>
              </a:spcBef>
              <a:spcAft>
                <a:spcPts val="0"/>
              </a:spcAft>
              <a:buClr>
                <a:srgbClr val="918E8D"/>
              </a:buClr>
              <a:buSzPts val="2700"/>
              <a:buNone/>
              <a:defRPr sz="2700">
                <a:solidFill>
                  <a:srgbClr val="918E8D"/>
                </a:solidFill>
              </a:defRPr>
            </a:lvl1pPr>
            <a:lvl2pPr marL="914400" lvl="1" indent="-228600" algn="l">
              <a:spcBef>
                <a:spcPts val="480"/>
              </a:spcBef>
              <a:spcAft>
                <a:spcPts val="0"/>
              </a:spcAft>
              <a:buClr>
                <a:srgbClr val="918E8D"/>
              </a:buClr>
              <a:buSzPts val="2400"/>
              <a:buNone/>
              <a:defRPr sz="2400">
                <a:solidFill>
                  <a:srgbClr val="918E8D"/>
                </a:solidFill>
              </a:defRPr>
            </a:lvl2pPr>
            <a:lvl3pPr marL="1371600" lvl="2" indent="-228600" algn="l">
              <a:spcBef>
                <a:spcPts val="420"/>
              </a:spcBef>
              <a:spcAft>
                <a:spcPts val="0"/>
              </a:spcAft>
              <a:buClr>
                <a:srgbClr val="918E8D"/>
              </a:buClr>
              <a:buSzPts val="2100"/>
              <a:buNone/>
              <a:defRPr sz="2100">
                <a:solidFill>
                  <a:srgbClr val="918E8D"/>
                </a:solidFill>
              </a:defRPr>
            </a:lvl3pPr>
            <a:lvl4pPr marL="1828800" lvl="3" indent="-228600" algn="l">
              <a:spcBef>
                <a:spcPts val="380"/>
              </a:spcBef>
              <a:spcAft>
                <a:spcPts val="0"/>
              </a:spcAft>
              <a:buClr>
                <a:srgbClr val="918E8D"/>
              </a:buClr>
              <a:buSzPts val="1900"/>
              <a:buNone/>
              <a:defRPr sz="1900">
                <a:solidFill>
                  <a:srgbClr val="918E8D"/>
                </a:solidFill>
              </a:defRPr>
            </a:lvl4pPr>
            <a:lvl5pPr marL="2286000" lvl="4" indent="-228600" algn="l">
              <a:spcBef>
                <a:spcPts val="380"/>
              </a:spcBef>
              <a:spcAft>
                <a:spcPts val="0"/>
              </a:spcAft>
              <a:buClr>
                <a:srgbClr val="918E8D"/>
              </a:buClr>
              <a:buSzPts val="1900"/>
              <a:buNone/>
              <a:defRPr sz="1900">
                <a:solidFill>
                  <a:srgbClr val="918E8D"/>
                </a:solidFill>
              </a:defRPr>
            </a:lvl5pPr>
            <a:lvl6pPr marL="2743200" lvl="5" indent="-228600" algn="l">
              <a:spcBef>
                <a:spcPts val="380"/>
              </a:spcBef>
              <a:spcAft>
                <a:spcPts val="0"/>
              </a:spcAft>
              <a:buClr>
                <a:srgbClr val="918E8D"/>
              </a:buClr>
              <a:buSzPts val="1900"/>
              <a:buNone/>
              <a:defRPr sz="1900">
                <a:solidFill>
                  <a:srgbClr val="918E8D"/>
                </a:solidFill>
              </a:defRPr>
            </a:lvl6pPr>
            <a:lvl7pPr marL="3200400" lvl="6" indent="-228600" algn="l">
              <a:spcBef>
                <a:spcPts val="380"/>
              </a:spcBef>
              <a:spcAft>
                <a:spcPts val="0"/>
              </a:spcAft>
              <a:buClr>
                <a:srgbClr val="918E8D"/>
              </a:buClr>
              <a:buSzPts val="1900"/>
              <a:buNone/>
              <a:defRPr sz="1900">
                <a:solidFill>
                  <a:srgbClr val="918E8D"/>
                </a:solidFill>
              </a:defRPr>
            </a:lvl7pPr>
            <a:lvl8pPr marL="3657600" lvl="7" indent="-228600" algn="l">
              <a:spcBef>
                <a:spcPts val="380"/>
              </a:spcBef>
              <a:spcAft>
                <a:spcPts val="0"/>
              </a:spcAft>
              <a:buClr>
                <a:srgbClr val="918E8D"/>
              </a:buClr>
              <a:buSzPts val="1900"/>
              <a:buNone/>
              <a:defRPr sz="1900">
                <a:solidFill>
                  <a:srgbClr val="918E8D"/>
                </a:solidFill>
              </a:defRPr>
            </a:lvl8pPr>
            <a:lvl9pPr marL="4114800" lvl="8" indent="-228600" algn="l">
              <a:spcBef>
                <a:spcPts val="380"/>
              </a:spcBef>
              <a:spcAft>
                <a:spcPts val="0"/>
              </a:spcAft>
              <a:buClr>
                <a:srgbClr val="918E8D"/>
              </a:buClr>
              <a:buSzPts val="1900"/>
              <a:buNone/>
              <a:defRPr sz="1900">
                <a:solidFill>
                  <a:srgbClr val="918E8D"/>
                </a:solidFill>
              </a:defRPr>
            </a:lvl9pPr>
          </a:lstStyle>
          <a:p>
            <a:endParaRPr/>
          </a:p>
        </p:txBody>
      </p:sp>
      <p:sp>
        <p:nvSpPr>
          <p:cNvPr id="90" name="Google Shape;90;p171"/>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71"/>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1"/>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93"/>
        <p:cNvGrpSpPr/>
        <p:nvPr/>
      </p:nvGrpSpPr>
      <p:grpSpPr>
        <a:xfrm>
          <a:off x="0" y="0"/>
          <a:ext cx="0" cy="0"/>
          <a:chOff x="0" y="0"/>
          <a:chExt cx="0" cy="0"/>
        </a:xfrm>
      </p:grpSpPr>
      <p:sp>
        <p:nvSpPr>
          <p:cNvPr id="94" name="Google Shape;94;p172"/>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p172"/>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72"/>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97" name="Google Shape;97;p172"/>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3_Title Only">
  <p:cSld name="3_Title Only">
    <p:spTree>
      <p:nvGrpSpPr>
        <p:cNvPr id="1" name="Shape 98"/>
        <p:cNvGrpSpPr/>
        <p:nvPr/>
      </p:nvGrpSpPr>
      <p:grpSpPr>
        <a:xfrm>
          <a:off x="0" y="0"/>
          <a:ext cx="0" cy="0"/>
          <a:chOff x="0" y="0"/>
          <a:chExt cx="0" cy="0"/>
        </a:xfrm>
      </p:grpSpPr>
      <p:sp>
        <p:nvSpPr>
          <p:cNvPr id="99" name="Google Shape;99;p173"/>
          <p:cNvSpPr/>
          <p:nvPr/>
        </p:nvSpPr>
        <p:spPr>
          <a:xfrm>
            <a:off x="0" y="4581128"/>
            <a:ext cx="5163566" cy="2276872"/>
          </a:xfrm>
          <a:custGeom>
            <a:avLst/>
            <a:gdLst/>
            <a:ahLst/>
            <a:cxnLst/>
            <a:rect l="l" t="t" r="r" b="b"/>
            <a:pathLst>
              <a:path w="5163566" h="2276872" extrusionOk="0">
                <a:moveTo>
                  <a:pt x="2035697" y="0"/>
                </a:moveTo>
                <a:cubicBezTo>
                  <a:pt x="3397576" y="0"/>
                  <a:pt x="4566062" y="828016"/>
                  <a:pt x="5065187" y="2008081"/>
                </a:cubicBezTo>
                <a:lnTo>
                  <a:pt x="5163566" y="2276872"/>
                </a:lnTo>
                <a:lnTo>
                  <a:pt x="0" y="2276872"/>
                </a:lnTo>
                <a:lnTo>
                  <a:pt x="0" y="706170"/>
                </a:lnTo>
                <a:lnTo>
                  <a:pt x="5811" y="701257"/>
                </a:lnTo>
                <a:cubicBezTo>
                  <a:pt x="564774" y="261990"/>
                  <a:pt x="1269640" y="0"/>
                  <a:pt x="2035697" y="0"/>
                </a:cubicBezTo>
                <a:close/>
              </a:path>
            </a:pathLst>
          </a:custGeom>
          <a:gradFill>
            <a:gsLst>
              <a:gs pos="0">
                <a:schemeClr val="accent1"/>
              </a:gs>
              <a:gs pos="100000">
                <a:srgbClr val="ACD98C"/>
              </a:gs>
            </a:gsLst>
            <a:lin ang="162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0" name="Google Shape;100;p173"/>
          <p:cNvSpPr/>
          <p:nvPr/>
        </p:nvSpPr>
        <p:spPr>
          <a:xfrm rot="5400000">
            <a:off x="-662523" y="1957214"/>
            <a:ext cx="5179585" cy="3854541"/>
          </a:xfrm>
          <a:prstGeom prst="round2SameRect">
            <a:avLst>
              <a:gd name="adj1" fmla="val 10983"/>
              <a:gd name="adj2" fmla="val 0"/>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1" name="Google Shape;101;p173"/>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accent1"/>
              </a:buClr>
              <a:buSzPts val="3600"/>
              <a:buFont typeface="Quattrocento Sans"/>
              <a:buNone/>
              <a:defRPr sz="36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173"/>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3" name="Google Shape;103;p173"/>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173"/>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105" name="Google Shape;105;p173"/>
          <p:cNvSpPr/>
          <p:nvPr/>
        </p:nvSpPr>
        <p:spPr>
          <a:xfrm rot="5400000">
            <a:off x="-766723" y="1858237"/>
            <a:ext cx="5179585" cy="3646140"/>
          </a:xfrm>
          <a:prstGeom prst="round2SameRect">
            <a:avLst>
              <a:gd name="adj1" fmla="val 10983"/>
              <a:gd name="adj2" fmla="val 0"/>
            </a:avLst>
          </a:prstGeom>
          <a:gradFill>
            <a:gsLst>
              <a:gs pos="0">
                <a:schemeClr val="accent1"/>
              </a:gs>
              <a:gs pos="100000">
                <a:schemeClr val="accent3"/>
              </a:gs>
            </a:gsLst>
            <a:lin ang="27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Quattrocento Sans"/>
              <a:ea typeface="Quattrocento Sans"/>
              <a:cs typeface="Quattrocento Sans"/>
              <a:sym typeface="Quattrocento Sans"/>
            </a:endParaRPr>
          </a:p>
        </p:txBody>
      </p:sp>
      <p:sp>
        <p:nvSpPr>
          <p:cNvPr id="106" name="Google Shape;106;p173"/>
          <p:cNvSpPr txBox="1">
            <a:spLocks noGrp="1"/>
          </p:cNvSpPr>
          <p:nvPr>
            <p:ph type="body" idx="1"/>
          </p:nvPr>
        </p:nvSpPr>
        <p:spPr>
          <a:xfrm>
            <a:off x="609600" y="1508576"/>
            <a:ext cx="2676525" cy="1152153"/>
          </a:xfrm>
          <a:prstGeom prst="rect">
            <a:avLst/>
          </a:prstGeom>
          <a:noFill/>
          <a:ln>
            <a:noFill/>
          </a:ln>
        </p:spPr>
        <p:txBody>
          <a:bodyPr spcFirstLastPara="1" wrap="square" lIns="61200" tIns="60925" rIns="61200" bIns="60925" anchor="ctr" anchorCtr="0">
            <a:noAutofit/>
          </a:bodyPr>
          <a:lstStyle>
            <a:lvl1pPr marL="457200" lvl="0" indent="-228600" algn="l">
              <a:lnSpc>
                <a:spcPct val="80000"/>
              </a:lnSpc>
              <a:spcBef>
                <a:spcPts val="0"/>
              </a:spcBef>
              <a:spcAft>
                <a:spcPts val="0"/>
              </a:spcAft>
              <a:buClr>
                <a:schemeClr val="lt1"/>
              </a:buClr>
              <a:buSzPts val="2800"/>
              <a:buNone/>
              <a:defRPr sz="2800" b="1">
                <a:solidFill>
                  <a:schemeClr val="lt1"/>
                </a:solidFill>
              </a:defRPr>
            </a:lvl1pPr>
            <a:lvl2pPr marL="914400" lvl="1" indent="-228600" algn="l">
              <a:spcBef>
                <a:spcPts val="480"/>
              </a:spcBef>
              <a:spcAft>
                <a:spcPts val="0"/>
              </a:spcAft>
              <a:buClr>
                <a:schemeClr val="dk1"/>
              </a:buClr>
              <a:buSzPts val="2400"/>
              <a:buNone/>
              <a:defRPr sz="2400"/>
            </a:lvl2pPr>
            <a:lvl3pPr marL="1371600" lvl="2" indent="-228600" algn="l">
              <a:spcBef>
                <a:spcPts val="480"/>
              </a:spcBef>
              <a:spcAft>
                <a:spcPts val="0"/>
              </a:spcAft>
              <a:buClr>
                <a:schemeClr val="dk1"/>
              </a:buClr>
              <a:buSzPts val="2400"/>
              <a:buNone/>
              <a:defRPr sz="2400"/>
            </a:lvl3pPr>
            <a:lvl4pPr marL="1828800" lvl="3" indent="-228600" algn="l">
              <a:spcBef>
                <a:spcPts val="480"/>
              </a:spcBef>
              <a:spcAft>
                <a:spcPts val="0"/>
              </a:spcAft>
              <a:buClr>
                <a:schemeClr val="dk1"/>
              </a:buClr>
              <a:buSzPts val="2400"/>
              <a:buNone/>
              <a:defRPr sz="2400"/>
            </a:lvl4pPr>
            <a:lvl5pPr marL="2286000" lvl="4" indent="-228600" algn="l">
              <a:spcBef>
                <a:spcPts val="480"/>
              </a:spcBef>
              <a:spcAft>
                <a:spcPts val="0"/>
              </a:spcAft>
              <a:buClr>
                <a:schemeClr val="dk1"/>
              </a:buClr>
              <a:buSzPts val="2400"/>
              <a:buNone/>
              <a:defRPr sz="2400"/>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13243911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BD28A985-8481-49D1-9FA1-9B83E1B5FD5E}"/>
              </a:ext>
            </a:extLst>
          </p:cNvPr>
          <p:cNvSpPr>
            <a:spLocks noGrp="1"/>
          </p:cNvSpPr>
          <p:nvPr>
            <p:ph type="pic" sz="quarter" idx="13"/>
          </p:nvPr>
        </p:nvSpPr>
        <p:spPr>
          <a:xfrm>
            <a:off x="-1" y="-1"/>
            <a:ext cx="5662364" cy="6858000"/>
          </a:xfrm>
          <a:custGeom>
            <a:avLst/>
            <a:gdLst>
              <a:gd name="connsiteX0" fmla="*/ 0 w 5662364"/>
              <a:gd name="connsiteY0" fmla="*/ 0 h 6858000"/>
              <a:gd name="connsiteX1" fmla="*/ 2591729 w 5662364"/>
              <a:gd name="connsiteY1" fmla="*/ 0 h 6858000"/>
              <a:gd name="connsiteX2" fmla="*/ 2813304 w 5662364"/>
              <a:gd name="connsiteY2" fmla="*/ 157566 h 6858000"/>
              <a:gd name="connsiteX3" fmla="*/ 5662364 w 5662364"/>
              <a:gd name="connsiteY3" fmla="*/ 5841268 h 6858000"/>
              <a:gd name="connsiteX4" fmla="*/ 5625745 w 5662364"/>
              <a:gd name="connsiteY4" fmla="*/ 6566465 h 6858000"/>
              <a:gd name="connsiteX5" fmla="*/ 5588699 w 5662364"/>
              <a:gd name="connsiteY5" fmla="*/ 6858000 h 6858000"/>
              <a:gd name="connsiteX6" fmla="*/ 0 w 5662364"/>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662364" h="6858000">
                <a:moveTo>
                  <a:pt x="0" y="0"/>
                </a:moveTo>
                <a:lnTo>
                  <a:pt x="2591729" y="0"/>
                </a:lnTo>
                <a:lnTo>
                  <a:pt x="2813304" y="157566"/>
                </a:lnTo>
                <a:cubicBezTo>
                  <a:pt x="4542859" y="1451022"/>
                  <a:pt x="5662364" y="3515408"/>
                  <a:pt x="5662364" y="5841268"/>
                </a:cubicBezTo>
                <a:cubicBezTo>
                  <a:pt x="5662364" y="6086096"/>
                  <a:pt x="5649960" y="6328026"/>
                  <a:pt x="5625745" y="6566465"/>
                </a:cubicBezTo>
                <a:lnTo>
                  <a:pt x="5588699" y="6858000"/>
                </a:lnTo>
                <a:lnTo>
                  <a:pt x="0" y="6858000"/>
                </a:lnTo>
                <a:close/>
              </a:path>
            </a:pathLst>
          </a:custGeom>
          <a:solidFill>
            <a:schemeClr val="bg1">
              <a:lumMod val="95000"/>
            </a:schemeClr>
          </a:solidFill>
        </p:spPr>
        <p:txBody>
          <a:bodyPr wrap="square" anchor="ctr">
            <a:noAutofit/>
          </a:bodyPr>
          <a:lstStyle>
            <a:lvl1pPr marL="0" indent="0" algn="ctr">
              <a:buFontTx/>
              <a:buNone/>
              <a:defRPr/>
            </a:lvl1pPr>
          </a:lstStyle>
          <a:p>
            <a:endParaRPr lang="en-IN"/>
          </a:p>
        </p:txBody>
      </p:sp>
      <p:sp>
        <p:nvSpPr>
          <p:cNvPr id="2" name="Date Placeholder 1"/>
          <p:cNvSpPr>
            <a:spLocks noGrp="1"/>
          </p:cNvSpPr>
          <p:nvPr>
            <p:ph type="dt" sz="half" idx="10"/>
          </p:nvPr>
        </p:nvSpPr>
        <p:spPr/>
        <p:txBody>
          <a:bodyPr/>
          <a:lstStyle/>
          <a:p>
            <a:fld id="{425404F2-BE9A-4460-8815-8F645183555F}" type="datetimeFigureOut">
              <a:rPr lang="en-US" smtClean="0"/>
              <a:pPr/>
              <a:t>2/22/2026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Tree>
    <p:extLst>
      <p:ext uri="{BB962C8B-B14F-4D97-AF65-F5344CB8AC3E}">
        <p14:creationId xmlns:p14="http://schemas.microsoft.com/office/powerpoint/2010/main" val="20596840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Slide" type="title">
  <p:cSld name="1_Title Slide">
    <p:spTree>
      <p:nvGrpSpPr>
        <p:cNvPr id="1" name="Shape 369"/>
        <p:cNvGrpSpPr/>
        <p:nvPr/>
      </p:nvGrpSpPr>
      <p:grpSpPr>
        <a:xfrm>
          <a:off x="0" y="0"/>
          <a:ext cx="0" cy="0"/>
          <a:chOff x="0" y="0"/>
          <a:chExt cx="0" cy="0"/>
        </a:xfrm>
      </p:grpSpPr>
      <p:sp>
        <p:nvSpPr>
          <p:cNvPr id="370" name="Google Shape;370;p158"/>
          <p:cNvSpPr txBox="1">
            <a:spLocks noGrp="1"/>
          </p:cNvSpPr>
          <p:nvPr>
            <p:ph type="ctrTitle"/>
          </p:nvPr>
        </p:nvSpPr>
        <p:spPr>
          <a:xfrm>
            <a:off x="1523603" y="1122363"/>
            <a:ext cx="9141619"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5999"/>
              <a:buFont typeface="Calibri"/>
              <a:buNone/>
              <a:defRPr sz="5999"/>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1" name="Google Shape;371;p158"/>
          <p:cNvSpPr txBox="1">
            <a:spLocks noGrp="1"/>
          </p:cNvSpPr>
          <p:nvPr>
            <p:ph type="subTitle" idx="1"/>
          </p:nvPr>
        </p:nvSpPr>
        <p:spPr>
          <a:xfrm>
            <a:off x="1523603" y="3602037"/>
            <a:ext cx="9141619" cy="1655763"/>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399"/>
              <a:buNone/>
              <a:defRPr sz="2399"/>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72" name="Google Shape;372;p158"/>
          <p:cNvSpPr txBox="1">
            <a:spLocks noGrp="1"/>
          </p:cNvSpPr>
          <p:nvPr>
            <p:ph type="dt" idx="10"/>
          </p:nvPr>
        </p:nvSpPr>
        <p:spPr>
          <a:xfrm>
            <a:off x="837982" y="6356351"/>
            <a:ext cx="2742486"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3" name="Google Shape;373;p158"/>
          <p:cNvSpPr txBox="1">
            <a:spLocks noGrp="1"/>
          </p:cNvSpPr>
          <p:nvPr>
            <p:ph type="ftr" idx="11"/>
          </p:nvPr>
        </p:nvSpPr>
        <p:spPr>
          <a:xfrm>
            <a:off x="4037549" y="6356351"/>
            <a:ext cx="4113728"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4" name="Google Shape;374;p158"/>
          <p:cNvSpPr txBox="1">
            <a:spLocks noGrp="1"/>
          </p:cNvSpPr>
          <p:nvPr>
            <p:ph type="sldNum" idx="12"/>
          </p:nvPr>
        </p:nvSpPr>
        <p:spPr>
          <a:xfrm>
            <a:off x="8608357" y="6356351"/>
            <a:ext cx="2742486"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9218355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2"/>
        <p:cNvGrpSpPr/>
        <p:nvPr/>
      </p:nvGrpSpPr>
      <p:grpSpPr>
        <a:xfrm>
          <a:off x="0" y="0"/>
          <a:ext cx="0" cy="0"/>
          <a:chOff x="0" y="0"/>
          <a:chExt cx="0" cy="0"/>
        </a:xfrm>
      </p:grpSpPr>
      <p:grpSp>
        <p:nvGrpSpPr>
          <p:cNvPr id="133" name="Google Shape;133;p185"/>
          <p:cNvGrpSpPr/>
          <p:nvPr/>
        </p:nvGrpSpPr>
        <p:grpSpPr>
          <a:xfrm rot="10800000">
            <a:off x="9586912" y="4027941"/>
            <a:ext cx="2601913" cy="2833688"/>
            <a:chOff x="0" y="0"/>
            <a:chExt cx="2601913" cy="2833688"/>
          </a:xfrm>
        </p:grpSpPr>
        <p:sp>
          <p:nvSpPr>
            <p:cNvPr id="134" name="Google Shape;134;p185"/>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5" name="Google Shape;135;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6" name="Google Shape;136;p185"/>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7" name="Google Shape;137;p185"/>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8" name="Google Shape;138;p185"/>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39" name="Google Shape;139;p185"/>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0" name="Google Shape;140;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1" name="Google Shape;141;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2" name="Google Shape;142;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3" name="Google Shape;143;p185"/>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4" name="Google Shape;144;p185"/>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5" name="Google Shape;145;p185"/>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6" name="Google Shape;146;p185"/>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7" name="Google Shape;147;p185"/>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8" name="Google Shape;148;p185"/>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49" name="Google Shape;149;p185"/>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0" name="Google Shape;150;p185"/>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1" name="Google Shape;151;p185"/>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2" name="Google Shape;152;p185"/>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3" name="Google Shape;153;p185"/>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54" name="Google Shape;154;p185"/>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155" name="Google Shape;155;p185"/>
          <p:cNvSpPr/>
          <p:nvPr/>
        </p:nvSpPr>
        <p:spPr>
          <a:xfrm>
            <a:off x="0" y="0"/>
            <a:ext cx="6094412"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6" name="Google Shape;156;p185"/>
          <p:cNvSpPr/>
          <p:nvPr/>
        </p:nvSpPr>
        <p:spPr>
          <a:xfrm rot="5400000">
            <a:off x="10179373" y="-118464"/>
            <a:ext cx="1890988" cy="2127916"/>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157" name="Google Shape;157;p185"/>
          <p:cNvSpPr txBox="1">
            <a:spLocks noGrp="1"/>
          </p:cNvSpPr>
          <p:nvPr>
            <p:ph type="ctrTitle"/>
          </p:nvPr>
        </p:nvSpPr>
        <p:spPr>
          <a:xfrm>
            <a:off x="1828323" y="2576512"/>
            <a:ext cx="8532178" cy="1392378"/>
          </a:xfrm>
          <a:prstGeom prst="rect">
            <a:avLst/>
          </a:prstGeom>
          <a:noFill/>
          <a:ln>
            <a:noFill/>
          </a:ln>
        </p:spPr>
        <p:txBody>
          <a:bodyPr spcFirstLastPara="1" wrap="square" lIns="121875" tIns="60925" rIns="121875" bIns="60925" anchor="b" anchorCtr="0">
            <a:noAutofit/>
          </a:bodyPr>
          <a:lstStyle>
            <a:lvl1pPr lvl="0" algn="ctr">
              <a:spcBef>
                <a:spcPts val="0"/>
              </a:spcBef>
              <a:spcAft>
                <a:spcPts val="0"/>
              </a:spcAft>
              <a:buClr>
                <a:schemeClr val="accent3"/>
              </a:buClr>
              <a:buSzPts val="8000"/>
              <a:buFont typeface="Open Sans"/>
              <a:buNone/>
              <a:defRPr sz="8000" b="1">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8" name="Google Shape;158;p185"/>
          <p:cNvSpPr txBox="1">
            <a:spLocks noGrp="1"/>
          </p:cNvSpPr>
          <p:nvPr>
            <p:ph type="subTitle" idx="1"/>
          </p:nvPr>
        </p:nvSpPr>
        <p:spPr>
          <a:xfrm>
            <a:off x="1828324" y="4027941"/>
            <a:ext cx="8532178" cy="764440"/>
          </a:xfrm>
          <a:prstGeom prst="rect">
            <a:avLst/>
          </a:prstGeom>
          <a:noFill/>
          <a:ln>
            <a:noFill/>
          </a:ln>
        </p:spPr>
        <p:txBody>
          <a:bodyPr spcFirstLastPara="1" wrap="square" lIns="121875" tIns="60925" rIns="121875" bIns="60925" anchor="t" anchorCtr="0">
            <a:normAutofit/>
          </a:bodyPr>
          <a:lstStyle>
            <a:lvl1pPr lvl="0" algn="ctr">
              <a:spcBef>
                <a:spcPts val="480"/>
              </a:spcBef>
              <a:spcAft>
                <a:spcPts val="0"/>
              </a:spcAft>
              <a:buClr>
                <a:srgbClr val="595959"/>
              </a:buClr>
              <a:buSzPts val="2400"/>
              <a:buNone/>
              <a:defRPr sz="2400">
                <a:solidFill>
                  <a:srgbClr val="595959"/>
                </a:solidFill>
                <a:latin typeface="Open Sans"/>
                <a:ea typeface="Open Sans"/>
                <a:cs typeface="Open Sans"/>
                <a:sym typeface="Open Sans"/>
              </a:defRPr>
            </a:lvl1pPr>
            <a:lvl2pPr lvl="1" algn="ctr">
              <a:spcBef>
                <a:spcPts val="640"/>
              </a:spcBef>
              <a:spcAft>
                <a:spcPts val="0"/>
              </a:spcAft>
              <a:buClr>
                <a:srgbClr val="888888"/>
              </a:buClr>
              <a:buSzPts val="32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540"/>
              </a:spcBef>
              <a:spcAft>
                <a:spcPts val="0"/>
              </a:spcAft>
              <a:buClr>
                <a:srgbClr val="888888"/>
              </a:buClr>
              <a:buSzPts val="2700"/>
              <a:buNone/>
              <a:defRPr>
                <a:solidFill>
                  <a:srgbClr val="888888"/>
                </a:solidFill>
              </a:defRPr>
            </a:lvl6pPr>
            <a:lvl7pPr lvl="6" algn="ctr">
              <a:spcBef>
                <a:spcPts val="540"/>
              </a:spcBef>
              <a:spcAft>
                <a:spcPts val="0"/>
              </a:spcAft>
              <a:buClr>
                <a:srgbClr val="888888"/>
              </a:buClr>
              <a:buSzPts val="2700"/>
              <a:buNone/>
              <a:defRPr>
                <a:solidFill>
                  <a:srgbClr val="888888"/>
                </a:solidFill>
              </a:defRPr>
            </a:lvl7pPr>
            <a:lvl8pPr lvl="7" algn="ctr">
              <a:spcBef>
                <a:spcPts val="540"/>
              </a:spcBef>
              <a:spcAft>
                <a:spcPts val="0"/>
              </a:spcAft>
              <a:buClr>
                <a:srgbClr val="888888"/>
              </a:buClr>
              <a:buSzPts val="2700"/>
              <a:buNone/>
              <a:defRPr>
                <a:solidFill>
                  <a:srgbClr val="888888"/>
                </a:solidFill>
              </a:defRPr>
            </a:lvl8pPr>
            <a:lvl9pPr lvl="8" algn="ctr">
              <a:spcBef>
                <a:spcPts val="540"/>
              </a:spcBef>
              <a:spcAft>
                <a:spcPts val="0"/>
              </a:spcAft>
              <a:buClr>
                <a:srgbClr val="888888"/>
              </a:buClr>
              <a:buSzPts val="2700"/>
              <a:buNone/>
              <a:defRPr>
                <a:solidFill>
                  <a:srgbClr val="888888"/>
                </a:solidFill>
              </a:defRPr>
            </a:lvl9pPr>
          </a:lstStyle>
          <a:p>
            <a:endParaRPr/>
          </a:p>
        </p:txBody>
      </p:sp>
      <p:sp>
        <p:nvSpPr>
          <p:cNvPr id="159" name="Google Shape;159;p18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0" name="Google Shape;160;p18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1" name="Google Shape;161;p18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grpSp>
        <p:nvGrpSpPr>
          <p:cNvPr id="162" name="Google Shape;162;p185"/>
          <p:cNvGrpSpPr/>
          <p:nvPr/>
        </p:nvGrpSpPr>
        <p:grpSpPr>
          <a:xfrm>
            <a:off x="0" y="0"/>
            <a:ext cx="3445202" cy="4727575"/>
            <a:chOff x="0" y="0"/>
            <a:chExt cx="3445202" cy="4727575"/>
          </a:xfrm>
        </p:grpSpPr>
        <p:grpSp>
          <p:nvGrpSpPr>
            <p:cNvPr id="163" name="Google Shape;163;p185"/>
            <p:cNvGrpSpPr/>
            <p:nvPr/>
          </p:nvGrpSpPr>
          <p:grpSpPr>
            <a:xfrm rot="10800000">
              <a:off x="0" y="0"/>
              <a:ext cx="2913063" cy="4727575"/>
              <a:chOff x="9275762" y="2130425"/>
              <a:chExt cx="2913063" cy="4727575"/>
            </a:xfrm>
          </p:grpSpPr>
          <p:sp>
            <p:nvSpPr>
              <p:cNvPr id="164" name="Google Shape;164;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5" name="Google Shape;165;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6" name="Google Shape;166;p185"/>
              <p:cNvSpPr/>
              <p:nvPr/>
            </p:nvSpPr>
            <p:spPr>
              <a:xfrm>
                <a:off x="10785475" y="5818187"/>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7" name="Google Shape;167;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8" name="Google Shape;168;p185"/>
              <p:cNvSpPr/>
              <p:nvPr/>
            </p:nvSpPr>
            <p:spPr>
              <a:xfrm>
                <a:off x="10785475" y="5008562"/>
                <a:ext cx="701675" cy="809625"/>
              </a:xfrm>
              <a:custGeom>
                <a:avLst/>
                <a:gdLst/>
                <a:ahLst/>
                <a:cxnLst/>
                <a:rect l="l" t="t" r="r" b="b"/>
                <a:pathLst>
                  <a:path w="442" h="510" extrusionOk="0">
                    <a:moveTo>
                      <a:pt x="442" y="0"/>
                    </a:moveTo>
                    <a:lnTo>
                      <a:pt x="442" y="510"/>
                    </a:lnTo>
                    <a:lnTo>
                      <a:pt x="442" y="510"/>
                    </a:lnTo>
                    <a:lnTo>
                      <a:pt x="0" y="254"/>
                    </a:lnTo>
                    <a:lnTo>
                      <a:pt x="442" y="0"/>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69" name="Google Shape;169;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0" name="Google Shape;170;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1" name="Google Shape;171;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2" name="Google Shape;172;p185"/>
              <p:cNvSpPr/>
              <p:nvPr/>
            </p:nvSpPr>
            <p:spPr>
              <a:xfrm>
                <a:off x="9377362" y="3389312"/>
                <a:ext cx="701675" cy="809625"/>
              </a:xfrm>
              <a:custGeom>
                <a:avLst/>
                <a:gdLst/>
                <a:ahLst/>
                <a:cxnLst/>
                <a:rect l="l" t="t" r="r" b="b"/>
                <a:pathLst>
                  <a:path w="442" h="510" extrusionOk="0">
                    <a:moveTo>
                      <a:pt x="442" y="0"/>
                    </a:moveTo>
                    <a:lnTo>
                      <a:pt x="442" y="510"/>
                    </a:lnTo>
                    <a:lnTo>
                      <a:pt x="0" y="254"/>
                    </a:lnTo>
                    <a:lnTo>
                      <a:pt x="0" y="254"/>
                    </a:lnTo>
                    <a:lnTo>
                      <a:pt x="442"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3" name="Google Shape;173;p185"/>
              <p:cNvSpPr/>
              <p:nvPr/>
            </p:nvSpPr>
            <p:spPr>
              <a:xfrm>
                <a:off x="10079037" y="4198937"/>
                <a:ext cx="706438" cy="809625"/>
              </a:xfrm>
              <a:custGeom>
                <a:avLst/>
                <a:gdLst/>
                <a:ahLst/>
                <a:cxnLst/>
                <a:rect l="l" t="t" r="r" b="b"/>
                <a:pathLst>
                  <a:path w="445" h="510" extrusionOk="0">
                    <a:moveTo>
                      <a:pt x="445" y="254"/>
                    </a:moveTo>
                    <a:lnTo>
                      <a:pt x="0" y="510"/>
                    </a:lnTo>
                    <a:lnTo>
                      <a:pt x="0" y="0"/>
                    </a:lnTo>
                    <a:lnTo>
                      <a:pt x="0" y="0"/>
                    </a:lnTo>
                    <a:lnTo>
                      <a:pt x="445" y="254"/>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4" name="Google Shape;174;p185"/>
              <p:cNvSpPr/>
              <p:nvPr/>
            </p:nvSpPr>
            <p:spPr>
              <a:xfrm>
                <a:off x="9275762" y="4414837"/>
                <a:ext cx="325438" cy="377825"/>
              </a:xfrm>
              <a:custGeom>
                <a:avLst/>
                <a:gdLst/>
                <a:ahLst/>
                <a:cxnLst/>
                <a:rect l="l" t="t" r="r" b="b"/>
                <a:pathLst>
                  <a:path w="205" h="238" extrusionOk="0">
                    <a:moveTo>
                      <a:pt x="205" y="118"/>
                    </a:moveTo>
                    <a:lnTo>
                      <a:pt x="0" y="238"/>
                    </a:lnTo>
                    <a:lnTo>
                      <a:pt x="0" y="0"/>
                    </a:lnTo>
                    <a:lnTo>
                      <a:pt x="0" y="0"/>
                    </a:lnTo>
                    <a:lnTo>
                      <a:pt x="205" y="118"/>
                    </a:lnTo>
                    <a:close/>
                  </a:path>
                </a:pathLst>
              </a:custGeom>
              <a:solidFill>
                <a:schemeClr val="accent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5" name="Google Shape;175;p185"/>
              <p:cNvSpPr/>
              <p:nvPr/>
            </p:nvSpPr>
            <p:spPr>
              <a:xfrm>
                <a:off x="9371012" y="3322637"/>
                <a:ext cx="223838" cy="257175"/>
              </a:xfrm>
              <a:custGeom>
                <a:avLst/>
                <a:gdLst/>
                <a:ahLst/>
                <a:cxnLst/>
                <a:rect l="l" t="t" r="r" b="b"/>
                <a:pathLst>
                  <a:path w="141" h="162" extrusionOk="0">
                    <a:moveTo>
                      <a:pt x="141" y="80"/>
                    </a:moveTo>
                    <a:lnTo>
                      <a:pt x="0" y="162"/>
                    </a:lnTo>
                    <a:lnTo>
                      <a:pt x="0" y="0"/>
                    </a:lnTo>
                    <a:lnTo>
                      <a:pt x="0" y="0"/>
                    </a:lnTo>
                    <a:lnTo>
                      <a:pt x="141" y="8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6" name="Google Shape;176;p185"/>
              <p:cNvSpPr/>
              <p:nvPr/>
            </p:nvSpPr>
            <p:spPr>
              <a:xfrm>
                <a:off x="10079037" y="3792537"/>
                <a:ext cx="706438" cy="809625"/>
              </a:xfrm>
              <a:custGeom>
                <a:avLst/>
                <a:gdLst/>
                <a:ahLst/>
                <a:cxnLst/>
                <a:rect l="l" t="t" r="r" b="b"/>
                <a:pathLst>
                  <a:path w="445" h="510" extrusionOk="0">
                    <a:moveTo>
                      <a:pt x="445" y="0"/>
                    </a:moveTo>
                    <a:lnTo>
                      <a:pt x="445" y="510"/>
                    </a:lnTo>
                    <a:lnTo>
                      <a:pt x="445" y="510"/>
                    </a:lnTo>
                    <a:lnTo>
                      <a:pt x="0" y="256"/>
                    </a:lnTo>
                    <a:lnTo>
                      <a:pt x="445"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7" name="Google Shape;177;p185"/>
              <p:cNvSpPr/>
              <p:nvPr/>
            </p:nvSpPr>
            <p:spPr>
              <a:xfrm>
                <a:off x="10079037" y="3389312"/>
                <a:ext cx="706438" cy="809625"/>
              </a:xfrm>
              <a:custGeom>
                <a:avLst/>
                <a:gdLst/>
                <a:ahLst/>
                <a:cxnLst/>
                <a:rect l="l" t="t" r="r" b="b"/>
                <a:pathLst>
                  <a:path w="445" h="510" extrusionOk="0">
                    <a:moveTo>
                      <a:pt x="445" y="254"/>
                    </a:moveTo>
                    <a:lnTo>
                      <a:pt x="445" y="254"/>
                    </a:lnTo>
                    <a:lnTo>
                      <a:pt x="0"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8" name="Google Shape;178;p185"/>
              <p:cNvSpPr/>
              <p:nvPr/>
            </p:nvSpPr>
            <p:spPr>
              <a:xfrm>
                <a:off x="10079037" y="4602162"/>
                <a:ext cx="706438" cy="809625"/>
              </a:xfrm>
              <a:custGeom>
                <a:avLst/>
                <a:gdLst/>
                <a:ahLst/>
                <a:cxnLst/>
                <a:rect l="l" t="t" r="r" b="b"/>
                <a:pathLst>
                  <a:path w="445" h="510" extrusionOk="0">
                    <a:moveTo>
                      <a:pt x="445" y="0"/>
                    </a:moveTo>
                    <a:lnTo>
                      <a:pt x="445" y="510"/>
                    </a:lnTo>
                    <a:lnTo>
                      <a:pt x="0" y="256"/>
                    </a:lnTo>
                    <a:lnTo>
                      <a:pt x="0" y="256"/>
                    </a:lnTo>
                    <a:lnTo>
                      <a:pt x="445" y="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79" name="Google Shape;179;p185"/>
              <p:cNvSpPr/>
              <p:nvPr/>
            </p:nvSpPr>
            <p:spPr>
              <a:xfrm>
                <a:off x="10079037" y="5008562"/>
                <a:ext cx="706438" cy="809625"/>
              </a:xfrm>
              <a:custGeom>
                <a:avLst/>
                <a:gdLst/>
                <a:ahLst/>
                <a:cxnLst/>
                <a:rect l="l" t="t" r="r" b="b"/>
                <a:pathLst>
                  <a:path w="445" h="510" extrusionOk="0">
                    <a:moveTo>
                      <a:pt x="445" y="254"/>
                    </a:moveTo>
                    <a:lnTo>
                      <a:pt x="445" y="256"/>
                    </a:lnTo>
                    <a:lnTo>
                      <a:pt x="3" y="510"/>
                    </a:lnTo>
                    <a:lnTo>
                      <a:pt x="0" y="510"/>
                    </a:lnTo>
                    <a:lnTo>
                      <a:pt x="0" y="0"/>
                    </a:lnTo>
                    <a:lnTo>
                      <a:pt x="445"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0" name="Google Shape;180;p185"/>
              <p:cNvSpPr/>
              <p:nvPr/>
            </p:nvSpPr>
            <p:spPr>
              <a:xfrm>
                <a:off x="10083800" y="5414962"/>
                <a:ext cx="701675" cy="806450"/>
              </a:xfrm>
              <a:custGeom>
                <a:avLst/>
                <a:gdLst/>
                <a:ahLst/>
                <a:cxnLst/>
                <a:rect l="l" t="t" r="r" b="b"/>
                <a:pathLst>
                  <a:path w="442" h="508" extrusionOk="0">
                    <a:moveTo>
                      <a:pt x="442" y="0"/>
                    </a:moveTo>
                    <a:lnTo>
                      <a:pt x="442" y="508"/>
                    </a:lnTo>
                    <a:lnTo>
                      <a:pt x="0" y="254"/>
                    </a:lnTo>
                    <a:lnTo>
                      <a:pt x="442"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1" name="Google Shape;181;p185"/>
              <p:cNvSpPr/>
              <p:nvPr/>
            </p:nvSpPr>
            <p:spPr>
              <a:xfrm>
                <a:off x="10785475" y="5411787"/>
                <a:ext cx="701675" cy="809625"/>
              </a:xfrm>
              <a:custGeom>
                <a:avLst/>
                <a:gdLst/>
                <a:ahLst/>
                <a:cxnLst/>
                <a:rect l="l" t="t" r="r" b="b"/>
                <a:pathLst>
                  <a:path w="442" h="510" extrusionOk="0">
                    <a:moveTo>
                      <a:pt x="442" y="256"/>
                    </a:moveTo>
                    <a:lnTo>
                      <a:pt x="0" y="510"/>
                    </a:lnTo>
                    <a:lnTo>
                      <a:pt x="0" y="2"/>
                    </a:lnTo>
                    <a:lnTo>
                      <a:pt x="0" y="0"/>
                    </a:lnTo>
                    <a:lnTo>
                      <a:pt x="442" y="256"/>
                    </a:lnTo>
                    <a:close/>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2" name="Google Shape;182;p185"/>
              <p:cNvSpPr/>
              <p:nvPr/>
            </p:nvSpPr>
            <p:spPr>
              <a:xfrm>
                <a:off x="10785475" y="4602162"/>
                <a:ext cx="701675" cy="809625"/>
              </a:xfrm>
              <a:custGeom>
                <a:avLst/>
                <a:gdLst/>
                <a:ahLst/>
                <a:cxnLst/>
                <a:rect l="l" t="t" r="r" b="b"/>
                <a:pathLst>
                  <a:path w="442" h="510" extrusionOk="0">
                    <a:moveTo>
                      <a:pt x="442" y="256"/>
                    </a:moveTo>
                    <a:lnTo>
                      <a:pt x="442" y="256"/>
                    </a:lnTo>
                    <a:lnTo>
                      <a:pt x="0" y="510"/>
                    </a:lnTo>
                    <a:lnTo>
                      <a:pt x="0" y="510"/>
                    </a:lnTo>
                    <a:lnTo>
                      <a:pt x="0" y="0"/>
                    </a:lnTo>
                    <a:lnTo>
                      <a:pt x="442"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3" name="Google Shape;183;p185"/>
              <p:cNvSpPr/>
              <p:nvPr/>
            </p:nvSpPr>
            <p:spPr>
              <a:xfrm>
                <a:off x="10785475" y="6221412"/>
                <a:ext cx="701675" cy="636588"/>
              </a:xfrm>
              <a:custGeom>
                <a:avLst/>
                <a:gdLst/>
                <a:ahLst/>
                <a:cxnLst/>
                <a:rect l="l" t="t" r="r" b="b"/>
                <a:pathLst>
                  <a:path w="442" h="401" extrusionOk="0">
                    <a:moveTo>
                      <a:pt x="442" y="256"/>
                    </a:moveTo>
                    <a:lnTo>
                      <a:pt x="0" y="0"/>
                    </a:lnTo>
                    <a:lnTo>
                      <a:pt x="0" y="2"/>
                    </a:lnTo>
                    <a:lnTo>
                      <a:pt x="0" y="401"/>
                    </a:lnTo>
                    <a:lnTo>
                      <a:pt x="192" y="401"/>
                    </a:lnTo>
                    <a:lnTo>
                      <a:pt x="442" y="256"/>
                    </a:lnTo>
                    <a:lnTo>
                      <a:pt x="442" y="256"/>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4" name="Google Shape;184;p185"/>
              <p:cNvSpPr/>
              <p:nvPr/>
            </p:nvSpPr>
            <p:spPr>
              <a:xfrm>
                <a:off x="11090275" y="6627812"/>
                <a:ext cx="396875" cy="230188"/>
              </a:xfrm>
              <a:custGeom>
                <a:avLst/>
                <a:gdLst/>
                <a:ahLst/>
                <a:cxnLst/>
                <a:rect l="l" t="t" r="r" b="b"/>
                <a:pathLst>
                  <a:path w="250" h="145" extrusionOk="0">
                    <a:moveTo>
                      <a:pt x="0" y="145"/>
                    </a:moveTo>
                    <a:lnTo>
                      <a:pt x="250" y="145"/>
                    </a:lnTo>
                    <a:lnTo>
                      <a:pt x="250" y="0"/>
                    </a:lnTo>
                    <a:lnTo>
                      <a:pt x="0" y="145"/>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5" name="Google Shape;185;p185"/>
              <p:cNvSpPr/>
              <p:nvPr/>
            </p:nvSpPr>
            <p:spPr>
              <a:xfrm>
                <a:off x="11487150" y="6627812"/>
                <a:ext cx="396875" cy="230188"/>
              </a:xfrm>
              <a:custGeom>
                <a:avLst/>
                <a:gdLst/>
                <a:ahLst/>
                <a:cxnLst/>
                <a:rect l="l" t="t" r="r" b="b"/>
                <a:pathLst>
                  <a:path w="250" h="145" extrusionOk="0">
                    <a:moveTo>
                      <a:pt x="0" y="0"/>
                    </a:moveTo>
                    <a:lnTo>
                      <a:pt x="0" y="145"/>
                    </a:lnTo>
                    <a:lnTo>
                      <a:pt x="250" y="145"/>
                    </a:lnTo>
                    <a:lnTo>
                      <a:pt x="0" y="0"/>
                    </a:ln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6" name="Google Shape;186;p185"/>
              <p:cNvSpPr/>
              <p:nvPr/>
            </p:nvSpPr>
            <p:spPr>
              <a:xfrm>
                <a:off x="11487150" y="6232525"/>
                <a:ext cx="687388" cy="625475"/>
              </a:xfrm>
              <a:custGeom>
                <a:avLst/>
                <a:gdLst/>
                <a:ahLst/>
                <a:cxnLst/>
                <a:rect l="l" t="t" r="r" b="b"/>
                <a:pathLst>
                  <a:path w="433" h="394" extrusionOk="0">
                    <a:moveTo>
                      <a:pt x="250" y="394"/>
                    </a:moveTo>
                    <a:lnTo>
                      <a:pt x="433" y="394"/>
                    </a:lnTo>
                    <a:lnTo>
                      <a:pt x="433" y="0"/>
                    </a:lnTo>
                    <a:lnTo>
                      <a:pt x="0" y="249"/>
                    </a:lnTo>
                    <a:lnTo>
                      <a:pt x="250" y="39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7" name="Google Shape;187;p185"/>
              <p:cNvSpPr/>
              <p:nvPr/>
            </p:nvSpPr>
            <p:spPr>
              <a:xfrm>
                <a:off x="9377362" y="5818187"/>
                <a:ext cx="701675" cy="809625"/>
              </a:xfrm>
              <a:custGeom>
                <a:avLst/>
                <a:gdLst/>
                <a:ahLst/>
                <a:cxnLst/>
                <a:rect l="l" t="t" r="r" b="b"/>
                <a:pathLst>
                  <a:path w="442" h="510" extrusionOk="0">
                    <a:moveTo>
                      <a:pt x="0" y="254"/>
                    </a:moveTo>
                    <a:lnTo>
                      <a:pt x="0" y="254"/>
                    </a:lnTo>
                    <a:lnTo>
                      <a:pt x="442" y="510"/>
                    </a:lnTo>
                    <a:lnTo>
                      <a:pt x="442" y="0"/>
                    </a:lnTo>
                    <a:lnTo>
                      <a:pt x="0" y="254"/>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8" name="Google Shape;188;p185"/>
              <p:cNvSpPr/>
              <p:nvPr/>
            </p:nvSpPr>
            <p:spPr>
              <a:xfrm>
                <a:off x="10079037" y="6627812"/>
                <a:ext cx="396875" cy="230188"/>
              </a:xfrm>
              <a:custGeom>
                <a:avLst/>
                <a:gdLst/>
                <a:ahLst/>
                <a:cxnLst/>
                <a:rect l="l" t="t" r="r" b="b"/>
                <a:pathLst>
                  <a:path w="250" h="145" extrusionOk="0">
                    <a:moveTo>
                      <a:pt x="0" y="0"/>
                    </a:moveTo>
                    <a:lnTo>
                      <a:pt x="0" y="0"/>
                    </a:lnTo>
                    <a:lnTo>
                      <a:pt x="0" y="145"/>
                    </a:lnTo>
                    <a:lnTo>
                      <a:pt x="250" y="145"/>
                    </a:lnTo>
                    <a:lnTo>
                      <a:pt x="0"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89" name="Google Shape;189;p185"/>
              <p:cNvSpPr/>
              <p:nvPr/>
            </p:nvSpPr>
            <p:spPr>
              <a:xfrm>
                <a:off x="10079037" y="6224587"/>
                <a:ext cx="706438" cy="633413"/>
              </a:xfrm>
              <a:custGeom>
                <a:avLst/>
                <a:gdLst/>
                <a:ahLst/>
                <a:cxnLst/>
                <a:rect l="l" t="t" r="r" b="b"/>
                <a:pathLst>
                  <a:path w="445" h="399" extrusionOk="0">
                    <a:moveTo>
                      <a:pt x="0" y="254"/>
                    </a:moveTo>
                    <a:lnTo>
                      <a:pt x="250" y="399"/>
                    </a:lnTo>
                    <a:lnTo>
                      <a:pt x="445" y="399"/>
                    </a:lnTo>
                    <a:lnTo>
                      <a:pt x="445" y="0"/>
                    </a:lnTo>
                    <a:lnTo>
                      <a:pt x="0" y="254"/>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0" name="Google Shape;190;p185"/>
              <p:cNvSpPr/>
              <p:nvPr/>
            </p:nvSpPr>
            <p:spPr>
              <a:xfrm>
                <a:off x="10079037" y="5818187"/>
                <a:ext cx="706438" cy="809625"/>
              </a:xfrm>
              <a:custGeom>
                <a:avLst/>
                <a:gdLst/>
                <a:ahLst/>
                <a:cxnLst/>
                <a:rect l="l" t="t" r="r" b="b"/>
                <a:pathLst>
                  <a:path w="445" h="510" extrusionOk="0">
                    <a:moveTo>
                      <a:pt x="445" y="254"/>
                    </a:moveTo>
                    <a:lnTo>
                      <a:pt x="445" y="254"/>
                    </a:lnTo>
                    <a:lnTo>
                      <a:pt x="0" y="0"/>
                    </a:lnTo>
                    <a:lnTo>
                      <a:pt x="0" y="510"/>
                    </a:lnTo>
                    <a:lnTo>
                      <a:pt x="0" y="510"/>
                    </a:lnTo>
                    <a:lnTo>
                      <a:pt x="445" y="256"/>
                    </a:lnTo>
                    <a:lnTo>
                      <a:pt x="445"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1" name="Google Shape;191;p185"/>
              <p:cNvSpPr/>
              <p:nvPr/>
            </p:nvSpPr>
            <p:spPr>
              <a:xfrm>
                <a:off x="10785475" y="3389312"/>
                <a:ext cx="701675" cy="809625"/>
              </a:xfrm>
              <a:custGeom>
                <a:avLst/>
                <a:gdLst/>
                <a:ahLst/>
                <a:cxnLst/>
                <a:rect l="l" t="t" r="r" b="b"/>
                <a:pathLst>
                  <a:path w="442" h="510" extrusionOk="0">
                    <a:moveTo>
                      <a:pt x="442" y="0"/>
                    </a:moveTo>
                    <a:lnTo>
                      <a:pt x="0" y="254"/>
                    </a:lnTo>
                    <a:lnTo>
                      <a:pt x="0" y="254"/>
                    </a:lnTo>
                    <a:lnTo>
                      <a:pt x="442" y="510"/>
                    </a:lnTo>
                    <a:lnTo>
                      <a:pt x="442"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2" name="Google Shape;192;p185"/>
              <p:cNvSpPr/>
              <p:nvPr/>
            </p:nvSpPr>
            <p:spPr>
              <a:xfrm>
                <a:off x="10785475" y="3792537"/>
                <a:ext cx="701675" cy="809625"/>
              </a:xfrm>
              <a:custGeom>
                <a:avLst/>
                <a:gdLst/>
                <a:ahLst/>
                <a:cxnLst/>
                <a:rect l="l" t="t" r="r" b="b"/>
                <a:pathLst>
                  <a:path w="442" h="510" extrusionOk="0">
                    <a:moveTo>
                      <a:pt x="442" y="256"/>
                    </a:moveTo>
                    <a:lnTo>
                      <a:pt x="0" y="0"/>
                    </a:lnTo>
                    <a:lnTo>
                      <a:pt x="0" y="510"/>
                    </a:lnTo>
                    <a:lnTo>
                      <a:pt x="0" y="510"/>
                    </a:lnTo>
                    <a:lnTo>
                      <a:pt x="442" y="256"/>
                    </a:lnTo>
                    <a:lnTo>
                      <a:pt x="442" y="256"/>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3" name="Google Shape;193;p185"/>
              <p:cNvSpPr/>
              <p:nvPr/>
            </p:nvSpPr>
            <p:spPr>
              <a:xfrm>
                <a:off x="10785475" y="4198937"/>
                <a:ext cx="701675" cy="809625"/>
              </a:xfrm>
              <a:custGeom>
                <a:avLst/>
                <a:gdLst/>
                <a:ahLst/>
                <a:cxnLst/>
                <a:rect l="l" t="t" r="r" b="b"/>
                <a:pathLst>
                  <a:path w="442" h="510" extrusionOk="0">
                    <a:moveTo>
                      <a:pt x="0" y="254"/>
                    </a:moveTo>
                    <a:lnTo>
                      <a:pt x="442" y="510"/>
                    </a:lnTo>
                    <a:lnTo>
                      <a:pt x="442" y="0"/>
                    </a:lnTo>
                    <a:lnTo>
                      <a:pt x="0" y="254"/>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4" name="Google Shape;194;p185"/>
              <p:cNvSpPr/>
              <p:nvPr/>
            </p:nvSpPr>
            <p:spPr>
              <a:xfrm>
                <a:off x="11487150" y="4198937"/>
                <a:ext cx="687388" cy="809625"/>
              </a:xfrm>
              <a:custGeom>
                <a:avLst/>
                <a:gdLst/>
                <a:ahLst/>
                <a:cxnLst/>
                <a:rect l="l" t="t" r="r" b="b"/>
                <a:pathLst>
                  <a:path w="433" h="510" extrusionOk="0">
                    <a:moveTo>
                      <a:pt x="0" y="0"/>
                    </a:moveTo>
                    <a:lnTo>
                      <a:pt x="0" y="0"/>
                    </a:lnTo>
                    <a:lnTo>
                      <a:pt x="0" y="510"/>
                    </a:lnTo>
                    <a:lnTo>
                      <a:pt x="433" y="261"/>
                    </a:lnTo>
                    <a:lnTo>
                      <a:pt x="433" y="249"/>
                    </a:lnTo>
                    <a:lnTo>
                      <a:pt x="0"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5" name="Google Shape;195;p185"/>
              <p:cNvSpPr/>
              <p:nvPr/>
            </p:nvSpPr>
            <p:spPr>
              <a:xfrm>
                <a:off x="11487150" y="3803650"/>
                <a:ext cx="687388" cy="790575"/>
              </a:xfrm>
              <a:custGeom>
                <a:avLst/>
                <a:gdLst/>
                <a:ahLst/>
                <a:cxnLst/>
                <a:rect l="l" t="t" r="r" b="b"/>
                <a:pathLst>
                  <a:path w="433" h="498" extrusionOk="0">
                    <a:moveTo>
                      <a:pt x="433" y="0"/>
                    </a:moveTo>
                    <a:lnTo>
                      <a:pt x="0" y="249"/>
                    </a:lnTo>
                    <a:lnTo>
                      <a:pt x="433" y="498"/>
                    </a:lnTo>
                    <a:lnTo>
                      <a:pt x="433" y="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6" name="Google Shape;196;p185"/>
              <p:cNvSpPr/>
              <p:nvPr/>
            </p:nvSpPr>
            <p:spPr>
              <a:xfrm>
                <a:off x="11737975" y="2130425"/>
                <a:ext cx="201613" cy="233363"/>
              </a:xfrm>
              <a:custGeom>
                <a:avLst/>
                <a:gdLst/>
                <a:ahLst/>
                <a:cxnLst/>
                <a:rect l="l" t="t" r="r" b="b"/>
                <a:pathLst>
                  <a:path w="127" h="147" extrusionOk="0">
                    <a:moveTo>
                      <a:pt x="127" y="147"/>
                    </a:moveTo>
                    <a:lnTo>
                      <a:pt x="127" y="0"/>
                    </a:lnTo>
                    <a:lnTo>
                      <a:pt x="0" y="73"/>
                    </a:lnTo>
                    <a:lnTo>
                      <a:pt x="127" y="147"/>
                    </a:lnTo>
                    <a:lnTo>
                      <a:pt x="127" y="147"/>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7" name="Google Shape;197;p185"/>
              <p:cNvSpPr/>
              <p:nvPr/>
            </p:nvSpPr>
            <p:spPr>
              <a:xfrm>
                <a:off x="11487150" y="2576512"/>
                <a:ext cx="701675" cy="812800"/>
              </a:xfrm>
              <a:custGeom>
                <a:avLst/>
                <a:gdLst/>
                <a:ahLst/>
                <a:cxnLst/>
                <a:rect l="l" t="t" r="r" b="b"/>
                <a:pathLst>
                  <a:path w="442" h="512" extrusionOk="0">
                    <a:moveTo>
                      <a:pt x="0" y="0"/>
                    </a:moveTo>
                    <a:lnTo>
                      <a:pt x="0" y="510"/>
                    </a:lnTo>
                    <a:lnTo>
                      <a:pt x="0" y="512"/>
                    </a:lnTo>
                    <a:lnTo>
                      <a:pt x="442" y="256"/>
                    </a:lnTo>
                    <a:lnTo>
                      <a:pt x="442" y="256"/>
                    </a:lnTo>
                    <a:lnTo>
                      <a:pt x="0"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8" name="Google Shape;198;p185"/>
              <p:cNvSpPr/>
              <p:nvPr/>
            </p:nvSpPr>
            <p:spPr>
              <a:xfrm>
                <a:off x="11487150" y="5818187"/>
                <a:ext cx="687388" cy="809625"/>
              </a:xfrm>
              <a:custGeom>
                <a:avLst/>
                <a:gdLst/>
                <a:ahLst/>
                <a:cxnLst/>
                <a:rect l="l" t="t" r="r" b="b"/>
                <a:pathLst>
                  <a:path w="433" h="510" extrusionOk="0">
                    <a:moveTo>
                      <a:pt x="125" y="72"/>
                    </a:moveTo>
                    <a:lnTo>
                      <a:pt x="0" y="0"/>
                    </a:lnTo>
                    <a:lnTo>
                      <a:pt x="0" y="510"/>
                    </a:lnTo>
                    <a:lnTo>
                      <a:pt x="0" y="510"/>
                    </a:lnTo>
                    <a:lnTo>
                      <a:pt x="433" y="261"/>
                    </a:lnTo>
                    <a:lnTo>
                      <a:pt x="433" y="250"/>
                    </a:lnTo>
                    <a:lnTo>
                      <a:pt x="125" y="72"/>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199" name="Google Shape;199;p185"/>
              <p:cNvSpPr/>
              <p:nvPr/>
            </p:nvSpPr>
            <p:spPr>
              <a:xfrm>
                <a:off x="11487150" y="4613275"/>
                <a:ext cx="687388" cy="792163"/>
              </a:xfrm>
              <a:custGeom>
                <a:avLst/>
                <a:gdLst/>
                <a:ahLst/>
                <a:cxnLst/>
                <a:rect l="l" t="t" r="r" b="b"/>
                <a:pathLst>
                  <a:path w="433" h="499" extrusionOk="0">
                    <a:moveTo>
                      <a:pt x="433" y="0"/>
                    </a:moveTo>
                    <a:lnTo>
                      <a:pt x="0" y="249"/>
                    </a:lnTo>
                    <a:lnTo>
                      <a:pt x="0" y="249"/>
                    </a:lnTo>
                    <a:lnTo>
                      <a:pt x="433" y="499"/>
                    </a:lnTo>
                    <a:lnTo>
                      <a:pt x="433" y="0"/>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0" name="Google Shape;200;p185"/>
              <p:cNvSpPr/>
              <p:nvPr/>
            </p:nvSpPr>
            <p:spPr>
              <a:xfrm>
                <a:off x="11487150" y="5008562"/>
                <a:ext cx="687388" cy="809625"/>
              </a:xfrm>
              <a:custGeom>
                <a:avLst/>
                <a:gdLst/>
                <a:ahLst/>
                <a:cxnLst/>
                <a:rect l="l" t="t" r="r" b="b"/>
                <a:pathLst>
                  <a:path w="433" h="510" extrusionOk="0">
                    <a:moveTo>
                      <a:pt x="433" y="250"/>
                    </a:moveTo>
                    <a:lnTo>
                      <a:pt x="0" y="0"/>
                    </a:lnTo>
                    <a:lnTo>
                      <a:pt x="0" y="510"/>
                    </a:lnTo>
                    <a:lnTo>
                      <a:pt x="0" y="510"/>
                    </a:lnTo>
                    <a:lnTo>
                      <a:pt x="433" y="261"/>
                    </a:lnTo>
                    <a:lnTo>
                      <a:pt x="433" y="25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1" name="Google Shape;201;p185"/>
              <p:cNvSpPr/>
              <p:nvPr/>
            </p:nvSpPr>
            <p:spPr>
              <a:xfrm>
                <a:off x="11487150" y="5422900"/>
                <a:ext cx="687388" cy="792163"/>
              </a:xfrm>
              <a:custGeom>
                <a:avLst/>
                <a:gdLst/>
                <a:ahLst/>
                <a:cxnLst/>
                <a:rect l="l" t="t" r="r" b="b"/>
                <a:pathLst>
                  <a:path w="433" h="499" extrusionOk="0">
                    <a:moveTo>
                      <a:pt x="433" y="0"/>
                    </a:moveTo>
                    <a:lnTo>
                      <a:pt x="0" y="249"/>
                    </a:lnTo>
                    <a:lnTo>
                      <a:pt x="125" y="321"/>
                    </a:lnTo>
                    <a:lnTo>
                      <a:pt x="433" y="499"/>
                    </a:lnTo>
                    <a:lnTo>
                      <a:pt x="433" y="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02" name="Google Shape;202;p185"/>
              <p:cNvSpPr/>
              <p:nvPr/>
            </p:nvSpPr>
            <p:spPr>
              <a:xfrm>
                <a:off x="11685587" y="5932487"/>
                <a:ext cx="488950" cy="282575"/>
              </a:xfrm>
              <a:custGeom>
                <a:avLst/>
                <a:gdLst/>
                <a:ahLst/>
                <a:cxnLst/>
                <a:rect l="l" t="t" r="r" b="b"/>
                <a:pathLst>
                  <a:path w="308" h="178" extrusionOk="0">
                    <a:moveTo>
                      <a:pt x="308" y="178"/>
                    </a:moveTo>
                    <a:lnTo>
                      <a:pt x="0" y="0"/>
                    </a:lnTo>
                    <a:lnTo>
                      <a:pt x="308" y="178"/>
                    </a:lnTo>
                    <a:lnTo>
                      <a:pt x="308" y="178"/>
                    </a:lnTo>
                    <a:close/>
                  </a:path>
                </a:pathLst>
              </a:custGeom>
              <a:solidFill>
                <a:srgbClr val="00A6A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03" name="Google Shape;203;p185"/>
            <p:cNvSpPr/>
            <p:nvPr/>
          </p:nvSpPr>
          <p:spPr>
            <a:xfrm rot="10800000">
              <a:off x="2853998" y="686979"/>
              <a:ext cx="591204" cy="690398"/>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rgbClr val="C4C4C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Our Service">
  <p:cSld name="Our Service">
    <p:spTree>
      <p:nvGrpSpPr>
        <p:cNvPr id="1" name="Shape 204"/>
        <p:cNvGrpSpPr/>
        <p:nvPr/>
      </p:nvGrpSpPr>
      <p:grpSpPr>
        <a:xfrm>
          <a:off x="0" y="0"/>
          <a:ext cx="0" cy="0"/>
          <a:chOff x="0" y="0"/>
          <a:chExt cx="0" cy="0"/>
        </a:xfrm>
      </p:grpSpPr>
      <p:sp>
        <p:nvSpPr>
          <p:cNvPr id="205" name="Google Shape;205;p18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6" name="Google Shape;206;p18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7" name="Google Shape;207;p18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08" name="Google Shape;208;p186"/>
          <p:cNvSpPr/>
          <p:nvPr/>
        </p:nvSpPr>
        <p:spPr>
          <a:xfrm>
            <a:off x="0" y="708746"/>
            <a:ext cx="6094411"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09" name="Google Shape;209;p186"/>
          <p:cNvSpPr/>
          <p:nvPr/>
        </p:nvSpPr>
        <p:spPr>
          <a:xfrm>
            <a:off x="616764" y="1532063"/>
            <a:ext cx="10947963" cy="2880320"/>
          </a:xfrm>
          <a:prstGeom prst="rect">
            <a:avLst/>
          </a:prstGeom>
          <a:solidFill>
            <a:schemeClr val="lt1">
              <a:alpha val="49803"/>
            </a:scheme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0" name="Google Shape;210;p186"/>
          <p:cNvSpPr>
            <a:spLocks noGrp="1"/>
          </p:cNvSpPr>
          <p:nvPr>
            <p:ph type="pic" idx="2"/>
          </p:nvPr>
        </p:nvSpPr>
        <p:spPr>
          <a:xfrm>
            <a:off x="1295633" y="2078160"/>
            <a:ext cx="4458409" cy="1800225"/>
          </a:xfrm>
          <a:prstGeom prst="rect">
            <a:avLst/>
          </a:prstGeom>
          <a:solidFill>
            <a:srgbClr val="D8D8D8"/>
          </a:solidFill>
          <a:ln>
            <a:noFill/>
          </a:ln>
        </p:spPr>
      </p:sp>
      <p:sp>
        <p:nvSpPr>
          <p:cNvPr id="211" name="Google Shape;211;p186"/>
          <p:cNvSpPr>
            <a:spLocks noGrp="1"/>
          </p:cNvSpPr>
          <p:nvPr>
            <p:ph type="pic" idx="3"/>
          </p:nvPr>
        </p:nvSpPr>
        <p:spPr>
          <a:xfrm>
            <a:off x="6420125" y="2078160"/>
            <a:ext cx="4458409" cy="1800225"/>
          </a:xfrm>
          <a:prstGeom prst="rect">
            <a:avLst/>
          </a:prstGeom>
          <a:solidFill>
            <a:srgbClr val="D8D8D8"/>
          </a:solidFill>
          <a:ln>
            <a:noFill/>
          </a:ln>
        </p:spPr>
      </p:sp>
      <p:sp>
        <p:nvSpPr>
          <p:cNvPr id="212" name="Google Shape;212;p186"/>
          <p:cNvSpPr txBox="1">
            <a:spLocks noGrp="1"/>
          </p:cNvSpPr>
          <p:nvPr>
            <p:ph type="body" idx="1"/>
          </p:nvPr>
        </p:nvSpPr>
        <p:spPr>
          <a:xfrm>
            <a:off x="0" y="794684"/>
            <a:ext cx="5754688"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3" name="Google Shape;213;p186"/>
          <p:cNvSpPr txBox="1">
            <a:spLocks noGrp="1"/>
          </p:cNvSpPr>
          <p:nvPr>
            <p:ph type="body" idx="4"/>
          </p:nvPr>
        </p:nvSpPr>
        <p:spPr>
          <a:xfrm>
            <a:off x="1295633"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4" name="Google Shape;214;p186"/>
          <p:cNvSpPr txBox="1">
            <a:spLocks noGrp="1"/>
          </p:cNvSpPr>
          <p:nvPr>
            <p:ph type="body" idx="5"/>
          </p:nvPr>
        </p:nvSpPr>
        <p:spPr>
          <a:xfrm>
            <a:off x="1295633"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5" name="Google Shape;215;p186"/>
          <p:cNvSpPr txBox="1">
            <a:spLocks noGrp="1"/>
          </p:cNvSpPr>
          <p:nvPr>
            <p:ph type="body" idx="6"/>
          </p:nvPr>
        </p:nvSpPr>
        <p:spPr>
          <a:xfrm>
            <a:off x="6391740" y="4574194"/>
            <a:ext cx="4481513" cy="457910"/>
          </a:xfrm>
          <a:prstGeom prst="rect">
            <a:avLst/>
          </a:prstGeom>
          <a:noFill/>
          <a:ln>
            <a:noFill/>
          </a:ln>
        </p:spPr>
        <p:txBody>
          <a:bodyPr spcFirstLastPara="1" wrap="square" lIns="0" tIns="60925" rIns="0" bIns="60925" anchor="b" anchorCtr="0">
            <a:normAutofit/>
          </a:bodyPr>
          <a:lstStyle>
            <a:lvl1pPr marL="457200" lvl="0" indent="-228600" algn="l">
              <a:spcBef>
                <a:spcPts val="400"/>
              </a:spcBef>
              <a:spcAft>
                <a:spcPts val="0"/>
              </a:spcAft>
              <a:buClr>
                <a:schemeClr val="dk1"/>
              </a:buClr>
              <a:buSzPts val="2000"/>
              <a:buFont typeface="Open Sans"/>
              <a:buNone/>
              <a:defRPr sz="20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16" name="Google Shape;216;p186"/>
          <p:cNvSpPr txBox="1">
            <a:spLocks noGrp="1"/>
          </p:cNvSpPr>
          <p:nvPr>
            <p:ph type="body" idx="7"/>
          </p:nvPr>
        </p:nvSpPr>
        <p:spPr>
          <a:xfrm>
            <a:off x="6391740" y="5108192"/>
            <a:ext cx="4481513" cy="835585"/>
          </a:xfrm>
          <a:prstGeom prst="rect">
            <a:avLst/>
          </a:prstGeom>
          <a:noFill/>
          <a:ln>
            <a:noFill/>
          </a:ln>
        </p:spPr>
        <p:txBody>
          <a:bodyPr spcFirstLastPara="1" wrap="square" lIns="0" tIns="60925" rIns="0" bIns="60925" anchor="t" anchorCtr="0">
            <a:normAutofit/>
          </a:bodyPr>
          <a:lstStyle>
            <a:lvl1pPr marL="457200" lvl="0" indent="-228600" algn="l">
              <a:spcBef>
                <a:spcPts val="320"/>
              </a:spcBef>
              <a:spcAft>
                <a:spcPts val="0"/>
              </a:spcAft>
              <a:buClr>
                <a:schemeClr val="dk1"/>
              </a:buClr>
              <a:buSzPts val="1600"/>
              <a:buFont typeface="Open Sans"/>
              <a:buNone/>
              <a:defRPr sz="1600">
                <a:latin typeface="Open Sans"/>
                <a:ea typeface="Open Sans"/>
                <a:cs typeface="Open Sans"/>
                <a:sym typeface="Open Sans"/>
              </a:defRPr>
            </a:lvl1pPr>
            <a:lvl2pPr marL="914400" lvl="1" indent="-228600" algn="l">
              <a:spcBef>
                <a:spcPts val="640"/>
              </a:spcBef>
              <a:spcAft>
                <a:spcPts val="0"/>
              </a:spcAft>
              <a:buClr>
                <a:schemeClr val="dk1"/>
              </a:buClr>
              <a:buSzPts val="3200"/>
              <a:buFont typeface="Calibri"/>
              <a:buNone/>
              <a:defRPr/>
            </a:lvl2pPr>
            <a:lvl3pPr marL="1371600" lvl="2" indent="-228600" algn="l">
              <a:spcBef>
                <a:spcPts val="480"/>
              </a:spcBef>
              <a:spcAft>
                <a:spcPts val="0"/>
              </a:spcAft>
              <a:buClr>
                <a:schemeClr val="dk1"/>
              </a:buClr>
              <a:buSzPts val="2400"/>
              <a:buFont typeface="Calibri"/>
              <a:buNone/>
              <a:defRPr/>
            </a:lvl3pPr>
            <a:lvl4pPr marL="1828800" lvl="3" indent="-228600" algn="l">
              <a:spcBef>
                <a:spcPts val="400"/>
              </a:spcBef>
              <a:spcAft>
                <a:spcPts val="0"/>
              </a:spcAft>
              <a:buClr>
                <a:schemeClr val="dk1"/>
              </a:buClr>
              <a:buSzPts val="2000"/>
              <a:buFont typeface="Calibri"/>
              <a:buNone/>
              <a:defRPr/>
            </a:lvl4pPr>
            <a:lvl5pPr marL="2286000" lvl="4" indent="-228600" algn="l">
              <a:spcBef>
                <a:spcPts val="400"/>
              </a:spcBef>
              <a:spcAft>
                <a:spcPts val="0"/>
              </a:spcAft>
              <a:buClr>
                <a:schemeClr val="dk1"/>
              </a:buClr>
              <a:buSzPts val="2000"/>
              <a:buFont typeface="Calibri"/>
              <a:buNone/>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he Team">
  <p:cSld name="The Team">
    <p:spTree>
      <p:nvGrpSpPr>
        <p:cNvPr id="1" name="Shape 217"/>
        <p:cNvGrpSpPr/>
        <p:nvPr/>
      </p:nvGrpSpPr>
      <p:grpSpPr>
        <a:xfrm>
          <a:off x="0" y="0"/>
          <a:ext cx="0" cy="0"/>
          <a:chOff x="0" y="0"/>
          <a:chExt cx="0" cy="0"/>
        </a:xfrm>
      </p:grpSpPr>
      <p:sp>
        <p:nvSpPr>
          <p:cNvPr id="218" name="Google Shape;218;p187"/>
          <p:cNvSpPr/>
          <p:nvPr/>
        </p:nvSpPr>
        <p:spPr>
          <a:xfrm>
            <a:off x="-41943" y="0"/>
            <a:ext cx="4402929" cy="6858000"/>
          </a:xfrm>
          <a:prstGeom prst="rect">
            <a:avLst/>
          </a:pr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19" name="Google Shape;219;p18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0" name="Google Shape;220;p18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1" name="Google Shape;221;p187"/>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22" name="Google Shape;222;p187"/>
          <p:cNvSpPr txBox="1">
            <a:spLocks noGrp="1"/>
          </p:cNvSpPr>
          <p:nvPr>
            <p:ph type="body" idx="1"/>
          </p:nvPr>
        </p:nvSpPr>
        <p:spPr>
          <a:xfrm>
            <a:off x="602805" y="1060150"/>
            <a:ext cx="3547750" cy="649288"/>
          </a:xfrm>
          <a:prstGeom prst="rect">
            <a:avLst/>
          </a:prstGeom>
          <a:noFill/>
          <a:ln>
            <a:noFill/>
          </a:ln>
        </p:spPr>
        <p:txBody>
          <a:bodyPr spcFirstLastPara="1" wrap="square" lIns="121875" tIns="60925" rIns="121875" bIns="60925" anchor="ctr" anchorCtr="0">
            <a:noAutofit/>
          </a:bodyPr>
          <a:lstStyle>
            <a:lvl1pPr marL="457200" lvl="0" indent="-228600" algn="r">
              <a:lnSpc>
                <a:spcPct val="80000"/>
              </a:lnSpc>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23" name="Google Shape;223;p187"/>
          <p:cNvSpPr>
            <a:spLocks noGrp="1"/>
          </p:cNvSpPr>
          <p:nvPr>
            <p:ph type="pic" idx="2"/>
          </p:nvPr>
        </p:nvSpPr>
        <p:spPr>
          <a:xfrm>
            <a:off x="4364494" y="2060843"/>
            <a:ext cx="1352103" cy="1352103"/>
          </a:xfrm>
          <a:prstGeom prst="rect">
            <a:avLst/>
          </a:prstGeom>
          <a:noFill/>
          <a:ln>
            <a:noFill/>
          </a:ln>
        </p:spPr>
      </p:sp>
      <p:sp>
        <p:nvSpPr>
          <p:cNvPr id="224" name="Google Shape;224;p187"/>
          <p:cNvSpPr>
            <a:spLocks noGrp="1"/>
          </p:cNvSpPr>
          <p:nvPr>
            <p:ph type="pic" idx="3"/>
          </p:nvPr>
        </p:nvSpPr>
        <p:spPr>
          <a:xfrm>
            <a:off x="5720105" y="2060843"/>
            <a:ext cx="1352103" cy="1352103"/>
          </a:xfrm>
          <a:prstGeom prst="rect">
            <a:avLst/>
          </a:prstGeom>
          <a:noFill/>
          <a:ln>
            <a:noFill/>
          </a:ln>
        </p:spPr>
      </p:sp>
      <p:sp>
        <p:nvSpPr>
          <p:cNvPr id="225" name="Google Shape;225;p187"/>
          <p:cNvSpPr>
            <a:spLocks noGrp="1"/>
          </p:cNvSpPr>
          <p:nvPr>
            <p:ph type="pic" idx="4"/>
          </p:nvPr>
        </p:nvSpPr>
        <p:spPr>
          <a:xfrm>
            <a:off x="8819301" y="724645"/>
            <a:ext cx="1352103" cy="1352103"/>
          </a:xfrm>
          <a:prstGeom prst="rect">
            <a:avLst/>
          </a:prstGeom>
          <a:noFill/>
          <a:ln>
            <a:noFill/>
          </a:ln>
        </p:spPr>
      </p:sp>
      <p:sp>
        <p:nvSpPr>
          <p:cNvPr id="226" name="Google Shape;226;p187"/>
          <p:cNvSpPr>
            <a:spLocks noGrp="1"/>
          </p:cNvSpPr>
          <p:nvPr>
            <p:ph type="pic" idx="5"/>
          </p:nvPr>
        </p:nvSpPr>
        <p:spPr>
          <a:xfrm>
            <a:off x="5722876" y="4760031"/>
            <a:ext cx="1352103" cy="1352103"/>
          </a:xfrm>
          <a:prstGeom prst="rect">
            <a:avLst/>
          </a:prstGeom>
          <a:noFill/>
          <a:ln>
            <a:no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ompany Profile">
  <p:cSld name="Company Profile">
    <p:spTree>
      <p:nvGrpSpPr>
        <p:cNvPr id="1" name="Shape 227"/>
        <p:cNvGrpSpPr/>
        <p:nvPr/>
      </p:nvGrpSpPr>
      <p:grpSpPr>
        <a:xfrm>
          <a:off x="0" y="0"/>
          <a:ext cx="0" cy="0"/>
          <a:chOff x="0" y="0"/>
          <a:chExt cx="0" cy="0"/>
        </a:xfrm>
      </p:grpSpPr>
      <p:sp>
        <p:nvSpPr>
          <p:cNvPr id="228" name="Google Shape;228;p18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9" name="Google Shape;229;p18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0" name="Google Shape;230;p188"/>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1" name="Google Shape;231;p188"/>
          <p:cNvSpPr/>
          <p:nvPr/>
        </p:nvSpPr>
        <p:spPr>
          <a:xfrm>
            <a:off x="1" y="708746"/>
            <a:ext cx="4942284" cy="821288"/>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2" name="Google Shape;232;p188"/>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33" name="Google Shape;233;p188"/>
          <p:cNvSpPr>
            <a:spLocks noGrp="1"/>
          </p:cNvSpPr>
          <p:nvPr>
            <p:ph type="pic" idx="2"/>
          </p:nvPr>
        </p:nvSpPr>
        <p:spPr>
          <a:xfrm>
            <a:off x="0" y="1529910"/>
            <a:ext cx="4942284" cy="3411257"/>
          </a:xfrm>
          <a:prstGeom prst="rect">
            <a:avLst/>
          </a:prstGeom>
          <a:noFill/>
          <a:ln>
            <a:no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Project Two Column">
  <p:cSld name="Project Two Column">
    <p:spTree>
      <p:nvGrpSpPr>
        <p:cNvPr id="1" name="Shape 234"/>
        <p:cNvGrpSpPr/>
        <p:nvPr/>
      </p:nvGrpSpPr>
      <p:grpSpPr>
        <a:xfrm>
          <a:off x="0" y="0"/>
          <a:ext cx="0" cy="0"/>
          <a:chOff x="0" y="0"/>
          <a:chExt cx="0" cy="0"/>
        </a:xfrm>
      </p:grpSpPr>
      <p:sp>
        <p:nvSpPr>
          <p:cNvPr id="235" name="Google Shape;235;p18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6" name="Google Shape;236;p18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7" name="Google Shape;237;p189"/>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38" name="Google Shape;238;p189"/>
          <p:cNvSpPr/>
          <p:nvPr/>
        </p:nvSpPr>
        <p:spPr>
          <a:xfrm>
            <a:off x="1" y="708746"/>
            <a:ext cx="4942284" cy="821288"/>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39" name="Google Shape;239;p189"/>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0" name="Google Shape;240;p189"/>
          <p:cNvSpPr>
            <a:spLocks noGrp="1"/>
          </p:cNvSpPr>
          <p:nvPr>
            <p:ph type="pic" idx="2"/>
          </p:nvPr>
        </p:nvSpPr>
        <p:spPr>
          <a:xfrm>
            <a:off x="609599" y="1529909"/>
            <a:ext cx="5439509" cy="4419363"/>
          </a:xfrm>
          <a:prstGeom prst="rect">
            <a:avLst/>
          </a:prstGeom>
          <a:noFill/>
          <a:ln>
            <a:noFill/>
          </a:ln>
        </p:spPr>
      </p:sp>
      <p:sp>
        <p:nvSpPr>
          <p:cNvPr id="241" name="Google Shape;241;p189"/>
          <p:cNvSpPr>
            <a:spLocks noGrp="1"/>
          </p:cNvSpPr>
          <p:nvPr>
            <p:ph type="pic" idx="3"/>
          </p:nvPr>
        </p:nvSpPr>
        <p:spPr>
          <a:xfrm>
            <a:off x="6131169" y="1529909"/>
            <a:ext cx="5439509" cy="4419363"/>
          </a:xfrm>
          <a:prstGeom prst="rect">
            <a:avLst/>
          </a:prstGeom>
          <a:noFill/>
          <a:ln>
            <a:no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Our Appraoch">
  <p:cSld name="Our Appraoch">
    <p:spTree>
      <p:nvGrpSpPr>
        <p:cNvPr id="1" name="Shape 242"/>
        <p:cNvGrpSpPr/>
        <p:nvPr/>
      </p:nvGrpSpPr>
      <p:grpSpPr>
        <a:xfrm>
          <a:off x="0" y="0"/>
          <a:ext cx="0" cy="0"/>
          <a:chOff x="0" y="0"/>
          <a:chExt cx="0" cy="0"/>
        </a:xfrm>
      </p:grpSpPr>
      <p:sp>
        <p:nvSpPr>
          <p:cNvPr id="243" name="Google Shape;243;p19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4" name="Google Shape;244;p19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5" name="Google Shape;245;p190"/>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46" name="Google Shape;246;p190"/>
          <p:cNvSpPr/>
          <p:nvPr/>
        </p:nvSpPr>
        <p:spPr>
          <a:xfrm>
            <a:off x="1" y="708746"/>
            <a:ext cx="4942284" cy="821288"/>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47" name="Google Shape;247;p190"/>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8" name="Google Shape;248;p190"/>
          <p:cNvSpPr>
            <a:spLocks noGrp="1"/>
          </p:cNvSpPr>
          <p:nvPr>
            <p:ph type="pic" idx="2"/>
          </p:nvPr>
        </p:nvSpPr>
        <p:spPr>
          <a:xfrm>
            <a:off x="609599" y="1529909"/>
            <a:ext cx="10961079" cy="2475155"/>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Project Tree Column">
  <p:cSld name="Project Tree Column">
    <p:spTree>
      <p:nvGrpSpPr>
        <p:cNvPr id="1" name="Shape 249"/>
        <p:cNvGrpSpPr/>
        <p:nvPr/>
      </p:nvGrpSpPr>
      <p:grpSpPr>
        <a:xfrm>
          <a:off x="0" y="0"/>
          <a:ext cx="0" cy="0"/>
          <a:chOff x="0" y="0"/>
          <a:chExt cx="0" cy="0"/>
        </a:xfrm>
      </p:grpSpPr>
      <p:sp>
        <p:nvSpPr>
          <p:cNvPr id="250" name="Google Shape;250;p19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1" name="Google Shape;251;p19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2" name="Google Shape;252;p191"/>
          <p:cNvSpPr txBox="1">
            <a:spLocks noGrp="1"/>
          </p:cNvSpPr>
          <p:nvPr>
            <p:ph type="sldNum" idx="12"/>
          </p:nvPr>
        </p:nvSpPr>
        <p:spPr>
          <a:xfrm>
            <a:off x="8731052"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53" name="Google Shape;253;p191"/>
          <p:cNvSpPr/>
          <p:nvPr/>
        </p:nvSpPr>
        <p:spPr>
          <a:xfrm>
            <a:off x="1" y="708746"/>
            <a:ext cx="4942284" cy="821288"/>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54" name="Google Shape;254;p191"/>
          <p:cNvSpPr txBox="1">
            <a:spLocks noGrp="1"/>
          </p:cNvSpPr>
          <p:nvPr>
            <p:ph type="body" idx="1"/>
          </p:nvPr>
        </p:nvSpPr>
        <p:spPr>
          <a:xfrm>
            <a:off x="0" y="794684"/>
            <a:ext cx="4726260" cy="649288"/>
          </a:xfrm>
          <a:prstGeom prst="rect">
            <a:avLst/>
          </a:prstGeom>
          <a:noFill/>
          <a:ln>
            <a:noFill/>
          </a:ln>
        </p:spPr>
        <p:txBody>
          <a:bodyPr spcFirstLastPara="1" wrap="square" lIns="121875" tIns="60925" rIns="121875" bIns="60925" anchor="ctr" anchorCtr="0">
            <a:noAutofit/>
          </a:bodyPr>
          <a:lstStyle>
            <a:lvl1pPr marL="457200" lvl="0" indent="-228600" algn="r">
              <a:spcBef>
                <a:spcPts val="720"/>
              </a:spcBef>
              <a:spcAft>
                <a:spcPts val="0"/>
              </a:spcAft>
              <a:buClr>
                <a:schemeClr val="lt1"/>
              </a:buClr>
              <a:buSzPts val="3600"/>
              <a:buFont typeface="Open Sans"/>
              <a:buNone/>
              <a:defRPr sz="3600" b="0">
                <a:solidFill>
                  <a:schemeClr val="lt1"/>
                </a:solidFill>
                <a:latin typeface="Open Sans"/>
                <a:ea typeface="Open Sans"/>
                <a:cs typeface="Open Sans"/>
                <a:sym typeface="Open Sans"/>
              </a:defRPr>
            </a:lvl1pPr>
            <a:lvl2pPr marL="914400" lvl="1" indent="-228600" algn="l">
              <a:spcBef>
                <a:spcPts val="640"/>
              </a:spcBef>
              <a:spcAft>
                <a:spcPts val="0"/>
              </a:spcAft>
              <a:buClr>
                <a:schemeClr val="dk1"/>
              </a:buClr>
              <a:buSzPts val="3200"/>
              <a:buFont typeface="Open Sans"/>
              <a:buNone/>
              <a:defRPr>
                <a:latin typeface="Open Sans"/>
                <a:ea typeface="Open Sans"/>
                <a:cs typeface="Open Sans"/>
                <a:sym typeface="Open Sans"/>
              </a:defRPr>
            </a:lvl2pPr>
            <a:lvl3pPr marL="1371600" lvl="2" indent="-228600" algn="l">
              <a:spcBef>
                <a:spcPts val="480"/>
              </a:spcBef>
              <a:spcAft>
                <a:spcPts val="0"/>
              </a:spcAft>
              <a:buClr>
                <a:schemeClr val="dk1"/>
              </a:buClr>
              <a:buSzPts val="2400"/>
              <a:buFont typeface="Open Sans"/>
              <a:buNone/>
              <a:defRPr>
                <a:latin typeface="Open Sans"/>
                <a:ea typeface="Open Sans"/>
                <a:cs typeface="Open Sans"/>
                <a:sym typeface="Open Sans"/>
              </a:defRPr>
            </a:lvl3pPr>
            <a:lvl4pPr marL="1828800" lvl="3" indent="-228600" algn="l">
              <a:spcBef>
                <a:spcPts val="400"/>
              </a:spcBef>
              <a:spcAft>
                <a:spcPts val="0"/>
              </a:spcAft>
              <a:buClr>
                <a:schemeClr val="dk1"/>
              </a:buClr>
              <a:buSzPts val="2000"/>
              <a:buFont typeface="Open Sans"/>
              <a:buNone/>
              <a:defRPr>
                <a:latin typeface="Open Sans"/>
                <a:ea typeface="Open Sans"/>
                <a:cs typeface="Open Sans"/>
                <a:sym typeface="Open Sans"/>
              </a:defRPr>
            </a:lvl4pPr>
            <a:lvl5pPr marL="2286000" lvl="4" indent="-228600" algn="l">
              <a:spcBef>
                <a:spcPts val="400"/>
              </a:spcBef>
              <a:spcAft>
                <a:spcPts val="0"/>
              </a:spcAft>
              <a:buClr>
                <a:schemeClr val="dk1"/>
              </a:buClr>
              <a:buSzPts val="2000"/>
              <a:buFont typeface="Open Sans"/>
              <a:buNone/>
              <a:defRPr>
                <a:latin typeface="Open Sans"/>
                <a:ea typeface="Open Sans"/>
                <a:cs typeface="Open Sans"/>
                <a:sym typeface="Open Sans"/>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55" name="Google Shape;255;p191"/>
          <p:cNvSpPr>
            <a:spLocks noGrp="1"/>
          </p:cNvSpPr>
          <p:nvPr>
            <p:ph type="pic" idx="2"/>
          </p:nvPr>
        </p:nvSpPr>
        <p:spPr>
          <a:xfrm>
            <a:off x="609441" y="1529909"/>
            <a:ext cx="3605855" cy="4419363"/>
          </a:xfrm>
          <a:prstGeom prst="rect">
            <a:avLst/>
          </a:prstGeom>
          <a:noFill/>
          <a:ln>
            <a:noFill/>
          </a:ln>
        </p:spPr>
      </p:sp>
      <p:sp>
        <p:nvSpPr>
          <p:cNvPr id="256" name="Google Shape;256;p191"/>
          <p:cNvSpPr>
            <a:spLocks noGrp="1"/>
          </p:cNvSpPr>
          <p:nvPr>
            <p:ph type="pic" idx="3"/>
          </p:nvPr>
        </p:nvSpPr>
        <p:spPr>
          <a:xfrm>
            <a:off x="4298073" y="1529909"/>
            <a:ext cx="3605855" cy="4419363"/>
          </a:xfrm>
          <a:prstGeom prst="rect">
            <a:avLst/>
          </a:prstGeom>
          <a:noFill/>
          <a:ln>
            <a:noFill/>
          </a:ln>
        </p:spPr>
      </p:sp>
      <p:sp>
        <p:nvSpPr>
          <p:cNvPr id="257" name="Google Shape;257;p191"/>
          <p:cNvSpPr>
            <a:spLocks noGrp="1"/>
          </p:cNvSpPr>
          <p:nvPr>
            <p:ph type="pic" idx="4"/>
          </p:nvPr>
        </p:nvSpPr>
        <p:spPr>
          <a:xfrm>
            <a:off x="7986705" y="1529909"/>
            <a:ext cx="3605855" cy="4419363"/>
          </a:xfrm>
          <a:prstGeom prst="rect">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8"/>
        <p:cNvGrpSpPr/>
        <p:nvPr/>
      </p:nvGrpSpPr>
      <p:grpSpPr>
        <a:xfrm>
          <a:off x="0" y="0"/>
          <a:ext cx="0" cy="0"/>
          <a:chOff x="0" y="0"/>
          <a:chExt cx="0" cy="0"/>
        </a:xfrm>
      </p:grpSpPr>
      <p:sp>
        <p:nvSpPr>
          <p:cNvPr id="259" name="Google Shape;259;p192"/>
          <p:cNvSpPr/>
          <p:nvPr/>
        </p:nvSpPr>
        <p:spPr>
          <a:xfrm flipH="1">
            <a:off x="4294212" y="0"/>
            <a:ext cx="7876318" cy="6858000"/>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sp>
        <p:nvSpPr>
          <p:cNvPr id="260" name="Google Shape;260;p192"/>
          <p:cNvSpPr/>
          <p:nvPr/>
        </p:nvSpPr>
        <p:spPr>
          <a:xfrm>
            <a:off x="-39608" y="-3"/>
            <a:ext cx="4333820" cy="4876818"/>
          </a:xfrm>
          <a:custGeom>
            <a:avLst/>
            <a:gdLst/>
            <a:ahLst/>
            <a:cxnLst/>
            <a:rect l="l" t="t" r="r" b="b"/>
            <a:pathLst>
              <a:path w="6094412" h="6858000" extrusionOk="0">
                <a:moveTo>
                  <a:pt x="0" y="0"/>
                </a:moveTo>
                <a:lnTo>
                  <a:pt x="6094412" y="0"/>
                </a:lnTo>
                <a:lnTo>
                  <a:pt x="0" y="6858000"/>
                </a:lnTo>
                <a:lnTo>
                  <a:pt x="0" y="0"/>
                </a:lnTo>
                <a:close/>
              </a:path>
            </a:pathLst>
          </a:custGeom>
          <a:solidFill>
            <a:srgbClr val="E4E4E4">
              <a:alpha val="4980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chemeClr val="lt1"/>
              </a:solidFill>
              <a:latin typeface="Calibri"/>
              <a:ea typeface="Calibri"/>
              <a:cs typeface="Calibri"/>
              <a:sym typeface="Calibri"/>
            </a:endParaRPr>
          </a:p>
        </p:txBody>
      </p:sp>
      <p:grpSp>
        <p:nvGrpSpPr>
          <p:cNvPr id="261" name="Google Shape;261;p192"/>
          <p:cNvGrpSpPr/>
          <p:nvPr/>
        </p:nvGrpSpPr>
        <p:grpSpPr>
          <a:xfrm>
            <a:off x="1" y="0"/>
            <a:ext cx="2601913" cy="2833688"/>
            <a:chOff x="0" y="0"/>
            <a:chExt cx="2601913" cy="2833688"/>
          </a:xfrm>
        </p:grpSpPr>
        <p:sp>
          <p:nvSpPr>
            <p:cNvPr id="262" name="Google Shape;262;p192"/>
            <p:cNvSpPr/>
            <p:nvPr/>
          </p:nvSpPr>
          <p:spPr>
            <a:xfrm>
              <a:off x="0"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78001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3" name="Google Shape;263;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4" name="Google Shape;264;p192"/>
            <p:cNvSpPr/>
            <p:nvPr/>
          </p:nvSpPr>
          <p:spPr>
            <a:xfrm>
              <a:off x="0"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5" name="Google Shape;265;p192"/>
            <p:cNvSpPr/>
            <p:nvPr/>
          </p:nvSpPr>
          <p:spPr>
            <a:xfrm>
              <a:off x="0" y="1212850"/>
              <a:ext cx="701675" cy="814388"/>
            </a:xfrm>
            <a:custGeom>
              <a:avLst/>
              <a:gdLst/>
              <a:ahLst/>
              <a:cxnLst/>
              <a:rect l="l" t="t" r="r" b="b"/>
              <a:pathLst>
                <a:path w="442" h="513" extrusionOk="0">
                  <a:moveTo>
                    <a:pt x="0" y="257"/>
                  </a:moveTo>
                  <a:lnTo>
                    <a:pt x="0" y="257"/>
                  </a:lnTo>
                  <a:lnTo>
                    <a:pt x="442" y="0"/>
                  </a:lnTo>
                  <a:lnTo>
                    <a:pt x="442" y="3"/>
                  </a:lnTo>
                  <a:lnTo>
                    <a:pt x="442" y="513"/>
                  </a:lnTo>
                  <a:lnTo>
                    <a:pt x="0" y="257"/>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6" name="Google Shape;266;p192"/>
            <p:cNvSpPr/>
            <p:nvPr/>
          </p:nvSpPr>
          <p:spPr>
            <a:xfrm>
              <a:off x="234949" y="2359025"/>
              <a:ext cx="406465" cy="474663"/>
            </a:xfrm>
            <a:custGeom>
              <a:avLst/>
              <a:gdLst/>
              <a:ahLst/>
              <a:cxnLst/>
              <a:rect l="l" t="t" r="r" b="b"/>
              <a:pathLst>
                <a:path w="149" h="174" extrusionOk="0">
                  <a:moveTo>
                    <a:pt x="0" y="87"/>
                  </a:moveTo>
                  <a:lnTo>
                    <a:pt x="0" y="87"/>
                  </a:lnTo>
                  <a:lnTo>
                    <a:pt x="149" y="0"/>
                  </a:lnTo>
                  <a:lnTo>
                    <a:pt x="149" y="0"/>
                  </a:lnTo>
                  <a:lnTo>
                    <a:pt x="149" y="174"/>
                  </a:lnTo>
                  <a:lnTo>
                    <a:pt x="0" y="87"/>
                  </a:lnTo>
                  <a:close/>
                </a:path>
              </a:pathLst>
            </a:custGeom>
            <a:solidFill>
              <a:schemeClr val="accent3"/>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7" name="Google Shape;267;p192"/>
            <p:cNvSpPr/>
            <p:nvPr/>
          </p:nvSpPr>
          <p:spPr>
            <a:xfrm>
              <a:off x="0" y="809625"/>
              <a:ext cx="701675" cy="811213"/>
            </a:xfrm>
            <a:custGeom>
              <a:avLst/>
              <a:gdLst/>
              <a:ahLst/>
              <a:cxnLst/>
              <a:rect l="l" t="t" r="r" b="b"/>
              <a:pathLst>
                <a:path w="442" h="511" extrusionOk="0">
                  <a:moveTo>
                    <a:pt x="0" y="511"/>
                  </a:moveTo>
                  <a:lnTo>
                    <a:pt x="0" y="0"/>
                  </a:lnTo>
                  <a:lnTo>
                    <a:pt x="442" y="254"/>
                  </a:lnTo>
                  <a:lnTo>
                    <a:pt x="0" y="511"/>
                  </a:lnTo>
                  <a:close/>
                </a:path>
              </a:pathLst>
            </a:custGeom>
            <a:solidFill>
              <a:srgbClr val="114D81"/>
            </a:solidFill>
            <a:ln w="9525" cap="flat" cmpd="sng">
              <a:solidFill>
                <a:srgbClr val="114D8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8" name="Google Shape;268;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F5340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69" name="Google Shape;269;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rgbClr val="E365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0" name="Google Shape;270;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rgbClr val="FFA73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1" name="Google Shape;271;p192"/>
            <p:cNvSpPr/>
            <p:nvPr/>
          </p:nvSpPr>
          <p:spPr>
            <a:xfrm>
              <a:off x="1408113" y="0"/>
              <a:ext cx="701675" cy="809625"/>
            </a:xfrm>
            <a:custGeom>
              <a:avLst/>
              <a:gdLst/>
              <a:ahLst/>
              <a:cxnLst/>
              <a:rect l="l" t="t" r="r" b="b"/>
              <a:pathLst>
                <a:path w="442" h="510" extrusionOk="0">
                  <a:moveTo>
                    <a:pt x="0" y="510"/>
                  </a:moveTo>
                  <a:lnTo>
                    <a:pt x="0" y="0"/>
                  </a:lnTo>
                  <a:lnTo>
                    <a:pt x="0" y="0"/>
                  </a:lnTo>
                  <a:lnTo>
                    <a:pt x="442" y="254"/>
                  </a:lnTo>
                  <a:lnTo>
                    <a:pt x="0" y="510"/>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2" name="Google Shape;272;p192"/>
            <p:cNvSpPr/>
            <p:nvPr/>
          </p:nvSpPr>
          <p:spPr>
            <a:xfrm>
              <a:off x="2317750" y="241300"/>
              <a:ext cx="284163" cy="328613"/>
            </a:xfrm>
            <a:custGeom>
              <a:avLst/>
              <a:gdLst/>
              <a:ahLst/>
              <a:cxnLst/>
              <a:rect l="l" t="t" r="r" b="b"/>
              <a:pathLst>
                <a:path w="179" h="207" extrusionOk="0">
                  <a:moveTo>
                    <a:pt x="0" y="207"/>
                  </a:moveTo>
                  <a:lnTo>
                    <a:pt x="0" y="0"/>
                  </a:lnTo>
                  <a:lnTo>
                    <a:pt x="0" y="0"/>
                  </a:lnTo>
                  <a:lnTo>
                    <a:pt x="179" y="102"/>
                  </a:lnTo>
                  <a:lnTo>
                    <a:pt x="0" y="207"/>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3" name="Google Shape;273;p192"/>
            <p:cNvSpPr/>
            <p:nvPr/>
          </p:nvSpPr>
          <p:spPr>
            <a:xfrm>
              <a:off x="1408113" y="1620838"/>
              <a:ext cx="701675" cy="809625"/>
            </a:xfrm>
            <a:custGeom>
              <a:avLst/>
              <a:gdLst/>
              <a:ahLst/>
              <a:cxnLst/>
              <a:rect l="l" t="t" r="r" b="b"/>
              <a:pathLst>
                <a:path w="442" h="510" extrusionOk="0">
                  <a:moveTo>
                    <a:pt x="0" y="510"/>
                  </a:moveTo>
                  <a:lnTo>
                    <a:pt x="0" y="0"/>
                  </a:lnTo>
                  <a:lnTo>
                    <a:pt x="442" y="256"/>
                  </a:lnTo>
                  <a:lnTo>
                    <a:pt x="442" y="256"/>
                  </a:lnTo>
                  <a:lnTo>
                    <a:pt x="0" y="510"/>
                  </a:lnTo>
                  <a:close/>
                </a:path>
              </a:pathLst>
            </a:custGeom>
            <a:solidFill>
              <a:schemeClr val="accent6"/>
            </a:solidFill>
            <a:ln w="9525" cap="flat" cmpd="sng">
              <a:solidFill>
                <a:schemeClr val="accent6"/>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4" name="Google Shape;274;p192"/>
            <p:cNvSpPr/>
            <p:nvPr/>
          </p:nvSpPr>
          <p:spPr>
            <a:xfrm>
              <a:off x="706438" y="809625"/>
              <a:ext cx="701675" cy="811213"/>
            </a:xfrm>
            <a:custGeom>
              <a:avLst/>
              <a:gdLst/>
              <a:ahLst/>
              <a:cxnLst/>
              <a:rect l="l" t="t" r="r" b="b"/>
              <a:pathLst>
                <a:path w="442" h="511" extrusionOk="0">
                  <a:moveTo>
                    <a:pt x="0" y="254"/>
                  </a:moveTo>
                  <a:lnTo>
                    <a:pt x="442" y="0"/>
                  </a:lnTo>
                  <a:lnTo>
                    <a:pt x="442" y="511"/>
                  </a:lnTo>
                  <a:lnTo>
                    <a:pt x="442" y="511"/>
                  </a:lnTo>
                  <a:lnTo>
                    <a:pt x="0" y="254"/>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5" name="Google Shape;275;p192"/>
            <p:cNvSpPr/>
            <p:nvPr/>
          </p:nvSpPr>
          <p:spPr>
            <a:xfrm>
              <a:off x="701675" y="1212850"/>
              <a:ext cx="706438" cy="811213"/>
            </a:xfrm>
            <a:custGeom>
              <a:avLst/>
              <a:gdLst/>
              <a:ahLst/>
              <a:cxnLst/>
              <a:rect l="l" t="t" r="r" b="b"/>
              <a:pathLst>
                <a:path w="445" h="511" extrusionOk="0">
                  <a:moveTo>
                    <a:pt x="0" y="511"/>
                  </a:moveTo>
                  <a:lnTo>
                    <a:pt x="0" y="3"/>
                  </a:lnTo>
                  <a:lnTo>
                    <a:pt x="3" y="0"/>
                  </a:lnTo>
                  <a:lnTo>
                    <a:pt x="445" y="257"/>
                  </a:lnTo>
                  <a:lnTo>
                    <a:pt x="0" y="511"/>
                  </a:lnTo>
                  <a:close/>
                </a:path>
              </a:pathLst>
            </a:custGeom>
            <a:solidFill>
              <a:srgbClr val="8D8D8D"/>
            </a:solidFill>
            <a:ln w="9525" cap="flat" cmpd="sng">
              <a:solidFill>
                <a:srgbClr val="8D8D8D"/>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6" name="Google Shape;276;p192"/>
            <p:cNvSpPr/>
            <p:nvPr/>
          </p:nvSpPr>
          <p:spPr>
            <a:xfrm>
              <a:off x="701675" y="1620838"/>
              <a:ext cx="706438" cy="809625"/>
            </a:xfrm>
            <a:custGeom>
              <a:avLst/>
              <a:gdLst/>
              <a:ahLst/>
              <a:cxnLst/>
              <a:rect l="l" t="t" r="r" b="b"/>
              <a:pathLst>
                <a:path w="445" h="510" extrusionOk="0">
                  <a:moveTo>
                    <a:pt x="0" y="256"/>
                  </a:moveTo>
                  <a:lnTo>
                    <a:pt x="0" y="254"/>
                  </a:lnTo>
                  <a:lnTo>
                    <a:pt x="445" y="0"/>
                  </a:lnTo>
                  <a:lnTo>
                    <a:pt x="445" y="0"/>
                  </a:lnTo>
                  <a:lnTo>
                    <a:pt x="445" y="510"/>
                  </a:lnTo>
                  <a:lnTo>
                    <a:pt x="0" y="256"/>
                  </a:ln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7" name="Google Shape;277;p192"/>
            <p:cNvSpPr/>
            <p:nvPr/>
          </p:nvSpPr>
          <p:spPr>
            <a:xfrm>
              <a:off x="701675" y="403225"/>
              <a:ext cx="706438" cy="814388"/>
            </a:xfrm>
            <a:custGeom>
              <a:avLst/>
              <a:gdLst/>
              <a:ahLst/>
              <a:cxnLst/>
              <a:rect l="l" t="t" r="r" b="b"/>
              <a:pathLst>
                <a:path w="445" h="513" extrusionOk="0">
                  <a:moveTo>
                    <a:pt x="0" y="513"/>
                  </a:moveTo>
                  <a:lnTo>
                    <a:pt x="0" y="0"/>
                  </a:lnTo>
                  <a:lnTo>
                    <a:pt x="445" y="256"/>
                  </a:lnTo>
                  <a:lnTo>
                    <a:pt x="445" y="256"/>
                  </a:lnTo>
                  <a:lnTo>
                    <a:pt x="0" y="513"/>
                  </a:lnTo>
                  <a:close/>
                </a:path>
              </a:pathLst>
            </a:custGeom>
            <a:solidFill>
              <a:srgbClr val="C1DD84"/>
            </a:solidFill>
            <a:ln w="9525" cap="flat" cmpd="sng">
              <a:solidFill>
                <a:srgbClr val="C1DD8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8" name="Google Shape;278;p192"/>
            <p:cNvSpPr/>
            <p:nvPr/>
          </p:nvSpPr>
          <p:spPr>
            <a:xfrm>
              <a:off x="701675" y="0"/>
              <a:ext cx="706438" cy="809625"/>
            </a:xfrm>
            <a:custGeom>
              <a:avLst/>
              <a:gdLst/>
              <a:ahLst/>
              <a:cxnLst/>
              <a:rect l="l" t="t" r="r" b="b"/>
              <a:pathLst>
                <a:path w="445" h="510" extrusionOk="0">
                  <a:moveTo>
                    <a:pt x="0" y="254"/>
                  </a:moveTo>
                  <a:lnTo>
                    <a:pt x="0" y="254"/>
                  </a:lnTo>
                  <a:lnTo>
                    <a:pt x="445" y="0"/>
                  </a:lnTo>
                  <a:lnTo>
                    <a:pt x="445" y="0"/>
                  </a:lnTo>
                  <a:lnTo>
                    <a:pt x="445" y="510"/>
                  </a:lnTo>
                  <a:lnTo>
                    <a:pt x="0" y="254"/>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79" name="Google Shape;279;p192"/>
            <p:cNvSpPr/>
            <p:nvPr/>
          </p:nvSpPr>
          <p:spPr>
            <a:xfrm>
              <a:off x="0" y="403225"/>
              <a:ext cx="701675" cy="814388"/>
            </a:xfrm>
            <a:custGeom>
              <a:avLst/>
              <a:gdLst/>
              <a:ahLst/>
              <a:cxnLst/>
              <a:rect l="l" t="t" r="r" b="b"/>
              <a:pathLst>
                <a:path w="442" h="513" extrusionOk="0">
                  <a:moveTo>
                    <a:pt x="0" y="256"/>
                  </a:moveTo>
                  <a:lnTo>
                    <a:pt x="0" y="256"/>
                  </a:lnTo>
                  <a:lnTo>
                    <a:pt x="442" y="0"/>
                  </a:lnTo>
                  <a:lnTo>
                    <a:pt x="442" y="0"/>
                  </a:lnTo>
                  <a:lnTo>
                    <a:pt x="442" y="513"/>
                  </a:lnTo>
                  <a:lnTo>
                    <a:pt x="0" y="256"/>
                  </a:lnTo>
                  <a:close/>
                </a:path>
              </a:pathLst>
            </a:custGeom>
            <a:solidFill>
              <a:schemeClr val="accent2"/>
            </a:solidFill>
            <a:ln w="9525" cap="flat" cmpd="sng">
              <a:solidFill>
                <a:schemeClr val="accent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0" name="Google Shape;280;p192"/>
            <p:cNvSpPr/>
            <p:nvPr/>
          </p:nvSpPr>
          <p:spPr>
            <a:xfrm>
              <a:off x="0" y="0"/>
              <a:ext cx="701675" cy="809625"/>
            </a:xfrm>
            <a:custGeom>
              <a:avLst/>
              <a:gdLst/>
              <a:ahLst/>
              <a:cxnLst/>
              <a:rect l="l" t="t" r="r" b="b"/>
              <a:pathLst>
                <a:path w="442" h="510" extrusionOk="0">
                  <a:moveTo>
                    <a:pt x="0" y="0"/>
                  </a:moveTo>
                  <a:lnTo>
                    <a:pt x="0" y="510"/>
                  </a:lnTo>
                  <a:lnTo>
                    <a:pt x="442" y="254"/>
                  </a:lnTo>
                  <a:lnTo>
                    <a:pt x="0" y="0"/>
                  </a:lnTo>
                  <a:lnTo>
                    <a:pt x="0" y="0"/>
                  </a:lnTo>
                  <a:close/>
                </a:path>
              </a:pathLst>
            </a:custGeom>
            <a:solidFill>
              <a:srgbClr val="515151"/>
            </a:solidFill>
            <a:ln w="9525" cap="flat" cmpd="sng">
              <a:solidFill>
                <a:srgbClr val="51515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1" name="Google Shape;281;p192"/>
            <p:cNvSpPr/>
            <p:nvPr/>
          </p:nvSpPr>
          <p:spPr>
            <a:xfrm>
              <a:off x="701675" y="0"/>
              <a:ext cx="701675" cy="403225"/>
            </a:xfrm>
            <a:custGeom>
              <a:avLst/>
              <a:gdLst/>
              <a:ahLst/>
              <a:cxnLst/>
              <a:rect l="l" t="t" r="r" b="b"/>
              <a:pathLst>
                <a:path w="442" h="254" extrusionOk="0">
                  <a:moveTo>
                    <a:pt x="0" y="254"/>
                  </a:moveTo>
                  <a:lnTo>
                    <a:pt x="442" y="0"/>
                  </a:lnTo>
                  <a:lnTo>
                    <a:pt x="0" y="0"/>
                  </a:lnTo>
                  <a:lnTo>
                    <a:pt x="0" y="254"/>
                  </a:lnTo>
                  <a:close/>
                </a:path>
              </a:pathLst>
            </a:custGeom>
            <a:solidFill>
              <a:schemeClr val="accent3"/>
            </a:solidFill>
            <a:ln w="9525" cap="flat" cmpd="sng">
              <a:solidFill>
                <a:schemeClr val="accent3"/>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sp>
          <p:nvSpPr>
            <p:cNvPr id="282" name="Google Shape;282;p192"/>
            <p:cNvSpPr/>
            <p:nvPr/>
          </p:nvSpPr>
          <p:spPr>
            <a:xfrm>
              <a:off x="0" y="0"/>
              <a:ext cx="701675" cy="403225"/>
            </a:xfrm>
            <a:custGeom>
              <a:avLst/>
              <a:gdLst/>
              <a:ahLst/>
              <a:cxnLst/>
              <a:rect l="l" t="t" r="r" b="b"/>
              <a:pathLst>
                <a:path w="442" h="254" extrusionOk="0">
                  <a:moveTo>
                    <a:pt x="442" y="0"/>
                  </a:moveTo>
                  <a:lnTo>
                    <a:pt x="0" y="0"/>
                  </a:lnTo>
                  <a:lnTo>
                    <a:pt x="442" y="254"/>
                  </a:lnTo>
                  <a:lnTo>
                    <a:pt x="442" y="254"/>
                  </a:lnTo>
                  <a:lnTo>
                    <a:pt x="442" y="0"/>
                  </a:lnTo>
                  <a:close/>
                </a:path>
              </a:pathLst>
            </a:custGeom>
            <a:solidFill>
              <a:schemeClr val="accent4"/>
            </a:solidFill>
            <a:ln w="9525" cap="flat" cmpd="sng">
              <a:solidFill>
                <a:schemeClr val="accent4"/>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Calibri"/>
                <a:ea typeface="Calibri"/>
                <a:cs typeface="Calibri"/>
                <a:sym typeface="Calibri"/>
              </a:endParaRPr>
            </a:p>
          </p:txBody>
        </p:sp>
      </p:grpSp>
      <p:sp>
        <p:nvSpPr>
          <p:cNvPr id="283" name="Google Shape;283;p192"/>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4" name="Google Shape;284;p192"/>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5" name="Google Shape;285;p192"/>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
        <p:nvSpPr>
          <p:cNvPr id="286" name="Google Shape;286;p192"/>
          <p:cNvSpPr txBox="1">
            <a:spLocks noGrp="1"/>
          </p:cNvSpPr>
          <p:nvPr>
            <p:ph type="title"/>
          </p:nvPr>
        </p:nvSpPr>
        <p:spPr>
          <a:xfrm>
            <a:off x="6094412" y="3789040"/>
            <a:ext cx="5491606" cy="1362075"/>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accent3"/>
              </a:buClr>
              <a:buSzPts val="5300"/>
              <a:buFont typeface="Open Sans"/>
              <a:buNone/>
              <a:defRPr sz="5300" b="1" cap="none">
                <a:solidFill>
                  <a:schemeClr val="accent3"/>
                </a:solidFill>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7" name="Google Shape;287;p192"/>
          <p:cNvSpPr txBox="1">
            <a:spLocks noGrp="1"/>
          </p:cNvSpPr>
          <p:nvPr>
            <p:ph type="body" idx="1"/>
          </p:nvPr>
        </p:nvSpPr>
        <p:spPr>
          <a:xfrm>
            <a:off x="6094412" y="5319823"/>
            <a:ext cx="5521484" cy="828007"/>
          </a:xfrm>
          <a:prstGeom prst="rect">
            <a:avLst/>
          </a:prstGeom>
          <a:noFill/>
          <a:ln>
            <a:noFill/>
          </a:ln>
        </p:spPr>
        <p:txBody>
          <a:bodyPr spcFirstLastPara="1" wrap="square" lIns="121875" tIns="0" rIns="121875" bIns="0" anchor="t" anchorCtr="0">
            <a:normAutofit/>
          </a:bodyPr>
          <a:lstStyle>
            <a:lvl1pPr marL="457200" lvl="0" indent="-228600" algn="l">
              <a:spcBef>
                <a:spcPts val="320"/>
              </a:spcBef>
              <a:spcAft>
                <a:spcPts val="0"/>
              </a:spcAft>
              <a:buClr>
                <a:schemeClr val="accent3"/>
              </a:buClr>
              <a:buSzPts val="1600"/>
              <a:buNone/>
              <a:defRPr sz="1600">
                <a:solidFill>
                  <a:schemeClr val="accent3"/>
                </a:solidFill>
                <a:latin typeface="Open Sans"/>
                <a:ea typeface="Open Sans"/>
                <a:cs typeface="Open Sans"/>
                <a:sym typeface="Open Sans"/>
              </a:defRPr>
            </a:lvl1pPr>
            <a:lvl2pPr marL="914400" lvl="1" indent="-228600" algn="l">
              <a:spcBef>
                <a:spcPts val="480"/>
              </a:spcBef>
              <a:spcAft>
                <a:spcPts val="0"/>
              </a:spcAft>
              <a:buClr>
                <a:srgbClr val="888888"/>
              </a:buClr>
              <a:buSzPts val="2400"/>
              <a:buNone/>
              <a:defRPr sz="2400">
                <a:solidFill>
                  <a:srgbClr val="888888"/>
                </a:solidFill>
              </a:defRPr>
            </a:lvl2pPr>
            <a:lvl3pPr marL="1371600" lvl="2" indent="-228600" algn="l">
              <a:spcBef>
                <a:spcPts val="420"/>
              </a:spcBef>
              <a:spcAft>
                <a:spcPts val="0"/>
              </a:spcAft>
              <a:buClr>
                <a:srgbClr val="888888"/>
              </a:buClr>
              <a:buSzPts val="2100"/>
              <a:buNone/>
              <a:defRPr sz="2100">
                <a:solidFill>
                  <a:srgbClr val="888888"/>
                </a:solidFill>
              </a:defRPr>
            </a:lvl3pPr>
            <a:lvl4pPr marL="1828800" lvl="3" indent="-228600" algn="l">
              <a:spcBef>
                <a:spcPts val="380"/>
              </a:spcBef>
              <a:spcAft>
                <a:spcPts val="0"/>
              </a:spcAft>
              <a:buClr>
                <a:srgbClr val="888888"/>
              </a:buClr>
              <a:buSzPts val="1900"/>
              <a:buNone/>
              <a:defRPr sz="1900">
                <a:solidFill>
                  <a:srgbClr val="888888"/>
                </a:solidFill>
              </a:defRPr>
            </a:lvl4pPr>
            <a:lvl5pPr marL="2286000" lvl="4" indent="-228600" algn="l">
              <a:spcBef>
                <a:spcPts val="380"/>
              </a:spcBef>
              <a:spcAft>
                <a:spcPts val="0"/>
              </a:spcAft>
              <a:buClr>
                <a:srgbClr val="888888"/>
              </a:buClr>
              <a:buSzPts val="1900"/>
              <a:buNone/>
              <a:defRPr sz="1900">
                <a:solidFill>
                  <a:srgbClr val="888888"/>
                </a:solidFill>
              </a:defRPr>
            </a:lvl5pPr>
            <a:lvl6pPr marL="2743200" lvl="5" indent="-228600" algn="l">
              <a:spcBef>
                <a:spcPts val="380"/>
              </a:spcBef>
              <a:spcAft>
                <a:spcPts val="0"/>
              </a:spcAft>
              <a:buClr>
                <a:srgbClr val="888888"/>
              </a:buClr>
              <a:buSzPts val="1900"/>
              <a:buNone/>
              <a:defRPr sz="1900">
                <a:solidFill>
                  <a:srgbClr val="888888"/>
                </a:solidFill>
              </a:defRPr>
            </a:lvl6pPr>
            <a:lvl7pPr marL="3200400" lvl="6" indent="-228600" algn="l">
              <a:spcBef>
                <a:spcPts val="380"/>
              </a:spcBef>
              <a:spcAft>
                <a:spcPts val="0"/>
              </a:spcAft>
              <a:buClr>
                <a:srgbClr val="888888"/>
              </a:buClr>
              <a:buSzPts val="1900"/>
              <a:buNone/>
              <a:defRPr sz="1900">
                <a:solidFill>
                  <a:srgbClr val="888888"/>
                </a:solidFill>
              </a:defRPr>
            </a:lvl7pPr>
            <a:lvl8pPr marL="3657600" lvl="7" indent="-228600" algn="l">
              <a:spcBef>
                <a:spcPts val="380"/>
              </a:spcBef>
              <a:spcAft>
                <a:spcPts val="0"/>
              </a:spcAft>
              <a:buClr>
                <a:srgbClr val="888888"/>
              </a:buClr>
              <a:buSzPts val="1900"/>
              <a:buNone/>
              <a:defRPr sz="1900">
                <a:solidFill>
                  <a:srgbClr val="888888"/>
                </a:solidFill>
              </a:defRPr>
            </a:lvl8pPr>
            <a:lvl9pPr marL="4114800" lvl="8" indent="-228600" algn="l">
              <a:spcBef>
                <a:spcPts val="380"/>
              </a:spcBef>
              <a:spcAft>
                <a:spcPts val="0"/>
              </a:spcAft>
              <a:buClr>
                <a:srgbClr val="888888"/>
              </a:buClr>
              <a:buSzPts val="1900"/>
              <a:buNone/>
              <a:defRPr sz="1900">
                <a:solidFill>
                  <a:srgbClr val="888888"/>
                </a:solidFill>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Graph">
  <p:cSld name="Graph">
    <p:spTree>
      <p:nvGrpSpPr>
        <p:cNvPr id="1" name="Shape 288"/>
        <p:cNvGrpSpPr/>
        <p:nvPr/>
      </p:nvGrpSpPr>
      <p:grpSpPr>
        <a:xfrm>
          <a:off x="0" y="0"/>
          <a:ext cx="0" cy="0"/>
          <a:chOff x="0" y="0"/>
          <a:chExt cx="0" cy="0"/>
        </a:xfrm>
      </p:grpSpPr>
      <p:sp>
        <p:nvSpPr>
          <p:cNvPr id="289" name="Google Shape;289;p193"/>
          <p:cNvSpPr txBox="1">
            <a:spLocks noGrp="1"/>
          </p:cNvSpPr>
          <p:nvPr>
            <p:ph type="title"/>
          </p:nvPr>
        </p:nvSpPr>
        <p:spPr>
          <a:xfrm>
            <a:off x="609441" y="476672"/>
            <a:ext cx="10969943" cy="711081"/>
          </a:xfrm>
          <a:prstGeom prst="rect">
            <a:avLst/>
          </a:prstGeom>
          <a:noFill/>
          <a:ln>
            <a:noFill/>
          </a:ln>
        </p:spPr>
        <p:txBody>
          <a:bodyPr spcFirstLastPara="1" wrap="square" lIns="0" tIns="60925" rIns="0" bIns="60925" anchor="ctr" anchorCtr="0">
            <a:noAutofit/>
          </a:bodyPr>
          <a:lstStyle>
            <a:lvl1pPr lvl="0" algn="l">
              <a:spcBef>
                <a:spcPts val="0"/>
              </a:spcBef>
              <a:spcAft>
                <a:spcPts val="0"/>
              </a:spcAft>
              <a:buClr>
                <a:schemeClr val="dk1"/>
              </a:buClr>
              <a:buSzPts val="3600"/>
              <a:buFont typeface="Open Sans"/>
              <a:buNone/>
              <a:defRPr sz="3600">
                <a:latin typeface="Open Sans"/>
                <a:ea typeface="Open Sans"/>
                <a:cs typeface="Open Sans"/>
                <a:sym typeface="Open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0" name="Google Shape;290;p19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1" name="Google Shape;291;p19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2" name="Google Shape;292;p19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93"/>
        <p:cNvGrpSpPr/>
        <p:nvPr/>
      </p:nvGrpSpPr>
      <p:grpSpPr>
        <a:xfrm>
          <a:off x="0" y="0"/>
          <a:ext cx="0" cy="0"/>
          <a:chOff x="0" y="0"/>
          <a:chExt cx="0" cy="0"/>
        </a:xfrm>
      </p:grpSpPr>
      <p:sp>
        <p:nvSpPr>
          <p:cNvPr id="294" name="Google Shape;294;p194"/>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5" name="Google Shape;295;p194"/>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96" name="Google Shape;296;p194"/>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7" name="Google Shape;297;p194"/>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8" name="Google Shape;298;p194"/>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9"/>
        <p:cNvGrpSpPr/>
        <p:nvPr/>
      </p:nvGrpSpPr>
      <p:grpSpPr>
        <a:xfrm>
          <a:off x="0" y="0"/>
          <a:ext cx="0" cy="0"/>
          <a:chOff x="0" y="0"/>
          <a:chExt cx="0" cy="0"/>
        </a:xfrm>
      </p:grpSpPr>
      <p:sp>
        <p:nvSpPr>
          <p:cNvPr id="300" name="Google Shape;300;p195"/>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1" name="Google Shape;301;p195"/>
          <p:cNvSpPr txBox="1">
            <a:spLocks noGrp="1"/>
          </p:cNvSpPr>
          <p:nvPr>
            <p:ph type="body" idx="1"/>
          </p:nvPr>
        </p:nvSpPr>
        <p:spPr>
          <a:xfrm>
            <a:off x="609441"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2" name="Google Shape;302;p195"/>
          <p:cNvSpPr txBox="1">
            <a:spLocks noGrp="1"/>
          </p:cNvSpPr>
          <p:nvPr>
            <p:ph type="body" idx="2"/>
          </p:nvPr>
        </p:nvSpPr>
        <p:spPr>
          <a:xfrm>
            <a:off x="6195986" y="1600201"/>
            <a:ext cx="5383398" cy="4525963"/>
          </a:xfrm>
          <a:prstGeom prst="rect">
            <a:avLst/>
          </a:prstGeom>
          <a:noFill/>
          <a:ln>
            <a:noFill/>
          </a:ln>
        </p:spPr>
        <p:txBody>
          <a:bodyPr spcFirstLastPara="1" wrap="square" lIns="121875" tIns="60925" rIns="121875" bIns="60925" anchor="t" anchorCtr="0">
            <a:normAutofit/>
          </a:bodyPr>
          <a:lstStyle>
            <a:lvl1pPr marL="457200" lvl="0" indent="-463550" algn="l">
              <a:spcBef>
                <a:spcPts val="740"/>
              </a:spcBef>
              <a:spcAft>
                <a:spcPts val="0"/>
              </a:spcAft>
              <a:buClr>
                <a:schemeClr val="dk1"/>
              </a:buClr>
              <a:buSzPts val="3700"/>
              <a:buChar char="•"/>
              <a:defRPr sz="3700"/>
            </a:lvl1pPr>
            <a:lvl2pPr marL="914400" lvl="1" indent="-431800" algn="l">
              <a:spcBef>
                <a:spcPts val="640"/>
              </a:spcBef>
              <a:spcAft>
                <a:spcPts val="0"/>
              </a:spcAft>
              <a:buClr>
                <a:schemeClr val="dk1"/>
              </a:buClr>
              <a:buSzPts val="3200"/>
              <a:buChar char="–"/>
              <a:defRPr sz="3200"/>
            </a:lvl2pPr>
            <a:lvl3pPr marL="1371600" lvl="2" indent="-400050" algn="l">
              <a:spcBef>
                <a:spcPts val="540"/>
              </a:spcBef>
              <a:spcAft>
                <a:spcPts val="0"/>
              </a:spcAft>
              <a:buClr>
                <a:schemeClr val="dk1"/>
              </a:buClr>
              <a:buSzPts val="2700"/>
              <a:buChar char="•"/>
              <a:defRPr sz="2700"/>
            </a:lvl3pPr>
            <a:lvl4pPr marL="1828800" lvl="3" indent="-381000" algn="l">
              <a:spcBef>
                <a:spcPts val="480"/>
              </a:spcBef>
              <a:spcAft>
                <a:spcPts val="0"/>
              </a:spcAft>
              <a:buClr>
                <a:schemeClr val="dk1"/>
              </a:buClr>
              <a:buSzPts val="2400"/>
              <a:buChar char="–"/>
              <a:defRPr sz="2400"/>
            </a:lvl4pPr>
            <a:lvl5pPr marL="2286000" lvl="4" indent="-381000" algn="l">
              <a:spcBef>
                <a:spcPts val="480"/>
              </a:spcBef>
              <a:spcAft>
                <a:spcPts val="0"/>
              </a:spcAft>
              <a:buClr>
                <a:schemeClr val="dk1"/>
              </a:buClr>
              <a:buSzPts val="2400"/>
              <a:buChar char="»"/>
              <a:defRPr sz="2400"/>
            </a:lvl5pPr>
            <a:lvl6pPr marL="2743200" lvl="5" indent="-381000" algn="l">
              <a:spcBef>
                <a:spcPts val="480"/>
              </a:spcBef>
              <a:spcAft>
                <a:spcPts val="0"/>
              </a:spcAft>
              <a:buClr>
                <a:schemeClr val="dk1"/>
              </a:buClr>
              <a:buSzPts val="2400"/>
              <a:buChar char="•"/>
              <a:defRPr sz="2400"/>
            </a:lvl6pPr>
            <a:lvl7pPr marL="3200400" lvl="6" indent="-381000" algn="l">
              <a:spcBef>
                <a:spcPts val="480"/>
              </a:spcBef>
              <a:spcAft>
                <a:spcPts val="0"/>
              </a:spcAft>
              <a:buClr>
                <a:schemeClr val="dk1"/>
              </a:buClr>
              <a:buSzPts val="2400"/>
              <a:buChar char="•"/>
              <a:defRPr sz="2400"/>
            </a:lvl7pPr>
            <a:lvl8pPr marL="3657600" lvl="7" indent="-381000" algn="l">
              <a:spcBef>
                <a:spcPts val="480"/>
              </a:spcBef>
              <a:spcAft>
                <a:spcPts val="0"/>
              </a:spcAft>
              <a:buClr>
                <a:schemeClr val="dk1"/>
              </a:buClr>
              <a:buSzPts val="2400"/>
              <a:buChar char="•"/>
              <a:defRPr sz="2400"/>
            </a:lvl8pPr>
            <a:lvl9pPr marL="4114800" lvl="8" indent="-381000" algn="l">
              <a:spcBef>
                <a:spcPts val="480"/>
              </a:spcBef>
              <a:spcAft>
                <a:spcPts val="0"/>
              </a:spcAft>
              <a:buClr>
                <a:schemeClr val="dk1"/>
              </a:buClr>
              <a:buSzPts val="2400"/>
              <a:buChar char="•"/>
              <a:defRPr sz="2400"/>
            </a:lvl9pPr>
          </a:lstStyle>
          <a:p>
            <a:endParaRPr/>
          </a:p>
        </p:txBody>
      </p:sp>
      <p:sp>
        <p:nvSpPr>
          <p:cNvPr id="303" name="Google Shape;303;p195"/>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4" name="Google Shape;304;p195"/>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5" name="Google Shape;305;p195"/>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6"/>
        <p:cNvGrpSpPr/>
        <p:nvPr/>
      </p:nvGrpSpPr>
      <p:grpSpPr>
        <a:xfrm>
          <a:off x="0" y="0"/>
          <a:ext cx="0" cy="0"/>
          <a:chOff x="0" y="0"/>
          <a:chExt cx="0" cy="0"/>
        </a:xfrm>
      </p:grpSpPr>
      <p:sp>
        <p:nvSpPr>
          <p:cNvPr id="307" name="Google Shape;307;p196"/>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36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8" name="Google Shape;308;p196"/>
          <p:cNvSpPr txBox="1">
            <a:spLocks noGrp="1"/>
          </p:cNvSpPr>
          <p:nvPr>
            <p:ph type="body" idx="1"/>
          </p:nvPr>
        </p:nvSpPr>
        <p:spPr>
          <a:xfrm>
            <a:off x="609441" y="1535113"/>
            <a:ext cx="5385514"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09" name="Google Shape;309;p196"/>
          <p:cNvSpPr txBox="1">
            <a:spLocks noGrp="1"/>
          </p:cNvSpPr>
          <p:nvPr>
            <p:ph type="body" idx="2"/>
          </p:nvPr>
        </p:nvSpPr>
        <p:spPr>
          <a:xfrm>
            <a:off x="609441" y="2174875"/>
            <a:ext cx="5385514"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0" name="Google Shape;310;p196"/>
          <p:cNvSpPr txBox="1">
            <a:spLocks noGrp="1"/>
          </p:cNvSpPr>
          <p:nvPr>
            <p:ph type="body" idx="3"/>
          </p:nvPr>
        </p:nvSpPr>
        <p:spPr>
          <a:xfrm>
            <a:off x="6191756" y="1535113"/>
            <a:ext cx="5387630" cy="639763"/>
          </a:xfrm>
          <a:prstGeom prst="rect">
            <a:avLst/>
          </a:prstGeom>
          <a:noFill/>
          <a:ln>
            <a:noFill/>
          </a:ln>
        </p:spPr>
        <p:txBody>
          <a:bodyPr spcFirstLastPara="1" wrap="square" lIns="121875" tIns="60925" rIns="121875" bIns="60925" anchor="b" anchorCtr="0">
            <a:normAutofit/>
          </a:bodyPr>
          <a:lstStyle>
            <a:lvl1pPr marL="457200" lvl="0" indent="-228600" algn="l">
              <a:spcBef>
                <a:spcPts val="640"/>
              </a:spcBef>
              <a:spcAft>
                <a:spcPts val="0"/>
              </a:spcAft>
              <a:buClr>
                <a:schemeClr val="dk1"/>
              </a:buClr>
              <a:buSzPts val="3200"/>
              <a:buNone/>
              <a:defRPr sz="3200" b="1"/>
            </a:lvl1pPr>
            <a:lvl2pPr marL="914400" lvl="1" indent="-228600" algn="l">
              <a:spcBef>
                <a:spcPts val="540"/>
              </a:spcBef>
              <a:spcAft>
                <a:spcPts val="0"/>
              </a:spcAft>
              <a:buClr>
                <a:schemeClr val="dk1"/>
              </a:buClr>
              <a:buSzPts val="2700"/>
              <a:buNone/>
              <a:defRPr sz="2700" b="1"/>
            </a:lvl2pPr>
            <a:lvl3pPr marL="1371600" lvl="2" indent="-228600" algn="l">
              <a:spcBef>
                <a:spcPts val="480"/>
              </a:spcBef>
              <a:spcAft>
                <a:spcPts val="0"/>
              </a:spcAft>
              <a:buClr>
                <a:schemeClr val="dk1"/>
              </a:buClr>
              <a:buSzPts val="2400"/>
              <a:buNone/>
              <a:defRPr sz="2400" b="1"/>
            </a:lvl3pPr>
            <a:lvl4pPr marL="1828800" lvl="3" indent="-228600" algn="l">
              <a:spcBef>
                <a:spcPts val="420"/>
              </a:spcBef>
              <a:spcAft>
                <a:spcPts val="0"/>
              </a:spcAft>
              <a:buClr>
                <a:schemeClr val="dk1"/>
              </a:buClr>
              <a:buSzPts val="2100"/>
              <a:buNone/>
              <a:defRPr sz="2100" b="1"/>
            </a:lvl4pPr>
            <a:lvl5pPr marL="2286000" lvl="4" indent="-228600" algn="l">
              <a:spcBef>
                <a:spcPts val="420"/>
              </a:spcBef>
              <a:spcAft>
                <a:spcPts val="0"/>
              </a:spcAft>
              <a:buClr>
                <a:schemeClr val="dk1"/>
              </a:buClr>
              <a:buSzPts val="2100"/>
              <a:buNone/>
              <a:defRPr sz="2100" b="1"/>
            </a:lvl5pPr>
            <a:lvl6pPr marL="2743200" lvl="5" indent="-228600" algn="l">
              <a:spcBef>
                <a:spcPts val="420"/>
              </a:spcBef>
              <a:spcAft>
                <a:spcPts val="0"/>
              </a:spcAft>
              <a:buClr>
                <a:schemeClr val="dk1"/>
              </a:buClr>
              <a:buSzPts val="2100"/>
              <a:buNone/>
              <a:defRPr sz="2100" b="1"/>
            </a:lvl6pPr>
            <a:lvl7pPr marL="3200400" lvl="6" indent="-228600" algn="l">
              <a:spcBef>
                <a:spcPts val="420"/>
              </a:spcBef>
              <a:spcAft>
                <a:spcPts val="0"/>
              </a:spcAft>
              <a:buClr>
                <a:schemeClr val="dk1"/>
              </a:buClr>
              <a:buSzPts val="2100"/>
              <a:buNone/>
              <a:defRPr sz="2100" b="1"/>
            </a:lvl7pPr>
            <a:lvl8pPr marL="3657600" lvl="7" indent="-228600" algn="l">
              <a:spcBef>
                <a:spcPts val="420"/>
              </a:spcBef>
              <a:spcAft>
                <a:spcPts val="0"/>
              </a:spcAft>
              <a:buClr>
                <a:schemeClr val="dk1"/>
              </a:buClr>
              <a:buSzPts val="2100"/>
              <a:buNone/>
              <a:defRPr sz="2100" b="1"/>
            </a:lvl8pPr>
            <a:lvl9pPr marL="4114800" lvl="8" indent="-228600" algn="l">
              <a:spcBef>
                <a:spcPts val="420"/>
              </a:spcBef>
              <a:spcAft>
                <a:spcPts val="0"/>
              </a:spcAft>
              <a:buClr>
                <a:schemeClr val="dk1"/>
              </a:buClr>
              <a:buSzPts val="2100"/>
              <a:buNone/>
              <a:defRPr sz="2100" b="1"/>
            </a:lvl9pPr>
          </a:lstStyle>
          <a:p>
            <a:endParaRPr/>
          </a:p>
        </p:txBody>
      </p:sp>
      <p:sp>
        <p:nvSpPr>
          <p:cNvPr id="311" name="Google Shape;311;p196"/>
          <p:cNvSpPr txBox="1">
            <a:spLocks noGrp="1"/>
          </p:cNvSpPr>
          <p:nvPr>
            <p:ph type="body" idx="4"/>
          </p:nvPr>
        </p:nvSpPr>
        <p:spPr>
          <a:xfrm>
            <a:off x="6191756" y="2174875"/>
            <a:ext cx="5387630" cy="3951288"/>
          </a:xfrm>
          <a:prstGeom prst="rect">
            <a:avLst/>
          </a:prstGeom>
          <a:noFill/>
          <a:ln>
            <a:noFill/>
          </a:ln>
        </p:spPr>
        <p:txBody>
          <a:bodyPr spcFirstLastPara="1" wrap="square" lIns="121875" tIns="60925" rIns="121875" bIns="60925" anchor="t" anchorCtr="0">
            <a:normAutofit/>
          </a:bodyPr>
          <a:lstStyle>
            <a:lvl1pPr marL="457200" lvl="0" indent="-431800" algn="l">
              <a:spcBef>
                <a:spcPts val="640"/>
              </a:spcBef>
              <a:spcAft>
                <a:spcPts val="0"/>
              </a:spcAft>
              <a:buClr>
                <a:schemeClr val="dk1"/>
              </a:buClr>
              <a:buSzPts val="3200"/>
              <a:buChar char="•"/>
              <a:defRPr sz="3200"/>
            </a:lvl1pPr>
            <a:lvl2pPr marL="914400" lvl="1" indent="-400050" algn="l">
              <a:spcBef>
                <a:spcPts val="540"/>
              </a:spcBef>
              <a:spcAft>
                <a:spcPts val="0"/>
              </a:spcAft>
              <a:buClr>
                <a:schemeClr val="dk1"/>
              </a:buClr>
              <a:buSzPts val="2700"/>
              <a:buChar char="–"/>
              <a:defRPr sz="2700"/>
            </a:lvl2pPr>
            <a:lvl3pPr marL="1371600" lvl="2" indent="-381000" algn="l">
              <a:spcBef>
                <a:spcPts val="480"/>
              </a:spcBef>
              <a:spcAft>
                <a:spcPts val="0"/>
              </a:spcAft>
              <a:buClr>
                <a:schemeClr val="dk1"/>
              </a:buClr>
              <a:buSzPts val="2400"/>
              <a:buChar char="•"/>
              <a:defRPr sz="2400"/>
            </a:lvl3pPr>
            <a:lvl4pPr marL="1828800" lvl="3" indent="-361950" algn="l">
              <a:spcBef>
                <a:spcPts val="420"/>
              </a:spcBef>
              <a:spcAft>
                <a:spcPts val="0"/>
              </a:spcAft>
              <a:buClr>
                <a:schemeClr val="dk1"/>
              </a:buClr>
              <a:buSzPts val="2100"/>
              <a:buChar char="–"/>
              <a:defRPr sz="2100"/>
            </a:lvl4pPr>
            <a:lvl5pPr marL="2286000" lvl="4" indent="-361950" algn="l">
              <a:spcBef>
                <a:spcPts val="420"/>
              </a:spcBef>
              <a:spcAft>
                <a:spcPts val="0"/>
              </a:spcAft>
              <a:buClr>
                <a:schemeClr val="dk1"/>
              </a:buClr>
              <a:buSzPts val="2100"/>
              <a:buChar char="»"/>
              <a:defRPr sz="2100"/>
            </a:lvl5pPr>
            <a:lvl6pPr marL="2743200" lvl="5" indent="-361950" algn="l">
              <a:spcBef>
                <a:spcPts val="420"/>
              </a:spcBef>
              <a:spcAft>
                <a:spcPts val="0"/>
              </a:spcAft>
              <a:buClr>
                <a:schemeClr val="dk1"/>
              </a:buClr>
              <a:buSzPts val="2100"/>
              <a:buChar char="•"/>
              <a:defRPr sz="2100"/>
            </a:lvl6pPr>
            <a:lvl7pPr marL="3200400" lvl="6" indent="-361950" algn="l">
              <a:spcBef>
                <a:spcPts val="420"/>
              </a:spcBef>
              <a:spcAft>
                <a:spcPts val="0"/>
              </a:spcAft>
              <a:buClr>
                <a:schemeClr val="dk1"/>
              </a:buClr>
              <a:buSzPts val="2100"/>
              <a:buChar char="•"/>
              <a:defRPr sz="2100"/>
            </a:lvl7pPr>
            <a:lvl8pPr marL="3657600" lvl="7" indent="-361950" algn="l">
              <a:spcBef>
                <a:spcPts val="420"/>
              </a:spcBef>
              <a:spcAft>
                <a:spcPts val="0"/>
              </a:spcAft>
              <a:buClr>
                <a:schemeClr val="dk1"/>
              </a:buClr>
              <a:buSzPts val="2100"/>
              <a:buChar char="•"/>
              <a:defRPr sz="2100"/>
            </a:lvl8pPr>
            <a:lvl9pPr marL="4114800" lvl="8" indent="-361950" algn="l">
              <a:spcBef>
                <a:spcPts val="420"/>
              </a:spcBef>
              <a:spcAft>
                <a:spcPts val="0"/>
              </a:spcAft>
              <a:buClr>
                <a:schemeClr val="dk1"/>
              </a:buClr>
              <a:buSzPts val="2100"/>
              <a:buChar char="•"/>
              <a:defRPr sz="2100"/>
            </a:lvl9pPr>
          </a:lstStyle>
          <a:p>
            <a:endParaRPr/>
          </a:p>
        </p:txBody>
      </p:sp>
      <p:sp>
        <p:nvSpPr>
          <p:cNvPr id="312" name="Google Shape;312;p196"/>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3" name="Google Shape;313;p196"/>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4" name="Google Shape;314;p196"/>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15"/>
        <p:cNvGrpSpPr/>
        <p:nvPr/>
      </p:nvGrpSpPr>
      <p:grpSpPr>
        <a:xfrm>
          <a:off x="0" y="0"/>
          <a:ext cx="0" cy="0"/>
          <a:chOff x="0" y="0"/>
          <a:chExt cx="0" cy="0"/>
        </a:xfrm>
      </p:grpSpPr>
      <p:sp>
        <p:nvSpPr>
          <p:cNvPr id="316" name="Google Shape;316;p197"/>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7" name="Google Shape;317;p197"/>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8" name="Google Shape;318;p197"/>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19"/>
        <p:cNvGrpSpPr/>
        <p:nvPr/>
      </p:nvGrpSpPr>
      <p:grpSpPr>
        <a:xfrm>
          <a:off x="0" y="0"/>
          <a:ext cx="0" cy="0"/>
          <a:chOff x="0" y="0"/>
          <a:chExt cx="0" cy="0"/>
        </a:xfrm>
      </p:grpSpPr>
      <p:sp>
        <p:nvSpPr>
          <p:cNvPr id="320" name="Google Shape;320;p198"/>
          <p:cNvSpPr txBox="1">
            <a:spLocks noGrp="1"/>
          </p:cNvSpPr>
          <p:nvPr>
            <p:ph type="title"/>
          </p:nvPr>
        </p:nvSpPr>
        <p:spPr>
          <a:xfrm>
            <a:off x="609443" y="273049"/>
            <a:ext cx="4010039" cy="1162051"/>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1" name="Google Shape;321;p198"/>
          <p:cNvSpPr txBox="1">
            <a:spLocks noGrp="1"/>
          </p:cNvSpPr>
          <p:nvPr>
            <p:ph type="body" idx="1"/>
          </p:nvPr>
        </p:nvSpPr>
        <p:spPr>
          <a:xfrm>
            <a:off x="4765492" y="273052"/>
            <a:ext cx="6813892" cy="5853113"/>
          </a:xfrm>
          <a:prstGeom prst="rect">
            <a:avLst/>
          </a:prstGeom>
          <a:noFill/>
          <a:ln>
            <a:noFill/>
          </a:ln>
        </p:spPr>
        <p:txBody>
          <a:bodyPr spcFirstLastPara="1" wrap="square" lIns="121875" tIns="60925" rIns="121875" bIns="60925" anchor="t" anchorCtr="0">
            <a:normAutofit/>
          </a:bodyPr>
          <a:lstStyle>
            <a:lvl1pPr marL="457200" lvl="0" indent="-501650" algn="l">
              <a:spcBef>
                <a:spcPts val="860"/>
              </a:spcBef>
              <a:spcAft>
                <a:spcPts val="0"/>
              </a:spcAft>
              <a:buClr>
                <a:schemeClr val="dk1"/>
              </a:buClr>
              <a:buSzPts val="4300"/>
              <a:buChar char="•"/>
              <a:defRPr sz="4300"/>
            </a:lvl1pPr>
            <a:lvl2pPr marL="914400" lvl="1" indent="-463550" algn="l">
              <a:spcBef>
                <a:spcPts val="740"/>
              </a:spcBef>
              <a:spcAft>
                <a:spcPts val="0"/>
              </a:spcAft>
              <a:buClr>
                <a:schemeClr val="dk1"/>
              </a:buClr>
              <a:buSzPts val="3700"/>
              <a:buChar char="–"/>
              <a:defRPr sz="3700"/>
            </a:lvl2pPr>
            <a:lvl3pPr marL="1371600" lvl="2" indent="-431800" algn="l">
              <a:spcBef>
                <a:spcPts val="640"/>
              </a:spcBef>
              <a:spcAft>
                <a:spcPts val="0"/>
              </a:spcAft>
              <a:buClr>
                <a:schemeClr val="dk1"/>
              </a:buClr>
              <a:buSzPts val="3200"/>
              <a:buChar char="•"/>
              <a:defRPr sz="3200"/>
            </a:lvl3pPr>
            <a:lvl4pPr marL="1828800" lvl="3" indent="-400050" algn="l">
              <a:spcBef>
                <a:spcPts val="540"/>
              </a:spcBef>
              <a:spcAft>
                <a:spcPts val="0"/>
              </a:spcAft>
              <a:buClr>
                <a:schemeClr val="dk1"/>
              </a:buClr>
              <a:buSzPts val="2700"/>
              <a:buChar char="–"/>
              <a:defRPr sz="2700"/>
            </a:lvl4pPr>
            <a:lvl5pPr marL="2286000" lvl="4" indent="-400050" algn="l">
              <a:spcBef>
                <a:spcPts val="540"/>
              </a:spcBef>
              <a:spcAft>
                <a:spcPts val="0"/>
              </a:spcAft>
              <a:buClr>
                <a:schemeClr val="dk1"/>
              </a:buClr>
              <a:buSzPts val="2700"/>
              <a:buChar char="»"/>
              <a:defRPr sz="2700"/>
            </a:lvl5pPr>
            <a:lvl6pPr marL="2743200" lvl="5" indent="-400050" algn="l">
              <a:spcBef>
                <a:spcPts val="540"/>
              </a:spcBef>
              <a:spcAft>
                <a:spcPts val="0"/>
              </a:spcAft>
              <a:buClr>
                <a:schemeClr val="dk1"/>
              </a:buClr>
              <a:buSzPts val="2700"/>
              <a:buChar char="•"/>
              <a:defRPr sz="2700"/>
            </a:lvl6pPr>
            <a:lvl7pPr marL="3200400" lvl="6" indent="-400050" algn="l">
              <a:spcBef>
                <a:spcPts val="540"/>
              </a:spcBef>
              <a:spcAft>
                <a:spcPts val="0"/>
              </a:spcAft>
              <a:buClr>
                <a:schemeClr val="dk1"/>
              </a:buClr>
              <a:buSzPts val="2700"/>
              <a:buChar char="•"/>
              <a:defRPr sz="2700"/>
            </a:lvl7pPr>
            <a:lvl8pPr marL="3657600" lvl="7" indent="-400050" algn="l">
              <a:spcBef>
                <a:spcPts val="540"/>
              </a:spcBef>
              <a:spcAft>
                <a:spcPts val="0"/>
              </a:spcAft>
              <a:buClr>
                <a:schemeClr val="dk1"/>
              </a:buClr>
              <a:buSzPts val="2700"/>
              <a:buChar char="•"/>
              <a:defRPr sz="2700"/>
            </a:lvl8pPr>
            <a:lvl9pPr marL="4114800" lvl="8" indent="-400050" algn="l">
              <a:spcBef>
                <a:spcPts val="540"/>
              </a:spcBef>
              <a:spcAft>
                <a:spcPts val="0"/>
              </a:spcAft>
              <a:buClr>
                <a:schemeClr val="dk1"/>
              </a:buClr>
              <a:buSzPts val="2700"/>
              <a:buChar char="•"/>
              <a:defRPr sz="2700"/>
            </a:lvl9pPr>
          </a:lstStyle>
          <a:p>
            <a:endParaRPr/>
          </a:p>
        </p:txBody>
      </p:sp>
      <p:sp>
        <p:nvSpPr>
          <p:cNvPr id="322" name="Google Shape;322;p198"/>
          <p:cNvSpPr txBox="1">
            <a:spLocks noGrp="1"/>
          </p:cNvSpPr>
          <p:nvPr>
            <p:ph type="body" idx="2"/>
          </p:nvPr>
        </p:nvSpPr>
        <p:spPr>
          <a:xfrm>
            <a:off x="609443" y="1435102"/>
            <a:ext cx="4010039" cy="46910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23" name="Google Shape;323;p198"/>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4" name="Google Shape;324;p198"/>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5" name="Google Shape;325;p198"/>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26"/>
        <p:cNvGrpSpPr/>
        <p:nvPr/>
      </p:nvGrpSpPr>
      <p:grpSpPr>
        <a:xfrm>
          <a:off x="0" y="0"/>
          <a:ext cx="0" cy="0"/>
          <a:chOff x="0" y="0"/>
          <a:chExt cx="0" cy="0"/>
        </a:xfrm>
      </p:grpSpPr>
      <p:sp>
        <p:nvSpPr>
          <p:cNvPr id="327" name="Google Shape;327;p199"/>
          <p:cNvSpPr txBox="1">
            <a:spLocks noGrp="1"/>
          </p:cNvSpPr>
          <p:nvPr>
            <p:ph type="title"/>
          </p:nvPr>
        </p:nvSpPr>
        <p:spPr>
          <a:xfrm>
            <a:off x="2389095" y="4800600"/>
            <a:ext cx="7313295" cy="566739"/>
          </a:xfrm>
          <a:prstGeom prst="rect">
            <a:avLst/>
          </a:prstGeom>
          <a:noFill/>
          <a:ln>
            <a:noFill/>
          </a:ln>
        </p:spPr>
        <p:txBody>
          <a:bodyPr spcFirstLastPara="1" wrap="square" lIns="121875" tIns="60925" rIns="121875" bIns="60925" anchor="b" anchorCtr="0">
            <a:normAutofit/>
          </a:bodyPr>
          <a:lstStyle>
            <a:lvl1pPr lvl="0" algn="l">
              <a:spcBef>
                <a:spcPts val="0"/>
              </a:spcBef>
              <a:spcAft>
                <a:spcPts val="0"/>
              </a:spcAft>
              <a:buClr>
                <a:schemeClr val="dk1"/>
              </a:buClr>
              <a:buSzPts val="2700"/>
              <a:buFont typeface="Calibri"/>
              <a:buNone/>
              <a:defRPr sz="27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8" name="Google Shape;328;p199"/>
          <p:cNvSpPr>
            <a:spLocks noGrp="1"/>
          </p:cNvSpPr>
          <p:nvPr>
            <p:ph type="pic" idx="2"/>
          </p:nvPr>
        </p:nvSpPr>
        <p:spPr>
          <a:xfrm>
            <a:off x="2389095" y="612775"/>
            <a:ext cx="7313295" cy="4114800"/>
          </a:xfrm>
          <a:prstGeom prst="rect">
            <a:avLst/>
          </a:prstGeom>
          <a:noFill/>
          <a:ln>
            <a:noFill/>
          </a:ln>
        </p:spPr>
      </p:sp>
      <p:sp>
        <p:nvSpPr>
          <p:cNvPr id="329" name="Google Shape;329;p199"/>
          <p:cNvSpPr txBox="1">
            <a:spLocks noGrp="1"/>
          </p:cNvSpPr>
          <p:nvPr>
            <p:ph type="body" idx="1"/>
          </p:nvPr>
        </p:nvSpPr>
        <p:spPr>
          <a:xfrm>
            <a:off x="2389095" y="5367338"/>
            <a:ext cx="7313295" cy="804863"/>
          </a:xfrm>
          <a:prstGeom prst="rect">
            <a:avLst/>
          </a:prstGeom>
          <a:noFill/>
          <a:ln>
            <a:noFill/>
          </a:ln>
        </p:spPr>
        <p:txBody>
          <a:bodyPr spcFirstLastPara="1" wrap="square" lIns="121875" tIns="60925" rIns="121875" bIns="60925" anchor="t" anchorCtr="0">
            <a:normAutofit/>
          </a:bodyPr>
          <a:lstStyle>
            <a:lvl1pPr marL="457200" lvl="0" indent="-228600" algn="l">
              <a:spcBef>
                <a:spcPts val="380"/>
              </a:spcBef>
              <a:spcAft>
                <a:spcPts val="0"/>
              </a:spcAft>
              <a:buClr>
                <a:schemeClr val="dk1"/>
              </a:buClr>
              <a:buSzPts val="1900"/>
              <a:buNone/>
              <a:defRPr sz="1900"/>
            </a:lvl1pPr>
            <a:lvl2pPr marL="914400" lvl="1" indent="-228600" algn="l">
              <a:spcBef>
                <a:spcPts val="320"/>
              </a:spcBef>
              <a:spcAft>
                <a:spcPts val="0"/>
              </a:spcAft>
              <a:buClr>
                <a:schemeClr val="dk1"/>
              </a:buClr>
              <a:buSzPts val="1600"/>
              <a:buNone/>
              <a:defRPr sz="1600"/>
            </a:lvl2pPr>
            <a:lvl3pPr marL="1371600" lvl="2" indent="-228600" algn="l">
              <a:spcBef>
                <a:spcPts val="260"/>
              </a:spcBef>
              <a:spcAft>
                <a:spcPts val="0"/>
              </a:spcAft>
              <a:buClr>
                <a:schemeClr val="dk1"/>
              </a:buClr>
              <a:buSzPts val="1300"/>
              <a:buNone/>
              <a:defRPr sz="1300"/>
            </a:lvl3pPr>
            <a:lvl4pPr marL="1828800" lvl="3" indent="-228600" algn="l">
              <a:spcBef>
                <a:spcPts val="240"/>
              </a:spcBef>
              <a:spcAft>
                <a:spcPts val="0"/>
              </a:spcAft>
              <a:buClr>
                <a:schemeClr val="dk1"/>
              </a:buClr>
              <a:buSzPts val="1200"/>
              <a:buNone/>
              <a:defRPr sz="1200"/>
            </a:lvl4pPr>
            <a:lvl5pPr marL="2286000" lvl="4" indent="-228600" algn="l">
              <a:spcBef>
                <a:spcPts val="240"/>
              </a:spcBef>
              <a:spcAft>
                <a:spcPts val="0"/>
              </a:spcAft>
              <a:buClr>
                <a:schemeClr val="dk1"/>
              </a:buClr>
              <a:buSzPts val="1200"/>
              <a:buNone/>
              <a:defRPr sz="1200"/>
            </a:lvl5pPr>
            <a:lvl6pPr marL="2743200" lvl="5" indent="-228600" algn="l">
              <a:spcBef>
                <a:spcPts val="240"/>
              </a:spcBef>
              <a:spcAft>
                <a:spcPts val="0"/>
              </a:spcAft>
              <a:buClr>
                <a:schemeClr val="dk1"/>
              </a:buClr>
              <a:buSzPts val="1200"/>
              <a:buNone/>
              <a:defRPr sz="1200"/>
            </a:lvl6pPr>
            <a:lvl7pPr marL="3200400" lvl="6" indent="-228600" algn="l">
              <a:spcBef>
                <a:spcPts val="240"/>
              </a:spcBef>
              <a:spcAft>
                <a:spcPts val="0"/>
              </a:spcAft>
              <a:buClr>
                <a:schemeClr val="dk1"/>
              </a:buClr>
              <a:buSzPts val="1200"/>
              <a:buNone/>
              <a:defRPr sz="1200"/>
            </a:lvl7pPr>
            <a:lvl8pPr marL="3657600" lvl="7" indent="-228600" algn="l">
              <a:spcBef>
                <a:spcPts val="240"/>
              </a:spcBef>
              <a:spcAft>
                <a:spcPts val="0"/>
              </a:spcAft>
              <a:buClr>
                <a:schemeClr val="dk1"/>
              </a:buClr>
              <a:buSzPts val="1200"/>
              <a:buNone/>
              <a:defRPr sz="1200"/>
            </a:lvl8pPr>
            <a:lvl9pPr marL="4114800" lvl="8" indent="-228600" algn="l">
              <a:spcBef>
                <a:spcPts val="240"/>
              </a:spcBef>
              <a:spcAft>
                <a:spcPts val="0"/>
              </a:spcAft>
              <a:buClr>
                <a:schemeClr val="dk1"/>
              </a:buClr>
              <a:buSzPts val="1200"/>
              <a:buNone/>
              <a:defRPr sz="1200"/>
            </a:lvl9pPr>
          </a:lstStyle>
          <a:p>
            <a:endParaRPr/>
          </a:p>
        </p:txBody>
      </p:sp>
      <p:sp>
        <p:nvSpPr>
          <p:cNvPr id="330" name="Google Shape;330;p199"/>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1" name="Google Shape;331;p199"/>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2" name="Google Shape;332;p199"/>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33"/>
        <p:cNvGrpSpPr/>
        <p:nvPr/>
      </p:nvGrpSpPr>
      <p:grpSpPr>
        <a:xfrm>
          <a:off x="0" y="0"/>
          <a:ext cx="0" cy="0"/>
          <a:chOff x="0" y="0"/>
          <a:chExt cx="0" cy="0"/>
        </a:xfrm>
      </p:grpSpPr>
      <p:sp>
        <p:nvSpPr>
          <p:cNvPr id="334" name="Google Shape;334;p200"/>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5" name="Google Shape;335;p200"/>
          <p:cNvSpPr txBox="1">
            <a:spLocks noGrp="1"/>
          </p:cNvSpPr>
          <p:nvPr>
            <p:ph type="body" idx="1"/>
          </p:nvPr>
        </p:nvSpPr>
        <p:spPr>
          <a:xfrm rot="5400000">
            <a:off x="3600543" y="-1852677"/>
            <a:ext cx="4987739" cy="10969943"/>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36" name="Google Shape;336;p200"/>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7" name="Google Shape;337;p200"/>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8" name="Google Shape;338;p200"/>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39"/>
        <p:cNvGrpSpPr/>
        <p:nvPr/>
      </p:nvGrpSpPr>
      <p:grpSpPr>
        <a:xfrm>
          <a:off x="0" y="0"/>
          <a:ext cx="0" cy="0"/>
          <a:chOff x="0" y="0"/>
          <a:chExt cx="0" cy="0"/>
        </a:xfrm>
      </p:grpSpPr>
      <p:sp>
        <p:nvSpPr>
          <p:cNvPr id="340" name="Google Shape;340;p201"/>
          <p:cNvSpPr txBox="1">
            <a:spLocks noGrp="1"/>
          </p:cNvSpPr>
          <p:nvPr>
            <p:ph type="title"/>
          </p:nvPr>
        </p:nvSpPr>
        <p:spPr>
          <a:xfrm rot="5400000">
            <a:off x="7282379" y="1829159"/>
            <a:ext cx="5851525" cy="2742486"/>
          </a:xfrm>
          <a:prstGeom prst="rect">
            <a:avLst/>
          </a:prstGeom>
          <a:noFill/>
          <a:ln>
            <a:noFill/>
          </a:ln>
        </p:spPr>
        <p:txBody>
          <a:bodyPr spcFirstLastPara="1" wrap="square" lIns="121875" tIns="60925" rIns="121875" bIns="60925"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1" name="Google Shape;341;p201"/>
          <p:cNvSpPr txBox="1">
            <a:spLocks noGrp="1"/>
          </p:cNvSpPr>
          <p:nvPr>
            <p:ph type="body" idx="1"/>
          </p:nvPr>
        </p:nvSpPr>
        <p:spPr>
          <a:xfrm rot="5400000">
            <a:off x="1695834" y="-811754"/>
            <a:ext cx="5851525" cy="8024310"/>
          </a:xfrm>
          <a:prstGeom prst="rect">
            <a:avLst/>
          </a:prstGeom>
          <a:noFill/>
          <a:ln>
            <a:noFill/>
          </a:ln>
        </p:spPr>
        <p:txBody>
          <a:bodyPr spcFirstLastPara="1" wrap="square" lIns="121875" tIns="60925" rIns="121875" bIns="60925"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342" name="Google Shape;342;p201"/>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3" name="Google Shape;343;p201"/>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4" name="Google Shape;344;p201"/>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40_Full Blank">
  <p:cSld name="40_Full Blank">
    <p:spTree>
      <p:nvGrpSpPr>
        <p:cNvPr id="1" name="Shape 345"/>
        <p:cNvGrpSpPr/>
        <p:nvPr/>
      </p:nvGrpSpPr>
      <p:grpSpPr>
        <a:xfrm>
          <a:off x="0" y="0"/>
          <a:ext cx="0" cy="0"/>
          <a:chOff x="0" y="0"/>
          <a:chExt cx="0" cy="0"/>
        </a:xfrm>
      </p:grpSpPr>
      <p:sp>
        <p:nvSpPr>
          <p:cNvPr id="346" name="Google Shape;346;p202"/>
          <p:cNvSpPr/>
          <p:nvPr/>
        </p:nvSpPr>
        <p:spPr>
          <a:xfrm>
            <a:off x="0" y="-981"/>
            <a:ext cx="12188825" cy="6867857"/>
          </a:xfrm>
          <a:prstGeom prst="rect">
            <a:avLst/>
          </a:prstGeom>
          <a:solidFill>
            <a:srgbClr val="262626">
              <a:alpha val="96862"/>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47" name="Google Shape;347;p202"/>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nvGrpSpPr>
          <p:cNvPr id="348" name="Google Shape;348;p202"/>
          <p:cNvGrpSpPr/>
          <p:nvPr/>
        </p:nvGrpSpPr>
        <p:grpSpPr>
          <a:xfrm>
            <a:off x="531756" y="6037713"/>
            <a:ext cx="495031" cy="493336"/>
            <a:chOff x="5489575" y="1343025"/>
            <a:chExt cx="1724025" cy="1717676"/>
          </a:xfrm>
        </p:grpSpPr>
        <p:sp>
          <p:nvSpPr>
            <p:cNvPr id="349" name="Google Shape;349;p202"/>
            <p:cNvSpPr/>
            <p:nvPr/>
          </p:nvSpPr>
          <p:spPr>
            <a:xfrm>
              <a:off x="6137275" y="1343025"/>
              <a:ext cx="1076325" cy="1074738"/>
            </a:xfrm>
            <a:prstGeom prst="ellipse">
              <a:avLst/>
            </a:pr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0" name="Google Shape;350;p202"/>
            <p:cNvSpPr/>
            <p:nvPr/>
          </p:nvSpPr>
          <p:spPr>
            <a:xfrm>
              <a:off x="5489575" y="2201863"/>
              <a:ext cx="754063" cy="754063"/>
            </a:xfrm>
            <a:custGeom>
              <a:avLst/>
              <a:gdLst/>
              <a:ahLst/>
              <a:cxnLst/>
              <a:rect l="l" t="t" r="r" b="b"/>
              <a:pathLst>
                <a:path w="199" h="199" extrusionOk="0">
                  <a:moveTo>
                    <a:pt x="100" y="0"/>
                  </a:moveTo>
                  <a:cubicBezTo>
                    <a:pt x="45" y="0"/>
                    <a:pt x="0" y="45"/>
                    <a:pt x="0" y="100"/>
                  </a:cubicBezTo>
                  <a:cubicBezTo>
                    <a:pt x="0" y="154"/>
                    <a:pt x="45" y="199"/>
                    <a:pt x="100" y="199"/>
                  </a:cubicBezTo>
                  <a:cubicBezTo>
                    <a:pt x="154" y="199"/>
                    <a:pt x="199" y="154"/>
                    <a:pt x="199" y="100"/>
                  </a:cubicBezTo>
                  <a:cubicBezTo>
                    <a:pt x="199" y="45"/>
                    <a:pt x="154" y="0"/>
                    <a:pt x="100" y="0"/>
                  </a:cubicBezTo>
                  <a:close/>
                  <a:moveTo>
                    <a:pt x="100" y="171"/>
                  </a:moveTo>
                  <a:cubicBezTo>
                    <a:pt x="60" y="171"/>
                    <a:pt x="29" y="139"/>
                    <a:pt x="29" y="100"/>
                  </a:cubicBezTo>
                  <a:cubicBezTo>
                    <a:pt x="29" y="60"/>
                    <a:pt x="60" y="28"/>
                    <a:pt x="100" y="28"/>
                  </a:cubicBezTo>
                  <a:cubicBezTo>
                    <a:pt x="139" y="28"/>
                    <a:pt x="171" y="60"/>
                    <a:pt x="171" y="100"/>
                  </a:cubicBezTo>
                  <a:cubicBezTo>
                    <a:pt x="171" y="139"/>
                    <a:pt x="139" y="171"/>
                    <a:pt x="100" y="171"/>
                  </a:cubicBezTo>
                  <a:close/>
                  <a:moveTo>
                    <a:pt x="100" y="171"/>
                  </a:moveTo>
                  <a:cubicBezTo>
                    <a:pt x="100" y="171"/>
                    <a:pt x="100" y="171"/>
                    <a:pt x="100" y="171"/>
                  </a:cubicBezTo>
                </a:path>
              </a:pathLst>
            </a:custGeom>
            <a:solidFill>
              <a:srgbClr val="D8D8D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sp>
          <p:nvSpPr>
            <p:cNvPr id="351" name="Google Shape;351;p202"/>
            <p:cNvSpPr/>
            <p:nvPr/>
          </p:nvSpPr>
          <p:spPr>
            <a:xfrm>
              <a:off x="6459538" y="2633663"/>
              <a:ext cx="431800" cy="427038"/>
            </a:xfrm>
            <a:custGeom>
              <a:avLst/>
              <a:gdLst/>
              <a:ahLst/>
              <a:cxnLst/>
              <a:rect l="l" t="t" r="r" b="b"/>
              <a:pathLst>
                <a:path w="114" h="113" extrusionOk="0">
                  <a:moveTo>
                    <a:pt x="57" y="0"/>
                  </a:moveTo>
                  <a:cubicBezTo>
                    <a:pt x="25" y="0"/>
                    <a:pt x="0" y="25"/>
                    <a:pt x="0" y="57"/>
                  </a:cubicBezTo>
                  <a:cubicBezTo>
                    <a:pt x="0" y="88"/>
                    <a:pt x="25" y="113"/>
                    <a:pt x="57" y="113"/>
                  </a:cubicBezTo>
                  <a:cubicBezTo>
                    <a:pt x="88" y="113"/>
                    <a:pt x="114" y="88"/>
                    <a:pt x="114" y="57"/>
                  </a:cubicBezTo>
                  <a:cubicBezTo>
                    <a:pt x="114" y="25"/>
                    <a:pt x="88" y="0"/>
                    <a:pt x="57" y="0"/>
                  </a:cubicBezTo>
                  <a:close/>
                  <a:moveTo>
                    <a:pt x="57" y="85"/>
                  </a:moveTo>
                  <a:cubicBezTo>
                    <a:pt x="41" y="85"/>
                    <a:pt x="28" y="72"/>
                    <a:pt x="28" y="57"/>
                  </a:cubicBezTo>
                  <a:cubicBezTo>
                    <a:pt x="28" y="41"/>
                    <a:pt x="41" y="28"/>
                    <a:pt x="57" y="28"/>
                  </a:cubicBezTo>
                  <a:cubicBezTo>
                    <a:pt x="73" y="28"/>
                    <a:pt x="85" y="41"/>
                    <a:pt x="85" y="57"/>
                  </a:cubicBezTo>
                  <a:cubicBezTo>
                    <a:pt x="85" y="72"/>
                    <a:pt x="73" y="85"/>
                    <a:pt x="57" y="85"/>
                  </a:cubicBezTo>
                  <a:close/>
                  <a:moveTo>
                    <a:pt x="57" y="85"/>
                  </a:moveTo>
                  <a:cubicBezTo>
                    <a:pt x="57" y="85"/>
                    <a:pt x="57" y="85"/>
                    <a:pt x="57" y="85"/>
                  </a:cubicBezTo>
                </a:path>
              </a:pathLst>
            </a:custGeom>
            <a:solidFill>
              <a:schemeClr val="accent4"/>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399">
                <a:solidFill>
                  <a:schemeClr val="dk1"/>
                </a:solidFill>
                <a:latin typeface="Calibri"/>
                <a:ea typeface="Calibri"/>
                <a:cs typeface="Calibri"/>
                <a:sym typeface="Calibri"/>
              </a:endParaRPr>
            </a:p>
          </p:txBody>
        </p:sp>
      </p:grpSp>
      <p:sp>
        <p:nvSpPr>
          <p:cNvPr id="352" name="Google Shape;352;p202"/>
          <p:cNvSpPr>
            <a:spLocks noGrp="1"/>
          </p:cNvSpPr>
          <p:nvPr>
            <p:ph type="pic" idx="2"/>
          </p:nvPr>
        </p:nvSpPr>
        <p:spPr>
          <a:xfrm>
            <a:off x="4148224" y="1443883"/>
            <a:ext cx="1398803" cy="1564773"/>
          </a:xfrm>
          <a:prstGeom prst="rect">
            <a:avLst/>
          </a:prstGeom>
          <a:noFill/>
          <a:ln>
            <a:noFill/>
          </a:ln>
        </p:spPr>
      </p:sp>
      <p:sp>
        <p:nvSpPr>
          <p:cNvPr id="353" name="Google Shape;353;p202"/>
          <p:cNvSpPr>
            <a:spLocks noGrp="1"/>
          </p:cNvSpPr>
          <p:nvPr>
            <p:ph type="pic" idx="3"/>
          </p:nvPr>
        </p:nvSpPr>
        <p:spPr>
          <a:xfrm>
            <a:off x="941890" y="3346175"/>
            <a:ext cx="752211" cy="841303"/>
          </a:xfrm>
          <a:prstGeom prst="rect">
            <a:avLst/>
          </a:prstGeom>
          <a:noFill/>
          <a:ln>
            <a:noFill/>
          </a:ln>
        </p:spPr>
      </p:sp>
      <p:sp>
        <p:nvSpPr>
          <p:cNvPr id="354" name="Google Shape;354;p202"/>
          <p:cNvSpPr>
            <a:spLocks noGrp="1"/>
          </p:cNvSpPr>
          <p:nvPr>
            <p:ph type="pic" idx="4"/>
          </p:nvPr>
        </p:nvSpPr>
        <p:spPr>
          <a:xfrm>
            <a:off x="2116623" y="2548677"/>
            <a:ext cx="2843864" cy="3181350"/>
          </a:xfrm>
          <a:prstGeom prst="rect">
            <a:avLst/>
          </a:prstGeom>
          <a:noFill/>
          <a:ln>
            <a:noFill/>
          </a:ln>
        </p:spPr>
      </p:sp>
      <p:grpSp>
        <p:nvGrpSpPr>
          <p:cNvPr id="355" name="Google Shape;355;p202"/>
          <p:cNvGrpSpPr/>
          <p:nvPr/>
        </p:nvGrpSpPr>
        <p:grpSpPr>
          <a:xfrm>
            <a:off x="0" y="6658753"/>
            <a:ext cx="12188825" cy="208124"/>
            <a:chOff x="0" y="6606540"/>
            <a:chExt cx="11430000" cy="251459"/>
          </a:xfrm>
        </p:grpSpPr>
        <p:sp>
          <p:nvSpPr>
            <p:cNvPr id="356" name="Google Shape;356;p202"/>
            <p:cNvSpPr/>
            <p:nvPr/>
          </p:nvSpPr>
          <p:spPr>
            <a:xfrm>
              <a:off x="0" y="6606540"/>
              <a:ext cx="2286000" cy="251459"/>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7" name="Google Shape;357;p202"/>
            <p:cNvSpPr/>
            <p:nvPr/>
          </p:nvSpPr>
          <p:spPr>
            <a:xfrm>
              <a:off x="2286000" y="6606540"/>
              <a:ext cx="2286000" cy="251459"/>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8" name="Google Shape;358;p202"/>
            <p:cNvSpPr/>
            <p:nvPr/>
          </p:nvSpPr>
          <p:spPr>
            <a:xfrm>
              <a:off x="4572000" y="6606540"/>
              <a:ext cx="2286000" cy="251459"/>
            </a:xfrm>
            <a:prstGeom prst="rect">
              <a:avLst/>
            </a:prstGeom>
            <a:solidFill>
              <a:schemeClr val="accent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59" name="Google Shape;359;p202"/>
            <p:cNvSpPr/>
            <p:nvPr/>
          </p:nvSpPr>
          <p:spPr>
            <a:xfrm>
              <a:off x="6858000" y="6606540"/>
              <a:ext cx="2286000" cy="251459"/>
            </a:xfrm>
            <a:prstGeom prst="rect">
              <a:avLst/>
            </a:prstGeom>
            <a:solidFill>
              <a:schemeClr val="accent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
          <p:nvSpPr>
            <p:cNvPr id="360" name="Google Shape;360;p202"/>
            <p:cNvSpPr/>
            <p:nvPr/>
          </p:nvSpPr>
          <p:spPr>
            <a:xfrm>
              <a:off x="9144000" y="6606540"/>
              <a:ext cx="2286000" cy="251459"/>
            </a:xfrm>
            <a:prstGeom prst="rect">
              <a:avLst/>
            </a:prstGeom>
            <a:solidFill>
              <a:schemeClr val="accent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39_Full Blank">
  <p:cSld name="39_Full Blank">
    <p:spTree>
      <p:nvGrpSpPr>
        <p:cNvPr id="1" name="Shape 361"/>
        <p:cNvGrpSpPr/>
        <p:nvPr/>
      </p:nvGrpSpPr>
      <p:grpSpPr>
        <a:xfrm>
          <a:off x="0" y="0"/>
          <a:ext cx="0" cy="0"/>
          <a:chOff x="0" y="0"/>
          <a:chExt cx="0" cy="0"/>
        </a:xfrm>
      </p:grpSpPr>
      <p:sp>
        <p:nvSpPr>
          <p:cNvPr id="362" name="Google Shape;362;p203"/>
          <p:cNvSpPr/>
          <p:nvPr/>
        </p:nvSpPr>
        <p:spPr>
          <a:xfrm>
            <a:off x="11501300" y="199247"/>
            <a:ext cx="422454" cy="422564"/>
          </a:xfrm>
          <a:prstGeom prst="flowChartDelay">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399">
              <a:solidFill>
                <a:schemeClr val="lt1"/>
              </a:solidFill>
              <a:latin typeface="Calibri"/>
              <a:ea typeface="Calibri"/>
              <a:cs typeface="Calibri"/>
              <a:sym typeface="Calibri"/>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grpSp>
        <p:nvGrpSpPr>
          <p:cNvPr id="523" name="Group 522">
            <a:extLst>
              <a:ext uri="{FF2B5EF4-FFF2-40B4-BE49-F238E27FC236}">
                <a16:creationId xmlns:a16="http://schemas.microsoft.com/office/drawing/2014/main" id="{2DB38A0F-0598-4BC1-A4B5-6E4C7D1AE1FD}"/>
              </a:ext>
            </a:extLst>
          </p:cNvPr>
          <p:cNvGrpSpPr/>
          <p:nvPr userDrawn="1"/>
        </p:nvGrpSpPr>
        <p:grpSpPr>
          <a:xfrm>
            <a:off x="354110" y="326571"/>
            <a:ext cx="11480605" cy="6204858"/>
            <a:chOff x="354110" y="326571"/>
            <a:chExt cx="11480605" cy="6204858"/>
          </a:xfrm>
          <a:solidFill>
            <a:schemeClr val="accent1">
              <a:lumMod val="90000"/>
              <a:lumOff val="10000"/>
            </a:schemeClr>
          </a:solidFill>
        </p:grpSpPr>
        <p:sp>
          <p:nvSpPr>
            <p:cNvPr id="524" name="Rectangle 5">
              <a:extLst>
                <a:ext uri="{FF2B5EF4-FFF2-40B4-BE49-F238E27FC236}">
                  <a16:creationId xmlns:a16="http://schemas.microsoft.com/office/drawing/2014/main" id="{D0391FF9-0338-4933-99EA-0BC7224F463E}"/>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6">
              <a:extLst>
                <a:ext uri="{FF2B5EF4-FFF2-40B4-BE49-F238E27FC236}">
                  <a16:creationId xmlns:a16="http://schemas.microsoft.com/office/drawing/2014/main" id="{68848005-FF97-4886-AB70-BEAC78E6AF03}"/>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7">
              <a:extLst>
                <a:ext uri="{FF2B5EF4-FFF2-40B4-BE49-F238E27FC236}">
                  <a16:creationId xmlns:a16="http://schemas.microsoft.com/office/drawing/2014/main" id="{A371799C-C91D-4388-B84A-3FB8314160BB}"/>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8">
              <a:extLst>
                <a:ext uri="{FF2B5EF4-FFF2-40B4-BE49-F238E27FC236}">
                  <a16:creationId xmlns:a16="http://schemas.microsoft.com/office/drawing/2014/main" id="{C722B8FD-8C0E-4B48-8849-E0D3A2C9EC70}"/>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9">
              <a:extLst>
                <a:ext uri="{FF2B5EF4-FFF2-40B4-BE49-F238E27FC236}">
                  <a16:creationId xmlns:a16="http://schemas.microsoft.com/office/drawing/2014/main" id="{F690EF81-637B-45E9-B2E4-F6466D3CEA03}"/>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10">
              <a:extLst>
                <a:ext uri="{FF2B5EF4-FFF2-40B4-BE49-F238E27FC236}">
                  <a16:creationId xmlns:a16="http://schemas.microsoft.com/office/drawing/2014/main" id="{93D434AE-D8E1-4B73-97E9-104904735F90}"/>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11">
              <a:extLst>
                <a:ext uri="{FF2B5EF4-FFF2-40B4-BE49-F238E27FC236}">
                  <a16:creationId xmlns:a16="http://schemas.microsoft.com/office/drawing/2014/main" id="{38DB79DD-18E2-4E0B-8C6B-B3170D9E63C6}"/>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12">
              <a:extLst>
                <a:ext uri="{FF2B5EF4-FFF2-40B4-BE49-F238E27FC236}">
                  <a16:creationId xmlns:a16="http://schemas.microsoft.com/office/drawing/2014/main" id="{AA24A7B5-1047-4ED2-8394-1F64840CDD0E}"/>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13">
              <a:extLst>
                <a:ext uri="{FF2B5EF4-FFF2-40B4-BE49-F238E27FC236}">
                  <a16:creationId xmlns:a16="http://schemas.microsoft.com/office/drawing/2014/main" id="{1BF3D7A2-914A-406C-85FE-78F492E20546}"/>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14">
              <a:extLst>
                <a:ext uri="{FF2B5EF4-FFF2-40B4-BE49-F238E27FC236}">
                  <a16:creationId xmlns:a16="http://schemas.microsoft.com/office/drawing/2014/main" id="{EFE4A65D-7D8E-481F-9FD2-EC0C8574248C}"/>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15">
              <a:extLst>
                <a:ext uri="{FF2B5EF4-FFF2-40B4-BE49-F238E27FC236}">
                  <a16:creationId xmlns:a16="http://schemas.microsoft.com/office/drawing/2014/main" id="{6D829585-3C10-4E29-9D87-5A5437E00BCE}"/>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16">
              <a:extLst>
                <a:ext uri="{FF2B5EF4-FFF2-40B4-BE49-F238E27FC236}">
                  <a16:creationId xmlns:a16="http://schemas.microsoft.com/office/drawing/2014/main" id="{2B70A9B8-A62A-4C92-8175-AAC487F5F934}"/>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17">
              <a:extLst>
                <a:ext uri="{FF2B5EF4-FFF2-40B4-BE49-F238E27FC236}">
                  <a16:creationId xmlns:a16="http://schemas.microsoft.com/office/drawing/2014/main" id="{62925939-9955-4AB6-8B7B-2F98C58A94BA}"/>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18">
              <a:extLst>
                <a:ext uri="{FF2B5EF4-FFF2-40B4-BE49-F238E27FC236}">
                  <a16:creationId xmlns:a16="http://schemas.microsoft.com/office/drawing/2014/main" id="{658B8514-8D6B-4F5F-AE70-55B9F4C5056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19">
              <a:extLst>
                <a:ext uri="{FF2B5EF4-FFF2-40B4-BE49-F238E27FC236}">
                  <a16:creationId xmlns:a16="http://schemas.microsoft.com/office/drawing/2014/main" id="{D6780382-758A-41C1-83C0-EB51E004EF9A}"/>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0">
              <a:extLst>
                <a:ext uri="{FF2B5EF4-FFF2-40B4-BE49-F238E27FC236}">
                  <a16:creationId xmlns:a16="http://schemas.microsoft.com/office/drawing/2014/main" id="{9357623D-6D19-46DA-B792-E1A2F32F8F0F}"/>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1">
              <a:extLst>
                <a:ext uri="{FF2B5EF4-FFF2-40B4-BE49-F238E27FC236}">
                  <a16:creationId xmlns:a16="http://schemas.microsoft.com/office/drawing/2014/main" id="{2F00DFB8-11D0-4DF8-A3AD-197C3F3071B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2">
              <a:extLst>
                <a:ext uri="{FF2B5EF4-FFF2-40B4-BE49-F238E27FC236}">
                  <a16:creationId xmlns:a16="http://schemas.microsoft.com/office/drawing/2014/main" id="{57F57754-D964-4CFA-BC83-9AFD46DA5646}"/>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3">
              <a:extLst>
                <a:ext uri="{FF2B5EF4-FFF2-40B4-BE49-F238E27FC236}">
                  <a16:creationId xmlns:a16="http://schemas.microsoft.com/office/drawing/2014/main" id="{CAC9FBA4-D9FC-44DC-9CBC-4AA56F87E83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4">
              <a:extLst>
                <a:ext uri="{FF2B5EF4-FFF2-40B4-BE49-F238E27FC236}">
                  <a16:creationId xmlns:a16="http://schemas.microsoft.com/office/drawing/2014/main" id="{6B5BF42C-E1FB-4B04-8861-8F6834EC8B77}"/>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5">
              <a:extLst>
                <a:ext uri="{FF2B5EF4-FFF2-40B4-BE49-F238E27FC236}">
                  <a16:creationId xmlns:a16="http://schemas.microsoft.com/office/drawing/2014/main" id="{BECAB5D5-0B99-4F52-BDEC-9DEE44451ECA}"/>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6">
              <a:extLst>
                <a:ext uri="{FF2B5EF4-FFF2-40B4-BE49-F238E27FC236}">
                  <a16:creationId xmlns:a16="http://schemas.microsoft.com/office/drawing/2014/main" id="{7F2A058E-DD90-4B9A-BCA3-AAB1E8805F6B}"/>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7">
              <a:extLst>
                <a:ext uri="{FF2B5EF4-FFF2-40B4-BE49-F238E27FC236}">
                  <a16:creationId xmlns:a16="http://schemas.microsoft.com/office/drawing/2014/main" id="{5A511A58-4543-4023-AD40-17185DD316D9}"/>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
              <a:extLst>
                <a:ext uri="{FF2B5EF4-FFF2-40B4-BE49-F238E27FC236}">
                  <a16:creationId xmlns:a16="http://schemas.microsoft.com/office/drawing/2014/main" id="{4FB2F5FA-9E29-4BF4-A565-01F562351925}"/>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9">
              <a:extLst>
                <a:ext uri="{FF2B5EF4-FFF2-40B4-BE49-F238E27FC236}">
                  <a16:creationId xmlns:a16="http://schemas.microsoft.com/office/drawing/2014/main" id="{79033138-2B37-4A7A-BB10-95ED1BC4CE8D}"/>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30">
              <a:extLst>
                <a:ext uri="{FF2B5EF4-FFF2-40B4-BE49-F238E27FC236}">
                  <a16:creationId xmlns:a16="http://schemas.microsoft.com/office/drawing/2014/main" id="{79753DF4-5F75-4419-909E-7C6C912431E9}"/>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32">
              <a:extLst>
                <a:ext uri="{FF2B5EF4-FFF2-40B4-BE49-F238E27FC236}">
                  <a16:creationId xmlns:a16="http://schemas.microsoft.com/office/drawing/2014/main" id="{855DF40C-B6BB-4565-917B-0D68E9A99568}"/>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33">
              <a:extLst>
                <a:ext uri="{FF2B5EF4-FFF2-40B4-BE49-F238E27FC236}">
                  <a16:creationId xmlns:a16="http://schemas.microsoft.com/office/drawing/2014/main" id="{4A966D73-83CF-49BC-B17D-814D08E7082D}"/>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34">
              <a:extLst>
                <a:ext uri="{FF2B5EF4-FFF2-40B4-BE49-F238E27FC236}">
                  <a16:creationId xmlns:a16="http://schemas.microsoft.com/office/drawing/2014/main" id="{C4D3FEF6-5168-4033-87C1-4DE8C0B10D44}"/>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35">
              <a:extLst>
                <a:ext uri="{FF2B5EF4-FFF2-40B4-BE49-F238E27FC236}">
                  <a16:creationId xmlns:a16="http://schemas.microsoft.com/office/drawing/2014/main" id="{8196550C-9075-450D-8381-757B57ACFE83}"/>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36">
              <a:extLst>
                <a:ext uri="{FF2B5EF4-FFF2-40B4-BE49-F238E27FC236}">
                  <a16:creationId xmlns:a16="http://schemas.microsoft.com/office/drawing/2014/main" id="{9DDF2589-A917-47E1-86F2-E9E9D031133F}"/>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37">
              <a:extLst>
                <a:ext uri="{FF2B5EF4-FFF2-40B4-BE49-F238E27FC236}">
                  <a16:creationId xmlns:a16="http://schemas.microsoft.com/office/drawing/2014/main" id="{19AA832E-82CD-495F-9759-311D5CF3C627}"/>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38">
              <a:extLst>
                <a:ext uri="{FF2B5EF4-FFF2-40B4-BE49-F238E27FC236}">
                  <a16:creationId xmlns:a16="http://schemas.microsoft.com/office/drawing/2014/main" id="{E321B9D6-F4D4-4E72-B642-4A20A028DE61}"/>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39">
              <a:extLst>
                <a:ext uri="{FF2B5EF4-FFF2-40B4-BE49-F238E27FC236}">
                  <a16:creationId xmlns:a16="http://schemas.microsoft.com/office/drawing/2014/main" id="{67D8E47E-A97F-495B-9D93-E77F5D991824}"/>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40">
              <a:extLst>
                <a:ext uri="{FF2B5EF4-FFF2-40B4-BE49-F238E27FC236}">
                  <a16:creationId xmlns:a16="http://schemas.microsoft.com/office/drawing/2014/main" id="{A3102978-9FB6-414A-87A2-7447231B782C}"/>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41">
              <a:extLst>
                <a:ext uri="{FF2B5EF4-FFF2-40B4-BE49-F238E27FC236}">
                  <a16:creationId xmlns:a16="http://schemas.microsoft.com/office/drawing/2014/main" id="{52AB6645-416B-4B1A-BDD5-25D20B3DDFF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42">
              <a:extLst>
                <a:ext uri="{FF2B5EF4-FFF2-40B4-BE49-F238E27FC236}">
                  <a16:creationId xmlns:a16="http://schemas.microsoft.com/office/drawing/2014/main" id="{6FC3BBB2-F5AD-4180-9804-3EA9F90C269D}"/>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43">
              <a:extLst>
                <a:ext uri="{FF2B5EF4-FFF2-40B4-BE49-F238E27FC236}">
                  <a16:creationId xmlns:a16="http://schemas.microsoft.com/office/drawing/2014/main" id="{422DB3ED-2BEF-4ED1-BC1B-08CB86C00F99}"/>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44">
              <a:extLst>
                <a:ext uri="{FF2B5EF4-FFF2-40B4-BE49-F238E27FC236}">
                  <a16:creationId xmlns:a16="http://schemas.microsoft.com/office/drawing/2014/main" id="{98D97055-E2FD-4FF0-90DB-E94B1920C4D3}"/>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45">
              <a:extLst>
                <a:ext uri="{FF2B5EF4-FFF2-40B4-BE49-F238E27FC236}">
                  <a16:creationId xmlns:a16="http://schemas.microsoft.com/office/drawing/2014/main" id="{DE4F8DEE-2AD7-48B0-86FE-2FB6CF6E0CC7}"/>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46">
              <a:extLst>
                <a:ext uri="{FF2B5EF4-FFF2-40B4-BE49-F238E27FC236}">
                  <a16:creationId xmlns:a16="http://schemas.microsoft.com/office/drawing/2014/main" id="{ABD952AD-A59A-4124-AAA4-9E35E9D1DAAA}"/>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47">
              <a:extLst>
                <a:ext uri="{FF2B5EF4-FFF2-40B4-BE49-F238E27FC236}">
                  <a16:creationId xmlns:a16="http://schemas.microsoft.com/office/drawing/2014/main" id="{09F53A53-235E-4905-B7A1-4C2487531478}"/>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48">
              <a:extLst>
                <a:ext uri="{FF2B5EF4-FFF2-40B4-BE49-F238E27FC236}">
                  <a16:creationId xmlns:a16="http://schemas.microsoft.com/office/drawing/2014/main" id="{E7B8F62B-F26F-4F16-83DE-DE88E2AC27DD}"/>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49">
              <a:extLst>
                <a:ext uri="{FF2B5EF4-FFF2-40B4-BE49-F238E27FC236}">
                  <a16:creationId xmlns:a16="http://schemas.microsoft.com/office/drawing/2014/main" id="{5A3F2E03-9197-4D87-AEBD-53681C71A0C3}"/>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50">
              <a:extLst>
                <a:ext uri="{FF2B5EF4-FFF2-40B4-BE49-F238E27FC236}">
                  <a16:creationId xmlns:a16="http://schemas.microsoft.com/office/drawing/2014/main" id="{AC48136C-038A-4E15-A432-82CDA3580ED7}"/>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51">
              <a:extLst>
                <a:ext uri="{FF2B5EF4-FFF2-40B4-BE49-F238E27FC236}">
                  <a16:creationId xmlns:a16="http://schemas.microsoft.com/office/drawing/2014/main" id="{A03DB8D5-6A83-4A84-AB18-2030609589D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52">
              <a:extLst>
                <a:ext uri="{FF2B5EF4-FFF2-40B4-BE49-F238E27FC236}">
                  <a16:creationId xmlns:a16="http://schemas.microsoft.com/office/drawing/2014/main" id="{CB4B691A-151E-4AA1-86FD-1DF590C8AD29}"/>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53">
              <a:extLst>
                <a:ext uri="{FF2B5EF4-FFF2-40B4-BE49-F238E27FC236}">
                  <a16:creationId xmlns:a16="http://schemas.microsoft.com/office/drawing/2014/main" id="{8DE17CF6-249D-4F7B-83E2-FD452FE7770B}"/>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54">
              <a:extLst>
                <a:ext uri="{FF2B5EF4-FFF2-40B4-BE49-F238E27FC236}">
                  <a16:creationId xmlns:a16="http://schemas.microsoft.com/office/drawing/2014/main" id="{8AFBC693-95B4-46BF-8458-36EE0C80554E}"/>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55">
              <a:extLst>
                <a:ext uri="{FF2B5EF4-FFF2-40B4-BE49-F238E27FC236}">
                  <a16:creationId xmlns:a16="http://schemas.microsoft.com/office/drawing/2014/main" id="{1B7936E4-C86A-4ECF-9DAA-DD45C61C9B40}"/>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56">
              <a:extLst>
                <a:ext uri="{FF2B5EF4-FFF2-40B4-BE49-F238E27FC236}">
                  <a16:creationId xmlns:a16="http://schemas.microsoft.com/office/drawing/2014/main" id="{07B705CC-7C23-4703-BFCD-DEBFDF5A7E5B}"/>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57">
              <a:extLst>
                <a:ext uri="{FF2B5EF4-FFF2-40B4-BE49-F238E27FC236}">
                  <a16:creationId xmlns:a16="http://schemas.microsoft.com/office/drawing/2014/main" id="{021EAEDF-4795-47A7-9CDF-29BDE7EB4647}"/>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59">
              <a:extLst>
                <a:ext uri="{FF2B5EF4-FFF2-40B4-BE49-F238E27FC236}">
                  <a16:creationId xmlns:a16="http://schemas.microsoft.com/office/drawing/2014/main" id="{C8E25685-5F7D-4F4C-ABCD-4A625A28DA84}"/>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60">
              <a:extLst>
                <a:ext uri="{FF2B5EF4-FFF2-40B4-BE49-F238E27FC236}">
                  <a16:creationId xmlns:a16="http://schemas.microsoft.com/office/drawing/2014/main" id="{F86C1915-F185-4F6E-BC9A-70ED68733204}"/>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61">
              <a:extLst>
                <a:ext uri="{FF2B5EF4-FFF2-40B4-BE49-F238E27FC236}">
                  <a16:creationId xmlns:a16="http://schemas.microsoft.com/office/drawing/2014/main" id="{0A676732-8A69-4B25-9573-F6F90E1CBE82}"/>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62">
              <a:extLst>
                <a:ext uri="{FF2B5EF4-FFF2-40B4-BE49-F238E27FC236}">
                  <a16:creationId xmlns:a16="http://schemas.microsoft.com/office/drawing/2014/main" id="{D4F1F03D-E1AA-4194-B592-BA6FFEF4B89A}"/>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63">
              <a:extLst>
                <a:ext uri="{FF2B5EF4-FFF2-40B4-BE49-F238E27FC236}">
                  <a16:creationId xmlns:a16="http://schemas.microsoft.com/office/drawing/2014/main" id="{3E19A2DA-16F0-4B64-9855-639F78BF95B6}"/>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64">
              <a:extLst>
                <a:ext uri="{FF2B5EF4-FFF2-40B4-BE49-F238E27FC236}">
                  <a16:creationId xmlns:a16="http://schemas.microsoft.com/office/drawing/2014/main" id="{21AA4D67-978D-46FA-9138-C5EF347A093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65">
              <a:extLst>
                <a:ext uri="{FF2B5EF4-FFF2-40B4-BE49-F238E27FC236}">
                  <a16:creationId xmlns:a16="http://schemas.microsoft.com/office/drawing/2014/main" id="{DF7FABC9-0AE5-498D-9DCD-2D0A69DD494F}"/>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66">
              <a:extLst>
                <a:ext uri="{FF2B5EF4-FFF2-40B4-BE49-F238E27FC236}">
                  <a16:creationId xmlns:a16="http://schemas.microsoft.com/office/drawing/2014/main" id="{3B4259AB-BB5C-471B-8BFD-2464967E06EC}"/>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67">
              <a:extLst>
                <a:ext uri="{FF2B5EF4-FFF2-40B4-BE49-F238E27FC236}">
                  <a16:creationId xmlns:a16="http://schemas.microsoft.com/office/drawing/2014/main" id="{4A71AFC4-8245-4F87-8986-BFA7163794AB}"/>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68">
              <a:extLst>
                <a:ext uri="{FF2B5EF4-FFF2-40B4-BE49-F238E27FC236}">
                  <a16:creationId xmlns:a16="http://schemas.microsoft.com/office/drawing/2014/main" id="{AA4DB81E-6CDA-4C15-A84C-6764CA845A64}"/>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69">
              <a:extLst>
                <a:ext uri="{FF2B5EF4-FFF2-40B4-BE49-F238E27FC236}">
                  <a16:creationId xmlns:a16="http://schemas.microsoft.com/office/drawing/2014/main" id="{E6B3071E-6076-4B7A-83B7-92D6A165342E}"/>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70">
              <a:extLst>
                <a:ext uri="{FF2B5EF4-FFF2-40B4-BE49-F238E27FC236}">
                  <a16:creationId xmlns:a16="http://schemas.microsoft.com/office/drawing/2014/main" id="{E8543DB1-652E-4988-9780-2A2133D41D4C}"/>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71">
              <a:extLst>
                <a:ext uri="{FF2B5EF4-FFF2-40B4-BE49-F238E27FC236}">
                  <a16:creationId xmlns:a16="http://schemas.microsoft.com/office/drawing/2014/main" id="{42F0AA6A-4C74-462E-8B1B-F39A0F70FF7A}"/>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72">
              <a:extLst>
                <a:ext uri="{FF2B5EF4-FFF2-40B4-BE49-F238E27FC236}">
                  <a16:creationId xmlns:a16="http://schemas.microsoft.com/office/drawing/2014/main" id="{B33C0D7F-04E1-4844-B90C-3FBE5EEF3A4D}"/>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73">
              <a:extLst>
                <a:ext uri="{FF2B5EF4-FFF2-40B4-BE49-F238E27FC236}">
                  <a16:creationId xmlns:a16="http://schemas.microsoft.com/office/drawing/2014/main" id="{F49B085D-B4DD-458A-826A-3DA24029B88E}"/>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74">
              <a:extLst>
                <a:ext uri="{FF2B5EF4-FFF2-40B4-BE49-F238E27FC236}">
                  <a16:creationId xmlns:a16="http://schemas.microsoft.com/office/drawing/2014/main" id="{A32F9E5F-5111-453D-A333-FB4E1A18673B}"/>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75">
              <a:extLst>
                <a:ext uri="{FF2B5EF4-FFF2-40B4-BE49-F238E27FC236}">
                  <a16:creationId xmlns:a16="http://schemas.microsoft.com/office/drawing/2014/main" id="{47E4D8BD-DEA3-4D27-98E4-F4E7016173D4}"/>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76">
              <a:extLst>
                <a:ext uri="{FF2B5EF4-FFF2-40B4-BE49-F238E27FC236}">
                  <a16:creationId xmlns:a16="http://schemas.microsoft.com/office/drawing/2014/main" id="{BBF03BDD-5E4F-4125-8BBA-793FC2C135B8}"/>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77">
              <a:extLst>
                <a:ext uri="{FF2B5EF4-FFF2-40B4-BE49-F238E27FC236}">
                  <a16:creationId xmlns:a16="http://schemas.microsoft.com/office/drawing/2014/main" id="{F3B4C098-EB45-4815-8269-996D7522ECC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78">
              <a:extLst>
                <a:ext uri="{FF2B5EF4-FFF2-40B4-BE49-F238E27FC236}">
                  <a16:creationId xmlns:a16="http://schemas.microsoft.com/office/drawing/2014/main" id="{B59927F3-4B4B-42A6-8B08-08A49631DE99}"/>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79">
              <a:extLst>
                <a:ext uri="{FF2B5EF4-FFF2-40B4-BE49-F238E27FC236}">
                  <a16:creationId xmlns:a16="http://schemas.microsoft.com/office/drawing/2014/main" id="{A3EF2292-28DC-48A4-AF27-649B5C4586D6}"/>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80">
              <a:extLst>
                <a:ext uri="{FF2B5EF4-FFF2-40B4-BE49-F238E27FC236}">
                  <a16:creationId xmlns:a16="http://schemas.microsoft.com/office/drawing/2014/main" id="{248C3F59-9E32-45A2-A3CC-2CB702255A32}"/>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81">
              <a:extLst>
                <a:ext uri="{FF2B5EF4-FFF2-40B4-BE49-F238E27FC236}">
                  <a16:creationId xmlns:a16="http://schemas.microsoft.com/office/drawing/2014/main" id="{8E4ACB8A-43E4-4093-AE56-AA241704B0B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82">
              <a:extLst>
                <a:ext uri="{FF2B5EF4-FFF2-40B4-BE49-F238E27FC236}">
                  <a16:creationId xmlns:a16="http://schemas.microsoft.com/office/drawing/2014/main" id="{D14F99BB-28D1-464F-BB16-2F2623BBC5A4}"/>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83">
              <a:extLst>
                <a:ext uri="{FF2B5EF4-FFF2-40B4-BE49-F238E27FC236}">
                  <a16:creationId xmlns:a16="http://schemas.microsoft.com/office/drawing/2014/main" id="{A95FA675-3755-4391-B726-68B8FF23ADB3}"/>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84">
              <a:extLst>
                <a:ext uri="{FF2B5EF4-FFF2-40B4-BE49-F238E27FC236}">
                  <a16:creationId xmlns:a16="http://schemas.microsoft.com/office/drawing/2014/main" id="{49925855-02BD-4CA2-9D33-00CA85C3A971}"/>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86">
              <a:extLst>
                <a:ext uri="{FF2B5EF4-FFF2-40B4-BE49-F238E27FC236}">
                  <a16:creationId xmlns:a16="http://schemas.microsoft.com/office/drawing/2014/main" id="{29A0B59B-FDB1-4852-BA6C-06E6417E8DE5}"/>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87">
              <a:extLst>
                <a:ext uri="{FF2B5EF4-FFF2-40B4-BE49-F238E27FC236}">
                  <a16:creationId xmlns:a16="http://schemas.microsoft.com/office/drawing/2014/main" id="{F2291FF5-CA54-458E-8BD1-99B816F40E55}"/>
                </a:ext>
              </a:extLst>
            </p:cNvPr>
            <p:cNvSpPr>
              <a:spLocks noChangeArrowheads="1"/>
            </p:cNvSpPr>
            <p:nvPr/>
          </p:nvSpPr>
          <p:spPr bwMode="auto">
            <a:xfrm>
              <a:off x="80954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88">
              <a:extLst>
                <a:ext uri="{FF2B5EF4-FFF2-40B4-BE49-F238E27FC236}">
                  <a16:creationId xmlns:a16="http://schemas.microsoft.com/office/drawing/2014/main" id="{97EB7D42-19E8-41E2-B5B0-791AA24B51C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89">
              <a:extLst>
                <a:ext uri="{FF2B5EF4-FFF2-40B4-BE49-F238E27FC236}">
                  <a16:creationId xmlns:a16="http://schemas.microsoft.com/office/drawing/2014/main" id="{F11528A1-D5A5-47C3-A78A-BDF885ECD0F6}"/>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90">
              <a:extLst>
                <a:ext uri="{FF2B5EF4-FFF2-40B4-BE49-F238E27FC236}">
                  <a16:creationId xmlns:a16="http://schemas.microsoft.com/office/drawing/2014/main" id="{382D90AE-FED6-4FCA-B477-13F5EC154EA9}"/>
                </a:ext>
              </a:extLst>
            </p:cNvPr>
            <p:cNvSpPr>
              <a:spLocks noChangeArrowheads="1"/>
            </p:cNvSpPr>
            <p:nvPr/>
          </p:nvSpPr>
          <p:spPr bwMode="auto">
            <a:xfrm>
              <a:off x="2173502"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91">
              <a:extLst>
                <a:ext uri="{FF2B5EF4-FFF2-40B4-BE49-F238E27FC236}">
                  <a16:creationId xmlns:a16="http://schemas.microsoft.com/office/drawing/2014/main" id="{32C9B838-AD97-41C2-B167-E2ED06D301D2}"/>
                </a:ext>
              </a:extLst>
            </p:cNvPr>
            <p:cNvSpPr>
              <a:spLocks noChangeArrowheads="1"/>
            </p:cNvSpPr>
            <p:nvPr/>
          </p:nvSpPr>
          <p:spPr bwMode="auto">
            <a:xfrm>
              <a:off x="2628934"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92">
              <a:extLst>
                <a:ext uri="{FF2B5EF4-FFF2-40B4-BE49-F238E27FC236}">
                  <a16:creationId xmlns:a16="http://schemas.microsoft.com/office/drawing/2014/main" id="{17A1E437-F28C-4912-A416-147E734D2A46}"/>
                </a:ext>
              </a:extLst>
            </p:cNvPr>
            <p:cNvSpPr>
              <a:spLocks noChangeArrowheads="1"/>
            </p:cNvSpPr>
            <p:nvPr/>
          </p:nvSpPr>
          <p:spPr bwMode="auto">
            <a:xfrm>
              <a:off x="3083197"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105">
              <a:extLst>
                <a:ext uri="{FF2B5EF4-FFF2-40B4-BE49-F238E27FC236}">
                  <a16:creationId xmlns:a16="http://schemas.microsoft.com/office/drawing/2014/main" id="{DEAE7685-4A38-4785-9605-B19161F69E26}"/>
                </a:ext>
              </a:extLst>
            </p:cNvPr>
            <p:cNvSpPr>
              <a:spLocks noChangeArrowheads="1"/>
            </p:cNvSpPr>
            <p:nvPr/>
          </p:nvSpPr>
          <p:spPr bwMode="auto">
            <a:xfrm>
              <a:off x="8996805"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106">
              <a:extLst>
                <a:ext uri="{FF2B5EF4-FFF2-40B4-BE49-F238E27FC236}">
                  <a16:creationId xmlns:a16="http://schemas.microsoft.com/office/drawing/2014/main" id="{D8D5236E-C6F3-4C15-B112-50979E39B652}"/>
                </a:ext>
              </a:extLst>
            </p:cNvPr>
            <p:cNvSpPr>
              <a:spLocks noChangeArrowheads="1"/>
            </p:cNvSpPr>
            <p:nvPr/>
          </p:nvSpPr>
          <p:spPr bwMode="auto">
            <a:xfrm>
              <a:off x="9451068"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107">
              <a:extLst>
                <a:ext uri="{FF2B5EF4-FFF2-40B4-BE49-F238E27FC236}">
                  <a16:creationId xmlns:a16="http://schemas.microsoft.com/office/drawing/2014/main" id="{EAC78FE3-C094-437A-B445-4F783780233D}"/>
                </a:ext>
              </a:extLst>
            </p:cNvPr>
            <p:cNvSpPr>
              <a:spLocks noChangeArrowheads="1"/>
            </p:cNvSpPr>
            <p:nvPr/>
          </p:nvSpPr>
          <p:spPr bwMode="auto">
            <a:xfrm>
              <a:off x="9906501"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108">
              <a:extLst>
                <a:ext uri="{FF2B5EF4-FFF2-40B4-BE49-F238E27FC236}">
                  <a16:creationId xmlns:a16="http://schemas.microsoft.com/office/drawing/2014/main" id="{E515352F-F56E-4A5E-A366-80D13565A14A}"/>
                </a:ext>
              </a:extLst>
            </p:cNvPr>
            <p:cNvSpPr>
              <a:spLocks noChangeArrowheads="1"/>
            </p:cNvSpPr>
            <p:nvPr/>
          </p:nvSpPr>
          <p:spPr bwMode="auto">
            <a:xfrm>
              <a:off x="10360763"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109">
              <a:extLst>
                <a:ext uri="{FF2B5EF4-FFF2-40B4-BE49-F238E27FC236}">
                  <a16:creationId xmlns:a16="http://schemas.microsoft.com/office/drawing/2014/main" id="{082593FC-9A99-4046-9873-3F17F576F5F2}"/>
                </a:ext>
              </a:extLst>
            </p:cNvPr>
            <p:cNvSpPr>
              <a:spLocks noChangeArrowheads="1"/>
            </p:cNvSpPr>
            <p:nvPr/>
          </p:nvSpPr>
          <p:spPr bwMode="auto">
            <a:xfrm>
              <a:off x="10816197"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110">
              <a:extLst>
                <a:ext uri="{FF2B5EF4-FFF2-40B4-BE49-F238E27FC236}">
                  <a16:creationId xmlns:a16="http://schemas.microsoft.com/office/drawing/2014/main" id="{7BE87C29-956D-4731-9DEF-2472E21D89AD}"/>
                </a:ext>
              </a:extLst>
            </p:cNvPr>
            <p:cNvSpPr>
              <a:spLocks noChangeArrowheads="1"/>
            </p:cNvSpPr>
            <p:nvPr/>
          </p:nvSpPr>
          <p:spPr bwMode="auto">
            <a:xfrm>
              <a:off x="11270460" y="18505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111">
              <a:extLst>
                <a:ext uri="{FF2B5EF4-FFF2-40B4-BE49-F238E27FC236}">
                  <a16:creationId xmlns:a16="http://schemas.microsoft.com/office/drawing/2014/main" id="{A3B07365-8B76-4AFB-ABA7-8DD8B6C91F90}"/>
                </a:ext>
              </a:extLst>
            </p:cNvPr>
            <p:cNvSpPr>
              <a:spLocks noChangeArrowheads="1"/>
            </p:cNvSpPr>
            <p:nvPr/>
          </p:nvSpPr>
          <p:spPr bwMode="auto">
            <a:xfrm>
              <a:off x="11725892" y="18505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113">
              <a:extLst>
                <a:ext uri="{FF2B5EF4-FFF2-40B4-BE49-F238E27FC236}">
                  <a16:creationId xmlns:a16="http://schemas.microsoft.com/office/drawing/2014/main" id="{DC607E7A-BE56-4471-A732-571BF19EBC8C}"/>
                </a:ext>
              </a:extLst>
            </p:cNvPr>
            <p:cNvSpPr>
              <a:spLocks noChangeArrowheads="1"/>
            </p:cNvSpPr>
            <p:nvPr/>
          </p:nvSpPr>
          <p:spPr bwMode="auto">
            <a:xfrm>
              <a:off x="35411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114">
              <a:extLst>
                <a:ext uri="{FF2B5EF4-FFF2-40B4-BE49-F238E27FC236}">
                  <a16:creationId xmlns:a16="http://schemas.microsoft.com/office/drawing/2014/main" id="{AC622CDC-661A-4504-B509-39988A37961B}"/>
                </a:ext>
              </a:extLst>
            </p:cNvPr>
            <p:cNvSpPr>
              <a:spLocks noChangeArrowheads="1"/>
            </p:cNvSpPr>
            <p:nvPr/>
          </p:nvSpPr>
          <p:spPr bwMode="auto">
            <a:xfrm>
              <a:off x="80954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115">
              <a:extLst>
                <a:ext uri="{FF2B5EF4-FFF2-40B4-BE49-F238E27FC236}">
                  <a16:creationId xmlns:a16="http://schemas.microsoft.com/office/drawing/2014/main" id="{62946A9D-9192-4CAD-8F76-974C5FE277D5}"/>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116">
              <a:extLst>
                <a:ext uri="{FF2B5EF4-FFF2-40B4-BE49-F238E27FC236}">
                  <a16:creationId xmlns:a16="http://schemas.microsoft.com/office/drawing/2014/main" id="{98A87D74-26D6-44DE-B8E3-3F1228E833DD}"/>
                </a:ext>
              </a:extLst>
            </p:cNvPr>
            <p:cNvSpPr>
              <a:spLocks noChangeArrowheads="1"/>
            </p:cNvSpPr>
            <p:nvPr/>
          </p:nvSpPr>
          <p:spPr bwMode="auto">
            <a:xfrm>
              <a:off x="1719239"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7">
              <a:extLst>
                <a:ext uri="{FF2B5EF4-FFF2-40B4-BE49-F238E27FC236}">
                  <a16:creationId xmlns:a16="http://schemas.microsoft.com/office/drawing/2014/main" id="{305F2911-EBBC-4A1F-9F27-F5A4D6683343}"/>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8">
              <a:extLst>
                <a:ext uri="{FF2B5EF4-FFF2-40B4-BE49-F238E27FC236}">
                  <a16:creationId xmlns:a16="http://schemas.microsoft.com/office/drawing/2014/main" id="{E3017ED1-C3DB-468D-917A-7D055013E8AA}"/>
                </a:ext>
              </a:extLst>
            </p:cNvPr>
            <p:cNvSpPr>
              <a:spLocks noChangeArrowheads="1"/>
            </p:cNvSpPr>
            <p:nvPr/>
          </p:nvSpPr>
          <p:spPr bwMode="auto">
            <a:xfrm>
              <a:off x="2628934"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19">
              <a:extLst>
                <a:ext uri="{FF2B5EF4-FFF2-40B4-BE49-F238E27FC236}">
                  <a16:creationId xmlns:a16="http://schemas.microsoft.com/office/drawing/2014/main" id="{364A9FBD-1DB7-46D2-80AE-1EF6158FE9A7}"/>
                </a:ext>
              </a:extLst>
            </p:cNvPr>
            <p:cNvSpPr>
              <a:spLocks noChangeArrowheads="1"/>
            </p:cNvSpPr>
            <p:nvPr/>
          </p:nvSpPr>
          <p:spPr bwMode="auto">
            <a:xfrm>
              <a:off x="3083197"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32">
              <a:extLst>
                <a:ext uri="{FF2B5EF4-FFF2-40B4-BE49-F238E27FC236}">
                  <a16:creationId xmlns:a16="http://schemas.microsoft.com/office/drawing/2014/main" id="{5B8F5DA7-A3AB-48C2-A0AA-06DFF2510EBF}"/>
                </a:ext>
              </a:extLst>
            </p:cNvPr>
            <p:cNvSpPr>
              <a:spLocks noChangeArrowheads="1"/>
            </p:cNvSpPr>
            <p:nvPr/>
          </p:nvSpPr>
          <p:spPr bwMode="auto">
            <a:xfrm>
              <a:off x="8996805"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33">
              <a:extLst>
                <a:ext uri="{FF2B5EF4-FFF2-40B4-BE49-F238E27FC236}">
                  <a16:creationId xmlns:a16="http://schemas.microsoft.com/office/drawing/2014/main" id="{B4EEDB8D-D8C1-42F7-816B-88E1F6AC5AF0}"/>
                </a:ext>
              </a:extLst>
            </p:cNvPr>
            <p:cNvSpPr>
              <a:spLocks noChangeArrowheads="1"/>
            </p:cNvSpPr>
            <p:nvPr/>
          </p:nvSpPr>
          <p:spPr bwMode="auto">
            <a:xfrm>
              <a:off x="9451068"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34">
              <a:extLst>
                <a:ext uri="{FF2B5EF4-FFF2-40B4-BE49-F238E27FC236}">
                  <a16:creationId xmlns:a16="http://schemas.microsoft.com/office/drawing/2014/main" id="{E15F1A2D-8731-4042-A5CD-84E3C2F4462A}"/>
                </a:ext>
              </a:extLst>
            </p:cNvPr>
            <p:cNvSpPr>
              <a:spLocks noChangeArrowheads="1"/>
            </p:cNvSpPr>
            <p:nvPr/>
          </p:nvSpPr>
          <p:spPr bwMode="auto">
            <a:xfrm>
              <a:off x="9906501"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35">
              <a:extLst>
                <a:ext uri="{FF2B5EF4-FFF2-40B4-BE49-F238E27FC236}">
                  <a16:creationId xmlns:a16="http://schemas.microsoft.com/office/drawing/2014/main" id="{866AE8F6-A982-4075-88C6-096E183A6392}"/>
                </a:ext>
              </a:extLst>
            </p:cNvPr>
            <p:cNvSpPr>
              <a:spLocks noChangeArrowheads="1"/>
            </p:cNvSpPr>
            <p:nvPr/>
          </p:nvSpPr>
          <p:spPr bwMode="auto">
            <a:xfrm>
              <a:off x="10360763"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136">
              <a:extLst>
                <a:ext uri="{FF2B5EF4-FFF2-40B4-BE49-F238E27FC236}">
                  <a16:creationId xmlns:a16="http://schemas.microsoft.com/office/drawing/2014/main" id="{4E9E8D66-CB5B-45DA-86A6-55504897135B}"/>
                </a:ext>
              </a:extLst>
            </p:cNvPr>
            <p:cNvSpPr>
              <a:spLocks noChangeArrowheads="1"/>
            </p:cNvSpPr>
            <p:nvPr/>
          </p:nvSpPr>
          <p:spPr bwMode="auto">
            <a:xfrm>
              <a:off x="10816197"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137">
              <a:extLst>
                <a:ext uri="{FF2B5EF4-FFF2-40B4-BE49-F238E27FC236}">
                  <a16:creationId xmlns:a16="http://schemas.microsoft.com/office/drawing/2014/main" id="{A22DE3BE-D7D7-4570-BD5B-578C0D546A4B}"/>
                </a:ext>
              </a:extLst>
            </p:cNvPr>
            <p:cNvSpPr>
              <a:spLocks noChangeArrowheads="1"/>
            </p:cNvSpPr>
            <p:nvPr/>
          </p:nvSpPr>
          <p:spPr bwMode="auto">
            <a:xfrm>
              <a:off x="11270460" y="23589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138">
              <a:extLst>
                <a:ext uri="{FF2B5EF4-FFF2-40B4-BE49-F238E27FC236}">
                  <a16:creationId xmlns:a16="http://schemas.microsoft.com/office/drawing/2014/main" id="{7A6BABE8-DBE8-441A-87BB-BA336C02DC7D}"/>
                </a:ext>
              </a:extLst>
            </p:cNvPr>
            <p:cNvSpPr>
              <a:spLocks noChangeArrowheads="1"/>
            </p:cNvSpPr>
            <p:nvPr/>
          </p:nvSpPr>
          <p:spPr bwMode="auto">
            <a:xfrm>
              <a:off x="11725892" y="23589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140">
              <a:extLst>
                <a:ext uri="{FF2B5EF4-FFF2-40B4-BE49-F238E27FC236}">
                  <a16:creationId xmlns:a16="http://schemas.microsoft.com/office/drawing/2014/main" id="{E3D2014F-A2E0-433E-904B-8B6961F86454}"/>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141">
              <a:extLst>
                <a:ext uri="{FF2B5EF4-FFF2-40B4-BE49-F238E27FC236}">
                  <a16:creationId xmlns:a16="http://schemas.microsoft.com/office/drawing/2014/main" id="{69E93948-9F67-4652-940D-D296937F99EA}"/>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142">
              <a:extLst>
                <a:ext uri="{FF2B5EF4-FFF2-40B4-BE49-F238E27FC236}">
                  <a16:creationId xmlns:a16="http://schemas.microsoft.com/office/drawing/2014/main" id="{DF77B519-E891-4382-8E18-46FCB0F8C711}"/>
                </a:ext>
              </a:extLst>
            </p:cNvPr>
            <p:cNvSpPr>
              <a:spLocks noChangeArrowheads="1"/>
            </p:cNvSpPr>
            <p:nvPr/>
          </p:nvSpPr>
          <p:spPr bwMode="auto">
            <a:xfrm>
              <a:off x="1263805"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143">
              <a:extLst>
                <a:ext uri="{FF2B5EF4-FFF2-40B4-BE49-F238E27FC236}">
                  <a16:creationId xmlns:a16="http://schemas.microsoft.com/office/drawing/2014/main" id="{D5D17266-EBAA-471D-8E73-01469C4714ED}"/>
                </a:ext>
              </a:extLst>
            </p:cNvPr>
            <p:cNvSpPr>
              <a:spLocks noChangeArrowheads="1"/>
            </p:cNvSpPr>
            <p:nvPr/>
          </p:nvSpPr>
          <p:spPr bwMode="auto">
            <a:xfrm>
              <a:off x="1719239"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44">
              <a:extLst>
                <a:ext uri="{FF2B5EF4-FFF2-40B4-BE49-F238E27FC236}">
                  <a16:creationId xmlns:a16="http://schemas.microsoft.com/office/drawing/2014/main" id="{D44C52C9-4A4D-4A1A-8A29-69726A6A3047}"/>
                </a:ext>
              </a:extLst>
            </p:cNvPr>
            <p:cNvSpPr>
              <a:spLocks noChangeArrowheads="1"/>
            </p:cNvSpPr>
            <p:nvPr/>
          </p:nvSpPr>
          <p:spPr bwMode="auto">
            <a:xfrm>
              <a:off x="2173502"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45">
              <a:extLst>
                <a:ext uri="{FF2B5EF4-FFF2-40B4-BE49-F238E27FC236}">
                  <a16:creationId xmlns:a16="http://schemas.microsoft.com/office/drawing/2014/main" id="{FA87CB27-8CDF-4677-9DF5-DFB94C701152}"/>
                </a:ext>
              </a:extLst>
            </p:cNvPr>
            <p:cNvSpPr>
              <a:spLocks noChangeArrowheads="1"/>
            </p:cNvSpPr>
            <p:nvPr/>
          </p:nvSpPr>
          <p:spPr bwMode="auto">
            <a:xfrm>
              <a:off x="2628934"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6">
              <a:extLst>
                <a:ext uri="{FF2B5EF4-FFF2-40B4-BE49-F238E27FC236}">
                  <a16:creationId xmlns:a16="http://schemas.microsoft.com/office/drawing/2014/main" id="{4AADF530-084D-4ABD-9074-C7575F810C5D}"/>
                </a:ext>
              </a:extLst>
            </p:cNvPr>
            <p:cNvSpPr>
              <a:spLocks noChangeArrowheads="1"/>
            </p:cNvSpPr>
            <p:nvPr/>
          </p:nvSpPr>
          <p:spPr bwMode="auto">
            <a:xfrm>
              <a:off x="3083197"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59">
              <a:extLst>
                <a:ext uri="{FF2B5EF4-FFF2-40B4-BE49-F238E27FC236}">
                  <a16:creationId xmlns:a16="http://schemas.microsoft.com/office/drawing/2014/main" id="{C322B879-3988-4E94-A06A-2E2974CE59CC}"/>
                </a:ext>
              </a:extLst>
            </p:cNvPr>
            <p:cNvSpPr>
              <a:spLocks noChangeArrowheads="1"/>
            </p:cNvSpPr>
            <p:nvPr/>
          </p:nvSpPr>
          <p:spPr bwMode="auto">
            <a:xfrm>
              <a:off x="8996805"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60">
              <a:extLst>
                <a:ext uri="{FF2B5EF4-FFF2-40B4-BE49-F238E27FC236}">
                  <a16:creationId xmlns:a16="http://schemas.microsoft.com/office/drawing/2014/main" id="{1FB2D558-1E2B-4728-B37A-424934B7ADAF}"/>
                </a:ext>
              </a:extLst>
            </p:cNvPr>
            <p:cNvSpPr>
              <a:spLocks noChangeArrowheads="1"/>
            </p:cNvSpPr>
            <p:nvPr/>
          </p:nvSpPr>
          <p:spPr bwMode="auto">
            <a:xfrm>
              <a:off x="9451068"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61">
              <a:extLst>
                <a:ext uri="{FF2B5EF4-FFF2-40B4-BE49-F238E27FC236}">
                  <a16:creationId xmlns:a16="http://schemas.microsoft.com/office/drawing/2014/main" id="{0A804D08-6835-454A-A817-80AFAFA274F8}"/>
                </a:ext>
              </a:extLst>
            </p:cNvPr>
            <p:cNvSpPr>
              <a:spLocks noChangeArrowheads="1"/>
            </p:cNvSpPr>
            <p:nvPr/>
          </p:nvSpPr>
          <p:spPr bwMode="auto">
            <a:xfrm>
              <a:off x="9906501"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62">
              <a:extLst>
                <a:ext uri="{FF2B5EF4-FFF2-40B4-BE49-F238E27FC236}">
                  <a16:creationId xmlns:a16="http://schemas.microsoft.com/office/drawing/2014/main" id="{088B375A-8C1A-4982-9F8E-9B47B9FDCA26}"/>
                </a:ext>
              </a:extLst>
            </p:cNvPr>
            <p:cNvSpPr>
              <a:spLocks noChangeArrowheads="1"/>
            </p:cNvSpPr>
            <p:nvPr/>
          </p:nvSpPr>
          <p:spPr bwMode="auto">
            <a:xfrm>
              <a:off x="10360763"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163">
              <a:extLst>
                <a:ext uri="{FF2B5EF4-FFF2-40B4-BE49-F238E27FC236}">
                  <a16:creationId xmlns:a16="http://schemas.microsoft.com/office/drawing/2014/main" id="{7FDDF96D-95E0-4634-92CA-2BD5749E0D2E}"/>
                </a:ext>
              </a:extLst>
            </p:cNvPr>
            <p:cNvSpPr>
              <a:spLocks noChangeArrowheads="1"/>
            </p:cNvSpPr>
            <p:nvPr/>
          </p:nvSpPr>
          <p:spPr bwMode="auto">
            <a:xfrm>
              <a:off x="10816197"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164">
              <a:extLst>
                <a:ext uri="{FF2B5EF4-FFF2-40B4-BE49-F238E27FC236}">
                  <a16:creationId xmlns:a16="http://schemas.microsoft.com/office/drawing/2014/main" id="{FFAB5B60-AC73-4661-9026-4738F218AA02}"/>
                </a:ext>
              </a:extLst>
            </p:cNvPr>
            <p:cNvSpPr>
              <a:spLocks noChangeArrowheads="1"/>
            </p:cNvSpPr>
            <p:nvPr/>
          </p:nvSpPr>
          <p:spPr bwMode="auto">
            <a:xfrm>
              <a:off x="11270460" y="28661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165">
              <a:extLst>
                <a:ext uri="{FF2B5EF4-FFF2-40B4-BE49-F238E27FC236}">
                  <a16:creationId xmlns:a16="http://schemas.microsoft.com/office/drawing/2014/main" id="{55977D1F-AEBB-4C53-9386-D84525085BA2}"/>
                </a:ext>
              </a:extLst>
            </p:cNvPr>
            <p:cNvSpPr>
              <a:spLocks noChangeArrowheads="1"/>
            </p:cNvSpPr>
            <p:nvPr/>
          </p:nvSpPr>
          <p:spPr bwMode="auto">
            <a:xfrm>
              <a:off x="11725892" y="28661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167">
              <a:extLst>
                <a:ext uri="{FF2B5EF4-FFF2-40B4-BE49-F238E27FC236}">
                  <a16:creationId xmlns:a16="http://schemas.microsoft.com/office/drawing/2014/main" id="{1DC84208-E766-4580-A861-C3CFC0E372B3}"/>
                </a:ext>
              </a:extLst>
            </p:cNvPr>
            <p:cNvSpPr>
              <a:spLocks noChangeArrowheads="1"/>
            </p:cNvSpPr>
            <p:nvPr/>
          </p:nvSpPr>
          <p:spPr bwMode="auto">
            <a:xfrm>
              <a:off x="35411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168">
              <a:extLst>
                <a:ext uri="{FF2B5EF4-FFF2-40B4-BE49-F238E27FC236}">
                  <a16:creationId xmlns:a16="http://schemas.microsoft.com/office/drawing/2014/main" id="{2325F7E8-2FD3-4BEC-A7B6-AD4FD4B1F52B}"/>
                </a:ext>
              </a:extLst>
            </p:cNvPr>
            <p:cNvSpPr>
              <a:spLocks noChangeArrowheads="1"/>
            </p:cNvSpPr>
            <p:nvPr/>
          </p:nvSpPr>
          <p:spPr bwMode="auto">
            <a:xfrm>
              <a:off x="809542"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169">
              <a:extLst>
                <a:ext uri="{FF2B5EF4-FFF2-40B4-BE49-F238E27FC236}">
                  <a16:creationId xmlns:a16="http://schemas.microsoft.com/office/drawing/2014/main" id="{E25EE725-3FFE-489B-90BB-54AF71067972}"/>
                </a:ext>
              </a:extLst>
            </p:cNvPr>
            <p:cNvSpPr>
              <a:spLocks noChangeArrowheads="1"/>
            </p:cNvSpPr>
            <p:nvPr/>
          </p:nvSpPr>
          <p:spPr bwMode="auto">
            <a:xfrm>
              <a:off x="1263805"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170">
              <a:extLst>
                <a:ext uri="{FF2B5EF4-FFF2-40B4-BE49-F238E27FC236}">
                  <a16:creationId xmlns:a16="http://schemas.microsoft.com/office/drawing/2014/main" id="{5FF69CBE-D1C4-47E2-B021-1A16583B8650}"/>
                </a:ext>
              </a:extLst>
            </p:cNvPr>
            <p:cNvSpPr>
              <a:spLocks noChangeArrowheads="1"/>
            </p:cNvSpPr>
            <p:nvPr/>
          </p:nvSpPr>
          <p:spPr bwMode="auto">
            <a:xfrm>
              <a:off x="1719239"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71">
              <a:extLst>
                <a:ext uri="{FF2B5EF4-FFF2-40B4-BE49-F238E27FC236}">
                  <a16:creationId xmlns:a16="http://schemas.microsoft.com/office/drawing/2014/main" id="{2FD7DC93-4697-49F2-9683-A519993F3DBD}"/>
                </a:ext>
              </a:extLst>
            </p:cNvPr>
            <p:cNvSpPr>
              <a:spLocks noChangeArrowheads="1"/>
            </p:cNvSpPr>
            <p:nvPr/>
          </p:nvSpPr>
          <p:spPr bwMode="auto">
            <a:xfrm>
              <a:off x="2173502"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72">
              <a:extLst>
                <a:ext uri="{FF2B5EF4-FFF2-40B4-BE49-F238E27FC236}">
                  <a16:creationId xmlns:a16="http://schemas.microsoft.com/office/drawing/2014/main" id="{F078C2FC-1AFA-4F34-AEB1-722384C0DD75}"/>
                </a:ext>
              </a:extLst>
            </p:cNvPr>
            <p:cNvSpPr>
              <a:spLocks noChangeArrowheads="1"/>
            </p:cNvSpPr>
            <p:nvPr/>
          </p:nvSpPr>
          <p:spPr bwMode="auto">
            <a:xfrm>
              <a:off x="2628934"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73">
              <a:extLst>
                <a:ext uri="{FF2B5EF4-FFF2-40B4-BE49-F238E27FC236}">
                  <a16:creationId xmlns:a16="http://schemas.microsoft.com/office/drawing/2014/main" id="{B4CD4DEB-6026-4ACE-9EF8-D5BB38BCDBC2}"/>
                </a:ext>
              </a:extLst>
            </p:cNvPr>
            <p:cNvSpPr>
              <a:spLocks noChangeArrowheads="1"/>
            </p:cNvSpPr>
            <p:nvPr/>
          </p:nvSpPr>
          <p:spPr bwMode="auto">
            <a:xfrm>
              <a:off x="3083197"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86">
              <a:extLst>
                <a:ext uri="{FF2B5EF4-FFF2-40B4-BE49-F238E27FC236}">
                  <a16:creationId xmlns:a16="http://schemas.microsoft.com/office/drawing/2014/main" id="{7BFD734A-1348-4955-827A-416C4FCDC6C5}"/>
                </a:ext>
              </a:extLst>
            </p:cNvPr>
            <p:cNvSpPr>
              <a:spLocks noChangeArrowheads="1"/>
            </p:cNvSpPr>
            <p:nvPr/>
          </p:nvSpPr>
          <p:spPr bwMode="auto">
            <a:xfrm>
              <a:off x="8996805"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87">
              <a:extLst>
                <a:ext uri="{FF2B5EF4-FFF2-40B4-BE49-F238E27FC236}">
                  <a16:creationId xmlns:a16="http://schemas.microsoft.com/office/drawing/2014/main" id="{639C0A45-AA0E-4799-9B48-D56FD46E76CB}"/>
                </a:ext>
              </a:extLst>
            </p:cNvPr>
            <p:cNvSpPr>
              <a:spLocks noChangeArrowheads="1"/>
            </p:cNvSpPr>
            <p:nvPr/>
          </p:nvSpPr>
          <p:spPr bwMode="auto">
            <a:xfrm>
              <a:off x="9451068"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88">
              <a:extLst>
                <a:ext uri="{FF2B5EF4-FFF2-40B4-BE49-F238E27FC236}">
                  <a16:creationId xmlns:a16="http://schemas.microsoft.com/office/drawing/2014/main" id="{27B6305A-BDDA-4961-B3ED-4CDE68C9BE7C}"/>
                </a:ext>
              </a:extLst>
            </p:cNvPr>
            <p:cNvSpPr>
              <a:spLocks noChangeArrowheads="1"/>
            </p:cNvSpPr>
            <p:nvPr/>
          </p:nvSpPr>
          <p:spPr bwMode="auto">
            <a:xfrm>
              <a:off x="9906501"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89">
              <a:extLst>
                <a:ext uri="{FF2B5EF4-FFF2-40B4-BE49-F238E27FC236}">
                  <a16:creationId xmlns:a16="http://schemas.microsoft.com/office/drawing/2014/main" id="{DD6CA54E-582F-4C37-9D3A-BFA3E45D2528}"/>
                </a:ext>
              </a:extLst>
            </p:cNvPr>
            <p:cNvSpPr>
              <a:spLocks noChangeArrowheads="1"/>
            </p:cNvSpPr>
            <p:nvPr/>
          </p:nvSpPr>
          <p:spPr bwMode="auto">
            <a:xfrm>
              <a:off x="10360763"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190">
              <a:extLst>
                <a:ext uri="{FF2B5EF4-FFF2-40B4-BE49-F238E27FC236}">
                  <a16:creationId xmlns:a16="http://schemas.microsoft.com/office/drawing/2014/main" id="{14E6965D-E230-4479-A391-3BCD5A2BBBDE}"/>
                </a:ext>
              </a:extLst>
            </p:cNvPr>
            <p:cNvSpPr>
              <a:spLocks noChangeArrowheads="1"/>
            </p:cNvSpPr>
            <p:nvPr/>
          </p:nvSpPr>
          <p:spPr bwMode="auto">
            <a:xfrm>
              <a:off x="10816197" y="33745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191">
              <a:extLst>
                <a:ext uri="{FF2B5EF4-FFF2-40B4-BE49-F238E27FC236}">
                  <a16:creationId xmlns:a16="http://schemas.microsoft.com/office/drawing/2014/main" id="{363FE856-8F60-49E3-9E59-695D571F0311}"/>
                </a:ext>
              </a:extLst>
            </p:cNvPr>
            <p:cNvSpPr>
              <a:spLocks noChangeArrowheads="1"/>
            </p:cNvSpPr>
            <p:nvPr/>
          </p:nvSpPr>
          <p:spPr bwMode="auto">
            <a:xfrm>
              <a:off x="11270460" y="33745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192">
              <a:extLst>
                <a:ext uri="{FF2B5EF4-FFF2-40B4-BE49-F238E27FC236}">
                  <a16:creationId xmlns:a16="http://schemas.microsoft.com/office/drawing/2014/main" id="{2FB0342C-B7FA-47B4-B1FF-6954791FDF74}"/>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194">
              <a:extLst>
                <a:ext uri="{FF2B5EF4-FFF2-40B4-BE49-F238E27FC236}">
                  <a16:creationId xmlns:a16="http://schemas.microsoft.com/office/drawing/2014/main" id="{1122B8B2-F8E5-4A2E-A416-E53AAE197ABA}"/>
                </a:ext>
              </a:extLst>
            </p:cNvPr>
            <p:cNvSpPr>
              <a:spLocks noChangeArrowheads="1"/>
            </p:cNvSpPr>
            <p:nvPr/>
          </p:nvSpPr>
          <p:spPr bwMode="auto">
            <a:xfrm>
              <a:off x="354110"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195">
              <a:extLst>
                <a:ext uri="{FF2B5EF4-FFF2-40B4-BE49-F238E27FC236}">
                  <a16:creationId xmlns:a16="http://schemas.microsoft.com/office/drawing/2014/main" id="{4B87FC86-0D1F-4F15-9C22-AA0B2E2E129C}"/>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196">
              <a:extLst>
                <a:ext uri="{FF2B5EF4-FFF2-40B4-BE49-F238E27FC236}">
                  <a16:creationId xmlns:a16="http://schemas.microsoft.com/office/drawing/2014/main" id="{F8DDBB36-03C4-472F-9030-50E6B3212B8F}"/>
                </a:ext>
              </a:extLst>
            </p:cNvPr>
            <p:cNvSpPr>
              <a:spLocks noChangeArrowheads="1"/>
            </p:cNvSpPr>
            <p:nvPr/>
          </p:nvSpPr>
          <p:spPr bwMode="auto">
            <a:xfrm>
              <a:off x="1263805"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197">
              <a:extLst>
                <a:ext uri="{FF2B5EF4-FFF2-40B4-BE49-F238E27FC236}">
                  <a16:creationId xmlns:a16="http://schemas.microsoft.com/office/drawing/2014/main" id="{E84F816D-E7F7-4FC6-9198-C7A278EDBFC6}"/>
                </a:ext>
              </a:extLst>
            </p:cNvPr>
            <p:cNvSpPr>
              <a:spLocks noChangeArrowheads="1"/>
            </p:cNvSpPr>
            <p:nvPr/>
          </p:nvSpPr>
          <p:spPr bwMode="auto">
            <a:xfrm>
              <a:off x="1719239"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98">
              <a:extLst>
                <a:ext uri="{FF2B5EF4-FFF2-40B4-BE49-F238E27FC236}">
                  <a16:creationId xmlns:a16="http://schemas.microsoft.com/office/drawing/2014/main" id="{8C5E4DCC-4206-42A4-BE08-8E415FF60FB7}"/>
                </a:ext>
              </a:extLst>
            </p:cNvPr>
            <p:cNvSpPr>
              <a:spLocks noChangeArrowheads="1"/>
            </p:cNvSpPr>
            <p:nvPr/>
          </p:nvSpPr>
          <p:spPr bwMode="auto">
            <a:xfrm>
              <a:off x="2173502"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99">
              <a:extLst>
                <a:ext uri="{FF2B5EF4-FFF2-40B4-BE49-F238E27FC236}">
                  <a16:creationId xmlns:a16="http://schemas.microsoft.com/office/drawing/2014/main" id="{3EE8B95F-3C8D-4F9E-84E8-BEA481060C20}"/>
                </a:ext>
              </a:extLst>
            </p:cNvPr>
            <p:cNvSpPr>
              <a:spLocks noChangeArrowheads="1"/>
            </p:cNvSpPr>
            <p:nvPr/>
          </p:nvSpPr>
          <p:spPr bwMode="auto">
            <a:xfrm>
              <a:off x="2628934"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200">
              <a:extLst>
                <a:ext uri="{FF2B5EF4-FFF2-40B4-BE49-F238E27FC236}">
                  <a16:creationId xmlns:a16="http://schemas.microsoft.com/office/drawing/2014/main" id="{5E59882C-157C-443F-9111-16EC7661D405}"/>
                </a:ext>
              </a:extLst>
            </p:cNvPr>
            <p:cNvSpPr>
              <a:spLocks noChangeArrowheads="1"/>
            </p:cNvSpPr>
            <p:nvPr/>
          </p:nvSpPr>
          <p:spPr bwMode="auto">
            <a:xfrm>
              <a:off x="3083197"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214">
              <a:extLst>
                <a:ext uri="{FF2B5EF4-FFF2-40B4-BE49-F238E27FC236}">
                  <a16:creationId xmlns:a16="http://schemas.microsoft.com/office/drawing/2014/main" id="{779BE661-91DF-4B4E-8AF9-45D24F4AD61F}"/>
                </a:ext>
              </a:extLst>
            </p:cNvPr>
            <p:cNvSpPr>
              <a:spLocks noChangeArrowheads="1"/>
            </p:cNvSpPr>
            <p:nvPr/>
          </p:nvSpPr>
          <p:spPr bwMode="auto">
            <a:xfrm>
              <a:off x="8996805"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215">
              <a:extLst>
                <a:ext uri="{FF2B5EF4-FFF2-40B4-BE49-F238E27FC236}">
                  <a16:creationId xmlns:a16="http://schemas.microsoft.com/office/drawing/2014/main" id="{91810401-B6D2-4EA1-B203-697A04323630}"/>
                </a:ext>
              </a:extLst>
            </p:cNvPr>
            <p:cNvSpPr>
              <a:spLocks noChangeArrowheads="1"/>
            </p:cNvSpPr>
            <p:nvPr/>
          </p:nvSpPr>
          <p:spPr bwMode="auto">
            <a:xfrm>
              <a:off x="9451068"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216">
              <a:extLst>
                <a:ext uri="{FF2B5EF4-FFF2-40B4-BE49-F238E27FC236}">
                  <a16:creationId xmlns:a16="http://schemas.microsoft.com/office/drawing/2014/main" id="{CC3BED62-8CA0-4375-AB0A-72617711B089}"/>
                </a:ext>
              </a:extLst>
            </p:cNvPr>
            <p:cNvSpPr>
              <a:spLocks noChangeArrowheads="1"/>
            </p:cNvSpPr>
            <p:nvPr/>
          </p:nvSpPr>
          <p:spPr bwMode="auto">
            <a:xfrm>
              <a:off x="9906502"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217">
              <a:extLst>
                <a:ext uri="{FF2B5EF4-FFF2-40B4-BE49-F238E27FC236}">
                  <a16:creationId xmlns:a16="http://schemas.microsoft.com/office/drawing/2014/main" id="{64B31A64-91AE-4DF4-8D81-94752C7872B7}"/>
                </a:ext>
              </a:extLst>
            </p:cNvPr>
            <p:cNvSpPr>
              <a:spLocks noChangeArrowheads="1"/>
            </p:cNvSpPr>
            <p:nvPr/>
          </p:nvSpPr>
          <p:spPr bwMode="auto">
            <a:xfrm>
              <a:off x="10360764" y="3882979"/>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18">
              <a:extLst>
                <a:ext uri="{FF2B5EF4-FFF2-40B4-BE49-F238E27FC236}">
                  <a16:creationId xmlns:a16="http://schemas.microsoft.com/office/drawing/2014/main" id="{9ECDDCA8-99C7-4E2C-A3DA-6A39A54613B9}"/>
                </a:ext>
              </a:extLst>
            </p:cNvPr>
            <p:cNvSpPr>
              <a:spLocks noChangeArrowheads="1"/>
            </p:cNvSpPr>
            <p:nvPr/>
          </p:nvSpPr>
          <p:spPr bwMode="auto">
            <a:xfrm>
              <a:off x="10816197"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19">
              <a:extLst>
                <a:ext uri="{FF2B5EF4-FFF2-40B4-BE49-F238E27FC236}">
                  <a16:creationId xmlns:a16="http://schemas.microsoft.com/office/drawing/2014/main" id="{9E610FA0-F583-4C87-9186-97DA3A3F507B}"/>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0">
              <a:extLst>
                <a:ext uri="{FF2B5EF4-FFF2-40B4-BE49-F238E27FC236}">
                  <a16:creationId xmlns:a16="http://schemas.microsoft.com/office/drawing/2014/main" id="{C0181C2A-AC28-493E-9832-9D5782282822}"/>
                </a:ext>
              </a:extLst>
            </p:cNvPr>
            <p:cNvSpPr>
              <a:spLocks noChangeArrowheads="1"/>
            </p:cNvSpPr>
            <p:nvPr/>
          </p:nvSpPr>
          <p:spPr bwMode="auto">
            <a:xfrm>
              <a:off x="11725893" y="3882979"/>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22">
              <a:extLst>
                <a:ext uri="{FF2B5EF4-FFF2-40B4-BE49-F238E27FC236}">
                  <a16:creationId xmlns:a16="http://schemas.microsoft.com/office/drawing/2014/main" id="{3A65CCD8-DA6B-47D9-BE08-9831358B7F2E}"/>
                </a:ext>
              </a:extLst>
            </p:cNvPr>
            <p:cNvSpPr>
              <a:spLocks noChangeArrowheads="1"/>
            </p:cNvSpPr>
            <p:nvPr/>
          </p:nvSpPr>
          <p:spPr bwMode="auto">
            <a:xfrm>
              <a:off x="35411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23">
              <a:extLst>
                <a:ext uri="{FF2B5EF4-FFF2-40B4-BE49-F238E27FC236}">
                  <a16:creationId xmlns:a16="http://schemas.microsoft.com/office/drawing/2014/main" id="{432DF8DB-2535-4604-A56C-4F411A13AB16}"/>
                </a:ext>
              </a:extLst>
            </p:cNvPr>
            <p:cNvSpPr>
              <a:spLocks noChangeArrowheads="1"/>
            </p:cNvSpPr>
            <p:nvPr/>
          </p:nvSpPr>
          <p:spPr bwMode="auto">
            <a:xfrm>
              <a:off x="80954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224">
              <a:extLst>
                <a:ext uri="{FF2B5EF4-FFF2-40B4-BE49-F238E27FC236}">
                  <a16:creationId xmlns:a16="http://schemas.microsoft.com/office/drawing/2014/main" id="{B585B91F-5190-4F14-B1D1-F49E48A0D846}"/>
                </a:ext>
              </a:extLst>
            </p:cNvPr>
            <p:cNvSpPr>
              <a:spLocks noChangeArrowheads="1"/>
            </p:cNvSpPr>
            <p:nvPr/>
          </p:nvSpPr>
          <p:spPr bwMode="auto">
            <a:xfrm>
              <a:off x="1263806"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225">
              <a:extLst>
                <a:ext uri="{FF2B5EF4-FFF2-40B4-BE49-F238E27FC236}">
                  <a16:creationId xmlns:a16="http://schemas.microsoft.com/office/drawing/2014/main" id="{49F28844-8AC8-4173-B5BB-9FF425A50C64}"/>
                </a:ext>
              </a:extLst>
            </p:cNvPr>
            <p:cNvSpPr>
              <a:spLocks noChangeArrowheads="1"/>
            </p:cNvSpPr>
            <p:nvPr/>
          </p:nvSpPr>
          <p:spPr bwMode="auto">
            <a:xfrm>
              <a:off x="1719239"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226">
              <a:extLst>
                <a:ext uri="{FF2B5EF4-FFF2-40B4-BE49-F238E27FC236}">
                  <a16:creationId xmlns:a16="http://schemas.microsoft.com/office/drawing/2014/main" id="{E750B745-BCDB-4D34-BBB4-107F549419DC}"/>
                </a:ext>
              </a:extLst>
            </p:cNvPr>
            <p:cNvSpPr>
              <a:spLocks noChangeArrowheads="1"/>
            </p:cNvSpPr>
            <p:nvPr/>
          </p:nvSpPr>
          <p:spPr bwMode="auto">
            <a:xfrm>
              <a:off x="2173502"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227">
              <a:extLst>
                <a:ext uri="{FF2B5EF4-FFF2-40B4-BE49-F238E27FC236}">
                  <a16:creationId xmlns:a16="http://schemas.microsoft.com/office/drawing/2014/main" id="{CB843387-A206-4CDB-845C-87952DF4F7C0}"/>
                </a:ext>
              </a:extLst>
            </p:cNvPr>
            <p:cNvSpPr>
              <a:spLocks noChangeArrowheads="1"/>
            </p:cNvSpPr>
            <p:nvPr/>
          </p:nvSpPr>
          <p:spPr bwMode="auto">
            <a:xfrm>
              <a:off x="262893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228">
              <a:extLst>
                <a:ext uri="{FF2B5EF4-FFF2-40B4-BE49-F238E27FC236}">
                  <a16:creationId xmlns:a16="http://schemas.microsoft.com/office/drawing/2014/main" id="{F7012F48-14EA-4A10-B23B-D2DD376FDAFE}"/>
                </a:ext>
              </a:extLst>
            </p:cNvPr>
            <p:cNvSpPr>
              <a:spLocks noChangeArrowheads="1"/>
            </p:cNvSpPr>
            <p:nvPr/>
          </p:nvSpPr>
          <p:spPr bwMode="auto">
            <a:xfrm>
              <a:off x="308319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241">
              <a:extLst>
                <a:ext uri="{FF2B5EF4-FFF2-40B4-BE49-F238E27FC236}">
                  <a16:creationId xmlns:a16="http://schemas.microsoft.com/office/drawing/2014/main" id="{9071865C-5264-4C64-86F2-5F136CDB3D1A}"/>
                </a:ext>
              </a:extLst>
            </p:cNvPr>
            <p:cNvSpPr>
              <a:spLocks noChangeArrowheads="1"/>
            </p:cNvSpPr>
            <p:nvPr/>
          </p:nvSpPr>
          <p:spPr bwMode="auto">
            <a:xfrm>
              <a:off x="8996805"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242">
              <a:extLst>
                <a:ext uri="{FF2B5EF4-FFF2-40B4-BE49-F238E27FC236}">
                  <a16:creationId xmlns:a16="http://schemas.microsoft.com/office/drawing/2014/main" id="{5FC89895-3E12-4B31-8AC4-F2C571271BAC}"/>
                </a:ext>
              </a:extLst>
            </p:cNvPr>
            <p:cNvSpPr>
              <a:spLocks noChangeArrowheads="1"/>
            </p:cNvSpPr>
            <p:nvPr/>
          </p:nvSpPr>
          <p:spPr bwMode="auto">
            <a:xfrm>
              <a:off x="9451068"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243">
              <a:extLst>
                <a:ext uri="{FF2B5EF4-FFF2-40B4-BE49-F238E27FC236}">
                  <a16:creationId xmlns:a16="http://schemas.microsoft.com/office/drawing/2014/main" id="{822714A3-365A-4F69-84FD-C7A6C113C1B7}"/>
                </a:ext>
              </a:extLst>
            </p:cNvPr>
            <p:cNvSpPr>
              <a:spLocks noChangeArrowheads="1"/>
            </p:cNvSpPr>
            <p:nvPr/>
          </p:nvSpPr>
          <p:spPr bwMode="auto">
            <a:xfrm>
              <a:off x="9906502"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244">
              <a:extLst>
                <a:ext uri="{FF2B5EF4-FFF2-40B4-BE49-F238E27FC236}">
                  <a16:creationId xmlns:a16="http://schemas.microsoft.com/office/drawing/2014/main" id="{E831580F-B4FA-4FC0-94FF-AD9DB2B2F955}"/>
                </a:ext>
              </a:extLst>
            </p:cNvPr>
            <p:cNvSpPr>
              <a:spLocks noChangeArrowheads="1"/>
            </p:cNvSpPr>
            <p:nvPr/>
          </p:nvSpPr>
          <p:spPr bwMode="auto">
            <a:xfrm>
              <a:off x="10360764"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45">
              <a:extLst>
                <a:ext uri="{FF2B5EF4-FFF2-40B4-BE49-F238E27FC236}">
                  <a16:creationId xmlns:a16="http://schemas.microsoft.com/office/drawing/2014/main" id="{6FC45DDA-F270-4338-BB79-E4F603065B23}"/>
                </a:ext>
              </a:extLst>
            </p:cNvPr>
            <p:cNvSpPr>
              <a:spLocks noChangeArrowheads="1"/>
            </p:cNvSpPr>
            <p:nvPr/>
          </p:nvSpPr>
          <p:spPr bwMode="auto">
            <a:xfrm>
              <a:off x="10816197"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46">
              <a:extLst>
                <a:ext uri="{FF2B5EF4-FFF2-40B4-BE49-F238E27FC236}">
                  <a16:creationId xmlns:a16="http://schemas.microsoft.com/office/drawing/2014/main" id="{DF6A400A-8A10-49DE-A315-385C4794AAFE}"/>
                </a:ext>
              </a:extLst>
            </p:cNvPr>
            <p:cNvSpPr>
              <a:spLocks noChangeArrowheads="1"/>
            </p:cNvSpPr>
            <p:nvPr/>
          </p:nvSpPr>
          <p:spPr bwMode="auto">
            <a:xfrm>
              <a:off x="11270460" y="4391371"/>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47">
              <a:extLst>
                <a:ext uri="{FF2B5EF4-FFF2-40B4-BE49-F238E27FC236}">
                  <a16:creationId xmlns:a16="http://schemas.microsoft.com/office/drawing/2014/main" id="{2EA6C4C3-FE6D-4C45-9F6E-327D1D5637C5}"/>
                </a:ext>
              </a:extLst>
            </p:cNvPr>
            <p:cNvSpPr>
              <a:spLocks noChangeArrowheads="1"/>
            </p:cNvSpPr>
            <p:nvPr/>
          </p:nvSpPr>
          <p:spPr bwMode="auto">
            <a:xfrm>
              <a:off x="11725893" y="4391371"/>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49">
              <a:extLst>
                <a:ext uri="{FF2B5EF4-FFF2-40B4-BE49-F238E27FC236}">
                  <a16:creationId xmlns:a16="http://schemas.microsoft.com/office/drawing/2014/main" id="{9164A3A4-A0CB-4566-AFBE-563D91A10FBA}"/>
                </a:ext>
              </a:extLst>
            </p:cNvPr>
            <p:cNvSpPr>
              <a:spLocks noChangeArrowheads="1"/>
            </p:cNvSpPr>
            <p:nvPr/>
          </p:nvSpPr>
          <p:spPr bwMode="auto">
            <a:xfrm>
              <a:off x="354110"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0">
              <a:extLst>
                <a:ext uri="{FF2B5EF4-FFF2-40B4-BE49-F238E27FC236}">
                  <a16:creationId xmlns:a16="http://schemas.microsoft.com/office/drawing/2014/main" id="{FC689E73-96C3-4DFF-ABAC-A63C4BB15CE7}"/>
                </a:ext>
              </a:extLst>
            </p:cNvPr>
            <p:cNvSpPr>
              <a:spLocks noChangeArrowheads="1"/>
            </p:cNvSpPr>
            <p:nvPr/>
          </p:nvSpPr>
          <p:spPr bwMode="auto">
            <a:xfrm>
              <a:off x="809543"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8" name="Rectangle 251">
              <a:extLst>
                <a:ext uri="{FF2B5EF4-FFF2-40B4-BE49-F238E27FC236}">
                  <a16:creationId xmlns:a16="http://schemas.microsoft.com/office/drawing/2014/main" id="{49DC827D-FB7B-4DC2-A762-F5F17F148510}"/>
                </a:ext>
              </a:extLst>
            </p:cNvPr>
            <p:cNvSpPr>
              <a:spLocks noChangeArrowheads="1"/>
            </p:cNvSpPr>
            <p:nvPr/>
          </p:nvSpPr>
          <p:spPr bwMode="auto">
            <a:xfrm>
              <a:off x="1263806"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9" name="Rectangle 252">
              <a:extLst>
                <a:ext uri="{FF2B5EF4-FFF2-40B4-BE49-F238E27FC236}">
                  <a16:creationId xmlns:a16="http://schemas.microsoft.com/office/drawing/2014/main" id="{C228A320-DB20-438B-A918-A580ACBFC819}"/>
                </a:ext>
              </a:extLst>
            </p:cNvPr>
            <p:cNvSpPr>
              <a:spLocks noChangeArrowheads="1"/>
            </p:cNvSpPr>
            <p:nvPr/>
          </p:nvSpPr>
          <p:spPr bwMode="auto">
            <a:xfrm>
              <a:off x="1719239"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0" name="Rectangle 253">
              <a:extLst>
                <a:ext uri="{FF2B5EF4-FFF2-40B4-BE49-F238E27FC236}">
                  <a16:creationId xmlns:a16="http://schemas.microsoft.com/office/drawing/2014/main" id="{9897219B-EBD5-4581-8A2F-89939367A697}"/>
                </a:ext>
              </a:extLst>
            </p:cNvPr>
            <p:cNvSpPr>
              <a:spLocks noChangeArrowheads="1"/>
            </p:cNvSpPr>
            <p:nvPr/>
          </p:nvSpPr>
          <p:spPr bwMode="auto">
            <a:xfrm>
              <a:off x="2173502"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1" name="Rectangle 254">
              <a:extLst>
                <a:ext uri="{FF2B5EF4-FFF2-40B4-BE49-F238E27FC236}">
                  <a16:creationId xmlns:a16="http://schemas.microsoft.com/office/drawing/2014/main" id="{B8DDB46C-98EC-4AA3-8DC6-3C1937629765}"/>
                </a:ext>
              </a:extLst>
            </p:cNvPr>
            <p:cNvSpPr>
              <a:spLocks noChangeArrowheads="1"/>
            </p:cNvSpPr>
            <p:nvPr/>
          </p:nvSpPr>
          <p:spPr bwMode="auto">
            <a:xfrm>
              <a:off x="262893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2" name="Rectangle 255">
              <a:extLst>
                <a:ext uri="{FF2B5EF4-FFF2-40B4-BE49-F238E27FC236}">
                  <a16:creationId xmlns:a16="http://schemas.microsoft.com/office/drawing/2014/main" id="{808B3D4B-87CC-405D-9F91-FF03DD240C00}"/>
                </a:ext>
              </a:extLst>
            </p:cNvPr>
            <p:cNvSpPr>
              <a:spLocks noChangeArrowheads="1"/>
            </p:cNvSpPr>
            <p:nvPr/>
          </p:nvSpPr>
          <p:spPr bwMode="auto">
            <a:xfrm>
              <a:off x="308319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3" name="Rectangle 268">
              <a:extLst>
                <a:ext uri="{FF2B5EF4-FFF2-40B4-BE49-F238E27FC236}">
                  <a16:creationId xmlns:a16="http://schemas.microsoft.com/office/drawing/2014/main" id="{368C3B92-A8BF-48DA-A49B-DEEB8B156B24}"/>
                </a:ext>
              </a:extLst>
            </p:cNvPr>
            <p:cNvSpPr>
              <a:spLocks noChangeArrowheads="1"/>
            </p:cNvSpPr>
            <p:nvPr/>
          </p:nvSpPr>
          <p:spPr bwMode="auto">
            <a:xfrm>
              <a:off x="8996805"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4" name="Rectangle 269">
              <a:extLst>
                <a:ext uri="{FF2B5EF4-FFF2-40B4-BE49-F238E27FC236}">
                  <a16:creationId xmlns:a16="http://schemas.microsoft.com/office/drawing/2014/main" id="{C6AE408F-F0A6-4B28-9BE9-0FACFB243E81}"/>
                </a:ext>
              </a:extLst>
            </p:cNvPr>
            <p:cNvSpPr>
              <a:spLocks noChangeArrowheads="1"/>
            </p:cNvSpPr>
            <p:nvPr/>
          </p:nvSpPr>
          <p:spPr bwMode="auto">
            <a:xfrm>
              <a:off x="9451068"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270">
              <a:extLst>
                <a:ext uri="{FF2B5EF4-FFF2-40B4-BE49-F238E27FC236}">
                  <a16:creationId xmlns:a16="http://schemas.microsoft.com/office/drawing/2014/main" id="{78937A9C-A111-49DA-A588-1C93AD60FC74}"/>
                </a:ext>
              </a:extLst>
            </p:cNvPr>
            <p:cNvSpPr>
              <a:spLocks noChangeArrowheads="1"/>
            </p:cNvSpPr>
            <p:nvPr/>
          </p:nvSpPr>
          <p:spPr bwMode="auto">
            <a:xfrm>
              <a:off x="9906502" y="4898595"/>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271">
              <a:extLst>
                <a:ext uri="{FF2B5EF4-FFF2-40B4-BE49-F238E27FC236}">
                  <a16:creationId xmlns:a16="http://schemas.microsoft.com/office/drawing/2014/main" id="{89501F7C-3060-4F40-952B-8BEDDCE50CFE}"/>
                </a:ext>
              </a:extLst>
            </p:cNvPr>
            <p:cNvSpPr>
              <a:spLocks noChangeArrowheads="1"/>
            </p:cNvSpPr>
            <p:nvPr/>
          </p:nvSpPr>
          <p:spPr bwMode="auto">
            <a:xfrm>
              <a:off x="10360764" y="4898595"/>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272">
              <a:extLst>
                <a:ext uri="{FF2B5EF4-FFF2-40B4-BE49-F238E27FC236}">
                  <a16:creationId xmlns:a16="http://schemas.microsoft.com/office/drawing/2014/main" id="{C12674AC-F8DE-4BF0-B819-9E2A2AF2FE50}"/>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273">
              <a:extLst>
                <a:ext uri="{FF2B5EF4-FFF2-40B4-BE49-F238E27FC236}">
                  <a16:creationId xmlns:a16="http://schemas.microsoft.com/office/drawing/2014/main" id="{B7785334-7690-4CF7-9269-7772426EDD7F}"/>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274">
              <a:extLst>
                <a:ext uri="{FF2B5EF4-FFF2-40B4-BE49-F238E27FC236}">
                  <a16:creationId xmlns:a16="http://schemas.microsoft.com/office/drawing/2014/main" id="{1D74AEA1-716D-444E-9FA0-111672E596C6}"/>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276">
              <a:extLst>
                <a:ext uri="{FF2B5EF4-FFF2-40B4-BE49-F238E27FC236}">
                  <a16:creationId xmlns:a16="http://schemas.microsoft.com/office/drawing/2014/main" id="{3438C147-B1A7-4B1E-AE39-DA7715FBB4D4}"/>
                </a:ext>
              </a:extLst>
            </p:cNvPr>
            <p:cNvSpPr>
              <a:spLocks noChangeArrowheads="1"/>
            </p:cNvSpPr>
            <p:nvPr/>
          </p:nvSpPr>
          <p:spPr bwMode="auto">
            <a:xfrm>
              <a:off x="35411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277">
              <a:extLst>
                <a:ext uri="{FF2B5EF4-FFF2-40B4-BE49-F238E27FC236}">
                  <a16:creationId xmlns:a16="http://schemas.microsoft.com/office/drawing/2014/main" id="{84AA6B27-1DF9-4C1A-8EB8-285EAD7752BB}"/>
                </a:ext>
              </a:extLst>
            </p:cNvPr>
            <p:cNvSpPr>
              <a:spLocks noChangeArrowheads="1"/>
            </p:cNvSpPr>
            <p:nvPr/>
          </p:nvSpPr>
          <p:spPr bwMode="auto">
            <a:xfrm>
              <a:off x="80954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278">
              <a:extLst>
                <a:ext uri="{FF2B5EF4-FFF2-40B4-BE49-F238E27FC236}">
                  <a16:creationId xmlns:a16="http://schemas.microsoft.com/office/drawing/2014/main" id="{EC4CD7F9-CEBB-45D2-BC0F-696E95FC1ED0}"/>
                </a:ext>
              </a:extLst>
            </p:cNvPr>
            <p:cNvSpPr>
              <a:spLocks noChangeArrowheads="1"/>
            </p:cNvSpPr>
            <p:nvPr/>
          </p:nvSpPr>
          <p:spPr bwMode="auto">
            <a:xfrm>
              <a:off x="126380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279">
              <a:extLst>
                <a:ext uri="{FF2B5EF4-FFF2-40B4-BE49-F238E27FC236}">
                  <a16:creationId xmlns:a16="http://schemas.microsoft.com/office/drawing/2014/main" id="{25CE44E3-3ADD-478D-A105-8FBE0876C3E3}"/>
                </a:ext>
              </a:extLst>
            </p:cNvPr>
            <p:cNvSpPr>
              <a:spLocks noChangeArrowheads="1"/>
            </p:cNvSpPr>
            <p:nvPr/>
          </p:nvSpPr>
          <p:spPr bwMode="auto">
            <a:xfrm>
              <a:off x="1719239"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80">
              <a:extLst>
                <a:ext uri="{FF2B5EF4-FFF2-40B4-BE49-F238E27FC236}">
                  <a16:creationId xmlns:a16="http://schemas.microsoft.com/office/drawing/2014/main" id="{A8F0BFFE-3D79-4101-821A-4AF5607ECB15}"/>
                </a:ext>
              </a:extLst>
            </p:cNvPr>
            <p:cNvSpPr>
              <a:spLocks noChangeArrowheads="1"/>
            </p:cNvSpPr>
            <p:nvPr/>
          </p:nvSpPr>
          <p:spPr bwMode="auto">
            <a:xfrm>
              <a:off x="2173502"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81">
              <a:extLst>
                <a:ext uri="{FF2B5EF4-FFF2-40B4-BE49-F238E27FC236}">
                  <a16:creationId xmlns:a16="http://schemas.microsoft.com/office/drawing/2014/main" id="{84D419AF-8225-41B8-86F5-75B9A63B28CE}"/>
                </a:ext>
              </a:extLst>
            </p:cNvPr>
            <p:cNvSpPr>
              <a:spLocks noChangeArrowheads="1"/>
            </p:cNvSpPr>
            <p:nvPr/>
          </p:nvSpPr>
          <p:spPr bwMode="auto">
            <a:xfrm>
              <a:off x="262893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82">
              <a:extLst>
                <a:ext uri="{FF2B5EF4-FFF2-40B4-BE49-F238E27FC236}">
                  <a16:creationId xmlns:a16="http://schemas.microsoft.com/office/drawing/2014/main" id="{4E58BD16-2A71-4755-BC85-16C8F3739257}"/>
                </a:ext>
              </a:extLst>
            </p:cNvPr>
            <p:cNvSpPr>
              <a:spLocks noChangeArrowheads="1"/>
            </p:cNvSpPr>
            <p:nvPr/>
          </p:nvSpPr>
          <p:spPr bwMode="auto">
            <a:xfrm>
              <a:off x="308319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83">
              <a:extLst>
                <a:ext uri="{FF2B5EF4-FFF2-40B4-BE49-F238E27FC236}">
                  <a16:creationId xmlns:a16="http://schemas.microsoft.com/office/drawing/2014/main" id="{F56B1EBF-9ACC-4EEA-9794-00E325DCA5C8}"/>
                </a:ext>
              </a:extLst>
            </p:cNvPr>
            <p:cNvSpPr>
              <a:spLocks noChangeArrowheads="1"/>
            </p:cNvSpPr>
            <p:nvPr/>
          </p:nvSpPr>
          <p:spPr bwMode="auto">
            <a:xfrm>
              <a:off x="353863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84">
              <a:extLst>
                <a:ext uri="{FF2B5EF4-FFF2-40B4-BE49-F238E27FC236}">
                  <a16:creationId xmlns:a16="http://schemas.microsoft.com/office/drawing/2014/main" id="{CCFE505E-DEE7-4620-81F5-36AFA872F47C}"/>
                </a:ext>
              </a:extLst>
            </p:cNvPr>
            <p:cNvSpPr>
              <a:spLocks noChangeArrowheads="1"/>
            </p:cNvSpPr>
            <p:nvPr/>
          </p:nvSpPr>
          <p:spPr bwMode="auto">
            <a:xfrm>
              <a:off x="399289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9" name="Rectangle 285">
              <a:extLst>
                <a:ext uri="{FF2B5EF4-FFF2-40B4-BE49-F238E27FC236}">
                  <a16:creationId xmlns:a16="http://schemas.microsoft.com/office/drawing/2014/main" id="{30C4E4C1-9D8B-44EC-8D99-2E618636E26D}"/>
                </a:ext>
              </a:extLst>
            </p:cNvPr>
            <p:cNvSpPr>
              <a:spLocks noChangeArrowheads="1"/>
            </p:cNvSpPr>
            <p:nvPr/>
          </p:nvSpPr>
          <p:spPr bwMode="auto">
            <a:xfrm>
              <a:off x="4448327"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0" name="Rectangle 286">
              <a:extLst>
                <a:ext uri="{FF2B5EF4-FFF2-40B4-BE49-F238E27FC236}">
                  <a16:creationId xmlns:a16="http://schemas.microsoft.com/office/drawing/2014/main" id="{775CBB56-B210-43F2-87E2-DE5A0CA40D46}"/>
                </a:ext>
              </a:extLst>
            </p:cNvPr>
            <p:cNvSpPr>
              <a:spLocks noChangeArrowheads="1"/>
            </p:cNvSpPr>
            <p:nvPr/>
          </p:nvSpPr>
          <p:spPr bwMode="auto">
            <a:xfrm>
              <a:off x="490259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1" name="Rectangle 287">
              <a:extLst>
                <a:ext uri="{FF2B5EF4-FFF2-40B4-BE49-F238E27FC236}">
                  <a16:creationId xmlns:a16="http://schemas.microsoft.com/office/drawing/2014/main" id="{6667B41B-9A3E-4667-A1C7-B7369F01012C}"/>
                </a:ext>
              </a:extLst>
            </p:cNvPr>
            <p:cNvSpPr>
              <a:spLocks noChangeArrowheads="1"/>
            </p:cNvSpPr>
            <p:nvPr/>
          </p:nvSpPr>
          <p:spPr bwMode="auto">
            <a:xfrm>
              <a:off x="5358022"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2" name="Rectangle 288">
              <a:extLst>
                <a:ext uri="{FF2B5EF4-FFF2-40B4-BE49-F238E27FC236}">
                  <a16:creationId xmlns:a16="http://schemas.microsoft.com/office/drawing/2014/main" id="{796F6F02-6043-46B6-ACB2-F0D85A8658E6}"/>
                </a:ext>
              </a:extLst>
            </p:cNvPr>
            <p:cNvSpPr>
              <a:spLocks noChangeArrowheads="1"/>
            </p:cNvSpPr>
            <p:nvPr/>
          </p:nvSpPr>
          <p:spPr bwMode="auto">
            <a:xfrm>
              <a:off x="5812285"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3" name="Rectangle 289">
              <a:extLst>
                <a:ext uri="{FF2B5EF4-FFF2-40B4-BE49-F238E27FC236}">
                  <a16:creationId xmlns:a16="http://schemas.microsoft.com/office/drawing/2014/main" id="{929725D4-ED31-40E2-8AB3-47D0FD5DE573}"/>
                </a:ext>
              </a:extLst>
            </p:cNvPr>
            <p:cNvSpPr>
              <a:spLocks noChangeArrowheads="1"/>
            </p:cNvSpPr>
            <p:nvPr/>
          </p:nvSpPr>
          <p:spPr bwMode="auto">
            <a:xfrm>
              <a:off x="6267718"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4" name="Rectangle 290">
              <a:extLst>
                <a:ext uri="{FF2B5EF4-FFF2-40B4-BE49-F238E27FC236}">
                  <a16:creationId xmlns:a16="http://schemas.microsoft.com/office/drawing/2014/main" id="{6E0AE0BD-ECE4-468E-A5C9-0DE456154DD2}"/>
                </a:ext>
              </a:extLst>
            </p:cNvPr>
            <p:cNvSpPr>
              <a:spLocks noChangeArrowheads="1"/>
            </p:cNvSpPr>
            <p:nvPr/>
          </p:nvSpPr>
          <p:spPr bwMode="auto">
            <a:xfrm>
              <a:off x="6721981"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5" name="Rectangle 291">
              <a:extLst>
                <a:ext uri="{FF2B5EF4-FFF2-40B4-BE49-F238E27FC236}">
                  <a16:creationId xmlns:a16="http://schemas.microsoft.com/office/drawing/2014/main" id="{4400955C-33E1-4C75-9F63-728D8665A91F}"/>
                </a:ext>
              </a:extLst>
            </p:cNvPr>
            <p:cNvSpPr>
              <a:spLocks noChangeArrowheads="1"/>
            </p:cNvSpPr>
            <p:nvPr/>
          </p:nvSpPr>
          <p:spPr bwMode="auto">
            <a:xfrm>
              <a:off x="7177414"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6" name="Rectangle 292">
              <a:extLst>
                <a:ext uri="{FF2B5EF4-FFF2-40B4-BE49-F238E27FC236}">
                  <a16:creationId xmlns:a16="http://schemas.microsoft.com/office/drawing/2014/main" id="{D961C0B6-3B1B-4839-857B-114099F3F192}"/>
                </a:ext>
              </a:extLst>
            </p:cNvPr>
            <p:cNvSpPr>
              <a:spLocks noChangeArrowheads="1"/>
            </p:cNvSpPr>
            <p:nvPr/>
          </p:nvSpPr>
          <p:spPr bwMode="auto">
            <a:xfrm>
              <a:off x="7631676"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7" name="Rectangle 293">
              <a:extLst>
                <a:ext uri="{FF2B5EF4-FFF2-40B4-BE49-F238E27FC236}">
                  <a16:creationId xmlns:a16="http://schemas.microsoft.com/office/drawing/2014/main" id="{DF5F8018-F3F9-4B6A-961C-FDE42B1ACFD9}"/>
                </a:ext>
              </a:extLst>
            </p:cNvPr>
            <p:cNvSpPr>
              <a:spLocks noChangeArrowheads="1"/>
            </p:cNvSpPr>
            <p:nvPr/>
          </p:nvSpPr>
          <p:spPr bwMode="auto">
            <a:xfrm>
              <a:off x="8087110"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8" name="Rectangle 294">
              <a:extLst>
                <a:ext uri="{FF2B5EF4-FFF2-40B4-BE49-F238E27FC236}">
                  <a16:creationId xmlns:a16="http://schemas.microsoft.com/office/drawing/2014/main" id="{F9B0F8D9-7724-4ACF-BA7F-110AA4FF0CD6}"/>
                </a:ext>
              </a:extLst>
            </p:cNvPr>
            <p:cNvSpPr>
              <a:spLocks noChangeArrowheads="1"/>
            </p:cNvSpPr>
            <p:nvPr/>
          </p:nvSpPr>
          <p:spPr bwMode="auto">
            <a:xfrm>
              <a:off x="8541373"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9" name="Rectangle 295">
              <a:extLst>
                <a:ext uri="{FF2B5EF4-FFF2-40B4-BE49-F238E27FC236}">
                  <a16:creationId xmlns:a16="http://schemas.microsoft.com/office/drawing/2014/main" id="{1D3659AF-0565-450F-85E1-3D9707E72F53}"/>
                </a:ext>
              </a:extLst>
            </p:cNvPr>
            <p:cNvSpPr>
              <a:spLocks noChangeArrowheads="1"/>
            </p:cNvSpPr>
            <p:nvPr/>
          </p:nvSpPr>
          <p:spPr bwMode="auto">
            <a:xfrm>
              <a:off x="8996805"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0" name="Rectangle 296">
              <a:extLst>
                <a:ext uri="{FF2B5EF4-FFF2-40B4-BE49-F238E27FC236}">
                  <a16:creationId xmlns:a16="http://schemas.microsoft.com/office/drawing/2014/main" id="{5FE90139-0B55-4644-A3B5-120193B9A581}"/>
                </a:ext>
              </a:extLst>
            </p:cNvPr>
            <p:cNvSpPr>
              <a:spLocks noChangeArrowheads="1"/>
            </p:cNvSpPr>
            <p:nvPr/>
          </p:nvSpPr>
          <p:spPr bwMode="auto">
            <a:xfrm>
              <a:off x="9451068"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1" name="Rectangle 297">
              <a:extLst>
                <a:ext uri="{FF2B5EF4-FFF2-40B4-BE49-F238E27FC236}">
                  <a16:creationId xmlns:a16="http://schemas.microsoft.com/office/drawing/2014/main" id="{5C52DEE4-F75A-448E-AC22-D4A8424D605A}"/>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2" name="Rectangle 298">
              <a:extLst>
                <a:ext uri="{FF2B5EF4-FFF2-40B4-BE49-F238E27FC236}">
                  <a16:creationId xmlns:a16="http://schemas.microsoft.com/office/drawing/2014/main" id="{0FAA6019-458E-49C0-82BF-4DA9376EF5EF}"/>
                </a:ext>
              </a:extLst>
            </p:cNvPr>
            <p:cNvSpPr>
              <a:spLocks noChangeArrowheads="1"/>
            </p:cNvSpPr>
            <p:nvPr/>
          </p:nvSpPr>
          <p:spPr bwMode="auto">
            <a:xfrm>
              <a:off x="10360764"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3" name="Rectangle 299">
              <a:extLst>
                <a:ext uri="{FF2B5EF4-FFF2-40B4-BE49-F238E27FC236}">
                  <a16:creationId xmlns:a16="http://schemas.microsoft.com/office/drawing/2014/main" id="{A10BEF18-4D65-4ECD-AD29-9B429488E510}"/>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4" name="Rectangle 300">
              <a:extLst>
                <a:ext uri="{FF2B5EF4-FFF2-40B4-BE49-F238E27FC236}">
                  <a16:creationId xmlns:a16="http://schemas.microsoft.com/office/drawing/2014/main" id="{B5150899-574E-4361-8BD8-908931E2F979}"/>
                </a:ext>
              </a:extLst>
            </p:cNvPr>
            <p:cNvSpPr>
              <a:spLocks noChangeArrowheads="1"/>
            </p:cNvSpPr>
            <p:nvPr/>
          </p:nvSpPr>
          <p:spPr bwMode="auto">
            <a:xfrm>
              <a:off x="11270460" y="54069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5" name="Rectangle 301">
              <a:extLst>
                <a:ext uri="{FF2B5EF4-FFF2-40B4-BE49-F238E27FC236}">
                  <a16:creationId xmlns:a16="http://schemas.microsoft.com/office/drawing/2014/main" id="{BEA711FE-B1AF-4B37-81CB-C560FA27C379}"/>
                </a:ext>
              </a:extLst>
            </p:cNvPr>
            <p:cNvSpPr>
              <a:spLocks noChangeArrowheads="1"/>
            </p:cNvSpPr>
            <p:nvPr/>
          </p:nvSpPr>
          <p:spPr bwMode="auto">
            <a:xfrm>
              <a:off x="11725893" y="54069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6" name="Rectangle 303">
              <a:extLst>
                <a:ext uri="{FF2B5EF4-FFF2-40B4-BE49-F238E27FC236}">
                  <a16:creationId xmlns:a16="http://schemas.microsoft.com/office/drawing/2014/main" id="{80E4ED87-41E6-49B3-91BA-686B2B81BE5B}"/>
                </a:ext>
              </a:extLst>
            </p:cNvPr>
            <p:cNvSpPr>
              <a:spLocks noChangeArrowheads="1"/>
            </p:cNvSpPr>
            <p:nvPr/>
          </p:nvSpPr>
          <p:spPr bwMode="auto">
            <a:xfrm>
              <a:off x="35411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7" name="Rectangle 304">
              <a:extLst>
                <a:ext uri="{FF2B5EF4-FFF2-40B4-BE49-F238E27FC236}">
                  <a16:creationId xmlns:a16="http://schemas.microsoft.com/office/drawing/2014/main" id="{4E9BE40A-EE42-4123-8BA0-FF7F0385F340}"/>
                </a:ext>
              </a:extLst>
            </p:cNvPr>
            <p:cNvSpPr>
              <a:spLocks noChangeArrowheads="1"/>
            </p:cNvSpPr>
            <p:nvPr/>
          </p:nvSpPr>
          <p:spPr bwMode="auto">
            <a:xfrm>
              <a:off x="809543"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8" name="Rectangle 305">
              <a:extLst>
                <a:ext uri="{FF2B5EF4-FFF2-40B4-BE49-F238E27FC236}">
                  <a16:creationId xmlns:a16="http://schemas.microsoft.com/office/drawing/2014/main" id="{B611F1C1-8FC2-46A0-9BD2-C302F7B52C75}"/>
                </a:ext>
              </a:extLst>
            </p:cNvPr>
            <p:cNvSpPr>
              <a:spLocks noChangeArrowheads="1"/>
            </p:cNvSpPr>
            <p:nvPr/>
          </p:nvSpPr>
          <p:spPr bwMode="auto">
            <a:xfrm>
              <a:off x="126380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9" name="Rectangle 306">
              <a:extLst>
                <a:ext uri="{FF2B5EF4-FFF2-40B4-BE49-F238E27FC236}">
                  <a16:creationId xmlns:a16="http://schemas.microsoft.com/office/drawing/2014/main" id="{930B6D85-2884-41AB-BDBA-4E324F36B453}"/>
                </a:ext>
              </a:extLst>
            </p:cNvPr>
            <p:cNvSpPr>
              <a:spLocks noChangeArrowheads="1"/>
            </p:cNvSpPr>
            <p:nvPr/>
          </p:nvSpPr>
          <p:spPr bwMode="auto">
            <a:xfrm>
              <a:off x="1719239"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0" name="Rectangle 307">
              <a:extLst>
                <a:ext uri="{FF2B5EF4-FFF2-40B4-BE49-F238E27FC236}">
                  <a16:creationId xmlns:a16="http://schemas.microsoft.com/office/drawing/2014/main" id="{7F9C1F3D-FD52-424C-9FF6-C48477A4981B}"/>
                </a:ext>
              </a:extLst>
            </p:cNvPr>
            <p:cNvSpPr>
              <a:spLocks noChangeArrowheads="1"/>
            </p:cNvSpPr>
            <p:nvPr/>
          </p:nvSpPr>
          <p:spPr bwMode="auto">
            <a:xfrm>
              <a:off x="2173502"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1" name="Rectangle 308">
              <a:extLst>
                <a:ext uri="{FF2B5EF4-FFF2-40B4-BE49-F238E27FC236}">
                  <a16:creationId xmlns:a16="http://schemas.microsoft.com/office/drawing/2014/main" id="{E7486E9D-3A69-4A97-AA5C-AF76EF8F51C6}"/>
                </a:ext>
              </a:extLst>
            </p:cNvPr>
            <p:cNvSpPr>
              <a:spLocks noChangeArrowheads="1"/>
            </p:cNvSpPr>
            <p:nvPr/>
          </p:nvSpPr>
          <p:spPr bwMode="auto">
            <a:xfrm>
              <a:off x="262893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2" name="Rectangle 309">
              <a:extLst>
                <a:ext uri="{FF2B5EF4-FFF2-40B4-BE49-F238E27FC236}">
                  <a16:creationId xmlns:a16="http://schemas.microsoft.com/office/drawing/2014/main" id="{0AA7E796-96DA-498C-93D9-136DDFB2FCF2}"/>
                </a:ext>
              </a:extLst>
            </p:cNvPr>
            <p:cNvSpPr>
              <a:spLocks noChangeArrowheads="1"/>
            </p:cNvSpPr>
            <p:nvPr/>
          </p:nvSpPr>
          <p:spPr bwMode="auto">
            <a:xfrm>
              <a:off x="308319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3" name="Rectangle 310">
              <a:extLst>
                <a:ext uri="{FF2B5EF4-FFF2-40B4-BE49-F238E27FC236}">
                  <a16:creationId xmlns:a16="http://schemas.microsoft.com/office/drawing/2014/main" id="{A66B0CB8-31EE-439B-AC73-841AF9BC5F30}"/>
                </a:ext>
              </a:extLst>
            </p:cNvPr>
            <p:cNvSpPr>
              <a:spLocks noChangeArrowheads="1"/>
            </p:cNvSpPr>
            <p:nvPr/>
          </p:nvSpPr>
          <p:spPr bwMode="auto">
            <a:xfrm>
              <a:off x="353863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4" name="Rectangle 311">
              <a:extLst>
                <a:ext uri="{FF2B5EF4-FFF2-40B4-BE49-F238E27FC236}">
                  <a16:creationId xmlns:a16="http://schemas.microsoft.com/office/drawing/2014/main" id="{3369CA06-5E6E-4F9E-A1F5-CDE8295570AF}"/>
                </a:ext>
              </a:extLst>
            </p:cNvPr>
            <p:cNvSpPr>
              <a:spLocks noChangeArrowheads="1"/>
            </p:cNvSpPr>
            <p:nvPr/>
          </p:nvSpPr>
          <p:spPr bwMode="auto">
            <a:xfrm>
              <a:off x="399289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5" name="Rectangle 312">
              <a:extLst>
                <a:ext uri="{FF2B5EF4-FFF2-40B4-BE49-F238E27FC236}">
                  <a16:creationId xmlns:a16="http://schemas.microsoft.com/office/drawing/2014/main" id="{E99CE921-0DE8-4AB7-AC5C-1424E0C194CF}"/>
                </a:ext>
              </a:extLst>
            </p:cNvPr>
            <p:cNvSpPr>
              <a:spLocks noChangeArrowheads="1"/>
            </p:cNvSpPr>
            <p:nvPr/>
          </p:nvSpPr>
          <p:spPr bwMode="auto">
            <a:xfrm>
              <a:off x="444832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6" name="Rectangle 313">
              <a:extLst>
                <a:ext uri="{FF2B5EF4-FFF2-40B4-BE49-F238E27FC236}">
                  <a16:creationId xmlns:a16="http://schemas.microsoft.com/office/drawing/2014/main" id="{44B0D7FC-1229-4D80-AFFC-1892AC41BCE3}"/>
                </a:ext>
              </a:extLst>
            </p:cNvPr>
            <p:cNvSpPr>
              <a:spLocks noChangeArrowheads="1"/>
            </p:cNvSpPr>
            <p:nvPr/>
          </p:nvSpPr>
          <p:spPr bwMode="auto">
            <a:xfrm>
              <a:off x="4902590"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7" name="Rectangle 314">
              <a:extLst>
                <a:ext uri="{FF2B5EF4-FFF2-40B4-BE49-F238E27FC236}">
                  <a16:creationId xmlns:a16="http://schemas.microsoft.com/office/drawing/2014/main" id="{9CC127BC-9564-47FC-B62B-448598DBAB57}"/>
                </a:ext>
              </a:extLst>
            </p:cNvPr>
            <p:cNvSpPr>
              <a:spLocks noChangeArrowheads="1"/>
            </p:cNvSpPr>
            <p:nvPr/>
          </p:nvSpPr>
          <p:spPr bwMode="auto">
            <a:xfrm>
              <a:off x="535802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8" name="Rectangle 315">
              <a:extLst>
                <a:ext uri="{FF2B5EF4-FFF2-40B4-BE49-F238E27FC236}">
                  <a16:creationId xmlns:a16="http://schemas.microsoft.com/office/drawing/2014/main" id="{B9AB1F98-2ED9-4FA8-B563-43ABB5173B26}"/>
                </a:ext>
              </a:extLst>
            </p:cNvPr>
            <p:cNvSpPr>
              <a:spLocks noChangeArrowheads="1"/>
            </p:cNvSpPr>
            <p:nvPr/>
          </p:nvSpPr>
          <p:spPr bwMode="auto">
            <a:xfrm>
              <a:off x="5812285"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9" name="Rectangle 316">
              <a:extLst>
                <a:ext uri="{FF2B5EF4-FFF2-40B4-BE49-F238E27FC236}">
                  <a16:creationId xmlns:a16="http://schemas.microsoft.com/office/drawing/2014/main" id="{A6DA074F-063A-4813-AE3D-039A5CEC3F77}"/>
                </a:ext>
              </a:extLst>
            </p:cNvPr>
            <p:cNvSpPr>
              <a:spLocks noChangeArrowheads="1"/>
            </p:cNvSpPr>
            <p:nvPr/>
          </p:nvSpPr>
          <p:spPr bwMode="auto">
            <a:xfrm>
              <a:off x="6267718"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0" name="Rectangle 317">
              <a:extLst>
                <a:ext uri="{FF2B5EF4-FFF2-40B4-BE49-F238E27FC236}">
                  <a16:creationId xmlns:a16="http://schemas.microsoft.com/office/drawing/2014/main" id="{E2D48949-643D-4CD5-94F2-5B81BCC4A407}"/>
                </a:ext>
              </a:extLst>
            </p:cNvPr>
            <p:cNvSpPr>
              <a:spLocks noChangeArrowheads="1"/>
            </p:cNvSpPr>
            <p:nvPr/>
          </p:nvSpPr>
          <p:spPr bwMode="auto">
            <a:xfrm>
              <a:off x="6721981"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1" name="Rectangle 318">
              <a:extLst>
                <a:ext uri="{FF2B5EF4-FFF2-40B4-BE49-F238E27FC236}">
                  <a16:creationId xmlns:a16="http://schemas.microsoft.com/office/drawing/2014/main" id="{00728DC9-776B-49FA-ABFC-CE0772CDA2EE}"/>
                </a:ext>
              </a:extLst>
            </p:cNvPr>
            <p:cNvSpPr>
              <a:spLocks noChangeArrowheads="1"/>
            </p:cNvSpPr>
            <p:nvPr/>
          </p:nvSpPr>
          <p:spPr bwMode="auto">
            <a:xfrm>
              <a:off x="7177414"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2" name="Rectangle 319">
              <a:extLst>
                <a:ext uri="{FF2B5EF4-FFF2-40B4-BE49-F238E27FC236}">
                  <a16:creationId xmlns:a16="http://schemas.microsoft.com/office/drawing/2014/main" id="{F940E1FC-5AC7-4790-9F31-160A60507111}"/>
                </a:ext>
              </a:extLst>
            </p:cNvPr>
            <p:cNvSpPr>
              <a:spLocks noChangeArrowheads="1"/>
            </p:cNvSpPr>
            <p:nvPr/>
          </p:nvSpPr>
          <p:spPr bwMode="auto">
            <a:xfrm>
              <a:off x="7631676"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3" name="Rectangle 320">
              <a:extLst>
                <a:ext uri="{FF2B5EF4-FFF2-40B4-BE49-F238E27FC236}">
                  <a16:creationId xmlns:a16="http://schemas.microsoft.com/office/drawing/2014/main" id="{9A9BC016-C68C-4EA0-9BAE-277C05D16E62}"/>
                </a:ext>
              </a:extLst>
            </p:cNvPr>
            <p:cNvSpPr>
              <a:spLocks noChangeArrowheads="1"/>
            </p:cNvSpPr>
            <p:nvPr/>
          </p:nvSpPr>
          <p:spPr bwMode="auto">
            <a:xfrm>
              <a:off x="8087110"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4" name="Rectangle 321">
              <a:extLst>
                <a:ext uri="{FF2B5EF4-FFF2-40B4-BE49-F238E27FC236}">
                  <a16:creationId xmlns:a16="http://schemas.microsoft.com/office/drawing/2014/main" id="{85D72911-CD6D-4223-B9B7-AF8B7667D669}"/>
                </a:ext>
              </a:extLst>
            </p:cNvPr>
            <p:cNvSpPr>
              <a:spLocks noChangeArrowheads="1"/>
            </p:cNvSpPr>
            <p:nvPr/>
          </p:nvSpPr>
          <p:spPr bwMode="auto">
            <a:xfrm>
              <a:off x="8541373"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5" name="Rectangle 322">
              <a:extLst>
                <a:ext uri="{FF2B5EF4-FFF2-40B4-BE49-F238E27FC236}">
                  <a16:creationId xmlns:a16="http://schemas.microsoft.com/office/drawing/2014/main" id="{44F55F88-B6F7-42F9-A7A0-92FA35616202}"/>
                </a:ext>
              </a:extLst>
            </p:cNvPr>
            <p:cNvSpPr>
              <a:spLocks noChangeArrowheads="1"/>
            </p:cNvSpPr>
            <p:nvPr/>
          </p:nvSpPr>
          <p:spPr bwMode="auto">
            <a:xfrm>
              <a:off x="8996805"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6" name="Rectangle 323">
              <a:extLst>
                <a:ext uri="{FF2B5EF4-FFF2-40B4-BE49-F238E27FC236}">
                  <a16:creationId xmlns:a16="http://schemas.microsoft.com/office/drawing/2014/main" id="{1FAEF597-1324-4785-A2F5-812B9B7E3CCF}"/>
                </a:ext>
              </a:extLst>
            </p:cNvPr>
            <p:cNvSpPr>
              <a:spLocks noChangeArrowheads="1"/>
            </p:cNvSpPr>
            <p:nvPr/>
          </p:nvSpPr>
          <p:spPr bwMode="auto">
            <a:xfrm>
              <a:off x="9451068" y="5915379"/>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7" name="Rectangle 324">
              <a:extLst>
                <a:ext uri="{FF2B5EF4-FFF2-40B4-BE49-F238E27FC236}">
                  <a16:creationId xmlns:a16="http://schemas.microsoft.com/office/drawing/2014/main" id="{547E500B-89FF-4790-A774-7467AA539E03}"/>
                </a:ext>
              </a:extLst>
            </p:cNvPr>
            <p:cNvSpPr>
              <a:spLocks noChangeArrowheads="1"/>
            </p:cNvSpPr>
            <p:nvPr/>
          </p:nvSpPr>
          <p:spPr bwMode="auto">
            <a:xfrm>
              <a:off x="9906502"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8" name="Rectangle 325">
              <a:extLst>
                <a:ext uri="{FF2B5EF4-FFF2-40B4-BE49-F238E27FC236}">
                  <a16:creationId xmlns:a16="http://schemas.microsoft.com/office/drawing/2014/main" id="{BDE832F9-2CD6-4DA9-8C6D-29D6EF4A68C3}"/>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9" name="Rectangle 326">
              <a:extLst>
                <a:ext uri="{FF2B5EF4-FFF2-40B4-BE49-F238E27FC236}">
                  <a16:creationId xmlns:a16="http://schemas.microsoft.com/office/drawing/2014/main" id="{8F14BE8F-17A2-48D9-99B9-13D9B36CFF51}"/>
                </a:ext>
              </a:extLst>
            </p:cNvPr>
            <p:cNvSpPr>
              <a:spLocks noChangeArrowheads="1"/>
            </p:cNvSpPr>
            <p:nvPr/>
          </p:nvSpPr>
          <p:spPr bwMode="auto">
            <a:xfrm>
              <a:off x="10816197" y="5915379"/>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0" name="Rectangle 327">
              <a:extLst>
                <a:ext uri="{FF2B5EF4-FFF2-40B4-BE49-F238E27FC236}">
                  <a16:creationId xmlns:a16="http://schemas.microsoft.com/office/drawing/2014/main" id="{2CA28AB2-A869-47B1-9798-9E8733980AC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1" name="Rectangle 328">
              <a:extLst>
                <a:ext uri="{FF2B5EF4-FFF2-40B4-BE49-F238E27FC236}">
                  <a16:creationId xmlns:a16="http://schemas.microsoft.com/office/drawing/2014/main" id="{FA45DCC4-369F-4348-B31A-DDD34207D995}"/>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2" name="Rectangle 303">
              <a:extLst>
                <a:ext uri="{FF2B5EF4-FFF2-40B4-BE49-F238E27FC236}">
                  <a16:creationId xmlns:a16="http://schemas.microsoft.com/office/drawing/2014/main" id="{5246F475-6CE9-44EF-B241-5C98A3993F47}"/>
                </a:ext>
              </a:extLst>
            </p:cNvPr>
            <p:cNvSpPr>
              <a:spLocks noChangeArrowheads="1"/>
            </p:cNvSpPr>
            <p:nvPr/>
          </p:nvSpPr>
          <p:spPr bwMode="auto">
            <a:xfrm>
              <a:off x="35411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3" name="Rectangle 304">
              <a:extLst>
                <a:ext uri="{FF2B5EF4-FFF2-40B4-BE49-F238E27FC236}">
                  <a16:creationId xmlns:a16="http://schemas.microsoft.com/office/drawing/2014/main" id="{0212C143-6DDE-4AC2-94C2-CCD6202BFFBB}"/>
                </a:ext>
              </a:extLst>
            </p:cNvPr>
            <p:cNvSpPr>
              <a:spLocks noChangeArrowheads="1"/>
            </p:cNvSpPr>
            <p:nvPr/>
          </p:nvSpPr>
          <p:spPr bwMode="auto">
            <a:xfrm>
              <a:off x="80954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4" name="Rectangle 305">
              <a:extLst>
                <a:ext uri="{FF2B5EF4-FFF2-40B4-BE49-F238E27FC236}">
                  <a16:creationId xmlns:a16="http://schemas.microsoft.com/office/drawing/2014/main" id="{DC9D434B-9E3A-4EBA-8C92-28B96B398B1A}"/>
                </a:ext>
              </a:extLst>
            </p:cNvPr>
            <p:cNvSpPr>
              <a:spLocks noChangeArrowheads="1"/>
            </p:cNvSpPr>
            <p:nvPr/>
          </p:nvSpPr>
          <p:spPr bwMode="auto">
            <a:xfrm>
              <a:off x="126380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5" name="Rectangle 306">
              <a:extLst>
                <a:ext uri="{FF2B5EF4-FFF2-40B4-BE49-F238E27FC236}">
                  <a16:creationId xmlns:a16="http://schemas.microsoft.com/office/drawing/2014/main" id="{C336F0B6-E934-4035-96C1-1890FAB7FC59}"/>
                </a:ext>
              </a:extLst>
            </p:cNvPr>
            <p:cNvSpPr>
              <a:spLocks noChangeArrowheads="1"/>
            </p:cNvSpPr>
            <p:nvPr/>
          </p:nvSpPr>
          <p:spPr bwMode="auto">
            <a:xfrm>
              <a:off x="1719239"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6" name="Rectangle 307">
              <a:extLst>
                <a:ext uri="{FF2B5EF4-FFF2-40B4-BE49-F238E27FC236}">
                  <a16:creationId xmlns:a16="http://schemas.microsoft.com/office/drawing/2014/main" id="{449858E0-3129-497A-A76F-A7B8CCC41D2C}"/>
                </a:ext>
              </a:extLst>
            </p:cNvPr>
            <p:cNvSpPr>
              <a:spLocks noChangeArrowheads="1"/>
            </p:cNvSpPr>
            <p:nvPr/>
          </p:nvSpPr>
          <p:spPr bwMode="auto">
            <a:xfrm>
              <a:off x="2173502"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7" name="Rectangle 308">
              <a:extLst>
                <a:ext uri="{FF2B5EF4-FFF2-40B4-BE49-F238E27FC236}">
                  <a16:creationId xmlns:a16="http://schemas.microsoft.com/office/drawing/2014/main" id="{5E5A0525-E0F7-473B-BF1D-921297C341BA}"/>
                </a:ext>
              </a:extLst>
            </p:cNvPr>
            <p:cNvSpPr>
              <a:spLocks noChangeArrowheads="1"/>
            </p:cNvSpPr>
            <p:nvPr/>
          </p:nvSpPr>
          <p:spPr bwMode="auto">
            <a:xfrm>
              <a:off x="262893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8" name="Rectangle 309">
              <a:extLst>
                <a:ext uri="{FF2B5EF4-FFF2-40B4-BE49-F238E27FC236}">
                  <a16:creationId xmlns:a16="http://schemas.microsoft.com/office/drawing/2014/main" id="{40BA3401-B130-4070-8812-6D1E64DFCA8B}"/>
                </a:ext>
              </a:extLst>
            </p:cNvPr>
            <p:cNvSpPr>
              <a:spLocks noChangeArrowheads="1"/>
            </p:cNvSpPr>
            <p:nvPr/>
          </p:nvSpPr>
          <p:spPr bwMode="auto">
            <a:xfrm>
              <a:off x="3083198"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9" name="Rectangle 310">
              <a:extLst>
                <a:ext uri="{FF2B5EF4-FFF2-40B4-BE49-F238E27FC236}">
                  <a16:creationId xmlns:a16="http://schemas.microsoft.com/office/drawing/2014/main" id="{43428A0F-0399-49CB-B65B-308D799020F2}"/>
                </a:ext>
              </a:extLst>
            </p:cNvPr>
            <p:cNvSpPr>
              <a:spLocks noChangeArrowheads="1"/>
            </p:cNvSpPr>
            <p:nvPr/>
          </p:nvSpPr>
          <p:spPr bwMode="auto">
            <a:xfrm>
              <a:off x="353863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0" name="Rectangle 311">
              <a:extLst>
                <a:ext uri="{FF2B5EF4-FFF2-40B4-BE49-F238E27FC236}">
                  <a16:creationId xmlns:a16="http://schemas.microsoft.com/office/drawing/2014/main" id="{03BCC0FA-5699-431F-8C8A-B7CFDACB8F0D}"/>
                </a:ext>
              </a:extLst>
            </p:cNvPr>
            <p:cNvSpPr>
              <a:spLocks noChangeArrowheads="1"/>
            </p:cNvSpPr>
            <p:nvPr/>
          </p:nvSpPr>
          <p:spPr bwMode="auto">
            <a:xfrm>
              <a:off x="399289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1" name="Rectangle 312">
              <a:extLst>
                <a:ext uri="{FF2B5EF4-FFF2-40B4-BE49-F238E27FC236}">
                  <a16:creationId xmlns:a16="http://schemas.microsoft.com/office/drawing/2014/main" id="{556516AA-1DCD-4F78-A473-1DD49BC9A983}"/>
                </a:ext>
              </a:extLst>
            </p:cNvPr>
            <p:cNvSpPr>
              <a:spLocks noChangeArrowheads="1"/>
            </p:cNvSpPr>
            <p:nvPr/>
          </p:nvSpPr>
          <p:spPr bwMode="auto">
            <a:xfrm>
              <a:off x="4448327"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2" name="Rectangle 313">
              <a:extLst>
                <a:ext uri="{FF2B5EF4-FFF2-40B4-BE49-F238E27FC236}">
                  <a16:creationId xmlns:a16="http://schemas.microsoft.com/office/drawing/2014/main" id="{CA00595A-8F2B-4D73-846B-3B7A9C584FFE}"/>
                </a:ext>
              </a:extLst>
            </p:cNvPr>
            <p:cNvSpPr>
              <a:spLocks noChangeArrowheads="1"/>
            </p:cNvSpPr>
            <p:nvPr/>
          </p:nvSpPr>
          <p:spPr bwMode="auto">
            <a:xfrm>
              <a:off x="490259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3" name="Rectangle 314">
              <a:extLst>
                <a:ext uri="{FF2B5EF4-FFF2-40B4-BE49-F238E27FC236}">
                  <a16:creationId xmlns:a16="http://schemas.microsoft.com/office/drawing/2014/main" id="{76207ABA-2173-41C4-88F3-C94E5346CD7D}"/>
                </a:ext>
              </a:extLst>
            </p:cNvPr>
            <p:cNvSpPr>
              <a:spLocks noChangeArrowheads="1"/>
            </p:cNvSpPr>
            <p:nvPr/>
          </p:nvSpPr>
          <p:spPr bwMode="auto">
            <a:xfrm>
              <a:off x="535802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4" name="Rectangle 315">
              <a:extLst>
                <a:ext uri="{FF2B5EF4-FFF2-40B4-BE49-F238E27FC236}">
                  <a16:creationId xmlns:a16="http://schemas.microsoft.com/office/drawing/2014/main" id="{22D2EBC9-8BFC-4568-9B2E-77642424867E}"/>
                </a:ext>
              </a:extLst>
            </p:cNvPr>
            <p:cNvSpPr>
              <a:spLocks noChangeArrowheads="1"/>
            </p:cNvSpPr>
            <p:nvPr/>
          </p:nvSpPr>
          <p:spPr bwMode="auto">
            <a:xfrm>
              <a:off x="5812285"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5" name="Rectangle 316">
              <a:extLst>
                <a:ext uri="{FF2B5EF4-FFF2-40B4-BE49-F238E27FC236}">
                  <a16:creationId xmlns:a16="http://schemas.microsoft.com/office/drawing/2014/main" id="{BCF3A8ED-BBBB-4991-AF9D-6BECE831C115}"/>
                </a:ext>
              </a:extLst>
            </p:cNvPr>
            <p:cNvSpPr>
              <a:spLocks noChangeArrowheads="1"/>
            </p:cNvSpPr>
            <p:nvPr/>
          </p:nvSpPr>
          <p:spPr bwMode="auto">
            <a:xfrm>
              <a:off x="6267718"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6" name="Rectangle 317">
              <a:extLst>
                <a:ext uri="{FF2B5EF4-FFF2-40B4-BE49-F238E27FC236}">
                  <a16:creationId xmlns:a16="http://schemas.microsoft.com/office/drawing/2014/main" id="{2C735C09-F863-40CC-B903-4E8394118D09}"/>
                </a:ext>
              </a:extLst>
            </p:cNvPr>
            <p:cNvSpPr>
              <a:spLocks noChangeArrowheads="1"/>
            </p:cNvSpPr>
            <p:nvPr/>
          </p:nvSpPr>
          <p:spPr bwMode="auto">
            <a:xfrm>
              <a:off x="6721981"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7" name="Rectangle 318">
              <a:extLst>
                <a:ext uri="{FF2B5EF4-FFF2-40B4-BE49-F238E27FC236}">
                  <a16:creationId xmlns:a16="http://schemas.microsoft.com/office/drawing/2014/main" id="{5B9A0F98-970C-4A0E-A6C7-B55BCE0CEDB0}"/>
                </a:ext>
              </a:extLst>
            </p:cNvPr>
            <p:cNvSpPr>
              <a:spLocks noChangeArrowheads="1"/>
            </p:cNvSpPr>
            <p:nvPr/>
          </p:nvSpPr>
          <p:spPr bwMode="auto">
            <a:xfrm>
              <a:off x="7177414"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8" name="Rectangle 319">
              <a:extLst>
                <a:ext uri="{FF2B5EF4-FFF2-40B4-BE49-F238E27FC236}">
                  <a16:creationId xmlns:a16="http://schemas.microsoft.com/office/drawing/2014/main" id="{19BA8D7A-9A73-4E82-8C3D-2920BAD2FB88}"/>
                </a:ext>
              </a:extLst>
            </p:cNvPr>
            <p:cNvSpPr>
              <a:spLocks noChangeArrowheads="1"/>
            </p:cNvSpPr>
            <p:nvPr/>
          </p:nvSpPr>
          <p:spPr bwMode="auto">
            <a:xfrm>
              <a:off x="7631676"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9" name="Rectangle 320">
              <a:extLst>
                <a:ext uri="{FF2B5EF4-FFF2-40B4-BE49-F238E27FC236}">
                  <a16:creationId xmlns:a16="http://schemas.microsoft.com/office/drawing/2014/main" id="{15718E9B-0168-4026-9DA9-25FB77F48789}"/>
                </a:ext>
              </a:extLst>
            </p:cNvPr>
            <p:cNvSpPr>
              <a:spLocks noChangeArrowheads="1"/>
            </p:cNvSpPr>
            <p:nvPr/>
          </p:nvSpPr>
          <p:spPr bwMode="auto">
            <a:xfrm>
              <a:off x="8087110"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0" name="Rectangle 321">
              <a:extLst>
                <a:ext uri="{FF2B5EF4-FFF2-40B4-BE49-F238E27FC236}">
                  <a16:creationId xmlns:a16="http://schemas.microsoft.com/office/drawing/2014/main" id="{66E782F6-03F2-4976-9939-4FFC8A6D9B6C}"/>
                </a:ext>
              </a:extLst>
            </p:cNvPr>
            <p:cNvSpPr>
              <a:spLocks noChangeArrowheads="1"/>
            </p:cNvSpPr>
            <p:nvPr/>
          </p:nvSpPr>
          <p:spPr bwMode="auto">
            <a:xfrm>
              <a:off x="8541373"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1" name="Rectangle 322">
              <a:extLst>
                <a:ext uri="{FF2B5EF4-FFF2-40B4-BE49-F238E27FC236}">
                  <a16:creationId xmlns:a16="http://schemas.microsoft.com/office/drawing/2014/main" id="{0EFF48D8-9A72-4410-B099-6490C047945F}"/>
                </a:ext>
              </a:extLst>
            </p:cNvPr>
            <p:cNvSpPr>
              <a:spLocks noChangeArrowheads="1"/>
            </p:cNvSpPr>
            <p:nvPr/>
          </p:nvSpPr>
          <p:spPr bwMode="auto">
            <a:xfrm>
              <a:off x="8996805"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2" name="Rectangle 323">
              <a:extLst>
                <a:ext uri="{FF2B5EF4-FFF2-40B4-BE49-F238E27FC236}">
                  <a16:creationId xmlns:a16="http://schemas.microsoft.com/office/drawing/2014/main" id="{8C821438-F658-42B0-81BE-28EF12CD7F62}"/>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3" name="Rectangle 324">
              <a:extLst>
                <a:ext uri="{FF2B5EF4-FFF2-40B4-BE49-F238E27FC236}">
                  <a16:creationId xmlns:a16="http://schemas.microsoft.com/office/drawing/2014/main" id="{280043D3-9357-4611-AA94-C9B58CB0E681}"/>
                </a:ext>
              </a:extLst>
            </p:cNvPr>
            <p:cNvSpPr>
              <a:spLocks noChangeArrowheads="1"/>
            </p:cNvSpPr>
            <p:nvPr/>
          </p:nvSpPr>
          <p:spPr bwMode="auto">
            <a:xfrm>
              <a:off x="9906502"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4" name="Rectangle 325">
              <a:extLst>
                <a:ext uri="{FF2B5EF4-FFF2-40B4-BE49-F238E27FC236}">
                  <a16:creationId xmlns:a16="http://schemas.microsoft.com/office/drawing/2014/main" id="{D7287905-0D7C-4A58-ABD6-A6554D1765E8}"/>
                </a:ext>
              </a:extLst>
            </p:cNvPr>
            <p:cNvSpPr>
              <a:spLocks noChangeArrowheads="1"/>
            </p:cNvSpPr>
            <p:nvPr/>
          </p:nvSpPr>
          <p:spPr bwMode="auto">
            <a:xfrm>
              <a:off x="10360764"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5" name="Rectangle 326">
              <a:extLst>
                <a:ext uri="{FF2B5EF4-FFF2-40B4-BE49-F238E27FC236}">
                  <a16:creationId xmlns:a16="http://schemas.microsoft.com/office/drawing/2014/main" id="{1D0E79F1-1AC9-47BF-B7F0-F709B8B444EB}"/>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6" name="Rectangle 327">
              <a:extLst>
                <a:ext uri="{FF2B5EF4-FFF2-40B4-BE49-F238E27FC236}">
                  <a16:creationId xmlns:a16="http://schemas.microsoft.com/office/drawing/2014/main" id="{83AB9594-60A2-4730-A801-A458EEE55EFB}"/>
                </a:ext>
              </a:extLst>
            </p:cNvPr>
            <p:cNvSpPr>
              <a:spLocks noChangeArrowheads="1"/>
            </p:cNvSpPr>
            <p:nvPr/>
          </p:nvSpPr>
          <p:spPr bwMode="auto">
            <a:xfrm>
              <a:off x="11270460" y="6422607"/>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7" name="Rectangle 328">
              <a:extLst>
                <a:ext uri="{FF2B5EF4-FFF2-40B4-BE49-F238E27FC236}">
                  <a16:creationId xmlns:a16="http://schemas.microsoft.com/office/drawing/2014/main" id="{62B13014-86D5-44D0-A96C-D2A34A6B60DE}"/>
                </a:ext>
              </a:extLst>
            </p:cNvPr>
            <p:cNvSpPr>
              <a:spLocks noChangeArrowheads="1"/>
            </p:cNvSpPr>
            <p:nvPr/>
          </p:nvSpPr>
          <p:spPr bwMode="auto">
            <a:xfrm>
              <a:off x="11725893" y="6422607"/>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Title 1"/>
          <p:cNvSpPr>
            <a:spLocks noGrp="1"/>
          </p:cNvSpPr>
          <p:nvPr>
            <p:ph type="ctrTitle"/>
          </p:nvPr>
        </p:nvSpPr>
        <p:spPr>
          <a:xfrm>
            <a:off x="3530893" y="2165593"/>
            <a:ext cx="5086633" cy="1943114"/>
          </a:xfrm>
        </p:spPr>
        <p:txBody>
          <a:bodyPr anchor="ctr">
            <a:noAutofit/>
          </a:bodyPr>
          <a:lstStyle>
            <a:lvl1pPr algn="ctr">
              <a:lnSpc>
                <a:spcPct val="90000"/>
              </a:lnSpc>
              <a:defRPr lang="en-US" sz="6000" b="1" kern="1200" smtClean="0">
                <a:solidFill>
                  <a:schemeClr val="bg1"/>
                </a:solidFill>
                <a:latin typeface="+mn-lt"/>
                <a:ea typeface="Segoe UI Black" panose="020B0A02040204020203" pitchFamily="34" charset="0"/>
                <a:cs typeface="+mj-cs"/>
              </a:defRPr>
            </a:lvl1pPr>
          </a:lstStyle>
          <a:p>
            <a:r>
              <a:rPr lang="en-US" dirty="0"/>
              <a:t>Click to edit</a:t>
            </a:r>
          </a:p>
        </p:txBody>
      </p:sp>
      <p:sp>
        <p:nvSpPr>
          <p:cNvPr id="3" name="Subtitle 2"/>
          <p:cNvSpPr>
            <a:spLocks noGrp="1"/>
          </p:cNvSpPr>
          <p:nvPr>
            <p:ph type="subTitle" idx="1"/>
          </p:nvPr>
        </p:nvSpPr>
        <p:spPr>
          <a:xfrm>
            <a:off x="3530893" y="4593057"/>
            <a:ext cx="5086633" cy="531269"/>
          </a:xfrm>
        </p:spPr>
        <p:txBody>
          <a:bodyPr>
            <a:normAutofit/>
          </a:bodyPr>
          <a:lstStyle>
            <a:lvl1pPr marL="0" indent="0" algn="ctr">
              <a:buNone/>
              <a:defRPr lang="en-US" sz="2400" kern="1200" smtClean="0">
                <a:solidFill>
                  <a:schemeClr val="accent2"/>
                </a:solidFill>
                <a:latin typeface="+mn-lt"/>
                <a:ea typeface="+mj-ea"/>
                <a:cs typeface="+mj-cs"/>
              </a:defRPr>
            </a:lvl1pPr>
            <a:lvl2pPr marL="609468" indent="0" algn="ctr">
              <a:buNone/>
              <a:defRPr>
                <a:solidFill>
                  <a:schemeClr val="tx1">
                    <a:tint val="75000"/>
                  </a:schemeClr>
                </a:solidFill>
              </a:defRPr>
            </a:lvl2pPr>
            <a:lvl3pPr marL="1218936" indent="0" algn="ctr">
              <a:buNone/>
              <a:defRPr>
                <a:solidFill>
                  <a:schemeClr val="tx1">
                    <a:tint val="75000"/>
                  </a:schemeClr>
                </a:solidFill>
              </a:defRPr>
            </a:lvl3pPr>
            <a:lvl4pPr marL="1828404" indent="0" algn="ctr">
              <a:buNone/>
              <a:defRPr>
                <a:solidFill>
                  <a:schemeClr val="tx1">
                    <a:tint val="75000"/>
                  </a:schemeClr>
                </a:solidFill>
              </a:defRPr>
            </a:lvl4pPr>
            <a:lvl5pPr marL="2437872" indent="0" algn="ctr">
              <a:buNone/>
              <a:defRPr>
                <a:solidFill>
                  <a:schemeClr val="tx1">
                    <a:tint val="75000"/>
                  </a:schemeClr>
                </a:solidFill>
              </a:defRPr>
            </a:lvl5pPr>
            <a:lvl6pPr marL="3047340" indent="0" algn="ctr">
              <a:buNone/>
              <a:defRPr>
                <a:solidFill>
                  <a:schemeClr val="tx1">
                    <a:tint val="75000"/>
                  </a:schemeClr>
                </a:solidFill>
              </a:defRPr>
            </a:lvl6pPr>
            <a:lvl7pPr marL="3656808" indent="0" algn="ctr">
              <a:buNone/>
              <a:defRPr>
                <a:solidFill>
                  <a:schemeClr val="tx1">
                    <a:tint val="75000"/>
                  </a:schemeClr>
                </a:solidFill>
              </a:defRPr>
            </a:lvl7pPr>
            <a:lvl8pPr marL="4266275" indent="0" algn="ctr">
              <a:buNone/>
              <a:defRPr>
                <a:solidFill>
                  <a:schemeClr val="tx1">
                    <a:tint val="75000"/>
                  </a:schemeClr>
                </a:solidFill>
              </a:defRPr>
            </a:lvl8pPr>
            <a:lvl9pPr marL="4875744"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9578D6DB-6798-42D2-B9AD-FC6F1C72FC30}" type="datetimeFigureOut">
              <a:rPr lang="en-US" smtClean="0"/>
              <a:pPr/>
              <a:t>2/22/2026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www.anubhavtrainings.com</a:t>
            </a:r>
          </a:p>
        </p:txBody>
      </p:sp>
      <p:cxnSp>
        <p:nvCxnSpPr>
          <p:cNvPr id="263" name="Straight Connector 262">
            <a:extLst>
              <a:ext uri="{FF2B5EF4-FFF2-40B4-BE49-F238E27FC236}">
                <a16:creationId xmlns:a16="http://schemas.microsoft.com/office/drawing/2014/main" id="{2F3DD772-972B-4AAC-A0E6-89474032E07C}"/>
              </a:ext>
            </a:extLst>
          </p:cNvPr>
          <p:cNvCxnSpPr>
            <a:cxnSpLocks/>
          </p:cNvCxnSpPr>
          <p:nvPr userDrawn="1"/>
        </p:nvCxnSpPr>
        <p:spPr>
          <a:xfrm flipV="1">
            <a:off x="3530895" y="1938989"/>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67" name="Straight Connector 266">
            <a:extLst>
              <a:ext uri="{FF2B5EF4-FFF2-40B4-BE49-F238E27FC236}">
                <a16:creationId xmlns:a16="http://schemas.microsoft.com/office/drawing/2014/main" id="{4DEFF758-3B08-4F1C-869F-4C6B6755CFC3}"/>
              </a:ext>
            </a:extLst>
          </p:cNvPr>
          <p:cNvCxnSpPr>
            <a:cxnSpLocks/>
          </p:cNvCxnSpPr>
          <p:nvPr userDrawn="1"/>
        </p:nvCxnSpPr>
        <p:spPr>
          <a:xfrm flipV="1">
            <a:off x="3530895" y="4382337"/>
            <a:ext cx="5086632" cy="13976"/>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7108254"/>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grpSp>
        <p:nvGrpSpPr>
          <p:cNvPr id="5" name="Group 4">
            <a:extLst>
              <a:ext uri="{FF2B5EF4-FFF2-40B4-BE49-F238E27FC236}">
                <a16:creationId xmlns:a16="http://schemas.microsoft.com/office/drawing/2014/main" id="{5F84C837-9DCF-4D09-8477-144AEA6C872E}"/>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6" name="Group 5">
              <a:extLst>
                <a:ext uri="{FF2B5EF4-FFF2-40B4-BE49-F238E27FC236}">
                  <a16:creationId xmlns:a16="http://schemas.microsoft.com/office/drawing/2014/main" id="{C87704B4-D820-4D37-AD30-8A5EB8A7D887}"/>
                </a:ext>
              </a:extLst>
            </p:cNvPr>
            <p:cNvGrpSpPr/>
            <p:nvPr/>
          </p:nvGrpSpPr>
          <p:grpSpPr>
            <a:xfrm>
              <a:off x="354110" y="326571"/>
              <a:ext cx="11480604" cy="109990"/>
              <a:chOff x="354110" y="326571"/>
              <a:chExt cx="11480604" cy="109990"/>
            </a:xfrm>
            <a:grpFill/>
          </p:grpSpPr>
          <p:sp>
            <p:nvSpPr>
              <p:cNvPr id="331" name="Rectangle 5">
                <a:extLst>
                  <a:ext uri="{FF2B5EF4-FFF2-40B4-BE49-F238E27FC236}">
                    <a16:creationId xmlns:a16="http://schemas.microsoft.com/office/drawing/2014/main" id="{A5DE7724-0266-4B26-B3E0-F4A53755EFD0}"/>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6">
                <a:extLst>
                  <a:ext uri="{FF2B5EF4-FFF2-40B4-BE49-F238E27FC236}">
                    <a16:creationId xmlns:a16="http://schemas.microsoft.com/office/drawing/2014/main" id="{92B81F68-69F1-412A-BA88-7CA31ABBD49C}"/>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7">
                <a:extLst>
                  <a:ext uri="{FF2B5EF4-FFF2-40B4-BE49-F238E27FC236}">
                    <a16:creationId xmlns:a16="http://schemas.microsoft.com/office/drawing/2014/main" id="{0DDE4945-C355-486A-AC39-DC1CBDD53A24}"/>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8">
                <a:extLst>
                  <a:ext uri="{FF2B5EF4-FFF2-40B4-BE49-F238E27FC236}">
                    <a16:creationId xmlns:a16="http://schemas.microsoft.com/office/drawing/2014/main" id="{17174557-3DA8-460E-9EA2-59F750420CB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9">
                <a:extLst>
                  <a:ext uri="{FF2B5EF4-FFF2-40B4-BE49-F238E27FC236}">
                    <a16:creationId xmlns:a16="http://schemas.microsoft.com/office/drawing/2014/main" id="{911127AB-1DEB-4137-A7FC-F7DE993952FC}"/>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10">
                <a:extLst>
                  <a:ext uri="{FF2B5EF4-FFF2-40B4-BE49-F238E27FC236}">
                    <a16:creationId xmlns:a16="http://schemas.microsoft.com/office/drawing/2014/main" id="{4E17A780-BA9E-4864-B26E-9C35A8E0639E}"/>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7" name="Rectangle 11">
                <a:extLst>
                  <a:ext uri="{FF2B5EF4-FFF2-40B4-BE49-F238E27FC236}">
                    <a16:creationId xmlns:a16="http://schemas.microsoft.com/office/drawing/2014/main" id="{314C61F4-16FA-4712-81C9-E6993CF2E328}"/>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12">
                <a:extLst>
                  <a:ext uri="{FF2B5EF4-FFF2-40B4-BE49-F238E27FC236}">
                    <a16:creationId xmlns:a16="http://schemas.microsoft.com/office/drawing/2014/main" id="{9B524249-3869-485B-86A9-F6134949E331}"/>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13">
                <a:extLst>
                  <a:ext uri="{FF2B5EF4-FFF2-40B4-BE49-F238E27FC236}">
                    <a16:creationId xmlns:a16="http://schemas.microsoft.com/office/drawing/2014/main" id="{DAAD3B7E-EB92-41AE-846B-19E6FD8D82DC}"/>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14">
                <a:extLst>
                  <a:ext uri="{FF2B5EF4-FFF2-40B4-BE49-F238E27FC236}">
                    <a16:creationId xmlns:a16="http://schemas.microsoft.com/office/drawing/2014/main" id="{7F852861-98F4-44DF-AF49-726C8F948D96}"/>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15">
                <a:extLst>
                  <a:ext uri="{FF2B5EF4-FFF2-40B4-BE49-F238E27FC236}">
                    <a16:creationId xmlns:a16="http://schemas.microsoft.com/office/drawing/2014/main" id="{0569D434-561F-415D-ADEF-1C97BBF45E15}"/>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6">
                <a:extLst>
                  <a:ext uri="{FF2B5EF4-FFF2-40B4-BE49-F238E27FC236}">
                    <a16:creationId xmlns:a16="http://schemas.microsoft.com/office/drawing/2014/main" id="{E51E1051-20E9-499B-9F47-D453C9C4AD7B}"/>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7">
                <a:extLst>
                  <a:ext uri="{FF2B5EF4-FFF2-40B4-BE49-F238E27FC236}">
                    <a16:creationId xmlns:a16="http://schemas.microsoft.com/office/drawing/2014/main" id="{0A15F00D-D432-491D-BD07-4D98418B4734}"/>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8">
                <a:extLst>
                  <a:ext uri="{FF2B5EF4-FFF2-40B4-BE49-F238E27FC236}">
                    <a16:creationId xmlns:a16="http://schemas.microsoft.com/office/drawing/2014/main" id="{E5C71B9E-2FEA-4B4A-9DAF-57371D0345E4}"/>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9">
                <a:extLst>
                  <a:ext uri="{FF2B5EF4-FFF2-40B4-BE49-F238E27FC236}">
                    <a16:creationId xmlns:a16="http://schemas.microsoft.com/office/drawing/2014/main" id="{0837AE5A-71E5-461E-86F8-382E419F4CEE}"/>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20">
                <a:extLst>
                  <a:ext uri="{FF2B5EF4-FFF2-40B4-BE49-F238E27FC236}">
                    <a16:creationId xmlns:a16="http://schemas.microsoft.com/office/drawing/2014/main" id="{226E3A9F-A5DF-4BD9-8BF9-BD63B178B3AA}"/>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21">
                <a:extLst>
                  <a:ext uri="{FF2B5EF4-FFF2-40B4-BE49-F238E27FC236}">
                    <a16:creationId xmlns:a16="http://schemas.microsoft.com/office/drawing/2014/main" id="{0E15EBF9-0C38-49EB-BCE1-F087FE7B15EF}"/>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22">
                <a:extLst>
                  <a:ext uri="{FF2B5EF4-FFF2-40B4-BE49-F238E27FC236}">
                    <a16:creationId xmlns:a16="http://schemas.microsoft.com/office/drawing/2014/main" id="{CC706D37-6C28-4D62-837A-3DCE52AF5FFE}"/>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23">
                <a:extLst>
                  <a:ext uri="{FF2B5EF4-FFF2-40B4-BE49-F238E27FC236}">
                    <a16:creationId xmlns:a16="http://schemas.microsoft.com/office/drawing/2014/main" id="{322A967E-C401-4E57-A3E0-032F5B3EE884}"/>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24">
                <a:extLst>
                  <a:ext uri="{FF2B5EF4-FFF2-40B4-BE49-F238E27FC236}">
                    <a16:creationId xmlns:a16="http://schemas.microsoft.com/office/drawing/2014/main" id="{4E47C428-6492-4775-B7F6-D97F4C21EE0A}"/>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25">
                <a:extLst>
                  <a:ext uri="{FF2B5EF4-FFF2-40B4-BE49-F238E27FC236}">
                    <a16:creationId xmlns:a16="http://schemas.microsoft.com/office/drawing/2014/main" id="{4FFE08B7-F49D-4351-AE15-CBCE56729225}"/>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6">
                <a:extLst>
                  <a:ext uri="{FF2B5EF4-FFF2-40B4-BE49-F238E27FC236}">
                    <a16:creationId xmlns:a16="http://schemas.microsoft.com/office/drawing/2014/main" id="{6ACFDA49-281E-4897-9BD4-34DD13A79222}"/>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7">
                <a:extLst>
                  <a:ext uri="{FF2B5EF4-FFF2-40B4-BE49-F238E27FC236}">
                    <a16:creationId xmlns:a16="http://schemas.microsoft.com/office/drawing/2014/main" id="{575841DC-16E8-4CB3-B2BC-119E646F211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8">
                <a:extLst>
                  <a:ext uri="{FF2B5EF4-FFF2-40B4-BE49-F238E27FC236}">
                    <a16:creationId xmlns:a16="http://schemas.microsoft.com/office/drawing/2014/main" id="{E1ED8453-673F-4AFA-BA06-840415974D38}"/>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9">
                <a:extLst>
                  <a:ext uri="{FF2B5EF4-FFF2-40B4-BE49-F238E27FC236}">
                    <a16:creationId xmlns:a16="http://schemas.microsoft.com/office/drawing/2014/main" id="{DC901148-F99B-414C-A333-EA3FE0A59038}"/>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30">
                <a:extLst>
                  <a:ext uri="{FF2B5EF4-FFF2-40B4-BE49-F238E27FC236}">
                    <a16:creationId xmlns:a16="http://schemas.microsoft.com/office/drawing/2014/main" id="{D5A0830B-E1AB-410A-8A04-76CEB6D7EF5C}"/>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7" name="Group 6">
              <a:extLst>
                <a:ext uri="{FF2B5EF4-FFF2-40B4-BE49-F238E27FC236}">
                  <a16:creationId xmlns:a16="http://schemas.microsoft.com/office/drawing/2014/main" id="{0440C2EB-8720-4F5C-8F92-8632FE72EE8A}"/>
                </a:ext>
              </a:extLst>
            </p:cNvPr>
            <p:cNvGrpSpPr/>
            <p:nvPr/>
          </p:nvGrpSpPr>
          <p:grpSpPr>
            <a:xfrm>
              <a:off x="354110" y="833283"/>
              <a:ext cx="11480604" cy="108822"/>
              <a:chOff x="354110" y="834963"/>
              <a:chExt cx="11480604" cy="108822"/>
            </a:xfrm>
            <a:grpFill/>
          </p:grpSpPr>
          <p:sp>
            <p:nvSpPr>
              <p:cNvPr id="305" name="Rectangle 32">
                <a:extLst>
                  <a:ext uri="{FF2B5EF4-FFF2-40B4-BE49-F238E27FC236}">
                    <a16:creationId xmlns:a16="http://schemas.microsoft.com/office/drawing/2014/main" id="{EF02C6FC-5D3B-435D-860D-5BB6346A134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33">
                <a:extLst>
                  <a:ext uri="{FF2B5EF4-FFF2-40B4-BE49-F238E27FC236}">
                    <a16:creationId xmlns:a16="http://schemas.microsoft.com/office/drawing/2014/main" id="{BC57A1E8-0766-4B17-941D-E18BE4B6C2F8}"/>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34">
                <a:extLst>
                  <a:ext uri="{FF2B5EF4-FFF2-40B4-BE49-F238E27FC236}">
                    <a16:creationId xmlns:a16="http://schemas.microsoft.com/office/drawing/2014/main" id="{21113A2C-E54A-447E-8F53-B5082437AEA4}"/>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35">
                <a:extLst>
                  <a:ext uri="{FF2B5EF4-FFF2-40B4-BE49-F238E27FC236}">
                    <a16:creationId xmlns:a16="http://schemas.microsoft.com/office/drawing/2014/main" id="{6F7DC80F-E11F-4661-A499-8EDA910AA76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36">
                <a:extLst>
                  <a:ext uri="{FF2B5EF4-FFF2-40B4-BE49-F238E27FC236}">
                    <a16:creationId xmlns:a16="http://schemas.microsoft.com/office/drawing/2014/main" id="{8CD34363-9B07-446F-99AC-0743548944C5}"/>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37">
                <a:extLst>
                  <a:ext uri="{FF2B5EF4-FFF2-40B4-BE49-F238E27FC236}">
                    <a16:creationId xmlns:a16="http://schemas.microsoft.com/office/drawing/2014/main" id="{77985A41-F2CB-46B1-8553-15C2148C4039}"/>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8">
                <a:extLst>
                  <a:ext uri="{FF2B5EF4-FFF2-40B4-BE49-F238E27FC236}">
                    <a16:creationId xmlns:a16="http://schemas.microsoft.com/office/drawing/2014/main" id="{90E6D67E-F055-4BC9-BE22-0DBDC394D956}"/>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9">
                <a:extLst>
                  <a:ext uri="{FF2B5EF4-FFF2-40B4-BE49-F238E27FC236}">
                    <a16:creationId xmlns:a16="http://schemas.microsoft.com/office/drawing/2014/main" id="{0228932B-BBDB-40C1-A9A1-395D14495983}"/>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40">
                <a:extLst>
                  <a:ext uri="{FF2B5EF4-FFF2-40B4-BE49-F238E27FC236}">
                    <a16:creationId xmlns:a16="http://schemas.microsoft.com/office/drawing/2014/main" id="{B5CE198A-88BB-4A73-AC8E-4EBF9A34A8FF}"/>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41">
                <a:extLst>
                  <a:ext uri="{FF2B5EF4-FFF2-40B4-BE49-F238E27FC236}">
                    <a16:creationId xmlns:a16="http://schemas.microsoft.com/office/drawing/2014/main" id="{8B97A0DC-41F9-44D7-B0F6-04A2CDE90136}"/>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42">
                <a:extLst>
                  <a:ext uri="{FF2B5EF4-FFF2-40B4-BE49-F238E27FC236}">
                    <a16:creationId xmlns:a16="http://schemas.microsoft.com/office/drawing/2014/main" id="{BD4550CC-C766-4008-A027-D4AD0A7C2261}"/>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43">
                <a:extLst>
                  <a:ext uri="{FF2B5EF4-FFF2-40B4-BE49-F238E27FC236}">
                    <a16:creationId xmlns:a16="http://schemas.microsoft.com/office/drawing/2014/main" id="{5AEFD14B-8AC0-49F9-8636-E56150138984}"/>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44">
                <a:extLst>
                  <a:ext uri="{FF2B5EF4-FFF2-40B4-BE49-F238E27FC236}">
                    <a16:creationId xmlns:a16="http://schemas.microsoft.com/office/drawing/2014/main" id="{F5728382-2E4A-44CB-B18D-09E3832100C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45">
                <a:extLst>
                  <a:ext uri="{FF2B5EF4-FFF2-40B4-BE49-F238E27FC236}">
                    <a16:creationId xmlns:a16="http://schemas.microsoft.com/office/drawing/2014/main" id="{A37A49D1-6574-424E-A93E-54D01DF37EB3}"/>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6">
                <a:extLst>
                  <a:ext uri="{FF2B5EF4-FFF2-40B4-BE49-F238E27FC236}">
                    <a16:creationId xmlns:a16="http://schemas.microsoft.com/office/drawing/2014/main" id="{20D0DBF2-AF64-41DB-8881-E697C0FB2F69}"/>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7">
                <a:extLst>
                  <a:ext uri="{FF2B5EF4-FFF2-40B4-BE49-F238E27FC236}">
                    <a16:creationId xmlns:a16="http://schemas.microsoft.com/office/drawing/2014/main" id="{16993E22-9E00-4371-97E9-BC2FEC2901F4}"/>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8">
                <a:extLst>
                  <a:ext uri="{FF2B5EF4-FFF2-40B4-BE49-F238E27FC236}">
                    <a16:creationId xmlns:a16="http://schemas.microsoft.com/office/drawing/2014/main" id="{3179D9A5-A656-445A-AEB3-41E85991FED6}"/>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9">
                <a:extLst>
                  <a:ext uri="{FF2B5EF4-FFF2-40B4-BE49-F238E27FC236}">
                    <a16:creationId xmlns:a16="http://schemas.microsoft.com/office/drawing/2014/main" id="{FC5854E8-7F75-4352-B984-69A650316BAF}"/>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50">
                <a:extLst>
                  <a:ext uri="{FF2B5EF4-FFF2-40B4-BE49-F238E27FC236}">
                    <a16:creationId xmlns:a16="http://schemas.microsoft.com/office/drawing/2014/main" id="{AF0E170F-2C99-4781-9DAD-76DB2ECCBF63}"/>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51">
                <a:extLst>
                  <a:ext uri="{FF2B5EF4-FFF2-40B4-BE49-F238E27FC236}">
                    <a16:creationId xmlns:a16="http://schemas.microsoft.com/office/drawing/2014/main" id="{28A11474-FB86-497C-99B9-4844B293C67D}"/>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52">
                <a:extLst>
                  <a:ext uri="{FF2B5EF4-FFF2-40B4-BE49-F238E27FC236}">
                    <a16:creationId xmlns:a16="http://schemas.microsoft.com/office/drawing/2014/main" id="{05C3E46C-5F7E-4619-BF04-C2ADA9C98EB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53">
                <a:extLst>
                  <a:ext uri="{FF2B5EF4-FFF2-40B4-BE49-F238E27FC236}">
                    <a16:creationId xmlns:a16="http://schemas.microsoft.com/office/drawing/2014/main" id="{9C1B1068-38BC-4829-B1BD-84365C3B1FF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54">
                <a:extLst>
                  <a:ext uri="{FF2B5EF4-FFF2-40B4-BE49-F238E27FC236}">
                    <a16:creationId xmlns:a16="http://schemas.microsoft.com/office/drawing/2014/main" id="{86E8EEE5-A3C1-475B-B8D0-270016066D72}"/>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55">
                <a:extLst>
                  <a:ext uri="{FF2B5EF4-FFF2-40B4-BE49-F238E27FC236}">
                    <a16:creationId xmlns:a16="http://schemas.microsoft.com/office/drawing/2014/main" id="{746D302C-49CD-4082-A33B-0C8A909D3E0D}"/>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6">
                <a:extLst>
                  <a:ext uri="{FF2B5EF4-FFF2-40B4-BE49-F238E27FC236}">
                    <a16:creationId xmlns:a16="http://schemas.microsoft.com/office/drawing/2014/main" id="{4BBCB6AB-A251-4BF9-9D8C-3C637CBB1810}"/>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7">
                <a:extLst>
                  <a:ext uri="{FF2B5EF4-FFF2-40B4-BE49-F238E27FC236}">
                    <a16:creationId xmlns:a16="http://schemas.microsoft.com/office/drawing/2014/main" id="{62940D8C-E4DD-44D0-B41A-E71282E21DC5}"/>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8" name="Group 7">
              <a:extLst>
                <a:ext uri="{FF2B5EF4-FFF2-40B4-BE49-F238E27FC236}">
                  <a16:creationId xmlns:a16="http://schemas.microsoft.com/office/drawing/2014/main" id="{FDB7BC43-BB8B-4C07-9AD5-56CA6D4AF9C1}"/>
                </a:ext>
              </a:extLst>
            </p:cNvPr>
            <p:cNvGrpSpPr/>
            <p:nvPr/>
          </p:nvGrpSpPr>
          <p:grpSpPr>
            <a:xfrm>
              <a:off x="354110" y="1338827"/>
              <a:ext cx="11480604" cy="109990"/>
              <a:chOff x="354110" y="1342187"/>
              <a:chExt cx="11480604" cy="109990"/>
            </a:xfrm>
            <a:grpFill/>
          </p:grpSpPr>
          <p:sp>
            <p:nvSpPr>
              <p:cNvPr id="279" name="Rectangle 59">
                <a:extLst>
                  <a:ext uri="{FF2B5EF4-FFF2-40B4-BE49-F238E27FC236}">
                    <a16:creationId xmlns:a16="http://schemas.microsoft.com/office/drawing/2014/main" id="{13ADCA1F-7FF7-48B7-ADB4-DFA0248FF606}"/>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60">
                <a:extLst>
                  <a:ext uri="{FF2B5EF4-FFF2-40B4-BE49-F238E27FC236}">
                    <a16:creationId xmlns:a16="http://schemas.microsoft.com/office/drawing/2014/main" id="{5AD937D1-C68B-4F0D-ADEA-F3D1DE5947C0}"/>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61">
                <a:extLst>
                  <a:ext uri="{FF2B5EF4-FFF2-40B4-BE49-F238E27FC236}">
                    <a16:creationId xmlns:a16="http://schemas.microsoft.com/office/drawing/2014/main" id="{23E5266C-E488-4F40-B9BF-394BA98F35B0}"/>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62">
                <a:extLst>
                  <a:ext uri="{FF2B5EF4-FFF2-40B4-BE49-F238E27FC236}">
                    <a16:creationId xmlns:a16="http://schemas.microsoft.com/office/drawing/2014/main" id="{4F7FCCF1-F609-49F4-B325-65797AA4CB32}"/>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63">
                <a:extLst>
                  <a:ext uri="{FF2B5EF4-FFF2-40B4-BE49-F238E27FC236}">
                    <a16:creationId xmlns:a16="http://schemas.microsoft.com/office/drawing/2014/main" id="{2E25BA80-BA5B-4875-AC25-EC30179E5F22}"/>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64">
                <a:extLst>
                  <a:ext uri="{FF2B5EF4-FFF2-40B4-BE49-F238E27FC236}">
                    <a16:creationId xmlns:a16="http://schemas.microsoft.com/office/drawing/2014/main" id="{09628177-D54C-4C14-BD67-B47A10B54822}"/>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65">
                <a:extLst>
                  <a:ext uri="{FF2B5EF4-FFF2-40B4-BE49-F238E27FC236}">
                    <a16:creationId xmlns:a16="http://schemas.microsoft.com/office/drawing/2014/main" id="{BD99C527-73CA-4724-A08D-E49D7BA2655E}"/>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6">
                <a:extLst>
                  <a:ext uri="{FF2B5EF4-FFF2-40B4-BE49-F238E27FC236}">
                    <a16:creationId xmlns:a16="http://schemas.microsoft.com/office/drawing/2014/main" id="{9A4D76E3-5CA7-46C2-930A-CF883079E8BB}"/>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7">
                <a:extLst>
                  <a:ext uri="{FF2B5EF4-FFF2-40B4-BE49-F238E27FC236}">
                    <a16:creationId xmlns:a16="http://schemas.microsoft.com/office/drawing/2014/main" id="{1B09DF21-850D-4386-91AE-BE671CF242C2}"/>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8">
                <a:extLst>
                  <a:ext uri="{FF2B5EF4-FFF2-40B4-BE49-F238E27FC236}">
                    <a16:creationId xmlns:a16="http://schemas.microsoft.com/office/drawing/2014/main" id="{6A750E47-CA9C-435F-AEEE-64AF6CF50FF2}"/>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9">
                <a:extLst>
                  <a:ext uri="{FF2B5EF4-FFF2-40B4-BE49-F238E27FC236}">
                    <a16:creationId xmlns:a16="http://schemas.microsoft.com/office/drawing/2014/main" id="{7F2F089C-B349-4F50-9EB2-5363F2E4F4C6}"/>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70">
                <a:extLst>
                  <a:ext uri="{FF2B5EF4-FFF2-40B4-BE49-F238E27FC236}">
                    <a16:creationId xmlns:a16="http://schemas.microsoft.com/office/drawing/2014/main" id="{B28AEF5D-9175-4653-BB17-DF5DBF173E5E}"/>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71">
                <a:extLst>
                  <a:ext uri="{FF2B5EF4-FFF2-40B4-BE49-F238E27FC236}">
                    <a16:creationId xmlns:a16="http://schemas.microsoft.com/office/drawing/2014/main" id="{09A5F7BF-091E-4363-BE84-44E8866B5D47}"/>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72">
                <a:extLst>
                  <a:ext uri="{FF2B5EF4-FFF2-40B4-BE49-F238E27FC236}">
                    <a16:creationId xmlns:a16="http://schemas.microsoft.com/office/drawing/2014/main" id="{A2CCAB8E-B14D-4F5A-9CC9-0C5F45258CF8}"/>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73">
                <a:extLst>
                  <a:ext uri="{FF2B5EF4-FFF2-40B4-BE49-F238E27FC236}">
                    <a16:creationId xmlns:a16="http://schemas.microsoft.com/office/drawing/2014/main" id="{922E39AA-A68F-4377-A1FB-723E4B73E911}"/>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74">
                <a:extLst>
                  <a:ext uri="{FF2B5EF4-FFF2-40B4-BE49-F238E27FC236}">
                    <a16:creationId xmlns:a16="http://schemas.microsoft.com/office/drawing/2014/main" id="{FD7E9F67-D814-430E-86B6-A7F91CDECE9A}"/>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75">
                <a:extLst>
                  <a:ext uri="{FF2B5EF4-FFF2-40B4-BE49-F238E27FC236}">
                    <a16:creationId xmlns:a16="http://schemas.microsoft.com/office/drawing/2014/main" id="{FBF10FF0-2477-44F4-AD26-A9B7175BBF0A}"/>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6">
                <a:extLst>
                  <a:ext uri="{FF2B5EF4-FFF2-40B4-BE49-F238E27FC236}">
                    <a16:creationId xmlns:a16="http://schemas.microsoft.com/office/drawing/2014/main" id="{A84D6BBF-5B9E-41F6-B5A3-2066E037BAFC}"/>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7">
                <a:extLst>
                  <a:ext uri="{FF2B5EF4-FFF2-40B4-BE49-F238E27FC236}">
                    <a16:creationId xmlns:a16="http://schemas.microsoft.com/office/drawing/2014/main" id="{BD98A702-4AE2-405F-BB4F-7E119FFDC17C}"/>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8">
                <a:extLst>
                  <a:ext uri="{FF2B5EF4-FFF2-40B4-BE49-F238E27FC236}">
                    <a16:creationId xmlns:a16="http://schemas.microsoft.com/office/drawing/2014/main" id="{66B0FD6C-084A-4D89-95E7-D5CAC5EA2738}"/>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9">
                <a:extLst>
                  <a:ext uri="{FF2B5EF4-FFF2-40B4-BE49-F238E27FC236}">
                    <a16:creationId xmlns:a16="http://schemas.microsoft.com/office/drawing/2014/main" id="{C70441D6-82B8-4CC6-8746-DD03CBEE897E}"/>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80">
                <a:extLst>
                  <a:ext uri="{FF2B5EF4-FFF2-40B4-BE49-F238E27FC236}">
                    <a16:creationId xmlns:a16="http://schemas.microsoft.com/office/drawing/2014/main" id="{9FC2715B-1BF3-4105-B102-F53753596B55}"/>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81">
                <a:extLst>
                  <a:ext uri="{FF2B5EF4-FFF2-40B4-BE49-F238E27FC236}">
                    <a16:creationId xmlns:a16="http://schemas.microsoft.com/office/drawing/2014/main" id="{A884CBD3-DC33-4DDA-B61D-48269A49E5D4}"/>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82">
                <a:extLst>
                  <a:ext uri="{FF2B5EF4-FFF2-40B4-BE49-F238E27FC236}">
                    <a16:creationId xmlns:a16="http://schemas.microsoft.com/office/drawing/2014/main" id="{0211EF6E-ADB1-494B-9458-F01F26D9EC7E}"/>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83">
                <a:extLst>
                  <a:ext uri="{FF2B5EF4-FFF2-40B4-BE49-F238E27FC236}">
                    <a16:creationId xmlns:a16="http://schemas.microsoft.com/office/drawing/2014/main" id="{A0953B59-9108-4E9A-8D43-2D1964873DDF}"/>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84">
                <a:extLst>
                  <a:ext uri="{FF2B5EF4-FFF2-40B4-BE49-F238E27FC236}">
                    <a16:creationId xmlns:a16="http://schemas.microsoft.com/office/drawing/2014/main" id="{09D35A91-41F9-4DF2-9E43-8A679A8AE384}"/>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9" name="Group 8">
              <a:extLst>
                <a:ext uri="{FF2B5EF4-FFF2-40B4-BE49-F238E27FC236}">
                  <a16:creationId xmlns:a16="http://schemas.microsoft.com/office/drawing/2014/main" id="{1EB3C98D-2192-438D-A8F2-467C07BB00E4}"/>
                </a:ext>
              </a:extLst>
            </p:cNvPr>
            <p:cNvGrpSpPr/>
            <p:nvPr/>
          </p:nvGrpSpPr>
          <p:grpSpPr>
            <a:xfrm>
              <a:off x="354110" y="1845539"/>
              <a:ext cx="11480604" cy="109990"/>
              <a:chOff x="354110" y="1850572"/>
              <a:chExt cx="11480604" cy="109990"/>
            </a:xfrm>
            <a:grpFill/>
          </p:grpSpPr>
          <p:sp>
            <p:nvSpPr>
              <p:cNvPr id="253" name="Rectangle 5">
                <a:extLst>
                  <a:ext uri="{FF2B5EF4-FFF2-40B4-BE49-F238E27FC236}">
                    <a16:creationId xmlns:a16="http://schemas.microsoft.com/office/drawing/2014/main" id="{F4F5A9CA-F0B3-4B27-88DB-29279CA138D7}"/>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6">
                <a:extLst>
                  <a:ext uri="{FF2B5EF4-FFF2-40B4-BE49-F238E27FC236}">
                    <a16:creationId xmlns:a16="http://schemas.microsoft.com/office/drawing/2014/main" id="{6B00101B-EA50-41D8-AD9E-90E5E301108B}"/>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7">
                <a:extLst>
                  <a:ext uri="{FF2B5EF4-FFF2-40B4-BE49-F238E27FC236}">
                    <a16:creationId xmlns:a16="http://schemas.microsoft.com/office/drawing/2014/main" id="{5B915499-1768-4511-8756-ED4DBF54EA58}"/>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8">
                <a:extLst>
                  <a:ext uri="{FF2B5EF4-FFF2-40B4-BE49-F238E27FC236}">
                    <a16:creationId xmlns:a16="http://schemas.microsoft.com/office/drawing/2014/main" id="{A51912B5-2E84-4F86-9590-C8D76F5F6893}"/>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9">
                <a:extLst>
                  <a:ext uri="{FF2B5EF4-FFF2-40B4-BE49-F238E27FC236}">
                    <a16:creationId xmlns:a16="http://schemas.microsoft.com/office/drawing/2014/main" id="{8F0AB2A0-4FC0-47E9-B72D-78C5C79D4201}"/>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10">
                <a:extLst>
                  <a:ext uri="{FF2B5EF4-FFF2-40B4-BE49-F238E27FC236}">
                    <a16:creationId xmlns:a16="http://schemas.microsoft.com/office/drawing/2014/main" id="{0288265D-6218-4AC1-8DA4-7C99A21FE3A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11">
                <a:extLst>
                  <a:ext uri="{FF2B5EF4-FFF2-40B4-BE49-F238E27FC236}">
                    <a16:creationId xmlns:a16="http://schemas.microsoft.com/office/drawing/2014/main" id="{F6012ABB-E61A-44C5-B13C-723E2B94D0D3}"/>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12">
                <a:extLst>
                  <a:ext uri="{FF2B5EF4-FFF2-40B4-BE49-F238E27FC236}">
                    <a16:creationId xmlns:a16="http://schemas.microsoft.com/office/drawing/2014/main" id="{BE5ABB41-A5A7-4870-8D57-99A1B03518EB}"/>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13">
                <a:extLst>
                  <a:ext uri="{FF2B5EF4-FFF2-40B4-BE49-F238E27FC236}">
                    <a16:creationId xmlns:a16="http://schemas.microsoft.com/office/drawing/2014/main" id="{71CE02BC-F6C4-4AAA-85EE-CA1DC4C91302}"/>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14">
                <a:extLst>
                  <a:ext uri="{FF2B5EF4-FFF2-40B4-BE49-F238E27FC236}">
                    <a16:creationId xmlns:a16="http://schemas.microsoft.com/office/drawing/2014/main" id="{B7FCF17E-80E5-4C42-982A-B0F7CB286086}"/>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15">
                <a:extLst>
                  <a:ext uri="{FF2B5EF4-FFF2-40B4-BE49-F238E27FC236}">
                    <a16:creationId xmlns:a16="http://schemas.microsoft.com/office/drawing/2014/main" id="{65887776-E441-4EC4-AD20-CF8E477AB66C}"/>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6">
                <a:extLst>
                  <a:ext uri="{FF2B5EF4-FFF2-40B4-BE49-F238E27FC236}">
                    <a16:creationId xmlns:a16="http://schemas.microsoft.com/office/drawing/2014/main" id="{11D5F8BF-1FDC-441B-91C4-E2448245E083}"/>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7">
                <a:extLst>
                  <a:ext uri="{FF2B5EF4-FFF2-40B4-BE49-F238E27FC236}">
                    <a16:creationId xmlns:a16="http://schemas.microsoft.com/office/drawing/2014/main" id="{542342B8-4278-4527-BC1D-7340DBBAD757}"/>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8">
                <a:extLst>
                  <a:ext uri="{FF2B5EF4-FFF2-40B4-BE49-F238E27FC236}">
                    <a16:creationId xmlns:a16="http://schemas.microsoft.com/office/drawing/2014/main" id="{BA68B377-C604-4E24-AB51-317F3403A1CC}"/>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9">
                <a:extLst>
                  <a:ext uri="{FF2B5EF4-FFF2-40B4-BE49-F238E27FC236}">
                    <a16:creationId xmlns:a16="http://schemas.microsoft.com/office/drawing/2014/main" id="{826C09D4-4426-4EF1-9ECE-95EF5A1F456B}"/>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20">
                <a:extLst>
                  <a:ext uri="{FF2B5EF4-FFF2-40B4-BE49-F238E27FC236}">
                    <a16:creationId xmlns:a16="http://schemas.microsoft.com/office/drawing/2014/main" id="{0450D0CD-0889-47F9-B308-AE91FF0E696D}"/>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21">
                <a:extLst>
                  <a:ext uri="{FF2B5EF4-FFF2-40B4-BE49-F238E27FC236}">
                    <a16:creationId xmlns:a16="http://schemas.microsoft.com/office/drawing/2014/main" id="{D678AB17-E6DC-4FED-B940-2BA86FB46FA7}"/>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22">
                <a:extLst>
                  <a:ext uri="{FF2B5EF4-FFF2-40B4-BE49-F238E27FC236}">
                    <a16:creationId xmlns:a16="http://schemas.microsoft.com/office/drawing/2014/main" id="{8B5BEF55-677A-4EB2-A06C-CC0C269C2F7B}"/>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23">
                <a:extLst>
                  <a:ext uri="{FF2B5EF4-FFF2-40B4-BE49-F238E27FC236}">
                    <a16:creationId xmlns:a16="http://schemas.microsoft.com/office/drawing/2014/main" id="{7A560A20-EDE2-4276-B3A9-A1DB921EB12B}"/>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24">
                <a:extLst>
                  <a:ext uri="{FF2B5EF4-FFF2-40B4-BE49-F238E27FC236}">
                    <a16:creationId xmlns:a16="http://schemas.microsoft.com/office/drawing/2014/main" id="{8BEEAB2A-47D8-4D4E-B157-9D1337AC7B8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25">
                <a:extLst>
                  <a:ext uri="{FF2B5EF4-FFF2-40B4-BE49-F238E27FC236}">
                    <a16:creationId xmlns:a16="http://schemas.microsoft.com/office/drawing/2014/main" id="{F9737555-61BD-4619-9BAB-2BC15EDBA3CA}"/>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6">
                <a:extLst>
                  <a:ext uri="{FF2B5EF4-FFF2-40B4-BE49-F238E27FC236}">
                    <a16:creationId xmlns:a16="http://schemas.microsoft.com/office/drawing/2014/main" id="{D8D44D5F-E679-4796-ACA6-4ADB68B94E1B}"/>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7">
                <a:extLst>
                  <a:ext uri="{FF2B5EF4-FFF2-40B4-BE49-F238E27FC236}">
                    <a16:creationId xmlns:a16="http://schemas.microsoft.com/office/drawing/2014/main" id="{140EB7C4-6BBE-4D3F-AF7D-B22AA3DD2A5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8">
                <a:extLst>
                  <a:ext uri="{FF2B5EF4-FFF2-40B4-BE49-F238E27FC236}">
                    <a16:creationId xmlns:a16="http://schemas.microsoft.com/office/drawing/2014/main" id="{C56E1FAA-3AE1-45F3-8397-D07C426434EC}"/>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9">
                <a:extLst>
                  <a:ext uri="{FF2B5EF4-FFF2-40B4-BE49-F238E27FC236}">
                    <a16:creationId xmlns:a16="http://schemas.microsoft.com/office/drawing/2014/main" id="{2F9A90DC-89AE-4C3E-8A65-C52AB581B4D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30">
                <a:extLst>
                  <a:ext uri="{FF2B5EF4-FFF2-40B4-BE49-F238E27FC236}">
                    <a16:creationId xmlns:a16="http://schemas.microsoft.com/office/drawing/2014/main" id="{600ADA2C-2F1D-47C5-8870-1B9E6C8A3F2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0" name="Group 9">
              <a:extLst>
                <a:ext uri="{FF2B5EF4-FFF2-40B4-BE49-F238E27FC236}">
                  <a16:creationId xmlns:a16="http://schemas.microsoft.com/office/drawing/2014/main" id="{6B1DA9E6-94F5-437E-8B7B-A56561BB4A1A}"/>
                </a:ext>
              </a:extLst>
            </p:cNvPr>
            <p:cNvGrpSpPr/>
            <p:nvPr/>
          </p:nvGrpSpPr>
          <p:grpSpPr>
            <a:xfrm>
              <a:off x="354110" y="2352251"/>
              <a:ext cx="11480604" cy="108822"/>
              <a:chOff x="354110" y="2358964"/>
              <a:chExt cx="11480604" cy="108822"/>
            </a:xfrm>
            <a:grpFill/>
          </p:grpSpPr>
          <p:sp>
            <p:nvSpPr>
              <p:cNvPr id="227" name="Rectangle 32">
                <a:extLst>
                  <a:ext uri="{FF2B5EF4-FFF2-40B4-BE49-F238E27FC236}">
                    <a16:creationId xmlns:a16="http://schemas.microsoft.com/office/drawing/2014/main" id="{8CDFED4E-F4A6-4874-8B65-398D610F1DC0}"/>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33">
                <a:extLst>
                  <a:ext uri="{FF2B5EF4-FFF2-40B4-BE49-F238E27FC236}">
                    <a16:creationId xmlns:a16="http://schemas.microsoft.com/office/drawing/2014/main" id="{8FCE50F7-C3D1-4B83-A0D8-CE83B0777FF6}"/>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34">
                <a:extLst>
                  <a:ext uri="{FF2B5EF4-FFF2-40B4-BE49-F238E27FC236}">
                    <a16:creationId xmlns:a16="http://schemas.microsoft.com/office/drawing/2014/main" id="{422101F3-5770-4041-BA3E-C5275D0FC73E}"/>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35">
                <a:extLst>
                  <a:ext uri="{FF2B5EF4-FFF2-40B4-BE49-F238E27FC236}">
                    <a16:creationId xmlns:a16="http://schemas.microsoft.com/office/drawing/2014/main" id="{4D8FEC62-30CA-4E87-A592-AA45C61EAA77}"/>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36">
                <a:extLst>
                  <a:ext uri="{FF2B5EF4-FFF2-40B4-BE49-F238E27FC236}">
                    <a16:creationId xmlns:a16="http://schemas.microsoft.com/office/drawing/2014/main" id="{52E99015-D9DC-40AE-91AD-5D24574CEC0F}"/>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37">
                <a:extLst>
                  <a:ext uri="{FF2B5EF4-FFF2-40B4-BE49-F238E27FC236}">
                    <a16:creationId xmlns:a16="http://schemas.microsoft.com/office/drawing/2014/main" id="{24DFE9E4-5C75-4EF9-AB54-F00FA9D91152}"/>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8">
                <a:extLst>
                  <a:ext uri="{FF2B5EF4-FFF2-40B4-BE49-F238E27FC236}">
                    <a16:creationId xmlns:a16="http://schemas.microsoft.com/office/drawing/2014/main" id="{2BBEC44B-F424-4C00-AF4A-8EEEDA8AA05D}"/>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9">
                <a:extLst>
                  <a:ext uri="{FF2B5EF4-FFF2-40B4-BE49-F238E27FC236}">
                    <a16:creationId xmlns:a16="http://schemas.microsoft.com/office/drawing/2014/main" id="{68F30D9A-CF13-4E29-967E-63B3AF05CF31}"/>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40">
                <a:extLst>
                  <a:ext uri="{FF2B5EF4-FFF2-40B4-BE49-F238E27FC236}">
                    <a16:creationId xmlns:a16="http://schemas.microsoft.com/office/drawing/2014/main" id="{F7A8E062-ADFC-457E-ADD6-02843928F62E}"/>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41">
                <a:extLst>
                  <a:ext uri="{FF2B5EF4-FFF2-40B4-BE49-F238E27FC236}">
                    <a16:creationId xmlns:a16="http://schemas.microsoft.com/office/drawing/2014/main" id="{E046A9D0-D179-44F9-86D3-9BF139B68BF6}"/>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42">
                <a:extLst>
                  <a:ext uri="{FF2B5EF4-FFF2-40B4-BE49-F238E27FC236}">
                    <a16:creationId xmlns:a16="http://schemas.microsoft.com/office/drawing/2014/main" id="{CC517B0B-1BF2-473B-ABB9-1553D01B1C2D}"/>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43">
                <a:extLst>
                  <a:ext uri="{FF2B5EF4-FFF2-40B4-BE49-F238E27FC236}">
                    <a16:creationId xmlns:a16="http://schemas.microsoft.com/office/drawing/2014/main" id="{5EE71ED6-EA45-4940-B212-163ED3D1C0A9}"/>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44">
                <a:extLst>
                  <a:ext uri="{FF2B5EF4-FFF2-40B4-BE49-F238E27FC236}">
                    <a16:creationId xmlns:a16="http://schemas.microsoft.com/office/drawing/2014/main" id="{664318EC-EADE-4667-92A4-B3E5DB2A11C1}"/>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45">
                <a:extLst>
                  <a:ext uri="{FF2B5EF4-FFF2-40B4-BE49-F238E27FC236}">
                    <a16:creationId xmlns:a16="http://schemas.microsoft.com/office/drawing/2014/main" id="{17B37ABD-81DA-4624-808B-EF4BC0B425B6}"/>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6">
                <a:extLst>
                  <a:ext uri="{FF2B5EF4-FFF2-40B4-BE49-F238E27FC236}">
                    <a16:creationId xmlns:a16="http://schemas.microsoft.com/office/drawing/2014/main" id="{B1F30DC8-DD07-48C5-9D6C-FB855527922B}"/>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7">
                <a:extLst>
                  <a:ext uri="{FF2B5EF4-FFF2-40B4-BE49-F238E27FC236}">
                    <a16:creationId xmlns:a16="http://schemas.microsoft.com/office/drawing/2014/main" id="{DFCE3AE1-313F-441F-8384-63A6EC165E2B}"/>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8">
                <a:extLst>
                  <a:ext uri="{FF2B5EF4-FFF2-40B4-BE49-F238E27FC236}">
                    <a16:creationId xmlns:a16="http://schemas.microsoft.com/office/drawing/2014/main" id="{2E331B42-AC28-4642-91F9-2F5BBFEC6AF8}"/>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9">
                <a:extLst>
                  <a:ext uri="{FF2B5EF4-FFF2-40B4-BE49-F238E27FC236}">
                    <a16:creationId xmlns:a16="http://schemas.microsoft.com/office/drawing/2014/main" id="{9F4D84A8-36FE-4CE0-8B9F-BAC2BA8A813E}"/>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50">
                <a:extLst>
                  <a:ext uri="{FF2B5EF4-FFF2-40B4-BE49-F238E27FC236}">
                    <a16:creationId xmlns:a16="http://schemas.microsoft.com/office/drawing/2014/main" id="{41E2C310-8272-48CF-BD5B-A99A2C7B3CC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51">
                <a:extLst>
                  <a:ext uri="{FF2B5EF4-FFF2-40B4-BE49-F238E27FC236}">
                    <a16:creationId xmlns:a16="http://schemas.microsoft.com/office/drawing/2014/main" id="{EFD4A3C6-7551-4DD0-AA1A-F932D7061DAA}"/>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52">
                <a:extLst>
                  <a:ext uri="{FF2B5EF4-FFF2-40B4-BE49-F238E27FC236}">
                    <a16:creationId xmlns:a16="http://schemas.microsoft.com/office/drawing/2014/main" id="{01F299DF-D3FF-4439-8EC7-B5A34146517E}"/>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53">
                <a:extLst>
                  <a:ext uri="{FF2B5EF4-FFF2-40B4-BE49-F238E27FC236}">
                    <a16:creationId xmlns:a16="http://schemas.microsoft.com/office/drawing/2014/main" id="{086FB16A-99D0-4DB0-9B38-CF351B5DF4DD}"/>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54">
                <a:extLst>
                  <a:ext uri="{FF2B5EF4-FFF2-40B4-BE49-F238E27FC236}">
                    <a16:creationId xmlns:a16="http://schemas.microsoft.com/office/drawing/2014/main" id="{126BCD40-1D3C-4937-A15E-AD2E9671B5AB}"/>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55">
                <a:extLst>
                  <a:ext uri="{FF2B5EF4-FFF2-40B4-BE49-F238E27FC236}">
                    <a16:creationId xmlns:a16="http://schemas.microsoft.com/office/drawing/2014/main" id="{03E4C7B0-DDFC-433A-A8E5-2315FA6EFE10}"/>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6">
                <a:extLst>
                  <a:ext uri="{FF2B5EF4-FFF2-40B4-BE49-F238E27FC236}">
                    <a16:creationId xmlns:a16="http://schemas.microsoft.com/office/drawing/2014/main" id="{7237BB88-10E9-454D-9D13-48878C421EB1}"/>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7">
                <a:extLst>
                  <a:ext uri="{FF2B5EF4-FFF2-40B4-BE49-F238E27FC236}">
                    <a16:creationId xmlns:a16="http://schemas.microsoft.com/office/drawing/2014/main" id="{515F18F4-5E57-4249-AB0A-249437781E42}"/>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1" name="Group 10">
              <a:extLst>
                <a:ext uri="{FF2B5EF4-FFF2-40B4-BE49-F238E27FC236}">
                  <a16:creationId xmlns:a16="http://schemas.microsoft.com/office/drawing/2014/main" id="{25AB7310-F80F-4091-8BFE-CE8C71666A9B}"/>
                </a:ext>
              </a:extLst>
            </p:cNvPr>
            <p:cNvGrpSpPr/>
            <p:nvPr/>
          </p:nvGrpSpPr>
          <p:grpSpPr>
            <a:xfrm>
              <a:off x="354110" y="2857795"/>
              <a:ext cx="11480604" cy="109990"/>
              <a:chOff x="354110" y="2866188"/>
              <a:chExt cx="11480604" cy="109990"/>
            </a:xfrm>
            <a:grpFill/>
          </p:grpSpPr>
          <p:sp>
            <p:nvSpPr>
              <p:cNvPr id="201" name="Rectangle 59">
                <a:extLst>
                  <a:ext uri="{FF2B5EF4-FFF2-40B4-BE49-F238E27FC236}">
                    <a16:creationId xmlns:a16="http://schemas.microsoft.com/office/drawing/2014/main" id="{9E50B916-ECC1-4F73-8059-F029E6581381}"/>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60">
                <a:extLst>
                  <a:ext uri="{FF2B5EF4-FFF2-40B4-BE49-F238E27FC236}">
                    <a16:creationId xmlns:a16="http://schemas.microsoft.com/office/drawing/2014/main" id="{A8DD1ADE-2032-47AE-B88E-78E0F1B01814}"/>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61">
                <a:extLst>
                  <a:ext uri="{FF2B5EF4-FFF2-40B4-BE49-F238E27FC236}">
                    <a16:creationId xmlns:a16="http://schemas.microsoft.com/office/drawing/2014/main" id="{9A6D6E1F-6E00-44C8-ADD2-06A738E758F6}"/>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62">
                <a:extLst>
                  <a:ext uri="{FF2B5EF4-FFF2-40B4-BE49-F238E27FC236}">
                    <a16:creationId xmlns:a16="http://schemas.microsoft.com/office/drawing/2014/main" id="{84FC7274-3463-4889-8E62-B693D50AE95D}"/>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63">
                <a:extLst>
                  <a:ext uri="{FF2B5EF4-FFF2-40B4-BE49-F238E27FC236}">
                    <a16:creationId xmlns:a16="http://schemas.microsoft.com/office/drawing/2014/main" id="{E4E1A84A-DCAC-483B-BC08-579BF10B10BB}"/>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64">
                <a:extLst>
                  <a:ext uri="{FF2B5EF4-FFF2-40B4-BE49-F238E27FC236}">
                    <a16:creationId xmlns:a16="http://schemas.microsoft.com/office/drawing/2014/main" id="{F14EE80D-C3D2-4E22-93C5-CDD09042131F}"/>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65">
                <a:extLst>
                  <a:ext uri="{FF2B5EF4-FFF2-40B4-BE49-F238E27FC236}">
                    <a16:creationId xmlns:a16="http://schemas.microsoft.com/office/drawing/2014/main" id="{FB8FBFAE-E2E1-41A6-987B-CEFBAC180122}"/>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6">
                <a:extLst>
                  <a:ext uri="{FF2B5EF4-FFF2-40B4-BE49-F238E27FC236}">
                    <a16:creationId xmlns:a16="http://schemas.microsoft.com/office/drawing/2014/main" id="{138AF1CB-7808-4C24-B76D-AB9F6A45036D}"/>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7">
                <a:extLst>
                  <a:ext uri="{FF2B5EF4-FFF2-40B4-BE49-F238E27FC236}">
                    <a16:creationId xmlns:a16="http://schemas.microsoft.com/office/drawing/2014/main" id="{F5E88013-D7CE-4120-B4BB-C894EC19C9A1}"/>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8">
                <a:extLst>
                  <a:ext uri="{FF2B5EF4-FFF2-40B4-BE49-F238E27FC236}">
                    <a16:creationId xmlns:a16="http://schemas.microsoft.com/office/drawing/2014/main" id="{B6FC4D89-F7B1-46F5-9502-62F41E89DEC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9">
                <a:extLst>
                  <a:ext uri="{FF2B5EF4-FFF2-40B4-BE49-F238E27FC236}">
                    <a16:creationId xmlns:a16="http://schemas.microsoft.com/office/drawing/2014/main" id="{64C81BD0-C449-4A1B-8492-20430196064F}"/>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70">
                <a:extLst>
                  <a:ext uri="{FF2B5EF4-FFF2-40B4-BE49-F238E27FC236}">
                    <a16:creationId xmlns:a16="http://schemas.microsoft.com/office/drawing/2014/main" id="{5F91B7CB-59D7-4965-B754-71C102E43FDB}"/>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71">
                <a:extLst>
                  <a:ext uri="{FF2B5EF4-FFF2-40B4-BE49-F238E27FC236}">
                    <a16:creationId xmlns:a16="http://schemas.microsoft.com/office/drawing/2014/main" id="{677F7EA6-E57D-4E12-A4A5-AAFDCA8AA106}"/>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72">
                <a:extLst>
                  <a:ext uri="{FF2B5EF4-FFF2-40B4-BE49-F238E27FC236}">
                    <a16:creationId xmlns:a16="http://schemas.microsoft.com/office/drawing/2014/main" id="{56B270F4-040D-43EF-974A-3598BC687669}"/>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73">
                <a:extLst>
                  <a:ext uri="{FF2B5EF4-FFF2-40B4-BE49-F238E27FC236}">
                    <a16:creationId xmlns:a16="http://schemas.microsoft.com/office/drawing/2014/main" id="{EA8C5736-4550-4B46-8B52-247CF04D7EB0}"/>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74">
                <a:extLst>
                  <a:ext uri="{FF2B5EF4-FFF2-40B4-BE49-F238E27FC236}">
                    <a16:creationId xmlns:a16="http://schemas.microsoft.com/office/drawing/2014/main" id="{F42B7DAA-E3F5-4B02-B786-473C7605B5A2}"/>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75">
                <a:extLst>
                  <a:ext uri="{FF2B5EF4-FFF2-40B4-BE49-F238E27FC236}">
                    <a16:creationId xmlns:a16="http://schemas.microsoft.com/office/drawing/2014/main" id="{D850716E-F966-418B-A415-5B6E0F8A183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6">
                <a:extLst>
                  <a:ext uri="{FF2B5EF4-FFF2-40B4-BE49-F238E27FC236}">
                    <a16:creationId xmlns:a16="http://schemas.microsoft.com/office/drawing/2014/main" id="{B6DAAC97-C425-42B4-9405-AC447E2E0B89}"/>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7">
                <a:extLst>
                  <a:ext uri="{FF2B5EF4-FFF2-40B4-BE49-F238E27FC236}">
                    <a16:creationId xmlns:a16="http://schemas.microsoft.com/office/drawing/2014/main" id="{42D8FACA-2CB3-400B-9610-94CBA7A3EE32}"/>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8">
                <a:extLst>
                  <a:ext uri="{FF2B5EF4-FFF2-40B4-BE49-F238E27FC236}">
                    <a16:creationId xmlns:a16="http://schemas.microsoft.com/office/drawing/2014/main" id="{22200CE3-AD18-4A71-BA64-E2F227C44B48}"/>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9">
                <a:extLst>
                  <a:ext uri="{FF2B5EF4-FFF2-40B4-BE49-F238E27FC236}">
                    <a16:creationId xmlns:a16="http://schemas.microsoft.com/office/drawing/2014/main" id="{475F60A0-5B50-42FC-8C11-E137E7C5611C}"/>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80">
                <a:extLst>
                  <a:ext uri="{FF2B5EF4-FFF2-40B4-BE49-F238E27FC236}">
                    <a16:creationId xmlns:a16="http://schemas.microsoft.com/office/drawing/2014/main" id="{CAA2354D-703C-4594-B119-475938CFD402}"/>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81">
                <a:extLst>
                  <a:ext uri="{FF2B5EF4-FFF2-40B4-BE49-F238E27FC236}">
                    <a16:creationId xmlns:a16="http://schemas.microsoft.com/office/drawing/2014/main" id="{F8619CF6-1E39-4CF1-AEF0-BE5A67EB6F65}"/>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82">
                <a:extLst>
                  <a:ext uri="{FF2B5EF4-FFF2-40B4-BE49-F238E27FC236}">
                    <a16:creationId xmlns:a16="http://schemas.microsoft.com/office/drawing/2014/main" id="{354E893E-B006-4B22-BBCB-52A79A5461D1}"/>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83">
                <a:extLst>
                  <a:ext uri="{FF2B5EF4-FFF2-40B4-BE49-F238E27FC236}">
                    <a16:creationId xmlns:a16="http://schemas.microsoft.com/office/drawing/2014/main" id="{0D56028C-9156-43E8-B855-AF135DD7E695}"/>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84">
                <a:extLst>
                  <a:ext uri="{FF2B5EF4-FFF2-40B4-BE49-F238E27FC236}">
                    <a16:creationId xmlns:a16="http://schemas.microsoft.com/office/drawing/2014/main" id="{950FA1E9-CD04-4DB1-B523-ABF2C1B6ED9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2" name="Group 11">
              <a:extLst>
                <a:ext uri="{FF2B5EF4-FFF2-40B4-BE49-F238E27FC236}">
                  <a16:creationId xmlns:a16="http://schemas.microsoft.com/office/drawing/2014/main" id="{E6AA6044-FF9C-4224-BBD4-786BCC486D91}"/>
                </a:ext>
              </a:extLst>
            </p:cNvPr>
            <p:cNvGrpSpPr/>
            <p:nvPr/>
          </p:nvGrpSpPr>
          <p:grpSpPr>
            <a:xfrm>
              <a:off x="354110" y="3364507"/>
              <a:ext cx="11480604" cy="109990"/>
              <a:chOff x="354110" y="3364062"/>
              <a:chExt cx="11480604" cy="109990"/>
            </a:xfrm>
            <a:grpFill/>
          </p:grpSpPr>
          <p:sp>
            <p:nvSpPr>
              <p:cNvPr id="175" name="Rectangle 5">
                <a:extLst>
                  <a:ext uri="{FF2B5EF4-FFF2-40B4-BE49-F238E27FC236}">
                    <a16:creationId xmlns:a16="http://schemas.microsoft.com/office/drawing/2014/main" id="{CEC88F9D-6CCB-4C48-AB60-4743F3C98AE2}"/>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6">
                <a:extLst>
                  <a:ext uri="{FF2B5EF4-FFF2-40B4-BE49-F238E27FC236}">
                    <a16:creationId xmlns:a16="http://schemas.microsoft.com/office/drawing/2014/main" id="{BC4930EB-874F-4D2B-94B1-FF1459F4A72F}"/>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7">
                <a:extLst>
                  <a:ext uri="{FF2B5EF4-FFF2-40B4-BE49-F238E27FC236}">
                    <a16:creationId xmlns:a16="http://schemas.microsoft.com/office/drawing/2014/main" id="{66BB2441-7C95-4A21-B558-2971312D511C}"/>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8">
                <a:extLst>
                  <a:ext uri="{FF2B5EF4-FFF2-40B4-BE49-F238E27FC236}">
                    <a16:creationId xmlns:a16="http://schemas.microsoft.com/office/drawing/2014/main" id="{B2A1B236-8D43-4B78-90F2-27A974E1FE93}"/>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9">
                <a:extLst>
                  <a:ext uri="{FF2B5EF4-FFF2-40B4-BE49-F238E27FC236}">
                    <a16:creationId xmlns:a16="http://schemas.microsoft.com/office/drawing/2014/main" id="{E0526BF0-467E-421F-870A-02C866AC0CCA}"/>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10">
                <a:extLst>
                  <a:ext uri="{FF2B5EF4-FFF2-40B4-BE49-F238E27FC236}">
                    <a16:creationId xmlns:a16="http://schemas.microsoft.com/office/drawing/2014/main" id="{79ACA6FA-E263-441B-B650-DEE2A495E193}"/>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11">
                <a:extLst>
                  <a:ext uri="{FF2B5EF4-FFF2-40B4-BE49-F238E27FC236}">
                    <a16:creationId xmlns:a16="http://schemas.microsoft.com/office/drawing/2014/main" id="{DA7F6558-782C-4107-91F4-AF8E5136C77F}"/>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12">
                <a:extLst>
                  <a:ext uri="{FF2B5EF4-FFF2-40B4-BE49-F238E27FC236}">
                    <a16:creationId xmlns:a16="http://schemas.microsoft.com/office/drawing/2014/main" id="{E575740C-61C5-4D08-9803-25E05FA3F518}"/>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13">
                <a:extLst>
                  <a:ext uri="{FF2B5EF4-FFF2-40B4-BE49-F238E27FC236}">
                    <a16:creationId xmlns:a16="http://schemas.microsoft.com/office/drawing/2014/main" id="{D4CCCBBA-5E32-47C6-B40B-3E2155E3F12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14">
                <a:extLst>
                  <a:ext uri="{FF2B5EF4-FFF2-40B4-BE49-F238E27FC236}">
                    <a16:creationId xmlns:a16="http://schemas.microsoft.com/office/drawing/2014/main" id="{FC65131F-93B3-419C-B068-14D36AAC3FC9}"/>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15">
                <a:extLst>
                  <a:ext uri="{FF2B5EF4-FFF2-40B4-BE49-F238E27FC236}">
                    <a16:creationId xmlns:a16="http://schemas.microsoft.com/office/drawing/2014/main" id="{469B75D4-B4A8-4C2E-8EBB-E95FAB7C56E6}"/>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6">
                <a:extLst>
                  <a:ext uri="{FF2B5EF4-FFF2-40B4-BE49-F238E27FC236}">
                    <a16:creationId xmlns:a16="http://schemas.microsoft.com/office/drawing/2014/main" id="{6C8F3B5D-1D93-4D85-8639-75B5E46EC612}"/>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7">
                <a:extLst>
                  <a:ext uri="{FF2B5EF4-FFF2-40B4-BE49-F238E27FC236}">
                    <a16:creationId xmlns:a16="http://schemas.microsoft.com/office/drawing/2014/main" id="{DCCEB301-1F26-43A3-8B34-DBAFC32B3228}"/>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8">
                <a:extLst>
                  <a:ext uri="{FF2B5EF4-FFF2-40B4-BE49-F238E27FC236}">
                    <a16:creationId xmlns:a16="http://schemas.microsoft.com/office/drawing/2014/main" id="{DD08B69C-E406-41F3-856E-A8C150CB642D}"/>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9">
                <a:extLst>
                  <a:ext uri="{FF2B5EF4-FFF2-40B4-BE49-F238E27FC236}">
                    <a16:creationId xmlns:a16="http://schemas.microsoft.com/office/drawing/2014/main" id="{A1A90F4B-6060-4BA1-8AF2-FAFFAA04A881}"/>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20">
                <a:extLst>
                  <a:ext uri="{FF2B5EF4-FFF2-40B4-BE49-F238E27FC236}">
                    <a16:creationId xmlns:a16="http://schemas.microsoft.com/office/drawing/2014/main" id="{B1F471FD-A187-4EE2-9D21-E0A637683F0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21">
                <a:extLst>
                  <a:ext uri="{FF2B5EF4-FFF2-40B4-BE49-F238E27FC236}">
                    <a16:creationId xmlns:a16="http://schemas.microsoft.com/office/drawing/2014/main" id="{68DAAA74-257B-4E75-A315-6B710A314868}"/>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22">
                <a:extLst>
                  <a:ext uri="{FF2B5EF4-FFF2-40B4-BE49-F238E27FC236}">
                    <a16:creationId xmlns:a16="http://schemas.microsoft.com/office/drawing/2014/main" id="{63000D52-BDE3-430B-8243-08564FFE96A1}"/>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23">
                <a:extLst>
                  <a:ext uri="{FF2B5EF4-FFF2-40B4-BE49-F238E27FC236}">
                    <a16:creationId xmlns:a16="http://schemas.microsoft.com/office/drawing/2014/main" id="{F6BDC60F-B33E-4AD8-9807-B2C1A4C2C6ED}"/>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24">
                <a:extLst>
                  <a:ext uri="{FF2B5EF4-FFF2-40B4-BE49-F238E27FC236}">
                    <a16:creationId xmlns:a16="http://schemas.microsoft.com/office/drawing/2014/main" id="{F1DB5734-0088-4CC2-9415-998F19416559}"/>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25">
                <a:extLst>
                  <a:ext uri="{FF2B5EF4-FFF2-40B4-BE49-F238E27FC236}">
                    <a16:creationId xmlns:a16="http://schemas.microsoft.com/office/drawing/2014/main" id="{1C679BCE-F04D-48E0-8E2B-0174E8E975E1}"/>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6">
                <a:extLst>
                  <a:ext uri="{FF2B5EF4-FFF2-40B4-BE49-F238E27FC236}">
                    <a16:creationId xmlns:a16="http://schemas.microsoft.com/office/drawing/2014/main" id="{EA8ABD89-DF79-45A9-9CDB-0E871222D540}"/>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7">
                <a:extLst>
                  <a:ext uri="{FF2B5EF4-FFF2-40B4-BE49-F238E27FC236}">
                    <a16:creationId xmlns:a16="http://schemas.microsoft.com/office/drawing/2014/main" id="{C1A57486-D9A6-4CD5-878E-093E44A7606C}"/>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8">
                <a:extLst>
                  <a:ext uri="{FF2B5EF4-FFF2-40B4-BE49-F238E27FC236}">
                    <a16:creationId xmlns:a16="http://schemas.microsoft.com/office/drawing/2014/main" id="{B6582662-B56F-42F6-A821-B5F52FB8400B}"/>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9">
                <a:extLst>
                  <a:ext uri="{FF2B5EF4-FFF2-40B4-BE49-F238E27FC236}">
                    <a16:creationId xmlns:a16="http://schemas.microsoft.com/office/drawing/2014/main" id="{1105049D-68B2-4636-9C28-7B8C21771618}"/>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30">
                <a:extLst>
                  <a:ext uri="{FF2B5EF4-FFF2-40B4-BE49-F238E27FC236}">
                    <a16:creationId xmlns:a16="http://schemas.microsoft.com/office/drawing/2014/main" id="{E0F75D5D-3B9C-40B7-AF8E-4C4322B6C942}"/>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00F6A935-DCBA-461C-832C-A343F475413E}"/>
                </a:ext>
              </a:extLst>
            </p:cNvPr>
            <p:cNvGrpSpPr/>
            <p:nvPr/>
          </p:nvGrpSpPr>
          <p:grpSpPr>
            <a:xfrm>
              <a:off x="354110" y="3871219"/>
              <a:ext cx="11480604" cy="108822"/>
              <a:chOff x="354110" y="3872454"/>
              <a:chExt cx="11480604" cy="108822"/>
            </a:xfrm>
            <a:grpFill/>
          </p:grpSpPr>
          <p:sp>
            <p:nvSpPr>
              <p:cNvPr id="149" name="Rectangle 32">
                <a:extLst>
                  <a:ext uri="{FF2B5EF4-FFF2-40B4-BE49-F238E27FC236}">
                    <a16:creationId xmlns:a16="http://schemas.microsoft.com/office/drawing/2014/main" id="{67654A26-DC7F-47CD-8FF8-BC012501CCEA}"/>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33">
                <a:extLst>
                  <a:ext uri="{FF2B5EF4-FFF2-40B4-BE49-F238E27FC236}">
                    <a16:creationId xmlns:a16="http://schemas.microsoft.com/office/drawing/2014/main" id="{9949B927-96E9-4F44-9050-A81CD79D7386}"/>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34">
                <a:extLst>
                  <a:ext uri="{FF2B5EF4-FFF2-40B4-BE49-F238E27FC236}">
                    <a16:creationId xmlns:a16="http://schemas.microsoft.com/office/drawing/2014/main" id="{3B5D9536-992F-4F39-93BC-BB2533D78505}"/>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35">
                <a:extLst>
                  <a:ext uri="{FF2B5EF4-FFF2-40B4-BE49-F238E27FC236}">
                    <a16:creationId xmlns:a16="http://schemas.microsoft.com/office/drawing/2014/main" id="{F1FA2A7F-208B-4450-9E7E-F29BB3925166}"/>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36">
                <a:extLst>
                  <a:ext uri="{FF2B5EF4-FFF2-40B4-BE49-F238E27FC236}">
                    <a16:creationId xmlns:a16="http://schemas.microsoft.com/office/drawing/2014/main" id="{EF607D70-7F21-4A9F-A183-730E45EF312E}"/>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37">
                <a:extLst>
                  <a:ext uri="{FF2B5EF4-FFF2-40B4-BE49-F238E27FC236}">
                    <a16:creationId xmlns:a16="http://schemas.microsoft.com/office/drawing/2014/main" id="{4ECF017A-32D9-44C4-837F-2C37B7B9FC42}"/>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8">
                <a:extLst>
                  <a:ext uri="{FF2B5EF4-FFF2-40B4-BE49-F238E27FC236}">
                    <a16:creationId xmlns:a16="http://schemas.microsoft.com/office/drawing/2014/main" id="{34B3B9C3-9513-414E-B30D-F7CFC02E05D6}"/>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9">
                <a:extLst>
                  <a:ext uri="{FF2B5EF4-FFF2-40B4-BE49-F238E27FC236}">
                    <a16:creationId xmlns:a16="http://schemas.microsoft.com/office/drawing/2014/main" id="{E6A1B5D1-A0C1-47E7-A068-C05A44F3D700}"/>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40">
                <a:extLst>
                  <a:ext uri="{FF2B5EF4-FFF2-40B4-BE49-F238E27FC236}">
                    <a16:creationId xmlns:a16="http://schemas.microsoft.com/office/drawing/2014/main" id="{96D2BA52-50C4-45BF-B115-62AE7F01B07A}"/>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41">
                <a:extLst>
                  <a:ext uri="{FF2B5EF4-FFF2-40B4-BE49-F238E27FC236}">
                    <a16:creationId xmlns:a16="http://schemas.microsoft.com/office/drawing/2014/main" id="{9DCC33D9-FAF4-4D54-A2F1-85D656FB93DA}"/>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42">
                <a:extLst>
                  <a:ext uri="{FF2B5EF4-FFF2-40B4-BE49-F238E27FC236}">
                    <a16:creationId xmlns:a16="http://schemas.microsoft.com/office/drawing/2014/main" id="{8DD0B56F-45FF-4041-A939-24B54541A309}"/>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43">
                <a:extLst>
                  <a:ext uri="{FF2B5EF4-FFF2-40B4-BE49-F238E27FC236}">
                    <a16:creationId xmlns:a16="http://schemas.microsoft.com/office/drawing/2014/main" id="{96AB8477-5546-4080-8BC1-02BF0BB8F3FE}"/>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44">
                <a:extLst>
                  <a:ext uri="{FF2B5EF4-FFF2-40B4-BE49-F238E27FC236}">
                    <a16:creationId xmlns:a16="http://schemas.microsoft.com/office/drawing/2014/main" id="{4E453DC0-BE05-4525-866A-335CE37B007E}"/>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45">
                <a:extLst>
                  <a:ext uri="{FF2B5EF4-FFF2-40B4-BE49-F238E27FC236}">
                    <a16:creationId xmlns:a16="http://schemas.microsoft.com/office/drawing/2014/main" id="{DE66478E-4EC6-4BE6-B27E-C0C0531CC1E1}"/>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6">
                <a:extLst>
                  <a:ext uri="{FF2B5EF4-FFF2-40B4-BE49-F238E27FC236}">
                    <a16:creationId xmlns:a16="http://schemas.microsoft.com/office/drawing/2014/main" id="{698E3192-E8A7-4BE3-A213-C67294E393A9}"/>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7">
                <a:extLst>
                  <a:ext uri="{FF2B5EF4-FFF2-40B4-BE49-F238E27FC236}">
                    <a16:creationId xmlns:a16="http://schemas.microsoft.com/office/drawing/2014/main" id="{73311133-150A-4295-BA6B-AE591A758BD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8">
                <a:extLst>
                  <a:ext uri="{FF2B5EF4-FFF2-40B4-BE49-F238E27FC236}">
                    <a16:creationId xmlns:a16="http://schemas.microsoft.com/office/drawing/2014/main" id="{01A2298C-D71C-4EE8-97EC-882AE8FE270B}"/>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9">
                <a:extLst>
                  <a:ext uri="{FF2B5EF4-FFF2-40B4-BE49-F238E27FC236}">
                    <a16:creationId xmlns:a16="http://schemas.microsoft.com/office/drawing/2014/main" id="{4A510FF8-75EB-4CBF-8672-72CB0674B95B}"/>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50">
                <a:extLst>
                  <a:ext uri="{FF2B5EF4-FFF2-40B4-BE49-F238E27FC236}">
                    <a16:creationId xmlns:a16="http://schemas.microsoft.com/office/drawing/2014/main" id="{1A2C9E47-1571-4FD2-8B6B-C7B564E8977A}"/>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51">
                <a:extLst>
                  <a:ext uri="{FF2B5EF4-FFF2-40B4-BE49-F238E27FC236}">
                    <a16:creationId xmlns:a16="http://schemas.microsoft.com/office/drawing/2014/main" id="{86EF56B1-DD4A-4A19-A43F-347855BF8424}"/>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52">
                <a:extLst>
                  <a:ext uri="{FF2B5EF4-FFF2-40B4-BE49-F238E27FC236}">
                    <a16:creationId xmlns:a16="http://schemas.microsoft.com/office/drawing/2014/main" id="{593C0948-4102-4E67-9CCD-6F94446F70BE}"/>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53">
                <a:extLst>
                  <a:ext uri="{FF2B5EF4-FFF2-40B4-BE49-F238E27FC236}">
                    <a16:creationId xmlns:a16="http://schemas.microsoft.com/office/drawing/2014/main" id="{ACB6589F-762B-4CA7-8D92-92E5FB76FD1A}"/>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54">
                <a:extLst>
                  <a:ext uri="{FF2B5EF4-FFF2-40B4-BE49-F238E27FC236}">
                    <a16:creationId xmlns:a16="http://schemas.microsoft.com/office/drawing/2014/main" id="{9992ACB2-51DA-4341-842A-58050D15CC78}"/>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55">
                <a:extLst>
                  <a:ext uri="{FF2B5EF4-FFF2-40B4-BE49-F238E27FC236}">
                    <a16:creationId xmlns:a16="http://schemas.microsoft.com/office/drawing/2014/main" id="{D9C60E55-0956-424D-8C75-2976AC3B653E}"/>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6">
                <a:extLst>
                  <a:ext uri="{FF2B5EF4-FFF2-40B4-BE49-F238E27FC236}">
                    <a16:creationId xmlns:a16="http://schemas.microsoft.com/office/drawing/2014/main" id="{BE0FF237-544C-4EAB-ABB0-731D5FA88D46}"/>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7">
                <a:extLst>
                  <a:ext uri="{FF2B5EF4-FFF2-40B4-BE49-F238E27FC236}">
                    <a16:creationId xmlns:a16="http://schemas.microsoft.com/office/drawing/2014/main" id="{D1E0212C-F045-489C-9689-7C49F762CC3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AC90BB14-74DB-4A2D-847B-7D160CCB7907}"/>
                </a:ext>
              </a:extLst>
            </p:cNvPr>
            <p:cNvGrpSpPr/>
            <p:nvPr/>
          </p:nvGrpSpPr>
          <p:grpSpPr>
            <a:xfrm>
              <a:off x="354110" y="4376763"/>
              <a:ext cx="11480604" cy="109990"/>
              <a:chOff x="354110" y="4379678"/>
              <a:chExt cx="11480604" cy="109990"/>
            </a:xfrm>
            <a:grpFill/>
          </p:grpSpPr>
          <p:sp>
            <p:nvSpPr>
              <p:cNvPr id="123" name="Rectangle 59">
                <a:extLst>
                  <a:ext uri="{FF2B5EF4-FFF2-40B4-BE49-F238E27FC236}">
                    <a16:creationId xmlns:a16="http://schemas.microsoft.com/office/drawing/2014/main" id="{99D447A1-2220-4498-AEF5-6E3E1E6E7569}"/>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60">
                <a:extLst>
                  <a:ext uri="{FF2B5EF4-FFF2-40B4-BE49-F238E27FC236}">
                    <a16:creationId xmlns:a16="http://schemas.microsoft.com/office/drawing/2014/main" id="{7C3A93F4-91DD-433B-968A-852BE617B270}"/>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61">
                <a:extLst>
                  <a:ext uri="{FF2B5EF4-FFF2-40B4-BE49-F238E27FC236}">
                    <a16:creationId xmlns:a16="http://schemas.microsoft.com/office/drawing/2014/main" id="{1C73CE31-214B-4439-A783-35C6A8ED7587}"/>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62">
                <a:extLst>
                  <a:ext uri="{FF2B5EF4-FFF2-40B4-BE49-F238E27FC236}">
                    <a16:creationId xmlns:a16="http://schemas.microsoft.com/office/drawing/2014/main" id="{36D68C3F-8E09-4424-AE30-DC0EA8A4B605}"/>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63">
                <a:extLst>
                  <a:ext uri="{FF2B5EF4-FFF2-40B4-BE49-F238E27FC236}">
                    <a16:creationId xmlns:a16="http://schemas.microsoft.com/office/drawing/2014/main" id="{D77BDB0F-9FB9-4B1E-8B4A-1E2673E90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64">
                <a:extLst>
                  <a:ext uri="{FF2B5EF4-FFF2-40B4-BE49-F238E27FC236}">
                    <a16:creationId xmlns:a16="http://schemas.microsoft.com/office/drawing/2014/main" id="{11FC8FC1-3854-4435-94FA-7C19C8CF4B2B}"/>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65">
                <a:extLst>
                  <a:ext uri="{FF2B5EF4-FFF2-40B4-BE49-F238E27FC236}">
                    <a16:creationId xmlns:a16="http://schemas.microsoft.com/office/drawing/2014/main" id="{CD7A3181-77BB-4B10-BAE0-192A2D4C546F}"/>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6">
                <a:extLst>
                  <a:ext uri="{FF2B5EF4-FFF2-40B4-BE49-F238E27FC236}">
                    <a16:creationId xmlns:a16="http://schemas.microsoft.com/office/drawing/2014/main" id="{34704098-6430-4842-A78C-8EA208FF5C58}"/>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7">
                <a:extLst>
                  <a:ext uri="{FF2B5EF4-FFF2-40B4-BE49-F238E27FC236}">
                    <a16:creationId xmlns:a16="http://schemas.microsoft.com/office/drawing/2014/main" id="{821A9373-4697-4443-B247-58130E1D401F}"/>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8">
                <a:extLst>
                  <a:ext uri="{FF2B5EF4-FFF2-40B4-BE49-F238E27FC236}">
                    <a16:creationId xmlns:a16="http://schemas.microsoft.com/office/drawing/2014/main" id="{BE59B0E9-E64A-4252-ABFF-7D0CCECB5F69}"/>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9">
                <a:extLst>
                  <a:ext uri="{FF2B5EF4-FFF2-40B4-BE49-F238E27FC236}">
                    <a16:creationId xmlns:a16="http://schemas.microsoft.com/office/drawing/2014/main" id="{066F8BCA-C3C4-48C8-9103-65FC2FFF6239}"/>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70">
                <a:extLst>
                  <a:ext uri="{FF2B5EF4-FFF2-40B4-BE49-F238E27FC236}">
                    <a16:creationId xmlns:a16="http://schemas.microsoft.com/office/drawing/2014/main" id="{68B69181-5D7D-4EFF-9724-B2BDD62DB414}"/>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71">
                <a:extLst>
                  <a:ext uri="{FF2B5EF4-FFF2-40B4-BE49-F238E27FC236}">
                    <a16:creationId xmlns:a16="http://schemas.microsoft.com/office/drawing/2014/main" id="{996BC465-13D7-4B01-81BD-88E7BAA5A99E}"/>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72">
                <a:extLst>
                  <a:ext uri="{FF2B5EF4-FFF2-40B4-BE49-F238E27FC236}">
                    <a16:creationId xmlns:a16="http://schemas.microsoft.com/office/drawing/2014/main" id="{61C9420C-6853-4164-9D24-98349CD58CD5}"/>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73">
                <a:extLst>
                  <a:ext uri="{FF2B5EF4-FFF2-40B4-BE49-F238E27FC236}">
                    <a16:creationId xmlns:a16="http://schemas.microsoft.com/office/drawing/2014/main" id="{EF04FF35-9797-4571-BCFF-435C37D2517E}"/>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74">
                <a:extLst>
                  <a:ext uri="{FF2B5EF4-FFF2-40B4-BE49-F238E27FC236}">
                    <a16:creationId xmlns:a16="http://schemas.microsoft.com/office/drawing/2014/main" id="{78C68F3A-1768-4D3F-8ABF-D899CEF5DEDB}"/>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75">
                <a:extLst>
                  <a:ext uri="{FF2B5EF4-FFF2-40B4-BE49-F238E27FC236}">
                    <a16:creationId xmlns:a16="http://schemas.microsoft.com/office/drawing/2014/main" id="{A69F85D7-2261-4042-B85B-C3FABE4A0815}"/>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6">
                <a:extLst>
                  <a:ext uri="{FF2B5EF4-FFF2-40B4-BE49-F238E27FC236}">
                    <a16:creationId xmlns:a16="http://schemas.microsoft.com/office/drawing/2014/main" id="{31444D56-FEBA-4CC9-B179-200833A9BE9A}"/>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7">
                <a:extLst>
                  <a:ext uri="{FF2B5EF4-FFF2-40B4-BE49-F238E27FC236}">
                    <a16:creationId xmlns:a16="http://schemas.microsoft.com/office/drawing/2014/main" id="{A7678401-8C3E-4FAF-A888-70B49C911618}"/>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8">
                <a:extLst>
                  <a:ext uri="{FF2B5EF4-FFF2-40B4-BE49-F238E27FC236}">
                    <a16:creationId xmlns:a16="http://schemas.microsoft.com/office/drawing/2014/main" id="{618CC429-D47D-440E-9695-6E61D609607D}"/>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9">
                <a:extLst>
                  <a:ext uri="{FF2B5EF4-FFF2-40B4-BE49-F238E27FC236}">
                    <a16:creationId xmlns:a16="http://schemas.microsoft.com/office/drawing/2014/main" id="{F2B544AE-5CC8-4A61-BBDF-82DA13A5F7E8}"/>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80">
                <a:extLst>
                  <a:ext uri="{FF2B5EF4-FFF2-40B4-BE49-F238E27FC236}">
                    <a16:creationId xmlns:a16="http://schemas.microsoft.com/office/drawing/2014/main" id="{46B39C8E-D445-41B8-8B42-2DE170717BD6}"/>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81">
                <a:extLst>
                  <a:ext uri="{FF2B5EF4-FFF2-40B4-BE49-F238E27FC236}">
                    <a16:creationId xmlns:a16="http://schemas.microsoft.com/office/drawing/2014/main" id="{38E7AB8E-5E17-460F-8595-4178AF462D9F}"/>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82">
                <a:extLst>
                  <a:ext uri="{FF2B5EF4-FFF2-40B4-BE49-F238E27FC236}">
                    <a16:creationId xmlns:a16="http://schemas.microsoft.com/office/drawing/2014/main" id="{B1EBA00C-8D23-4B8D-996F-763D44718637}"/>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83">
                <a:extLst>
                  <a:ext uri="{FF2B5EF4-FFF2-40B4-BE49-F238E27FC236}">
                    <a16:creationId xmlns:a16="http://schemas.microsoft.com/office/drawing/2014/main" id="{A74D84D5-1D5F-4261-AC8E-F836107F1AED}"/>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84">
                <a:extLst>
                  <a:ext uri="{FF2B5EF4-FFF2-40B4-BE49-F238E27FC236}">
                    <a16:creationId xmlns:a16="http://schemas.microsoft.com/office/drawing/2014/main" id="{FAE1892A-CE1C-4062-87F1-490874F36EE9}"/>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1802612C-7EF5-4229-B874-804F63CA5157}"/>
                </a:ext>
              </a:extLst>
            </p:cNvPr>
            <p:cNvGrpSpPr/>
            <p:nvPr/>
          </p:nvGrpSpPr>
          <p:grpSpPr>
            <a:xfrm>
              <a:off x="354110" y="4883475"/>
              <a:ext cx="11480604" cy="109990"/>
              <a:chOff x="354110" y="4888062"/>
              <a:chExt cx="11480604" cy="109990"/>
            </a:xfrm>
            <a:grpFill/>
          </p:grpSpPr>
          <p:sp>
            <p:nvSpPr>
              <p:cNvPr id="97" name="Rectangle 5">
                <a:extLst>
                  <a:ext uri="{FF2B5EF4-FFF2-40B4-BE49-F238E27FC236}">
                    <a16:creationId xmlns:a16="http://schemas.microsoft.com/office/drawing/2014/main" id="{79ECF9B6-3DAB-4C5C-B34E-D0A7F38B761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6">
                <a:extLst>
                  <a:ext uri="{FF2B5EF4-FFF2-40B4-BE49-F238E27FC236}">
                    <a16:creationId xmlns:a16="http://schemas.microsoft.com/office/drawing/2014/main" id="{35C9E271-FB6D-4F58-AC40-C72BEAE8A205}"/>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7">
                <a:extLst>
                  <a:ext uri="{FF2B5EF4-FFF2-40B4-BE49-F238E27FC236}">
                    <a16:creationId xmlns:a16="http://schemas.microsoft.com/office/drawing/2014/main" id="{6C77D497-A891-4E55-B019-C188318C9B94}"/>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8">
                <a:extLst>
                  <a:ext uri="{FF2B5EF4-FFF2-40B4-BE49-F238E27FC236}">
                    <a16:creationId xmlns:a16="http://schemas.microsoft.com/office/drawing/2014/main" id="{789A10D5-86A9-4355-A65E-55E0070B0C22}"/>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9">
                <a:extLst>
                  <a:ext uri="{FF2B5EF4-FFF2-40B4-BE49-F238E27FC236}">
                    <a16:creationId xmlns:a16="http://schemas.microsoft.com/office/drawing/2014/main" id="{190FC9CA-1CD6-4748-9D13-6C41111A17B7}"/>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10">
                <a:extLst>
                  <a:ext uri="{FF2B5EF4-FFF2-40B4-BE49-F238E27FC236}">
                    <a16:creationId xmlns:a16="http://schemas.microsoft.com/office/drawing/2014/main" id="{C8822FE6-6227-48F7-AA73-92699ABEA3A8}"/>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11">
                <a:extLst>
                  <a:ext uri="{FF2B5EF4-FFF2-40B4-BE49-F238E27FC236}">
                    <a16:creationId xmlns:a16="http://schemas.microsoft.com/office/drawing/2014/main" id="{E5E1E87B-24C4-475C-8A8F-5B997B2D073F}"/>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12">
                <a:extLst>
                  <a:ext uri="{FF2B5EF4-FFF2-40B4-BE49-F238E27FC236}">
                    <a16:creationId xmlns:a16="http://schemas.microsoft.com/office/drawing/2014/main" id="{A10C8796-2AC4-44B9-947C-67EA0E966720}"/>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13">
                <a:extLst>
                  <a:ext uri="{FF2B5EF4-FFF2-40B4-BE49-F238E27FC236}">
                    <a16:creationId xmlns:a16="http://schemas.microsoft.com/office/drawing/2014/main" id="{9C3B2967-6FE1-42A9-8AA6-D88F39ED2592}"/>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14">
                <a:extLst>
                  <a:ext uri="{FF2B5EF4-FFF2-40B4-BE49-F238E27FC236}">
                    <a16:creationId xmlns:a16="http://schemas.microsoft.com/office/drawing/2014/main" id="{D65A60F3-B8CA-4A07-BA50-4382410F7DF3}"/>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15">
                <a:extLst>
                  <a:ext uri="{FF2B5EF4-FFF2-40B4-BE49-F238E27FC236}">
                    <a16:creationId xmlns:a16="http://schemas.microsoft.com/office/drawing/2014/main" id="{CE9D0345-78D9-481A-97CD-9F4F5005DCF5}"/>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6">
                <a:extLst>
                  <a:ext uri="{FF2B5EF4-FFF2-40B4-BE49-F238E27FC236}">
                    <a16:creationId xmlns:a16="http://schemas.microsoft.com/office/drawing/2014/main" id="{335FF664-C997-40CD-A253-17AE029463EF}"/>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7">
                <a:extLst>
                  <a:ext uri="{FF2B5EF4-FFF2-40B4-BE49-F238E27FC236}">
                    <a16:creationId xmlns:a16="http://schemas.microsoft.com/office/drawing/2014/main" id="{9CC2681F-B216-40D9-B5A0-F02DCEABDF71}"/>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8">
                <a:extLst>
                  <a:ext uri="{FF2B5EF4-FFF2-40B4-BE49-F238E27FC236}">
                    <a16:creationId xmlns:a16="http://schemas.microsoft.com/office/drawing/2014/main" id="{A3004976-7D17-4D1E-8C1B-307A36D4D3A6}"/>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9">
                <a:extLst>
                  <a:ext uri="{FF2B5EF4-FFF2-40B4-BE49-F238E27FC236}">
                    <a16:creationId xmlns:a16="http://schemas.microsoft.com/office/drawing/2014/main" id="{2441E1C0-EA8F-4829-96F9-79E4F9F9B8A8}"/>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20">
                <a:extLst>
                  <a:ext uri="{FF2B5EF4-FFF2-40B4-BE49-F238E27FC236}">
                    <a16:creationId xmlns:a16="http://schemas.microsoft.com/office/drawing/2014/main" id="{44BC57F8-5DE7-403F-B665-F6F2827DB80C}"/>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21">
                <a:extLst>
                  <a:ext uri="{FF2B5EF4-FFF2-40B4-BE49-F238E27FC236}">
                    <a16:creationId xmlns:a16="http://schemas.microsoft.com/office/drawing/2014/main" id="{B34B239C-EECF-4F26-A48A-B0CC0F65BC73}"/>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22">
                <a:extLst>
                  <a:ext uri="{FF2B5EF4-FFF2-40B4-BE49-F238E27FC236}">
                    <a16:creationId xmlns:a16="http://schemas.microsoft.com/office/drawing/2014/main" id="{9761DB51-CFA3-48D3-A481-6AAF4370D4B5}"/>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23">
                <a:extLst>
                  <a:ext uri="{FF2B5EF4-FFF2-40B4-BE49-F238E27FC236}">
                    <a16:creationId xmlns:a16="http://schemas.microsoft.com/office/drawing/2014/main" id="{8BF8C0DC-CA13-4B3A-9B31-81AD0D5A3B96}"/>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24">
                <a:extLst>
                  <a:ext uri="{FF2B5EF4-FFF2-40B4-BE49-F238E27FC236}">
                    <a16:creationId xmlns:a16="http://schemas.microsoft.com/office/drawing/2014/main" id="{3B5D9432-1B5F-4352-8E2D-A4C9BA278820}"/>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25">
                <a:extLst>
                  <a:ext uri="{FF2B5EF4-FFF2-40B4-BE49-F238E27FC236}">
                    <a16:creationId xmlns:a16="http://schemas.microsoft.com/office/drawing/2014/main" id="{A72578CA-857C-4FF3-99D2-2409F1404F50}"/>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6">
                <a:extLst>
                  <a:ext uri="{FF2B5EF4-FFF2-40B4-BE49-F238E27FC236}">
                    <a16:creationId xmlns:a16="http://schemas.microsoft.com/office/drawing/2014/main" id="{CAD4F8AF-D5EE-4F50-B004-20393F40DD74}"/>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7">
                <a:extLst>
                  <a:ext uri="{FF2B5EF4-FFF2-40B4-BE49-F238E27FC236}">
                    <a16:creationId xmlns:a16="http://schemas.microsoft.com/office/drawing/2014/main" id="{8A57F274-20A6-4680-B7C0-AD8EA5A0BB6B}"/>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8">
                <a:extLst>
                  <a:ext uri="{FF2B5EF4-FFF2-40B4-BE49-F238E27FC236}">
                    <a16:creationId xmlns:a16="http://schemas.microsoft.com/office/drawing/2014/main" id="{0F14F482-588A-4EEB-8243-0F8DF0EBFCDB}"/>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9">
                <a:extLst>
                  <a:ext uri="{FF2B5EF4-FFF2-40B4-BE49-F238E27FC236}">
                    <a16:creationId xmlns:a16="http://schemas.microsoft.com/office/drawing/2014/main" id="{DBE68752-D099-4312-A230-0F3B7131BC49}"/>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30">
                <a:extLst>
                  <a:ext uri="{FF2B5EF4-FFF2-40B4-BE49-F238E27FC236}">
                    <a16:creationId xmlns:a16="http://schemas.microsoft.com/office/drawing/2014/main" id="{405BD9F5-ECE9-4C54-B627-8C58DFD73551}"/>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81BDD497-9AE8-4EFE-A518-EB1944C837FD}"/>
                </a:ext>
              </a:extLst>
            </p:cNvPr>
            <p:cNvGrpSpPr/>
            <p:nvPr/>
          </p:nvGrpSpPr>
          <p:grpSpPr>
            <a:xfrm>
              <a:off x="354110" y="5390187"/>
              <a:ext cx="11480604" cy="108822"/>
              <a:chOff x="354110" y="5396454"/>
              <a:chExt cx="11480604" cy="108822"/>
            </a:xfrm>
            <a:grpFill/>
          </p:grpSpPr>
          <p:sp>
            <p:nvSpPr>
              <p:cNvPr id="71" name="Rectangle 32">
                <a:extLst>
                  <a:ext uri="{FF2B5EF4-FFF2-40B4-BE49-F238E27FC236}">
                    <a16:creationId xmlns:a16="http://schemas.microsoft.com/office/drawing/2014/main" id="{46DE1FDE-4944-42F3-AB62-2DB5477E3F4E}"/>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33">
                <a:extLst>
                  <a:ext uri="{FF2B5EF4-FFF2-40B4-BE49-F238E27FC236}">
                    <a16:creationId xmlns:a16="http://schemas.microsoft.com/office/drawing/2014/main" id="{06FCE84A-9F7C-4DFE-8CA9-5982F096E6E7}"/>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34">
                <a:extLst>
                  <a:ext uri="{FF2B5EF4-FFF2-40B4-BE49-F238E27FC236}">
                    <a16:creationId xmlns:a16="http://schemas.microsoft.com/office/drawing/2014/main" id="{DD56D081-1AAA-49A3-ABDB-5C753E6ABED1}"/>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35">
                <a:extLst>
                  <a:ext uri="{FF2B5EF4-FFF2-40B4-BE49-F238E27FC236}">
                    <a16:creationId xmlns:a16="http://schemas.microsoft.com/office/drawing/2014/main" id="{BD4D92B3-9AE0-48B8-959E-07EA7AB29F39}"/>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36">
                <a:extLst>
                  <a:ext uri="{FF2B5EF4-FFF2-40B4-BE49-F238E27FC236}">
                    <a16:creationId xmlns:a16="http://schemas.microsoft.com/office/drawing/2014/main" id="{3DD3026A-6FE6-4FA7-90F4-6DE1E8898CA9}"/>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37">
                <a:extLst>
                  <a:ext uri="{FF2B5EF4-FFF2-40B4-BE49-F238E27FC236}">
                    <a16:creationId xmlns:a16="http://schemas.microsoft.com/office/drawing/2014/main" id="{AC970942-28D3-4460-85B7-BD20B0D76AC0}"/>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8">
                <a:extLst>
                  <a:ext uri="{FF2B5EF4-FFF2-40B4-BE49-F238E27FC236}">
                    <a16:creationId xmlns:a16="http://schemas.microsoft.com/office/drawing/2014/main" id="{03D96458-7899-4A24-B66B-461086FAA137}"/>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9">
                <a:extLst>
                  <a:ext uri="{FF2B5EF4-FFF2-40B4-BE49-F238E27FC236}">
                    <a16:creationId xmlns:a16="http://schemas.microsoft.com/office/drawing/2014/main" id="{C8A769BE-C8A3-44B6-A98B-9A0CA8C8C1B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40">
                <a:extLst>
                  <a:ext uri="{FF2B5EF4-FFF2-40B4-BE49-F238E27FC236}">
                    <a16:creationId xmlns:a16="http://schemas.microsoft.com/office/drawing/2014/main" id="{42866ABD-1FE3-40D1-8819-FC2FC19BC13E}"/>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41">
                <a:extLst>
                  <a:ext uri="{FF2B5EF4-FFF2-40B4-BE49-F238E27FC236}">
                    <a16:creationId xmlns:a16="http://schemas.microsoft.com/office/drawing/2014/main" id="{0DA7C80D-458F-4BCF-9DF9-4EA5C63B694E}"/>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42">
                <a:extLst>
                  <a:ext uri="{FF2B5EF4-FFF2-40B4-BE49-F238E27FC236}">
                    <a16:creationId xmlns:a16="http://schemas.microsoft.com/office/drawing/2014/main" id="{0BDDAC83-E0E2-46D1-BE39-29D715978A44}"/>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43">
                <a:extLst>
                  <a:ext uri="{FF2B5EF4-FFF2-40B4-BE49-F238E27FC236}">
                    <a16:creationId xmlns:a16="http://schemas.microsoft.com/office/drawing/2014/main" id="{778B5BE3-4E1C-4C31-8E26-1435B98AADE2}"/>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44">
                <a:extLst>
                  <a:ext uri="{FF2B5EF4-FFF2-40B4-BE49-F238E27FC236}">
                    <a16:creationId xmlns:a16="http://schemas.microsoft.com/office/drawing/2014/main" id="{12D1914C-8D7D-4C81-BF2A-CC415E7FEFEA}"/>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45">
                <a:extLst>
                  <a:ext uri="{FF2B5EF4-FFF2-40B4-BE49-F238E27FC236}">
                    <a16:creationId xmlns:a16="http://schemas.microsoft.com/office/drawing/2014/main" id="{3F7280B3-7FC7-46CC-B0AA-9279C8F01F29}"/>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6">
                <a:extLst>
                  <a:ext uri="{FF2B5EF4-FFF2-40B4-BE49-F238E27FC236}">
                    <a16:creationId xmlns:a16="http://schemas.microsoft.com/office/drawing/2014/main" id="{8518DB40-11B0-4C34-8085-E25C7CCE9078}"/>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7">
                <a:extLst>
                  <a:ext uri="{FF2B5EF4-FFF2-40B4-BE49-F238E27FC236}">
                    <a16:creationId xmlns:a16="http://schemas.microsoft.com/office/drawing/2014/main" id="{A0A4571B-8522-4F7C-A623-D22275A4BA72}"/>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8">
                <a:extLst>
                  <a:ext uri="{FF2B5EF4-FFF2-40B4-BE49-F238E27FC236}">
                    <a16:creationId xmlns:a16="http://schemas.microsoft.com/office/drawing/2014/main" id="{0058B0EA-93A6-4250-B9BB-2189D860E5A2}"/>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9">
                <a:extLst>
                  <a:ext uri="{FF2B5EF4-FFF2-40B4-BE49-F238E27FC236}">
                    <a16:creationId xmlns:a16="http://schemas.microsoft.com/office/drawing/2014/main" id="{AD35427D-2F04-45B3-A5EA-4C931023ECE8}"/>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50">
                <a:extLst>
                  <a:ext uri="{FF2B5EF4-FFF2-40B4-BE49-F238E27FC236}">
                    <a16:creationId xmlns:a16="http://schemas.microsoft.com/office/drawing/2014/main" id="{C9AE1296-0B65-425E-B952-6EA87FD817F0}"/>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51">
                <a:extLst>
                  <a:ext uri="{FF2B5EF4-FFF2-40B4-BE49-F238E27FC236}">
                    <a16:creationId xmlns:a16="http://schemas.microsoft.com/office/drawing/2014/main" id="{7A1EA1D6-A2F2-45C1-B37A-53504239CE56}"/>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52">
                <a:extLst>
                  <a:ext uri="{FF2B5EF4-FFF2-40B4-BE49-F238E27FC236}">
                    <a16:creationId xmlns:a16="http://schemas.microsoft.com/office/drawing/2014/main" id="{505AF1AD-40CE-4BC2-AC86-033E06E7B6F6}"/>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53">
                <a:extLst>
                  <a:ext uri="{FF2B5EF4-FFF2-40B4-BE49-F238E27FC236}">
                    <a16:creationId xmlns:a16="http://schemas.microsoft.com/office/drawing/2014/main" id="{4E83FA98-5620-4FBC-83BE-A15F94C83D59}"/>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54">
                <a:extLst>
                  <a:ext uri="{FF2B5EF4-FFF2-40B4-BE49-F238E27FC236}">
                    <a16:creationId xmlns:a16="http://schemas.microsoft.com/office/drawing/2014/main" id="{994A88E7-EC98-4704-B017-A2BEA7AB44CD}"/>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55">
                <a:extLst>
                  <a:ext uri="{FF2B5EF4-FFF2-40B4-BE49-F238E27FC236}">
                    <a16:creationId xmlns:a16="http://schemas.microsoft.com/office/drawing/2014/main" id="{44F8541E-6BEB-4522-8934-CDC85C95B804}"/>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6">
                <a:extLst>
                  <a:ext uri="{FF2B5EF4-FFF2-40B4-BE49-F238E27FC236}">
                    <a16:creationId xmlns:a16="http://schemas.microsoft.com/office/drawing/2014/main" id="{41BE143F-1045-43B6-9112-9CA42EAB94D5}"/>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7">
                <a:extLst>
                  <a:ext uri="{FF2B5EF4-FFF2-40B4-BE49-F238E27FC236}">
                    <a16:creationId xmlns:a16="http://schemas.microsoft.com/office/drawing/2014/main" id="{15B3273B-882C-4741-AFCB-88C00782C05E}"/>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42D156E4-2FEE-41D1-B234-92FA676F4D8E}"/>
                </a:ext>
              </a:extLst>
            </p:cNvPr>
            <p:cNvGrpSpPr/>
            <p:nvPr/>
          </p:nvGrpSpPr>
          <p:grpSpPr>
            <a:xfrm>
              <a:off x="354110" y="5895731"/>
              <a:ext cx="11480604" cy="109990"/>
              <a:chOff x="354110" y="5903678"/>
              <a:chExt cx="11480604" cy="109990"/>
            </a:xfrm>
            <a:grpFill/>
          </p:grpSpPr>
          <p:sp>
            <p:nvSpPr>
              <p:cNvPr id="45" name="Rectangle 59">
                <a:extLst>
                  <a:ext uri="{FF2B5EF4-FFF2-40B4-BE49-F238E27FC236}">
                    <a16:creationId xmlns:a16="http://schemas.microsoft.com/office/drawing/2014/main" id="{1282A854-928F-4C4C-AF50-E805B6E24D60}"/>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60">
                <a:extLst>
                  <a:ext uri="{FF2B5EF4-FFF2-40B4-BE49-F238E27FC236}">
                    <a16:creationId xmlns:a16="http://schemas.microsoft.com/office/drawing/2014/main" id="{BF09B981-640A-4B56-97EF-77A7674F2AB4}"/>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61">
                <a:extLst>
                  <a:ext uri="{FF2B5EF4-FFF2-40B4-BE49-F238E27FC236}">
                    <a16:creationId xmlns:a16="http://schemas.microsoft.com/office/drawing/2014/main" id="{0E3D84C4-7127-44E3-9D80-DD4C9DF86B9B}"/>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62">
                <a:extLst>
                  <a:ext uri="{FF2B5EF4-FFF2-40B4-BE49-F238E27FC236}">
                    <a16:creationId xmlns:a16="http://schemas.microsoft.com/office/drawing/2014/main" id="{3C0ED1F5-7157-4C03-AF23-63AA54E2020F}"/>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63">
                <a:extLst>
                  <a:ext uri="{FF2B5EF4-FFF2-40B4-BE49-F238E27FC236}">
                    <a16:creationId xmlns:a16="http://schemas.microsoft.com/office/drawing/2014/main" id="{DA4CC94A-11EC-484D-93A8-A6BA55C942E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64">
                <a:extLst>
                  <a:ext uri="{FF2B5EF4-FFF2-40B4-BE49-F238E27FC236}">
                    <a16:creationId xmlns:a16="http://schemas.microsoft.com/office/drawing/2014/main" id="{F3F8546E-5077-4146-94A8-9C4CC244E519}"/>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 name="Rectangle 65">
                <a:extLst>
                  <a:ext uri="{FF2B5EF4-FFF2-40B4-BE49-F238E27FC236}">
                    <a16:creationId xmlns:a16="http://schemas.microsoft.com/office/drawing/2014/main" id="{931F67C4-9C1D-4588-A8E6-3E99D64C700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6">
                <a:extLst>
                  <a:ext uri="{FF2B5EF4-FFF2-40B4-BE49-F238E27FC236}">
                    <a16:creationId xmlns:a16="http://schemas.microsoft.com/office/drawing/2014/main" id="{EB21CB79-3CB2-4077-A9B9-C45985197177}"/>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7">
                <a:extLst>
                  <a:ext uri="{FF2B5EF4-FFF2-40B4-BE49-F238E27FC236}">
                    <a16:creationId xmlns:a16="http://schemas.microsoft.com/office/drawing/2014/main" id="{DD611496-16E5-4416-B1A2-02348ABD39A2}"/>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8">
                <a:extLst>
                  <a:ext uri="{FF2B5EF4-FFF2-40B4-BE49-F238E27FC236}">
                    <a16:creationId xmlns:a16="http://schemas.microsoft.com/office/drawing/2014/main" id="{EF4511E4-6AE1-4AD2-9E94-8DFEBF58B10C}"/>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9">
                <a:extLst>
                  <a:ext uri="{FF2B5EF4-FFF2-40B4-BE49-F238E27FC236}">
                    <a16:creationId xmlns:a16="http://schemas.microsoft.com/office/drawing/2014/main" id="{5A9F5148-2BFE-49A2-882C-9C270DAC2D30}"/>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70">
                <a:extLst>
                  <a:ext uri="{FF2B5EF4-FFF2-40B4-BE49-F238E27FC236}">
                    <a16:creationId xmlns:a16="http://schemas.microsoft.com/office/drawing/2014/main" id="{17978533-954B-41FA-ACA1-BB2EAC45FE1D}"/>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71">
                <a:extLst>
                  <a:ext uri="{FF2B5EF4-FFF2-40B4-BE49-F238E27FC236}">
                    <a16:creationId xmlns:a16="http://schemas.microsoft.com/office/drawing/2014/main" id="{9926B974-3B58-43BE-A627-034A472C617C}"/>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72">
                <a:extLst>
                  <a:ext uri="{FF2B5EF4-FFF2-40B4-BE49-F238E27FC236}">
                    <a16:creationId xmlns:a16="http://schemas.microsoft.com/office/drawing/2014/main" id="{E88CA7B8-FC95-4FE1-9B97-D5EF9F942413}"/>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73">
                <a:extLst>
                  <a:ext uri="{FF2B5EF4-FFF2-40B4-BE49-F238E27FC236}">
                    <a16:creationId xmlns:a16="http://schemas.microsoft.com/office/drawing/2014/main" id="{A92934FD-C410-4C84-A5E1-081E7B422AA1}"/>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74">
                <a:extLst>
                  <a:ext uri="{FF2B5EF4-FFF2-40B4-BE49-F238E27FC236}">
                    <a16:creationId xmlns:a16="http://schemas.microsoft.com/office/drawing/2014/main" id="{2DA33973-6FE4-4D86-BBFB-90D4909293C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75">
                <a:extLst>
                  <a:ext uri="{FF2B5EF4-FFF2-40B4-BE49-F238E27FC236}">
                    <a16:creationId xmlns:a16="http://schemas.microsoft.com/office/drawing/2014/main" id="{94818BD6-2B6E-47BE-B503-E9E8E6375D92}"/>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6">
                <a:extLst>
                  <a:ext uri="{FF2B5EF4-FFF2-40B4-BE49-F238E27FC236}">
                    <a16:creationId xmlns:a16="http://schemas.microsoft.com/office/drawing/2014/main" id="{F051DFF7-292C-4CA6-B811-8790171A25A6}"/>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7">
                <a:extLst>
                  <a:ext uri="{FF2B5EF4-FFF2-40B4-BE49-F238E27FC236}">
                    <a16:creationId xmlns:a16="http://schemas.microsoft.com/office/drawing/2014/main" id="{728FA892-539E-4633-A6ED-61FF464A5030}"/>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8">
                <a:extLst>
                  <a:ext uri="{FF2B5EF4-FFF2-40B4-BE49-F238E27FC236}">
                    <a16:creationId xmlns:a16="http://schemas.microsoft.com/office/drawing/2014/main" id="{FE6AF4DA-E293-4A89-BE4C-DD3E6BDBE217}"/>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9">
                <a:extLst>
                  <a:ext uri="{FF2B5EF4-FFF2-40B4-BE49-F238E27FC236}">
                    <a16:creationId xmlns:a16="http://schemas.microsoft.com/office/drawing/2014/main" id="{11BA7696-6E60-4A76-8A02-38F11535F1F3}"/>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80">
                <a:extLst>
                  <a:ext uri="{FF2B5EF4-FFF2-40B4-BE49-F238E27FC236}">
                    <a16:creationId xmlns:a16="http://schemas.microsoft.com/office/drawing/2014/main" id="{EBA43DA8-F00F-4803-9505-8D973D07BA4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81">
                <a:extLst>
                  <a:ext uri="{FF2B5EF4-FFF2-40B4-BE49-F238E27FC236}">
                    <a16:creationId xmlns:a16="http://schemas.microsoft.com/office/drawing/2014/main" id="{5996994C-303B-47AD-B7A1-EB4C4801F26D}"/>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82">
                <a:extLst>
                  <a:ext uri="{FF2B5EF4-FFF2-40B4-BE49-F238E27FC236}">
                    <a16:creationId xmlns:a16="http://schemas.microsoft.com/office/drawing/2014/main" id="{AC9DA622-9D85-4CCD-AC5B-C16EC91FDA83}"/>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83">
                <a:extLst>
                  <a:ext uri="{FF2B5EF4-FFF2-40B4-BE49-F238E27FC236}">
                    <a16:creationId xmlns:a16="http://schemas.microsoft.com/office/drawing/2014/main" id="{74795EEC-C77C-457E-8ED2-A2565D98D6B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84">
                <a:extLst>
                  <a:ext uri="{FF2B5EF4-FFF2-40B4-BE49-F238E27FC236}">
                    <a16:creationId xmlns:a16="http://schemas.microsoft.com/office/drawing/2014/main" id="{E7A6C9D7-E009-43E7-83C2-4012ED6CC081}"/>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56EC6267-892C-414C-9F90-78AE254ABFE9}"/>
                </a:ext>
              </a:extLst>
            </p:cNvPr>
            <p:cNvGrpSpPr/>
            <p:nvPr/>
          </p:nvGrpSpPr>
          <p:grpSpPr>
            <a:xfrm>
              <a:off x="354110" y="6402442"/>
              <a:ext cx="11480604" cy="109990"/>
              <a:chOff x="354110" y="5903678"/>
              <a:chExt cx="11480604" cy="109990"/>
            </a:xfrm>
            <a:grpFill/>
          </p:grpSpPr>
          <p:sp>
            <p:nvSpPr>
              <p:cNvPr id="19" name="Rectangle 59">
                <a:extLst>
                  <a:ext uri="{FF2B5EF4-FFF2-40B4-BE49-F238E27FC236}">
                    <a16:creationId xmlns:a16="http://schemas.microsoft.com/office/drawing/2014/main" id="{3E75128E-3C74-4C95-89B7-CB30EBD0DA91}"/>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 name="Rectangle 60">
                <a:extLst>
                  <a:ext uri="{FF2B5EF4-FFF2-40B4-BE49-F238E27FC236}">
                    <a16:creationId xmlns:a16="http://schemas.microsoft.com/office/drawing/2014/main" id="{5123F894-661A-41E9-A3C4-D65153785919}"/>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 name="Rectangle 61">
                <a:extLst>
                  <a:ext uri="{FF2B5EF4-FFF2-40B4-BE49-F238E27FC236}">
                    <a16:creationId xmlns:a16="http://schemas.microsoft.com/office/drawing/2014/main" id="{6DE83EB5-D56C-4E03-AFAA-ABFCDBF5269C}"/>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 name="Rectangle 62">
                <a:extLst>
                  <a:ext uri="{FF2B5EF4-FFF2-40B4-BE49-F238E27FC236}">
                    <a16:creationId xmlns:a16="http://schemas.microsoft.com/office/drawing/2014/main" id="{A7150839-4B6F-48D6-8DC1-234F92C99691}"/>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 name="Rectangle 63">
                <a:extLst>
                  <a:ext uri="{FF2B5EF4-FFF2-40B4-BE49-F238E27FC236}">
                    <a16:creationId xmlns:a16="http://schemas.microsoft.com/office/drawing/2014/main" id="{F57DE175-BDB3-46EA-A233-0D1C4BC629CE}"/>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 name="Rectangle 64">
                <a:extLst>
                  <a:ext uri="{FF2B5EF4-FFF2-40B4-BE49-F238E27FC236}">
                    <a16:creationId xmlns:a16="http://schemas.microsoft.com/office/drawing/2014/main" id="{E0DC63F5-28E3-423C-884B-60E11C90CCF8}"/>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 name="Rectangle 65">
                <a:extLst>
                  <a:ext uri="{FF2B5EF4-FFF2-40B4-BE49-F238E27FC236}">
                    <a16:creationId xmlns:a16="http://schemas.microsoft.com/office/drawing/2014/main" id="{1B8EDB48-7E1A-4E8D-8DD6-E2E9045E5CC7}"/>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6">
                <a:extLst>
                  <a:ext uri="{FF2B5EF4-FFF2-40B4-BE49-F238E27FC236}">
                    <a16:creationId xmlns:a16="http://schemas.microsoft.com/office/drawing/2014/main" id="{7B2F1A3E-E3C9-4E74-A8BB-5D7489CCC81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7">
                <a:extLst>
                  <a:ext uri="{FF2B5EF4-FFF2-40B4-BE49-F238E27FC236}">
                    <a16:creationId xmlns:a16="http://schemas.microsoft.com/office/drawing/2014/main" id="{986E435A-5565-453A-9521-30F8988F19B7}"/>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8">
                <a:extLst>
                  <a:ext uri="{FF2B5EF4-FFF2-40B4-BE49-F238E27FC236}">
                    <a16:creationId xmlns:a16="http://schemas.microsoft.com/office/drawing/2014/main" id="{1B037B73-2947-4134-8DBF-86815CE18D01}"/>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9">
                <a:extLst>
                  <a:ext uri="{FF2B5EF4-FFF2-40B4-BE49-F238E27FC236}">
                    <a16:creationId xmlns:a16="http://schemas.microsoft.com/office/drawing/2014/main" id="{59E3FCFD-4BC9-4154-9F9A-FEDADE6AF85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70">
                <a:extLst>
                  <a:ext uri="{FF2B5EF4-FFF2-40B4-BE49-F238E27FC236}">
                    <a16:creationId xmlns:a16="http://schemas.microsoft.com/office/drawing/2014/main" id="{75B4E090-E69E-4E1B-9D47-2E7610643E70}"/>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71">
                <a:extLst>
                  <a:ext uri="{FF2B5EF4-FFF2-40B4-BE49-F238E27FC236}">
                    <a16:creationId xmlns:a16="http://schemas.microsoft.com/office/drawing/2014/main" id="{3E8EF4EA-870F-4671-9D93-BBDD11E3A6D3}"/>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72">
                <a:extLst>
                  <a:ext uri="{FF2B5EF4-FFF2-40B4-BE49-F238E27FC236}">
                    <a16:creationId xmlns:a16="http://schemas.microsoft.com/office/drawing/2014/main" id="{381F046F-5BF7-4214-B4FB-EEBE29F7CA15}"/>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73">
                <a:extLst>
                  <a:ext uri="{FF2B5EF4-FFF2-40B4-BE49-F238E27FC236}">
                    <a16:creationId xmlns:a16="http://schemas.microsoft.com/office/drawing/2014/main" id="{836148AC-AF61-43A3-A1B1-BB54CE216AEA}"/>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74">
                <a:extLst>
                  <a:ext uri="{FF2B5EF4-FFF2-40B4-BE49-F238E27FC236}">
                    <a16:creationId xmlns:a16="http://schemas.microsoft.com/office/drawing/2014/main" id="{B1DE9085-D5E0-4B83-BB80-E434D7DDD158}"/>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75">
                <a:extLst>
                  <a:ext uri="{FF2B5EF4-FFF2-40B4-BE49-F238E27FC236}">
                    <a16:creationId xmlns:a16="http://schemas.microsoft.com/office/drawing/2014/main" id="{317373CF-A0A3-4A1C-88A0-683C2A8DF16F}"/>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6">
                <a:extLst>
                  <a:ext uri="{FF2B5EF4-FFF2-40B4-BE49-F238E27FC236}">
                    <a16:creationId xmlns:a16="http://schemas.microsoft.com/office/drawing/2014/main" id="{4347A2CA-AF14-4C9E-BBAB-D90DBAA96501}"/>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7">
                <a:extLst>
                  <a:ext uri="{FF2B5EF4-FFF2-40B4-BE49-F238E27FC236}">
                    <a16:creationId xmlns:a16="http://schemas.microsoft.com/office/drawing/2014/main" id="{B9A6E2C3-57A3-42A9-A83E-18CDCD7C69CF}"/>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8">
                <a:extLst>
                  <a:ext uri="{FF2B5EF4-FFF2-40B4-BE49-F238E27FC236}">
                    <a16:creationId xmlns:a16="http://schemas.microsoft.com/office/drawing/2014/main" id="{66345FAF-D8B3-4589-B236-9592A4B2E67D}"/>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9">
                <a:extLst>
                  <a:ext uri="{FF2B5EF4-FFF2-40B4-BE49-F238E27FC236}">
                    <a16:creationId xmlns:a16="http://schemas.microsoft.com/office/drawing/2014/main" id="{B6D66C40-7B12-4FAE-BA0D-F11071E94A85}"/>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80">
                <a:extLst>
                  <a:ext uri="{FF2B5EF4-FFF2-40B4-BE49-F238E27FC236}">
                    <a16:creationId xmlns:a16="http://schemas.microsoft.com/office/drawing/2014/main" id="{88E16CD4-DE64-472C-92F2-04F69839E843}"/>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81">
                <a:extLst>
                  <a:ext uri="{FF2B5EF4-FFF2-40B4-BE49-F238E27FC236}">
                    <a16:creationId xmlns:a16="http://schemas.microsoft.com/office/drawing/2014/main" id="{D595AF87-0CEC-4595-A702-E82EE7CBEF90}"/>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82">
                <a:extLst>
                  <a:ext uri="{FF2B5EF4-FFF2-40B4-BE49-F238E27FC236}">
                    <a16:creationId xmlns:a16="http://schemas.microsoft.com/office/drawing/2014/main" id="{61ED73B8-7315-4650-922A-B9670ED5FF3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83">
                <a:extLst>
                  <a:ext uri="{FF2B5EF4-FFF2-40B4-BE49-F238E27FC236}">
                    <a16:creationId xmlns:a16="http://schemas.microsoft.com/office/drawing/2014/main" id="{78E5D2BE-A2AA-4686-881A-1AAC20E7698E}"/>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84">
                <a:extLst>
                  <a:ext uri="{FF2B5EF4-FFF2-40B4-BE49-F238E27FC236}">
                    <a16:creationId xmlns:a16="http://schemas.microsoft.com/office/drawing/2014/main" id="{6983C63B-88C2-4A51-9595-E3C3B3B91183}"/>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357" name="Title 1">
            <a:extLst>
              <a:ext uri="{FF2B5EF4-FFF2-40B4-BE49-F238E27FC236}">
                <a16:creationId xmlns:a16="http://schemas.microsoft.com/office/drawing/2014/main" id="{854A438C-BC9A-4A4F-ABD3-80A84279ECBF}"/>
              </a:ext>
            </a:extLst>
          </p:cNvPr>
          <p:cNvSpPr>
            <a:spLocks noGrp="1"/>
          </p:cNvSpPr>
          <p:nvPr>
            <p:ph type="title"/>
          </p:nvPr>
        </p:nvSpPr>
        <p:spPr>
          <a:xfrm>
            <a:off x="189756" y="73844"/>
            <a:ext cx="10969943" cy="711081"/>
          </a:xfrm>
        </p:spPr>
        <p:txBody>
          <a:bodyPr>
            <a:noAutofit/>
          </a:bodyPr>
          <a:lstStyle>
            <a:lvl1pPr algn="l">
              <a:defRPr sz="3600">
                <a:solidFill>
                  <a:schemeClr val="bg1"/>
                </a:solidFill>
                <a:latin typeface="Cooper Black" panose="0208090404030B020404" pitchFamily="18" charset="0"/>
              </a:defRPr>
            </a:lvl1pPr>
          </a:lstStyle>
          <a:p>
            <a:r>
              <a:rPr lang="en-US" dirty="0"/>
              <a:t>Click to edit Master title style</a:t>
            </a:r>
          </a:p>
        </p:txBody>
      </p:sp>
    </p:spTree>
    <p:extLst>
      <p:ext uri="{BB962C8B-B14F-4D97-AF65-F5344CB8AC3E}">
        <p14:creationId xmlns:p14="http://schemas.microsoft.com/office/powerpoint/2010/main" val="245349110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About Us">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lvl1pPr>
              <a:defRPr/>
            </a:lvl1pPr>
          </a:lstStyle>
          <a:p>
            <a:r>
              <a:rPr lang="en-US" dirty="0"/>
              <a:t>www.anubhavtrainings.com</a:t>
            </a:r>
          </a:p>
        </p:txBody>
      </p:sp>
      <p:sp>
        <p:nvSpPr>
          <p:cNvPr id="10" name="Picture Placeholder 9">
            <a:extLst>
              <a:ext uri="{FF2B5EF4-FFF2-40B4-BE49-F238E27FC236}">
                <a16:creationId xmlns:a16="http://schemas.microsoft.com/office/drawing/2014/main" id="{08ACDF83-3992-49FB-93C3-FD7BBB55C915}"/>
              </a:ext>
            </a:extLst>
          </p:cNvPr>
          <p:cNvSpPr>
            <a:spLocks noGrp="1"/>
          </p:cNvSpPr>
          <p:nvPr>
            <p:ph type="pic" sz="quarter" idx="13"/>
          </p:nvPr>
        </p:nvSpPr>
        <p:spPr>
          <a:xfrm>
            <a:off x="4575931" y="607234"/>
            <a:ext cx="6932127" cy="4386230"/>
          </a:xfrm>
          <a:custGeom>
            <a:avLst/>
            <a:gdLst>
              <a:gd name="connsiteX0" fmla="*/ 387523 w 6932127"/>
              <a:gd name="connsiteY0" fmla="*/ 0 h 4386230"/>
              <a:gd name="connsiteX1" fmla="*/ 6544604 w 6932127"/>
              <a:gd name="connsiteY1" fmla="*/ 0 h 4386230"/>
              <a:gd name="connsiteX2" fmla="*/ 6932127 w 6932127"/>
              <a:gd name="connsiteY2" fmla="*/ 387523 h 4386230"/>
              <a:gd name="connsiteX3" fmla="*/ 6932127 w 6932127"/>
              <a:gd name="connsiteY3" fmla="*/ 3998707 h 4386230"/>
              <a:gd name="connsiteX4" fmla="*/ 6544604 w 6932127"/>
              <a:gd name="connsiteY4" fmla="*/ 4386230 h 4386230"/>
              <a:gd name="connsiteX5" fmla="*/ 387523 w 6932127"/>
              <a:gd name="connsiteY5" fmla="*/ 4386230 h 4386230"/>
              <a:gd name="connsiteX6" fmla="*/ 0 w 6932127"/>
              <a:gd name="connsiteY6" fmla="*/ 3998707 h 4386230"/>
              <a:gd name="connsiteX7" fmla="*/ 0 w 6932127"/>
              <a:gd name="connsiteY7" fmla="*/ 387523 h 4386230"/>
              <a:gd name="connsiteX8" fmla="*/ 387523 w 6932127"/>
              <a:gd name="connsiteY8" fmla="*/ 0 h 4386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32127" h="4386230">
                <a:moveTo>
                  <a:pt x="387523" y="0"/>
                </a:moveTo>
                <a:lnTo>
                  <a:pt x="6544604" y="0"/>
                </a:lnTo>
                <a:cubicBezTo>
                  <a:pt x="6758627" y="0"/>
                  <a:pt x="6932127" y="173500"/>
                  <a:pt x="6932127" y="387523"/>
                </a:cubicBezTo>
                <a:lnTo>
                  <a:pt x="6932127" y="3998707"/>
                </a:lnTo>
                <a:cubicBezTo>
                  <a:pt x="6932127" y="4212730"/>
                  <a:pt x="6758627" y="4386230"/>
                  <a:pt x="6544604" y="4386230"/>
                </a:cubicBezTo>
                <a:lnTo>
                  <a:pt x="387523" y="4386230"/>
                </a:lnTo>
                <a:cubicBezTo>
                  <a:pt x="173500" y="4386230"/>
                  <a:pt x="0" y="4212730"/>
                  <a:pt x="0" y="3998707"/>
                </a:cubicBezTo>
                <a:lnTo>
                  <a:pt x="0" y="387523"/>
                </a:lnTo>
                <a:cubicBezTo>
                  <a:pt x="0" y="173500"/>
                  <a:pt x="173500" y="0"/>
                  <a:pt x="387523" y="0"/>
                </a:cubicBezTo>
                <a:close/>
              </a:path>
            </a:pathLst>
          </a:custGeom>
          <a:solidFill>
            <a:schemeClr val="accent3"/>
          </a:solidFill>
          <a:effectLst>
            <a:outerShdw blurRad="635000" dist="825500" dir="9600000" algn="tr" rotWithShape="0">
              <a:prstClr val="black">
                <a:alpha val="20000"/>
              </a:prstClr>
            </a:outerShdw>
          </a:effectLst>
        </p:spPr>
        <p:txBody>
          <a:bodyPr wrap="square" anchor="ctr">
            <a:noAutofit/>
          </a:bodyPr>
          <a:lstStyle>
            <a:lvl1pPr marL="0" indent="0" algn="ctr">
              <a:buFontTx/>
              <a:buNone/>
              <a:defRPr>
                <a:solidFill>
                  <a:schemeClr val="bg1"/>
                </a:solidFill>
                <a:latin typeface="+mn-lt"/>
              </a:defRPr>
            </a:lvl1pPr>
          </a:lstStyle>
          <a:p>
            <a:endParaRPr lang="en-IN" dirty="0"/>
          </a:p>
        </p:txBody>
      </p:sp>
    </p:spTree>
    <p:extLst>
      <p:ext uri="{BB962C8B-B14F-4D97-AF65-F5344CB8AC3E}">
        <p14:creationId xmlns:p14="http://schemas.microsoft.com/office/powerpoint/2010/main" val="278282569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
        <p:nvSpPr>
          <p:cNvPr id="364" name="Picture Placeholder 2">
            <a:extLst>
              <a:ext uri="{FF2B5EF4-FFF2-40B4-BE49-F238E27FC236}">
                <a16:creationId xmlns:a16="http://schemas.microsoft.com/office/drawing/2014/main" id="{251EF59E-16AF-4781-8288-EC19B9762CAE}"/>
              </a:ext>
            </a:extLst>
          </p:cNvPr>
          <p:cNvSpPr>
            <a:spLocks noGrp="1"/>
          </p:cNvSpPr>
          <p:nvPr>
            <p:ph type="pic" sz="quarter" idx="14"/>
          </p:nvPr>
        </p:nvSpPr>
        <p:spPr>
          <a:xfrm>
            <a:off x="-20540" y="-11151"/>
            <a:ext cx="6784876" cy="5685522"/>
          </a:xfrm>
          <a:custGeom>
            <a:avLst/>
            <a:gdLst>
              <a:gd name="connsiteX0" fmla="*/ 0 w 7654699"/>
              <a:gd name="connsiteY0" fmla="*/ 0 h 5678805"/>
              <a:gd name="connsiteX1" fmla="*/ 7654699 w 7654699"/>
              <a:gd name="connsiteY1" fmla="*/ 0 h 5678805"/>
              <a:gd name="connsiteX2" fmla="*/ 7654699 w 7654699"/>
              <a:gd name="connsiteY2" fmla="*/ 0 h 5678805"/>
              <a:gd name="connsiteX3" fmla="*/ 7654699 w 7654699"/>
              <a:gd name="connsiteY3" fmla="*/ 4808982 h 5678805"/>
              <a:gd name="connsiteX4" fmla="*/ 6784876 w 7654699"/>
              <a:gd name="connsiteY4" fmla="*/ 5678805 h 5678805"/>
              <a:gd name="connsiteX5" fmla="*/ 869823 w 7654699"/>
              <a:gd name="connsiteY5" fmla="*/ 5678805 h 5678805"/>
              <a:gd name="connsiteX6" fmla="*/ 0 w 7654699"/>
              <a:gd name="connsiteY6" fmla="*/ 4808982 h 5678805"/>
              <a:gd name="connsiteX7" fmla="*/ 0 w 7654699"/>
              <a:gd name="connsiteY7" fmla="*/ 0 h 5678805"/>
              <a:gd name="connsiteX8" fmla="*/ 0 w 7654699"/>
              <a:gd name="connsiteY8" fmla="*/ 0 h 5678805"/>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9" fmla="*/ 0 w 7654699"/>
              <a:gd name="connsiteY9" fmla="*/ 6717 h 5685522"/>
              <a:gd name="connsiteX0" fmla="*/ 0 w 7654699"/>
              <a:gd name="connsiteY0" fmla="*/ 6717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8" fmla="*/ 0 w 7654699"/>
              <a:gd name="connsiteY8" fmla="*/ 6717 h 5685522"/>
              <a:gd name="connsiteX0" fmla="*/ 0 w 7654699"/>
              <a:gd name="connsiteY0" fmla="*/ 4815699 h 5685522"/>
              <a:gd name="connsiteX1" fmla="*/ 901515 w 7654699"/>
              <a:gd name="connsiteY1" fmla="*/ 0 h 5685522"/>
              <a:gd name="connsiteX2" fmla="*/ 7654699 w 7654699"/>
              <a:gd name="connsiteY2" fmla="*/ 6717 h 5685522"/>
              <a:gd name="connsiteX3" fmla="*/ 7654699 w 7654699"/>
              <a:gd name="connsiteY3" fmla="*/ 6717 h 5685522"/>
              <a:gd name="connsiteX4" fmla="*/ 7654699 w 7654699"/>
              <a:gd name="connsiteY4" fmla="*/ 4815699 h 5685522"/>
              <a:gd name="connsiteX5" fmla="*/ 6784876 w 7654699"/>
              <a:gd name="connsiteY5" fmla="*/ 5685522 h 5685522"/>
              <a:gd name="connsiteX6" fmla="*/ 869823 w 7654699"/>
              <a:gd name="connsiteY6" fmla="*/ 5685522 h 5685522"/>
              <a:gd name="connsiteX7" fmla="*/ 0 w 7654699"/>
              <a:gd name="connsiteY7" fmla="*/ 4815699 h 5685522"/>
              <a:gd name="connsiteX0" fmla="*/ 776254 w 7561130"/>
              <a:gd name="connsiteY0" fmla="*/ 5685522 h 5685522"/>
              <a:gd name="connsiteX1" fmla="*/ 807946 w 7561130"/>
              <a:gd name="connsiteY1" fmla="*/ 0 h 5685522"/>
              <a:gd name="connsiteX2" fmla="*/ 7561130 w 7561130"/>
              <a:gd name="connsiteY2" fmla="*/ 6717 h 5685522"/>
              <a:gd name="connsiteX3" fmla="*/ 7561130 w 7561130"/>
              <a:gd name="connsiteY3" fmla="*/ 6717 h 5685522"/>
              <a:gd name="connsiteX4" fmla="*/ 7561130 w 7561130"/>
              <a:gd name="connsiteY4" fmla="*/ 4815699 h 5685522"/>
              <a:gd name="connsiteX5" fmla="*/ 6691307 w 7561130"/>
              <a:gd name="connsiteY5" fmla="*/ 5685522 h 5685522"/>
              <a:gd name="connsiteX6" fmla="*/ 776254 w 7561130"/>
              <a:gd name="connsiteY6" fmla="*/ 5685522 h 5685522"/>
              <a:gd name="connsiteX0" fmla="*/ 0 w 6784876"/>
              <a:gd name="connsiteY0" fmla="*/ 5685522 h 5685522"/>
              <a:gd name="connsiteX1" fmla="*/ 31692 w 6784876"/>
              <a:gd name="connsiteY1" fmla="*/ 0 h 5685522"/>
              <a:gd name="connsiteX2" fmla="*/ 6784876 w 6784876"/>
              <a:gd name="connsiteY2" fmla="*/ 6717 h 5685522"/>
              <a:gd name="connsiteX3" fmla="*/ 6784876 w 6784876"/>
              <a:gd name="connsiteY3" fmla="*/ 6717 h 5685522"/>
              <a:gd name="connsiteX4" fmla="*/ 6784876 w 6784876"/>
              <a:gd name="connsiteY4" fmla="*/ 4815699 h 5685522"/>
              <a:gd name="connsiteX5" fmla="*/ 5915053 w 6784876"/>
              <a:gd name="connsiteY5" fmla="*/ 5685522 h 5685522"/>
              <a:gd name="connsiteX6" fmla="*/ 0 w 6784876"/>
              <a:gd name="connsiteY6" fmla="*/ 5685522 h 56855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84876" h="5685522">
                <a:moveTo>
                  <a:pt x="0" y="5685522"/>
                </a:moveTo>
                <a:lnTo>
                  <a:pt x="31692" y="0"/>
                </a:lnTo>
                <a:lnTo>
                  <a:pt x="6784876" y="6717"/>
                </a:lnTo>
                <a:lnTo>
                  <a:pt x="6784876" y="6717"/>
                </a:lnTo>
                <a:lnTo>
                  <a:pt x="6784876" y="4815699"/>
                </a:lnTo>
                <a:cubicBezTo>
                  <a:pt x="6784876" y="5296089"/>
                  <a:pt x="6395443" y="5685522"/>
                  <a:pt x="5915053" y="5685522"/>
                </a:cubicBezTo>
                <a:lnTo>
                  <a:pt x="0" y="5685522"/>
                </a:lnTo>
                <a:close/>
              </a:path>
            </a:pathLst>
          </a:custGeom>
          <a:solidFill>
            <a:schemeClr val="accent3"/>
          </a:solidFill>
          <a:effectLst>
            <a:outerShdw blurRad="635000" dist="825500" dir="21540000" algn="l" rotWithShape="0">
              <a:prstClr val="black">
                <a:alpha val="20000"/>
              </a:prstClr>
            </a:outerShdw>
          </a:effectLst>
        </p:spPr>
        <p:txBody>
          <a:bodyPr anchor="ctr">
            <a:normAutofit/>
          </a:bodyPr>
          <a:lstStyle>
            <a:lvl1pPr marL="0" indent="0" algn="ctr">
              <a:buFontTx/>
              <a:buNone/>
              <a:defRPr sz="3200">
                <a:solidFill>
                  <a:schemeClr val="bg1"/>
                </a:solidFill>
              </a:defRPr>
            </a:lvl1pPr>
          </a:lstStyle>
          <a:p>
            <a:endParaRPr lang="en-IN"/>
          </a:p>
        </p:txBody>
      </p:sp>
    </p:spTree>
    <p:extLst>
      <p:ext uri="{BB962C8B-B14F-4D97-AF65-F5344CB8AC3E}">
        <p14:creationId xmlns:p14="http://schemas.microsoft.com/office/powerpoint/2010/main" val="324134753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Our Team">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a:p>
            <a:endParaRPr lang="en-US" dirty="0"/>
          </a:p>
        </p:txBody>
      </p:sp>
      <p:sp>
        <p:nvSpPr>
          <p:cNvPr id="363" name="Picture Placeholder 13">
            <a:extLst>
              <a:ext uri="{FF2B5EF4-FFF2-40B4-BE49-F238E27FC236}">
                <a16:creationId xmlns:a16="http://schemas.microsoft.com/office/drawing/2014/main" id="{AF7BEAA2-6D2C-4224-A195-391044C69E59}"/>
              </a:ext>
            </a:extLst>
          </p:cNvPr>
          <p:cNvSpPr>
            <a:spLocks noGrp="1"/>
          </p:cNvSpPr>
          <p:nvPr>
            <p:ph type="pic" sz="quarter" idx="13"/>
          </p:nvPr>
        </p:nvSpPr>
        <p:spPr>
          <a:xfrm>
            <a:off x="3286125" y="2297680"/>
            <a:ext cx="1728788" cy="1728787"/>
          </a:xfrm>
          <a:prstGeom prst="ellipse">
            <a:avLst/>
          </a:prstGeom>
          <a:solidFill>
            <a:schemeClr val="bg1">
              <a:lumMod val="95000"/>
            </a:schemeClr>
          </a:solidFill>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5" name="Picture Placeholder 13">
            <a:extLst>
              <a:ext uri="{FF2B5EF4-FFF2-40B4-BE49-F238E27FC236}">
                <a16:creationId xmlns:a16="http://schemas.microsoft.com/office/drawing/2014/main" id="{23BFF80F-B426-466E-B0BF-CF7C190E492D}"/>
              </a:ext>
            </a:extLst>
          </p:cNvPr>
          <p:cNvSpPr>
            <a:spLocks noGrp="1"/>
          </p:cNvSpPr>
          <p:nvPr>
            <p:ph type="pic" sz="quarter" idx="14"/>
          </p:nvPr>
        </p:nvSpPr>
        <p:spPr>
          <a:xfrm>
            <a:off x="6312310" y="1412776"/>
            <a:ext cx="1681778" cy="1681777"/>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6" name="Picture Placeholder 13">
            <a:extLst>
              <a:ext uri="{FF2B5EF4-FFF2-40B4-BE49-F238E27FC236}">
                <a16:creationId xmlns:a16="http://schemas.microsoft.com/office/drawing/2014/main" id="{41BD29D0-2556-4715-91D8-E02770D6F826}"/>
              </a:ext>
            </a:extLst>
          </p:cNvPr>
          <p:cNvSpPr>
            <a:spLocks noGrp="1"/>
          </p:cNvSpPr>
          <p:nvPr>
            <p:ph type="pic" sz="quarter" idx="15"/>
          </p:nvPr>
        </p:nvSpPr>
        <p:spPr>
          <a:xfrm>
            <a:off x="7622663" y="3342563"/>
            <a:ext cx="1302826" cy="1302824"/>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67" name="Picture Placeholder 13">
            <a:extLst>
              <a:ext uri="{FF2B5EF4-FFF2-40B4-BE49-F238E27FC236}">
                <a16:creationId xmlns:a16="http://schemas.microsoft.com/office/drawing/2014/main" id="{4B3928D8-3106-4129-84DA-31AD6A29256F}"/>
              </a:ext>
            </a:extLst>
          </p:cNvPr>
          <p:cNvSpPr>
            <a:spLocks noGrp="1"/>
          </p:cNvSpPr>
          <p:nvPr>
            <p:ph type="pic" sz="quarter" idx="16"/>
          </p:nvPr>
        </p:nvSpPr>
        <p:spPr>
          <a:xfrm>
            <a:off x="5103405" y="3537009"/>
            <a:ext cx="2012950" cy="2012946"/>
          </a:xfrm>
          <a:prstGeom prst="ellipse">
            <a:avLst/>
          </a:prstGeom>
          <a:solidFill>
            <a:schemeClr val="bg1">
              <a:lumMod val="95000"/>
            </a:schemeClr>
          </a:solidFill>
          <a:ln>
            <a:noFill/>
          </a:ln>
        </p:spPr>
        <p:txBody>
          <a:bodyPr anchor="ctr">
            <a:normAutofit/>
          </a:bodyPr>
          <a:lstStyle>
            <a:lvl1pPr marL="0" indent="0" algn="ctr">
              <a:buFontTx/>
              <a:buNone/>
              <a:defRPr sz="2000">
                <a:solidFill>
                  <a:schemeClr val="tx1">
                    <a:lumMod val="75000"/>
                    <a:lumOff val="25000"/>
                  </a:schemeClr>
                </a:solidFill>
              </a:defRPr>
            </a:lvl1pPr>
          </a:lstStyle>
          <a:p>
            <a:endParaRPr lang="en-IN"/>
          </a:p>
        </p:txBody>
      </p:sp>
      <p:sp>
        <p:nvSpPr>
          <p:cNvPr id="380" name="Title 1">
            <a:extLst>
              <a:ext uri="{FF2B5EF4-FFF2-40B4-BE49-F238E27FC236}">
                <a16:creationId xmlns:a16="http://schemas.microsoft.com/office/drawing/2014/main" id="{FEE9D826-2462-4D57-A5DD-57BFA6D51B66}"/>
              </a:ext>
            </a:extLst>
          </p:cNvPr>
          <p:cNvSpPr>
            <a:spLocks noGrp="1"/>
          </p:cNvSpPr>
          <p:nvPr>
            <p:ph type="title"/>
          </p:nvPr>
        </p:nvSpPr>
        <p:spPr>
          <a:xfrm>
            <a:off x="609441" y="274639"/>
            <a:ext cx="10969943" cy="711081"/>
          </a:xfrm>
        </p:spPr>
        <p:txBody>
          <a:bodyPr>
            <a:noAutofit/>
          </a:bodyPr>
          <a:lstStyle>
            <a:lvl1pPr algn="ctr">
              <a:defRPr sz="3600">
                <a:solidFill>
                  <a:schemeClr val="bg1"/>
                </a:solidFill>
              </a:defRPr>
            </a:lvl1pPr>
          </a:lstStyle>
          <a:p>
            <a:r>
              <a:rPr lang="en-US" dirty="0"/>
              <a:t>Click to edit Master title style</a:t>
            </a:r>
          </a:p>
        </p:txBody>
      </p:sp>
    </p:spTree>
    <p:extLst>
      <p:ext uri="{BB962C8B-B14F-4D97-AF65-F5344CB8AC3E}">
        <p14:creationId xmlns:p14="http://schemas.microsoft.com/office/powerpoint/2010/main" val="9266656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esktop Mockup">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81" name="Freeform: Shape 380">
            <a:extLst>
              <a:ext uri="{FF2B5EF4-FFF2-40B4-BE49-F238E27FC236}">
                <a16:creationId xmlns:a16="http://schemas.microsoft.com/office/drawing/2014/main" id="{AE984D29-61FE-4C99-9687-A51CC7822CA6}"/>
              </a:ext>
            </a:extLst>
          </p:cNvPr>
          <p:cNvSpPr/>
          <p:nvPr userDrawn="1"/>
        </p:nvSpPr>
        <p:spPr>
          <a:xfrm>
            <a:off x="5662364" y="1569860"/>
            <a:ext cx="6526461" cy="5288141"/>
          </a:xfrm>
          <a:custGeom>
            <a:avLst/>
            <a:gdLst>
              <a:gd name="connsiteX0" fmla="*/ 393743 w 6526461"/>
              <a:gd name="connsiteY0" fmla="*/ 0 h 5288141"/>
              <a:gd name="connsiteX1" fmla="*/ 6526461 w 6526461"/>
              <a:gd name="connsiteY1" fmla="*/ 0 h 5288141"/>
              <a:gd name="connsiteX2" fmla="*/ 6526461 w 6526461"/>
              <a:gd name="connsiteY2" fmla="*/ 5288141 h 5288141"/>
              <a:gd name="connsiteX3" fmla="*/ 0 w 6526461"/>
              <a:gd name="connsiteY3" fmla="*/ 5288141 h 5288141"/>
              <a:gd name="connsiteX4" fmla="*/ 0 w 6526461"/>
              <a:gd name="connsiteY4" fmla="*/ 393743 h 5288141"/>
              <a:gd name="connsiteX5" fmla="*/ 393743 w 6526461"/>
              <a:gd name="connsiteY5" fmla="*/ 0 h 52881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526461" h="5288141">
                <a:moveTo>
                  <a:pt x="393743" y="0"/>
                </a:moveTo>
                <a:lnTo>
                  <a:pt x="6526461" y="0"/>
                </a:lnTo>
                <a:lnTo>
                  <a:pt x="6526461" y="5288141"/>
                </a:lnTo>
                <a:lnTo>
                  <a:pt x="0" y="5288141"/>
                </a:lnTo>
                <a:lnTo>
                  <a:pt x="0" y="393743"/>
                </a:lnTo>
                <a:cubicBezTo>
                  <a:pt x="0" y="176285"/>
                  <a:pt x="176285" y="0"/>
                  <a:pt x="393743" y="0"/>
                </a:cubicBezTo>
                <a:close/>
              </a:path>
            </a:pathLst>
          </a:custGeom>
          <a:solidFill>
            <a:schemeClr val="bg1"/>
          </a:solidFill>
          <a:ln>
            <a:noFill/>
          </a:ln>
          <a:effectLst>
            <a:outerShdw blurRad="635000" dist="825500" dir="9600000" algn="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2" name="Picture Placeholder 381">
            <a:extLst>
              <a:ext uri="{FF2B5EF4-FFF2-40B4-BE49-F238E27FC236}">
                <a16:creationId xmlns:a16="http://schemas.microsoft.com/office/drawing/2014/main" id="{8F59953D-8D34-4876-B098-4D1DAD1918E4}"/>
              </a:ext>
            </a:extLst>
          </p:cNvPr>
          <p:cNvSpPr>
            <a:spLocks noGrp="1"/>
          </p:cNvSpPr>
          <p:nvPr>
            <p:ph type="pic" sz="quarter" idx="13"/>
          </p:nvPr>
        </p:nvSpPr>
        <p:spPr>
          <a:xfrm>
            <a:off x="6266549" y="2111829"/>
            <a:ext cx="5922276" cy="4746172"/>
          </a:xfrm>
          <a:custGeom>
            <a:avLst/>
            <a:gdLst>
              <a:gd name="connsiteX0" fmla="*/ 0 w 5922276"/>
              <a:gd name="connsiteY0" fmla="*/ 0 h 4746172"/>
              <a:gd name="connsiteX1" fmla="*/ 5922276 w 5922276"/>
              <a:gd name="connsiteY1" fmla="*/ 0 h 4746172"/>
              <a:gd name="connsiteX2" fmla="*/ 5922276 w 5922276"/>
              <a:gd name="connsiteY2" fmla="*/ 4746172 h 4746172"/>
              <a:gd name="connsiteX3" fmla="*/ 0 w 5922276"/>
              <a:gd name="connsiteY3" fmla="*/ 4746172 h 4746172"/>
            </a:gdLst>
            <a:ahLst/>
            <a:cxnLst>
              <a:cxn ang="0">
                <a:pos x="connsiteX0" y="connsiteY0"/>
              </a:cxn>
              <a:cxn ang="0">
                <a:pos x="connsiteX1" y="connsiteY1"/>
              </a:cxn>
              <a:cxn ang="0">
                <a:pos x="connsiteX2" y="connsiteY2"/>
              </a:cxn>
              <a:cxn ang="0">
                <a:pos x="connsiteX3" y="connsiteY3"/>
              </a:cxn>
            </a:cxnLst>
            <a:rect l="l" t="t" r="r" b="b"/>
            <a:pathLst>
              <a:path w="5922276" h="4746172">
                <a:moveTo>
                  <a:pt x="0" y="0"/>
                </a:moveTo>
                <a:lnTo>
                  <a:pt x="5922276" y="0"/>
                </a:lnTo>
                <a:lnTo>
                  <a:pt x="5922276" y="4746172"/>
                </a:lnTo>
                <a:lnTo>
                  <a:pt x="0" y="4746172"/>
                </a:lnTo>
                <a:close/>
              </a:path>
            </a:pathLst>
          </a:custGeom>
          <a:solidFill>
            <a:schemeClr val="accent3"/>
          </a:solidFill>
        </p:spPr>
        <p:txBody>
          <a:bodyPr wrap="square" anchor="ctr">
            <a:noAutofit/>
          </a:bodyPr>
          <a:lstStyle>
            <a:lvl1pPr marL="0" indent="0" algn="ctr">
              <a:buNone/>
              <a:defRPr>
                <a:solidFill>
                  <a:schemeClr val="bg1"/>
                </a:solidFill>
              </a:defRPr>
            </a:lvl1pPr>
          </a:lstStyle>
          <a:p>
            <a:endParaRPr lang="en-IN"/>
          </a:p>
        </p:txBody>
      </p:sp>
    </p:spTree>
    <p:extLst>
      <p:ext uri="{BB962C8B-B14F-4D97-AF65-F5344CB8AC3E}">
        <p14:creationId xmlns:p14="http://schemas.microsoft.com/office/powerpoint/2010/main" val="319141609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What we do?">
    <p:bg>
      <p:bgPr>
        <a:solidFill>
          <a:schemeClr val="accent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8C1607FC-4025-4535-B960-C423F1504CE5}"/>
              </a:ext>
            </a:extLst>
          </p:cNvPr>
          <p:cNvGrpSpPr/>
          <p:nvPr userDrawn="1"/>
        </p:nvGrpSpPr>
        <p:grpSpPr>
          <a:xfrm>
            <a:off x="354110" y="326571"/>
            <a:ext cx="11480604" cy="6185861"/>
            <a:chOff x="354110" y="326571"/>
            <a:chExt cx="11480604" cy="6185861"/>
          </a:xfrm>
          <a:solidFill>
            <a:schemeClr val="accent1">
              <a:lumMod val="90000"/>
              <a:lumOff val="10000"/>
              <a:alpha val="20000"/>
            </a:schemeClr>
          </a:solidFill>
        </p:grpSpPr>
        <p:grpSp>
          <p:nvGrpSpPr>
            <p:cNvPr id="12" name="Group 11">
              <a:extLst>
                <a:ext uri="{FF2B5EF4-FFF2-40B4-BE49-F238E27FC236}">
                  <a16:creationId xmlns:a16="http://schemas.microsoft.com/office/drawing/2014/main" id="{5651BEEC-E6AC-4E4B-9B88-D2F823311FDE}"/>
                </a:ext>
              </a:extLst>
            </p:cNvPr>
            <p:cNvGrpSpPr/>
            <p:nvPr/>
          </p:nvGrpSpPr>
          <p:grpSpPr>
            <a:xfrm>
              <a:off x="354110" y="326571"/>
              <a:ext cx="11480604" cy="109990"/>
              <a:chOff x="354110" y="326571"/>
              <a:chExt cx="11480604" cy="109990"/>
            </a:xfrm>
            <a:grpFill/>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3" name="Group 12">
              <a:extLst>
                <a:ext uri="{FF2B5EF4-FFF2-40B4-BE49-F238E27FC236}">
                  <a16:creationId xmlns:a16="http://schemas.microsoft.com/office/drawing/2014/main" id="{6CC022AE-7DA1-4DBC-B4FA-A550170E3244}"/>
                </a:ext>
              </a:extLst>
            </p:cNvPr>
            <p:cNvGrpSpPr/>
            <p:nvPr/>
          </p:nvGrpSpPr>
          <p:grpSpPr>
            <a:xfrm>
              <a:off x="354110" y="833283"/>
              <a:ext cx="11480604" cy="108822"/>
              <a:chOff x="354110" y="834963"/>
              <a:chExt cx="11480604" cy="108822"/>
            </a:xfrm>
            <a:grpFill/>
          </p:grpSpPr>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4963"/>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4963"/>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4" name="Group 13">
              <a:extLst>
                <a:ext uri="{FF2B5EF4-FFF2-40B4-BE49-F238E27FC236}">
                  <a16:creationId xmlns:a16="http://schemas.microsoft.com/office/drawing/2014/main" id="{86937529-B296-43D8-A41E-AB8B81312F52}"/>
                </a:ext>
              </a:extLst>
            </p:cNvPr>
            <p:cNvGrpSpPr/>
            <p:nvPr/>
          </p:nvGrpSpPr>
          <p:grpSpPr>
            <a:xfrm>
              <a:off x="354110" y="1338827"/>
              <a:ext cx="11480604" cy="109990"/>
              <a:chOff x="354110" y="1342187"/>
              <a:chExt cx="11480604" cy="109990"/>
            </a:xfrm>
            <a:grpFill/>
          </p:grpSpPr>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42187"/>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42187"/>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5" name="Group 14">
              <a:extLst>
                <a:ext uri="{FF2B5EF4-FFF2-40B4-BE49-F238E27FC236}">
                  <a16:creationId xmlns:a16="http://schemas.microsoft.com/office/drawing/2014/main" id="{7F2D639A-C347-4082-9643-F89AF7802C05}"/>
                </a:ext>
              </a:extLst>
            </p:cNvPr>
            <p:cNvGrpSpPr/>
            <p:nvPr/>
          </p:nvGrpSpPr>
          <p:grpSpPr>
            <a:xfrm>
              <a:off x="354110" y="1845539"/>
              <a:ext cx="11480604" cy="109990"/>
              <a:chOff x="354110" y="1850572"/>
              <a:chExt cx="11480604" cy="109990"/>
            </a:xfrm>
            <a:grpFill/>
          </p:grpSpPr>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5057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5057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6" name="Group 15">
              <a:extLst>
                <a:ext uri="{FF2B5EF4-FFF2-40B4-BE49-F238E27FC236}">
                  <a16:creationId xmlns:a16="http://schemas.microsoft.com/office/drawing/2014/main" id="{66A8B488-F73F-46BA-AAC6-FAAE1D26CA95}"/>
                </a:ext>
              </a:extLst>
            </p:cNvPr>
            <p:cNvGrpSpPr/>
            <p:nvPr/>
          </p:nvGrpSpPr>
          <p:grpSpPr>
            <a:xfrm>
              <a:off x="354110" y="2352251"/>
              <a:ext cx="11480604" cy="108822"/>
              <a:chOff x="354110" y="2358964"/>
              <a:chExt cx="11480604" cy="108822"/>
            </a:xfrm>
            <a:grpFill/>
          </p:grpSpPr>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896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896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7" name="Group 16">
              <a:extLst>
                <a:ext uri="{FF2B5EF4-FFF2-40B4-BE49-F238E27FC236}">
                  <a16:creationId xmlns:a16="http://schemas.microsoft.com/office/drawing/2014/main" id="{518EF978-EC3B-4512-9384-D9CDBEA6D3B0}"/>
                </a:ext>
              </a:extLst>
            </p:cNvPr>
            <p:cNvGrpSpPr/>
            <p:nvPr/>
          </p:nvGrpSpPr>
          <p:grpSpPr>
            <a:xfrm>
              <a:off x="354110" y="2857795"/>
              <a:ext cx="11480604" cy="109990"/>
              <a:chOff x="354110" y="2866188"/>
              <a:chExt cx="11480604" cy="109990"/>
            </a:xfrm>
            <a:grpFill/>
          </p:grpSpPr>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6618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6618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8" name="Group 17">
              <a:extLst>
                <a:ext uri="{FF2B5EF4-FFF2-40B4-BE49-F238E27FC236}">
                  <a16:creationId xmlns:a16="http://schemas.microsoft.com/office/drawing/2014/main" id="{906BB728-4849-4082-9FF0-0EA3AABEBCF4}"/>
                </a:ext>
              </a:extLst>
            </p:cNvPr>
            <p:cNvGrpSpPr/>
            <p:nvPr/>
          </p:nvGrpSpPr>
          <p:grpSpPr>
            <a:xfrm>
              <a:off x="354110" y="3364507"/>
              <a:ext cx="11480604" cy="109990"/>
              <a:chOff x="354110" y="3364062"/>
              <a:chExt cx="11480604" cy="109990"/>
            </a:xfrm>
            <a:grpFill/>
          </p:grpSpPr>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3" name="Rectangle 7">
                <a:extLst>
                  <a:ext uri="{FF2B5EF4-FFF2-40B4-BE49-F238E27FC236}">
                    <a16:creationId xmlns:a16="http://schemas.microsoft.com/office/drawing/2014/main" id="{BDB3BE91-D24B-44FB-A0BE-35ABBB231390}"/>
                  </a:ext>
                </a:extLst>
              </p:cNvPr>
              <p:cNvSpPr>
                <a:spLocks noChangeArrowheads="1"/>
              </p:cNvSpPr>
              <p:nvPr/>
            </p:nvSpPr>
            <p:spPr bwMode="auto">
              <a:xfrm>
                <a:off x="126380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4" name="Rectangle 8">
                <a:extLst>
                  <a:ext uri="{FF2B5EF4-FFF2-40B4-BE49-F238E27FC236}">
                    <a16:creationId xmlns:a16="http://schemas.microsoft.com/office/drawing/2014/main" id="{02BF76EB-C07C-40D8-ABF9-14A0E81337BD}"/>
                  </a:ext>
                </a:extLst>
              </p:cNvPr>
              <p:cNvSpPr>
                <a:spLocks noChangeArrowheads="1"/>
              </p:cNvSpPr>
              <p:nvPr/>
            </p:nvSpPr>
            <p:spPr bwMode="auto">
              <a:xfrm>
                <a:off x="171923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5" name="Rectangle 9">
                <a:extLst>
                  <a:ext uri="{FF2B5EF4-FFF2-40B4-BE49-F238E27FC236}">
                    <a16:creationId xmlns:a16="http://schemas.microsoft.com/office/drawing/2014/main" id="{FC0AC496-1F3F-4359-904E-5527E0BAD729}"/>
                  </a:ext>
                </a:extLst>
              </p:cNvPr>
              <p:cNvSpPr>
                <a:spLocks noChangeArrowheads="1"/>
              </p:cNvSpPr>
              <p:nvPr/>
            </p:nvSpPr>
            <p:spPr bwMode="auto">
              <a:xfrm>
                <a:off x="217350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6" name="Rectangle 10">
                <a:extLst>
                  <a:ext uri="{FF2B5EF4-FFF2-40B4-BE49-F238E27FC236}">
                    <a16:creationId xmlns:a16="http://schemas.microsoft.com/office/drawing/2014/main" id="{67A5809D-4B79-4E2A-8B9D-C29BBE187DEB}"/>
                  </a:ext>
                </a:extLst>
              </p:cNvPr>
              <p:cNvSpPr>
                <a:spLocks noChangeArrowheads="1"/>
              </p:cNvSpPr>
              <p:nvPr/>
            </p:nvSpPr>
            <p:spPr bwMode="auto">
              <a:xfrm>
                <a:off x="262893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7" name="Rectangle 11">
                <a:extLst>
                  <a:ext uri="{FF2B5EF4-FFF2-40B4-BE49-F238E27FC236}">
                    <a16:creationId xmlns:a16="http://schemas.microsoft.com/office/drawing/2014/main" id="{5FA8A205-5CFE-4939-86AC-E0D585AB2216}"/>
                  </a:ext>
                </a:extLst>
              </p:cNvPr>
              <p:cNvSpPr>
                <a:spLocks noChangeArrowheads="1"/>
              </p:cNvSpPr>
              <p:nvPr/>
            </p:nvSpPr>
            <p:spPr bwMode="auto">
              <a:xfrm>
                <a:off x="3083197"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8" name="Rectangle 12">
                <a:extLst>
                  <a:ext uri="{FF2B5EF4-FFF2-40B4-BE49-F238E27FC236}">
                    <a16:creationId xmlns:a16="http://schemas.microsoft.com/office/drawing/2014/main" id="{553F272B-5533-4FB6-A9F0-875A21EC046E}"/>
                  </a:ext>
                </a:extLst>
              </p:cNvPr>
              <p:cNvSpPr>
                <a:spLocks noChangeArrowheads="1"/>
              </p:cNvSpPr>
              <p:nvPr/>
            </p:nvSpPr>
            <p:spPr bwMode="auto">
              <a:xfrm>
                <a:off x="3538630"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9" name="Rectangle 13">
                <a:extLst>
                  <a:ext uri="{FF2B5EF4-FFF2-40B4-BE49-F238E27FC236}">
                    <a16:creationId xmlns:a16="http://schemas.microsoft.com/office/drawing/2014/main" id="{187F64CB-DEFF-42C8-A80D-BF5D20C7E7BB}"/>
                  </a:ext>
                </a:extLst>
              </p:cNvPr>
              <p:cNvSpPr>
                <a:spLocks noChangeArrowheads="1"/>
              </p:cNvSpPr>
              <p:nvPr/>
            </p:nvSpPr>
            <p:spPr bwMode="auto">
              <a:xfrm>
                <a:off x="399289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0" name="Rectangle 14">
                <a:extLst>
                  <a:ext uri="{FF2B5EF4-FFF2-40B4-BE49-F238E27FC236}">
                    <a16:creationId xmlns:a16="http://schemas.microsoft.com/office/drawing/2014/main" id="{D8A81EE6-EC79-451C-8888-B85838267DFF}"/>
                  </a:ext>
                </a:extLst>
              </p:cNvPr>
              <p:cNvSpPr>
                <a:spLocks noChangeArrowheads="1"/>
              </p:cNvSpPr>
              <p:nvPr/>
            </p:nvSpPr>
            <p:spPr bwMode="auto">
              <a:xfrm>
                <a:off x="4448326"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1" name="Rectangle 15">
                <a:extLst>
                  <a:ext uri="{FF2B5EF4-FFF2-40B4-BE49-F238E27FC236}">
                    <a16:creationId xmlns:a16="http://schemas.microsoft.com/office/drawing/2014/main" id="{2F75E8FE-AE95-4C7F-8BE5-50A035B1B1A2}"/>
                  </a:ext>
                </a:extLst>
              </p:cNvPr>
              <p:cNvSpPr>
                <a:spLocks noChangeArrowheads="1"/>
              </p:cNvSpPr>
              <p:nvPr/>
            </p:nvSpPr>
            <p:spPr bwMode="auto">
              <a:xfrm>
                <a:off x="4902589"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2" name="Rectangle 16">
                <a:extLst>
                  <a:ext uri="{FF2B5EF4-FFF2-40B4-BE49-F238E27FC236}">
                    <a16:creationId xmlns:a16="http://schemas.microsoft.com/office/drawing/2014/main" id="{521C11C5-735B-4510-A6D4-19E284955808}"/>
                  </a:ext>
                </a:extLst>
              </p:cNvPr>
              <p:cNvSpPr>
                <a:spLocks noChangeArrowheads="1"/>
              </p:cNvSpPr>
              <p:nvPr/>
            </p:nvSpPr>
            <p:spPr bwMode="auto">
              <a:xfrm>
                <a:off x="535802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3" name="Rectangle 17">
                <a:extLst>
                  <a:ext uri="{FF2B5EF4-FFF2-40B4-BE49-F238E27FC236}">
                    <a16:creationId xmlns:a16="http://schemas.microsoft.com/office/drawing/2014/main" id="{DE053974-1CFB-4C67-9102-E4BA82742CCB}"/>
                  </a:ext>
                </a:extLst>
              </p:cNvPr>
              <p:cNvSpPr>
                <a:spLocks noChangeArrowheads="1"/>
              </p:cNvSpPr>
              <p:nvPr/>
            </p:nvSpPr>
            <p:spPr bwMode="auto">
              <a:xfrm>
                <a:off x="5812285"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4" name="Rectangle 18">
                <a:extLst>
                  <a:ext uri="{FF2B5EF4-FFF2-40B4-BE49-F238E27FC236}">
                    <a16:creationId xmlns:a16="http://schemas.microsoft.com/office/drawing/2014/main" id="{00A33D5E-F49C-4A86-B377-B3598B7EF79A}"/>
                  </a:ext>
                </a:extLst>
              </p:cNvPr>
              <p:cNvSpPr>
                <a:spLocks noChangeArrowheads="1"/>
              </p:cNvSpPr>
              <p:nvPr/>
            </p:nvSpPr>
            <p:spPr bwMode="auto">
              <a:xfrm>
                <a:off x="626771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5" name="Rectangle 19">
                <a:extLst>
                  <a:ext uri="{FF2B5EF4-FFF2-40B4-BE49-F238E27FC236}">
                    <a16:creationId xmlns:a16="http://schemas.microsoft.com/office/drawing/2014/main" id="{7B19912A-F019-49AD-A23F-B9B6F8E59878}"/>
                  </a:ext>
                </a:extLst>
              </p:cNvPr>
              <p:cNvSpPr>
                <a:spLocks noChangeArrowheads="1"/>
              </p:cNvSpPr>
              <p:nvPr/>
            </p:nvSpPr>
            <p:spPr bwMode="auto">
              <a:xfrm>
                <a:off x="672198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19" name="Group 18">
              <a:extLst>
                <a:ext uri="{FF2B5EF4-FFF2-40B4-BE49-F238E27FC236}">
                  <a16:creationId xmlns:a16="http://schemas.microsoft.com/office/drawing/2014/main" id="{9899924C-8D1C-46B4-9F38-88AD7EA3A211}"/>
                </a:ext>
              </a:extLst>
            </p:cNvPr>
            <p:cNvGrpSpPr/>
            <p:nvPr/>
          </p:nvGrpSpPr>
          <p:grpSpPr>
            <a:xfrm>
              <a:off x="354110" y="3871219"/>
              <a:ext cx="11480604" cy="108822"/>
              <a:chOff x="354110" y="3872454"/>
              <a:chExt cx="11480604" cy="108822"/>
            </a:xfrm>
            <a:grpFill/>
          </p:grpSpPr>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7" name="Rectangle 34">
                <a:extLst>
                  <a:ext uri="{FF2B5EF4-FFF2-40B4-BE49-F238E27FC236}">
                    <a16:creationId xmlns:a16="http://schemas.microsoft.com/office/drawing/2014/main" id="{0081421C-B014-4BA9-9B01-C495814F1439}"/>
                  </a:ext>
                </a:extLst>
              </p:cNvPr>
              <p:cNvSpPr>
                <a:spLocks noChangeArrowheads="1"/>
              </p:cNvSpPr>
              <p:nvPr/>
            </p:nvSpPr>
            <p:spPr bwMode="auto">
              <a:xfrm>
                <a:off x="126380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8" name="Rectangle 35">
                <a:extLst>
                  <a:ext uri="{FF2B5EF4-FFF2-40B4-BE49-F238E27FC236}">
                    <a16:creationId xmlns:a16="http://schemas.microsoft.com/office/drawing/2014/main" id="{F2F01CCA-56ED-486D-8B82-39DC92A848EA}"/>
                  </a:ext>
                </a:extLst>
              </p:cNvPr>
              <p:cNvSpPr>
                <a:spLocks noChangeArrowheads="1"/>
              </p:cNvSpPr>
              <p:nvPr/>
            </p:nvSpPr>
            <p:spPr bwMode="auto">
              <a:xfrm>
                <a:off x="171923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9" name="Rectangle 36">
                <a:extLst>
                  <a:ext uri="{FF2B5EF4-FFF2-40B4-BE49-F238E27FC236}">
                    <a16:creationId xmlns:a16="http://schemas.microsoft.com/office/drawing/2014/main" id="{D80D4491-E5C9-4C50-81FD-6FC11F948875}"/>
                  </a:ext>
                </a:extLst>
              </p:cNvPr>
              <p:cNvSpPr>
                <a:spLocks noChangeArrowheads="1"/>
              </p:cNvSpPr>
              <p:nvPr/>
            </p:nvSpPr>
            <p:spPr bwMode="auto">
              <a:xfrm>
                <a:off x="217350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0" name="Rectangle 37">
                <a:extLst>
                  <a:ext uri="{FF2B5EF4-FFF2-40B4-BE49-F238E27FC236}">
                    <a16:creationId xmlns:a16="http://schemas.microsoft.com/office/drawing/2014/main" id="{FEC9B9BF-B893-41BF-B931-31F1750D8996}"/>
                  </a:ext>
                </a:extLst>
              </p:cNvPr>
              <p:cNvSpPr>
                <a:spLocks noChangeArrowheads="1"/>
              </p:cNvSpPr>
              <p:nvPr/>
            </p:nvSpPr>
            <p:spPr bwMode="auto">
              <a:xfrm>
                <a:off x="262893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1" name="Rectangle 38">
                <a:extLst>
                  <a:ext uri="{FF2B5EF4-FFF2-40B4-BE49-F238E27FC236}">
                    <a16:creationId xmlns:a16="http://schemas.microsoft.com/office/drawing/2014/main" id="{3CAD1EA0-31D2-4388-AC66-BE422B61421C}"/>
                  </a:ext>
                </a:extLst>
              </p:cNvPr>
              <p:cNvSpPr>
                <a:spLocks noChangeArrowheads="1"/>
              </p:cNvSpPr>
              <p:nvPr/>
            </p:nvSpPr>
            <p:spPr bwMode="auto">
              <a:xfrm>
                <a:off x="3083197"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2" name="Rectangle 39">
                <a:extLst>
                  <a:ext uri="{FF2B5EF4-FFF2-40B4-BE49-F238E27FC236}">
                    <a16:creationId xmlns:a16="http://schemas.microsoft.com/office/drawing/2014/main" id="{992B7398-2CE5-4B74-B42B-0E4E9FA210C1}"/>
                  </a:ext>
                </a:extLst>
              </p:cNvPr>
              <p:cNvSpPr>
                <a:spLocks noChangeArrowheads="1"/>
              </p:cNvSpPr>
              <p:nvPr/>
            </p:nvSpPr>
            <p:spPr bwMode="auto">
              <a:xfrm>
                <a:off x="3538630"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3" name="Rectangle 40">
                <a:extLst>
                  <a:ext uri="{FF2B5EF4-FFF2-40B4-BE49-F238E27FC236}">
                    <a16:creationId xmlns:a16="http://schemas.microsoft.com/office/drawing/2014/main" id="{2AC042C8-974E-43A8-B1AB-D62435FE96D7}"/>
                  </a:ext>
                </a:extLst>
              </p:cNvPr>
              <p:cNvSpPr>
                <a:spLocks noChangeArrowheads="1"/>
              </p:cNvSpPr>
              <p:nvPr/>
            </p:nvSpPr>
            <p:spPr bwMode="auto">
              <a:xfrm>
                <a:off x="399289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4" name="Rectangle 41">
                <a:extLst>
                  <a:ext uri="{FF2B5EF4-FFF2-40B4-BE49-F238E27FC236}">
                    <a16:creationId xmlns:a16="http://schemas.microsoft.com/office/drawing/2014/main" id="{2D6F1AB9-6712-4B85-8932-7F5F1BCFDA32}"/>
                  </a:ext>
                </a:extLst>
              </p:cNvPr>
              <p:cNvSpPr>
                <a:spLocks noChangeArrowheads="1"/>
              </p:cNvSpPr>
              <p:nvPr/>
            </p:nvSpPr>
            <p:spPr bwMode="auto">
              <a:xfrm>
                <a:off x="4448326"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5" name="Rectangle 42">
                <a:extLst>
                  <a:ext uri="{FF2B5EF4-FFF2-40B4-BE49-F238E27FC236}">
                    <a16:creationId xmlns:a16="http://schemas.microsoft.com/office/drawing/2014/main" id="{80DC2507-35DC-491B-8CB6-90312B184EDE}"/>
                  </a:ext>
                </a:extLst>
              </p:cNvPr>
              <p:cNvSpPr>
                <a:spLocks noChangeArrowheads="1"/>
              </p:cNvSpPr>
              <p:nvPr/>
            </p:nvSpPr>
            <p:spPr bwMode="auto">
              <a:xfrm>
                <a:off x="4902589"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6" name="Rectangle 43">
                <a:extLst>
                  <a:ext uri="{FF2B5EF4-FFF2-40B4-BE49-F238E27FC236}">
                    <a16:creationId xmlns:a16="http://schemas.microsoft.com/office/drawing/2014/main" id="{778102A0-D658-43A1-846D-9B9E4B9AE14F}"/>
                  </a:ext>
                </a:extLst>
              </p:cNvPr>
              <p:cNvSpPr>
                <a:spLocks noChangeArrowheads="1"/>
              </p:cNvSpPr>
              <p:nvPr/>
            </p:nvSpPr>
            <p:spPr bwMode="auto">
              <a:xfrm>
                <a:off x="535802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7" name="Rectangle 44">
                <a:extLst>
                  <a:ext uri="{FF2B5EF4-FFF2-40B4-BE49-F238E27FC236}">
                    <a16:creationId xmlns:a16="http://schemas.microsoft.com/office/drawing/2014/main" id="{0532E36E-F8F7-4121-80C1-216501C391E8}"/>
                  </a:ext>
                </a:extLst>
              </p:cNvPr>
              <p:cNvSpPr>
                <a:spLocks noChangeArrowheads="1"/>
              </p:cNvSpPr>
              <p:nvPr/>
            </p:nvSpPr>
            <p:spPr bwMode="auto">
              <a:xfrm>
                <a:off x="5812285"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8" name="Rectangle 45">
                <a:extLst>
                  <a:ext uri="{FF2B5EF4-FFF2-40B4-BE49-F238E27FC236}">
                    <a16:creationId xmlns:a16="http://schemas.microsoft.com/office/drawing/2014/main" id="{EBD0C1A7-E07E-492D-A5B7-899D81C35912}"/>
                  </a:ext>
                </a:extLst>
              </p:cNvPr>
              <p:cNvSpPr>
                <a:spLocks noChangeArrowheads="1"/>
              </p:cNvSpPr>
              <p:nvPr/>
            </p:nvSpPr>
            <p:spPr bwMode="auto">
              <a:xfrm>
                <a:off x="626771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69" name="Rectangle 46">
                <a:extLst>
                  <a:ext uri="{FF2B5EF4-FFF2-40B4-BE49-F238E27FC236}">
                    <a16:creationId xmlns:a16="http://schemas.microsoft.com/office/drawing/2014/main" id="{FF89631E-3434-468A-BE5A-16772FE2F3D2}"/>
                  </a:ext>
                </a:extLst>
              </p:cNvPr>
              <p:cNvSpPr>
                <a:spLocks noChangeArrowheads="1"/>
              </p:cNvSpPr>
              <p:nvPr/>
            </p:nvSpPr>
            <p:spPr bwMode="auto">
              <a:xfrm>
                <a:off x="672198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2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2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0" name="Group 19">
              <a:extLst>
                <a:ext uri="{FF2B5EF4-FFF2-40B4-BE49-F238E27FC236}">
                  <a16:creationId xmlns:a16="http://schemas.microsoft.com/office/drawing/2014/main" id="{8F8A1E95-3088-4CA0-BA17-9F2DBDABF9DB}"/>
                </a:ext>
              </a:extLst>
            </p:cNvPr>
            <p:cNvGrpSpPr/>
            <p:nvPr/>
          </p:nvGrpSpPr>
          <p:grpSpPr>
            <a:xfrm>
              <a:off x="354110" y="4376763"/>
              <a:ext cx="11480604" cy="109990"/>
              <a:chOff x="354110" y="4379678"/>
              <a:chExt cx="11480604" cy="109990"/>
            </a:xfrm>
            <a:grpFill/>
          </p:grpSpPr>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1" name="Rectangle 61">
                <a:extLst>
                  <a:ext uri="{FF2B5EF4-FFF2-40B4-BE49-F238E27FC236}">
                    <a16:creationId xmlns:a16="http://schemas.microsoft.com/office/drawing/2014/main" id="{FEA4E4F7-8218-4E7C-9E87-224A643273FF}"/>
                  </a:ext>
                </a:extLst>
              </p:cNvPr>
              <p:cNvSpPr>
                <a:spLocks noChangeArrowheads="1"/>
              </p:cNvSpPr>
              <p:nvPr/>
            </p:nvSpPr>
            <p:spPr bwMode="auto">
              <a:xfrm>
                <a:off x="126380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2" name="Rectangle 62">
                <a:extLst>
                  <a:ext uri="{FF2B5EF4-FFF2-40B4-BE49-F238E27FC236}">
                    <a16:creationId xmlns:a16="http://schemas.microsoft.com/office/drawing/2014/main" id="{A94D8FC5-1EBD-4EE3-98BE-790ADC20DBFF}"/>
                  </a:ext>
                </a:extLst>
              </p:cNvPr>
              <p:cNvSpPr>
                <a:spLocks noChangeArrowheads="1"/>
              </p:cNvSpPr>
              <p:nvPr/>
            </p:nvSpPr>
            <p:spPr bwMode="auto">
              <a:xfrm>
                <a:off x="171923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3" name="Rectangle 63">
                <a:extLst>
                  <a:ext uri="{FF2B5EF4-FFF2-40B4-BE49-F238E27FC236}">
                    <a16:creationId xmlns:a16="http://schemas.microsoft.com/office/drawing/2014/main" id="{30D19DB9-4852-4829-8388-B6807A0BF6DF}"/>
                  </a:ext>
                </a:extLst>
              </p:cNvPr>
              <p:cNvSpPr>
                <a:spLocks noChangeArrowheads="1"/>
              </p:cNvSpPr>
              <p:nvPr/>
            </p:nvSpPr>
            <p:spPr bwMode="auto">
              <a:xfrm>
                <a:off x="217350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4" name="Rectangle 64">
                <a:extLst>
                  <a:ext uri="{FF2B5EF4-FFF2-40B4-BE49-F238E27FC236}">
                    <a16:creationId xmlns:a16="http://schemas.microsoft.com/office/drawing/2014/main" id="{084DC439-7F3A-4989-96B7-B29D496E655F}"/>
                  </a:ext>
                </a:extLst>
              </p:cNvPr>
              <p:cNvSpPr>
                <a:spLocks noChangeArrowheads="1"/>
              </p:cNvSpPr>
              <p:nvPr/>
            </p:nvSpPr>
            <p:spPr bwMode="auto">
              <a:xfrm>
                <a:off x="262893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5" name="Rectangle 65">
                <a:extLst>
                  <a:ext uri="{FF2B5EF4-FFF2-40B4-BE49-F238E27FC236}">
                    <a16:creationId xmlns:a16="http://schemas.microsoft.com/office/drawing/2014/main" id="{35EB4226-F03D-4819-A4CC-D42233D58851}"/>
                  </a:ext>
                </a:extLst>
              </p:cNvPr>
              <p:cNvSpPr>
                <a:spLocks noChangeArrowheads="1"/>
              </p:cNvSpPr>
              <p:nvPr/>
            </p:nvSpPr>
            <p:spPr bwMode="auto">
              <a:xfrm>
                <a:off x="3083197"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6" name="Rectangle 66">
                <a:extLst>
                  <a:ext uri="{FF2B5EF4-FFF2-40B4-BE49-F238E27FC236}">
                    <a16:creationId xmlns:a16="http://schemas.microsoft.com/office/drawing/2014/main" id="{E00FCAAA-AC7E-4B03-AD5E-74ABD976422E}"/>
                  </a:ext>
                </a:extLst>
              </p:cNvPr>
              <p:cNvSpPr>
                <a:spLocks noChangeArrowheads="1"/>
              </p:cNvSpPr>
              <p:nvPr/>
            </p:nvSpPr>
            <p:spPr bwMode="auto">
              <a:xfrm>
                <a:off x="3538630"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7" name="Rectangle 67">
                <a:extLst>
                  <a:ext uri="{FF2B5EF4-FFF2-40B4-BE49-F238E27FC236}">
                    <a16:creationId xmlns:a16="http://schemas.microsoft.com/office/drawing/2014/main" id="{7D3AA8CA-C2E8-4862-8F87-EFAEFBCFF0CD}"/>
                  </a:ext>
                </a:extLst>
              </p:cNvPr>
              <p:cNvSpPr>
                <a:spLocks noChangeArrowheads="1"/>
              </p:cNvSpPr>
              <p:nvPr/>
            </p:nvSpPr>
            <p:spPr bwMode="auto">
              <a:xfrm>
                <a:off x="399289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8" name="Rectangle 68">
                <a:extLst>
                  <a:ext uri="{FF2B5EF4-FFF2-40B4-BE49-F238E27FC236}">
                    <a16:creationId xmlns:a16="http://schemas.microsoft.com/office/drawing/2014/main" id="{217BE0BD-ECA6-4A6D-9864-90AF19AF3022}"/>
                  </a:ext>
                </a:extLst>
              </p:cNvPr>
              <p:cNvSpPr>
                <a:spLocks noChangeArrowheads="1"/>
              </p:cNvSpPr>
              <p:nvPr/>
            </p:nvSpPr>
            <p:spPr bwMode="auto">
              <a:xfrm>
                <a:off x="4448326"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9" name="Rectangle 69">
                <a:extLst>
                  <a:ext uri="{FF2B5EF4-FFF2-40B4-BE49-F238E27FC236}">
                    <a16:creationId xmlns:a16="http://schemas.microsoft.com/office/drawing/2014/main" id="{4367775C-E241-437A-90EC-7A4D13D422E0}"/>
                  </a:ext>
                </a:extLst>
              </p:cNvPr>
              <p:cNvSpPr>
                <a:spLocks noChangeArrowheads="1"/>
              </p:cNvSpPr>
              <p:nvPr/>
            </p:nvSpPr>
            <p:spPr bwMode="auto">
              <a:xfrm>
                <a:off x="4902589"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0" name="Rectangle 70">
                <a:extLst>
                  <a:ext uri="{FF2B5EF4-FFF2-40B4-BE49-F238E27FC236}">
                    <a16:creationId xmlns:a16="http://schemas.microsoft.com/office/drawing/2014/main" id="{45804E6D-FE13-4F7A-A02C-81ED1ACEAFA0}"/>
                  </a:ext>
                </a:extLst>
              </p:cNvPr>
              <p:cNvSpPr>
                <a:spLocks noChangeArrowheads="1"/>
              </p:cNvSpPr>
              <p:nvPr/>
            </p:nvSpPr>
            <p:spPr bwMode="auto">
              <a:xfrm>
                <a:off x="535802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1" name="Rectangle 71">
                <a:extLst>
                  <a:ext uri="{FF2B5EF4-FFF2-40B4-BE49-F238E27FC236}">
                    <a16:creationId xmlns:a16="http://schemas.microsoft.com/office/drawing/2014/main" id="{A09F54AC-51E7-45A0-B639-BFEC5FE67CC8}"/>
                  </a:ext>
                </a:extLst>
              </p:cNvPr>
              <p:cNvSpPr>
                <a:spLocks noChangeArrowheads="1"/>
              </p:cNvSpPr>
              <p:nvPr/>
            </p:nvSpPr>
            <p:spPr bwMode="auto">
              <a:xfrm>
                <a:off x="5812285"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2" name="Rectangle 72">
                <a:extLst>
                  <a:ext uri="{FF2B5EF4-FFF2-40B4-BE49-F238E27FC236}">
                    <a16:creationId xmlns:a16="http://schemas.microsoft.com/office/drawing/2014/main" id="{CA60C1A9-4AD0-4191-96A2-CC1DD32F6F92}"/>
                  </a:ext>
                </a:extLst>
              </p:cNvPr>
              <p:cNvSpPr>
                <a:spLocks noChangeArrowheads="1"/>
              </p:cNvSpPr>
              <p:nvPr/>
            </p:nvSpPr>
            <p:spPr bwMode="auto">
              <a:xfrm>
                <a:off x="626771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3" name="Rectangle 73">
                <a:extLst>
                  <a:ext uri="{FF2B5EF4-FFF2-40B4-BE49-F238E27FC236}">
                    <a16:creationId xmlns:a16="http://schemas.microsoft.com/office/drawing/2014/main" id="{9A28ED63-9408-4F16-A85E-E76BA9F9AD02}"/>
                  </a:ext>
                </a:extLst>
              </p:cNvPr>
              <p:cNvSpPr>
                <a:spLocks noChangeArrowheads="1"/>
              </p:cNvSpPr>
              <p:nvPr/>
            </p:nvSpPr>
            <p:spPr bwMode="auto">
              <a:xfrm>
                <a:off x="672198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9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9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1" name="Group 20">
              <a:extLst>
                <a:ext uri="{FF2B5EF4-FFF2-40B4-BE49-F238E27FC236}">
                  <a16:creationId xmlns:a16="http://schemas.microsoft.com/office/drawing/2014/main" id="{909F6D0B-FF49-4CC2-90DB-BE84FEA93E9F}"/>
                </a:ext>
              </a:extLst>
            </p:cNvPr>
            <p:cNvGrpSpPr/>
            <p:nvPr/>
          </p:nvGrpSpPr>
          <p:grpSpPr>
            <a:xfrm>
              <a:off x="354110" y="4883475"/>
              <a:ext cx="11480604" cy="109990"/>
              <a:chOff x="354110" y="4888062"/>
              <a:chExt cx="11480604" cy="109990"/>
            </a:xfrm>
            <a:grpFill/>
          </p:grpSpPr>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5" name="Rectangle 7">
                <a:extLst>
                  <a:ext uri="{FF2B5EF4-FFF2-40B4-BE49-F238E27FC236}">
                    <a16:creationId xmlns:a16="http://schemas.microsoft.com/office/drawing/2014/main" id="{19A7F840-07E0-4852-B348-40D8EB614858}"/>
                  </a:ext>
                </a:extLst>
              </p:cNvPr>
              <p:cNvSpPr>
                <a:spLocks noChangeArrowheads="1"/>
              </p:cNvSpPr>
              <p:nvPr/>
            </p:nvSpPr>
            <p:spPr bwMode="auto">
              <a:xfrm>
                <a:off x="126380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6" name="Rectangle 8">
                <a:extLst>
                  <a:ext uri="{FF2B5EF4-FFF2-40B4-BE49-F238E27FC236}">
                    <a16:creationId xmlns:a16="http://schemas.microsoft.com/office/drawing/2014/main" id="{F501C6E7-9683-4F5F-ADB4-D120A8CE23AC}"/>
                  </a:ext>
                </a:extLst>
              </p:cNvPr>
              <p:cNvSpPr>
                <a:spLocks noChangeArrowheads="1"/>
              </p:cNvSpPr>
              <p:nvPr/>
            </p:nvSpPr>
            <p:spPr bwMode="auto">
              <a:xfrm>
                <a:off x="171923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7" name="Rectangle 9">
                <a:extLst>
                  <a:ext uri="{FF2B5EF4-FFF2-40B4-BE49-F238E27FC236}">
                    <a16:creationId xmlns:a16="http://schemas.microsoft.com/office/drawing/2014/main" id="{6B0B292A-E263-45E9-8363-AB5BA07DC7ED}"/>
                  </a:ext>
                </a:extLst>
              </p:cNvPr>
              <p:cNvSpPr>
                <a:spLocks noChangeArrowheads="1"/>
              </p:cNvSpPr>
              <p:nvPr/>
            </p:nvSpPr>
            <p:spPr bwMode="auto">
              <a:xfrm>
                <a:off x="217350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8" name="Rectangle 10">
                <a:extLst>
                  <a:ext uri="{FF2B5EF4-FFF2-40B4-BE49-F238E27FC236}">
                    <a16:creationId xmlns:a16="http://schemas.microsoft.com/office/drawing/2014/main" id="{F6D80E9D-A930-4211-B815-FA67CF10A554}"/>
                  </a:ext>
                </a:extLst>
              </p:cNvPr>
              <p:cNvSpPr>
                <a:spLocks noChangeArrowheads="1"/>
              </p:cNvSpPr>
              <p:nvPr/>
            </p:nvSpPr>
            <p:spPr bwMode="auto">
              <a:xfrm>
                <a:off x="262893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9" name="Rectangle 11">
                <a:extLst>
                  <a:ext uri="{FF2B5EF4-FFF2-40B4-BE49-F238E27FC236}">
                    <a16:creationId xmlns:a16="http://schemas.microsoft.com/office/drawing/2014/main" id="{75CB23DF-89C3-4513-88A0-E31FACFB7D19}"/>
                  </a:ext>
                </a:extLst>
              </p:cNvPr>
              <p:cNvSpPr>
                <a:spLocks noChangeArrowheads="1"/>
              </p:cNvSpPr>
              <p:nvPr/>
            </p:nvSpPr>
            <p:spPr bwMode="auto">
              <a:xfrm>
                <a:off x="3083197"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0" name="Rectangle 12">
                <a:extLst>
                  <a:ext uri="{FF2B5EF4-FFF2-40B4-BE49-F238E27FC236}">
                    <a16:creationId xmlns:a16="http://schemas.microsoft.com/office/drawing/2014/main" id="{792B94F3-12D9-42E8-91C9-DE5D158733B4}"/>
                  </a:ext>
                </a:extLst>
              </p:cNvPr>
              <p:cNvSpPr>
                <a:spLocks noChangeArrowheads="1"/>
              </p:cNvSpPr>
              <p:nvPr/>
            </p:nvSpPr>
            <p:spPr bwMode="auto">
              <a:xfrm>
                <a:off x="3538630"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1" name="Rectangle 13">
                <a:extLst>
                  <a:ext uri="{FF2B5EF4-FFF2-40B4-BE49-F238E27FC236}">
                    <a16:creationId xmlns:a16="http://schemas.microsoft.com/office/drawing/2014/main" id="{F5C29CE0-8ED9-4F8F-B865-6A66D95AA6F5}"/>
                  </a:ext>
                </a:extLst>
              </p:cNvPr>
              <p:cNvSpPr>
                <a:spLocks noChangeArrowheads="1"/>
              </p:cNvSpPr>
              <p:nvPr/>
            </p:nvSpPr>
            <p:spPr bwMode="auto">
              <a:xfrm>
                <a:off x="399289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2" name="Rectangle 14">
                <a:extLst>
                  <a:ext uri="{FF2B5EF4-FFF2-40B4-BE49-F238E27FC236}">
                    <a16:creationId xmlns:a16="http://schemas.microsoft.com/office/drawing/2014/main" id="{E1288316-CFF0-4D0C-A6EA-50B406EBF659}"/>
                  </a:ext>
                </a:extLst>
              </p:cNvPr>
              <p:cNvSpPr>
                <a:spLocks noChangeArrowheads="1"/>
              </p:cNvSpPr>
              <p:nvPr/>
            </p:nvSpPr>
            <p:spPr bwMode="auto">
              <a:xfrm>
                <a:off x="4448326"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3" name="Rectangle 15">
                <a:extLst>
                  <a:ext uri="{FF2B5EF4-FFF2-40B4-BE49-F238E27FC236}">
                    <a16:creationId xmlns:a16="http://schemas.microsoft.com/office/drawing/2014/main" id="{4BF70EA3-0A87-40BD-94BF-76AAEC816C87}"/>
                  </a:ext>
                </a:extLst>
              </p:cNvPr>
              <p:cNvSpPr>
                <a:spLocks noChangeArrowheads="1"/>
              </p:cNvSpPr>
              <p:nvPr/>
            </p:nvSpPr>
            <p:spPr bwMode="auto">
              <a:xfrm>
                <a:off x="4902589"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4" name="Rectangle 16">
                <a:extLst>
                  <a:ext uri="{FF2B5EF4-FFF2-40B4-BE49-F238E27FC236}">
                    <a16:creationId xmlns:a16="http://schemas.microsoft.com/office/drawing/2014/main" id="{8AC49DAE-1800-40B4-908D-DACDDBFF2135}"/>
                  </a:ext>
                </a:extLst>
              </p:cNvPr>
              <p:cNvSpPr>
                <a:spLocks noChangeArrowheads="1"/>
              </p:cNvSpPr>
              <p:nvPr/>
            </p:nvSpPr>
            <p:spPr bwMode="auto">
              <a:xfrm>
                <a:off x="535802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5" name="Rectangle 17">
                <a:extLst>
                  <a:ext uri="{FF2B5EF4-FFF2-40B4-BE49-F238E27FC236}">
                    <a16:creationId xmlns:a16="http://schemas.microsoft.com/office/drawing/2014/main" id="{236BF9F5-A935-4DA3-A4A9-52DD30165B37}"/>
                  </a:ext>
                </a:extLst>
              </p:cNvPr>
              <p:cNvSpPr>
                <a:spLocks noChangeArrowheads="1"/>
              </p:cNvSpPr>
              <p:nvPr/>
            </p:nvSpPr>
            <p:spPr bwMode="auto">
              <a:xfrm>
                <a:off x="5812285"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6" name="Rectangle 18">
                <a:extLst>
                  <a:ext uri="{FF2B5EF4-FFF2-40B4-BE49-F238E27FC236}">
                    <a16:creationId xmlns:a16="http://schemas.microsoft.com/office/drawing/2014/main" id="{97FE846A-6C60-49BD-8759-77095BC24777}"/>
                  </a:ext>
                </a:extLst>
              </p:cNvPr>
              <p:cNvSpPr>
                <a:spLocks noChangeArrowheads="1"/>
              </p:cNvSpPr>
              <p:nvPr/>
            </p:nvSpPr>
            <p:spPr bwMode="auto">
              <a:xfrm>
                <a:off x="626771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7" name="Rectangle 19">
                <a:extLst>
                  <a:ext uri="{FF2B5EF4-FFF2-40B4-BE49-F238E27FC236}">
                    <a16:creationId xmlns:a16="http://schemas.microsoft.com/office/drawing/2014/main" id="{FA924FA8-FE97-40A1-852B-77A498A7C449}"/>
                  </a:ext>
                </a:extLst>
              </p:cNvPr>
              <p:cNvSpPr>
                <a:spLocks noChangeArrowheads="1"/>
              </p:cNvSpPr>
              <p:nvPr/>
            </p:nvSpPr>
            <p:spPr bwMode="auto">
              <a:xfrm>
                <a:off x="672198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8062"/>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8062"/>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2" name="Group 21">
              <a:extLst>
                <a:ext uri="{FF2B5EF4-FFF2-40B4-BE49-F238E27FC236}">
                  <a16:creationId xmlns:a16="http://schemas.microsoft.com/office/drawing/2014/main" id="{5E7D7A4E-C314-4987-9657-060E28CAA6A0}"/>
                </a:ext>
              </a:extLst>
            </p:cNvPr>
            <p:cNvGrpSpPr/>
            <p:nvPr/>
          </p:nvGrpSpPr>
          <p:grpSpPr>
            <a:xfrm>
              <a:off x="354110" y="5390187"/>
              <a:ext cx="11480604" cy="108822"/>
              <a:chOff x="354110" y="5396454"/>
              <a:chExt cx="11480604" cy="108822"/>
            </a:xfrm>
            <a:grpFill/>
          </p:grpSpPr>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9" name="Rectangle 34">
                <a:extLst>
                  <a:ext uri="{FF2B5EF4-FFF2-40B4-BE49-F238E27FC236}">
                    <a16:creationId xmlns:a16="http://schemas.microsoft.com/office/drawing/2014/main" id="{088CF2A2-82EB-4956-973F-6A38CD7EA059}"/>
                  </a:ext>
                </a:extLst>
              </p:cNvPr>
              <p:cNvSpPr>
                <a:spLocks noChangeArrowheads="1"/>
              </p:cNvSpPr>
              <p:nvPr/>
            </p:nvSpPr>
            <p:spPr bwMode="auto">
              <a:xfrm>
                <a:off x="126380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0" name="Rectangle 35">
                <a:extLst>
                  <a:ext uri="{FF2B5EF4-FFF2-40B4-BE49-F238E27FC236}">
                    <a16:creationId xmlns:a16="http://schemas.microsoft.com/office/drawing/2014/main" id="{C040EEA9-3095-4F30-8483-23F37448C258}"/>
                  </a:ext>
                </a:extLst>
              </p:cNvPr>
              <p:cNvSpPr>
                <a:spLocks noChangeArrowheads="1"/>
              </p:cNvSpPr>
              <p:nvPr/>
            </p:nvSpPr>
            <p:spPr bwMode="auto">
              <a:xfrm>
                <a:off x="171923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1" name="Rectangle 36">
                <a:extLst>
                  <a:ext uri="{FF2B5EF4-FFF2-40B4-BE49-F238E27FC236}">
                    <a16:creationId xmlns:a16="http://schemas.microsoft.com/office/drawing/2014/main" id="{749693CE-451B-4AFB-88A8-C12ED178EA24}"/>
                  </a:ext>
                </a:extLst>
              </p:cNvPr>
              <p:cNvSpPr>
                <a:spLocks noChangeArrowheads="1"/>
              </p:cNvSpPr>
              <p:nvPr/>
            </p:nvSpPr>
            <p:spPr bwMode="auto">
              <a:xfrm>
                <a:off x="217350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2" name="Rectangle 37">
                <a:extLst>
                  <a:ext uri="{FF2B5EF4-FFF2-40B4-BE49-F238E27FC236}">
                    <a16:creationId xmlns:a16="http://schemas.microsoft.com/office/drawing/2014/main" id="{30280489-C791-44E8-963D-1255607CDB5F}"/>
                  </a:ext>
                </a:extLst>
              </p:cNvPr>
              <p:cNvSpPr>
                <a:spLocks noChangeArrowheads="1"/>
              </p:cNvSpPr>
              <p:nvPr/>
            </p:nvSpPr>
            <p:spPr bwMode="auto">
              <a:xfrm>
                <a:off x="262893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3" name="Rectangle 38">
                <a:extLst>
                  <a:ext uri="{FF2B5EF4-FFF2-40B4-BE49-F238E27FC236}">
                    <a16:creationId xmlns:a16="http://schemas.microsoft.com/office/drawing/2014/main" id="{8CC74FC2-413D-4801-AE6D-107C3B112929}"/>
                  </a:ext>
                </a:extLst>
              </p:cNvPr>
              <p:cNvSpPr>
                <a:spLocks noChangeArrowheads="1"/>
              </p:cNvSpPr>
              <p:nvPr/>
            </p:nvSpPr>
            <p:spPr bwMode="auto">
              <a:xfrm>
                <a:off x="3083197"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4" name="Rectangle 39">
                <a:extLst>
                  <a:ext uri="{FF2B5EF4-FFF2-40B4-BE49-F238E27FC236}">
                    <a16:creationId xmlns:a16="http://schemas.microsoft.com/office/drawing/2014/main" id="{B285A8B1-8801-46CD-91B8-97CE12F31990}"/>
                  </a:ext>
                </a:extLst>
              </p:cNvPr>
              <p:cNvSpPr>
                <a:spLocks noChangeArrowheads="1"/>
              </p:cNvSpPr>
              <p:nvPr/>
            </p:nvSpPr>
            <p:spPr bwMode="auto">
              <a:xfrm>
                <a:off x="3538630"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5" name="Rectangle 40">
                <a:extLst>
                  <a:ext uri="{FF2B5EF4-FFF2-40B4-BE49-F238E27FC236}">
                    <a16:creationId xmlns:a16="http://schemas.microsoft.com/office/drawing/2014/main" id="{2DCB03A8-663D-4DCB-A3A5-59C55ED30496}"/>
                  </a:ext>
                </a:extLst>
              </p:cNvPr>
              <p:cNvSpPr>
                <a:spLocks noChangeArrowheads="1"/>
              </p:cNvSpPr>
              <p:nvPr/>
            </p:nvSpPr>
            <p:spPr bwMode="auto">
              <a:xfrm>
                <a:off x="399289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6" name="Rectangle 41">
                <a:extLst>
                  <a:ext uri="{FF2B5EF4-FFF2-40B4-BE49-F238E27FC236}">
                    <a16:creationId xmlns:a16="http://schemas.microsoft.com/office/drawing/2014/main" id="{5407D7A5-9403-4899-B30F-57F9270DFA23}"/>
                  </a:ext>
                </a:extLst>
              </p:cNvPr>
              <p:cNvSpPr>
                <a:spLocks noChangeArrowheads="1"/>
              </p:cNvSpPr>
              <p:nvPr/>
            </p:nvSpPr>
            <p:spPr bwMode="auto">
              <a:xfrm>
                <a:off x="4448326"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7" name="Rectangle 42">
                <a:extLst>
                  <a:ext uri="{FF2B5EF4-FFF2-40B4-BE49-F238E27FC236}">
                    <a16:creationId xmlns:a16="http://schemas.microsoft.com/office/drawing/2014/main" id="{A5A712A8-2D9C-4566-93D7-A554219464B6}"/>
                  </a:ext>
                </a:extLst>
              </p:cNvPr>
              <p:cNvSpPr>
                <a:spLocks noChangeArrowheads="1"/>
              </p:cNvSpPr>
              <p:nvPr/>
            </p:nvSpPr>
            <p:spPr bwMode="auto">
              <a:xfrm>
                <a:off x="4902589"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8" name="Rectangle 43">
                <a:extLst>
                  <a:ext uri="{FF2B5EF4-FFF2-40B4-BE49-F238E27FC236}">
                    <a16:creationId xmlns:a16="http://schemas.microsoft.com/office/drawing/2014/main" id="{4B61ED17-0B4A-42B3-B859-84E6FBD9F9B9}"/>
                  </a:ext>
                </a:extLst>
              </p:cNvPr>
              <p:cNvSpPr>
                <a:spLocks noChangeArrowheads="1"/>
              </p:cNvSpPr>
              <p:nvPr/>
            </p:nvSpPr>
            <p:spPr bwMode="auto">
              <a:xfrm>
                <a:off x="535802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89" name="Rectangle 44">
                <a:extLst>
                  <a:ext uri="{FF2B5EF4-FFF2-40B4-BE49-F238E27FC236}">
                    <a16:creationId xmlns:a16="http://schemas.microsoft.com/office/drawing/2014/main" id="{7FF71609-E043-4DD4-BBED-210943BF31DB}"/>
                  </a:ext>
                </a:extLst>
              </p:cNvPr>
              <p:cNvSpPr>
                <a:spLocks noChangeArrowheads="1"/>
              </p:cNvSpPr>
              <p:nvPr/>
            </p:nvSpPr>
            <p:spPr bwMode="auto">
              <a:xfrm>
                <a:off x="5812285"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0" name="Rectangle 45">
                <a:extLst>
                  <a:ext uri="{FF2B5EF4-FFF2-40B4-BE49-F238E27FC236}">
                    <a16:creationId xmlns:a16="http://schemas.microsoft.com/office/drawing/2014/main" id="{9107E37E-3623-4410-8CEA-DA33995A6AC6}"/>
                  </a:ext>
                </a:extLst>
              </p:cNvPr>
              <p:cNvSpPr>
                <a:spLocks noChangeArrowheads="1"/>
              </p:cNvSpPr>
              <p:nvPr/>
            </p:nvSpPr>
            <p:spPr bwMode="auto">
              <a:xfrm>
                <a:off x="626771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1" name="Rectangle 46">
                <a:extLst>
                  <a:ext uri="{FF2B5EF4-FFF2-40B4-BE49-F238E27FC236}">
                    <a16:creationId xmlns:a16="http://schemas.microsoft.com/office/drawing/2014/main" id="{B83800E2-BDEE-48AC-9D9F-0B03C123FB62}"/>
                  </a:ext>
                </a:extLst>
              </p:cNvPr>
              <p:cNvSpPr>
                <a:spLocks noChangeArrowheads="1"/>
              </p:cNvSpPr>
              <p:nvPr/>
            </p:nvSpPr>
            <p:spPr bwMode="auto">
              <a:xfrm>
                <a:off x="672198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6454"/>
                <a:ext cx="10999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6454"/>
                <a:ext cx="108822" cy="108822"/>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3" name="Group 22">
              <a:extLst>
                <a:ext uri="{FF2B5EF4-FFF2-40B4-BE49-F238E27FC236}">
                  <a16:creationId xmlns:a16="http://schemas.microsoft.com/office/drawing/2014/main" id="{8F81BE07-E676-45EB-9AFA-7BF1FBB657A2}"/>
                </a:ext>
              </a:extLst>
            </p:cNvPr>
            <p:cNvGrpSpPr/>
            <p:nvPr/>
          </p:nvGrpSpPr>
          <p:grpSpPr>
            <a:xfrm>
              <a:off x="354110" y="5895731"/>
              <a:ext cx="11480604" cy="109990"/>
              <a:chOff x="354110" y="5903678"/>
              <a:chExt cx="11480604" cy="109990"/>
            </a:xfrm>
            <a:grpFill/>
          </p:grpSpPr>
          <p:sp>
            <p:nvSpPr>
              <p:cNvPr id="51" name="Rectangle 59">
                <a:extLst>
                  <a:ext uri="{FF2B5EF4-FFF2-40B4-BE49-F238E27FC236}">
                    <a16:creationId xmlns:a16="http://schemas.microsoft.com/office/drawing/2014/main" id="{90F41A19-F592-419E-BB70-0A26A5A2C993}"/>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 name="Rectangle 60">
                <a:extLst>
                  <a:ext uri="{FF2B5EF4-FFF2-40B4-BE49-F238E27FC236}">
                    <a16:creationId xmlns:a16="http://schemas.microsoft.com/office/drawing/2014/main" id="{1469FDD4-E3FD-413E-AE75-22EE1F631B63}"/>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 name="Rectangle 61">
                <a:extLst>
                  <a:ext uri="{FF2B5EF4-FFF2-40B4-BE49-F238E27FC236}">
                    <a16:creationId xmlns:a16="http://schemas.microsoft.com/office/drawing/2014/main" id="{FE475E5D-8646-4FC9-BFFB-619E2D0E25ED}"/>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 name="Rectangle 62">
                <a:extLst>
                  <a:ext uri="{FF2B5EF4-FFF2-40B4-BE49-F238E27FC236}">
                    <a16:creationId xmlns:a16="http://schemas.microsoft.com/office/drawing/2014/main" id="{3D36A72E-C554-4C3C-9B1B-6CB10E5F62BE}"/>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 name="Rectangle 63">
                <a:extLst>
                  <a:ext uri="{FF2B5EF4-FFF2-40B4-BE49-F238E27FC236}">
                    <a16:creationId xmlns:a16="http://schemas.microsoft.com/office/drawing/2014/main" id="{7A4E6F93-4FD1-43BD-92BD-564F60D0B6DD}"/>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 name="Rectangle 64">
                <a:extLst>
                  <a:ext uri="{FF2B5EF4-FFF2-40B4-BE49-F238E27FC236}">
                    <a16:creationId xmlns:a16="http://schemas.microsoft.com/office/drawing/2014/main" id="{91390BA3-956A-4FEA-961B-6154DE6FB764}"/>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 name="Rectangle 65">
                <a:extLst>
                  <a:ext uri="{FF2B5EF4-FFF2-40B4-BE49-F238E27FC236}">
                    <a16:creationId xmlns:a16="http://schemas.microsoft.com/office/drawing/2014/main" id="{3BDA4482-76BD-4B95-9A99-C9D97E68F675}"/>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 name="Rectangle 66">
                <a:extLst>
                  <a:ext uri="{FF2B5EF4-FFF2-40B4-BE49-F238E27FC236}">
                    <a16:creationId xmlns:a16="http://schemas.microsoft.com/office/drawing/2014/main" id="{7C89DCF1-7783-4715-A5F6-F69C325A84FE}"/>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 name="Rectangle 67">
                <a:extLst>
                  <a:ext uri="{FF2B5EF4-FFF2-40B4-BE49-F238E27FC236}">
                    <a16:creationId xmlns:a16="http://schemas.microsoft.com/office/drawing/2014/main" id="{C358A697-8E33-4B4A-8E88-7C19923AD434}"/>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 name="Rectangle 68">
                <a:extLst>
                  <a:ext uri="{FF2B5EF4-FFF2-40B4-BE49-F238E27FC236}">
                    <a16:creationId xmlns:a16="http://schemas.microsoft.com/office/drawing/2014/main" id="{8716A687-A14A-4B91-AB47-EC1722AF30AA}"/>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 name="Rectangle 69">
                <a:extLst>
                  <a:ext uri="{FF2B5EF4-FFF2-40B4-BE49-F238E27FC236}">
                    <a16:creationId xmlns:a16="http://schemas.microsoft.com/office/drawing/2014/main" id="{3597BC4D-A8AB-476D-A463-DDA92D6194C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 name="Rectangle 70">
                <a:extLst>
                  <a:ext uri="{FF2B5EF4-FFF2-40B4-BE49-F238E27FC236}">
                    <a16:creationId xmlns:a16="http://schemas.microsoft.com/office/drawing/2014/main" id="{3D5FE933-374E-4D22-95B5-F8B154CFC294}"/>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 name="Rectangle 71">
                <a:extLst>
                  <a:ext uri="{FF2B5EF4-FFF2-40B4-BE49-F238E27FC236}">
                    <a16:creationId xmlns:a16="http://schemas.microsoft.com/office/drawing/2014/main" id="{4DA4C424-BC57-46B1-8A19-98F4A1F4BC56}"/>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 name="Rectangle 72">
                <a:extLst>
                  <a:ext uri="{FF2B5EF4-FFF2-40B4-BE49-F238E27FC236}">
                    <a16:creationId xmlns:a16="http://schemas.microsoft.com/office/drawing/2014/main" id="{8072EEA5-91EE-47E9-9C82-96966E37CB87}"/>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 name="Rectangle 73">
                <a:extLst>
                  <a:ext uri="{FF2B5EF4-FFF2-40B4-BE49-F238E27FC236}">
                    <a16:creationId xmlns:a16="http://schemas.microsoft.com/office/drawing/2014/main" id="{D2366CD8-B517-40C0-8E52-217CE8F16474}"/>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 name="Rectangle 74">
                <a:extLst>
                  <a:ext uri="{FF2B5EF4-FFF2-40B4-BE49-F238E27FC236}">
                    <a16:creationId xmlns:a16="http://schemas.microsoft.com/office/drawing/2014/main" id="{2739573F-C01A-4A42-BDB4-F8717CD6555C}"/>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 name="Rectangle 75">
                <a:extLst>
                  <a:ext uri="{FF2B5EF4-FFF2-40B4-BE49-F238E27FC236}">
                    <a16:creationId xmlns:a16="http://schemas.microsoft.com/office/drawing/2014/main" id="{94A56444-668B-41B0-8986-65EB2B4A3200}"/>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 name="Rectangle 76">
                <a:extLst>
                  <a:ext uri="{FF2B5EF4-FFF2-40B4-BE49-F238E27FC236}">
                    <a16:creationId xmlns:a16="http://schemas.microsoft.com/office/drawing/2014/main" id="{B2CFF404-368E-4A76-A2CA-471611869B48}"/>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 name="Rectangle 77">
                <a:extLst>
                  <a:ext uri="{FF2B5EF4-FFF2-40B4-BE49-F238E27FC236}">
                    <a16:creationId xmlns:a16="http://schemas.microsoft.com/office/drawing/2014/main" id="{3B1857CC-9DC7-43E3-98B6-0DCBB2DC18B3}"/>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 name="Rectangle 78">
                <a:extLst>
                  <a:ext uri="{FF2B5EF4-FFF2-40B4-BE49-F238E27FC236}">
                    <a16:creationId xmlns:a16="http://schemas.microsoft.com/office/drawing/2014/main" id="{13C3C468-F3E2-4B75-BB66-184F85DD01B0}"/>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1" name="Rectangle 79">
                <a:extLst>
                  <a:ext uri="{FF2B5EF4-FFF2-40B4-BE49-F238E27FC236}">
                    <a16:creationId xmlns:a16="http://schemas.microsoft.com/office/drawing/2014/main" id="{1A0E9336-6E7F-4174-BB8B-7B675743AA41}"/>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2" name="Rectangle 80">
                <a:extLst>
                  <a:ext uri="{FF2B5EF4-FFF2-40B4-BE49-F238E27FC236}">
                    <a16:creationId xmlns:a16="http://schemas.microsoft.com/office/drawing/2014/main" id="{1AB6293C-8454-4149-8126-EFE23BCE434D}"/>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3" name="Rectangle 81">
                <a:extLst>
                  <a:ext uri="{FF2B5EF4-FFF2-40B4-BE49-F238E27FC236}">
                    <a16:creationId xmlns:a16="http://schemas.microsoft.com/office/drawing/2014/main" id="{BAE4953B-46B2-4552-8D6A-C67D4FCB3D6C}"/>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4" name="Rectangle 82">
                <a:extLst>
                  <a:ext uri="{FF2B5EF4-FFF2-40B4-BE49-F238E27FC236}">
                    <a16:creationId xmlns:a16="http://schemas.microsoft.com/office/drawing/2014/main" id="{40C5CC0E-449E-4E60-822F-5A4AB69E541C}"/>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5" name="Rectangle 83">
                <a:extLst>
                  <a:ext uri="{FF2B5EF4-FFF2-40B4-BE49-F238E27FC236}">
                    <a16:creationId xmlns:a16="http://schemas.microsoft.com/office/drawing/2014/main" id="{B2688373-3DD7-4956-8759-7CB2AF735B51}"/>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6" name="Rectangle 84">
                <a:extLst>
                  <a:ext uri="{FF2B5EF4-FFF2-40B4-BE49-F238E27FC236}">
                    <a16:creationId xmlns:a16="http://schemas.microsoft.com/office/drawing/2014/main" id="{50B8E454-F10F-456B-81ED-301B191CA48D}"/>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nvGrpSpPr>
            <p:cNvPr id="24" name="Group 23">
              <a:extLst>
                <a:ext uri="{FF2B5EF4-FFF2-40B4-BE49-F238E27FC236}">
                  <a16:creationId xmlns:a16="http://schemas.microsoft.com/office/drawing/2014/main" id="{960ABA5C-8D36-4AAD-9494-669B8A3E9E86}"/>
                </a:ext>
              </a:extLst>
            </p:cNvPr>
            <p:cNvGrpSpPr/>
            <p:nvPr/>
          </p:nvGrpSpPr>
          <p:grpSpPr>
            <a:xfrm>
              <a:off x="354110" y="6402442"/>
              <a:ext cx="11480604" cy="109990"/>
              <a:chOff x="354110" y="5903678"/>
              <a:chExt cx="11480604" cy="109990"/>
            </a:xfrm>
            <a:grpFill/>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5903678"/>
                <a:ext cx="10999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5903678"/>
                <a:ext cx="108822" cy="109990"/>
              </a:xfrm>
              <a:prstGeom prst="rect">
                <a:avLst/>
              </a:prstGeom>
              <a:grp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grpSp>
      <p:sp>
        <p:nvSpPr>
          <p:cNvPr id="2" name="Date Placeholder 1"/>
          <p:cNvSpPr>
            <a:spLocks noGrp="1"/>
          </p:cNvSpPr>
          <p:nvPr>
            <p:ph type="dt" sz="half" idx="10"/>
          </p:nvPr>
        </p:nvSpPr>
        <p:spPr/>
        <p:txBody>
          <a:bodyPr/>
          <a:lstStyle/>
          <a:p>
            <a:fld id="{425404F2-BE9A-4460-8815-8F645183555F}" type="datetimeFigureOut">
              <a:rPr lang="en-US" smtClean="0"/>
              <a:pPr/>
              <a:t>2/22/2026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www.anubhavtrainings.com</a:t>
            </a:r>
          </a:p>
        </p:txBody>
      </p:sp>
    </p:spTree>
    <p:extLst>
      <p:ext uri="{BB962C8B-B14F-4D97-AF65-F5344CB8AC3E}">
        <p14:creationId xmlns:p14="http://schemas.microsoft.com/office/powerpoint/2010/main" val="22504774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2_What we do?">
    <p:bg>
      <p:bgPr>
        <a:solidFill>
          <a:schemeClr val="accent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25404F2-BE9A-4460-8815-8F645183555F}" type="datetimeFigureOut">
              <a:rPr lang="en-US" smtClean="0"/>
              <a:pPr/>
              <a:t>2/22/2026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E69268-9C8B-4EBF-A9EE-DC5DC2D48DC3}" type="slidenum">
              <a:rPr lang="en-US" smtClean="0"/>
              <a:pPr/>
              <a:t>‹#›</a:t>
            </a:fld>
            <a:endParaRPr lang="en-US"/>
          </a:p>
        </p:txBody>
      </p:sp>
      <p:sp>
        <p:nvSpPr>
          <p:cNvPr id="364" name="Rectangle 5">
            <a:extLst>
              <a:ext uri="{FF2B5EF4-FFF2-40B4-BE49-F238E27FC236}">
                <a16:creationId xmlns:a16="http://schemas.microsoft.com/office/drawing/2014/main" id="{1D5D3984-7DC7-4194-AD39-51045112ACA1}"/>
              </a:ext>
            </a:extLst>
          </p:cNvPr>
          <p:cNvSpPr>
            <a:spLocks noChangeArrowheads="1"/>
          </p:cNvSpPr>
          <p:nvPr/>
        </p:nvSpPr>
        <p:spPr bwMode="auto">
          <a:xfrm>
            <a:off x="354110" y="326571"/>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5" name="Rectangle 6">
            <a:extLst>
              <a:ext uri="{FF2B5EF4-FFF2-40B4-BE49-F238E27FC236}">
                <a16:creationId xmlns:a16="http://schemas.microsoft.com/office/drawing/2014/main" id="{C4A1AA13-BC36-4E79-B4E8-CBD99F7B0D87}"/>
              </a:ext>
            </a:extLst>
          </p:cNvPr>
          <p:cNvSpPr>
            <a:spLocks noChangeArrowheads="1"/>
          </p:cNvSpPr>
          <p:nvPr/>
        </p:nvSpPr>
        <p:spPr bwMode="auto">
          <a:xfrm>
            <a:off x="80954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6" name="Rectangle 7">
            <a:extLst>
              <a:ext uri="{FF2B5EF4-FFF2-40B4-BE49-F238E27FC236}">
                <a16:creationId xmlns:a16="http://schemas.microsoft.com/office/drawing/2014/main" id="{064FA383-421A-4408-B960-0EEA4EA6D887}"/>
              </a:ext>
            </a:extLst>
          </p:cNvPr>
          <p:cNvSpPr>
            <a:spLocks noChangeArrowheads="1"/>
          </p:cNvSpPr>
          <p:nvPr/>
        </p:nvSpPr>
        <p:spPr bwMode="auto">
          <a:xfrm>
            <a:off x="126380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7" name="Rectangle 8">
            <a:extLst>
              <a:ext uri="{FF2B5EF4-FFF2-40B4-BE49-F238E27FC236}">
                <a16:creationId xmlns:a16="http://schemas.microsoft.com/office/drawing/2014/main" id="{A749CDFB-EE99-4334-8923-0D518C5B2B12}"/>
              </a:ext>
            </a:extLst>
          </p:cNvPr>
          <p:cNvSpPr>
            <a:spLocks noChangeArrowheads="1"/>
          </p:cNvSpPr>
          <p:nvPr/>
        </p:nvSpPr>
        <p:spPr bwMode="auto">
          <a:xfrm>
            <a:off x="1719239" y="326571"/>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8" name="Rectangle 9">
            <a:extLst>
              <a:ext uri="{FF2B5EF4-FFF2-40B4-BE49-F238E27FC236}">
                <a16:creationId xmlns:a16="http://schemas.microsoft.com/office/drawing/2014/main" id="{6E9A5901-7AB9-4355-8A8C-EDEDF74E0D29}"/>
              </a:ext>
            </a:extLst>
          </p:cNvPr>
          <p:cNvSpPr>
            <a:spLocks noChangeArrowheads="1"/>
          </p:cNvSpPr>
          <p:nvPr/>
        </p:nvSpPr>
        <p:spPr bwMode="auto">
          <a:xfrm>
            <a:off x="217350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9" name="Rectangle 10">
            <a:extLst>
              <a:ext uri="{FF2B5EF4-FFF2-40B4-BE49-F238E27FC236}">
                <a16:creationId xmlns:a16="http://schemas.microsoft.com/office/drawing/2014/main" id="{719A89F7-F1DD-434B-B30D-4B32BEFEBDCF}"/>
              </a:ext>
            </a:extLst>
          </p:cNvPr>
          <p:cNvSpPr>
            <a:spLocks noChangeArrowheads="1"/>
          </p:cNvSpPr>
          <p:nvPr/>
        </p:nvSpPr>
        <p:spPr bwMode="auto">
          <a:xfrm>
            <a:off x="262893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0" name="Rectangle 11">
            <a:extLst>
              <a:ext uri="{FF2B5EF4-FFF2-40B4-BE49-F238E27FC236}">
                <a16:creationId xmlns:a16="http://schemas.microsoft.com/office/drawing/2014/main" id="{E2F34566-8F29-46BF-862B-492CFB9F0B97}"/>
              </a:ext>
            </a:extLst>
          </p:cNvPr>
          <p:cNvSpPr>
            <a:spLocks noChangeArrowheads="1"/>
          </p:cNvSpPr>
          <p:nvPr/>
        </p:nvSpPr>
        <p:spPr bwMode="auto">
          <a:xfrm>
            <a:off x="3083197"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1" name="Rectangle 12">
            <a:extLst>
              <a:ext uri="{FF2B5EF4-FFF2-40B4-BE49-F238E27FC236}">
                <a16:creationId xmlns:a16="http://schemas.microsoft.com/office/drawing/2014/main" id="{13B17D5B-B8E7-479A-9557-1DE1F3355D01}"/>
              </a:ext>
            </a:extLst>
          </p:cNvPr>
          <p:cNvSpPr>
            <a:spLocks noChangeArrowheads="1"/>
          </p:cNvSpPr>
          <p:nvPr/>
        </p:nvSpPr>
        <p:spPr bwMode="auto">
          <a:xfrm>
            <a:off x="3538630"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2" name="Rectangle 13">
            <a:extLst>
              <a:ext uri="{FF2B5EF4-FFF2-40B4-BE49-F238E27FC236}">
                <a16:creationId xmlns:a16="http://schemas.microsoft.com/office/drawing/2014/main" id="{648B9A6E-E46B-4E77-8AFC-175F26F71815}"/>
              </a:ext>
            </a:extLst>
          </p:cNvPr>
          <p:cNvSpPr>
            <a:spLocks noChangeArrowheads="1"/>
          </p:cNvSpPr>
          <p:nvPr/>
        </p:nvSpPr>
        <p:spPr bwMode="auto">
          <a:xfrm>
            <a:off x="399289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3" name="Rectangle 14">
            <a:extLst>
              <a:ext uri="{FF2B5EF4-FFF2-40B4-BE49-F238E27FC236}">
                <a16:creationId xmlns:a16="http://schemas.microsoft.com/office/drawing/2014/main" id="{66ED677A-B450-444C-8C05-6164CEFBB230}"/>
              </a:ext>
            </a:extLst>
          </p:cNvPr>
          <p:cNvSpPr>
            <a:spLocks noChangeArrowheads="1"/>
          </p:cNvSpPr>
          <p:nvPr/>
        </p:nvSpPr>
        <p:spPr bwMode="auto">
          <a:xfrm>
            <a:off x="4448326"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4" name="Rectangle 15">
            <a:extLst>
              <a:ext uri="{FF2B5EF4-FFF2-40B4-BE49-F238E27FC236}">
                <a16:creationId xmlns:a16="http://schemas.microsoft.com/office/drawing/2014/main" id="{6B37F876-20AD-4B0B-B794-D98057E31CD1}"/>
              </a:ext>
            </a:extLst>
          </p:cNvPr>
          <p:cNvSpPr>
            <a:spLocks noChangeArrowheads="1"/>
          </p:cNvSpPr>
          <p:nvPr/>
        </p:nvSpPr>
        <p:spPr bwMode="auto">
          <a:xfrm>
            <a:off x="4902589"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5" name="Rectangle 16">
            <a:extLst>
              <a:ext uri="{FF2B5EF4-FFF2-40B4-BE49-F238E27FC236}">
                <a16:creationId xmlns:a16="http://schemas.microsoft.com/office/drawing/2014/main" id="{9EED317B-A291-4834-AF57-5CB5972CF527}"/>
              </a:ext>
            </a:extLst>
          </p:cNvPr>
          <p:cNvSpPr>
            <a:spLocks noChangeArrowheads="1"/>
          </p:cNvSpPr>
          <p:nvPr/>
        </p:nvSpPr>
        <p:spPr bwMode="auto">
          <a:xfrm>
            <a:off x="535802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6" name="Rectangle 17">
            <a:extLst>
              <a:ext uri="{FF2B5EF4-FFF2-40B4-BE49-F238E27FC236}">
                <a16:creationId xmlns:a16="http://schemas.microsoft.com/office/drawing/2014/main" id="{6F10DAB5-CF53-4900-8A89-3398C2031047}"/>
              </a:ext>
            </a:extLst>
          </p:cNvPr>
          <p:cNvSpPr>
            <a:spLocks noChangeArrowheads="1"/>
          </p:cNvSpPr>
          <p:nvPr/>
        </p:nvSpPr>
        <p:spPr bwMode="auto">
          <a:xfrm>
            <a:off x="5812285"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7" name="Rectangle 18">
            <a:extLst>
              <a:ext uri="{FF2B5EF4-FFF2-40B4-BE49-F238E27FC236}">
                <a16:creationId xmlns:a16="http://schemas.microsoft.com/office/drawing/2014/main" id="{F5888EEF-E323-44C5-9096-B1D8A26B31A0}"/>
              </a:ext>
            </a:extLst>
          </p:cNvPr>
          <p:cNvSpPr>
            <a:spLocks noChangeArrowheads="1"/>
          </p:cNvSpPr>
          <p:nvPr/>
        </p:nvSpPr>
        <p:spPr bwMode="auto">
          <a:xfrm>
            <a:off x="626771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8" name="Rectangle 19">
            <a:extLst>
              <a:ext uri="{FF2B5EF4-FFF2-40B4-BE49-F238E27FC236}">
                <a16:creationId xmlns:a16="http://schemas.microsoft.com/office/drawing/2014/main" id="{9825D3DA-CFCD-4B62-AA3E-6B6A3F6A4D32}"/>
              </a:ext>
            </a:extLst>
          </p:cNvPr>
          <p:cNvSpPr>
            <a:spLocks noChangeArrowheads="1"/>
          </p:cNvSpPr>
          <p:nvPr/>
        </p:nvSpPr>
        <p:spPr bwMode="auto">
          <a:xfrm>
            <a:off x="672198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9" name="Rectangle 20">
            <a:extLst>
              <a:ext uri="{FF2B5EF4-FFF2-40B4-BE49-F238E27FC236}">
                <a16:creationId xmlns:a16="http://schemas.microsoft.com/office/drawing/2014/main" id="{485F1DFD-B6E0-4E81-9E5D-A16F629BFD95}"/>
              </a:ext>
            </a:extLst>
          </p:cNvPr>
          <p:cNvSpPr>
            <a:spLocks noChangeArrowheads="1"/>
          </p:cNvSpPr>
          <p:nvPr/>
        </p:nvSpPr>
        <p:spPr bwMode="auto">
          <a:xfrm>
            <a:off x="7177414"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0" name="Rectangle 21">
            <a:extLst>
              <a:ext uri="{FF2B5EF4-FFF2-40B4-BE49-F238E27FC236}">
                <a16:creationId xmlns:a16="http://schemas.microsoft.com/office/drawing/2014/main" id="{22C892AF-FE66-492B-8360-9F3902E2D27A}"/>
              </a:ext>
            </a:extLst>
          </p:cNvPr>
          <p:cNvSpPr>
            <a:spLocks noChangeArrowheads="1"/>
          </p:cNvSpPr>
          <p:nvPr/>
        </p:nvSpPr>
        <p:spPr bwMode="auto">
          <a:xfrm>
            <a:off x="7631676"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1" name="Rectangle 22">
            <a:extLst>
              <a:ext uri="{FF2B5EF4-FFF2-40B4-BE49-F238E27FC236}">
                <a16:creationId xmlns:a16="http://schemas.microsoft.com/office/drawing/2014/main" id="{BF8787BC-8DED-4E08-BA9C-0F363C018FE6}"/>
              </a:ext>
            </a:extLst>
          </p:cNvPr>
          <p:cNvSpPr>
            <a:spLocks noChangeArrowheads="1"/>
          </p:cNvSpPr>
          <p:nvPr/>
        </p:nvSpPr>
        <p:spPr bwMode="auto">
          <a:xfrm>
            <a:off x="8087109"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2" name="Rectangle 23">
            <a:extLst>
              <a:ext uri="{FF2B5EF4-FFF2-40B4-BE49-F238E27FC236}">
                <a16:creationId xmlns:a16="http://schemas.microsoft.com/office/drawing/2014/main" id="{ECC6E2E7-5D4C-494A-9957-C74873D73B5C}"/>
              </a:ext>
            </a:extLst>
          </p:cNvPr>
          <p:cNvSpPr>
            <a:spLocks noChangeArrowheads="1"/>
          </p:cNvSpPr>
          <p:nvPr/>
        </p:nvSpPr>
        <p:spPr bwMode="auto">
          <a:xfrm>
            <a:off x="8541372"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3" name="Rectangle 24">
            <a:extLst>
              <a:ext uri="{FF2B5EF4-FFF2-40B4-BE49-F238E27FC236}">
                <a16:creationId xmlns:a16="http://schemas.microsoft.com/office/drawing/2014/main" id="{619B2CB8-4BD4-49C4-99C7-1EDC4DE98D0E}"/>
              </a:ext>
            </a:extLst>
          </p:cNvPr>
          <p:cNvSpPr>
            <a:spLocks noChangeArrowheads="1"/>
          </p:cNvSpPr>
          <p:nvPr/>
        </p:nvSpPr>
        <p:spPr bwMode="auto">
          <a:xfrm>
            <a:off x="8996805"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4" name="Rectangle 25">
            <a:extLst>
              <a:ext uri="{FF2B5EF4-FFF2-40B4-BE49-F238E27FC236}">
                <a16:creationId xmlns:a16="http://schemas.microsoft.com/office/drawing/2014/main" id="{2BD052E5-B9B7-4DDC-921A-0BA5DC53AFE7}"/>
              </a:ext>
            </a:extLst>
          </p:cNvPr>
          <p:cNvSpPr>
            <a:spLocks noChangeArrowheads="1"/>
          </p:cNvSpPr>
          <p:nvPr/>
        </p:nvSpPr>
        <p:spPr bwMode="auto">
          <a:xfrm>
            <a:off x="9451068"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5" name="Rectangle 26">
            <a:extLst>
              <a:ext uri="{FF2B5EF4-FFF2-40B4-BE49-F238E27FC236}">
                <a16:creationId xmlns:a16="http://schemas.microsoft.com/office/drawing/2014/main" id="{854CCDB5-6DB3-4877-AAD4-2D60BD9045BA}"/>
              </a:ext>
            </a:extLst>
          </p:cNvPr>
          <p:cNvSpPr>
            <a:spLocks noChangeArrowheads="1"/>
          </p:cNvSpPr>
          <p:nvPr/>
        </p:nvSpPr>
        <p:spPr bwMode="auto">
          <a:xfrm>
            <a:off x="9906501"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6" name="Rectangle 27">
            <a:extLst>
              <a:ext uri="{FF2B5EF4-FFF2-40B4-BE49-F238E27FC236}">
                <a16:creationId xmlns:a16="http://schemas.microsoft.com/office/drawing/2014/main" id="{E3701413-7CE4-4A3C-88EA-C6C0B42E4A34}"/>
              </a:ext>
            </a:extLst>
          </p:cNvPr>
          <p:cNvSpPr>
            <a:spLocks noChangeArrowheads="1"/>
          </p:cNvSpPr>
          <p:nvPr/>
        </p:nvSpPr>
        <p:spPr bwMode="auto">
          <a:xfrm>
            <a:off x="10360763"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7" name="Rectangle 28">
            <a:extLst>
              <a:ext uri="{FF2B5EF4-FFF2-40B4-BE49-F238E27FC236}">
                <a16:creationId xmlns:a16="http://schemas.microsoft.com/office/drawing/2014/main" id="{BA36D018-6320-417B-8F9E-55683DDC96D5}"/>
              </a:ext>
            </a:extLst>
          </p:cNvPr>
          <p:cNvSpPr>
            <a:spLocks noChangeArrowheads="1"/>
          </p:cNvSpPr>
          <p:nvPr/>
        </p:nvSpPr>
        <p:spPr bwMode="auto">
          <a:xfrm>
            <a:off x="10816197"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8" name="Rectangle 29">
            <a:extLst>
              <a:ext uri="{FF2B5EF4-FFF2-40B4-BE49-F238E27FC236}">
                <a16:creationId xmlns:a16="http://schemas.microsoft.com/office/drawing/2014/main" id="{2B1F5663-A83E-4D95-BDF4-EBB44F3CCC3B}"/>
              </a:ext>
            </a:extLst>
          </p:cNvPr>
          <p:cNvSpPr>
            <a:spLocks noChangeArrowheads="1"/>
          </p:cNvSpPr>
          <p:nvPr/>
        </p:nvSpPr>
        <p:spPr bwMode="auto">
          <a:xfrm>
            <a:off x="11270460" y="32657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9" name="Rectangle 30">
            <a:extLst>
              <a:ext uri="{FF2B5EF4-FFF2-40B4-BE49-F238E27FC236}">
                <a16:creationId xmlns:a16="http://schemas.microsoft.com/office/drawing/2014/main" id="{462D901F-2505-492E-B20E-7B4077FF6D3B}"/>
              </a:ext>
            </a:extLst>
          </p:cNvPr>
          <p:cNvSpPr>
            <a:spLocks noChangeArrowheads="1"/>
          </p:cNvSpPr>
          <p:nvPr/>
        </p:nvSpPr>
        <p:spPr bwMode="auto">
          <a:xfrm>
            <a:off x="11725892" y="32657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0" name="Rectangle 32">
            <a:extLst>
              <a:ext uri="{FF2B5EF4-FFF2-40B4-BE49-F238E27FC236}">
                <a16:creationId xmlns:a16="http://schemas.microsoft.com/office/drawing/2014/main" id="{FDEA931C-C5A4-4A39-893A-F9D600DAA120}"/>
              </a:ext>
            </a:extLst>
          </p:cNvPr>
          <p:cNvSpPr>
            <a:spLocks noChangeArrowheads="1"/>
          </p:cNvSpPr>
          <p:nvPr/>
        </p:nvSpPr>
        <p:spPr bwMode="auto">
          <a:xfrm>
            <a:off x="354110" y="834963"/>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1" name="Rectangle 33">
            <a:extLst>
              <a:ext uri="{FF2B5EF4-FFF2-40B4-BE49-F238E27FC236}">
                <a16:creationId xmlns:a16="http://schemas.microsoft.com/office/drawing/2014/main" id="{53FAB04F-C814-4903-887C-6B8749BF4873}"/>
              </a:ext>
            </a:extLst>
          </p:cNvPr>
          <p:cNvSpPr>
            <a:spLocks noChangeArrowheads="1"/>
          </p:cNvSpPr>
          <p:nvPr/>
        </p:nvSpPr>
        <p:spPr bwMode="auto">
          <a:xfrm>
            <a:off x="80954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2" name="Rectangle 34">
            <a:extLst>
              <a:ext uri="{FF2B5EF4-FFF2-40B4-BE49-F238E27FC236}">
                <a16:creationId xmlns:a16="http://schemas.microsoft.com/office/drawing/2014/main" id="{E80BB6CA-5007-43DC-9106-9AC1FD8F5F42}"/>
              </a:ext>
            </a:extLst>
          </p:cNvPr>
          <p:cNvSpPr>
            <a:spLocks noChangeArrowheads="1"/>
          </p:cNvSpPr>
          <p:nvPr/>
        </p:nvSpPr>
        <p:spPr bwMode="auto">
          <a:xfrm>
            <a:off x="1263805"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3" name="Rectangle 35">
            <a:extLst>
              <a:ext uri="{FF2B5EF4-FFF2-40B4-BE49-F238E27FC236}">
                <a16:creationId xmlns:a16="http://schemas.microsoft.com/office/drawing/2014/main" id="{3E18C2F1-101D-4393-9918-DE77B3379868}"/>
              </a:ext>
            </a:extLst>
          </p:cNvPr>
          <p:cNvSpPr>
            <a:spLocks noChangeArrowheads="1"/>
          </p:cNvSpPr>
          <p:nvPr/>
        </p:nvSpPr>
        <p:spPr bwMode="auto">
          <a:xfrm>
            <a:off x="171923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4" name="Rectangle 36">
            <a:extLst>
              <a:ext uri="{FF2B5EF4-FFF2-40B4-BE49-F238E27FC236}">
                <a16:creationId xmlns:a16="http://schemas.microsoft.com/office/drawing/2014/main" id="{2EA02F2D-5F5D-4284-953F-D92F8BA89C8B}"/>
              </a:ext>
            </a:extLst>
          </p:cNvPr>
          <p:cNvSpPr>
            <a:spLocks noChangeArrowheads="1"/>
          </p:cNvSpPr>
          <p:nvPr/>
        </p:nvSpPr>
        <p:spPr bwMode="auto">
          <a:xfrm>
            <a:off x="217350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5" name="Rectangle 37">
            <a:extLst>
              <a:ext uri="{FF2B5EF4-FFF2-40B4-BE49-F238E27FC236}">
                <a16:creationId xmlns:a16="http://schemas.microsoft.com/office/drawing/2014/main" id="{B5280DAC-9E73-48E4-A0C0-043ACF981C6E}"/>
              </a:ext>
            </a:extLst>
          </p:cNvPr>
          <p:cNvSpPr>
            <a:spLocks noChangeArrowheads="1"/>
          </p:cNvSpPr>
          <p:nvPr/>
        </p:nvSpPr>
        <p:spPr bwMode="auto">
          <a:xfrm>
            <a:off x="262893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6" name="Rectangle 38">
            <a:extLst>
              <a:ext uri="{FF2B5EF4-FFF2-40B4-BE49-F238E27FC236}">
                <a16:creationId xmlns:a16="http://schemas.microsoft.com/office/drawing/2014/main" id="{60B1EDB9-9DC9-475A-BEBF-49644F4E1F95}"/>
              </a:ext>
            </a:extLst>
          </p:cNvPr>
          <p:cNvSpPr>
            <a:spLocks noChangeArrowheads="1"/>
          </p:cNvSpPr>
          <p:nvPr/>
        </p:nvSpPr>
        <p:spPr bwMode="auto">
          <a:xfrm>
            <a:off x="3083197" y="834963"/>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7" name="Rectangle 39">
            <a:extLst>
              <a:ext uri="{FF2B5EF4-FFF2-40B4-BE49-F238E27FC236}">
                <a16:creationId xmlns:a16="http://schemas.microsoft.com/office/drawing/2014/main" id="{820A7A5C-FCE4-4A98-ABAF-F0127EC77F14}"/>
              </a:ext>
            </a:extLst>
          </p:cNvPr>
          <p:cNvSpPr>
            <a:spLocks noChangeArrowheads="1"/>
          </p:cNvSpPr>
          <p:nvPr/>
        </p:nvSpPr>
        <p:spPr bwMode="auto">
          <a:xfrm>
            <a:off x="3538630"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8" name="Rectangle 40">
            <a:extLst>
              <a:ext uri="{FF2B5EF4-FFF2-40B4-BE49-F238E27FC236}">
                <a16:creationId xmlns:a16="http://schemas.microsoft.com/office/drawing/2014/main" id="{7A431B81-7C7C-42A1-8E97-0E59A743EAFF}"/>
              </a:ext>
            </a:extLst>
          </p:cNvPr>
          <p:cNvSpPr>
            <a:spLocks noChangeArrowheads="1"/>
          </p:cNvSpPr>
          <p:nvPr/>
        </p:nvSpPr>
        <p:spPr bwMode="auto">
          <a:xfrm>
            <a:off x="399289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9" name="Rectangle 41">
            <a:extLst>
              <a:ext uri="{FF2B5EF4-FFF2-40B4-BE49-F238E27FC236}">
                <a16:creationId xmlns:a16="http://schemas.microsoft.com/office/drawing/2014/main" id="{F7C18536-4714-447C-B2CD-5CCE34FE6304}"/>
              </a:ext>
            </a:extLst>
          </p:cNvPr>
          <p:cNvSpPr>
            <a:spLocks noChangeArrowheads="1"/>
          </p:cNvSpPr>
          <p:nvPr/>
        </p:nvSpPr>
        <p:spPr bwMode="auto">
          <a:xfrm>
            <a:off x="4448326"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0" name="Rectangle 42">
            <a:extLst>
              <a:ext uri="{FF2B5EF4-FFF2-40B4-BE49-F238E27FC236}">
                <a16:creationId xmlns:a16="http://schemas.microsoft.com/office/drawing/2014/main" id="{A5220EB9-CFCA-4E11-B625-CBA6910EDB8D}"/>
              </a:ext>
            </a:extLst>
          </p:cNvPr>
          <p:cNvSpPr>
            <a:spLocks noChangeArrowheads="1"/>
          </p:cNvSpPr>
          <p:nvPr/>
        </p:nvSpPr>
        <p:spPr bwMode="auto">
          <a:xfrm>
            <a:off x="4902589"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1" name="Rectangle 43">
            <a:extLst>
              <a:ext uri="{FF2B5EF4-FFF2-40B4-BE49-F238E27FC236}">
                <a16:creationId xmlns:a16="http://schemas.microsoft.com/office/drawing/2014/main" id="{C9AB4232-42B9-4172-8F6B-0CCF9E84F564}"/>
              </a:ext>
            </a:extLst>
          </p:cNvPr>
          <p:cNvSpPr>
            <a:spLocks noChangeArrowheads="1"/>
          </p:cNvSpPr>
          <p:nvPr/>
        </p:nvSpPr>
        <p:spPr bwMode="auto">
          <a:xfrm>
            <a:off x="535802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2" name="Rectangle 44">
            <a:extLst>
              <a:ext uri="{FF2B5EF4-FFF2-40B4-BE49-F238E27FC236}">
                <a16:creationId xmlns:a16="http://schemas.microsoft.com/office/drawing/2014/main" id="{77D0A2B3-F2AF-45C0-BC1A-629B0AF4C017}"/>
              </a:ext>
            </a:extLst>
          </p:cNvPr>
          <p:cNvSpPr>
            <a:spLocks noChangeArrowheads="1"/>
          </p:cNvSpPr>
          <p:nvPr/>
        </p:nvSpPr>
        <p:spPr bwMode="auto">
          <a:xfrm>
            <a:off x="5812285"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3" name="Rectangle 45">
            <a:extLst>
              <a:ext uri="{FF2B5EF4-FFF2-40B4-BE49-F238E27FC236}">
                <a16:creationId xmlns:a16="http://schemas.microsoft.com/office/drawing/2014/main" id="{C2A2BCF5-ACB6-4194-9DE7-BE45865F0651}"/>
              </a:ext>
            </a:extLst>
          </p:cNvPr>
          <p:cNvSpPr>
            <a:spLocks noChangeArrowheads="1"/>
          </p:cNvSpPr>
          <p:nvPr/>
        </p:nvSpPr>
        <p:spPr bwMode="auto">
          <a:xfrm>
            <a:off x="626771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4" name="Rectangle 46">
            <a:extLst>
              <a:ext uri="{FF2B5EF4-FFF2-40B4-BE49-F238E27FC236}">
                <a16:creationId xmlns:a16="http://schemas.microsoft.com/office/drawing/2014/main" id="{E5AE97FB-206B-4E16-BB3C-161246A67640}"/>
              </a:ext>
            </a:extLst>
          </p:cNvPr>
          <p:cNvSpPr>
            <a:spLocks noChangeArrowheads="1"/>
          </p:cNvSpPr>
          <p:nvPr/>
        </p:nvSpPr>
        <p:spPr bwMode="auto">
          <a:xfrm>
            <a:off x="672198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5" name="Rectangle 47">
            <a:extLst>
              <a:ext uri="{FF2B5EF4-FFF2-40B4-BE49-F238E27FC236}">
                <a16:creationId xmlns:a16="http://schemas.microsoft.com/office/drawing/2014/main" id="{E2148554-6A62-41A8-B70A-3265589BB172}"/>
              </a:ext>
            </a:extLst>
          </p:cNvPr>
          <p:cNvSpPr>
            <a:spLocks noChangeArrowheads="1"/>
          </p:cNvSpPr>
          <p:nvPr/>
        </p:nvSpPr>
        <p:spPr bwMode="auto">
          <a:xfrm>
            <a:off x="7177414"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6" name="Rectangle 48">
            <a:extLst>
              <a:ext uri="{FF2B5EF4-FFF2-40B4-BE49-F238E27FC236}">
                <a16:creationId xmlns:a16="http://schemas.microsoft.com/office/drawing/2014/main" id="{1F2DBB84-56F7-4574-B1C3-59A49824B840}"/>
              </a:ext>
            </a:extLst>
          </p:cNvPr>
          <p:cNvSpPr>
            <a:spLocks noChangeArrowheads="1"/>
          </p:cNvSpPr>
          <p:nvPr/>
        </p:nvSpPr>
        <p:spPr bwMode="auto">
          <a:xfrm>
            <a:off x="7631676"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7" name="Rectangle 49">
            <a:extLst>
              <a:ext uri="{FF2B5EF4-FFF2-40B4-BE49-F238E27FC236}">
                <a16:creationId xmlns:a16="http://schemas.microsoft.com/office/drawing/2014/main" id="{3803743A-8621-4AD5-9BEE-D1FBC8D62207}"/>
              </a:ext>
            </a:extLst>
          </p:cNvPr>
          <p:cNvSpPr>
            <a:spLocks noChangeArrowheads="1"/>
          </p:cNvSpPr>
          <p:nvPr/>
        </p:nvSpPr>
        <p:spPr bwMode="auto">
          <a:xfrm>
            <a:off x="8087109"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8" name="Rectangle 50">
            <a:extLst>
              <a:ext uri="{FF2B5EF4-FFF2-40B4-BE49-F238E27FC236}">
                <a16:creationId xmlns:a16="http://schemas.microsoft.com/office/drawing/2014/main" id="{2940D20D-CE5D-4F7F-87D5-4081213E1F25}"/>
              </a:ext>
            </a:extLst>
          </p:cNvPr>
          <p:cNvSpPr>
            <a:spLocks noChangeArrowheads="1"/>
          </p:cNvSpPr>
          <p:nvPr/>
        </p:nvSpPr>
        <p:spPr bwMode="auto">
          <a:xfrm>
            <a:off x="8541372"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9" name="Rectangle 51">
            <a:extLst>
              <a:ext uri="{FF2B5EF4-FFF2-40B4-BE49-F238E27FC236}">
                <a16:creationId xmlns:a16="http://schemas.microsoft.com/office/drawing/2014/main" id="{F24365F1-8EF6-4443-AB20-203041B14D4A}"/>
              </a:ext>
            </a:extLst>
          </p:cNvPr>
          <p:cNvSpPr>
            <a:spLocks noChangeArrowheads="1"/>
          </p:cNvSpPr>
          <p:nvPr/>
        </p:nvSpPr>
        <p:spPr bwMode="auto">
          <a:xfrm>
            <a:off x="8996805"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0" name="Rectangle 52">
            <a:extLst>
              <a:ext uri="{FF2B5EF4-FFF2-40B4-BE49-F238E27FC236}">
                <a16:creationId xmlns:a16="http://schemas.microsoft.com/office/drawing/2014/main" id="{43BD6223-42F5-4EA4-BED3-40CDDED810F2}"/>
              </a:ext>
            </a:extLst>
          </p:cNvPr>
          <p:cNvSpPr>
            <a:spLocks noChangeArrowheads="1"/>
          </p:cNvSpPr>
          <p:nvPr/>
        </p:nvSpPr>
        <p:spPr bwMode="auto">
          <a:xfrm>
            <a:off x="9451068"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1" name="Rectangle 53">
            <a:extLst>
              <a:ext uri="{FF2B5EF4-FFF2-40B4-BE49-F238E27FC236}">
                <a16:creationId xmlns:a16="http://schemas.microsoft.com/office/drawing/2014/main" id="{C44C46DF-3231-4732-836F-60E5D9F31465}"/>
              </a:ext>
            </a:extLst>
          </p:cNvPr>
          <p:cNvSpPr>
            <a:spLocks noChangeArrowheads="1"/>
          </p:cNvSpPr>
          <p:nvPr/>
        </p:nvSpPr>
        <p:spPr bwMode="auto">
          <a:xfrm>
            <a:off x="9906501"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2" name="Rectangle 54">
            <a:extLst>
              <a:ext uri="{FF2B5EF4-FFF2-40B4-BE49-F238E27FC236}">
                <a16:creationId xmlns:a16="http://schemas.microsoft.com/office/drawing/2014/main" id="{19478349-0B6B-45A3-A8D0-F9FFADAB4607}"/>
              </a:ext>
            </a:extLst>
          </p:cNvPr>
          <p:cNvSpPr>
            <a:spLocks noChangeArrowheads="1"/>
          </p:cNvSpPr>
          <p:nvPr/>
        </p:nvSpPr>
        <p:spPr bwMode="auto">
          <a:xfrm>
            <a:off x="10360763"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3" name="Rectangle 55">
            <a:extLst>
              <a:ext uri="{FF2B5EF4-FFF2-40B4-BE49-F238E27FC236}">
                <a16:creationId xmlns:a16="http://schemas.microsoft.com/office/drawing/2014/main" id="{AECC5927-A5DD-4BD3-91EB-7B58FC036A0F}"/>
              </a:ext>
            </a:extLst>
          </p:cNvPr>
          <p:cNvSpPr>
            <a:spLocks noChangeArrowheads="1"/>
          </p:cNvSpPr>
          <p:nvPr/>
        </p:nvSpPr>
        <p:spPr bwMode="auto">
          <a:xfrm>
            <a:off x="10816197"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4" name="Rectangle 56">
            <a:extLst>
              <a:ext uri="{FF2B5EF4-FFF2-40B4-BE49-F238E27FC236}">
                <a16:creationId xmlns:a16="http://schemas.microsoft.com/office/drawing/2014/main" id="{2592B56B-0EE5-44E3-8D4E-C331547A46D6}"/>
              </a:ext>
            </a:extLst>
          </p:cNvPr>
          <p:cNvSpPr>
            <a:spLocks noChangeArrowheads="1"/>
          </p:cNvSpPr>
          <p:nvPr/>
        </p:nvSpPr>
        <p:spPr bwMode="auto">
          <a:xfrm>
            <a:off x="11270460" y="834963"/>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5" name="Rectangle 57">
            <a:extLst>
              <a:ext uri="{FF2B5EF4-FFF2-40B4-BE49-F238E27FC236}">
                <a16:creationId xmlns:a16="http://schemas.microsoft.com/office/drawing/2014/main" id="{E5B2E8AF-A971-4061-B059-E39A6A85852A}"/>
              </a:ext>
            </a:extLst>
          </p:cNvPr>
          <p:cNvSpPr>
            <a:spLocks noChangeArrowheads="1"/>
          </p:cNvSpPr>
          <p:nvPr/>
        </p:nvSpPr>
        <p:spPr bwMode="auto">
          <a:xfrm>
            <a:off x="11725892" y="834963"/>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6" name="Rectangle 59">
            <a:extLst>
              <a:ext uri="{FF2B5EF4-FFF2-40B4-BE49-F238E27FC236}">
                <a16:creationId xmlns:a16="http://schemas.microsoft.com/office/drawing/2014/main" id="{63258960-6D1D-4D67-AFE7-6C7417FA7977}"/>
              </a:ext>
            </a:extLst>
          </p:cNvPr>
          <p:cNvSpPr>
            <a:spLocks noChangeArrowheads="1"/>
          </p:cNvSpPr>
          <p:nvPr/>
        </p:nvSpPr>
        <p:spPr bwMode="auto">
          <a:xfrm>
            <a:off x="354110" y="1342187"/>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7" name="Rectangle 60">
            <a:extLst>
              <a:ext uri="{FF2B5EF4-FFF2-40B4-BE49-F238E27FC236}">
                <a16:creationId xmlns:a16="http://schemas.microsoft.com/office/drawing/2014/main" id="{CF3B53C2-CA07-4D06-8438-0D7F9828ABAE}"/>
              </a:ext>
            </a:extLst>
          </p:cNvPr>
          <p:cNvSpPr>
            <a:spLocks noChangeArrowheads="1"/>
          </p:cNvSpPr>
          <p:nvPr/>
        </p:nvSpPr>
        <p:spPr bwMode="auto">
          <a:xfrm>
            <a:off x="809542"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8" name="Rectangle 61">
            <a:extLst>
              <a:ext uri="{FF2B5EF4-FFF2-40B4-BE49-F238E27FC236}">
                <a16:creationId xmlns:a16="http://schemas.microsoft.com/office/drawing/2014/main" id="{D0868746-D1A0-47AC-9F34-0192B3B37043}"/>
              </a:ext>
            </a:extLst>
          </p:cNvPr>
          <p:cNvSpPr>
            <a:spLocks noChangeArrowheads="1"/>
          </p:cNvSpPr>
          <p:nvPr/>
        </p:nvSpPr>
        <p:spPr bwMode="auto">
          <a:xfrm>
            <a:off x="126380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9" name="Rectangle 62">
            <a:extLst>
              <a:ext uri="{FF2B5EF4-FFF2-40B4-BE49-F238E27FC236}">
                <a16:creationId xmlns:a16="http://schemas.microsoft.com/office/drawing/2014/main" id="{009DD5A6-ADDF-48C9-BC16-9426AEC40A6B}"/>
              </a:ext>
            </a:extLst>
          </p:cNvPr>
          <p:cNvSpPr>
            <a:spLocks noChangeArrowheads="1"/>
          </p:cNvSpPr>
          <p:nvPr/>
        </p:nvSpPr>
        <p:spPr bwMode="auto">
          <a:xfrm>
            <a:off x="1719239" y="13421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0" name="Rectangle 63">
            <a:extLst>
              <a:ext uri="{FF2B5EF4-FFF2-40B4-BE49-F238E27FC236}">
                <a16:creationId xmlns:a16="http://schemas.microsoft.com/office/drawing/2014/main" id="{2285F7C8-078E-440F-95B4-A367E03BE7E4}"/>
              </a:ext>
            </a:extLst>
          </p:cNvPr>
          <p:cNvSpPr>
            <a:spLocks noChangeArrowheads="1"/>
          </p:cNvSpPr>
          <p:nvPr/>
        </p:nvSpPr>
        <p:spPr bwMode="auto">
          <a:xfrm>
            <a:off x="217350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1" name="Rectangle 64">
            <a:extLst>
              <a:ext uri="{FF2B5EF4-FFF2-40B4-BE49-F238E27FC236}">
                <a16:creationId xmlns:a16="http://schemas.microsoft.com/office/drawing/2014/main" id="{26CCF678-B825-4A9D-AF59-68723A33343A}"/>
              </a:ext>
            </a:extLst>
          </p:cNvPr>
          <p:cNvSpPr>
            <a:spLocks noChangeArrowheads="1"/>
          </p:cNvSpPr>
          <p:nvPr/>
        </p:nvSpPr>
        <p:spPr bwMode="auto">
          <a:xfrm>
            <a:off x="262893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2" name="Rectangle 65">
            <a:extLst>
              <a:ext uri="{FF2B5EF4-FFF2-40B4-BE49-F238E27FC236}">
                <a16:creationId xmlns:a16="http://schemas.microsoft.com/office/drawing/2014/main" id="{ECE3A29D-36C2-447D-BAC8-F721C873D213}"/>
              </a:ext>
            </a:extLst>
          </p:cNvPr>
          <p:cNvSpPr>
            <a:spLocks noChangeArrowheads="1"/>
          </p:cNvSpPr>
          <p:nvPr/>
        </p:nvSpPr>
        <p:spPr bwMode="auto">
          <a:xfrm>
            <a:off x="3083197"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3" name="Rectangle 66">
            <a:extLst>
              <a:ext uri="{FF2B5EF4-FFF2-40B4-BE49-F238E27FC236}">
                <a16:creationId xmlns:a16="http://schemas.microsoft.com/office/drawing/2014/main" id="{3EAFBB34-6EA0-4152-8AD7-5299E7456621}"/>
              </a:ext>
            </a:extLst>
          </p:cNvPr>
          <p:cNvSpPr>
            <a:spLocks noChangeArrowheads="1"/>
          </p:cNvSpPr>
          <p:nvPr/>
        </p:nvSpPr>
        <p:spPr bwMode="auto">
          <a:xfrm>
            <a:off x="3538630"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4" name="Rectangle 67">
            <a:extLst>
              <a:ext uri="{FF2B5EF4-FFF2-40B4-BE49-F238E27FC236}">
                <a16:creationId xmlns:a16="http://schemas.microsoft.com/office/drawing/2014/main" id="{2F86D70C-2640-4E78-9AC8-499F31B082EF}"/>
              </a:ext>
            </a:extLst>
          </p:cNvPr>
          <p:cNvSpPr>
            <a:spLocks noChangeArrowheads="1"/>
          </p:cNvSpPr>
          <p:nvPr/>
        </p:nvSpPr>
        <p:spPr bwMode="auto">
          <a:xfrm>
            <a:off x="399289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5" name="Rectangle 68">
            <a:extLst>
              <a:ext uri="{FF2B5EF4-FFF2-40B4-BE49-F238E27FC236}">
                <a16:creationId xmlns:a16="http://schemas.microsoft.com/office/drawing/2014/main" id="{A275C0EA-73CC-4699-B3C9-4A3708797370}"/>
              </a:ext>
            </a:extLst>
          </p:cNvPr>
          <p:cNvSpPr>
            <a:spLocks noChangeArrowheads="1"/>
          </p:cNvSpPr>
          <p:nvPr/>
        </p:nvSpPr>
        <p:spPr bwMode="auto">
          <a:xfrm>
            <a:off x="4448326"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6" name="Rectangle 69">
            <a:extLst>
              <a:ext uri="{FF2B5EF4-FFF2-40B4-BE49-F238E27FC236}">
                <a16:creationId xmlns:a16="http://schemas.microsoft.com/office/drawing/2014/main" id="{F86BBF02-3C76-4314-A0E0-F7356FA340F1}"/>
              </a:ext>
            </a:extLst>
          </p:cNvPr>
          <p:cNvSpPr>
            <a:spLocks noChangeArrowheads="1"/>
          </p:cNvSpPr>
          <p:nvPr/>
        </p:nvSpPr>
        <p:spPr bwMode="auto">
          <a:xfrm>
            <a:off x="4902589"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7" name="Rectangle 70">
            <a:extLst>
              <a:ext uri="{FF2B5EF4-FFF2-40B4-BE49-F238E27FC236}">
                <a16:creationId xmlns:a16="http://schemas.microsoft.com/office/drawing/2014/main" id="{F2323DB0-CBBB-4827-9FCF-88B352492E24}"/>
              </a:ext>
            </a:extLst>
          </p:cNvPr>
          <p:cNvSpPr>
            <a:spLocks noChangeArrowheads="1"/>
          </p:cNvSpPr>
          <p:nvPr/>
        </p:nvSpPr>
        <p:spPr bwMode="auto">
          <a:xfrm>
            <a:off x="535802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8" name="Rectangle 71">
            <a:extLst>
              <a:ext uri="{FF2B5EF4-FFF2-40B4-BE49-F238E27FC236}">
                <a16:creationId xmlns:a16="http://schemas.microsoft.com/office/drawing/2014/main" id="{6C55D080-856F-44CE-A0EC-C7625E2A2D45}"/>
              </a:ext>
            </a:extLst>
          </p:cNvPr>
          <p:cNvSpPr>
            <a:spLocks noChangeArrowheads="1"/>
          </p:cNvSpPr>
          <p:nvPr/>
        </p:nvSpPr>
        <p:spPr bwMode="auto">
          <a:xfrm>
            <a:off x="5812285"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9" name="Rectangle 72">
            <a:extLst>
              <a:ext uri="{FF2B5EF4-FFF2-40B4-BE49-F238E27FC236}">
                <a16:creationId xmlns:a16="http://schemas.microsoft.com/office/drawing/2014/main" id="{8BF6FDB3-DFE2-48BE-8E96-9C26D4FD9092}"/>
              </a:ext>
            </a:extLst>
          </p:cNvPr>
          <p:cNvSpPr>
            <a:spLocks noChangeArrowheads="1"/>
          </p:cNvSpPr>
          <p:nvPr/>
        </p:nvSpPr>
        <p:spPr bwMode="auto">
          <a:xfrm>
            <a:off x="626771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0" name="Rectangle 73">
            <a:extLst>
              <a:ext uri="{FF2B5EF4-FFF2-40B4-BE49-F238E27FC236}">
                <a16:creationId xmlns:a16="http://schemas.microsoft.com/office/drawing/2014/main" id="{D430B815-9711-421A-B4EE-DC1E51BD09E7}"/>
              </a:ext>
            </a:extLst>
          </p:cNvPr>
          <p:cNvSpPr>
            <a:spLocks noChangeArrowheads="1"/>
          </p:cNvSpPr>
          <p:nvPr/>
        </p:nvSpPr>
        <p:spPr bwMode="auto">
          <a:xfrm>
            <a:off x="672198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1" name="Rectangle 74">
            <a:extLst>
              <a:ext uri="{FF2B5EF4-FFF2-40B4-BE49-F238E27FC236}">
                <a16:creationId xmlns:a16="http://schemas.microsoft.com/office/drawing/2014/main" id="{B8A5CB15-B1A9-4CE5-AD04-579255B67651}"/>
              </a:ext>
            </a:extLst>
          </p:cNvPr>
          <p:cNvSpPr>
            <a:spLocks noChangeArrowheads="1"/>
          </p:cNvSpPr>
          <p:nvPr/>
        </p:nvSpPr>
        <p:spPr bwMode="auto">
          <a:xfrm>
            <a:off x="7177414"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2" name="Rectangle 75">
            <a:extLst>
              <a:ext uri="{FF2B5EF4-FFF2-40B4-BE49-F238E27FC236}">
                <a16:creationId xmlns:a16="http://schemas.microsoft.com/office/drawing/2014/main" id="{6F6AC38A-D3A1-44B2-8398-DA177502859A}"/>
              </a:ext>
            </a:extLst>
          </p:cNvPr>
          <p:cNvSpPr>
            <a:spLocks noChangeArrowheads="1"/>
          </p:cNvSpPr>
          <p:nvPr/>
        </p:nvSpPr>
        <p:spPr bwMode="auto">
          <a:xfrm>
            <a:off x="7631676"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3" name="Rectangle 76">
            <a:extLst>
              <a:ext uri="{FF2B5EF4-FFF2-40B4-BE49-F238E27FC236}">
                <a16:creationId xmlns:a16="http://schemas.microsoft.com/office/drawing/2014/main" id="{6A4C12CD-07BF-46EB-AC44-6B119866CF4B}"/>
              </a:ext>
            </a:extLst>
          </p:cNvPr>
          <p:cNvSpPr>
            <a:spLocks noChangeArrowheads="1"/>
          </p:cNvSpPr>
          <p:nvPr/>
        </p:nvSpPr>
        <p:spPr bwMode="auto">
          <a:xfrm>
            <a:off x="8087109"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4" name="Rectangle 77">
            <a:extLst>
              <a:ext uri="{FF2B5EF4-FFF2-40B4-BE49-F238E27FC236}">
                <a16:creationId xmlns:a16="http://schemas.microsoft.com/office/drawing/2014/main" id="{5C4A1230-B968-451A-B024-8739FD0C1F93}"/>
              </a:ext>
            </a:extLst>
          </p:cNvPr>
          <p:cNvSpPr>
            <a:spLocks noChangeArrowheads="1"/>
          </p:cNvSpPr>
          <p:nvPr/>
        </p:nvSpPr>
        <p:spPr bwMode="auto">
          <a:xfrm>
            <a:off x="8541372"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5" name="Rectangle 78">
            <a:extLst>
              <a:ext uri="{FF2B5EF4-FFF2-40B4-BE49-F238E27FC236}">
                <a16:creationId xmlns:a16="http://schemas.microsoft.com/office/drawing/2014/main" id="{D75AC3CE-9734-481C-9D3F-2AF13116EE55}"/>
              </a:ext>
            </a:extLst>
          </p:cNvPr>
          <p:cNvSpPr>
            <a:spLocks noChangeArrowheads="1"/>
          </p:cNvSpPr>
          <p:nvPr/>
        </p:nvSpPr>
        <p:spPr bwMode="auto">
          <a:xfrm>
            <a:off x="8996805"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6" name="Rectangle 79">
            <a:extLst>
              <a:ext uri="{FF2B5EF4-FFF2-40B4-BE49-F238E27FC236}">
                <a16:creationId xmlns:a16="http://schemas.microsoft.com/office/drawing/2014/main" id="{69A12AE9-4D1E-4F86-ABCC-DC9AA3068AA9}"/>
              </a:ext>
            </a:extLst>
          </p:cNvPr>
          <p:cNvSpPr>
            <a:spLocks noChangeArrowheads="1"/>
          </p:cNvSpPr>
          <p:nvPr/>
        </p:nvSpPr>
        <p:spPr bwMode="auto">
          <a:xfrm>
            <a:off x="9451068"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7" name="Rectangle 80">
            <a:extLst>
              <a:ext uri="{FF2B5EF4-FFF2-40B4-BE49-F238E27FC236}">
                <a16:creationId xmlns:a16="http://schemas.microsoft.com/office/drawing/2014/main" id="{30C6E2D2-A01B-4BF9-9EAF-4F62A9AF7214}"/>
              </a:ext>
            </a:extLst>
          </p:cNvPr>
          <p:cNvSpPr>
            <a:spLocks noChangeArrowheads="1"/>
          </p:cNvSpPr>
          <p:nvPr/>
        </p:nvSpPr>
        <p:spPr bwMode="auto">
          <a:xfrm>
            <a:off x="9906501"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8" name="Rectangle 81">
            <a:extLst>
              <a:ext uri="{FF2B5EF4-FFF2-40B4-BE49-F238E27FC236}">
                <a16:creationId xmlns:a16="http://schemas.microsoft.com/office/drawing/2014/main" id="{C9F10DE1-A75B-4DA6-AACE-23581D8E642C}"/>
              </a:ext>
            </a:extLst>
          </p:cNvPr>
          <p:cNvSpPr>
            <a:spLocks noChangeArrowheads="1"/>
          </p:cNvSpPr>
          <p:nvPr/>
        </p:nvSpPr>
        <p:spPr bwMode="auto">
          <a:xfrm>
            <a:off x="10360763"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9" name="Rectangle 82">
            <a:extLst>
              <a:ext uri="{FF2B5EF4-FFF2-40B4-BE49-F238E27FC236}">
                <a16:creationId xmlns:a16="http://schemas.microsoft.com/office/drawing/2014/main" id="{0A775802-DD96-46A9-9F60-3C0D0736E331}"/>
              </a:ext>
            </a:extLst>
          </p:cNvPr>
          <p:cNvSpPr>
            <a:spLocks noChangeArrowheads="1"/>
          </p:cNvSpPr>
          <p:nvPr/>
        </p:nvSpPr>
        <p:spPr bwMode="auto">
          <a:xfrm>
            <a:off x="10816197"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0" name="Rectangle 83">
            <a:extLst>
              <a:ext uri="{FF2B5EF4-FFF2-40B4-BE49-F238E27FC236}">
                <a16:creationId xmlns:a16="http://schemas.microsoft.com/office/drawing/2014/main" id="{D665EA6F-14AA-4648-AB60-F7117F986461}"/>
              </a:ext>
            </a:extLst>
          </p:cNvPr>
          <p:cNvSpPr>
            <a:spLocks noChangeArrowheads="1"/>
          </p:cNvSpPr>
          <p:nvPr/>
        </p:nvSpPr>
        <p:spPr bwMode="auto">
          <a:xfrm>
            <a:off x="11270460" y="13421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1" name="Rectangle 84">
            <a:extLst>
              <a:ext uri="{FF2B5EF4-FFF2-40B4-BE49-F238E27FC236}">
                <a16:creationId xmlns:a16="http://schemas.microsoft.com/office/drawing/2014/main" id="{ACB843B8-638E-4047-9D91-8223083C0D1C}"/>
              </a:ext>
            </a:extLst>
          </p:cNvPr>
          <p:cNvSpPr>
            <a:spLocks noChangeArrowheads="1"/>
          </p:cNvSpPr>
          <p:nvPr/>
        </p:nvSpPr>
        <p:spPr bwMode="auto">
          <a:xfrm>
            <a:off x="11725892" y="13421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2" name="Rectangle 86">
            <a:extLst>
              <a:ext uri="{FF2B5EF4-FFF2-40B4-BE49-F238E27FC236}">
                <a16:creationId xmlns:a16="http://schemas.microsoft.com/office/drawing/2014/main" id="{B7163B2C-02BA-42E9-BFC1-6A12FD59E5B3}"/>
              </a:ext>
            </a:extLst>
          </p:cNvPr>
          <p:cNvSpPr>
            <a:spLocks noChangeArrowheads="1"/>
          </p:cNvSpPr>
          <p:nvPr/>
        </p:nvSpPr>
        <p:spPr bwMode="auto">
          <a:xfrm>
            <a:off x="354110"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3" name="Rectangle 87">
            <a:extLst>
              <a:ext uri="{FF2B5EF4-FFF2-40B4-BE49-F238E27FC236}">
                <a16:creationId xmlns:a16="http://schemas.microsoft.com/office/drawing/2014/main" id="{0B2288ED-33E4-4DE9-A750-24B68416FDD7}"/>
              </a:ext>
            </a:extLst>
          </p:cNvPr>
          <p:cNvSpPr>
            <a:spLocks noChangeArrowheads="1"/>
          </p:cNvSpPr>
          <p:nvPr/>
        </p:nvSpPr>
        <p:spPr bwMode="auto">
          <a:xfrm>
            <a:off x="80954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4" name="Rectangle 88">
            <a:extLst>
              <a:ext uri="{FF2B5EF4-FFF2-40B4-BE49-F238E27FC236}">
                <a16:creationId xmlns:a16="http://schemas.microsoft.com/office/drawing/2014/main" id="{69096790-3EDA-447C-B893-B58EB23115A1}"/>
              </a:ext>
            </a:extLst>
          </p:cNvPr>
          <p:cNvSpPr>
            <a:spLocks noChangeArrowheads="1"/>
          </p:cNvSpPr>
          <p:nvPr/>
        </p:nvSpPr>
        <p:spPr bwMode="auto">
          <a:xfrm>
            <a:off x="1263805" y="18505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5" name="Rectangle 89">
            <a:extLst>
              <a:ext uri="{FF2B5EF4-FFF2-40B4-BE49-F238E27FC236}">
                <a16:creationId xmlns:a16="http://schemas.microsoft.com/office/drawing/2014/main" id="{CE854A02-0132-4C04-ADC5-9E062CF231BE}"/>
              </a:ext>
            </a:extLst>
          </p:cNvPr>
          <p:cNvSpPr>
            <a:spLocks noChangeArrowheads="1"/>
          </p:cNvSpPr>
          <p:nvPr/>
        </p:nvSpPr>
        <p:spPr bwMode="auto">
          <a:xfrm>
            <a:off x="1719239" y="18505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6" name="Rectangle 90">
            <a:extLst>
              <a:ext uri="{FF2B5EF4-FFF2-40B4-BE49-F238E27FC236}">
                <a16:creationId xmlns:a16="http://schemas.microsoft.com/office/drawing/2014/main" id="{E95D99AF-99D5-475B-AE63-90F7E8CC67AF}"/>
              </a:ext>
            </a:extLst>
          </p:cNvPr>
          <p:cNvSpPr>
            <a:spLocks noChangeArrowheads="1"/>
          </p:cNvSpPr>
          <p:nvPr/>
        </p:nvSpPr>
        <p:spPr bwMode="auto">
          <a:xfrm>
            <a:off x="2173502"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7" name="Rectangle 91">
            <a:extLst>
              <a:ext uri="{FF2B5EF4-FFF2-40B4-BE49-F238E27FC236}">
                <a16:creationId xmlns:a16="http://schemas.microsoft.com/office/drawing/2014/main" id="{A34BE509-D4BA-40A3-A4CD-3DF07B9E19D0}"/>
              </a:ext>
            </a:extLst>
          </p:cNvPr>
          <p:cNvSpPr>
            <a:spLocks noChangeArrowheads="1"/>
          </p:cNvSpPr>
          <p:nvPr/>
        </p:nvSpPr>
        <p:spPr bwMode="auto">
          <a:xfrm>
            <a:off x="2628934"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8" name="Rectangle 92">
            <a:extLst>
              <a:ext uri="{FF2B5EF4-FFF2-40B4-BE49-F238E27FC236}">
                <a16:creationId xmlns:a16="http://schemas.microsoft.com/office/drawing/2014/main" id="{A37FB970-0E25-4676-BC34-1A82728AF1D7}"/>
              </a:ext>
            </a:extLst>
          </p:cNvPr>
          <p:cNvSpPr>
            <a:spLocks noChangeArrowheads="1"/>
          </p:cNvSpPr>
          <p:nvPr/>
        </p:nvSpPr>
        <p:spPr bwMode="auto">
          <a:xfrm>
            <a:off x="3083197"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9" name="Rectangle 105">
            <a:extLst>
              <a:ext uri="{FF2B5EF4-FFF2-40B4-BE49-F238E27FC236}">
                <a16:creationId xmlns:a16="http://schemas.microsoft.com/office/drawing/2014/main" id="{970F9FCF-AA68-4E8F-8EA5-AAC4C5810EAB}"/>
              </a:ext>
            </a:extLst>
          </p:cNvPr>
          <p:cNvSpPr>
            <a:spLocks noChangeArrowheads="1"/>
          </p:cNvSpPr>
          <p:nvPr/>
        </p:nvSpPr>
        <p:spPr bwMode="auto">
          <a:xfrm>
            <a:off x="8996805"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0" name="Rectangle 106">
            <a:extLst>
              <a:ext uri="{FF2B5EF4-FFF2-40B4-BE49-F238E27FC236}">
                <a16:creationId xmlns:a16="http://schemas.microsoft.com/office/drawing/2014/main" id="{9D296959-779A-4776-ABF7-2FF2A73C81D2}"/>
              </a:ext>
            </a:extLst>
          </p:cNvPr>
          <p:cNvSpPr>
            <a:spLocks noChangeArrowheads="1"/>
          </p:cNvSpPr>
          <p:nvPr/>
        </p:nvSpPr>
        <p:spPr bwMode="auto">
          <a:xfrm>
            <a:off x="9451068"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1" name="Rectangle 107">
            <a:extLst>
              <a:ext uri="{FF2B5EF4-FFF2-40B4-BE49-F238E27FC236}">
                <a16:creationId xmlns:a16="http://schemas.microsoft.com/office/drawing/2014/main" id="{59855A4C-2548-423F-B57F-42922BC9B572}"/>
              </a:ext>
            </a:extLst>
          </p:cNvPr>
          <p:cNvSpPr>
            <a:spLocks noChangeArrowheads="1"/>
          </p:cNvSpPr>
          <p:nvPr/>
        </p:nvSpPr>
        <p:spPr bwMode="auto">
          <a:xfrm>
            <a:off x="9906501"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2" name="Rectangle 108">
            <a:extLst>
              <a:ext uri="{FF2B5EF4-FFF2-40B4-BE49-F238E27FC236}">
                <a16:creationId xmlns:a16="http://schemas.microsoft.com/office/drawing/2014/main" id="{54509127-BDD5-48E1-BE65-947CAC6B0439}"/>
              </a:ext>
            </a:extLst>
          </p:cNvPr>
          <p:cNvSpPr>
            <a:spLocks noChangeArrowheads="1"/>
          </p:cNvSpPr>
          <p:nvPr/>
        </p:nvSpPr>
        <p:spPr bwMode="auto">
          <a:xfrm>
            <a:off x="10360763"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3" name="Rectangle 109">
            <a:extLst>
              <a:ext uri="{FF2B5EF4-FFF2-40B4-BE49-F238E27FC236}">
                <a16:creationId xmlns:a16="http://schemas.microsoft.com/office/drawing/2014/main" id="{58C13B87-F971-4720-889B-EE6DE93E6B49}"/>
              </a:ext>
            </a:extLst>
          </p:cNvPr>
          <p:cNvSpPr>
            <a:spLocks noChangeArrowheads="1"/>
          </p:cNvSpPr>
          <p:nvPr/>
        </p:nvSpPr>
        <p:spPr bwMode="auto">
          <a:xfrm>
            <a:off x="10816197"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4" name="Rectangle 110">
            <a:extLst>
              <a:ext uri="{FF2B5EF4-FFF2-40B4-BE49-F238E27FC236}">
                <a16:creationId xmlns:a16="http://schemas.microsoft.com/office/drawing/2014/main" id="{681AD0E1-0BA7-4208-8DF7-EAB9E75AECF0}"/>
              </a:ext>
            </a:extLst>
          </p:cNvPr>
          <p:cNvSpPr>
            <a:spLocks noChangeArrowheads="1"/>
          </p:cNvSpPr>
          <p:nvPr/>
        </p:nvSpPr>
        <p:spPr bwMode="auto">
          <a:xfrm>
            <a:off x="11270460" y="18505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5" name="Rectangle 111">
            <a:extLst>
              <a:ext uri="{FF2B5EF4-FFF2-40B4-BE49-F238E27FC236}">
                <a16:creationId xmlns:a16="http://schemas.microsoft.com/office/drawing/2014/main" id="{FCBB3D30-B78E-44FC-8174-C95F9A1641DF}"/>
              </a:ext>
            </a:extLst>
          </p:cNvPr>
          <p:cNvSpPr>
            <a:spLocks noChangeArrowheads="1"/>
          </p:cNvSpPr>
          <p:nvPr/>
        </p:nvSpPr>
        <p:spPr bwMode="auto">
          <a:xfrm>
            <a:off x="11725892" y="18505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6" name="Rectangle 113">
            <a:extLst>
              <a:ext uri="{FF2B5EF4-FFF2-40B4-BE49-F238E27FC236}">
                <a16:creationId xmlns:a16="http://schemas.microsoft.com/office/drawing/2014/main" id="{699FABD8-D290-42AB-87FC-C9A58ADC7A0F}"/>
              </a:ext>
            </a:extLst>
          </p:cNvPr>
          <p:cNvSpPr>
            <a:spLocks noChangeArrowheads="1"/>
          </p:cNvSpPr>
          <p:nvPr/>
        </p:nvSpPr>
        <p:spPr bwMode="auto">
          <a:xfrm>
            <a:off x="35411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7" name="Rectangle 114">
            <a:extLst>
              <a:ext uri="{FF2B5EF4-FFF2-40B4-BE49-F238E27FC236}">
                <a16:creationId xmlns:a16="http://schemas.microsoft.com/office/drawing/2014/main" id="{0B4D148D-F129-4DB7-88C2-471CB37E2DFF}"/>
              </a:ext>
            </a:extLst>
          </p:cNvPr>
          <p:cNvSpPr>
            <a:spLocks noChangeArrowheads="1"/>
          </p:cNvSpPr>
          <p:nvPr/>
        </p:nvSpPr>
        <p:spPr bwMode="auto">
          <a:xfrm>
            <a:off x="80954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8" name="Rectangle 115">
            <a:extLst>
              <a:ext uri="{FF2B5EF4-FFF2-40B4-BE49-F238E27FC236}">
                <a16:creationId xmlns:a16="http://schemas.microsoft.com/office/drawing/2014/main" id="{6DF2FDEE-C085-4999-B8E9-1B5D1D8FDA58}"/>
              </a:ext>
            </a:extLst>
          </p:cNvPr>
          <p:cNvSpPr>
            <a:spLocks noChangeArrowheads="1"/>
          </p:cNvSpPr>
          <p:nvPr/>
        </p:nvSpPr>
        <p:spPr bwMode="auto">
          <a:xfrm>
            <a:off x="1263805" y="235897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9" name="Rectangle 116">
            <a:extLst>
              <a:ext uri="{FF2B5EF4-FFF2-40B4-BE49-F238E27FC236}">
                <a16:creationId xmlns:a16="http://schemas.microsoft.com/office/drawing/2014/main" id="{2F001154-22EC-4762-9895-75CD714E3181}"/>
              </a:ext>
            </a:extLst>
          </p:cNvPr>
          <p:cNvSpPr>
            <a:spLocks noChangeArrowheads="1"/>
          </p:cNvSpPr>
          <p:nvPr/>
        </p:nvSpPr>
        <p:spPr bwMode="auto">
          <a:xfrm>
            <a:off x="1719239"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0" name="Rectangle 117">
            <a:extLst>
              <a:ext uri="{FF2B5EF4-FFF2-40B4-BE49-F238E27FC236}">
                <a16:creationId xmlns:a16="http://schemas.microsoft.com/office/drawing/2014/main" id="{8CB1148A-8A8E-4217-B7AD-E1D5D2B0D9EB}"/>
              </a:ext>
            </a:extLst>
          </p:cNvPr>
          <p:cNvSpPr>
            <a:spLocks noChangeArrowheads="1"/>
          </p:cNvSpPr>
          <p:nvPr/>
        </p:nvSpPr>
        <p:spPr bwMode="auto">
          <a:xfrm>
            <a:off x="2173502" y="2358971"/>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1" name="Rectangle 118">
            <a:extLst>
              <a:ext uri="{FF2B5EF4-FFF2-40B4-BE49-F238E27FC236}">
                <a16:creationId xmlns:a16="http://schemas.microsoft.com/office/drawing/2014/main" id="{20FE1950-CE5A-4D2F-96A0-94186638CA98}"/>
              </a:ext>
            </a:extLst>
          </p:cNvPr>
          <p:cNvSpPr>
            <a:spLocks noChangeArrowheads="1"/>
          </p:cNvSpPr>
          <p:nvPr/>
        </p:nvSpPr>
        <p:spPr bwMode="auto">
          <a:xfrm>
            <a:off x="2628934"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2" name="Rectangle 119">
            <a:extLst>
              <a:ext uri="{FF2B5EF4-FFF2-40B4-BE49-F238E27FC236}">
                <a16:creationId xmlns:a16="http://schemas.microsoft.com/office/drawing/2014/main" id="{83A14354-B3F5-4073-AA5C-F099A82F6A08}"/>
              </a:ext>
            </a:extLst>
          </p:cNvPr>
          <p:cNvSpPr>
            <a:spLocks noChangeArrowheads="1"/>
          </p:cNvSpPr>
          <p:nvPr/>
        </p:nvSpPr>
        <p:spPr bwMode="auto">
          <a:xfrm>
            <a:off x="3083197"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3" name="Rectangle 132">
            <a:extLst>
              <a:ext uri="{FF2B5EF4-FFF2-40B4-BE49-F238E27FC236}">
                <a16:creationId xmlns:a16="http://schemas.microsoft.com/office/drawing/2014/main" id="{76AA0892-AC62-4F6F-833D-458C99E021BD}"/>
              </a:ext>
            </a:extLst>
          </p:cNvPr>
          <p:cNvSpPr>
            <a:spLocks noChangeArrowheads="1"/>
          </p:cNvSpPr>
          <p:nvPr/>
        </p:nvSpPr>
        <p:spPr bwMode="auto">
          <a:xfrm>
            <a:off x="8996805"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4" name="Rectangle 133">
            <a:extLst>
              <a:ext uri="{FF2B5EF4-FFF2-40B4-BE49-F238E27FC236}">
                <a16:creationId xmlns:a16="http://schemas.microsoft.com/office/drawing/2014/main" id="{A9C2DB91-40AA-4597-9B38-C5864CB8F9BE}"/>
              </a:ext>
            </a:extLst>
          </p:cNvPr>
          <p:cNvSpPr>
            <a:spLocks noChangeArrowheads="1"/>
          </p:cNvSpPr>
          <p:nvPr/>
        </p:nvSpPr>
        <p:spPr bwMode="auto">
          <a:xfrm>
            <a:off x="9451068"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5" name="Rectangle 134">
            <a:extLst>
              <a:ext uri="{FF2B5EF4-FFF2-40B4-BE49-F238E27FC236}">
                <a16:creationId xmlns:a16="http://schemas.microsoft.com/office/drawing/2014/main" id="{4C7BF4BD-0F20-4B33-94A1-72CA3EDF2983}"/>
              </a:ext>
            </a:extLst>
          </p:cNvPr>
          <p:cNvSpPr>
            <a:spLocks noChangeArrowheads="1"/>
          </p:cNvSpPr>
          <p:nvPr/>
        </p:nvSpPr>
        <p:spPr bwMode="auto">
          <a:xfrm>
            <a:off x="9906501"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6" name="Rectangle 135">
            <a:extLst>
              <a:ext uri="{FF2B5EF4-FFF2-40B4-BE49-F238E27FC236}">
                <a16:creationId xmlns:a16="http://schemas.microsoft.com/office/drawing/2014/main" id="{06A886E0-5EF6-4EF7-A054-B2E0B10BC970}"/>
              </a:ext>
            </a:extLst>
          </p:cNvPr>
          <p:cNvSpPr>
            <a:spLocks noChangeArrowheads="1"/>
          </p:cNvSpPr>
          <p:nvPr/>
        </p:nvSpPr>
        <p:spPr bwMode="auto">
          <a:xfrm>
            <a:off x="10360763"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7" name="Rectangle 136">
            <a:extLst>
              <a:ext uri="{FF2B5EF4-FFF2-40B4-BE49-F238E27FC236}">
                <a16:creationId xmlns:a16="http://schemas.microsoft.com/office/drawing/2014/main" id="{15585719-9169-4D98-80F3-2CB8A58F3F5E}"/>
              </a:ext>
            </a:extLst>
          </p:cNvPr>
          <p:cNvSpPr>
            <a:spLocks noChangeArrowheads="1"/>
          </p:cNvSpPr>
          <p:nvPr/>
        </p:nvSpPr>
        <p:spPr bwMode="auto">
          <a:xfrm>
            <a:off x="10816197"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8" name="Rectangle 137">
            <a:extLst>
              <a:ext uri="{FF2B5EF4-FFF2-40B4-BE49-F238E27FC236}">
                <a16:creationId xmlns:a16="http://schemas.microsoft.com/office/drawing/2014/main" id="{1528ECA1-B6B5-4F12-B518-F98298404AD8}"/>
              </a:ext>
            </a:extLst>
          </p:cNvPr>
          <p:cNvSpPr>
            <a:spLocks noChangeArrowheads="1"/>
          </p:cNvSpPr>
          <p:nvPr/>
        </p:nvSpPr>
        <p:spPr bwMode="auto">
          <a:xfrm>
            <a:off x="11270460" y="23589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9" name="Rectangle 138">
            <a:extLst>
              <a:ext uri="{FF2B5EF4-FFF2-40B4-BE49-F238E27FC236}">
                <a16:creationId xmlns:a16="http://schemas.microsoft.com/office/drawing/2014/main" id="{A5E04FCD-9144-4125-B905-01BA90E876FE}"/>
              </a:ext>
            </a:extLst>
          </p:cNvPr>
          <p:cNvSpPr>
            <a:spLocks noChangeArrowheads="1"/>
          </p:cNvSpPr>
          <p:nvPr/>
        </p:nvSpPr>
        <p:spPr bwMode="auto">
          <a:xfrm>
            <a:off x="11725892" y="23589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0" name="Rectangle 140">
            <a:extLst>
              <a:ext uri="{FF2B5EF4-FFF2-40B4-BE49-F238E27FC236}">
                <a16:creationId xmlns:a16="http://schemas.microsoft.com/office/drawing/2014/main" id="{A3A97D31-5EE8-448D-8A5F-2BFCFB9E7036}"/>
              </a:ext>
            </a:extLst>
          </p:cNvPr>
          <p:cNvSpPr>
            <a:spLocks noChangeArrowheads="1"/>
          </p:cNvSpPr>
          <p:nvPr/>
        </p:nvSpPr>
        <p:spPr bwMode="auto">
          <a:xfrm>
            <a:off x="354110" y="28661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1" name="Rectangle 141">
            <a:extLst>
              <a:ext uri="{FF2B5EF4-FFF2-40B4-BE49-F238E27FC236}">
                <a16:creationId xmlns:a16="http://schemas.microsoft.com/office/drawing/2014/main" id="{D5A6A0D9-0DCB-4C02-B821-ECBB42E71769}"/>
              </a:ext>
            </a:extLst>
          </p:cNvPr>
          <p:cNvSpPr>
            <a:spLocks noChangeArrowheads="1"/>
          </p:cNvSpPr>
          <p:nvPr/>
        </p:nvSpPr>
        <p:spPr bwMode="auto">
          <a:xfrm>
            <a:off x="809542" y="28661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2" name="Rectangle 142">
            <a:extLst>
              <a:ext uri="{FF2B5EF4-FFF2-40B4-BE49-F238E27FC236}">
                <a16:creationId xmlns:a16="http://schemas.microsoft.com/office/drawing/2014/main" id="{E4CFE5B5-7797-4C7B-B3D9-787A3D923EFF}"/>
              </a:ext>
            </a:extLst>
          </p:cNvPr>
          <p:cNvSpPr>
            <a:spLocks noChangeArrowheads="1"/>
          </p:cNvSpPr>
          <p:nvPr/>
        </p:nvSpPr>
        <p:spPr bwMode="auto">
          <a:xfrm>
            <a:off x="1263805"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3" name="Rectangle 143">
            <a:extLst>
              <a:ext uri="{FF2B5EF4-FFF2-40B4-BE49-F238E27FC236}">
                <a16:creationId xmlns:a16="http://schemas.microsoft.com/office/drawing/2014/main" id="{16868543-F08E-4EF2-A138-A5D60AD4C433}"/>
              </a:ext>
            </a:extLst>
          </p:cNvPr>
          <p:cNvSpPr>
            <a:spLocks noChangeArrowheads="1"/>
          </p:cNvSpPr>
          <p:nvPr/>
        </p:nvSpPr>
        <p:spPr bwMode="auto">
          <a:xfrm>
            <a:off x="1719239"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4" name="Rectangle 144">
            <a:extLst>
              <a:ext uri="{FF2B5EF4-FFF2-40B4-BE49-F238E27FC236}">
                <a16:creationId xmlns:a16="http://schemas.microsoft.com/office/drawing/2014/main" id="{7AA615AC-F660-426D-A925-78A832B1F87C}"/>
              </a:ext>
            </a:extLst>
          </p:cNvPr>
          <p:cNvSpPr>
            <a:spLocks noChangeArrowheads="1"/>
          </p:cNvSpPr>
          <p:nvPr/>
        </p:nvSpPr>
        <p:spPr bwMode="auto">
          <a:xfrm>
            <a:off x="2173502"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5" name="Rectangle 145">
            <a:extLst>
              <a:ext uri="{FF2B5EF4-FFF2-40B4-BE49-F238E27FC236}">
                <a16:creationId xmlns:a16="http://schemas.microsoft.com/office/drawing/2014/main" id="{DA02DEE7-518D-4550-A98E-419A429F2830}"/>
              </a:ext>
            </a:extLst>
          </p:cNvPr>
          <p:cNvSpPr>
            <a:spLocks noChangeArrowheads="1"/>
          </p:cNvSpPr>
          <p:nvPr/>
        </p:nvSpPr>
        <p:spPr bwMode="auto">
          <a:xfrm>
            <a:off x="2628934"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6" name="Rectangle 146">
            <a:extLst>
              <a:ext uri="{FF2B5EF4-FFF2-40B4-BE49-F238E27FC236}">
                <a16:creationId xmlns:a16="http://schemas.microsoft.com/office/drawing/2014/main" id="{CF13D66E-ABF4-4967-B8B3-F517D9B3C45C}"/>
              </a:ext>
            </a:extLst>
          </p:cNvPr>
          <p:cNvSpPr>
            <a:spLocks noChangeArrowheads="1"/>
          </p:cNvSpPr>
          <p:nvPr/>
        </p:nvSpPr>
        <p:spPr bwMode="auto">
          <a:xfrm>
            <a:off x="3083197"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7" name="Rectangle 159">
            <a:extLst>
              <a:ext uri="{FF2B5EF4-FFF2-40B4-BE49-F238E27FC236}">
                <a16:creationId xmlns:a16="http://schemas.microsoft.com/office/drawing/2014/main" id="{7B7E4AC4-5592-4DE6-AD9F-62E8E5E7C391}"/>
              </a:ext>
            </a:extLst>
          </p:cNvPr>
          <p:cNvSpPr>
            <a:spLocks noChangeArrowheads="1"/>
          </p:cNvSpPr>
          <p:nvPr/>
        </p:nvSpPr>
        <p:spPr bwMode="auto">
          <a:xfrm>
            <a:off x="8996805"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8" name="Rectangle 160">
            <a:extLst>
              <a:ext uri="{FF2B5EF4-FFF2-40B4-BE49-F238E27FC236}">
                <a16:creationId xmlns:a16="http://schemas.microsoft.com/office/drawing/2014/main" id="{64C2F106-22BF-42DB-B523-838D7919E609}"/>
              </a:ext>
            </a:extLst>
          </p:cNvPr>
          <p:cNvSpPr>
            <a:spLocks noChangeArrowheads="1"/>
          </p:cNvSpPr>
          <p:nvPr/>
        </p:nvSpPr>
        <p:spPr bwMode="auto">
          <a:xfrm>
            <a:off x="9451068"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9" name="Rectangle 161">
            <a:extLst>
              <a:ext uri="{FF2B5EF4-FFF2-40B4-BE49-F238E27FC236}">
                <a16:creationId xmlns:a16="http://schemas.microsoft.com/office/drawing/2014/main" id="{476760DC-3414-46D3-8ED3-E57574242DE7}"/>
              </a:ext>
            </a:extLst>
          </p:cNvPr>
          <p:cNvSpPr>
            <a:spLocks noChangeArrowheads="1"/>
          </p:cNvSpPr>
          <p:nvPr/>
        </p:nvSpPr>
        <p:spPr bwMode="auto">
          <a:xfrm>
            <a:off x="9906501"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0" name="Rectangle 162">
            <a:extLst>
              <a:ext uri="{FF2B5EF4-FFF2-40B4-BE49-F238E27FC236}">
                <a16:creationId xmlns:a16="http://schemas.microsoft.com/office/drawing/2014/main" id="{35BC5B5E-6559-46F0-8351-DB26B20688E7}"/>
              </a:ext>
            </a:extLst>
          </p:cNvPr>
          <p:cNvSpPr>
            <a:spLocks noChangeArrowheads="1"/>
          </p:cNvSpPr>
          <p:nvPr/>
        </p:nvSpPr>
        <p:spPr bwMode="auto">
          <a:xfrm>
            <a:off x="10360763"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1" name="Rectangle 163">
            <a:extLst>
              <a:ext uri="{FF2B5EF4-FFF2-40B4-BE49-F238E27FC236}">
                <a16:creationId xmlns:a16="http://schemas.microsoft.com/office/drawing/2014/main" id="{524E5712-0FF8-47E1-B2AE-812F34F65ED9}"/>
              </a:ext>
            </a:extLst>
          </p:cNvPr>
          <p:cNvSpPr>
            <a:spLocks noChangeArrowheads="1"/>
          </p:cNvSpPr>
          <p:nvPr/>
        </p:nvSpPr>
        <p:spPr bwMode="auto">
          <a:xfrm>
            <a:off x="10816197"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2" name="Rectangle 164">
            <a:extLst>
              <a:ext uri="{FF2B5EF4-FFF2-40B4-BE49-F238E27FC236}">
                <a16:creationId xmlns:a16="http://schemas.microsoft.com/office/drawing/2014/main" id="{617C8CE6-515E-494D-A867-E140F467B681}"/>
              </a:ext>
            </a:extLst>
          </p:cNvPr>
          <p:cNvSpPr>
            <a:spLocks noChangeArrowheads="1"/>
          </p:cNvSpPr>
          <p:nvPr/>
        </p:nvSpPr>
        <p:spPr bwMode="auto">
          <a:xfrm>
            <a:off x="11270460" y="28661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3" name="Rectangle 165">
            <a:extLst>
              <a:ext uri="{FF2B5EF4-FFF2-40B4-BE49-F238E27FC236}">
                <a16:creationId xmlns:a16="http://schemas.microsoft.com/office/drawing/2014/main" id="{D8599EDD-A959-45FB-8FD2-64277464E977}"/>
              </a:ext>
            </a:extLst>
          </p:cNvPr>
          <p:cNvSpPr>
            <a:spLocks noChangeArrowheads="1"/>
          </p:cNvSpPr>
          <p:nvPr/>
        </p:nvSpPr>
        <p:spPr bwMode="auto">
          <a:xfrm>
            <a:off x="11725892" y="28661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4" name="Rectangle 167">
            <a:extLst>
              <a:ext uri="{FF2B5EF4-FFF2-40B4-BE49-F238E27FC236}">
                <a16:creationId xmlns:a16="http://schemas.microsoft.com/office/drawing/2014/main" id="{0603D8C1-859C-43D4-B068-9EB9FBCE206C}"/>
              </a:ext>
            </a:extLst>
          </p:cNvPr>
          <p:cNvSpPr>
            <a:spLocks noChangeArrowheads="1"/>
          </p:cNvSpPr>
          <p:nvPr/>
        </p:nvSpPr>
        <p:spPr bwMode="auto">
          <a:xfrm>
            <a:off x="35411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5" name="Rectangle 168">
            <a:extLst>
              <a:ext uri="{FF2B5EF4-FFF2-40B4-BE49-F238E27FC236}">
                <a16:creationId xmlns:a16="http://schemas.microsoft.com/office/drawing/2014/main" id="{B93977AF-46E4-45C2-8A01-209FA245E2C2}"/>
              </a:ext>
            </a:extLst>
          </p:cNvPr>
          <p:cNvSpPr>
            <a:spLocks noChangeArrowheads="1"/>
          </p:cNvSpPr>
          <p:nvPr/>
        </p:nvSpPr>
        <p:spPr bwMode="auto">
          <a:xfrm>
            <a:off x="809542"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6" name="Rectangle 169">
            <a:extLst>
              <a:ext uri="{FF2B5EF4-FFF2-40B4-BE49-F238E27FC236}">
                <a16:creationId xmlns:a16="http://schemas.microsoft.com/office/drawing/2014/main" id="{50A4256E-5C7A-4A2F-AB2B-C8EFA85293EA}"/>
              </a:ext>
            </a:extLst>
          </p:cNvPr>
          <p:cNvSpPr>
            <a:spLocks noChangeArrowheads="1"/>
          </p:cNvSpPr>
          <p:nvPr/>
        </p:nvSpPr>
        <p:spPr bwMode="auto">
          <a:xfrm>
            <a:off x="1263805"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7" name="Rectangle 170">
            <a:extLst>
              <a:ext uri="{FF2B5EF4-FFF2-40B4-BE49-F238E27FC236}">
                <a16:creationId xmlns:a16="http://schemas.microsoft.com/office/drawing/2014/main" id="{59DD1AC1-2925-4164-9326-E23F394AFACB}"/>
              </a:ext>
            </a:extLst>
          </p:cNvPr>
          <p:cNvSpPr>
            <a:spLocks noChangeArrowheads="1"/>
          </p:cNvSpPr>
          <p:nvPr/>
        </p:nvSpPr>
        <p:spPr bwMode="auto">
          <a:xfrm>
            <a:off x="1719239"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8" name="Rectangle 171">
            <a:extLst>
              <a:ext uri="{FF2B5EF4-FFF2-40B4-BE49-F238E27FC236}">
                <a16:creationId xmlns:a16="http://schemas.microsoft.com/office/drawing/2014/main" id="{D9BD2BBC-9899-4590-8E1D-9C58972E57A8}"/>
              </a:ext>
            </a:extLst>
          </p:cNvPr>
          <p:cNvSpPr>
            <a:spLocks noChangeArrowheads="1"/>
          </p:cNvSpPr>
          <p:nvPr/>
        </p:nvSpPr>
        <p:spPr bwMode="auto">
          <a:xfrm>
            <a:off x="2173502"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9" name="Rectangle 172">
            <a:extLst>
              <a:ext uri="{FF2B5EF4-FFF2-40B4-BE49-F238E27FC236}">
                <a16:creationId xmlns:a16="http://schemas.microsoft.com/office/drawing/2014/main" id="{A93CAC56-6630-4410-BA23-589CFEF93313}"/>
              </a:ext>
            </a:extLst>
          </p:cNvPr>
          <p:cNvSpPr>
            <a:spLocks noChangeArrowheads="1"/>
          </p:cNvSpPr>
          <p:nvPr/>
        </p:nvSpPr>
        <p:spPr bwMode="auto">
          <a:xfrm>
            <a:off x="2628934"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0" name="Rectangle 173">
            <a:extLst>
              <a:ext uri="{FF2B5EF4-FFF2-40B4-BE49-F238E27FC236}">
                <a16:creationId xmlns:a16="http://schemas.microsoft.com/office/drawing/2014/main" id="{721D7B09-2669-42D7-A71A-2581A0113F13}"/>
              </a:ext>
            </a:extLst>
          </p:cNvPr>
          <p:cNvSpPr>
            <a:spLocks noChangeArrowheads="1"/>
          </p:cNvSpPr>
          <p:nvPr/>
        </p:nvSpPr>
        <p:spPr bwMode="auto">
          <a:xfrm>
            <a:off x="3083197"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1" name="Rectangle 186">
            <a:extLst>
              <a:ext uri="{FF2B5EF4-FFF2-40B4-BE49-F238E27FC236}">
                <a16:creationId xmlns:a16="http://schemas.microsoft.com/office/drawing/2014/main" id="{A024ED31-769A-4A0C-A18B-E09709B473F7}"/>
              </a:ext>
            </a:extLst>
          </p:cNvPr>
          <p:cNvSpPr>
            <a:spLocks noChangeArrowheads="1"/>
          </p:cNvSpPr>
          <p:nvPr/>
        </p:nvSpPr>
        <p:spPr bwMode="auto">
          <a:xfrm>
            <a:off x="8996805"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2" name="Rectangle 187">
            <a:extLst>
              <a:ext uri="{FF2B5EF4-FFF2-40B4-BE49-F238E27FC236}">
                <a16:creationId xmlns:a16="http://schemas.microsoft.com/office/drawing/2014/main" id="{5D25C9B2-51EB-439E-B42C-8439DBE38630}"/>
              </a:ext>
            </a:extLst>
          </p:cNvPr>
          <p:cNvSpPr>
            <a:spLocks noChangeArrowheads="1"/>
          </p:cNvSpPr>
          <p:nvPr/>
        </p:nvSpPr>
        <p:spPr bwMode="auto">
          <a:xfrm>
            <a:off x="9451068"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3" name="Rectangle 188">
            <a:extLst>
              <a:ext uri="{FF2B5EF4-FFF2-40B4-BE49-F238E27FC236}">
                <a16:creationId xmlns:a16="http://schemas.microsoft.com/office/drawing/2014/main" id="{CB51A720-AF45-41F9-BAA4-2D2D9B1A8F06}"/>
              </a:ext>
            </a:extLst>
          </p:cNvPr>
          <p:cNvSpPr>
            <a:spLocks noChangeArrowheads="1"/>
          </p:cNvSpPr>
          <p:nvPr/>
        </p:nvSpPr>
        <p:spPr bwMode="auto">
          <a:xfrm>
            <a:off x="9906501"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4" name="Rectangle 189">
            <a:extLst>
              <a:ext uri="{FF2B5EF4-FFF2-40B4-BE49-F238E27FC236}">
                <a16:creationId xmlns:a16="http://schemas.microsoft.com/office/drawing/2014/main" id="{C79495A3-835C-4974-A319-4B7063E8D511}"/>
              </a:ext>
            </a:extLst>
          </p:cNvPr>
          <p:cNvSpPr>
            <a:spLocks noChangeArrowheads="1"/>
          </p:cNvSpPr>
          <p:nvPr/>
        </p:nvSpPr>
        <p:spPr bwMode="auto">
          <a:xfrm>
            <a:off x="10360763"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5" name="Rectangle 190">
            <a:extLst>
              <a:ext uri="{FF2B5EF4-FFF2-40B4-BE49-F238E27FC236}">
                <a16:creationId xmlns:a16="http://schemas.microsoft.com/office/drawing/2014/main" id="{A635A506-51C2-4991-9EE9-6D4F58B2A78B}"/>
              </a:ext>
            </a:extLst>
          </p:cNvPr>
          <p:cNvSpPr>
            <a:spLocks noChangeArrowheads="1"/>
          </p:cNvSpPr>
          <p:nvPr/>
        </p:nvSpPr>
        <p:spPr bwMode="auto">
          <a:xfrm>
            <a:off x="10816197" y="33745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6" name="Rectangle 191">
            <a:extLst>
              <a:ext uri="{FF2B5EF4-FFF2-40B4-BE49-F238E27FC236}">
                <a16:creationId xmlns:a16="http://schemas.microsoft.com/office/drawing/2014/main" id="{08D7A92B-AB5F-4B0A-887C-7D9EBE4B1B93}"/>
              </a:ext>
            </a:extLst>
          </p:cNvPr>
          <p:cNvSpPr>
            <a:spLocks noChangeArrowheads="1"/>
          </p:cNvSpPr>
          <p:nvPr/>
        </p:nvSpPr>
        <p:spPr bwMode="auto">
          <a:xfrm>
            <a:off x="11270460" y="33745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7" name="Rectangle 192">
            <a:extLst>
              <a:ext uri="{FF2B5EF4-FFF2-40B4-BE49-F238E27FC236}">
                <a16:creationId xmlns:a16="http://schemas.microsoft.com/office/drawing/2014/main" id="{35958760-CFAF-4281-9A3D-2676F1188443}"/>
              </a:ext>
            </a:extLst>
          </p:cNvPr>
          <p:cNvSpPr>
            <a:spLocks noChangeArrowheads="1"/>
          </p:cNvSpPr>
          <p:nvPr/>
        </p:nvSpPr>
        <p:spPr bwMode="auto">
          <a:xfrm>
            <a:off x="11725892" y="33745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8" name="Rectangle 194">
            <a:extLst>
              <a:ext uri="{FF2B5EF4-FFF2-40B4-BE49-F238E27FC236}">
                <a16:creationId xmlns:a16="http://schemas.microsoft.com/office/drawing/2014/main" id="{92029F51-881A-43F7-9AA5-93A2ED11CBE1}"/>
              </a:ext>
            </a:extLst>
          </p:cNvPr>
          <p:cNvSpPr>
            <a:spLocks noChangeArrowheads="1"/>
          </p:cNvSpPr>
          <p:nvPr/>
        </p:nvSpPr>
        <p:spPr bwMode="auto">
          <a:xfrm>
            <a:off x="354110"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9" name="Rectangle 195">
            <a:extLst>
              <a:ext uri="{FF2B5EF4-FFF2-40B4-BE49-F238E27FC236}">
                <a16:creationId xmlns:a16="http://schemas.microsoft.com/office/drawing/2014/main" id="{42A3ED3D-6F9D-4F03-B4CA-936ED0F204F2}"/>
              </a:ext>
            </a:extLst>
          </p:cNvPr>
          <p:cNvSpPr>
            <a:spLocks noChangeArrowheads="1"/>
          </p:cNvSpPr>
          <p:nvPr/>
        </p:nvSpPr>
        <p:spPr bwMode="auto">
          <a:xfrm>
            <a:off x="809542" y="388297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0" name="Rectangle 196">
            <a:extLst>
              <a:ext uri="{FF2B5EF4-FFF2-40B4-BE49-F238E27FC236}">
                <a16:creationId xmlns:a16="http://schemas.microsoft.com/office/drawing/2014/main" id="{AC2A2B9C-988E-4A8C-8FAE-5034533F2906}"/>
              </a:ext>
            </a:extLst>
          </p:cNvPr>
          <p:cNvSpPr>
            <a:spLocks noChangeArrowheads="1"/>
          </p:cNvSpPr>
          <p:nvPr/>
        </p:nvSpPr>
        <p:spPr bwMode="auto">
          <a:xfrm>
            <a:off x="1263805"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1" name="Rectangle 197">
            <a:extLst>
              <a:ext uri="{FF2B5EF4-FFF2-40B4-BE49-F238E27FC236}">
                <a16:creationId xmlns:a16="http://schemas.microsoft.com/office/drawing/2014/main" id="{E2C4B438-1F77-4FA1-8C82-F295DAA97AAD}"/>
              </a:ext>
            </a:extLst>
          </p:cNvPr>
          <p:cNvSpPr>
            <a:spLocks noChangeArrowheads="1"/>
          </p:cNvSpPr>
          <p:nvPr/>
        </p:nvSpPr>
        <p:spPr bwMode="auto">
          <a:xfrm>
            <a:off x="1719239"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2" name="Rectangle 198">
            <a:extLst>
              <a:ext uri="{FF2B5EF4-FFF2-40B4-BE49-F238E27FC236}">
                <a16:creationId xmlns:a16="http://schemas.microsoft.com/office/drawing/2014/main" id="{79DC185F-3902-41A7-806F-A84ACBB11EA3}"/>
              </a:ext>
            </a:extLst>
          </p:cNvPr>
          <p:cNvSpPr>
            <a:spLocks noChangeArrowheads="1"/>
          </p:cNvSpPr>
          <p:nvPr/>
        </p:nvSpPr>
        <p:spPr bwMode="auto">
          <a:xfrm>
            <a:off x="2173502"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3" name="Rectangle 199">
            <a:extLst>
              <a:ext uri="{FF2B5EF4-FFF2-40B4-BE49-F238E27FC236}">
                <a16:creationId xmlns:a16="http://schemas.microsoft.com/office/drawing/2014/main" id="{C6E21298-E9AA-4E0A-BD16-901A320D5070}"/>
              </a:ext>
            </a:extLst>
          </p:cNvPr>
          <p:cNvSpPr>
            <a:spLocks noChangeArrowheads="1"/>
          </p:cNvSpPr>
          <p:nvPr/>
        </p:nvSpPr>
        <p:spPr bwMode="auto">
          <a:xfrm>
            <a:off x="2628934"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4" name="Rectangle 200">
            <a:extLst>
              <a:ext uri="{FF2B5EF4-FFF2-40B4-BE49-F238E27FC236}">
                <a16:creationId xmlns:a16="http://schemas.microsoft.com/office/drawing/2014/main" id="{71546F84-807D-4F8E-A64C-9BFECFED6303}"/>
              </a:ext>
            </a:extLst>
          </p:cNvPr>
          <p:cNvSpPr>
            <a:spLocks noChangeArrowheads="1"/>
          </p:cNvSpPr>
          <p:nvPr/>
        </p:nvSpPr>
        <p:spPr bwMode="auto">
          <a:xfrm>
            <a:off x="3083197"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5" name="Rectangle 214">
            <a:extLst>
              <a:ext uri="{FF2B5EF4-FFF2-40B4-BE49-F238E27FC236}">
                <a16:creationId xmlns:a16="http://schemas.microsoft.com/office/drawing/2014/main" id="{CFB4EA3C-FFA6-432E-9174-8C7700EBF454}"/>
              </a:ext>
            </a:extLst>
          </p:cNvPr>
          <p:cNvSpPr>
            <a:spLocks noChangeArrowheads="1"/>
          </p:cNvSpPr>
          <p:nvPr/>
        </p:nvSpPr>
        <p:spPr bwMode="auto">
          <a:xfrm>
            <a:off x="8996805"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6" name="Rectangle 215">
            <a:extLst>
              <a:ext uri="{FF2B5EF4-FFF2-40B4-BE49-F238E27FC236}">
                <a16:creationId xmlns:a16="http://schemas.microsoft.com/office/drawing/2014/main" id="{F8864E38-6F87-4A94-998C-DA1B4D050F30}"/>
              </a:ext>
            </a:extLst>
          </p:cNvPr>
          <p:cNvSpPr>
            <a:spLocks noChangeArrowheads="1"/>
          </p:cNvSpPr>
          <p:nvPr/>
        </p:nvSpPr>
        <p:spPr bwMode="auto">
          <a:xfrm>
            <a:off x="9451068"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7" name="Rectangle 216">
            <a:extLst>
              <a:ext uri="{FF2B5EF4-FFF2-40B4-BE49-F238E27FC236}">
                <a16:creationId xmlns:a16="http://schemas.microsoft.com/office/drawing/2014/main" id="{CE27A9F8-9958-4033-AB44-66F20B12EB24}"/>
              </a:ext>
            </a:extLst>
          </p:cNvPr>
          <p:cNvSpPr>
            <a:spLocks noChangeArrowheads="1"/>
          </p:cNvSpPr>
          <p:nvPr/>
        </p:nvSpPr>
        <p:spPr bwMode="auto">
          <a:xfrm>
            <a:off x="9906502"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8" name="Rectangle 217">
            <a:extLst>
              <a:ext uri="{FF2B5EF4-FFF2-40B4-BE49-F238E27FC236}">
                <a16:creationId xmlns:a16="http://schemas.microsoft.com/office/drawing/2014/main" id="{4B9DD88C-AAF5-42E9-B1D0-E407BBE2562D}"/>
              </a:ext>
            </a:extLst>
          </p:cNvPr>
          <p:cNvSpPr>
            <a:spLocks noChangeArrowheads="1"/>
          </p:cNvSpPr>
          <p:nvPr/>
        </p:nvSpPr>
        <p:spPr bwMode="auto">
          <a:xfrm>
            <a:off x="10360764" y="388297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9" name="Rectangle 218">
            <a:extLst>
              <a:ext uri="{FF2B5EF4-FFF2-40B4-BE49-F238E27FC236}">
                <a16:creationId xmlns:a16="http://schemas.microsoft.com/office/drawing/2014/main" id="{19811468-3F50-46A5-9FCC-E142EB047E28}"/>
              </a:ext>
            </a:extLst>
          </p:cNvPr>
          <p:cNvSpPr>
            <a:spLocks noChangeArrowheads="1"/>
          </p:cNvSpPr>
          <p:nvPr/>
        </p:nvSpPr>
        <p:spPr bwMode="auto">
          <a:xfrm>
            <a:off x="10816197"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0" name="Rectangle 219">
            <a:extLst>
              <a:ext uri="{FF2B5EF4-FFF2-40B4-BE49-F238E27FC236}">
                <a16:creationId xmlns:a16="http://schemas.microsoft.com/office/drawing/2014/main" id="{8B7D78B3-2097-4A23-9C3F-1125A291261D}"/>
              </a:ext>
            </a:extLst>
          </p:cNvPr>
          <p:cNvSpPr>
            <a:spLocks noChangeArrowheads="1"/>
          </p:cNvSpPr>
          <p:nvPr/>
        </p:nvSpPr>
        <p:spPr bwMode="auto">
          <a:xfrm>
            <a:off x="11270460" y="3882979"/>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1" name="Rectangle 220">
            <a:extLst>
              <a:ext uri="{FF2B5EF4-FFF2-40B4-BE49-F238E27FC236}">
                <a16:creationId xmlns:a16="http://schemas.microsoft.com/office/drawing/2014/main" id="{DBB4AA29-F514-41F3-B6B4-9610813E1395}"/>
              </a:ext>
            </a:extLst>
          </p:cNvPr>
          <p:cNvSpPr>
            <a:spLocks noChangeArrowheads="1"/>
          </p:cNvSpPr>
          <p:nvPr/>
        </p:nvSpPr>
        <p:spPr bwMode="auto">
          <a:xfrm>
            <a:off x="11725893" y="388297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2" name="Rectangle 222">
            <a:extLst>
              <a:ext uri="{FF2B5EF4-FFF2-40B4-BE49-F238E27FC236}">
                <a16:creationId xmlns:a16="http://schemas.microsoft.com/office/drawing/2014/main" id="{287D0D65-4B00-4631-B5FC-94D7E43E842D}"/>
              </a:ext>
            </a:extLst>
          </p:cNvPr>
          <p:cNvSpPr>
            <a:spLocks noChangeArrowheads="1"/>
          </p:cNvSpPr>
          <p:nvPr/>
        </p:nvSpPr>
        <p:spPr bwMode="auto">
          <a:xfrm>
            <a:off x="35411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3" name="Rectangle 223">
            <a:extLst>
              <a:ext uri="{FF2B5EF4-FFF2-40B4-BE49-F238E27FC236}">
                <a16:creationId xmlns:a16="http://schemas.microsoft.com/office/drawing/2014/main" id="{FBB8768D-6FD5-4CB0-A06E-CF3727089158}"/>
              </a:ext>
            </a:extLst>
          </p:cNvPr>
          <p:cNvSpPr>
            <a:spLocks noChangeArrowheads="1"/>
          </p:cNvSpPr>
          <p:nvPr/>
        </p:nvSpPr>
        <p:spPr bwMode="auto">
          <a:xfrm>
            <a:off x="80954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4" name="Rectangle 224">
            <a:extLst>
              <a:ext uri="{FF2B5EF4-FFF2-40B4-BE49-F238E27FC236}">
                <a16:creationId xmlns:a16="http://schemas.microsoft.com/office/drawing/2014/main" id="{281CA9FD-C68E-46EE-A725-A9F8AA1B82A2}"/>
              </a:ext>
            </a:extLst>
          </p:cNvPr>
          <p:cNvSpPr>
            <a:spLocks noChangeArrowheads="1"/>
          </p:cNvSpPr>
          <p:nvPr/>
        </p:nvSpPr>
        <p:spPr bwMode="auto">
          <a:xfrm>
            <a:off x="1263806"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5" name="Rectangle 225">
            <a:extLst>
              <a:ext uri="{FF2B5EF4-FFF2-40B4-BE49-F238E27FC236}">
                <a16:creationId xmlns:a16="http://schemas.microsoft.com/office/drawing/2014/main" id="{2C929F36-95D0-44EF-A29A-4917FCAA9DC8}"/>
              </a:ext>
            </a:extLst>
          </p:cNvPr>
          <p:cNvSpPr>
            <a:spLocks noChangeArrowheads="1"/>
          </p:cNvSpPr>
          <p:nvPr/>
        </p:nvSpPr>
        <p:spPr bwMode="auto">
          <a:xfrm>
            <a:off x="1719239"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6" name="Rectangle 226">
            <a:extLst>
              <a:ext uri="{FF2B5EF4-FFF2-40B4-BE49-F238E27FC236}">
                <a16:creationId xmlns:a16="http://schemas.microsoft.com/office/drawing/2014/main" id="{358BC528-6DA1-42F6-96D0-4B4BA226AB53}"/>
              </a:ext>
            </a:extLst>
          </p:cNvPr>
          <p:cNvSpPr>
            <a:spLocks noChangeArrowheads="1"/>
          </p:cNvSpPr>
          <p:nvPr/>
        </p:nvSpPr>
        <p:spPr bwMode="auto">
          <a:xfrm>
            <a:off x="2173502"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7" name="Rectangle 227">
            <a:extLst>
              <a:ext uri="{FF2B5EF4-FFF2-40B4-BE49-F238E27FC236}">
                <a16:creationId xmlns:a16="http://schemas.microsoft.com/office/drawing/2014/main" id="{70AA7180-339A-4FFD-AF13-4DDD53BCB65F}"/>
              </a:ext>
            </a:extLst>
          </p:cNvPr>
          <p:cNvSpPr>
            <a:spLocks noChangeArrowheads="1"/>
          </p:cNvSpPr>
          <p:nvPr/>
        </p:nvSpPr>
        <p:spPr bwMode="auto">
          <a:xfrm>
            <a:off x="262893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8" name="Rectangle 228">
            <a:extLst>
              <a:ext uri="{FF2B5EF4-FFF2-40B4-BE49-F238E27FC236}">
                <a16:creationId xmlns:a16="http://schemas.microsoft.com/office/drawing/2014/main" id="{29F2CEBB-46BC-4448-9E54-C7750D8C8F54}"/>
              </a:ext>
            </a:extLst>
          </p:cNvPr>
          <p:cNvSpPr>
            <a:spLocks noChangeArrowheads="1"/>
          </p:cNvSpPr>
          <p:nvPr/>
        </p:nvSpPr>
        <p:spPr bwMode="auto">
          <a:xfrm>
            <a:off x="308319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19" name="Rectangle 241">
            <a:extLst>
              <a:ext uri="{FF2B5EF4-FFF2-40B4-BE49-F238E27FC236}">
                <a16:creationId xmlns:a16="http://schemas.microsoft.com/office/drawing/2014/main" id="{728033F9-6F38-4655-93DC-83583534C14D}"/>
              </a:ext>
            </a:extLst>
          </p:cNvPr>
          <p:cNvSpPr>
            <a:spLocks noChangeArrowheads="1"/>
          </p:cNvSpPr>
          <p:nvPr/>
        </p:nvSpPr>
        <p:spPr bwMode="auto">
          <a:xfrm>
            <a:off x="8996805"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0" name="Rectangle 242">
            <a:extLst>
              <a:ext uri="{FF2B5EF4-FFF2-40B4-BE49-F238E27FC236}">
                <a16:creationId xmlns:a16="http://schemas.microsoft.com/office/drawing/2014/main" id="{31C757BD-CB68-4FDF-94B8-7CD58F1FB71C}"/>
              </a:ext>
            </a:extLst>
          </p:cNvPr>
          <p:cNvSpPr>
            <a:spLocks noChangeArrowheads="1"/>
          </p:cNvSpPr>
          <p:nvPr/>
        </p:nvSpPr>
        <p:spPr bwMode="auto">
          <a:xfrm>
            <a:off x="9451068"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1" name="Rectangle 243">
            <a:extLst>
              <a:ext uri="{FF2B5EF4-FFF2-40B4-BE49-F238E27FC236}">
                <a16:creationId xmlns:a16="http://schemas.microsoft.com/office/drawing/2014/main" id="{9B0E4C87-6738-405B-883B-AAE740C4C799}"/>
              </a:ext>
            </a:extLst>
          </p:cNvPr>
          <p:cNvSpPr>
            <a:spLocks noChangeArrowheads="1"/>
          </p:cNvSpPr>
          <p:nvPr/>
        </p:nvSpPr>
        <p:spPr bwMode="auto">
          <a:xfrm>
            <a:off x="9906502"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2" name="Rectangle 244">
            <a:extLst>
              <a:ext uri="{FF2B5EF4-FFF2-40B4-BE49-F238E27FC236}">
                <a16:creationId xmlns:a16="http://schemas.microsoft.com/office/drawing/2014/main" id="{DA32B563-8524-4670-AB69-252BDC266634}"/>
              </a:ext>
            </a:extLst>
          </p:cNvPr>
          <p:cNvSpPr>
            <a:spLocks noChangeArrowheads="1"/>
          </p:cNvSpPr>
          <p:nvPr/>
        </p:nvSpPr>
        <p:spPr bwMode="auto">
          <a:xfrm>
            <a:off x="10360764"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3" name="Rectangle 245">
            <a:extLst>
              <a:ext uri="{FF2B5EF4-FFF2-40B4-BE49-F238E27FC236}">
                <a16:creationId xmlns:a16="http://schemas.microsoft.com/office/drawing/2014/main" id="{6EC4888D-ACC8-4037-B218-9E9421F8C155}"/>
              </a:ext>
            </a:extLst>
          </p:cNvPr>
          <p:cNvSpPr>
            <a:spLocks noChangeArrowheads="1"/>
          </p:cNvSpPr>
          <p:nvPr/>
        </p:nvSpPr>
        <p:spPr bwMode="auto">
          <a:xfrm>
            <a:off x="10816197"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4" name="Rectangle 246">
            <a:extLst>
              <a:ext uri="{FF2B5EF4-FFF2-40B4-BE49-F238E27FC236}">
                <a16:creationId xmlns:a16="http://schemas.microsoft.com/office/drawing/2014/main" id="{E79B4470-BBFB-4BE1-89AB-C7574F8C4983}"/>
              </a:ext>
            </a:extLst>
          </p:cNvPr>
          <p:cNvSpPr>
            <a:spLocks noChangeArrowheads="1"/>
          </p:cNvSpPr>
          <p:nvPr/>
        </p:nvSpPr>
        <p:spPr bwMode="auto">
          <a:xfrm>
            <a:off x="11270460" y="4391371"/>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5" name="Rectangle 247">
            <a:extLst>
              <a:ext uri="{FF2B5EF4-FFF2-40B4-BE49-F238E27FC236}">
                <a16:creationId xmlns:a16="http://schemas.microsoft.com/office/drawing/2014/main" id="{2E2BFF5D-548A-437A-838D-19C1F071EED0}"/>
              </a:ext>
            </a:extLst>
          </p:cNvPr>
          <p:cNvSpPr>
            <a:spLocks noChangeArrowheads="1"/>
          </p:cNvSpPr>
          <p:nvPr/>
        </p:nvSpPr>
        <p:spPr bwMode="auto">
          <a:xfrm>
            <a:off x="11725893" y="4391371"/>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6" name="Rectangle 249">
            <a:extLst>
              <a:ext uri="{FF2B5EF4-FFF2-40B4-BE49-F238E27FC236}">
                <a16:creationId xmlns:a16="http://schemas.microsoft.com/office/drawing/2014/main" id="{FFCA5316-A321-453C-8CE2-53AF9364363F}"/>
              </a:ext>
            </a:extLst>
          </p:cNvPr>
          <p:cNvSpPr>
            <a:spLocks noChangeArrowheads="1"/>
          </p:cNvSpPr>
          <p:nvPr/>
        </p:nvSpPr>
        <p:spPr bwMode="auto">
          <a:xfrm>
            <a:off x="354110"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7" name="Rectangle 250">
            <a:extLst>
              <a:ext uri="{FF2B5EF4-FFF2-40B4-BE49-F238E27FC236}">
                <a16:creationId xmlns:a16="http://schemas.microsoft.com/office/drawing/2014/main" id="{AA681E6A-C814-482F-A76C-24B20AD9D03F}"/>
              </a:ext>
            </a:extLst>
          </p:cNvPr>
          <p:cNvSpPr>
            <a:spLocks noChangeArrowheads="1"/>
          </p:cNvSpPr>
          <p:nvPr/>
        </p:nvSpPr>
        <p:spPr bwMode="auto">
          <a:xfrm>
            <a:off x="809543"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8" name="Rectangle 251">
            <a:extLst>
              <a:ext uri="{FF2B5EF4-FFF2-40B4-BE49-F238E27FC236}">
                <a16:creationId xmlns:a16="http://schemas.microsoft.com/office/drawing/2014/main" id="{301C7270-7CAD-49F2-B66B-B28D94E0EF77}"/>
              </a:ext>
            </a:extLst>
          </p:cNvPr>
          <p:cNvSpPr>
            <a:spLocks noChangeArrowheads="1"/>
          </p:cNvSpPr>
          <p:nvPr/>
        </p:nvSpPr>
        <p:spPr bwMode="auto">
          <a:xfrm>
            <a:off x="1263806"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29" name="Rectangle 252">
            <a:extLst>
              <a:ext uri="{FF2B5EF4-FFF2-40B4-BE49-F238E27FC236}">
                <a16:creationId xmlns:a16="http://schemas.microsoft.com/office/drawing/2014/main" id="{979CEB10-3E83-4407-BEDC-D49144AA153C}"/>
              </a:ext>
            </a:extLst>
          </p:cNvPr>
          <p:cNvSpPr>
            <a:spLocks noChangeArrowheads="1"/>
          </p:cNvSpPr>
          <p:nvPr/>
        </p:nvSpPr>
        <p:spPr bwMode="auto">
          <a:xfrm>
            <a:off x="1719239"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0" name="Rectangle 253">
            <a:extLst>
              <a:ext uri="{FF2B5EF4-FFF2-40B4-BE49-F238E27FC236}">
                <a16:creationId xmlns:a16="http://schemas.microsoft.com/office/drawing/2014/main" id="{2F6B505E-6719-4385-8C9E-80108E1D7F7B}"/>
              </a:ext>
            </a:extLst>
          </p:cNvPr>
          <p:cNvSpPr>
            <a:spLocks noChangeArrowheads="1"/>
          </p:cNvSpPr>
          <p:nvPr/>
        </p:nvSpPr>
        <p:spPr bwMode="auto">
          <a:xfrm>
            <a:off x="2173502"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1" name="Rectangle 254">
            <a:extLst>
              <a:ext uri="{FF2B5EF4-FFF2-40B4-BE49-F238E27FC236}">
                <a16:creationId xmlns:a16="http://schemas.microsoft.com/office/drawing/2014/main" id="{032E3D58-EF2F-47C1-84FC-FFC2C3C663F7}"/>
              </a:ext>
            </a:extLst>
          </p:cNvPr>
          <p:cNvSpPr>
            <a:spLocks noChangeArrowheads="1"/>
          </p:cNvSpPr>
          <p:nvPr/>
        </p:nvSpPr>
        <p:spPr bwMode="auto">
          <a:xfrm>
            <a:off x="262893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2" name="Rectangle 255">
            <a:extLst>
              <a:ext uri="{FF2B5EF4-FFF2-40B4-BE49-F238E27FC236}">
                <a16:creationId xmlns:a16="http://schemas.microsoft.com/office/drawing/2014/main" id="{AE4B524B-159B-4639-80B1-B1298E934946}"/>
              </a:ext>
            </a:extLst>
          </p:cNvPr>
          <p:cNvSpPr>
            <a:spLocks noChangeArrowheads="1"/>
          </p:cNvSpPr>
          <p:nvPr/>
        </p:nvSpPr>
        <p:spPr bwMode="auto">
          <a:xfrm>
            <a:off x="308319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3" name="Rectangle 268">
            <a:extLst>
              <a:ext uri="{FF2B5EF4-FFF2-40B4-BE49-F238E27FC236}">
                <a16:creationId xmlns:a16="http://schemas.microsoft.com/office/drawing/2014/main" id="{F44A1C49-7120-46FC-ADFE-3126D15DCC8B}"/>
              </a:ext>
            </a:extLst>
          </p:cNvPr>
          <p:cNvSpPr>
            <a:spLocks noChangeArrowheads="1"/>
          </p:cNvSpPr>
          <p:nvPr/>
        </p:nvSpPr>
        <p:spPr bwMode="auto">
          <a:xfrm>
            <a:off x="8996805"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4" name="Rectangle 269">
            <a:extLst>
              <a:ext uri="{FF2B5EF4-FFF2-40B4-BE49-F238E27FC236}">
                <a16:creationId xmlns:a16="http://schemas.microsoft.com/office/drawing/2014/main" id="{E81048C2-AD36-49EE-9F83-DE219A886273}"/>
              </a:ext>
            </a:extLst>
          </p:cNvPr>
          <p:cNvSpPr>
            <a:spLocks noChangeArrowheads="1"/>
          </p:cNvSpPr>
          <p:nvPr/>
        </p:nvSpPr>
        <p:spPr bwMode="auto">
          <a:xfrm>
            <a:off x="9451068"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5" name="Rectangle 270">
            <a:extLst>
              <a:ext uri="{FF2B5EF4-FFF2-40B4-BE49-F238E27FC236}">
                <a16:creationId xmlns:a16="http://schemas.microsoft.com/office/drawing/2014/main" id="{1C51B872-4D89-44AD-BEC3-889DD85942BD}"/>
              </a:ext>
            </a:extLst>
          </p:cNvPr>
          <p:cNvSpPr>
            <a:spLocks noChangeArrowheads="1"/>
          </p:cNvSpPr>
          <p:nvPr/>
        </p:nvSpPr>
        <p:spPr bwMode="auto">
          <a:xfrm>
            <a:off x="9906502" y="489859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6" name="Rectangle 271">
            <a:extLst>
              <a:ext uri="{FF2B5EF4-FFF2-40B4-BE49-F238E27FC236}">
                <a16:creationId xmlns:a16="http://schemas.microsoft.com/office/drawing/2014/main" id="{9DA5806A-0222-4504-B311-47FFFE9AE4A6}"/>
              </a:ext>
            </a:extLst>
          </p:cNvPr>
          <p:cNvSpPr>
            <a:spLocks noChangeArrowheads="1"/>
          </p:cNvSpPr>
          <p:nvPr/>
        </p:nvSpPr>
        <p:spPr bwMode="auto">
          <a:xfrm>
            <a:off x="10360764" y="489859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7" name="Rectangle 272">
            <a:extLst>
              <a:ext uri="{FF2B5EF4-FFF2-40B4-BE49-F238E27FC236}">
                <a16:creationId xmlns:a16="http://schemas.microsoft.com/office/drawing/2014/main" id="{6B98E2B9-61AD-4E8B-8BCB-EB7830DF08DC}"/>
              </a:ext>
            </a:extLst>
          </p:cNvPr>
          <p:cNvSpPr>
            <a:spLocks noChangeArrowheads="1"/>
          </p:cNvSpPr>
          <p:nvPr/>
        </p:nvSpPr>
        <p:spPr bwMode="auto">
          <a:xfrm>
            <a:off x="10816197" y="4898595"/>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8" name="Rectangle 273">
            <a:extLst>
              <a:ext uri="{FF2B5EF4-FFF2-40B4-BE49-F238E27FC236}">
                <a16:creationId xmlns:a16="http://schemas.microsoft.com/office/drawing/2014/main" id="{4B0DA759-2C7B-4700-8A97-72281E91C804}"/>
              </a:ext>
            </a:extLst>
          </p:cNvPr>
          <p:cNvSpPr>
            <a:spLocks noChangeArrowheads="1"/>
          </p:cNvSpPr>
          <p:nvPr/>
        </p:nvSpPr>
        <p:spPr bwMode="auto">
          <a:xfrm>
            <a:off x="11270460" y="4898595"/>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39" name="Rectangle 274">
            <a:extLst>
              <a:ext uri="{FF2B5EF4-FFF2-40B4-BE49-F238E27FC236}">
                <a16:creationId xmlns:a16="http://schemas.microsoft.com/office/drawing/2014/main" id="{908809DC-2628-4896-B87F-004226030EBC}"/>
              </a:ext>
            </a:extLst>
          </p:cNvPr>
          <p:cNvSpPr>
            <a:spLocks noChangeArrowheads="1"/>
          </p:cNvSpPr>
          <p:nvPr/>
        </p:nvSpPr>
        <p:spPr bwMode="auto">
          <a:xfrm>
            <a:off x="11725893" y="48985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0" name="Rectangle 276">
            <a:extLst>
              <a:ext uri="{FF2B5EF4-FFF2-40B4-BE49-F238E27FC236}">
                <a16:creationId xmlns:a16="http://schemas.microsoft.com/office/drawing/2014/main" id="{623F1777-4E55-4093-B250-548D46D62488}"/>
              </a:ext>
            </a:extLst>
          </p:cNvPr>
          <p:cNvSpPr>
            <a:spLocks noChangeArrowheads="1"/>
          </p:cNvSpPr>
          <p:nvPr/>
        </p:nvSpPr>
        <p:spPr bwMode="auto">
          <a:xfrm>
            <a:off x="35411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1" name="Rectangle 277">
            <a:extLst>
              <a:ext uri="{FF2B5EF4-FFF2-40B4-BE49-F238E27FC236}">
                <a16:creationId xmlns:a16="http://schemas.microsoft.com/office/drawing/2014/main" id="{2515C3B5-603D-401D-A531-447BA1E7FDD7}"/>
              </a:ext>
            </a:extLst>
          </p:cNvPr>
          <p:cNvSpPr>
            <a:spLocks noChangeArrowheads="1"/>
          </p:cNvSpPr>
          <p:nvPr/>
        </p:nvSpPr>
        <p:spPr bwMode="auto">
          <a:xfrm>
            <a:off x="80954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2" name="Rectangle 278">
            <a:extLst>
              <a:ext uri="{FF2B5EF4-FFF2-40B4-BE49-F238E27FC236}">
                <a16:creationId xmlns:a16="http://schemas.microsoft.com/office/drawing/2014/main" id="{DE5E7D55-A437-437C-A5CD-CE16F8BDC721}"/>
              </a:ext>
            </a:extLst>
          </p:cNvPr>
          <p:cNvSpPr>
            <a:spLocks noChangeArrowheads="1"/>
          </p:cNvSpPr>
          <p:nvPr/>
        </p:nvSpPr>
        <p:spPr bwMode="auto">
          <a:xfrm>
            <a:off x="126380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3" name="Rectangle 279">
            <a:extLst>
              <a:ext uri="{FF2B5EF4-FFF2-40B4-BE49-F238E27FC236}">
                <a16:creationId xmlns:a16="http://schemas.microsoft.com/office/drawing/2014/main" id="{6867695A-35E0-4E03-955E-5542EBF0247E}"/>
              </a:ext>
            </a:extLst>
          </p:cNvPr>
          <p:cNvSpPr>
            <a:spLocks noChangeArrowheads="1"/>
          </p:cNvSpPr>
          <p:nvPr/>
        </p:nvSpPr>
        <p:spPr bwMode="auto">
          <a:xfrm>
            <a:off x="1719239"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4" name="Rectangle 280">
            <a:extLst>
              <a:ext uri="{FF2B5EF4-FFF2-40B4-BE49-F238E27FC236}">
                <a16:creationId xmlns:a16="http://schemas.microsoft.com/office/drawing/2014/main" id="{4E871617-5158-41C5-BB14-EBADA1396FA2}"/>
              </a:ext>
            </a:extLst>
          </p:cNvPr>
          <p:cNvSpPr>
            <a:spLocks noChangeArrowheads="1"/>
          </p:cNvSpPr>
          <p:nvPr/>
        </p:nvSpPr>
        <p:spPr bwMode="auto">
          <a:xfrm>
            <a:off x="2173502"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5" name="Rectangle 281">
            <a:extLst>
              <a:ext uri="{FF2B5EF4-FFF2-40B4-BE49-F238E27FC236}">
                <a16:creationId xmlns:a16="http://schemas.microsoft.com/office/drawing/2014/main" id="{4E2D5191-ECDB-4D1B-A3F5-436A79475BF7}"/>
              </a:ext>
            </a:extLst>
          </p:cNvPr>
          <p:cNvSpPr>
            <a:spLocks noChangeArrowheads="1"/>
          </p:cNvSpPr>
          <p:nvPr/>
        </p:nvSpPr>
        <p:spPr bwMode="auto">
          <a:xfrm>
            <a:off x="262893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6" name="Rectangle 282">
            <a:extLst>
              <a:ext uri="{FF2B5EF4-FFF2-40B4-BE49-F238E27FC236}">
                <a16:creationId xmlns:a16="http://schemas.microsoft.com/office/drawing/2014/main" id="{71BE142B-C02B-4FD1-A332-6902B7131A16}"/>
              </a:ext>
            </a:extLst>
          </p:cNvPr>
          <p:cNvSpPr>
            <a:spLocks noChangeArrowheads="1"/>
          </p:cNvSpPr>
          <p:nvPr/>
        </p:nvSpPr>
        <p:spPr bwMode="auto">
          <a:xfrm>
            <a:off x="308319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7" name="Rectangle 283">
            <a:extLst>
              <a:ext uri="{FF2B5EF4-FFF2-40B4-BE49-F238E27FC236}">
                <a16:creationId xmlns:a16="http://schemas.microsoft.com/office/drawing/2014/main" id="{1C1A90F5-08ED-4AB6-9F35-63A8866025D0}"/>
              </a:ext>
            </a:extLst>
          </p:cNvPr>
          <p:cNvSpPr>
            <a:spLocks noChangeArrowheads="1"/>
          </p:cNvSpPr>
          <p:nvPr/>
        </p:nvSpPr>
        <p:spPr bwMode="auto">
          <a:xfrm>
            <a:off x="353863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8" name="Rectangle 284">
            <a:extLst>
              <a:ext uri="{FF2B5EF4-FFF2-40B4-BE49-F238E27FC236}">
                <a16:creationId xmlns:a16="http://schemas.microsoft.com/office/drawing/2014/main" id="{163D79BB-8C1C-4D0D-AFDD-A8EEE07F4DC4}"/>
              </a:ext>
            </a:extLst>
          </p:cNvPr>
          <p:cNvSpPr>
            <a:spLocks noChangeArrowheads="1"/>
          </p:cNvSpPr>
          <p:nvPr/>
        </p:nvSpPr>
        <p:spPr bwMode="auto">
          <a:xfrm>
            <a:off x="399289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49" name="Rectangle 285">
            <a:extLst>
              <a:ext uri="{FF2B5EF4-FFF2-40B4-BE49-F238E27FC236}">
                <a16:creationId xmlns:a16="http://schemas.microsoft.com/office/drawing/2014/main" id="{1B2DF357-EFD3-403D-A136-E53ACA518239}"/>
              </a:ext>
            </a:extLst>
          </p:cNvPr>
          <p:cNvSpPr>
            <a:spLocks noChangeArrowheads="1"/>
          </p:cNvSpPr>
          <p:nvPr/>
        </p:nvSpPr>
        <p:spPr bwMode="auto">
          <a:xfrm>
            <a:off x="4448327"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0" name="Rectangle 286">
            <a:extLst>
              <a:ext uri="{FF2B5EF4-FFF2-40B4-BE49-F238E27FC236}">
                <a16:creationId xmlns:a16="http://schemas.microsoft.com/office/drawing/2014/main" id="{99BE0D0E-EECE-441B-9B0B-10138A8DC6DD}"/>
              </a:ext>
            </a:extLst>
          </p:cNvPr>
          <p:cNvSpPr>
            <a:spLocks noChangeArrowheads="1"/>
          </p:cNvSpPr>
          <p:nvPr/>
        </p:nvSpPr>
        <p:spPr bwMode="auto">
          <a:xfrm>
            <a:off x="490259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1" name="Rectangle 287">
            <a:extLst>
              <a:ext uri="{FF2B5EF4-FFF2-40B4-BE49-F238E27FC236}">
                <a16:creationId xmlns:a16="http://schemas.microsoft.com/office/drawing/2014/main" id="{5F8922A9-01DD-4E8E-A435-E9368C30AC56}"/>
              </a:ext>
            </a:extLst>
          </p:cNvPr>
          <p:cNvSpPr>
            <a:spLocks noChangeArrowheads="1"/>
          </p:cNvSpPr>
          <p:nvPr/>
        </p:nvSpPr>
        <p:spPr bwMode="auto">
          <a:xfrm>
            <a:off x="5358022"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2" name="Rectangle 288">
            <a:extLst>
              <a:ext uri="{FF2B5EF4-FFF2-40B4-BE49-F238E27FC236}">
                <a16:creationId xmlns:a16="http://schemas.microsoft.com/office/drawing/2014/main" id="{BE148054-6735-4808-92F8-53F3E0FF27FD}"/>
              </a:ext>
            </a:extLst>
          </p:cNvPr>
          <p:cNvSpPr>
            <a:spLocks noChangeArrowheads="1"/>
          </p:cNvSpPr>
          <p:nvPr/>
        </p:nvSpPr>
        <p:spPr bwMode="auto">
          <a:xfrm>
            <a:off x="5812285"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3" name="Rectangle 289">
            <a:extLst>
              <a:ext uri="{FF2B5EF4-FFF2-40B4-BE49-F238E27FC236}">
                <a16:creationId xmlns:a16="http://schemas.microsoft.com/office/drawing/2014/main" id="{83EF7D19-EE81-4C8B-BB74-1EBFE79A10D4}"/>
              </a:ext>
            </a:extLst>
          </p:cNvPr>
          <p:cNvSpPr>
            <a:spLocks noChangeArrowheads="1"/>
          </p:cNvSpPr>
          <p:nvPr/>
        </p:nvSpPr>
        <p:spPr bwMode="auto">
          <a:xfrm>
            <a:off x="6267718"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4" name="Rectangle 290">
            <a:extLst>
              <a:ext uri="{FF2B5EF4-FFF2-40B4-BE49-F238E27FC236}">
                <a16:creationId xmlns:a16="http://schemas.microsoft.com/office/drawing/2014/main" id="{4F511F31-AAA8-4436-8486-592CB8944FC3}"/>
              </a:ext>
            </a:extLst>
          </p:cNvPr>
          <p:cNvSpPr>
            <a:spLocks noChangeArrowheads="1"/>
          </p:cNvSpPr>
          <p:nvPr/>
        </p:nvSpPr>
        <p:spPr bwMode="auto">
          <a:xfrm>
            <a:off x="6721981"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5" name="Rectangle 291">
            <a:extLst>
              <a:ext uri="{FF2B5EF4-FFF2-40B4-BE49-F238E27FC236}">
                <a16:creationId xmlns:a16="http://schemas.microsoft.com/office/drawing/2014/main" id="{369EBF34-9826-4B91-A306-5839D20C49EC}"/>
              </a:ext>
            </a:extLst>
          </p:cNvPr>
          <p:cNvSpPr>
            <a:spLocks noChangeArrowheads="1"/>
          </p:cNvSpPr>
          <p:nvPr/>
        </p:nvSpPr>
        <p:spPr bwMode="auto">
          <a:xfrm>
            <a:off x="7177414"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6" name="Rectangle 292">
            <a:extLst>
              <a:ext uri="{FF2B5EF4-FFF2-40B4-BE49-F238E27FC236}">
                <a16:creationId xmlns:a16="http://schemas.microsoft.com/office/drawing/2014/main" id="{859A171A-D946-4682-BEB2-E7822CAF95FD}"/>
              </a:ext>
            </a:extLst>
          </p:cNvPr>
          <p:cNvSpPr>
            <a:spLocks noChangeArrowheads="1"/>
          </p:cNvSpPr>
          <p:nvPr/>
        </p:nvSpPr>
        <p:spPr bwMode="auto">
          <a:xfrm>
            <a:off x="7631676"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7" name="Rectangle 293">
            <a:extLst>
              <a:ext uri="{FF2B5EF4-FFF2-40B4-BE49-F238E27FC236}">
                <a16:creationId xmlns:a16="http://schemas.microsoft.com/office/drawing/2014/main" id="{AF93A40B-14CA-4CA7-9133-C7B48DAC4152}"/>
              </a:ext>
            </a:extLst>
          </p:cNvPr>
          <p:cNvSpPr>
            <a:spLocks noChangeArrowheads="1"/>
          </p:cNvSpPr>
          <p:nvPr/>
        </p:nvSpPr>
        <p:spPr bwMode="auto">
          <a:xfrm>
            <a:off x="8087110"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8" name="Rectangle 294">
            <a:extLst>
              <a:ext uri="{FF2B5EF4-FFF2-40B4-BE49-F238E27FC236}">
                <a16:creationId xmlns:a16="http://schemas.microsoft.com/office/drawing/2014/main" id="{30BB7367-2D64-40A9-8FC2-6664A0872F69}"/>
              </a:ext>
            </a:extLst>
          </p:cNvPr>
          <p:cNvSpPr>
            <a:spLocks noChangeArrowheads="1"/>
          </p:cNvSpPr>
          <p:nvPr/>
        </p:nvSpPr>
        <p:spPr bwMode="auto">
          <a:xfrm>
            <a:off x="8541373"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59" name="Rectangle 295">
            <a:extLst>
              <a:ext uri="{FF2B5EF4-FFF2-40B4-BE49-F238E27FC236}">
                <a16:creationId xmlns:a16="http://schemas.microsoft.com/office/drawing/2014/main" id="{14A42AB5-CCB0-416F-85D7-152BACA427FC}"/>
              </a:ext>
            </a:extLst>
          </p:cNvPr>
          <p:cNvSpPr>
            <a:spLocks noChangeArrowheads="1"/>
          </p:cNvSpPr>
          <p:nvPr/>
        </p:nvSpPr>
        <p:spPr bwMode="auto">
          <a:xfrm>
            <a:off x="8996805"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0" name="Rectangle 296">
            <a:extLst>
              <a:ext uri="{FF2B5EF4-FFF2-40B4-BE49-F238E27FC236}">
                <a16:creationId xmlns:a16="http://schemas.microsoft.com/office/drawing/2014/main" id="{31700671-BD7D-40A1-81C9-CF9CE4C2A725}"/>
              </a:ext>
            </a:extLst>
          </p:cNvPr>
          <p:cNvSpPr>
            <a:spLocks noChangeArrowheads="1"/>
          </p:cNvSpPr>
          <p:nvPr/>
        </p:nvSpPr>
        <p:spPr bwMode="auto">
          <a:xfrm>
            <a:off x="9451068"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1" name="Rectangle 297">
            <a:extLst>
              <a:ext uri="{FF2B5EF4-FFF2-40B4-BE49-F238E27FC236}">
                <a16:creationId xmlns:a16="http://schemas.microsoft.com/office/drawing/2014/main" id="{1C490051-C4F6-4F21-9CBD-DFB84514AD2B}"/>
              </a:ext>
            </a:extLst>
          </p:cNvPr>
          <p:cNvSpPr>
            <a:spLocks noChangeArrowheads="1"/>
          </p:cNvSpPr>
          <p:nvPr/>
        </p:nvSpPr>
        <p:spPr bwMode="auto">
          <a:xfrm>
            <a:off x="9906502" y="540698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2" name="Rectangle 298">
            <a:extLst>
              <a:ext uri="{FF2B5EF4-FFF2-40B4-BE49-F238E27FC236}">
                <a16:creationId xmlns:a16="http://schemas.microsoft.com/office/drawing/2014/main" id="{14B47FB0-304B-408C-AA3F-0F5BB6A5AA3F}"/>
              </a:ext>
            </a:extLst>
          </p:cNvPr>
          <p:cNvSpPr>
            <a:spLocks noChangeArrowheads="1"/>
          </p:cNvSpPr>
          <p:nvPr/>
        </p:nvSpPr>
        <p:spPr bwMode="auto">
          <a:xfrm>
            <a:off x="10360764"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3" name="Rectangle 299">
            <a:extLst>
              <a:ext uri="{FF2B5EF4-FFF2-40B4-BE49-F238E27FC236}">
                <a16:creationId xmlns:a16="http://schemas.microsoft.com/office/drawing/2014/main" id="{9AE02871-B6BC-490F-A388-280843B2B1F3}"/>
              </a:ext>
            </a:extLst>
          </p:cNvPr>
          <p:cNvSpPr>
            <a:spLocks noChangeArrowheads="1"/>
          </p:cNvSpPr>
          <p:nvPr/>
        </p:nvSpPr>
        <p:spPr bwMode="auto">
          <a:xfrm>
            <a:off x="10816197" y="5406987"/>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4" name="Rectangle 300">
            <a:extLst>
              <a:ext uri="{FF2B5EF4-FFF2-40B4-BE49-F238E27FC236}">
                <a16:creationId xmlns:a16="http://schemas.microsoft.com/office/drawing/2014/main" id="{BCA5BD2F-9032-4907-8901-2774F8E56D47}"/>
              </a:ext>
            </a:extLst>
          </p:cNvPr>
          <p:cNvSpPr>
            <a:spLocks noChangeArrowheads="1"/>
          </p:cNvSpPr>
          <p:nvPr/>
        </p:nvSpPr>
        <p:spPr bwMode="auto">
          <a:xfrm>
            <a:off x="11270460" y="540698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5" name="Rectangle 301">
            <a:extLst>
              <a:ext uri="{FF2B5EF4-FFF2-40B4-BE49-F238E27FC236}">
                <a16:creationId xmlns:a16="http://schemas.microsoft.com/office/drawing/2014/main" id="{36189607-33CC-47D6-88FA-F4CD1D7D1954}"/>
              </a:ext>
            </a:extLst>
          </p:cNvPr>
          <p:cNvSpPr>
            <a:spLocks noChangeArrowheads="1"/>
          </p:cNvSpPr>
          <p:nvPr/>
        </p:nvSpPr>
        <p:spPr bwMode="auto">
          <a:xfrm>
            <a:off x="11725893" y="540698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6" name="Rectangle 303">
            <a:extLst>
              <a:ext uri="{FF2B5EF4-FFF2-40B4-BE49-F238E27FC236}">
                <a16:creationId xmlns:a16="http://schemas.microsoft.com/office/drawing/2014/main" id="{7926FB0B-1EC7-42B6-A9AF-4F352A02DE93}"/>
              </a:ext>
            </a:extLst>
          </p:cNvPr>
          <p:cNvSpPr>
            <a:spLocks noChangeArrowheads="1"/>
          </p:cNvSpPr>
          <p:nvPr/>
        </p:nvSpPr>
        <p:spPr bwMode="auto">
          <a:xfrm>
            <a:off x="35411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7" name="Rectangle 304">
            <a:extLst>
              <a:ext uri="{FF2B5EF4-FFF2-40B4-BE49-F238E27FC236}">
                <a16:creationId xmlns:a16="http://schemas.microsoft.com/office/drawing/2014/main" id="{C6CE7582-1C15-40D6-A04B-3AB4A11174B4}"/>
              </a:ext>
            </a:extLst>
          </p:cNvPr>
          <p:cNvSpPr>
            <a:spLocks noChangeArrowheads="1"/>
          </p:cNvSpPr>
          <p:nvPr/>
        </p:nvSpPr>
        <p:spPr bwMode="auto">
          <a:xfrm>
            <a:off x="809543"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8" name="Rectangle 305">
            <a:extLst>
              <a:ext uri="{FF2B5EF4-FFF2-40B4-BE49-F238E27FC236}">
                <a16:creationId xmlns:a16="http://schemas.microsoft.com/office/drawing/2014/main" id="{1A4C7EDE-CAE5-4A0E-A085-D115521EE112}"/>
              </a:ext>
            </a:extLst>
          </p:cNvPr>
          <p:cNvSpPr>
            <a:spLocks noChangeArrowheads="1"/>
          </p:cNvSpPr>
          <p:nvPr/>
        </p:nvSpPr>
        <p:spPr bwMode="auto">
          <a:xfrm>
            <a:off x="126380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69" name="Rectangle 306">
            <a:extLst>
              <a:ext uri="{FF2B5EF4-FFF2-40B4-BE49-F238E27FC236}">
                <a16:creationId xmlns:a16="http://schemas.microsoft.com/office/drawing/2014/main" id="{A45537C6-B529-4B21-AD2D-EF53D7A3A687}"/>
              </a:ext>
            </a:extLst>
          </p:cNvPr>
          <p:cNvSpPr>
            <a:spLocks noChangeArrowheads="1"/>
          </p:cNvSpPr>
          <p:nvPr/>
        </p:nvSpPr>
        <p:spPr bwMode="auto">
          <a:xfrm>
            <a:off x="1719239"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0" name="Rectangle 307">
            <a:extLst>
              <a:ext uri="{FF2B5EF4-FFF2-40B4-BE49-F238E27FC236}">
                <a16:creationId xmlns:a16="http://schemas.microsoft.com/office/drawing/2014/main" id="{BD7156AF-407F-4067-A722-2F7D5A6CBD41}"/>
              </a:ext>
            </a:extLst>
          </p:cNvPr>
          <p:cNvSpPr>
            <a:spLocks noChangeArrowheads="1"/>
          </p:cNvSpPr>
          <p:nvPr/>
        </p:nvSpPr>
        <p:spPr bwMode="auto">
          <a:xfrm>
            <a:off x="2173502"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1" name="Rectangle 308">
            <a:extLst>
              <a:ext uri="{FF2B5EF4-FFF2-40B4-BE49-F238E27FC236}">
                <a16:creationId xmlns:a16="http://schemas.microsoft.com/office/drawing/2014/main" id="{DB5E4949-C1A1-462A-A907-81360D68C1D5}"/>
              </a:ext>
            </a:extLst>
          </p:cNvPr>
          <p:cNvSpPr>
            <a:spLocks noChangeArrowheads="1"/>
          </p:cNvSpPr>
          <p:nvPr/>
        </p:nvSpPr>
        <p:spPr bwMode="auto">
          <a:xfrm>
            <a:off x="262893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2" name="Rectangle 309">
            <a:extLst>
              <a:ext uri="{FF2B5EF4-FFF2-40B4-BE49-F238E27FC236}">
                <a16:creationId xmlns:a16="http://schemas.microsoft.com/office/drawing/2014/main" id="{FAD5200A-AC76-4A0D-9277-A1C8E4D69729}"/>
              </a:ext>
            </a:extLst>
          </p:cNvPr>
          <p:cNvSpPr>
            <a:spLocks noChangeArrowheads="1"/>
          </p:cNvSpPr>
          <p:nvPr/>
        </p:nvSpPr>
        <p:spPr bwMode="auto">
          <a:xfrm>
            <a:off x="308319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3" name="Rectangle 310">
            <a:extLst>
              <a:ext uri="{FF2B5EF4-FFF2-40B4-BE49-F238E27FC236}">
                <a16:creationId xmlns:a16="http://schemas.microsoft.com/office/drawing/2014/main" id="{B10E8F52-7FCD-4B17-964A-1A97E2CB0669}"/>
              </a:ext>
            </a:extLst>
          </p:cNvPr>
          <p:cNvSpPr>
            <a:spLocks noChangeArrowheads="1"/>
          </p:cNvSpPr>
          <p:nvPr/>
        </p:nvSpPr>
        <p:spPr bwMode="auto">
          <a:xfrm>
            <a:off x="353863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4" name="Rectangle 311">
            <a:extLst>
              <a:ext uri="{FF2B5EF4-FFF2-40B4-BE49-F238E27FC236}">
                <a16:creationId xmlns:a16="http://schemas.microsoft.com/office/drawing/2014/main" id="{199F53BC-5327-4C34-A560-B7D93F5F951E}"/>
              </a:ext>
            </a:extLst>
          </p:cNvPr>
          <p:cNvSpPr>
            <a:spLocks noChangeArrowheads="1"/>
          </p:cNvSpPr>
          <p:nvPr/>
        </p:nvSpPr>
        <p:spPr bwMode="auto">
          <a:xfrm>
            <a:off x="399289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5" name="Rectangle 312">
            <a:extLst>
              <a:ext uri="{FF2B5EF4-FFF2-40B4-BE49-F238E27FC236}">
                <a16:creationId xmlns:a16="http://schemas.microsoft.com/office/drawing/2014/main" id="{2FC7F96E-2AA5-4430-8933-303E0E254435}"/>
              </a:ext>
            </a:extLst>
          </p:cNvPr>
          <p:cNvSpPr>
            <a:spLocks noChangeArrowheads="1"/>
          </p:cNvSpPr>
          <p:nvPr/>
        </p:nvSpPr>
        <p:spPr bwMode="auto">
          <a:xfrm>
            <a:off x="444832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6" name="Rectangle 313">
            <a:extLst>
              <a:ext uri="{FF2B5EF4-FFF2-40B4-BE49-F238E27FC236}">
                <a16:creationId xmlns:a16="http://schemas.microsoft.com/office/drawing/2014/main" id="{6F48430D-4266-4379-B0B9-939C11A824B5}"/>
              </a:ext>
            </a:extLst>
          </p:cNvPr>
          <p:cNvSpPr>
            <a:spLocks noChangeArrowheads="1"/>
          </p:cNvSpPr>
          <p:nvPr/>
        </p:nvSpPr>
        <p:spPr bwMode="auto">
          <a:xfrm>
            <a:off x="4902590"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7" name="Rectangle 314">
            <a:extLst>
              <a:ext uri="{FF2B5EF4-FFF2-40B4-BE49-F238E27FC236}">
                <a16:creationId xmlns:a16="http://schemas.microsoft.com/office/drawing/2014/main" id="{E96290E6-15F2-4B8D-BD72-D47344F70D55}"/>
              </a:ext>
            </a:extLst>
          </p:cNvPr>
          <p:cNvSpPr>
            <a:spLocks noChangeArrowheads="1"/>
          </p:cNvSpPr>
          <p:nvPr/>
        </p:nvSpPr>
        <p:spPr bwMode="auto">
          <a:xfrm>
            <a:off x="535802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8" name="Rectangle 315">
            <a:extLst>
              <a:ext uri="{FF2B5EF4-FFF2-40B4-BE49-F238E27FC236}">
                <a16:creationId xmlns:a16="http://schemas.microsoft.com/office/drawing/2014/main" id="{FBC8EBAB-9D6C-48D6-BE00-C2F53C03F66A}"/>
              </a:ext>
            </a:extLst>
          </p:cNvPr>
          <p:cNvSpPr>
            <a:spLocks noChangeArrowheads="1"/>
          </p:cNvSpPr>
          <p:nvPr/>
        </p:nvSpPr>
        <p:spPr bwMode="auto">
          <a:xfrm>
            <a:off x="5812285"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79" name="Rectangle 316">
            <a:extLst>
              <a:ext uri="{FF2B5EF4-FFF2-40B4-BE49-F238E27FC236}">
                <a16:creationId xmlns:a16="http://schemas.microsoft.com/office/drawing/2014/main" id="{2E89C0F2-BC8E-4CA4-A11F-96B5B0E77AA2}"/>
              </a:ext>
            </a:extLst>
          </p:cNvPr>
          <p:cNvSpPr>
            <a:spLocks noChangeArrowheads="1"/>
          </p:cNvSpPr>
          <p:nvPr/>
        </p:nvSpPr>
        <p:spPr bwMode="auto">
          <a:xfrm>
            <a:off x="6267718"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0" name="Rectangle 317">
            <a:extLst>
              <a:ext uri="{FF2B5EF4-FFF2-40B4-BE49-F238E27FC236}">
                <a16:creationId xmlns:a16="http://schemas.microsoft.com/office/drawing/2014/main" id="{ABB2F2E5-0B78-4924-8C02-91133456E04E}"/>
              </a:ext>
            </a:extLst>
          </p:cNvPr>
          <p:cNvSpPr>
            <a:spLocks noChangeArrowheads="1"/>
          </p:cNvSpPr>
          <p:nvPr/>
        </p:nvSpPr>
        <p:spPr bwMode="auto">
          <a:xfrm>
            <a:off x="6721981"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1" name="Rectangle 318">
            <a:extLst>
              <a:ext uri="{FF2B5EF4-FFF2-40B4-BE49-F238E27FC236}">
                <a16:creationId xmlns:a16="http://schemas.microsoft.com/office/drawing/2014/main" id="{8A77E39A-3439-42E5-864E-07050A9B949A}"/>
              </a:ext>
            </a:extLst>
          </p:cNvPr>
          <p:cNvSpPr>
            <a:spLocks noChangeArrowheads="1"/>
          </p:cNvSpPr>
          <p:nvPr/>
        </p:nvSpPr>
        <p:spPr bwMode="auto">
          <a:xfrm>
            <a:off x="7177414"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2" name="Rectangle 319">
            <a:extLst>
              <a:ext uri="{FF2B5EF4-FFF2-40B4-BE49-F238E27FC236}">
                <a16:creationId xmlns:a16="http://schemas.microsoft.com/office/drawing/2014/main" id="{25EAA1C5-3174-4F4B-BFF3-90C5CCB903EC}"/>
              </a:ext>
            </a:extLst>
          </p:cNvPr>
          <p:cNvSpPr>
            <a:spLocks noChangeArrowheads="1"/>
          </p:cNvSpPr>
          <p:nvPr/>
        </p:nvSpPr>
        <p:spPr bwMode="auto">
          <a:xfrm>
            <a:off x="7631676"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3" name="Rectangle 320">
            <a:extLst>
              <a:ext uri="{FF2B5EF4-FFF2-40B4-BE49-F238E27FC236}">
                <a16:creationId xmlns:a16="http://schemas.microsoft.com/office/drawing/2014/main" id="{1F2DB9F1-C65F-4052-A053-3F8F3AF0F08F}"/>
              </a:ext>
            </a:extLst>
          </p:cNvPr>
          <p:cNvSpPr>
            <a:spLocks noChangeArrowheads="1"/>
          </p:cNvSpPr>
          <p:nvPr/>
        </p:nvSpPr>
        <p:spPr bwMode="auto">
          <a:xfrm>
            <a:off x="8087110"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4" name="Rectangle 321">
            <a:extLst>
              <a:ext uri="{FF2B5EF4-FFF2-40B4-BE49-F238E27FC236}">
                <a16:creationId xmlns:a16="http://schemas.microsoft.com/office/drawing/2014/main" id="{AFFB727D-B40C-4F86-915F-7329F028339A}"/>
              </a:ext>
            </a:extLst>
          </p:cNvPr>
          <p:cNvSpPr>
            <a:spLocks noChangeArrowheads="1"/>
          </p:cNvSpPr>
          <p:nvPr/>
        </p:nvSpPr>
        <p:spPr bwMode="auto">
          <a:xfrm>
            <a:off x="8541373"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5" name="Rectangle 322">
            <a:extLst>
              <a:ext uri="{FF2B5EF4-FFF2-40B4-BE49-F238E27FC236}">
                <a16:creationId xmlns:a16="http://schemas.microsoft.com/office/drawing/2014/main" id="{584872F2-AD23-451B-B00B-D48843FDC2F0}"/>
              </a:ext>
            </a:extLst>
          </p:cNvPr>
          <p:cNvSpPr>
            <a:spLocks noChangeArrowheads="1"/>
          </p:cNvSpPr>
          <p:nvPr/>
        </p:nvSpPr>
        <p:spPr bwMode="auto">
          <a:xfrm>
            <a:off x="8996805"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6" name="Rectangle 323">
            <a:extLst>
              <a:ext uri="{FF2B5EF4-FFF2-40B4-BE49-F238E27FC236}">
                <a16:creationId xmlns:a16="http://schemas.microsoft.com/office/drawing/2014/main" id="{59E7ABF1-EA01-439C-89DC-4066F7684B5B}"/>
              </a:ext>
            </a:extLst>
          </p:cNvPr>
          <p:cNvSpPr>
            <a:spLocks noChangeArrowheads="1"/>
          </p:cNvSpPr>
          <p:nvPr/>
        </p:nvSpPr>
        <p:spPr bwMode="auto">
          <a:xfrm>
            <a:off x="9451068" y="591537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7" name="Rectangle 324">
            <a:extLst>
              <a:ext uri="{FF2B5EF4-FFF2-40B4-BE49-F238E27FC236}">
                <a16:creationId xmlns:a16="http://schemas.microsoft.com/office/drawing/2014/main" id="{F5673CC4-BA29-4135-9BA9-AED7EAA77A45}"/>
              </a:ext>
            </a:extLst>
          </p:cNvPr>
          <p:cNvSpPr>
            <a:spLocks noChangeArrowheads="1"/>
          </p:cNvSpPr>
          <p:nvPr/>
        </p:nvSpPr>
        <p:spPr bwMode="auto">
          <a:xfrm>
            <a:off x="9906502"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8" name="Rectangle 325">
            <a:extLst>
              <a:ext uri="{FF2B5EF4-FFF2-40B4-BE49-F238E27FC236}">
                <a16:creationId xmlns:a16="http://schemas.microsoft.com/office/drawing/2014/main" id="{06B3D335-F1DF-4E26-A5A1-31E9CD919EA6}"/>
              </a:ext>
            </a:extLst>
          </p:cNvPr>
          <p:cNvSpPr>
            <a:spLocks noChangeArrowheads="1"/>
          </p:cNvSpPr>
          <p:nvPr/>
        </p:nvSpPr>
        <p:spPr bwMode="auto">
          <a:xfrm>
            <a:off x="10360764"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89" name="Rectangle 326">
            <a:extLst>
              <a:ext uri="{FF2B5EF4-FFF2-40B4-BE49-F238E27FC236}">
                <a16:creationId xmlns:a16="http://schemas.microsoft.com/office/drawing/2014/main" id="{834239CB-0B66-488B-B963-CD4BC4A66C7E}"/>
              </a:ext>
            </a:extLst>
          </p:cNvPr>
          <p:cNvSpPr>
            <a:spLocks noChangeArrowheads="1"/>
          </p:cNvSpPr>
          <p:nvPr/>
        </p:nvSpPr>
        <p:spPr bwMode="auto">
          <a:xfrm>
            <a:off x="10816197" y="591537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0" name="Rectangle 327">
            <a:extLst>
              <a:ext uri="{FF2B5EF4-FFF2-40B4-BE49-F238E27FC236}">
                <a16:creationId xmlns:a16="http://schemas.microsoft.com/office/drawing/2014/main" id="{5DF8D3AD-C701-45DA-A09C-0B72B8B4D062}"/>
              </a:ext>
            </a:extLst>
          </p:cNvPr>
          <p:cNvSpPr>
            <a:spLocks noChangeArrowheads="1"/>
          </p:cNvSpPr>
          <p:nvPr/>
        </p:nvSpPr>
        <p:spPr bwMode="auto">
          <a:xfrm>
            <a:off x="11270460" y="5915379"/>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1" name="Rectangle 328">
            <a:extLst>
              <a:ext uri="{FF2B5EF4-FFF2-40B4-BE49-F238E27FC236}">
                <a16:creationId xmlns:a16="http://schemas.microsoft.com/office/drawing/2014/main" id="{4A5BD061-AFE7-47F7-A037-4635A1719163}"/>
              </a:ext>
            </a:extLst>
          </p:cNvPr>
          <p:cNvSpPr>
            <a:spLocks noChangeArrowheads="1"/>
          </p:cNvSpPr>
          <p:nvPr/>
        </p:nvSpPr>
        <p:spPr bwMode="auto">
          <a:xfrm>
            <a:off x="11725893" y="5915379"/>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2" name="Rectangle 303">
            <a:extLst>
              <a:ext uri="{FF2B5EF4-FFF2-40B4-BE49-F238E27FC236}">
                <a16:creationId xmlns:a16="http://schemas.microsoft.com/office/drawing/2014/main" id="{72E47367-DB80-4AEF-B453-F2874E290804}"/>
              </a:ext>
            </a:extLst>
          </p:cNvPr>
          <p:cNvSpPr>
            <a:spLocks noChangeArrowheads="1"/>
          </p:cNvSpPr>
          <p:nvPr/>
        </p:nvSpPr>
        <p:spPr bwMode="auto">
          <a:xfrm>
            <a:off x="35411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3" name="Rectangle 304">
            <a:extLst>
              <a:ext uri="{FF2B5EF4-FFF2-40B4-BE49-F238E27FC236}">
                <a16:creationId xmlns:a16="http://schemas.microsoft.com/office/drawing/2014/main" id="{A5D11ACD-18C7-4BD8-97B9-7564D82EECED}"/>
              </a:ext>
            </a:extLst>
          </p:cNvPr>
          <p:cNvSpPr>
            <a:spLocks noChangeArrowheads="1"/>
          </p:cNvSpPr>
          <p:nvPr/>
        </p:nvSpPr>
        <p:spPr bwMode="auto">
          <a:xfrm>
            <a:off x="80954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4" name="Rectangle 305">
            <a:extLst>
              <a:ext uri="{FF2B5EF4-FFF2-40B4-BE49-F238E27FC236}">
                <a16:creationId xmlns:a16="http://schemas.microsoft.com/office/drawing/2014/main" id="{7304767C-0411-429C-B5FC-DE14E770D4E3}"/>
              </a:ext>
            </a:extLst>
          </p:cNvPr>
          <p:cNvSpPr>
            <a:spLocks noChangeArrowheads="1"/>
          </p:cNvSpPr>
          <p:nvPr/>
        </p:nvSpPr>
        <p:spPr bwMode="auto">
          <a:xfrm>
            <a:off x="126380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5" name="Rectangle 306">
            <a:extLst>
              <a:ext uri="{FF2B5EF4-FFF2-40B4-BE49-F238E27FC236}">
                <a16:creationId xmlns:a16="http://schemas.microsoft.com/office/drawing/2014/main" id="{D74BCE79-1C15-40ED-A6B2-30D89DC13305}"/>
              </a:ext>
            </a:extLst>
          </p:cNvPr>
          <p:cNvSpPr>
            <a:spLocks noChangeArrowheads="1"/>
          </p:cNvSpPr>
          <p:nvPr/>
        </p:nvSpPr>
        <p:spPr bwMode="auto">
          <a:xfrm>
            <a:off x="1719239"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6" name="Rectangle 307">
            <a:extLst>
              <a:ext uri="{FF2B5EF4-FFF2-40B4-BE49-F238E27FC236}">
                <a16:creationId xmlns:a16="http://schemas.microsoft.com/office/drawing/2014/main" id="{4966B602-0BC1-433A-A6DC-60644E5D1576}"/>
              </a:ext>
            </a:extLst>
          </p:cNvPr>
          <p:cNvSpPr>
            <a:spLocks noChangeArrowheads="1"/>
          </p:cNvSpPr>
          <p:nvPr/>
        </p:nvSpPr>
        <p:spPr bwMode="auto">
          <a:xfrm>
            <a:off x="2173502"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7" name="Rectangle 308">
            <a:extLst>
              <a:ext uri="{FF2B5EF4-FFF2-40B4-BE49-F238E27FC236}">
                <a16:creationId xmlns:a16="http://schemas.microsoft.com/office/drawing/2014/main" id="{5FA73E87-F9E1-4922-AB56-257040A0C260}"/>
              </a:ext>
            </a:extLst>
          </p:cNvPr>
          <p:cNvSpPr>
            <a:spLocks noChangeArrowheads="1"/>
          </p:cNvSpPr>
          <p:nvPr/>
        </p:nvSpPr>
        <p:spPr bwMode="auto">
          <a:xfrm>
            <a:off x="262893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8" name="Rectangle 309">
            <a:extLst>
              <a:ext uri="{FF2B5EF4-FFF2-40B4-BE49-F238E27FC236}">
                <a16:creationId xmlns:a16="http://schemas.microsoft.com/office/drawing/2014/main" id="{3523D0D6-BF5C-4992-89BC-D80F4B65DDA7}"/>
              </a:ext>
            </a:extLst>
          </p:cNvPr>
          <p:cNvSpPr>
            <a:spLocks noChangeArrowheads="1"/>
          </p:cNvSpPr>
          <p:nvPr/>
        </p:nvSpPr>
        <p:spPr bwMode="auto">
          <a:xfrm>
            <a:off x="3083198"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99" name="Rectangle 310">
            <a:extLst>
              <a:ext uri="{FF2B5EF4-FFF2-40B4-BE49-F238E27FC236}">
                <a16:creationId xmlns:a16="http://schemas.microsoft.com/office/drawing/2014/main" id="{5D76C7BC-28B0-4D32-B952-79C61B9622E0}"/>
              </a:ext>
            </a:extLst>
          </p:cNvPr>
          <p:cNvSpPr>
            <a:spLocks noChangeArrowheads="1"/>
          </p:cNvSpPr>
          <p:nvPr/>
        </p:nvSpPr>
        <p:spPr bwMode="auto">
          <a:xfrm>
            <a:off x="353863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0" name="Rectangle 311">
            <a:extLst>
              <a:ext uri="{FF2B5EF4-FFF2-40B4-BE49-F238E27FC236}">
                <a16:creationId xmlns:a16="http://schemas.microsoft.com/office/drawing/2014/main" id="{02B04400-D266-4DBE-913D-B08E3CF680B4}"/>
              </a:ext>
            </a:extLst>
          </p:cNvPr>
          <p:cNvSpPr>
            <a:spLocks noChangeArrowheads="1"/>
          </p:cNvSpPr>
          <p:nvPr/>
        </p:nvSpPr>
        <p:spPr bwMode="auto">
          <a:xfrm>
            <a:off x="399289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1" name="Rectangle 312">
            <a:extLst>
              <a:ext uri="{FF2B5EF4-FFF2-40B4-BE49-F238E27FC236}">
                <a16:creationId xmlns:a16="http://schemas.microsoft.com/office/drawing/2014/main" id="{7B93B4CC-C4D7-437E-A267-7391A7627D42}"/>
              </a:ext>
            </a:extLst>
          </p:cNvPr>
          <p:cNvSpPr>
            <a:spLocks noChangeArrowheads="1"/>
          </p:cNvSpPr>
          <p:nvPr/>
        </p:nvSpPr>
        <p:spPr bwMode="auto">
          <a:xfrm>
            <a:off x="4448327"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2" name="Rectangle 313">
            <a:extLst>
              <a:ext uri="{FF2B5EF4-FFF2-40B4-BE49-F238E27FC236}">
                <a16:creationId xmlns:a16="http://schemas.microsoft.com/office/drawing/2014/main" id="{4B2581D9-C04D-4A48-A51B-2934BA88C105}"/>
              </a:ext>
            </a:extLst>
          </p:cNvPr>
          <p:cNvSpPr>
            <a:spLocks noChangeArrowheads="1"/>
          </p:cNvSpPr>
          <p:nvPr/>
        </p:nvSpPr>
        <p:spPr bwMode="auto">
          <a:xfrm>
            <a:off x="490259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3" name="Rectangle 314">
            <a:extLst>
              <a:ext uri="{FF2B5EF4-FFF2-40B4-BE49-F238E27FC236}">
                <a16:creationId xmlns:a16="http://schemas.microsoft.com/office/drawing/2014/main" id="{6F9A094D-9E36-418E-BD81-0BED0CA37542}"/>
              </a:ext>
            </a:extLst>
          </p:cNvPr>
          <p:cNvSpPr>
            <a:spLocks noChangeArrowheads="1"/>
          </p:cNvSpPr>
          <p:nvPr/>
        </p:nvSpPr>
        <p:spPr bwMode="auto">
          <a:xfrm>
            <a:off x="535802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4" name="Rectangle 315">
            <a:extLst>
              <a:ext uri="{FF2B5EF4-FFF2-40B4-BE49-F238E27FC236}">
                <a16:creationId xmlns:a16="http://schemas.microsoft.com/office/drawing/2014/main" id="{99CE1A4E-E309-4173-B637-E7FA8780A5B0}"/>
              </a:ext>
            </a:extLst>
          </p:cNvPr>
          <p:cNvSpPr>
            <a:spLocks noChangeArrowheads="1"/>
          </p:cNvSpPr>
          <p:nvPr/>
        </p:nvSpPr>
        <p:spPr bwMode="auto">
          <a:xfrm>
            <a:off x="5812285"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5" name="Rectangle 316">
            <a:extLst>
              <a:ext uri="{FF2B5EF4-FFF2-40B4-BE49-F238E27FC236}">
                <a16:creationId xmlns:a16="http://schemas.microsoft.com/office/drawing/2014/main" id="{35908A89-8ABE-4EA6-AB07-7C6C075084C7}"/>
              </a:ext>
            </a:extLst>
          </p:cNvPr>
          <p:cNvSpPr>
            <a:spLocks noChangeArrowheads="1"/>
          </p:cNvSpPr>
          <p:nvPr/>
        </p:nvSpPr>
        <p:spPr bwMode="auto">
          <a:xfrm>
            <a:off x="6267718"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6" name="Rectangle 317">
            <a:extLst>
              <a:ext uri="{FF2B5EF4-FFF2-40B4-BE49-F238E27FC236}">
                <a16:creationId xmlns:a16="http://schemas.microsoft.com/office/drawing/2014/main" id="{52D7FC56-1108-4D22-9631-D0A08F954F2D}"/>
              </a:ext>
            </a:extLst>
          </p:cNvPr>
          <p:cNvSpPr>
            <a:spLocks noChangeArrowheads="1"/>
          </p:cNvSpPr>
          <p:nvPr/>
        </p:nvSpPr>
        <p:spPr bwMode="auto">
          <a:xfrm>
            <a:off x="6721981"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7" name="Rectangle 318">
            <a:extLst>
              <a:ext uri="{FF2B5EF4-FFF2-40B4-BE49-F238E27FC236}">
                <a16:creationId xmlns:a16="http://schemas.microsoft.com/office/drawing/2014/main" id="{E6B3457F-C39E-40F4-B8B4-741981759F9C}"/>
              </a:ext>
            </a:extLst>
          </p:cNvPr>
          <p:cNvSpPr>
            <a:spLocks noChangeArrowheads="1"/>
          </p:cNvSpPr>
          <p:nvPr/>
        </p:nvSpPr>
        <p:spPr bwMode="auto">
          <a:xfrm>
            <a:off x="7177414"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8" name="Rectangle 319">
            <a:extLst>
              <a:ext uri="{FF2B5EF4-FFF2-40B4-BE49-F238E27FC236}">
                <a16:creationId xmlns:a16="http://schemas.microsoft.com/office/drawing/2014/main" id="{08E774A7-E1DE-46A1-A6F9-D13721437291}"/>
              </a:ext>
            </a:extLst>
          </p:cNvPr>
          <p:cNvSpPr>
            <a:spLocks noChangeArrowheads="1"/>
          </p:cNvSpPr>
          <p:nvPr/>
        </p:nvSpPr>
        <p:spPr bwMode="auto">
          <a:xfrm>
            <a:off x="7631676"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09" name="Rectangle 320">
            <a:extLst>
              <a:ext uri="{FF2B5EF4-FFF2-40B4-BE49-F238E27FC236}">
                <a16:creationId xmlns:a16="http://schemas.microsoft.com/office/drawing/2014/main" id="{7B8BB479-CE5F-4C3D-9C65-414F6B72D38F}"/>
              </a:ext>
            </a:extLst>
          </p:cNvPr>
          <p:cNvSpPr>
            <a:spLocks noChangeArrowheads="1"/>
          </p:cNvSpPr>
          <p:nvPr/>
        </p:nvSpPr>
        <p:spPr bwMode="auto">
          <a:xfrm>
            <a:off x="8087110"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0" name="Rectangle 321">
            <a:extLst>
              <a:ext uri="{FF2B5EF4-FFF2-40B4-BE49-F238E27FC236}">
                <a16:creationId xmlns:a16="http://schemas.microsoft.com/office/drawing/2014/main" id="{2E97BD59-5139-4C10-8550-C855D2D1FEC1}"/>
              </a:ext>
            </a:extLst>
          </p:cNvPr>
          <p:cNvSpPr>
            <a:spLocks noChangeArrowheads="1"/>
          </p:cNvSpPr>
          <p:nvPr/>
        </p:nvSpPr>
        <p:spPr bwMode="auto">
          <a:xfrm>
            <a:off x="8541373"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1" name="Rectangle 322">
            <a:extLst>
              <a:ext uri="{FF2B5EF4-FFF2-40B4-BE49-F238E27FC236}">
                <a16:creationId xmlns:a16="http://schemas.microsoft.com/office/drawing/2014/main" id="{3AA2DF57-9830-4A49-9748-4ADE27F46F6D}"/>
              </a:ext>
            </a:extLst>
          </p:cNvPr>
          <p:cNvSpPr>
            <a:spLocks noChangeArrowheads="1"/>
          </p:cNvSpPr>
          <p:nvPr/>
        </p:nvSpPr>
        <p:spPr bwMode="auto">
          <a:xfrm>
            <a:off x="8996805"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2" name="Rectangle 323">
            <a:extLst>
              <a:ext uri="{FF2B5EF4-FFF2-40B4-BE49-F238E27FC236}">
                <a16:creationId xmlns:a16="http://schemas.microsoft.com/office/drawing/2014/main" id="{01A36D7F-15E1-44B8-9B0F-4F2DAABB6669}"/>
              </a:ext>
            </a:extLst>
          </p:cNvPr>
          <p:cNvSpPr>
            <a:spLocks noChangeArrowheads="1"/>
          </p:cNvSpPr>
          <p:nvPr/>
        </p:nvSpPr>
        <p:spPr bwMode="auto">
          <a:xfrm>
            <a:off x="9451068" y="6422607"/>
            <a:ext cx="10999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3" name="Rectangle 324">
            <a:extLst>
              <a:ext uri="{FF2B5EF4-FFF2-40B4-BE49-F238E27FC236}">
                <a16:creationId xmlns:a16="http://schemas.microsoft.com/office/drawing/2014/main" id="{716C32D4-81F1-4B63-9A1A-24136249381B}"/>
              </a:ext>
            </a:extLst>
          </p:cNvPr>
          <p:cNvSpPr>
            <a:spLocks noChangeArrowheads="1"/>
          </p:cNvSpPr>
          <p:nvPr/>
        </p:nvSpPr>
        <p:spPr bwMode="auto">
          <a:xfrm>
            <a:off x="9906502"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4" name="Rectangle 325">
            <a:extLst>
              <a:ext uri="{FF2B5EF4-FFF2-40B4-BE49-F238E27FC236}">
                <a16:creationId xmlns:a16="http://schemas.microsoft.com/office/drawing/2014/main" id="{6341F2A0-638B-4AEC-A1C2-759E1F2E1FE8}"/>
              </a:ext>
            </a:extLst>
          </p:cNvPr>
          <p:cNvSpPr>
            <a:spLocks noChangeArrowheads="1"/>
          </p:cNvSpPr>
          <p:nvPr/>
        </p:nvSpPr>
        <p:spPr bwMode="auto">
          <a:xfrm>
            <a:off x="10360764"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5" name="Rectangle 326">
            <a:extLst>
              <a:ext uri="{FF2B5EF4-FFF2-40B4-BE49-F238E27FC236}">
                <a16:creationId xmlns:a16="http://schemas.microsoft.com/office/drawing/2014/main" id="{AC3BBC0F-0B8D-458F-94A7-D77F591B6038}"/>
              </a:ext>
            </a:extLst>
          </p:cNvPr>
          <p:cNvSpPr>
            <a:spLocks noChangeArrowheads="1"/>
          </p:cNvSpPr>
          <p:nvPr/>
        </p:nvSpPr>
        <p:spPr bwMode="auto">
          <a:xfrm>
            <a:off x="10816197" y="6422607"/>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6" name="Rectangle 327">
            <a:extLst>
              <a:ext uri="{FF2B5EF4-FFF2-40B4-BE49-F238E27FC236}">
                <a16:creationId xmlns:a16="http://schemas.microsoft.com/office/drawing/2014/main" id="{2BCB09AE-15F7-4D67-9547-C60DDCB0CEA6}"/>
              </a:ext>
            </a:extLst>
          </p:cNvPr>
          <p:cNvSpPr>
            <a:spLocks noChangeArrowheads="1"/>
          </p:cNvSpPr>
          <p:nvPr/>
        </p:nvSpPr>
        <p:spPr bwMode="auto">
          <a:xfrm>
            <a:off x="11270460" y="6422607"/>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7" name="Rectangle 328">
            <a:extLst>
              <a:ext uri="{FF2B5EF4-FFF2-40B4-BE49-F238E27FC236}">
                <a16:creationId xmlns:a16="http://schemas.microsoft.com/office/drawing/2014/main" id="{19811182-AAD5-444A-AEBF-DA4474795936}"/>
              </a:ext>
            </a:extLst>
          </p:cNvPr>
          <p:cNvSpPr>
            <a:spLocks noChangeArrowheads="1"/>
          </p:cNvSpPr>
          <p:nvPr/>
        </p:nvSpPr>
        <p:spPr bwMode="auto">
          <a:xfrm>
            <a:off x="11725893" y="6422607"/>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8" name="Rectangle 91">
            <a:extLst>
              <a:ext uri="{FF2B5EF4-FFF2-40B4-BE49-F238E27FC236}">
                <a16:creationId xmlns:a16="http://schemas.microsoft.com/office/drawing/2014/main" id="{F5F1C36C-3F5F-453A-8021-577AF8102B7D}"/>
              </a:ext>
            </a:extLst>
          </p:cNvPr>
          <p:cNvSpPr>
            <a:spLocks noChangeArrowheads="1"/>
          </p:cNvSpPr>
          <p:nvPr userDrawn="1"/>
        </p:nvSpPr>
        <p:spPr bwMode="auto">
          <a:xfrm>
            <a:off x="3538630" y="18627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19" name="Rectangle 92">
            <a:extLst>
              <a:ext uri="{FF2B5EF4-FFF2-40B4-BE49-F238E27FC236}">
                <a16:creationId xmlns:a16="http://schemas.microsoft.com/office/drawing/2014/main" id="{B68E0835-F6A9-4C24-80BC-2C4982644A6B}"/>
              </a:ext>
            </a:extLst>
          </p:cNvPr>
          <p:cNvSpPr>
            <a:spLocks noChangeArrowheads="1"/>
          </p:cNvSpPr>
          <p:nvPr userDrawn="1"/>
        </p:nvSpPr>
        <p:spPr bwMode="auto">
          <a:xfrm>
            <a:off x="3992893" y="18627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118">
            <a:extLst>
              <a:ext uri="{FF2B5EF4-FFF2-40B4-BE49-F238E27FC236}">
                <a16:creationId xmlns:a16="http://schemas.microsoft.com/office/drawing/2014/main" id="{C7E8024E-9FFB-4AFF-946C-F32504357775}"/>
              </a:ext>
            </a:extLst>
          </p:cNvPr>
          <p:cNvSpPr>
            <a:spLocks noChangeArrowheads="1"/>
          </p:cNvSpPr>
          <p:nvPr userDrawn="1"/>
        </p:nvSpPr>
        <p:spPr bwMode="auto">
          <a:xfrm>
            <a:off x="3538630" y="23711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119">
            <a:extLst>
              <a:ext uri="{FF2B5EF4-FFF2-40B4-BE49-F238E27FC236}">
                <a16:creationId xmlns:a16="http://schemas.microsoft.com/office/drawing/2014/main" id="{542FA810-66E0-4E5C-A29B-2F35550C8B07}"/>
              </a:ext>
            </a:extLst>
          </p:cNvPr>
          <p:cNvSpPr>
            <a:spLocks noChangeArrowheads="1"/>
          </p:cNvSpPr>
          <p:nvPr userDrawn="1"/>
        </p:nvSpPr>
        <p:spPr bwMode="auto">
          <a:xfrm>
            <a:off x="3992893" y="23711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145">
            <a:extLst>
              <a:ext uri="{FF2B5EF4-FFF2-40B4-BE49-F238E27FC236}">
                <a16:creationId xmlns:a16="http://schemas.microsoft.com/office/drawing/2014/main" id="{E3ADD3A0-60F3-4CCF-A787-C83FEFD7452B}"/>
              </a:ext>
            </a:extLst>
          </p:cNvPr>
          <p:cNvSpPr>
            <a:spLocks noChangeArrowheads="1"/>
          </p:cNvSpPr>
          <p:nvPr userDrawn="1"/>
        </p:nvSpPr>
        <p:spPr bwMode="auto">
          <a:xfrm>
            <a:off x="3538630" y="28783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146">
            <a:extLst>
              <a:ext uri="{FF2B5EF4-FFF2-40B4-BE49-F238E27FC236}">
                <a16:creationId xmlns:a16="http://schemas.microsoft.com/office/drawing/2014/main" id="{03B5D2C0-D46F-4CA6-BB0C-7E966C3AB9DB}"/>
              </a:ext>
            </a:extLst>
          </p:cNvPr>
          <p:cNvSpPr>
            <a:spLocks noChangeArrowheads="1"/>
          </p:cNvSpPr>
          <p:nvPr userDrawn="1"/>
        </p:nvSpPr>
        <p:spPr bwMode="auto">
          <a:xfrm>
            <a:off x="3992893" y="28783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172">
            <a:extLst>
              <a:ext uri="{FF2B5EF4-FFF2-40B4-BE49-F238E27FC236}">
                <a16:creationId xmlns:a16="http://schemas.microsoft.com/office/drawing/2014/main" id="{A5A79340-EBE4-4E04-AF35-EAB781F1CA7F}"/>
              </a:ext>
            </a:extLst>
          </p:cNvPr>
          <p:cNvSpPr>
            <a:spLocks noChangeArrowheads="1"/>
          </p:cNvSpPr>
          <p:nvPr userDrawn="1"/>
        </p:nvSpPr>
        <p:spPr bwMode="auto">
          <a:xfrm>
            <a:off x="3538630" y="3386791"/>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173">
            <a:extLst>
              <a:ext uri="{FF2B5EF4-FFF2-40B4-BE49-F238E27FC236}">
                <a16:creationId xmlns:a16="http://schemas.microsoft.com/office/drawing/2014/main" id="{A3D2A4FF-3DD1-4D92-A192-6C0C4D36720E}"/>
              </a:ext>
            </a:extLst>
          </p:cNvPr>
          <p:cNvSpPr>
            <a:spLocks noChangeArrowheads="1"/>
          </p:cNvSpPr>
          <p:nvPr userDrawn="1"/>
        </p:nvSpPr>
        <p:spPr bwMode="auto">
          <a:xfrm>
            <a:off x="3992893" y="3386791"/>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199">
            <a:extLst>
              <a:ext uri="{FF2B5EF4-FFF2-40B4-BE49-F238E27FC236}">
                <a16:creationId xmlns:a16="http://schemas.microsoft.com/office/drawing/2014/main" id="{F8123DF8-9385-4180-994E-0FB3C83AB056}"/>
              </a:ext>
            </a:extLst>
          </p:cNvPr>
          <p:cNvSpPr>
            <a:spLocks noChangeArrowheads="1"/>
          </p:cNvSpPr>
          <p:nvPr userDrawn="1"/>
        </p:nvSpPr>
        <p:spPr bwMode="auto">
          <a:xfrm>
            <a:off x="3538630" y="389518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200">
            <a:extLst>
              <a:ext uri="{FF2B5EF4-FFF2-40B4-BE49-F238E27FC236}">
                <a16:creationId xmlns:a16="http://schemas.microsoft.com/office/drawing/2014/main" id="{35B83622-CCF4-4468-AC64-CB149002826E}"/>
              </a:ext>
            </a:extLst>
          </p:cNvPr>
          <p:cNvSpPr>
            <a:spLocks noChangeArrowheads="1"/>
          </p:cNvSpPr>
          <p:nvPr userDrawn="1"/>
        </p:nvSpPr>
        <p:spPr bwMode="auto">
          <a:xfrm>
            <a:off x="3992893" y="389518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227">
            <a:extLst>
              <a:ext uri="{FF2B5EF4-FFF2-40B4-BE49-F238E27FC236}">
                <a16:creationId xmlns:a16="http://schemas.microsoft.com/office/drawing/2014/main" id="{BFBE24A8-7F94-482E-85C3-410179531E60}"/>
              </a:ext>
            </a:extLst>
          </p:cNvPr>
          <p:cNvSpPr>
            <a:spLocks noChangeArrowheads="1"/>
          </p:cNvSpPr>
          <p:nvPr userDrawn="1"/>
        </p:nvSpPr>
        <p:spPr bwMode="auto">
          <a:xfrm>
            <a:off x="3538631" y="4403575"/>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228">
            <a:extLst>
              <a:ext uri="{FF2B5EF4-FFF2-40B4-BE49-F238E27FC236}">
                <a16:creationId xmlns:a16="http://schemas.microsoft.com/office/drawing/2014/main" id="{7BB41F2F-EDE1-4BB3-B582-2B31560A4BBC}"/>
              </a:ext>
            </a:extLst>
          </p:cNvPr>
          <p:cNvSpPr>
            <a:spLocks noChangeArrowheads="1"/>
          </p:cNvSpPr>
          <p:nvPr userDrawn="1"/>
        </p:nvSpPr>
        <p:spPr bwMode="auto">
          <a:xfrm>
            <a:off x="3992894" y="4403575"/>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254">
            <a:extLst>
              <a:ext uri="{FF2B5EF4-FFF2-40B4-BE49-F238E27FC236}">
                <a16:creationId xmlns:a16="http://schemas.microsoft.com/office/drawing/2014/main" id="{B7B10579-D69C-4FCC-AF11-0E5789DC7BAB}"/>
              </a:ext>
            </a:extLst>
          </p:cNvPr>
          <p:cNvSpPr>
            <a:spLocks noChangeArrowheads="1"/>
          </p:cNvSpPr>
          <p:nvPr userDrawn="1"/>
        </p:nvSpPr>
        <p:spPr bwMode="auto">
          <a:xfrm>
            <a:off x="3538631" y="4910799"/>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255">
            <a:extLst>
              <a:ext uri="{FF2B5EF4-FFF2-40B4-BE49-F238E27FC236}">
                <a16:creationId xmlns:a16="http://schemas.microsoft.com/office/drawing/2014/main" id="{A4A3592F-5BAF-4960-8617-39A5A4418C41}"/>
              </a:ext>
            </a:extLst>
          </p:cNvPr>
          <p:cNvSpPr>
            <a:spLocks noChangeArrowheads="1"/>
          </p:cNvSpPr>
          <p:nvPr userDrawn="1"/>
        </p:nvSpPr>
        <p:spPr bwMode="auto">
          <a:xfrm>
            <a:off x="3992894" y="4910799"/>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91">
            <a:extLst>
              <a:ext uri="{FF2B5EF4-FFF2-40B4-BE49-F238E27FC236}">
                <a16:creationId xmlns:a16="http://schemas.microsoft.com/office/drawing/2014/main" id="{D185731F-D098-4E64-B7BB-077680516CB5}"/>
              </a:ext>
            </a:extLst>
          </p:cNvPr>
          <p:cNvSpPr>
            <a:spLocks noChangeArrowheads="1"/>
          </p:cNvSpPr>
          <p:nvPr userDrawn="1"/>
        </p:nvSpPr>
        <p:spPr bwMode="auto">
          <a:xfrm>
            <a:off x="4448326" y="18548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92">
            <a:extLst>
              <a:ext uri="{FF2B5EF4-FFF2-40B4-BE49-F238E27FC236}">
                <a16:creationId xmlns:a16="http://schemas.microsoft.com/office/drawing/2014/main" id="{C9CCA8BE-3357-4F70-B832-4B61283439F8}"/>
              </a:ext>
            </a:extLst>
          </p:cNvPr>
          <p:cNvSpPr>
            <a:spLocks noChangeArrowheads="1"/>
          </p:cNvSpPr>
          <p:nvPr userDrawn="1"/>
        </p:nvSpPr>
        <p:spPr bwMode="auto">
          <a:xfrm>
            <a:off x="4902589" y="18548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118">
            <a:extLst>
              <a:ext uri="{FF2B5EF4-FFF2-40B4-BE49-F238E27FC236}">
                <a16:creationId xmlns:a16="http://schemas.microsoft.com/office/drawing/2014/main" id="{E455E6B1-820F-4874-9998-3F33FDF6762A}"/>
              </a:ext>
            </a:extLst>
          </p:cNvPr>
          <p:cNvSpPr>
            <a:spLocks noChangeArrowheads="1"/>
          </p:cNvSpPr>
          <p:nvPr userDrawn="1"/>
        </p:nvSpPr>
        <p:spPr bwMode="auto">
          <a:xfrm>
            <a:off x="4448326" y="23632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119">
            <a:extLst>
              <a:ext uri="{FF2B5EF4-FFF2-40B4-BE49-F238E27FC236}">
                <a16:creationId xmlns:a16="http://schemas.microsoft.com/office/drawing/2014/main" id="{A5878F30-11F9-4620-BB7C-A20308D54D2A}"/>
              </a:ext>
            </a:extLst>
          </p:cNvPr>
          <p:cNvSpPr>
            <a:spLocks noChangeArrowheads="1"/>
          </p:cNvSpPr>
          <p:nvPr userDrawn="1"/>
        </p:nvSpPr>
        <p:spPr bwMode="auto">
          <a:xfrm>
            <a:off x="4902589" y="23632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145">
            <a:extLst>
              <a:ext uri="{FF2B5EF4-FFF2-40B4-BE49-F238E27FC236}">
                <a16:creationId xmlns:a16="http://schemas.microsoft.com/office/drawing/2014/main" id="{282B328E-96DE-404A-8A33-DD08463AA16C}"/>
              </a:ext>
            </a:extLst>
          </p:cNvPr>
          <p:cNvSpPr>
            <a:spLocks noChangeArrowheads="1"/>
          </p:cNvSpPr>
          <p:nvPr userDrawn="1"/>
        </p:nvSpPr>
        <p:spPr bwMode="auto">
          <a:xfrm>
            <a:off x="4448326" y="28704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146">
            <a:extLst>
              <a:ext uri="{FF2B5EF4-FFF2-40B4-BE49-F238E27FC236}">
                <a16:creationId xmlns:a16="http://schemas.microsoft.com/office/drawing/2014/main" id="{6B4AC90D-580B-4B11-8435-170433BF37CE}"/>
              </a:ext>
            </a:extLst>
          </p:cNvPr>
          <p:cNvSpPr>
            <a:spLocks noChangeArrowheads="1"/>
          </p:cNvSpPr>
          <p:nvPr userDrawn="1"/>
        </p:nvSpPr>
        <p:spPr bwMode="auto">
          <a:xfrm>
            <a:off x="4902589" y="28704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172">
            <a:extLst>
              <a:ext uri="{FF2B5EF4-FFF2-40B4-BE49-F238E27FC236}">
                <a16:creationId xmlns:a16="http://schemas.microsoft.com/office/drawing/2014/main" id="{9FF1A1F4-2E5F-4786-B499-D60DC75B214B}"/>
              </a:ext>
            </a:extLst>
          </p:cNvPr>
          <p:cNvSpPr>
            <a:spLocks noChangeArrowheads="1"/>
          </p:cNvSpPr>
          <p:nvPr userDrawn="1"/>
        </p:nvSpPr>
        <p:spPr bwMode="auto">
          <a:xfrm>
            <a:off x="4448326" y="337886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173">
            <a:extLst>
              <a:ext uri="{FF2B5EF4-FFF2-40B4-BE49-F238E27FC236}">
                <a16:creationId xmlns:a16="http://schemas.microsoft.com/office/drawing/2014/main" id="{0F1C8560-0B43-4D98-ADB6-195504D71D3D}"/>
              </a:ext>
            </a:extLst>
          </p:cNvPr>
          <p:cNvSpPr>
            <a:spLocks noChangeArrowheads="1"/>
          </p:cNvSpPr>
          <p:nvPr userDrawn="1"/>
        </p:nvSpPr>
        <p:spPr bwMode="auto">
          <a:xfrm>
            <a:off x="4902589" y="337886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199">
            <a:extLst>
              <a:ext uri="{FF2B5EF4-FFF2-40B4-BE49-F238E27FC236}">
                <a16:creationId xmlns:a16="http://schemas.microsoft.com/office/drawing/2014/main" id="{A4D091FA-192E-4111-9D0A-1154813D182B}"/>
              </a:ext>
            </a:extLst>
          </p:cNvPr>
          <p:cNvSpPr>
            <a:spLocks noChangeArrowheads="1"/>
          </p:cNvSpPr>
          <p:nvPr userDrawn="1"/>
        </p:nvSpPr>
        <p:spPr bwMode="auto">
          <a:xfrm>
            <a:off x="4448326" y="388725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200">
            <a:extLst>
              <a:ext uri="{FF2B5EF4-FFF2-40B4-BE49-F238E27FC236}">
                <a16:creationId xmlns:a16="http://schemas.microsoft.com/office/drawing/2014/main" id="{2456DB9E-FD91-4F1E-8D75-71C5A435799A}"/>
              </a:ext>
            </a:extLst>
          </p:cNvPr>
          <p:cNvSpPr>
            <a:spLocks noChangeArrowheads="1"/>
          </p:cNvSpPr>
          <p:nvPr userDrawn="1"/>
        </p:nvSpPr>
        <p:spPr bwMode="auto">
          <a:xfrm>
            <a:off x="4902589" y="388725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227">
            <a:extLst>
              <a:ext uri="{FF2B5EF4-FFF2-40B4-BE49-F238E27FC236}">
                <a16:creationId xmlns:a16="http://schemas.microsoft.com/office/drawing/2014/main" id="{82ADDEB8-4944-41EC-9927-6FCED6B44E0F}"/>
              </a:ext>
            </a:extLst>
          </p:cNvPr>
          <p:cNvSpPr>
            <a:spLocks noChangeArrowheads="1"/>
          </p:cNvSpPr>
          <p:nvPr userDrawn="1"/>
        </p:nvSpPr>
        <p:spPr bwMode="auto">
          <a:xfrm>
            <a:off x="4448327" y="4395644"/>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228">
            <a:extLst>
              <a:ext uri="{FF2B5EF4-FFF2-40B4-BE49-F238E27FC236}">
                <a16:creationId xmlns:a16="http://schemas.microsoft.com/office/drawing/2014/main" id="{3E7F6ABB-32D8-4D9F-8019-5A6F21704275}"/>
              </a:ext>
            </a:extLst>
          </p:cNvPr>
          <p:cNvSpPr>
            <a:spLocks noChangeArrowheads="1"/>
          </p:cNvSpPr>
          <p:nvPr userDrawn="1"/>
        </p:nvSpPr>
        <p:spPr bwMode="auto">
          <a:xfrm>
            <a:off x="4902590" y="4395644"/>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254">
            <a:extLst>
              <a:ext uri="{FF2B5EF4-FFF2-40B4-BE49-F238E27FC236}">
                <a16:creationId xmlns:a16="http://schemas.microsoft.com/office/drawing/2014/main" id="{FF3C13CA-9CE5-4787-9D9F-6F33F6D7219E}"/>
              </a:ext>
            </a:extLst>
          </p:cNvPr>
          <p:cNvSpPr>
            <a:spLocks noChangeArrowheads="1"/>
          </p:cNvSpPr>
          <p:nvPr userDrawn="1"/>
        </p:nvSpPr>
        <p:spPr bwMode="auto">
          <a:xfrm>
            <a:off x="4448327" y="490286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5" name="Rectangle 255">
            <a:extLst>
              <a:ext uri="{FF2B5EF4-FFF2-40B4-BE49-F238E27FC236}">
                <a16:creationId xmlns:a16="http://schemas.microsoft.com/office/drawing/2014/main" id="{F45F3084-D5DF-4E2A-9FD2-8FADA756F908}"/>
              </a:ext>
            </a:extLst>
          </p:cNvPr>
          <p:cNvSpPr>
            <a:spLocks noChangeArrowheads="1"/>
          </p:cNvSpPr>
          <p:nvPr userDrawn="1"/>
        </p:nvSpPr>
        <p:spPr bwMode="auto">
          <a:xfrm>
            <a:off x="4902590" y="490286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6" name="Rectangle 91">
            <a:extLst>
              <a:ext uri="{FF2B5EF4-FFF2-40B4-BE49-F238E27FC236}">
                <a16:creationId xmlns:a16="http://schemas.microsoft.com/office/drawing/2014/main" id="{C8C188D8-825C-491C-B927-12A86B68F9C8}"/>
              </a:ext>
            </a:extLst>
          </p:cNvPr>
          <p:cNvSpPr>
            <a:spLocks noChangeArrowheads="1"/>
          </p:cNvSpPr>
          <p:nvPr userDrawn="1"/>
        </p:nvSpPr>
        <p:spPr bwMode="auto">
          <a:xfrm>
            <a:off x="5358022" y="18304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7" name="Rectangle 92">
            <a:extLst>
              <a:ext uri="{FF2B5EF4-FFF2-40B4-BE49-F238E27FC236}">
                <a16:creationId xmlns:a16="http://schemas.microsoft.com/office/drawing/2014/main" id="{F1A1CAD1-7E2F-491A-A2F7-752577008BAE}"/>
              </a:ext>
            </a:extLst>
          </p:cNvPr>
          <p:cNvSpPr>
            <a:spLocks noChangeArrowheads="1"/>
          </p:cNvSpPr>
          <p:nvPr userDrawn="1"/>
        </p:nvSpPr>
        <p:spPr bwMode="auto">
          <a:xfrm>
            <a:off x="5812285" y="18304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8" name="Rectangle 118">
            <a:extLst>
              <a:ext uri="{FF2B5EF4-FFF2-40B4-BE49-F238E27FC236}">
                <a16:creationId xmlns:a16="http://schemas.microsoft.com/office/drawing/2014/main" id="{C9F7170B-09CB-4F23-B86C-E3C5A5A9526F}"/>
              </a:ext>
            </a:extLst>
          </p:cNvPr>
          <p:cNvSpPr>
            <a:spLocks noChangeArrowheads="1"/>
          </p:cNvSpPr>
          <p:nvPr userDrawn="1"/>
        </p:nvSpPr>
        <p:spPr bwMode="auto">
          <a:xfrm>
            <a:off x="5358022" y="23388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9" name="Rectangle 119">
            <a:extLst>
              <a:ext uri="{FF2B5EF4-FFF2-40B4-BE49-F238E27FC236}">
                <a16:creationId xmlns:a16="http://schemas.microsoft.com/office/drawing/2014/main" id="{91FF46E2-A356-45DF-9FE0-6D68E8BBB82B}"/>
              </a:ext>
            </a:extLst>
          </p:cNvPr>
          <p:cNvSpPr>
            <a:spLocks noChangeArrowheads="1"/>
          </p:cNvSpPr>
          <p:nvPr userDrawn="1"/>
        </p:nvSpPr>
        <p:spPr bwMode="auto">
          <a:xfrm>
            <a:off x="5812285" y="23388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0" name="Rectangle 145">
            <a:extLst>
              <a:ext uri="{FF2B5EF4-FFF2-40B4-BE49-F238E27FC236}">
                <a16:creationId xmlns:a16="http://schemas.microsoft.com/office/drawing/2014/main" id="{233DF4C6-7DB2-4DEC-965E-4E0FD1AE2F7E}"/>
              </a:ext>
            </a:extLst>
          </p:cNvPr>
          <p:cNvSpPr>
            <a:spLocks noChangeArrowheads="1"/>
          </p:cNvSpPr>
          <p:nvPr userDrawn="1"/>
        </p:nvSpPr>
        <p:spPr bwMode="auto">
          <a:xfrm>
            <a:off x="5358022" y="28460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1" name="Rectangle 146">
            <a:extLst>
              <a:ext uri="{FF2B5EF4-FFF2-40B4-BE49-F238E27FC236}">
                <a16:creationId xmlns:a16="http://schemas.microsoft.com/office/drawing/2014/main" id="{BA0EBE02-0FF5-4E5F-B07E-C74F70CB3BB6}"/>
              </a:ext>
            </a:extLst>
          </p:cNvPr>
          <p:cNvSpPr>
            <a:spLocks noChangeArrowheads="1"/>
          </p:cNvSpPr>
          <p:nvPr userDrawn="1"/>
        </p:nvSpPr>
        <p:spPr bwMode="auto">
          <a:xfrm>
            <a:off x="5812285" y="28460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2" name="Rectangle 172">
            <a:extLst>
              <a:ext uri="{FF2B5EF4-FFF2-40B4-BE49-F238E27FC236}">
                <a16:creationId xmlns:a16="http://schemas.microsoft.com/office/drawing/2014/main" id="{C1FFCEB5-7D01-4DF1-AE5C-13AA614FBB24}"/>
              </a:ext>
            </a:extLst>
          </p:cNvPr>
          <p:cNvSpPr>
            <a:spLocks noChangeArrowheads="1"/>
          </p:cNvSpPr>
          <p:nvPr userDrawn="1"/>
        </p:nvSpPr>
        <p:spPr bwMode="auto">
          <a:xfrm>
            <a:off x="5358022" y="3354445"/>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3" name="Rectangle 173">
            <a:extLst>
              <a:ext uri="{FF2B5EF4-FFF2-40B4-BE49-F238E27FC236}">
                <a16:creationId xmlns:a16="http://schemas.microsoft.com/office/drawing/2014/main" id="{4E743A8D-CDF1-43FE-9A64-273018A788F5}"/>
              </a:ext>
            </a:extLst>
          </p:cNvPr>
          <p:cNvSpPr>
            <a:spLocks noChangeArrowheads="1"/>
          </p:cNvSpPr>
          <p:nvPr userDrawn="1"/>
        </p:nvSpPr>
        <p:spPr bwMode="auto">
          <a:xfrm>
            <a:off x="5812285" y="3354445"/>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4" name="Rectangle 199">
            <a:extLst>
              <a:ext uri="{FF2B5EF4-FFF2-40B4-BE49-F238E27FC236}">
                <a16:creationId xmlns:a16="http://schemas.microsoft.com/office/drawing/2014/main" id="{5816494B-7CF7-4661-9520-ECF2157C306A}"/>
              </a:ext>
            </a:extLst>
          </p:cNvPr>
          <p:cNvSpPr>
            <a:spLocks noChangeArrowheads="1"/>
          </p:cNvSpPr>
          <p:nvPr userDrawn="1"/>
        </p:nvSpPr>
        <p:spPr bwMode="auto">
          <a:xfrm>
            <a:off x="5358022" y="3862837"/>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5" name="Rectangle 200">
            <a:extLst>
              <a:ext uri="{FF2B5EF4-FFF2-40B4-BE49-F238E27FC236}">
                <a16:creationId xmlns:a16="http://schemas.microsoft.com/office/drawing/2014/main" id="{D5F4C1D4-E8FC-483F-82E0-C314B4887C06}"/>
              </a:ext>
            </a:extLst>
          </p:cNvPr>
          <p:cNvSpPr>
            <a:spLocks noChangeArrowheads="1"/>
          </p:cNvSpPr>
          <p:nvPr userDrawn="1"/>
        </p:nvSpPr>
        <p:spPr bwMode="auto">
          <a:xfrm>
            <a:off x="5812285" y="3862837"/>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6" name="Rectangle 227">
            <a:extLst>
              <a:ext uri="{FF2B5EF4-FFF2-40B4-BE49-F238E27FC236}">
                <a16:creationId xmlns:a16="http://schemas.microsoft.com/office/drawing/2014/main" id="{1DE23893-72CE-44E4-9514-E4A35927AD0D}"/>
              </a:ext>
            </a:extLst>
          </p:cNvPr>
          <p:cNvSpPr>
            <a:spLocks noChangeArrowheads="1"/>
          </p:cNvSpPr>
          <p:nvPr userDrawn="1"/>
        </p:nvSpPr>
        <p:spPr bwMode="auto">
          <a:xfrm>
            <a:off x="5358023" y="4371229"/>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7" name="Rectangle 228">
            <a:extLst>
              <a:ext uri="{FF2B5EF4-FFF2-40B4-BE49-F238E27FC236}">
                <a16:creationId xmlns:a16="http://schemas.microsoft.com/office/drawing/2014/main" id="{FDAE80AB-A18F-4777-8A7E-3AF3817C0054}"/>
              </a:ext>
            </a:extLst>
          </p:cNvPr>
          <p:cNvSpPr>
            <a:spLocks noChangeArrowheads="1"/>
          </p:cNvSpPr>
          <p:nvPr userDrawn="1"/>
        </p:nvSpPr>
        <p:spPr bwMode="auto">
          <a:xfrm>
            <a:off x="5812286" y="4371229"/>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8" name="Rectangle 254">
            <a:extLst>
              <a:ext uri="{FF2B5EF4-FFF2-40B4-BE49-F238E27FC236}">
                <a16:creationId xmlns:a16="http://schemas.microsoft.com/office/drawing/2014/main" id="{057CEA97-FB2D-4753-85A3-0C33E822D3CE}"/>
              </a:ext>
            </a:extLst>
          </p:cNvPr>
          <p:cNvSpPr>
            <a:spLocks noChangeArrowheads="1"/>
          </p:cNvSpPr>
          <p:nvPr userDrawn="1"/>
        </p:nvSpPr>
        <p:spPr bwMode="auto">
          <a:xfrm>
            <a:off x="5358023" y="4878453"/>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59" name="Rectangle 255">
            <a:extLst>
              <a:ext uri="{FF2B5EF4-FFF2-40B4-BE49-F238E27FC236}">
                <a16:creationId xmlns:a16="http://schemas.microsoft.com/office/drawing/2014/main" id="{79420A4A-5528-4EC0-987F-DF7C0EEB41F6}"/>
              </a:ext>
            </a:extLst>
          </p:cNvPr>
          <p:cNvSpPr>
            <a:spLocks noChangeArrowheads="1"/>
          </p:cNvSpPr>
          <p:nvPr userDrawn="1"/>
        </p:nvSpPr>
        <p:spPr bwMode="auto">
          <a:xfrm>
            <a:off x="5812286" y="4878453"/>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0" name="Rectangle 91">
            <a:extLst>
              <a:ext uri="{FF2B5EF4-FFF2-40B4-BE49-F238E27FC236}">
                <a16:creationId xmlns:a16="http://schemas.microsoft.com/office/drawing/2014/main" id="{DBC80B5A-0476-410E-B60C-6450F79B3E0B}"/>
              </a:ext>
            </a:extLst>
          </p:cNvPr>
          <p:cNvSpPr>
            <a:spLocks noChangeArrowheads="1"/>
          </p:cNvSpPr>
          <p:nvPr userDrawn="1"/>
        </p:nvSpPr>
        <p:spPr bwMode="auto">
          <a:xfrm>
            <a:off x="6267716" y="18429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1" name="Rectangle 92">
            <a:extLst>
              <a:ext uri="{FF2B5EF4-FFF2-40B4-BE49-F238E27FC236}">
                <a16:creationId xmlns:a16="http://schemas.microsoft.com/office/drawing/2014/main" id="{65FABB81-DBF4-42B4-8D90-A98EC802144F}"/>
              </a:ext>
            </a:extLst>
          </p:cNvPr>
          <p:cNvSpPr>
            <a:spLocks noChangeArrowheads="1"/>
          </p:cNvSpPr>
          <p:nvPr userDrawn="1"/>
        </p:nvSpPr>
        <p:spPr bwMode="auto">
          <a:xfrm>
            <a:off x="6721979" y="18429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2" name="Rectangle 118">
            <a:extLst>
              <a:ext uri="{FF2B5EF4-FFF2-40B4-BE49-F238E27FC236}">
                <a16:creationId xmlns:a16="http://schemas.microsoft.com/office/drawing/2014/main" id="{A6202184-9808-4043-9640-D0544AB5D404}"/>
              </a:ext>
            </a:extLst>
          </p:cNvPr>
          <p:cNvSpPr>
            <a:spLocks noChangeArrowheads="1"/>
          </p:cNvSpPr>
          <p:nvPr userDrawn="1"/>
        </p:nvSpPr>
        <p:spPr bwMode="auto">
          <a:xfrm>
            <a:off x="6267716" y="23513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3" name="Rectangle 119">
            <a:extLst>
              <a:ext uri="{FF2B5EF4-FFF2-40B4-BE49-F238E27FC236}">
                <a16:creationId xmlns:a16="http://schemas.microsoft.com/office/drawing/2014/main" id="{FEED1DE3-7FCB-412B-AD9F-396C8AFC0B44}"/>
              </a:ext>
            </a:extLst>
          </p:cNvPr>
          <p:cNvSpPr>
            <a:spLocks noChangeArrowheads="1"/>
          </p:cNvSpPr>
          <p:nvPr userDrawn="1"/>
        </p:nvSpPr>
        <p:spPr bwMode="auto">
          <a:xfrm>
            <a:off x="6721979" y="23513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4" name="Rectangle 145">
            <a:extLst>
              <a:ext uri="{FF2B5EF4-FFF2-40B4-BE49-F238E27FC236}">
                <a16:creationId xmlns:a16="http://schemas.microsoft.com/office/drawing/2014/main" id="{E3D106F5-B3BA-48C7-BB89-5F7A7B3FD30F}"/>
              </a:ext>
            </a:extLst>
          </p:cNvPr>
          <p:cNvSpPr>
            <a:spLocks noChangeArrowheads="1"/>
          </p:cNvSpPr>
          <p:nvPr userDrawn="1"/>
        </p:nvSpPr>
        <p:spPr bwMode="auto">
          <a:xfrm>
            <a:off x="6267716" y="28585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5" name="Rectangle 146">
            <a:extLst>
              <a:ext uri="{FF2B5EF4-FFF2-40B4-BE49-F238E27FC236}">
                <a16:creationId xmlns:a16="http://schemas.microsoft.com/office/drawing/2014/main" id="{98A5D359-1B62-4D55-856B-6A4D9015C636}"/>
              </a:ext>
            </a:extLst>
          </p:cNvPr>
          <p:cNvSpPr>
            <a:spLocks noChangeArrowheads="1"/>
          </p:cNvSpPr>
          <p:nvPr userDrawn="1"/>
        </p:nvSpPr>
        <p:spPr bwMode="auto">
          <a:xfrm>
            <a:off x="6721979" y="28585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6" name="Rectangle 172">
            <a:extLst>
              <a:ext uri="{FF2B5EF4-FFF2-40B4-BE49-F238E27FC236}">
                <a16:creationId xmlns:a16="http://schemas.microsoft.com/office/drawing/2014/main" id="{8AEB6855-7DCA-4BAB-B081-5EAFB1014586}"/>
              </a:ext>
            </a:extLst>
          </p:cNvPr>
          <p:cNvSpPr>
            <a:spLocks noChangeArrowheads="1"/>
          </p:cNvSpPr>
          <p:nvPr userDrawn="1"/>
        </p:nvSpPr>
        <p:spPr bwMode="auto">
          <a:xfrm>
            <a:off x="6267716" y="3366974"/>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7" name="Rectangle 173">
            <a:extLst>
              <a:ext uri="{FF2B5EF4-FFF2-40B4-BE49-F238E27FC236}">
                <a16:creationId xmlns:a16="http://schemas.microsoft.com/office/drawing/2014/main" id="{18A0DCB0-4E9E-42D7-ABF1-2CB0A069240A}"/>
              </a:ext>
            </a:extLst>
          </p:cNvPr>
          <p:cNvSpPr>
            <a:spLocks noChangeArrowheads="1"/>
          </p:cNvSpPr>
          <p:nvPr userDrawn="1"/>
        </p:nvSpPr>
        <p:spPr bwMode="auto">
          <a:xfrm>
            <a:off x="6721979" y="3366974"/>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8" name="Rectangle 199">
            <a:extLst>
              <a:ext uri="{FF2B5EF4-FFF2-40B4-BE49-F238E27FC236}">
                <a16:creationId xmlns:a16="http://schemas.microsoft.com/office/drawing/2014/main" id="{C94A534B-EDB6-41CC-BFD6-C8E5C64E30CF}"/>
              </a:ext>
            </a:extLst>
          </p:cNvPr>
          <p:cNvSpPr>
            <a:spLocks noChangeArrowheads="1"/>
          </p:cNvSpPr>
          <p:nvPr userDrawn="1"/>
        </p:nvSpPr>
        <p:spPr bwMode="auto">
          <a:xfrm>
            <a:off x="6267716" y="387536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69" name="Rectangle 200">
            <a:extLst>
              <a:ext uri="{FF2B5EF4-FFF2-40B4-BE49-F238E27FC236}">
                <a16:creationId xmlns:a16="http://schemas.microsoft.com/office/drawing/2014/main" id="{D3305D9B-7E5D-4A06-B20C-705E7AADA0EE}"/>
              </a:ext>
            </a:extLst>
          </p:cNvPr>
          <p:cNvSpPr>
            <a:spLocks noChangeArrowheads="1"/>
          </p:cNvSpPr>
          <p:nvPr userDrawn="1"/>
        </p:nvSpPr>
        <p:spPr bwMode="auto">
          <a:xfrm>
            <a:off x="6721979" y="387536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0" name="Rectangle 227">
            <a:extLst>
              <a:ext uri="{FF2B5EF4-FFF2-40B4-BE49-F238E27FC236}">
                <a16:creationId xmlns:a16="http://schemas.microsoft.com/office/drawing/2014/main" id="{10DC9989-B0C3-40E8-9A23-4DD46B61F186}"/>
              </a:ext>
            </a:extLst>
          </p:cNvPr>
          <p:cNvSpPr>
            <a:spLocks noChangeArrowheads="1"/>
          </p:cNvSpPr>
          <p:nvPr userDrawn="1"/>
        </p:nvSpPr>
        <p:spPr bwMode="auto">
          <a:xfrm>
            <a:off x="6267717" y="4383758"/>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1" name="Rectangle 228">
            <a:extLst>
              <a:ext uri="{FF2B5EF4-FFF2-40B4-BE49-F238E27FC236}">
                <a16:creationId xmlns:a16="http://schemas.microsoft.com/office/drawing/2014/main" id="{802DD19F-ACAF-462C-9EF0-03BED7E8C2A2}"/>
              </a:ext>
            </a:extLst>
          </p:cNvPr>
          <p:cNvSpPr>
            <a:spLocks noChangeArrowheads="1"/>
          </p:cNvSpPr>
          <p:nvPr userDrawn="1"/>
        </p:nvSpPr>
        <p:spPr bwMode="auto">
          <a:xfrm>
            <a:off x="6721980" y="4383758"/>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2" name="Rectangle 254">
            <a:extLst>
              <a:ext uri="{FF2B5EF4-FFF2-40B4-BE49-F238E27FC236}">
                <a16:creationId xmlns:a16="http://schemas.microsoft.com/office/drawing/2014/main" id="{B675BA60-6E6B-4897-B172-3FEB85B0A6BE}"/>
              </a:ext>
            </a:extLst>
          </p:cNvPr>
          <p:cNvSpPr>
            <a:spLocks noChangeArrowheads="1"/>
          </p:cNvSpPr>
          <p:nvPr userDrawn="1"/>
        </p:nvSpPr>
        <p:spPr bwMode="auto">
          <a:xfrm>
            <a:off x="6267717" y="4890982"/>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3" name="Rectangle 255">
            <a:extLst>
              <a:ext uri="{FF2B5EF4-FFF2-40B4-BE49-F238E27FC236}">
                <a16:creationId xmlns:a16="http://schemas.microsoft.com/office/drawing/2014/main" id="{90EC0740-4B58-4786-864F-D6202316E36B}"/>
              </a:ext>
            </a:extLst>
          </p:cNvPr>
          <p:cNvSpPr>
            <a:spLocks noChangeArrowheads="1"/>
          </p:cNvSpPr>
          <p:nvPr userDrawn="1"/>
        </p:nvSpPr>
        <p:spPr bwMode="auto">
          <a:xfrm>
            <a:off x="6721980" y="4890982"/>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4" name="Rectangle 91">
            <a:extLst>
              <a:ext uri="{FF2B5EF4-FFF2-40B4-BE49-F238E27FC236}">
                <a16:creationId xmlns:a16="http://schemas.microsoft.com/office/drawing/2014/main" id="{6F4C6DA5-9C32-43AB-9B2B-D5F64DCD5B48}"/>
              </a:ext>
            </a:extLst>
          </p:cNvPr>
          <p:cNvSpPr>
            <a:spLocks noChangeArrowheads="1"/>
          </p:cNvSpPr>
          <p:nvPr userDrawn="1"/>
        </p:nvSpPr>
        <p:spPr bwMode="auto">
          <a:xfrm>
            <a:off x="7177412"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5" name="Rectangle 92">
            <a:extLst>
              <a:ext uri="{FF2B5EF4-FFF2-40B4-BE49-F238E27FC236}">
                <a16:creationId xmlns:a16="http://schemas.microsoft.com/office/drawing/2014/main" id="{2E98FFFB-1367-4885-A347-2B10A92AF779}"/>
              </a:ext>
            </a:extLst>
          </p:cNvPr>
          <p:cNvSpPr>
            <a:spLocks noChangeArrowheads="1"/>
          </p:cNvSpPr>
          <p:nvPr userDrawn="1"/>
        </p:nvSpPr>
        <p:spPr bwMode="auto">
          <a:xfrm>
            <a:off x="7631675"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6" name="Rectangle 118">
            <a:extLst>
              <a:ext uri="{FF2B5EF4-FFF2-40B4-BE49-F238E27FC236}">
                <a16:creationId xmlns:a16="http://schemas.microsoft.com/office/drawing/2014/main" id="{B0EE3A07-2F28-4D28-AD64-4E71640B185F}"/>
              </a:ext>
            </a:extLst>
          </p:cNvPr>
          <p:cNvSpPr>
            <a:spLocks noChangeArrowheads="1"/>
          </p:cNvSpPr>
          <p:nvPr userDrawn="1"/>
        </p:nvSpPr>
        <p:spPr bwMode="auto">
          <a:xfrm>
            <a:off x="7177412"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7" name="Rectangle 119">
            <a:extLst>
              <a:ext uri="{FF2B5EF4-FFF2-40B4-BE49-F238E27FC236}">
                <a16:creationId xmlns:a16="http://schemas.microsoft.com/office/drawing/2014/main" id="{CCE2A03B-C80B-42F1-9230-C10251D1238C}"/>
              </a:ext>
            </a:extLst>
          </p:cNvPr>
          <p:cNvSpPr>
            <a:spLocks noChangeArrowheads="1"/>
          </p:cNvSpPr>
          <p:nvPr userDrawn="1"/>
        </p:nvSpPr>
        <p:spPr bwMode="auto">
          <a:xfrm>
            <a:off x="7631675"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8" name="Rectangle 145">
            <a:extLst>
              <a:ext uri="{FF2B5EF4-FFF2-40B4-BE49-F238E27FC236}">
                <a16:creationId xmlns:a16="http://schemas.microsoft.com/office/drawing/2014/main" id="{87375277-0EF5-4601-B688-CC287F3E6A48}"/>
              </a:ext>
            </a:extLst>
          </p:cNvPr>
          <p:cNvSpPr>
            <a:spLocks noChangeArrowheads="1"/>
          </p:cNvSpPr>
          <p:nvPr userDrawn="1"/>
        </p:nvSpPr>
        <p:spPr bwMode="auto">
          <a:xfrm>
            <a:off x="7177412"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79" name="Rectangle 146">
            <a:extLst>
              <a:ext uri="{FF2B5EF4-FFF2-40B4-BE49-F238E27FC236}">
                <a16:creationId xmlns:a16="http://schemas.microsoft.com/office/drawing/2014/main" id="{19099545-7878-4215-9ADA-69237497B88B}"/>
              </a:ext>
            </a:extLst>
          </p:cNvPr>
          <p:cNvSpPr>
            <a:spLocks noChangeArrowheads="1"/>
          </p:cNvSpPr>
          <p:nvPr userDrawn="1"/>
        </p:nvSpPr>
        <p:spPr bwMode="auto">
          <a:xfrm>
            <a:off x="7631675"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0" name="Rectangle 172">
            <a:extLst>
              <a:ext uri="{FF2B5EF4-FFF2-40B4-BE49-F238E27FC236}">
                <a16:creationId xmlns:a16="http://schemas.microsoft.com/office/drawing/2014/main" id="{13AB64CA-71E8-4F3D-8A8F-48ADB8EE76DD}"/>
              </a:ext>
            </a:extLst>
          </p:cNvPr>
          <p:cNvSpPr>
            <a:spLocks noChangeArrowheads="1"/>
          </p:cNvSpPr>
          <p:nvPr userDrawn="1"/>
        </p:nvSpPr>
        <p:spPr bwMode="auto">
          <a:xfrm>
            <a:off x="7177412"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1" name="Rectangle 173">
            <a:extLst>
              <a:ext uri="{FF2B5EF4-FFF2-40B4-BE49-F238E27FC236}">
                <a16:creationId xmlns:a16="http://schemas.microsoft.com/office/drawing/2014/main" id="{E6E68EB4-8B4F-4659-85F0-F33EB0681EAB}"/>
              </a:ext>
            </a:extLst>
          </p:cNvPr>
          <p:cNvSpPr>
            <a:spLocks noChangeArrowheads="1"/>
          </p:cNvSpPr>
          <p:nvPr userDrawn="1"/>
        </p:nvSpPr>
        <p:spPr bwMode="auto">
          <a:xfrm>
            <a:off x="7631675"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2" name="Rectangle 199">
            <a:extLst>
              <a:ext uri="{FF2B5EF4-FFF2-40B4-BE49-F238E27FC236}">
                <a16:creationId xmlns:a16="http://schemas.microsoft.com/office/drawing/2014/main" id="{FD5D2EFE-78D7-47A0-B41B-A6D123F33258}"/>
              </a:ext>
            </a:extLst>
          </p:cNvPr>
          <p:cNvSpPr>
            <a:spLocks noChangeArrowheads="1"/>
          </p:cNvSpPr>
          <p:nvPr userDrawn="1"/>
        </p:nvSpPr>
        <p:spPr bwMode="auto">
          <a:xfrm>
            <a:off x="7177412"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3" name="Rectangle 200">
            <a:extLst>
              <a:ext uri="{FF2B5EF4-FFF2-40B4-BE49-F238E27FC236}">
                <a16:creationId xmlns:a16="http://schemas.microsoft.com/office/drawing/2014/main" id="{43DD1F99-EF92-4FA7-A688-DFB8CA0428A2}"/>
              </a:ext>
            </a:extLst>
          </p:cNvPr>
          <p:cNvSpPr>
            <a:spLocks noChangeArrowheads="1"/>
          </p:cNvSpPr>
          <p:nvPr userDrawn="1"/>
        </p:nvSpPr>
        <p:spPr bwMode="auto">
          <a:xfrm>
            <a:off x="7631675"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4" name="Rectangle 227">
            <a:extLst>
              <a:ext uri="{FF2B5EF4-FFF2-40B4-BE49-F238E27FC236}">
                <a16:creationId xmlns:a16="http://schemas.microsoft.com/office/drawing/2014/main" id="{61B66908-9A89-4CAA-82BB-1B0CBBA7121D}"/>
              </a:ext>
            </a:extLst>
          </p:cNvPr>
          <p:cNvSpPr>
            <a:spLocks noChangeArrowheads="1"/>
          </p:cNvSpPr>
          <p:nvPr userDrawn="1"/>
        </p:nvSpPr>
        <p:spPr bwMode="auto">
          <a:xfrm>
            <a:off x="7177413"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5" name="Rectangle 228">
            <a:extLst>
              <a:ext uri="{FF2B5EF4-FFF2-40B4-BE49-F238E27FC236}">
                <a16:creationId xmlns:a16="http://schemas.microsoft.com/office/drawing/2014/main" id="{A25ADF27-53D5-47C3-A679-6359C6A587B3}"/>
              </a:ext>
            </a:extLst>
          </p:cNvPr>
          <p:cNvSpPr>
            <a:spLocks noChangeArrowheads="1"/>
          </p:cNvSpPr>
          <p:nvPr userDrawn="1"/>
        </p:nvSpPr>
        <p:spPr bwMode="auto">
          <a:xfrm>
            <a:off x="7631676"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6" name="Rectangle 254">
            <a:extLst>
              <a:ext uri="{FF2B5EF4-FFF2-40B4-BE49-F238E27FC236}">
                <a16:creationId xmlns:a16="http://schemas.microsoft.com/office/drawing/2014/main" id="{3571E780-2740-4415-A8FC-0A7B70032679}"/>
              </a:ext>
            </a:extLst>
          </p:cNvPr>
          <p:cNvSpPr>
            <a:spLocks noChangeArrowheads="1"/>
          </p:cNvSpPr>
          <p:nvPr userDrawn="1"/>
        </p:nvSpPr>
        <p:spPr bwMode="auto">
          <a:xfrm>
            <a:off x="7177413"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87" name="Rectangle 255">
            <a:extLst>
              <a:ext uri="{FF2B5EF4-FFF2-40B4-BE49-F238E27FC236}">
                <a16:creationId xmlns:a16="http://schemas.microsoft.com/office/drawing/2014/main" id="{D4DFF327-57BB-4D9E-A2B7-F0DD5B949776}"/>
              </a:ext>
            </a:extLst>
          </p:cNvPr>
          <p:cNvSpPr>
            <a:spLocks noChangeArrowheads="1"/>
          </p:cNvSpPr>
          <p:nvPr userDrawn="1"/>
        </p:nvSpPr>
        <p:spPr bwMode="auto">
          <a:xfrm>
            <a:off x="7631676"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5" name="Rectangle 91">
            <a:extLst>
              <a:ext uri="{FF2B5EF4-FFF2-40B4-BE49-F238E27FC236}">
                <a16:creationId xmlns:a16="http://schemas.microsoft.com/office/drawing/2014/main" id="{8A3B7425-E369-4F53-BA6F-5242DA61BF30}"/>
              </a:ext>
            </a:extLst>
          </p:cNvPr>
          <p:cNvSpPr>
            <a:spLocks noChangeArrowheads="1"/>
          </p:cNvSpPr>
          <p:nvPr userDrawn="1"/>
        </p:nvSpPr>
        <p:spPr bwMode="auto">
          <a:xfrm>
            <a:off x="8087107" y="18551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6" name="Rectangle 92">
            <a:extLst>
              <a:ext uri="{FF2B5EF4-FFF2-40B4-BE49-F238E27FC236}">
                <a16:creationId xmlns:a16="http://schemas.microsoft.com/office/drawing/2014/main" id="{4E6A839F-6FCF-4E31-8BD0-E16864EEE062}"/>
              </a:ext>
            </a:extLst>
          </p:cNvPr>
          <p:cNvSpPr>
            <a:spLocks noChangeArrowheads="1"/>
          </p:cNvSpPr>
          <p:nvPr userDrawn="1"/>
        </p:nvSpPr>
        <p:spPr bwMode="auto">
          <a:xfrm>
            <a:off x="8541370" y="18551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7" name="Rectangle 118">
            <a:extLst>
              <a:ext uri="{FF2B5EF4-FFF2-40B4-BE49-F238E27FC236}">
                <a16:creationId xmlns:a16="http://schemas.microsoft.com/office/drawing/2014/main" id="{E30405E0-3BAF-415C-962D-57EEE5D59061}"/>
              </a:ext>
            </a:extLst>
          </p:cNvPr>
          <p:cNvSpPr>
            <a:spLocks noChangeArrowheads="1"/>
          </p:cNvSpPr>
          <p:nvPr userDrawn="1"/>
        </p:nvSpPr>
        <p:spPr bwMode="auto">
          <a:xfrm>
            <a:off x="8087107" y="23635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8" name="Rectangle 119">
            <a:extLst>
              <a:ext uri="{FF2B5EF4-FFF2-40B4-BE49-F238E27FC236}">
                <a16:creationId xmlns:a16="http://schemas.microsoft.com/office/drawing/2014/main" id="{2F0D6E87-BA13-4616-837F-44E6418D2BE9}"/>
              </a:ext>
            </a:extLst>
          </p:cNvPr>
          <p:cNvSpPr>
            <a:spLocks noChangeArrowheads="1"/>
          </p:cNvSpPr>
          <p:nvPr userDrawn="1"/>
        </p:nvSpPr>
        <p:spPr bwMode="auto">
          <a:xfrm>
            <a:off x="8541370" y="23635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99" name="Rectangle 145">
            <a:extLst>
              <a:ext uri="{FF2B5EF4-FFF2-40B4-BE49-F238E27FC236}">
                <a16:creationId xmlns:a16="http://schemas.microsoft.com/office/drawing/2014/main" id="{6E4DC2C7-60E2-4E39-A040-33E1148C84D5}"/>
              </a:ext>
            </a:extLst>
          </p:cNvPr>
          <p:cNvSpPr>
            <a:spLocks noChangeArrowheads="1"/>
          </p:cNvSpPr>
          <p:nvPr userDrawn="1"/>
        </p:nvSpPr>
        <p:spPr bwMode="auto">
          <a:xfrm>
            <a:off x="8087107" y="28707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0" name="Rectangle 146">
            <a:extLst>
              <a:ext uri="{FF2B5EF4-FFF2-40B4-BE49-F238E27FC236}">
                <a16:creationId xmlns:a16="http://schemas.microsoft.com/office/drawing/2014/main" id="{966097DC-FD1B-4AB8-9270-D63BF4F1A3CB}"/>
              </a:ext>
            </a:extLst>
          </p:cNvPr>
          <p:cNvSpPr>
            <a:spLocks noChangeArrowheads="1"/>
          </p:cNvSpPr>
          <p:nvPr userDrawn="1"/>
        </p:nvSpPr>
        <p:spPr bwMode="auto">
          <a:xfrm>
            <a:off x="8541370" y="28707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1" name="Rectangle 172">
            <a:extLst>
              <a:ext uri="{FF2B5EF4-FFF2-40B4-BE49-F238E27FC236}">
                <a16:creationId xmlns:a16="http://schemas.microsoft.com/office/drawing/2014/main" id="{F9963C2C-FE13-4B53-9E0A-33833EBFF4BC}"/>
              </a:ext>
            </a:extLst>
          </p:cNvPr>
          <p:cNvSpPr>
            <a:spLocks noChangeArrowheads="1"/>
          </p:cNvSpPr>
          <p:nvPr userDrawn="1"/>
        </p:nvSpPr>
        <p:spPr bwMode="auto">
          <a:xfrm>
            <a:off x="8087107" y="3379178"/>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2" name="Rectangle 173">
            <a:extLst>
              <a:ext uri="{FF2B5EF4-FFF2-40B4-BE49-F238E27FC236}">
                <a16:creationId xmlns:a16="http://schemas.microsoft.com/office/drawing/2014/main" id="{E25FDE01-0116-404D-AED3-856484360C6A}"/>
              </a:ext>
            </a:extLst>
          </p:cNvPr>
          <p:cNvSpPr>
            <a:spLocks noChangeArrowheads="1"/>
          </p:cNvSpPr>
          <p:nvPr userDrawn="1"/>
        </p:nvSpPr>
        <p:spPr bwMode="auto">
          <a:xfrm>
            <a:off x="8541370" y="3379178"/>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3" name="Rectangle 199">
            <a:extLst>
              <a:ext uri="{FF2B5EF4-FFF2-40B4-BE49-F238E27FC236}">
                <a16:creationId xmlns:a16="http://schemas.microsoft.com/office/drawing/2014/main" id="{6301786C-8F5C-45F8-9EBB-5C24E924F8FB}"/>
              </a:ext>
            </a:extLst>
          </p:cNvPr>
          <p:cNvSpPr>
            <a:spLocks noChangeArrowheads="1"/>
          </p:cNvSpPr>
          <p:nvPr userDrawn="1"/>
        </p:nvSpPr>
        <p:spPr bwMode="auto">
          <a:xfrm>
            <a:off x="8087107" y="3887570"/>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4" name="Rectangle 200">
            <a:extLst>
              <a:ext uri="{FF2B5EF4-FFF2-40B4-BE49-F238E27FC236}">
                <a16:creationId xmlns:a16="http://schemas.microsoft.com/office/drawing/2014/main" id="{5F732FBA-FE3A-4BD8-BBC1-9C523E6253B3}"/>
              </a:ext>
            </a:extLst>
          </p:cNvPr>
          <p:cNvSpPr>
            <a:spLocks noChangeArrowheads="1"/>
          </p:cNvSpPr>
          <p:nvPr userDrawn="1"/>
        </p:nvSpPr>
        <p:spPr bwMode="auto">
          <a:xfrm>
            <a:off x="8541370" y="3887570"/>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5" name="Rectangle 227">
            <a:extLst>
              <a:ext uri="{FF2B5EF4-FFF2-40B4-BE49-F238E27FC236}">
                <a16:creationId xmlns:a16="http://schemas.microsoft.com/office/drawing/2014/main" id="{C637BBAC-97AA-4D18-AA59-2A7536613F5A}"/>
              </a:ext>
            </a:extLst>
          </p:cNvPr>
          <p:cNvSpPr>
            <a:spLocks noChangeArrowheads="1"/>
          </p:cNvSpPr>
          <p:nvPr userDrawn="1"/>
        </p:nvSpPr>
        <p:spPr bwMode="auto">
          <a:xfrm>
            <a:off x="8087108" y="4395962"/>
            <a:ext cx="10882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6" name="Rectangle 228">
            <a:extLst>
              <a:ext uri="{FF2B5EF4-FFF2-40B4-BE49-F238E27FC236}">
                <a16:creationId xmlns:a16="http://schemas.microsoft.com/office/drawing/2014/main" id="{6065E043-00A0-4681-9A2D-6DCA1E6EF993}"/>
              </a:ext>
            </a:extLst>
          </p:cNvPr>
          <p:cNvSpPr>
            <a:spLocks noChangeArrowheads="1"/>
          </p:cNvSpPr>
          <p:nvPr userDrawn="1"/>
        </p:nvSpPr>
        <p:spPr bwMode="auto">
          <a:xfrm>
            <a:off x="8541371" y="4395962"/>
            <a:ext cx="109992" cy="108822"/>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7" name="Rectangle 254">
            <a:extLst>
              <a:ext uri="{FF2B5EF4-FFF2-40B4-BE49-F238E27FC236}">
                <a16:creationId xmlns:a16="http://schemas.microsoft.com/office/drawing/2014/main" id="{CE169FB0-5491-4F5D-BC9E-C9846ADDC0B8}"/>
              </a:ext>
            </a:extLst>
          </p:cNvPr>
          <p:cNvSpPr>
            <a:spLocks noChangeArrowheads="1"/>
          </p:cNvSpPr>
          <p:nvPr userDrawn="1"/>
        </p:nvSpPr>
        <p:spPr bwMode="auto">
          <a:xfrm>
            <a:off x="8087108" y="4903186"/>
            <a:ext cx="10882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08" name="Rectangle 255">
            <a:extLst>
              <a:ext uri="{FF2B5EF4-FFF2-40B4-BE49-F238E27FC236}">
                <a16:creationId xmlns:a16="http://schemas.microsoft.com/office/drawing/2014/main" id="{2057D317-5E06-487E-8C29-ACF2FBFDAD7B}"/>
              </a:ext>
            </a:extLst>
          </p:cNvPr>
          <p:cNvSpPr>
            <a:spLocks noChangeArrowheads="1"/>
          </p:cNvSpPr>
          <p:nvPr userDrawn="1"/>
        </p:nvSpPr>
        <p:spPr bwMode="auto">
          <a:xfrm>
            <a:off x="8541371" y="4903186"/>
            <a:ext cx="109992" cy="109990"/>
          </a:xfrm>
          <a:prstGeom prst="rect">
            <a:avLst/>
          </a:prstGeom>
          <a:solidFill>
            <a:schemeClr val="accent1">
              <a:lumMod val="90000"/>
              <a:lumOff val="1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145230934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accent1"/>
        </a:solidFill>
        <a:effectLst/>
      </p:bgPr>
    </p:bg>
    <p:spTree>
      <p:nvGrpSpPr>
        <p:cNvPr id="1" name=""/>
        <p:cNvGrpSpPr/>
        <p:nvPr/>
      </p:nvGrpSpPr>
      <p:grpSpPr>
        <a:xfrm>
          <a:off x="0" y="0"/>
          <a:ext cx="0" cy="0"/>
          <a:chOff x="0" y="0"/>
          <a:chExt cx="0" cy="0"/>
        </a:xfrm>
      </p:grpSpPr>
      <p:sp>
        <p:nvSpPr>
          <p:cNvPr id="337" name="Rectangle 5">
            <a:extLst>
              <a:ext uri="{FF2B5EF4-FFF2-40B4-BE49-F238E27FC236}">
                <a16:creationId xmlns:a16="http://schemas.microsoft.com/office/drawing/2014/main" id="{85C298FF-97F9-4147-B827-D8E5136C2635}"/>
              </a:ext>
            </a:extLst>
          </p:cNvPr>
          <p:cNvSpPr>
            <a:spLocks noChangeArrowheads="1"/>
          </p:cNvSpPr>
          <p:nvPr/>
        </p:nvSpPr>
        <p:spPr bwMode="auto">
          <a:xfrm>
            <a:off x="35411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8" name="Rectangle 6">
            <a:extLst>
              <a:ext uri="{FF2B5EF4-FFF2-40B4-BE49-F238E27FC236}">
                <a16:creationId xmlns:a16="http://schemas.microsoft.com/office/drawing/2014/main" id="{9408EFDD-1492-4223-8E65-A093D2F1BB8A}"/>
              </a:ext>
            </a:extLst>
          </p:cNvPr>
          <p:cNvSpPr>
            <a:spLocks noChangeArrowheads="1"/>
          </p:cNvSpPr>
          <p:nvPr/>
        </p:nvSpPr>
        <p:spPr bwMode="auto">
          <a:xfrm>
            <a:off x="80954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9" name="Rectangle 7">
            <a:extLst>
              <a:ext uri="{FF2B5EF4-FFF2-40B4-BE49-F238E27FC236}">
                <a16:creationId xmlns:a16="http://schemas.microsoft.com/office/drawing/2014/main" id="{F894E7F8-7101-42ED-9EE3-85F58C6EF313}"/>
              </a:ext>
            </a:extLst>
          </p:cNvPr>
          <p:cNvSpPr>
            <a:spLocks noChangeArrowheads="1"/>
          </p:cNvSpPr>
          <p:nvPr/>
        </p:nvSpPr>
        <p:spPr bwMode="auto">
          <a:xfrm>
            <a:off x="126380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0" name="Rectangle 8">
            <a:extLst>
              <a:ext uri="{FF2B5EF4-FFF2-40B4-BE49-F238E27FC236}">
                <a16:creationId xmlns:a16="http://schemas.microsoft.com/office/drawing/2014/main" id="{877C8C7E-1793-4536-97A4-63A3591EF955}"/>
              </a:ext>
            </a:extLst>
          </p:cNvPr>
          <p:cNvSpPr>
            <a:spLocks noChangeArrowheads="1"/>
          </p:cNvSpPr>
          <p:nvPr/>
        </p:nvSpPr>
        <p:spPr bwMode="auto">
          <a:xfrm>
            <a:off x="171923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1" name="Rectangle 9">
            <a:extLst>
              <a:ext uri="{FF2B5EF4-FFF2-40B4-BE49-F238E27FC236}">
                <a16:creationId xmlns:a16="http://schemas.microsoft.com/office/drawing/2014/main" id="{077D2BC4-41B3-4D98-84CA-A2503EF131C0}"/>
              </a:ext>
            </a:extLst>
          </p:cNvPr>
          <p:cNvSpPr>
            <a:spLocks noChangeArrowheads="1"/>
          </p:cNvSpPr>
          <p:nvPr/>
        </p:nvSpPr>
        <p:spPr bwMode="auto">
          <a:xfrm>
            <a:off x="2173502"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2" name="Rectangle 10">
            <a:extLst>
              <a:ext uri="{FF2B5EF4-FFF2-40B4-BE49-F238E27FC236}">
                <a16:creationId xmlns:a16="http://schemas.microsoft.com/office/drawing/2014/main" id="{DE4270DF-458E-4975-B86F-E605B966C64F}"/>
              </a:ext>
            </a:extLst>
          </p:cNvPr>
          <p:cNvSpPr>
            <a:spLocks noChangeArrowheads="1"/>
          </p:cNvSpPr>
          <p:nvPr/>
        </p:nvSpPr>
        <p:spPr bwMode="auto">
          <a:xfrm>
            <a:off x="262893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3" name="Rectangle 11">
            <a:extLst>
              <a:ext uri="{FF2B5EF4-FFF2-40B4-BE49-F238E27FC236}">
                <a16:creationId xmlns:a16="http://schemas.microsoft.com/office/drawing/2014/main" id="{5334B1DA-DE9D-46A4-B1CC-07D8B5B37F04}"/>
              </a:ext>
            </a:extLst>
          </p:cNvPr>
          <p:cNvSpPr>
            <a:spLocks noChangeArrowheads="1"/>
          </p:cNvSpPr>
          <p:nvPr/>
        </p:nvSpPr>
        <p:spPr bwMode="auto">
          <a:xfrm>
            <a:off x="3083197"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4" name="Rectangle 12">
            <a:extLst>
              <a:ext uri="{FF2B5EF4-FFF2-40B4-BE49-F238E27FC236}">
                <a16:creationId xmlns:a16="http://schemas.microsoft.com/office/drawing/2014/main" id="{1CF1EF4A-5FEC-4B62-A622-2DEE7B72C0B5}"/>
              </a:ext>
            </a:extLst>
          </p:cNvPr>
          <p:cNvSpPr>
            <a:spLocks noChangeArrowheads="1"/>
          </p:cNvSpPr>
          <p:nvPr/>
        </p:nvSpPr>
        <p:spPr bwMode="auto">
          <a:xfrm>
            <a:off x="3538630"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5" name="Rectangle 13">
            <a:extLst>
              <a:ext uri="{FF2B5EF4-FFF2-40B4-BE49-F238E27FC236}">
                <a16:creationId xmlns:a16="http://schemas.microsoft.com/office/drawing/2014/main" id="{322BDF90-AD9B-4F68-8F1B-8AE6FD1E4711}"/>
              </a:ext>
            </a:extLst>
          </p:cNvPr>
          <p:cNvSpPr>
            <a:spLocks noChangeArrowheads="1"/>
          </p:cNvSpPr>
          <p:nvPr/>
        </p:nvSpPr>
        <p:spPr bwMode="auto">
          <a:xfrm>
            <a:off x="399289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6" name="Rectangle 14">
            <a:extLst>
              <a:ext uri="{FF2B5EF4-FFF2-40B4-BE49-F238E27FC236}">
                <a16:creationId xmlns:a16="http://schemas.microsoft.com/office/drawing/2014/main" id="{93F9BC3E-2349-4557-A942-FF58D3497577}"/>
              </a:ext>
            </a:extLst>
          </p:cNvPr>
          <p:cNvSpPr>
            <a:spLocks noChangeArrowheads="1"/>
          </p:cNvSpPr>
          <p:nvPr/>
        </p:nvSpPr>
        <p:spPr bwMode="auto">
          <a:xfrm>
            <a:off x="4448326"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7" name="Rectangle 15">
            <a:extLst>
              <a:ext uri="{FF2B5EF4-FFF2-40B4-BE49-F238E27FC236}">
                <a16:creationId xmlns:a16="http://schemas.microsoft.com/office/drawing/2014/main" id="{D4E479F8-DBB7-4E24-82DB-9187E1DA1579}"/>
              </a:ext>
            </a:extLst>
          </p:cNvPr>
          <p:cNvSpPr>
            <a:spLocks noChangeArrowheads="1"/>
          </p:cNvSpPr>
          <p:nvPr/>
        </p:nvSpPr>
        <p:spPr bwMode="auto">
          <a:xfrm>
            <a:off x="4902589"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8" name="Rectangle 16">
            <a:extLst>
              <a:ext uri="{FF2B5EF4-FFF2-40B4-BE49-F238E27FC236}">
                <a16:creationId xmlns:a16="http://schemas.microsoft.com/office/drawing/2014/main" id="{88729413-47AC-4DEA-A613-0B6158FCB8A0}"/>
              </a:ext>
            </a:extLst>
          </p:cNvPr>
          <p:cNvSpPr>
            <a:spLocks noChangeArrowheads="1"/>
          </p:cNvSpPr>
          <p:nvPr/>
        </p:nvSpPr>
        <p:spPr bwMode="auto">
          <a:xfrm>
            <a:off x="5358022"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9" name="Rectangle 17">
            <a:extLst>
              <a:ext uri="{FF2B5EF4-FFF2-40B4-BE49-F238E27FC236}">
                <a16:creationId xmlns:a16="http://schemas.microsoft.com/office/drawing/2014/main" id="{20F824DD-152A-4F6D-952E-24ADD1A8C073}"/>
              </a:ext>
            </a:extLst>
          </p:cNvPr>
          <p:cNvSpPr>
            <a:spLocks noChangeArrowheads="1"/>
          </p:cNvSpPr>
          <p:nvPr/>
        </p:nvSpPr>
        <p:spPr bwMode="auto">
          <a:xfrm>
            <a:off x="5812285"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0" name="Rectangle 18">
            <a:extLst>
              <a:ext uri="{FF2B5EF4-FFF2-40B4-BE49-F238E27FC236}">
                <a16:creationId xmlns:a16="http://schemas.microsoft.com/office/drawing/2014/main" id="{951C09E8-C755-4AEB-9C27-AE9621753A01}"/>
              </a:ext>
            </a:extLst>
          </p:cNvPr>
          <p:cNvSpPr>
            <a:spLocks noChangeArrowheads="1"/>
          </p:cNvSpPr>
          <p:nvPr/>
        </p:nvSpPr>
        <p:spPr bwMode="auto">
          <a:xfrm>
            <a:off x="626771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1" name="Rectangle 19">
            <a:extLst>
              <a:ext uri="{FF2B5EF4-FFF2-40B4-BE49-F238E27FC236}">
                <a16:creationId xmlns:a16="http://schemas.microsoft.com/office/drawing/2014/main" id="{32F64432-EE66-40C8-A67A-FA722F75D59C}"/>
              </a:ext>
            </a:extLst>
          </p:cNvPr>
          <p:cNvSpPr>
            <a:spLocks noChangeArrowheads="1"/>
          </p:cNvSpPr>
          <p:nvPr/>
        </p:nvSpPr>
        <p:spPr bwMode="auto">
          <a:xfrm>
            <a:off x="6721980"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2" name="Rectangle 20">
            <a:extLst>
              <a:ext uri="{FF2B5EF4-FFF2-40B4-BE49-F238E27FC236}">
                <a16:creationId xmlns:a16="http://schemas.microsoft.com/office/drawing/2014/main" id="{29005991-F871-4DFB-9517-DCB334B68BCC}"/>
              </a:ext>
            </a:extLst>
          </p:cNvPr>
          <p:cNvSpPr>
            <a:spLocks noChangeArrowheads="1"/>
          </p:cNvSpPr>
          <p:nvPr/>
        </p:nvSpPr>
        <p:spPr bwMode="auto">
          <a:xfrm>
            <a:off x="7177414"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3" name="Rectangle 21">
            <a:extLst>
              <a:ext uri="{FF2B5EF4-FFF2-40B4-BE49-F238E27FC236}">
                <a16:creationId xmlns:a16="http://schemas.microsoft.com/office/drawing/2014/main" id="{1C601034-B07F-4FCA-B65F-4BA94F1FEF56}"/>
              </a:ext>
            </a:extLst>
          </p:cNvPr>
          <p:cNvSpPr>
            <a:spLocks noChangeArrowheads="1"/>
          </p:cNvSpPr>
          <p:nvPr/>
        </p:nvSpPr>
        <p:spPr bwMode="auto">
          <a:xfrm>
            <a:off x="7631676"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4" name="Rectangle 22">
            <a:extLst>
              <a:ext uri="{FF2B5EF4-FFF2-40B4-BE49-F238E27FC236}">
                <a16:creationId xmlns:a16="http://schemas.microsoft.com/office/drawing/2014/main" id="{A3C10F51-A92E-4F5D-841E-2495E85BD8B7}"/>
              </a:ext>
            </a:extLst>
          </p:cNvPr>
          <p:cNvSpPr>
            <a:spLocks noChangeArrowheads="1"/>
          </p:cNvSpPr>
          <p:nvPr/>
        </p:nvSpPr>
        <p:spPr bwMode="auto">
          <a:xfrm>
            <a:off x="8087109"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5" name="Rectangle 23">
            <a:extLst>
              <a:ext uri="{FF2B5EF4-FFF2-40B4-BE49-F238E27FC236}">
                <a16:creationId xmlns:a16="http://schemas.microsoft.com/office/drawing/2014/main" id="{8656C742-4C71-41EC-9EED-8A0FF35A8BC7}"/>
              </a:ext>
            </a:extLst>
          </p:cNvPr>
          <p:cNvSpPr>
            <a:spLocks noChangeArrowheads="1"/>
          </p:cNvSpPr>
          <p:nvPr/>
        </p:nvSpPr>
        <p:spPr bwMode="auto">
          <a:xfrm>
            <a:off x="8541372"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6" name="Rectangle 24">
            <a:extLst>
              <a:ext uri="{FF2B5EF4-FFF2-40B4-BE49-F238E27FC236}">
                <a16:creationId xmlns:a16="http://schemas.microsoft.com/office/drawing/2014/main" id="{DD7837C0-45DC-47B0-8EB6-E1AFA3DF28F9}"/>
              </a:ext>
            </a:extLst>
          </p:cNvPr>
          <p:cNvSpPr>
            <a:spLocks noChangeArrowheads="1"/>
          </p:cNvSpPr>
          <p:nvPr/>
        </p:nvSpPr>
        <p:spPr bwMode="auto">
          <a:xfrm>
            <a:off x="8996805"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7" name="Rectangle 25">
            <a:extLst>
              <a:ext uri="{FF2B5EF4-FFF2-40B4-BE49-F238E27FC236}">
                <a16:creationId xmlns:a16="http://schemas.microsoft.com/office/drawing/2014/main" id="{C6C4A808-47AA-4933-B20F-A80BEEFBDEA0}"/>
              </a:ext>
            </a:extLst>
          </p:cNvPr>
          <p:cNvSpPr>
            <a:spLocks noChangeArrowheads="1"/>
          </p:cNvSpPr>
          <p:nvPr/>
        </p:nvSpPr>
        <p:spPr bwMode="auto">
          <a:xfrm>
            <a:off x="9451068"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8" name="Rectangle 26">
            <a:extLst>
              <a:ext uri="{FF2B5EF4-FFF2-40B4-BE49-F238E27FC236}">
                <a16:creationId xmlns:a16="http://schemas.microsoft.com/office/drawing/2014/main" id="{1916F620-2E67-4716-A335-AA9D0F9A9B74}"/>
              </a:ext>
            </a:extLst>
          </p:cNvPr>
          <p:cNvSpPr>
            <a:spLocks noChangeArrowheads="1"/>
          </p:cNvSpPr>
          <p:nvPr/>
        </p:nvSpPr>
        <p:spPr bwMode="auto">
          <a:xfrm>
            <a:off x="9906501"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9" name="Rectangle 27">
            <a:extLst>
              <a:ext uri="{FF2B5EF4-FFF2-40B4-BE49-F238E27FC236}">
                <a16:creationId xmlns:a16="http://schemas.microsoft.com/office/drawing/2014/main" id="{54529738-34CA-43C1-9448-C6D7594E392A}"/>
              </a:ext>
            </a:extLst>
          </p:cNvPr>
          <p:cNvSpPr>
            <a:spLocks noChangeArrowheads="1"/>
          </p:cNvSpPr>
          <p:nvPr/>
        </p:nvSpPr>
        <p:spPr bwMode="auto">
          <a:xfrm>
            <a:off x="10360763" y="326571"/>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0" name="Rectangle 28">
            <a:extLst>
              <a:ext uri="{FF2B5EF4-FFF2-40B4-BE49-F238E27FC236}">
                <a16:creationId xmlns:a16="http://schemas.microsoft.com/office/drawing/2014/main" id="{AB2B254B-6166-4F70-A263-5F5630C8AF54}"/>
              </a:ext>
            </a:extLst>
          </p:cNvPr>
          <p:cNvSpPr>
            <a:spLocks noChangeArrowheads="1"/>
          </p:cNvSpPr>
          <p:nvPr/>
        </p:nvSpPr>
        <p:spPr bwMode="auto">
          <a:xfrm>
            <a:off x="10816197" y="326571"/>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1" name="Rectangle 29">
            <a:extLst>
              <a:ext uri="{FF2B5EF4-FFF2-40B4-BE49-F238E27FC236}">
                <a16:creationId xmlns:a16="http://schemas.microsoft.com/office/drawing/2014/main" id="{CC179163-7F45-4275-B900-184CA908E769}"/>
              </a:ext>
            </a:extLst>
          </p:cNvPr>
          <p:cNvSpPr>
            <a:spLocks noChangeArrowheads="1"/>
          </p:cNvSpPr>
          <p:nvPr/>
        </p:nvSpPr>
        <p:spPr bwMode="auto">
          <a:xfrm>
            <a:off x="11270460" y="326571"/>
            <a:ext cx="10999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2" name="Rectangle 30">
            <a:extLst>
              <a:ext uri="{FF2B5EF4-FFF2-40B4-BE49-F238E27FC236}">
                <a16:creationId xmlns:a16="http://schemas.microsoft.com/office/drawing/2014/main" id="{A16179B1-495E-40B6-BA3E-4FE45BD06F96}"/>
              </a:ext>
            </a:extLst>
          </p:cNvPr>
          <p:cNvSpPr>
            <a:spLocks noChangeArrowheads="1"/>
          </p:cNvSpPr>
          <p:nvPr/>
        </p:nvSpPr>
        <p:spPr bwMode="auto">
          <a:xfrm>
            <a:off x="11725892" y="326571"/>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1" name="Rectangle 32">
            <a:extLst>
              <a:ext uri="{FF2B5EF4-FFF2-40B4-BE49-F238E27FC236}">
                <a16:creationId xmlns:a16="http://schemas.microsoft.com/office/drawing/2014/main" id="{E6CEC545-E6D9-4264-BEA6-119B54AE4C09}"/>
              </a:ext>
            </a:extLst>
          </p:cNvPr>
          <p:cNvSpPr>
            <a:spLocks noChangeArrowheads="1"/>
          </p:cNvSpPr>
          <p:nvPr/>
        </p:nvSpPr>
        <p:spPr bwMode="auto">
          <a:xfrm>
            <a:off x="35411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2" name="Rectangle 33">
            <a:extLst>
              <a:ext uri="{FF2B5EF4-FFF2-40B4-BE49-F238E27FC236}">
                <a16:creationId xmlns:a16="http://schemas.microsoft.com/office/drawing/2014/main" id="{60C7E7B9-97E8-4AE1-A9F0-162381B38DA4}"/>
              </a:ext>
            </a:extLst>
          </p:cNvPr>
          <p:cNvSpPr>
            <a:spLocks noChangeArrowheads="1"/>
          </p:cNvSpPr>
          <p:nvPr/>
        </p:nvSpPr>
        <p:spPr bwMode="auto">
          <a:xfrm>
            <a:off x="80954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3" name="Rectangle 34">
            <a:extLst>
              <a:ext uri="{FF2B5EF4-FFF2-40B4-BE49-F238E27FC236}">
                <a16:creationId xmlns:a16="http://schemas.microsoft.com/office/drawing/2014/main" id="{BC9E105B-3AD3-4AC9-8C4E-3DABA3F82142}"/>
              </a:ext>
            </a:extLst>
          </p:cNvPr>
          <p:cNvSpPr>
            <a:spLocks noChangeArrowheads="1"/>
          </p:cNvSpPr>
          <p:nvPr/>
        </p:nvSpPr>
        <p:spPr bwMode="auto">
          <a:xfrm>
            <a:off x="126380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4" name="Rectangle 35">
            <a:extLst>
              <a:ext uri="{FF2B5EF4-FFF2-40B4-BE49-F238E27FC236}">
                <a16:creationId xmlns:a16="http://schemas.microsoft.com/office/drawing/2014/main" id="{B10232F8-CE74-495F-B906-B4B223707999}"/>
              </a:ext>
            </a:extLst>
          </p:cNvPr>
          <p:cNvSpPr>
            <a:spLocks noChangeArrowheads="1"/>
          </p:cNvSpPr>
          <p:nvPr/>
        </p:nvSpPr>
        <p:spPr bwMode="auto">
          <a:xfrm>
            <a:off x="1719239"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5" name="Rectangle 36">
            <a:extLst>
              <a:ext uri="{FF2B5EF4-FFF2-40B4-BE49-F238E27FC236}">
                <a16:creationId xmlns:a16="http://schemas.microsoft.com/office/drawing/2014/main" id="{377EBFB6-EE61-435B-A0EA-67D67D892FEE}"/>
              </a:ext>
            </a:extLst>
          </p:cNvPr>
          <p:cNvSpPr>
            <a:spLocks noChangeArrowheads="1"/>
          </p:cNvSpPr>
          <p:nvPr/>
        </p:nvSpPr>
        <p:spPr bwMode="auto">
          <a:xfrm>
            <a:off x="217350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6" name="Rectangle 37">
            <a:extLst>
              <a:ext uri="{FF2B5EF4-FFF2-40B4-BE49-F238E27FC236}">
                <a16:creationId xmlns:a16="http://schemas.microsoft.com/office/drawing/2014/main" id="{7837C467-758B-463F-B551-93C783E1292B}"/>
              </a:ext>
            </a:extLst>
          </p:cNvPr>
          <p:cNvSpPr>
            <a:spLocks noChangeArrowheads="1"/>
          </p:cNvSpPr>
          <p:nvPr/>
        </p:nvSpPr>
        <p:spPr bwMode="auto">
          <a:xfrm>
            <a:off x="262893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7" name="Rectangle 38">
            <a:extLst>
              <a:ext uri="{FF2B5EF4-FFF2-40B4-BE49-F238E27FC236}">
                <a16:creationId xmlns:a16="http://schemas.microsoft.com/office/drawing/2014/main" id="{C77A01F7-C261-4381-86C3-4C89EE66C709}"/>
              </a:ext>
            </a:extLst>
          </p:cNvPr>
          <p:cNvSpPr>
            <a:spLocks noChangeArrowheads="1"/>
          </p:cNvSpPr>
          <p:nvPr/>
        </p:nvSpPr>
        <p:spPr bwMode="auto">
          <a:xfrm>
            <a:off x="3083197"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8" name="Rectangle 39">
            <a:extLst>
              <a:ext uri="{FF2B5EF4-FFF2-40B4-BE49-F238E27FC236}">
                <a16:creationId xmlns:a16="http://schemas.microsoft.com/office/drawing/2014/main" id="{7477D541-DCD7-4A47-BAD6-421CE795D868}"/>
              </a:ext>
            </a:extLst>
          </p:cNvPr>
          <p:cNvSpPr>
            <a:spLocks noChangeArrowheads="1"/>
          </p:cNvSpPr>
          <p:nvPr/>
        </p:nvSpPr>
        <p:spPr bwMode="auto">
          <a:xfrm>
            <a:off x="3538630"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9" name="Rectangle 40">
            <a:extLst>
              <a:ext uri="{FF2B5EF4-FFF2-40B4-BE49-F238E27FC236}">
                <a16:creationId xmlns:a16="http://schemas.microsoft.com/office/drawing/2014/main" id="{4E64ADB5-6C15-4DFA-A1D8-CCB52869EB2D}"/>
              </a:ext>
            </a:extLst>
          </p:cNvPr>
          <p:cNvSpPr>
            <a:spLocks noChangeArrowheads="1"/>
          </p:cNvSpPr>
          <p:nvPr/>
        </p:nvSpPr>
        <p:spPr bwMode="auto">
          <a:xfrm>
            <a:off x="399289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0" name="Rectangle 41">
            <a:extLst>
              <a:ext uri="{FF2B5EF4-FFF2-40B4-BE49-F238E27FC236}">
                <a16:creationId xmlns:a16="http://schemas.microsoft.com/office/drawing/2014/main" id="{AC57F5E1-8997-4B18-B946-EC6DFA386D59}"/>
              </a:ext>
            </a:extLst>
          </p:cNvPr>
          <p:cNvSpPr>
            <a:spLocks noChangeArrowheads="1"/>
          </p:cNvSpPr>
          <p:nvPr/>
        </p:nvSpPr>
        <p:spPr bwMode="auto">
          <a:xfrm>
            <a:off x="4448326"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1" name="Rectangle 42">
            <a:extLst>
              <a:ext uri="{FF2B5EF4-FFF2-40B4-BE49-F238E27FC236}">
                <a16:creationId xmlns:a16="http://schemas.microsoft.com/office/drawing/2014/main" id="{AC1B45CA-8F96-41DA-A93A-FD14080BEB84}"/>
              </a:ext>
            </a:extLst>
          </p:cNvPr>
          <p:cNvSpPr>
            <a:spLocks noChangeArrowheads="1"/>
          </p:cNvSpPr>
          <p:nvPr/>
        </p:nvSpPr>
        <p:spPr bwMode="auto">
          <a:xfrm>
            <a:off x="4902589"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2" name="Rectangle 43">
            <a:extLst>
              <a:ext uri="{FF2B5EF4-FFF2-40B4-BE49-F238E27FC236}">
                <a16:creationId xmlns:a16="http://schemas.microsoft.com/office/drawing/2014/main" id="{703118E8-5E3B-4DFA-9921-369E22CA03E5}"/>
              </a:ext>
            </a:extLst>
          </p:cNvPr>
          <p:cNvSpPr>
            <a:spLocks noChangeArrowheads="1"/>
          </p:cNvSpPr>
          <p:nvPr/>
        </p:nvSpPr>
        <p:spPr bwMode="auto">
          <a:xfrm>
            <a:off x="535802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3" name="Rectangle 44">
            <a:extLst>
              <a:ext uri="{FF2B5EF4-FFF2-40B4-BE49-F238E27FC236}">
                <a16:creationId xmlns:a16="http://schemas.microsoft.com/office/drawing/2014/main" id="{ED301010-E5DC-4676-A476-7C14D84A537E}"/>
              </a:ext>
            </a:extLst>
          </p:cNvPr>
          <p:cNvSpPr>
            <a:spLocks noChangeArrowheads="1"/>
          </p:cNvSpPr>
          <p:nvPr/>
        </p:nvSpPr>
        <p:spPr bwMode="auto">
          <a:xfrm>
            <a:off x="5812285"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4" name="Rectangle 45">
            <a:extLst>
              <a:ext uri="{FF2B5EF4-FFF2-40B4-BE49-F238E27FC236}">
                <a16:creationId xmlns:a16="http://schemas.microsoft.com/office/drawing/2014/main" id="{37F85CBA-9F8F-490A-A6C5-555D548FDAD9}"/>
              </a:ext>
            </a:extLst>
          </p:cNvPr>
          <p:cNvSpPr>
            <a:spLocks noChangeArrowheads="1"/>
          </p:cNvSpPr>
          <p:nvPr/>
        </p:nvSpPr>
        <p:spPr bwMode="auto">
          <a:xfrm>
            <a:off x="6267717"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5" name="Rectangle 46">
            <a:extLst>
              <a:ext uri="{FF2B5EF4-FFF2-40B4-BE49-F238E27FC236}">
                <a16:creationId xmlns:a16="http://schemas.microsoft.com/office/drawing/2014/main" id="{4CDDB648-0406-4415-9B3A-F56F9D7B2EC7}"/>
              </a:ext>
            </a:extLst>
          </p:cNvPr>
          <p:cNvSpPr>
            <a:spLocks noChangeArrowheads="1"/>
          </p:cNvSpPr>
          <p:nvPr/>
        </p:nvSpPr>
        <p:spPr bwMode="auto">
          <a:xfrm>
            <a:off x="672198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6" name="Rectangle 47">
            <a:extLst>
              <a:ext uri="{FF2B5EF4-FFF2-40B4-BE49-F238E27FC236}">
                <a16:creationId xmlns:a16="http://schemas.microsoft.com/office/drawing/2014/main" id="{9656844F-AFE3-4957-A69F-F4A848FEF63A}"/>
              </a:ext>
            </a:extLst>
          </p:cNvPr>
          <p:cNvSpPr>
            <a:spLocks noChangeArrowheads="1"/>
          </p:cNvSpPr>
          <p:nvPr/>
        </p:nvSpPr>
        <p:spPr bwMode="auto">
          <a:xfrm>
            <a:off x="7177414"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7" name="Rectangle 48">
            <a:extLst>
              <a:ext uri="{FF2B5EF4-FFF2-40B4-BE49-F238E27FC236}">
                <a16:creationId xmlns:a16="http://schemas.microsoft.com/office/drawing/2014/main" id="{5A3A99BA-4854-4231-B6BB-888D83A01003}"/>
              </a:ext>
            </a:extLst>
          </p:cNvPr>
          <p:cNvSpPr>
            <a:spLocks noChangeArrowheads="1"/>
          </p:cNvSpPr>
          <p:nvPr/>
        </p:nvSpPr>
        <p:spPr bwMode="auto">
          <a:xfrm>
            <a:off x="7631676"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8" name="Rectangle 49">
            <a:extLst>
              <a:ext uri="{FF2B5EF4-FFF2-40B4-BE49-F238E27FC236}">
                <a16:creationId xmlns:a16="http://schemas.microsoft.com/office/drawing/2014/main" id="{22B51AD2-0C6E-467F-A47F-34DAB5BB7EBC}"/>
              </a:ext>
            </a:extLst>
          </p:cNvPr>
          <p:cNvSpPr>
            <a:spLocks noChangeArrowheads="1"/>
          </p:cNvSpPr>
          <p:nvPr/>
        </p:nvSpPr>
        <p:spPr bwMode="auto">
          <a:xfrm>
            <a:off x="8087109"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9" name="Rectangle 50">
            <a:extLst>
              <a:ext uri="{FF2B5EF4-FFF2-40B4-BE49-F238E27FC236}">
                <a16:creationId xmlns:a16="http://schemas.microsoft.com/office/drawing/2014/main" id="{EDE14BA8-EBD0-4206-8FB2-6B9E4AB28FEF}"/>
              </a:ext>
            </a:extLst>
          </p:cNvPr>
          <p:cNvSpPr>
            <a:spLocks noChangeArrowheads="1"/>
          </p:cNvSpPr>
          <p:nvPr/>
        </p:nvSpPr>
        <p:spPr bwMode="auto">
          <a:xfrm>
            <a:off x="8541372"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0" name="Rectangle 51">
            <a:extLst>
              <a:ext uri="{FF2B5EF4-FFF2-40B4-BE49-F238E27FC236}">
                <a16:creationId xmlns:a16="http://schemas.microsoft.com/office/drawing/2014/main" id="{F2846FEF-2688-4964-A02B-231009108D65}"/>
              </a:ext>
            </a:extLst>
          </p:cNvPr>
          <p:cNvSpPr>
            <a:spLocks noChangeArrowheads="1"/>
          </p:cNvSpPr>
          <p:nvPr/>
        </p:nvSpPr>
        <p:spPr bwMode="auto">
          <a:xfrm>
            <a:off x="8996805"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1" name="Rectangle 52">
            <a:extLst>
              <a:ext uri="{FF2B5EF4-FFF2-40B4-BE49-F238E27FC236}">
                <a16:creationId xmlns:a16="http://schemas.microsoft.com/office/drawing/2014/main" id="{93E03F91-49D8-43EE-B637-0558AECB0EDE}"/>
              </a:ext>
            </a:extLst>
          </p:cNvPr>
          <p:cNvSpPr>
            <a:spLocks noChangeArrowheads="1"/>
          </p:cNvSpPr>
          <p:nvPr/>
        </p:nvSpPr>
        <p:spPr bwMode="auto">
          <a:xfrm>
            <a:off x="9451068"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2" name="Rectangle 53">
            <a:extLst>
              <a:ext uri="{FF2B5EF4-FFF2-40B4-BE49-F238E27FC236}">
                <a16:creationId xmlns:a16="http://schemas.microsoft.com/office/drawing/2014/main" id="{25EB1B6D-371C-4129-8792-C87711A4DC1E}"/>
              </a:ext>
            </a:extLst>
          </p:cNvPr>
          <p:cNvSpPr>
            <a:spLocks noChangeArrowheads="1"/>
          </p:cNvSpPr>
          <p:nvPr/>
        </p:nvSpPr>
        <p:spPr bwMode="auto">
          <a:xfrm>
            <a:off x="9906501" y="833283"/>
            <a:ext cx="10882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3" name="Rectangle 54">
            <a:extLst>
              <a:ext uri="{FF2B5EF4-FFF2-40B4-BE49-F238E27FC236}">
                <a16:creationId xmlns:a16="http://schemas.microsoft.com/office/drawing/2014/main" id="{F0762AD7-4B47-41B5-90EC-26D5248FC187}"/>
              </a:ext>
            </a:extLst>
          </p:cNvPr>
          <p:cNvSpPr>
            <a:spLocks noChangeArrowheads="1"/>
          </p:cNvSpPr>
          <p:nvPr/>
        </p:nvSpPr>
        <p:spPr bwMode="auto">
          <a:xfrm>
            <a:off x="10360763"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4" name="Rectangle 55">
            <a:extLst>
              <a:ext uri="{FF2B5EF4-FFF2-40B4-BE49-F238E27FC236}">
                <a16:creationId xmlns:a16="http://schemas.microsoft.com/office/drawing/2014/main" id="{77F5372A-DF0C-4EB4-8383-88ACAFBC34E4}"/>
              </a:ext>
            </a:extLst>
          </p:cNvPr>
          <p:cNvSpPr>
            <a:spLocks noChangeArrowheads="1"/>
          </p:cNvSpPr>
          <p:nvPr/>
        </p:nvSpPr>
        <p:spPr bwMode="auto">
          <a:xfrm>
            <a:off x="10816197" y="833283"/>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5" name="Rectangle 56">
            <a:extLst>
              <a:ext uri="{FF2B5EF4-FFF2-40B4-BE49-F238E27FC236}">
                <a16:creationId xmlns:a16="http://schemas.microsoft.com/office/drawing/2014/main" id="{E1647C36-4FD2-4648-B99F-D1A25055E7FA}"/>
              </a:ext>
            </a:extLst>
          </p:cNvPr>
          <p:cNvSpPr>
            <a:spLocks noChangeArrowheads="1"/>
          </p:cNvSpPr>
          <p:nvPr/>
        </p:nvSpPr>
        <p:spPr bwMode="auto">
          <a:xfrm>
            <a:off x="11270460" y="833283"/>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6" name="Rectangle 57">
            <a:extLst>
              <a:ext uri="{FF2B5EF4-FFF2-40B4-BE49-F238E27FC236}">
                <a16:creationId xmlns:a16="http://schemas.microsoft.com/office/drawing/2014/main" id="{ACEC7B34-ADAF-47D3-BF11-ED91BA7A1A56}"/>
              </a:ext>
            </a:extLst>
          </p:cNvPr>
          <p:cNvSpPr>
            <a:spLocks noChangeArrowheads="1"/>
          </p:cNvSpPr>
          <p:nvPr/>
        </p:nvSpPr>
        <p:spPr bwMode="auto">
          <a:xfrm>
            <a:off x="11725892" y="833283"/>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5" name="Rectangle 59">
            <a:extLst>
              <a:ext uri="{FF2B5EF4-FFF2-40B4-BE49-F238E27FC236}">
                <a16:creationId xmlns:a16="http://schemas.microsoft.com/office/drawing/2014/main" id="{D5764D4B-1D40-4C27-A916-0AC8D9299408}"/>
              </a:ext>
            </a:extLst>
          </p:cNvPr>
          <p:cNvSpPr>
            <a:spLocks noChangeArrowheads="1"/>
          </p:cNvSpPr>
          <p:nvPr/>
        </p:nvSpPr>
        <p:spPr bwMode="auto">
          <a:xfrm>
            <a:off x="35411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6" name="Rectangle 60">
            <a:extLst>
              <a:ext uri="{FF2B5EF4-FFF2-40B4-BE49-F238E27FC236}">
                <a16:creationId xmlns:a16="http://schemas.microsoft.com/office/drawing/2014/main" id="{8D6FB00B-87D1-4116-9000-867A2BDD9921}"/>
              </a:ext>
            </a:extLst>
          </p:cNvPr>
          <p:cNvSpPr>
            <a:spLocks noChangeArrowheads="1"/>
          </p:cNvSpPr>
          <p:nvPr/>
        </p:nvSpPr>
        <p:spPr bwMode="auto">
          <a:xfrm>
            <a:off x="80954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7" name="Rectangle 61">
            <a:extLst>
              <a:ext uri="{FF2B5EF4-FFF2-40B4-BE49-F238E27FC236}">
                <a16:creationId xmlns:a16="http://schemas.microsoft.com/office/drawing/2014/main" id="{13141309-AB43-4A97-A80F-35655D9BF20E}"/>
              </a:ext>
            </a:extLst>
          </p:cNvPr>
          <p:cNvSpPr>
            <a:spLocks noChangeArrowheads="1"/>
          </p:cNvSpPr>
          <p:nvPr/>
        </p:nvSpPr>
        <p:spPr bwMode="auto">
          <a:xfrm>
            <a:off x="126380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8" name="Rectangle 62">
            <a:extLst>
              <a:ext uri="{FF2B5EF4-FFF2-40B4-BE49-F238E27FC236}">
                <a16:creationId xmlns:a16="http://schemas.microsoft.com/office/drawing/2014/main" id="{C9A0F710-6D9F-43AD-AC28-FF4E52165501}"/>
              </a:ext>
            </a:extLst>
          </p:cNvPr>
          <p:cNvSpPr>
            <a:spLocks noChangeArrowheads="1"/>
          </p:cNvSpPr>
          <p:nvPr/>
        </p:nvSpPr>
        <p:spPr bwMode="auto">
          <a:xfrm>
            <a:off x="171923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9" name="Rectangle 63">
            <a:extLst>
              <a:ext uri="{FF2B5EF4-FFF2-40B4-BE49-F238E27FC236}">
                <a16:creationId xmlns:a16="http://schemas.microsoft.com/office/drawing/2014/main" id="{22D043F3-2F25-42E6-A0CC-C1417E89D190}"/>
              </a:ext>
            </a:extLst>
          </p:cNvPr>
          <p:cNvSpPr>
            <a:spLocks noChangeArrowheads="1"/>
          </p:cNvSpPr>
          <p:nvPr/>
        </p:nvSpPr>
        <p:spPr bwMode="auto">
          <a:xfrm>
            <a:off x="217350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0" name="Rectangle 64">
            <a:extLst>
              <a:ext uri="{FF2B5EF4-FFF2-40B4-BE49-F238E27FC236}">
                <a16:creationId xmlns:a16="http://schemas.microsoft.com/office/drawing/2014/main" id="{128AE702-54D4-4937-85C0-321F9B6D1728}"/>
              </a:ext>
            </a:extLst>
          </p:cNvPr>
          <p:cNvSpPr>
            <a:spLocks noChangeArrowheads="1"/>
          </p:cNvSpPr>
          <p:nvPr/>
        </p:nvSpPr>
        <p:spPr bwMode="auto">
          <a:xfrm>
            <a:off x="262893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1" name="Rectangle 65">
            <a:extLst>
              <a:ext uri="{FF2B5EF4-FFF2-40B4-BE49-F238E27FC236}">
                <a16:creationId xmlns:a16="http://schemas.microsoft.com/office/drawing/2014/main" id="{495CD95D-8E09-4DE3-AD35-D07AE4DACF52}"/>
              </a:ext>
            </a:extLst>
          </p:cNvPr>
          <p:cNvSpPr>
            <a:spLocks noChangeArrowheads="1"/>
          </p:cNvSpPr>
          <p:nvPr/>
        </p:nvSpPr>
        <p:spPr bwMode="auto">
          <a:xfrm>
            <a:off x="3083197"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2" name="Rectangle 66">
            <a:extLst>
              <a:ext uri="{FF2B5EF4-FFF2-40B4-BE49-F238E27FC236}">
                <a16:creationId xmlns:a16="http://schemas.microsoft.com/office/drawing/2014/main" id="{F9E349F8-478A-454D-B3EF-507AC5975821}"/>
              </a:ext>
            </a:extLst>
          </p:cNvPr>
          <p:cNvSpPr>
            <a:spLocks noChangeArrowheads="1"/>
          </p:cNvSpPr>
          <p:nvPr/>
        </p:nvSpPr>
        <p:spPr bwMode="auto">
          <a:xfrm>
            <a:off x="3538630"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3" name="Rectangle 67">
            <a:extLst>
              <a:ext uri="{FF2B5EF4-FFF2-40B4-BE49-F238E27FC236}">
                <a16:creationId xmlns:a16="http://schemas.microsoft.com/office/drawing/2014/main" id="{038DA8FC-06DE-457C-A8EE-5A7FEC447F1A}"/>
              </a:ext>
            </a:extLst>
          </p:cNvPr>
          <p:cNvSpPr>
            <a:spLocks noChangeArrowheads="1"/>
          </p:cNvSpPr>
          <p:nvPr/>
        </p:nvSpPr>
        <p:spPr bwMode="auto">
          <a:xfrm>
            <a:off x="399289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4" name="Rectangle 68">
            <a:extLst>
              <a:ext uri="{FF2B5EF4-FFF2-40B4-BE49-F238E27FC236}">
                <a16:creationId xmlns:a16="http://schemas.microsoft.com/office/drawing/2014/main" id="{37F3C727-E73B-4515-BA7B-40F081102511}"/>
              </a:ext>
            </a:extLst>
          </p:cNvPr>
          <p:cNvSpPr>
            <a:spLocks noChangeArrowheads="1"/>
          </p:cNvSpPr>
          <p:nvPr/>
        </p:nvSpPr>
        <p:spPr bwMode="auto">
          <a:xfrm>
            <a:off x="4448326"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5" name="Rectangle 69">
            <a:extLst>
              <a:ext uri="{FF2B5EF4-FFF2-40B4-BE49-F238E27FC236}">
                <a16:creationId xmlns:a16="http://schemas.microsoft.com/office/drawing/2014/main" id="{7ACA813C-C067-4264-85A3-D6CC63AFF948}"/>
              </a:ext>
            </a:extLst>
          </p:cNvPr>
          <p:cNvSpPr>
            <a:spLocks noChangeArrowheads="1"/>
          </p:cNvSpPr>
          <p:nvPr/>
        </p:nvSpPr>
        <p:spPr bwMode="auto">
          <a:xfrm>
            <a:off x="4902589"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6" name="Rectangle 70">
            <a:extLst>
              <a:ext uri="{FF2B5EF4-FFF2-40B4-BE49-F238E27FC236}">
                <a16:creationId xmlns:a16="http://schemas.microsoft.com/office/drawing/2014/main" id="{7F1EFEF0-7477-4565-8B37-7950FACA6799}"/>
              </a:ext>
            </a:extLst>
          </p:cNvPr>
          <p:cNvSpPr>
            <a:spLocks noChangeArrowheads="1"/>
          </p:cNvSpPr>
          <p:nvPr/>
        </p:nvSpPr>
        <p:spPr bwMode="auto">
          <a:xfrm>
            <a:off x="5358022"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7" name="Rectangle 71">
            <a:extLst>
              <a:ext uri="{FF2B5EF4-FFF2-40B4-BE49-F238E27FC236}">
                <a16:creationId xmlns:a16="http://schemas.microsoft.com/office/drawing/2014/main" id="{F425C54F-BDFC-4555-881A-B6F267624F2B}"/>
              </a:ext>
            </a:extLst>
          </p:cNvPr>
          <p:cNvSpPr>
            <a:spLocks noChangeArrowheads="1"/>
          </p:cNvSpPr>
          <p:nvPr/>
        </p:nvSpPr>
        <p:spPr bwMode="auto">
          <a:xfrm>
            <a:off x="5812285"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8" name="Rectangle 72">
            <a:extLst>
              <a:ext uri="{FF2B5EF4-FFF2-40B4-BE49-F238E27FC236}">
                <a16:creationId xmlns:a16="http://schemas.microsoft.com/office/drawing/2014/main" id="{213AFED9-7175-4A0D-92DC-B39BAE0FD3D9}"/>
              </a:ext>
            </a:extLst>
          </p:cNvPr>
          <p:cNvSpPr>
            <a:spLocks noChangeArrowheads="1"/>
          </p:cNvSpPr>
          <p:nvPr/>
        </p:nvSpPr>
        <p:spPr bwMode="auto">
          <a:xfrm>
            <a:off x="626771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9" name="Rectangle 73">
            <a:extLst>
              <a:ext uri="{FF2B5EF4-FFF2-40B4-BE49-F238E27FC236}">
                <a16:creationId xmlns:a16="http://schemas.microsoft.com/office/drawing/2014/main" id="{9E4FCFC2-A1ED-453A-B612-E5E0B39C2A9F}"/>
              </a:ext>
            </a:extLst>
          </p:cNvPr>
          <p:cNvSpPr>
            <a:spLocks noChangeArrowheads="1"/>
          </p:cNvSpPr>
          <p:nvPr/>
        </p:nvSpPr>
        <p:spPr bwMode="auto">
          <a:xfrm>
            <a:off x="6721980"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0" name="Rectangle 74">
            <a:extLst>
              <a:ext uri="{FF2B5EF4-FFF2-40B4-BE49-F238E27FC236}">
                <a16:creationId xmlns:a16="http://schemas.microsoft.com/office/drawing/2014/main" id="{1C9D742B-9152-4EF7-A612-B519BF62C6C9}"/>
              </a:ext>
            </a:extLst>
          </p:cNvPr>
          <p:cNvSpPr>
            <a:spLocks noChangeArrowheads="1"/>
          </p:cNvSpPr>
          <p:nvPr/>
        </p:nvSpPr>
        <p:spPr bwMode="auto">
          <a:xfrm>
            <a:off x="7177414"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1" name="Rectangle 75">
            <a:extLst>
              <a:ext uri="{FF2B5EF4-FFF2-40B4-BE49-F238E27FC236}">
                <a16:creationId xmlns:a16="http://schemas.microsoft.com/office/drawing/2014/main" id="{2149792F-282E-44D6-84AE-7D31FA24B25F}"/>
              </a:ext>
            </a:extLst>
          </p:cNvPr>
          <p:cNvSpPr>
            <a:spLocks noChangeArrowheads="1"/>
          </p:cNvSpPr>
          <p:nvPr/>
        </p:nvSpPr>
        <p:spPr bwMode="auto">
          <a:xfrm>
            <a:off x="7631676"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2" name="Rectangle 76">
            <a:extLst>
              <a:ext uri="{FF2B5EF4-FFF2-40B4-BE49-F238E27FC236}">
                <a16:creationId xmlns:a16="http://schemas.microsoft.com/office/drawing/2014/main" id="{BEAFEECA-B893-49C1-9039-812C4AF541DE}"/>
              </a:ext>
            </a:extLst>
          </p:cNvPr>
          <p:cNvSpPr>
            <a:spLocks noChangeArrowheads="1"/>
          </p:cNvSpPr>
          <p:nvPr/>
        </p:nvSpPr>
        <p:spPr bwMode="auto">
          <a:xfrm>
            <a:off x="8087109"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3" name="Rectangle 77">
            <a:extLst>
              <a:ext uri="{FF2B5EF4-FFF2-40B4-BE49-F238E27FC236}">
                <a16:creationId xmlns:a16="http://schemas.microsoft.com/office/drawing/2014/main" id="{122E4F71-6D60-47F1-8100-1C8190AADAFA}"/>
              </a:ext>
            </a:extLst>
          </p:cNvPr>
          <p:cNvSpPr>
            <a:spLocks noChangeArrowheads="1"/>
          </p:cNvSpPr>
          <p:nvPr/>
        </p:nvSpPr>
        <p:spPr bwMode="auto">
          <a:xfrm>
            <a:off x="8541372"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4" name="Rectangle 78">
            <a:extLst>
              <a:ext uri="{FF2B5EF4-FFF2-40B4-BE49-F238E27FC236}">
                <a16:creationId xmlns:a16="http://schemas.microsoft.com/office/drawing/2014/main" id="{E9A54785-45A1-4BC8-A85E-CA3EB19FF384}"/>
              </a:ext>
            </a:extLst>
          </p:cNvPr>
          <p:cNvSpPr>
            <a:spLocks noChangeArrowheads="1"/>
          </p:cNvSpPr>
          <p:nvPr/>
        </p:nvSpPr>
        <p:spPr bwMode="auto">
          <a:xfrm>
            <a:off x="8996805"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5" name="Rectangle 79">
            <a:extLst>
              <a:ext uri="{FF2B5EF4-FFF2-40B4-BE49-F238E27FC236}">
                <a16:creationId xmlns:a16="http://schemas.microsoft.com/office/drawing/2014/main" id="{D765DC5F-87A3-4E46-88C5-F2101A2941F1}"/>
              </a:ext>
            </a:extLst>
          </p:cNvPr>
          <p:cNvSpPr>
            <a:spLocks noChangeArrowheads="1"/>
          </p:cNvSpPr>
          <p:nvPr/>
        </p:nvSpPr>
        <p:spPr bwMode="auto">
          <a:xfrm>
            <a:off x="9451068"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6" name="Rectangle 80">
            <a:extLst>
              <a:ext uri="{FF2B5EF4-FFF2-40B4-BE49-F238E27FC236}">
                <a16:creationId xmlns:a16="http://schemas.microsoft.com/office/drawing/2014/main" id="{644B6B17-5BBC-4A03-8899-52E7DF7FE658}"/>
              </a:ext>
            </a:extLst>
          </p:cNvPr>
          <p:cNvSpPr>
            <a:spLocks noChangeArrowheads="1"/>
          </p:cNvSpPr>
          <p:nvPr/>
        </p:nvSpPr>
        <p:spPr bwMode="auto">
          <a:xfrm>
            <a:off x="9906501"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7" name="Rectangle 81">
            <a:extLst>
              <a:ext uri="{FF2B5EF4-FFF2-40B4-BE49-F238E27FC236}">
                <a16:creationId xmlns:a16="http://schemas.microsoft.com/office/drawing/2014/main" id="{987BE756-32EA-455B-8130-C8E83B1B3B0D}"/>
              </a:ext>
            </a:extLst>
          </p:cNvPr>
          <p:cNvSpPr>
            <a:spLocks noChangeArrowheads="1"/>
          </p:cNvSpPr>
          <p:nvPr/>
        </p:nvSpPr>
        <p:spPr bwMode="auto">
          <a:xfrm>
            <a:off x="10360763" y="133882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8" name="Rectangle 82">
            <a:extLst>
              <a:ext uri="{FF2B5EF4-FFF2-40B4-BE49-F238E27FC236}">
                <a16:creationId xmlns:a16="http://schemas.microsoft.com/office/drawing/2014/main" id="{5C7821F2-B5EF-4833-B9B9-5AE62E01175B}"/>
              </a:ext>
            </a:extLst>
          </p:cNvPr>
          <p:cNvSpPr>
            <a:spLocks noChangeArrowheads="1"/>
          </p:cNvSpPr>
          <p:nvPr/>
        </p:nvSpPr>
        <p:spPr bwMode="auto">
          <a:xfrm>
            <a:off x="10816197" y="133882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9" name="Rectangle 83">
            <a:extLst>
              <a:ext uri="{FF2B5EF4-FFF2-40B4-BE49-F238E27FC236}">
                <a16:creationId xmlns:a16="http://schemas.microsoft.com/office/drawing/2014/main" id="{EDF1C499-3F66-4B42-92C0-855DDB14CD0D}"/>
              </a:ext>
            </a:extLst>
          </p:cNvPr>
          <p:cNvSpPr>
            <a:spLocks noChangeArrowheads="1"/>
          </p:cNvSpPr>
          <p:nvPr/>
        </p:nvSpPr>
        <p:spPr bwMode="auto">
          <a:xfrm>
            <a:off x="11270460" y="1338827"/>
            <a:ext cx="10999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0" name="Rectangle 84">
            <a:extLst>
              <a:ext uri="{FF2B5EF4-FFF2-40B4-BE49-F238E27FC236}">
                <a16:creationId xmlns:a16="http://schemas.microsoft.com/office/drawing/2014/main" id="{3A95874A-F523-4169-A3FB-782B25C88E1A}"/>
              </a:ext>
            </a:extLst>
          </p:cNvPr>
          <p:cNvSpPr>
            <a:spLocks noChangeArrowheads="1"/>
          </p:cNvSpPr>
          <p:nvPr/>
        </p:nvSpPr>
        <p:spPr bwMode="auto">
          <a:xfrm>
            <a:off x="11725892" y="133882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9" name="Rectangle 5">
            <a:extLst>
              <a:ext uri="{FF2B5EF4-FFF2-40B4-BE49-F238E27FC236}">
                <a16:creationId xmlns:a16="http://schemas.microsoft.com/office/drawing/2014/main" id="{6291B61F-460B-41F6-82CC-088066FD85C2}"/>
              </a:ext>
            </a:extLst>
          </p:cNvPr>
          <p:cNvSpPr>
            <a:spLocks noChangeArrowheads="1"/>
          </p:cNvSpPr>
          <p:nvPr/>
        </p:nvSpPr>
        <p:spPr bwMode="auto">
          <a:xfrm>
            <a:off x="35411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0" name="Rectangle 6">
            <a:extLst>
              <a:ext uri="{FF2B5EF4-FFF2-40B4-BE49-F238E27FC236}">
                <a16:creationId xmlns:a16="http://schemas.microsoft.com/office/drawing/2014/main" id="{C588270F-A3F7-4DD2-8B81-C30BA6412569}"/>
              </a:ext>
            </a:extLst>
          </p:cNvPr>
          <p:cNvSpPr>
            <a:spLocks noChangeArrowheads="1"/>
          </p:cNvSpPr>
          <p:nvPr/>
        </p:nvSpPr>
        <p:spPr bwMode="auto">
          <a:xfrm>
            <a:off x="80954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1" name="Rectangle 7">
            <a:extLst>
              <a:ext uri="{FF2B5EF4-FFF2-40B4-BE49-F238E27FC236}">
                <a16:creationId xmlns:a16="http://schemas.microsoft.com/office/drawing/2014/main" id="{050F8909-1A69-4BF3-BC80-ECD1B486FAE2}"/>
              </a:ext>
            </a:extLst>
          </p:cNvPr>
          <p:cNvSpPr>
            <a:spLocks noChangeArrowheads="1"/>
          </p:cNvSpPr>
          <p:nvPr/>
        </p:nvSpPr>
        <p:spPr bwMode="auto">
          <a:xfrm>
            <a:off x="126380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2" name="Rectangle 8">
            <a:extLst>
              <a:ext uri="{FF2B5EF4-FFF2-40B4-BE49-F238E27FC236}">
                <a16:creationId xmlns:a16="http://schemas.microsoft.com/office/drawing/2014/main" id="{995EC835-8CAE-48D8-ADF0-22B6D986B1EF}"/>
              </a:ext>
            </a:extLst>
          </p:cNvPr>
          <p:cNvSpPr>
            <a:spLocks noChangeArrowheads="1"/>
          </p:cNvSpPr>
          <p:nvPr/>
        </p:nvSpPr>
        <p:spPr bwMode="auto">
          <a:xfrm>
            <a:off x="171923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3" name="Rectangle 9">
            <a:extLst>
              <a:ext uri="{FF2B5EF4-FFF2-40B4-BE49-F238E27FC236}">
                <a16:creationId xmlns:a16="http://schemas.microsoft.com/office/drawing/2014/main" id="{5076577D-01F8-484C-8AEB-1091039A662E}"/>
              </a:ext>
            </a:extLst>
          </p:cNvPr>
          <p:cNvSpPr>
            <a:spLocks noChangeArrowheads="1"/>
          </p:cNvSpPr>
          <p:nvPr/>
        </p:nvSpPr>
        <p:spPr bwMode="auto">
          <a:xfrm>
            <a:off x="217350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4" name="Rectangle 10">
            <a:extLst>
              <a:ext uri="{FF2B5EF4-FFF2-40B4-BE49-F238E27FC236}">
                <a16:creationId xmlns:a16="http://schemas.microsoft.com/office/drawing/2014/main" id="{5FAA1557-63ED-4C2E-89BE-E827B69C47DE}"/>
              </a:ext>
            </a:extLst>
          </p:cNvPr>
          <p:cNvSpPr>
            <a:spLocks noChangeArrowheads="1"/>
          </p:cNvSpPr>
          <p:nvPr/>
        </p:nvSpPr>
        <p:spPr bwMode="auto">
          <a:xfrm>
            <a:off x="262893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5" name="Rectangle 11">
            <a:extLst>
              <a:ext uri="{FF2B5EF4-FFF2-40B4-BE49-F238E27FC236}">
                <a16:creationId xmlns:a16="http://schemas.microsoft.com/office/drawing/2014/main" id="{63D8B1EF-AF76-4A72-B4E3-FC4D1B4E7A80}"/>
              </a:ext>
            </a:extLst>
          </p:cNvPr>
          <p:cNvSpPr>
            <a:spLocks noChangeArrowheads="1"/>
          </p:cNvSpPr>
          <p:nvPr/>
        </p:nvSpPr>
        <p:spPr bwMode="auto">
          <a:xfrm>
            <a:off x="3083197"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6" name="Rectangle 12">
            <a:extLst>
              <a:ext uri="{FF2B5EF4-FFF2-40B4-BE49-F238E27FC236}">
                <a16:creationId xmlns:a16="http://schemas.microsoft.com/office/drawing/2014/main" id="{4DF3DA51-2B69-42BD-A6DE-6F85AA116149}"/>
              </a:ext>
            </a:extLst>
          </p:cNvPr>
          <p:cNvSpPr>
            <a:spLocks noChangeArrowheads="1"/>
          </p:cNvSpPr>
          <p:nvPr/>
        </p:nvSpPr>
        <p:spPr bwMode="auto">
          <a:xfrm>
            <a:off x="3538630"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7" name="Rectangle 13">
            <a:extLst>
              <a:ext uri="{FF2B5EF4-FFF2-40B4-BE49-F238E27FC236}">
                <a16:creationId xmlns:a16="http://schemas.microsoft.com/office/drawing/2014/main" id="{464ECA3E-44D7-43DE-A35E-EADB2D8D7243}"/>
              </a:ext>
            </a:extLst>
          </p:cNvPr>
          <p:cNvSpPr>
            <a:spLocks noChangeArrowheads="1"/>
          </p:cNvSpPr>
          <p:nvPr/>
        </p:nvSpPr>
        <p:spPr bwMode="auto">
          <a:xfrm>
            <a:off x="399289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8" name="Rectangle 14">
            <a:extLst>
              <a:ext uri="{FF2B5EF4-FFF2-40B4-BE49-F238E27FC236}">
                <a16:creationId xmlns:a16="http://schemas.microsoft.com/office/drawing/2014/main" id="{36E4F914-DFE7-4297-8E42-A27710155F63}"/>
              </a:ext>
            </a:extLst>
          </p:cNvPr>
          <p:cNvSpPr>
            <a:spLocks noChangeArrowheads="1"/>
          </p:cNvSpPr>
          <p:nvPr/>
        </p:nvSpPr>
        <p:spPr bwMode="auto">
          <a:xfrm>
            <a:off x="4448326"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9" name="Rectangle 15">
            <a:extLst>
              <a:ext uri="{FF2B5EF4-FFF2-40B4-BE49-F238E27FC236}">
                <a16:creationId xmlns:a16="http://schemas.microsoft.com/office/drawing/2014/main" id="{164AA26B-0915-4E61-AFF2-BDA8ED551BFE}"/>
              </a:ext>
            </a:extLst>
          </p:cNvPr>
          <p:cNvSpPr>
            <a:spLocks noChangeArrowheads="1"/>
          </p:cNvSpPr>
          <p:nvPr/>
        </p:nvSpPr>
        <p:spPr bwMode="auto">
          <a:xfrm>
            <a:off x="4902589"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0" name="Rectangle 16">
            <a:extLst>
              <a:ext uri="{FF2B5EF4-FFF2-40B4-BE49-F238E27FC236}">
                <a16:creationId xmlns:a16="http://schemas.microsoft.com/office/drawing/2014/main" id="{D5AB2E4B-626F-4072-87E5-595D35EFADAD}"/>
              </a:ext>
            </a:extLst>
          </p:cNvPr>
          <p:cNvSpPr>
            <a:spLocks noChangeArrowheads="1"/>
          </p:cNvSpPr>
          <p:nvPr/>
        </p:nvSpPr>
        <p:spPr bwMode="auto">
          <a:xfrm>
            <a:off x="535802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1" name="Rectangle 17">
            <a:extLst>
              <a:ext uri="{FF2B5EF4-FFF2-40B4-BE49-F238E27FC236}">
                <a16:creationId xmlns:a16="http://schemas.microsoft.com/office/drawing/2014/main" id="{65DAB362-330B-46D1-BCA8-58DF84B02A0B}"/>
              </a:ext>
            </a:extLst>
          </p:cNvPr>
          <p:cNvSpPr>
            <a:spLocks noChangeArrowheads="1"/>
          </p:cNvSpPr>
          <p:nvPr/>
        </p:nvSpPr>
        <p:spPr bwMode="auto">
          <a:xfrm>
            <a:off x="5812285"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2" name="Rectangle 18">
            <a:extLst>
              <a:ext uri="{FF2B5EF4-FFF2-40B4-BE49-F238E27FC236}">
                <a16:creationId xmlns:a16="http://schemas.microsoft.com/office/drawing/2014/main" id="{354D240F-C2AD-45B8-AC36-32AD2EAD65C6}"/>
              </a:ext>
            </a:extLst>
          </p:cNvPr>
          <p:cNvSpPr>
            <a:spLocks noChangeArrowheads="1"/>
          </p:cNvSpPr>
          <p:nvPr/>
        </p:nvSpPr>
        <p:spPr bwMode="auto">
          <a:xfrm>
            <a:off x="6267717"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3" name="Rectangle 19">
            <a:extLst>
              <a:ext uri="{FF2B5EF4-FFF2-40B4-BE49-F238E27FC236}">
                <a16:creationId xmlns:a16="http://schemas.microsoft.com/office/drawing/2014/main" id="{90E2C084-FE42-498D-9DD1-54C9F1833304}"/>
              </a:ext>
            </a:extLst>
          </p:cNvPr>
          <p:cNvSpPr>
            <a:spLocks noChangeArrowheads="1"/>
          </p:cNvSpPr>
          <p:nvPr/>
        </p:nvSpPr>
        <p:spPr bwMode="auto">
          <a:xfrm>
            <a:off x="672198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4" name="Rectangle 20">
            <a:extLst>
              <a:ext uri="{FF2B5EF4-FFF2-40B4-BE49-F238E27FC236}">
                <a16:creationId xmlns:a16="http://schemas.microsoft.com/office/drawing/2014/main" id="{C350DA86-5C2C-4CB7-B1CC-4409FC68993E}"/>
              </a:ext>
            </a:extLst>
          </p:cNvPr>
          <p:cNvSpPr>
            <a:spLocks noChangeArrowheads="1"/>
          </p:cNvSpPr>
          <p:nvPr/>
        </p:nvSpPr>
        <p:spPr bwMode="auto">
          <a:xfrm>
            <a:off x="7177414"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5" name="Rectangle 21">
            <a:extLst>
              <a:ext uri="{FF2B5EF4-FFF2-40B4-BE49-F238E27FC236}">
                <a16:creationId xmlns:a16="http://schemas.microsoft.com/office/drawing/2014/main" id="{3476D016-BE0E-40FB-AE03-36C7206310DC}"/>
              </a:ext>
            </a:extLst>
          </p:cNvPr>
          <p:cNvSpPr>
            <a:spLocks noChangeArrowheads="1"/>
          </p:cNvSpPr>
          <p:nvPr/>
        </p:nvSpPr>
        <p:spPr bwMode="auto">
          <a:xfrm>
            <a:off x="7631676"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6" name="Rectangle 22">
            <a:extLst>
              <a:ext uri="{FF2B5EF4-FFF2-40B4-BE49-F238E27FC236}">
                <a16:creationId xmlns:a16="http://schemas.microsoft.com/office/drawing/2014/main" id="{4207A264-69D9-418A-8329-92D261B9B62C}"/>
              </a:ext>
            </a:extLst>
          </p:cNvPr>
          <p:cNvSpPr>
            <a:spLocks noChangeArrowheads="1"/>
          </p:cNvSpPr>
          <p:nvPr/>
        </p:nvSpPr>
        <p:spPr bwMode="auto">
          <a:xfrm>
            <a:off x="8087109"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7" name="Rectangle 23">
            <a:extLst>
              <a:ext uri="{FF2B5EF4-FFF2-40B4-BE49-F238E27FC236}">
                <a16:creationId xmlns:a16="http://schemas.microsoft.com/office/drawing/2014/main" id="{A6B0A29B-A2CB-436D-9F5A-97AC9E9B35A6}"/>
              </a:ext>
            </a:extLst>
          </p:cNvPr>
          <p:cNvSpPr>
            <a:spLocks noChangeArrowheads="1"/>
          </p:cNvSpPr>
          <p:nvPr/>
        </p:nvSpPr>
        <p:spPr bwMode="auto">
          <a:xfrm>
            <a:off x="8541372"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8" name="Rectangle 24">
            <a:extLst>
              <a:ext uri="{FF2B5EF4-FFF2-40B4-BE49-F238E27FC236}">
                <a16:creationId xmlns:a16="http://schemas.microsoft.com/office/drawing/2014/main" id="{E9855E46-BFAF-42D9-AC3D-C449C9315DD0}"/>
              </a:ext>
            </a:extLst>
          </p:cNvPr>
          <p:cNvSpPr>
            <a:spLocks noChangeArrowheads="1"/>
          </p:cNvSpPr>
          <p:nvPr/>
        </p:nvSpPr>
        <p:spPr bwMode="auto">
          <a:xfrm>
            <a:off x="8996805"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9" name="Rectangle 25">
            <a:extLst>
              <a:ext uri="{FF2B5EF4-FFF2-40B4-BE49-F238E27FC236}">
                <a16:creationId xmlns:a16="http://schemas.microsoft.com/office/drawing/2014/main" id="{8A0832E2-B419-44F2-AA90-20EF152828FB}"/>
              </a:ext>
            </a:extLst>
          </p:cNvPr>
          <p:cNvSpPr>
            <a:spLocks noChangeArrowheads="1"/>
          </p:cNvSpPr>
          <p:nvPr/>
        </p:nvSpPr>
        <p:spPr bwMode="auto">
          <a:xfrm>
            <a:off x="9451068"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0" name="Rectangle 26">
            <a:extLst>
              <a:ext uri="{FF2B5EF4-FFF2-40B4-BE49-F238E27FC236}">
                <a16:creationId xmlns:a16="http://schemas.microsoft.com/office/drawing/2014/main" id="{19E36BF2-3D4E-4C2B-8D4A-DCF9E92FAEDD}"/>
              </a:ext>
            </a:extLst>
          </p:cNvPr>
          <p:cNvSpPr>
            <a:spLocks noChangeArrowheads="1"/>
          </p:cNvSpPr>
          <p:nvPr/>
        </p:nvSpPr>
        <p:spPr bwMode="auto">
          <a:xfrm>
            <a:off x="9906501" y="1845539"/>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1" name="Rectangle 27">
            <a:extLst>
              <a:ext uri="{FF2B5EF4-FFF2-40B4-BE49-F238E27FC236}">
                <a16:creationId xmlns:a16="http://schemas.microsoft.com/office/drawing/2014/main" id="{038C7A5F-FE20-45D2-9A21-6F27B6DEE723}"/>
              </a:ext>
            </a:extLst>
          </p:cNvPr>
          <p:cNvSpPr>
            <a:spLocks noChangeArrowheads="1"/>
          </p:cNvSpPr>
          <p:nvPr/>
        </p:nvSpPr>
        <p:spPr bwMode="auto">
          <a:xfrm>
            <a:off x="10360763"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2" name="Rectangle 28">
            <a:extLst>
              <a:ext uri="{FF2B5EF4-FFF2-40B4-BE49-F238E27FC236}">
                <a16:creationId xmlns:a16="http://schemas.microsoft.com/office/drawing/2014/main" id="{E6296672-5055-43EF-8C50-F99741CCADCF}"/>
              </a:ext>
            </a:extLst>
          </p:cNvPr>
          <p:cNvSpPr>
            <a:spLocks noChangeArrowheads="1"/>
          </p:cNvSpPr>
          <p:nvPr/>
        </p:nvSpPr>
        <p:spPr bwMode="auto">
          <a:xfrm>
            <a:off x="10816197" y="1845539"/>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3" name="Rectangle 29">
            <a:extLst>
              <a:ext uri="{FF2B5EF4-FFF2-40B4-BE49-F238E27FC236}">
                <a16:creationId xmlns:a16="http://schemas.microsoft.com/office/drawing/2014/main" id="{9F789C90-FBCD-48B5-800E-4829555286BD}"/>
              </a:ext>
            </a:extLst>
          </p:cNvPr>
          <p:cNvSpPr>
            <a:spLocks noChangeArrowheads="1"/>
          </p:cNvSpPr>
          <p:nvPr/>
        </p:nvSpPr>
        <p:spPr bwMode="auto">
          <a:xfrm>
            <a:off x="11270460" y="1845539"/>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4" name="Rectangle 30">
            <a:extLst>
              <a:ext uri="{FF2B5EF4-FFF2-40B4-BE49-F238E27FC236}">
                <a16:creationId xmlns:a16="http://schemas.microsoft.com/office/drawing/2014/main" id="{DDF49BA7-3A02-4020-A1E4-11270C686243}"/>
              </a:ext>
            </a:extLst>
          </p:cNvPr>
          <p:cNvSpPr>
            <a:spLocks noChangeArrowheads="1"/>
          </p:cNvSpPr>
          <p:nvPr/>
        </p:nvSpPr>
        <p:spPr bwMode="auto">
          <a:xfrm>
            <a:off x="11725892" y="1845539"/>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3" name="Rectangle 32">
            <a:extLst>
              <a:ext uri="{FF2B5EF4-FFF2-40B4-BE49-F238E27FC236}">
                <a16:creationId xmlns:a16="http://schemas.microsoft.com/office/drawing/2014/main" id="{B4B13D94-DCE1-468B-AF50-848FB46E4948}"/>
              </a:ext>
            </a:extLst>
          </p:cNvPr>
          <p:cNvSpPr>
            <a:spLocks noChangeArrowheads="1"/>
          </p:cNvSpPr>
          <p:nvPr/>
        </p:nvSpPr>
        <p:spPr bwMode="auto">
          <a:xfrm>
            <a:off x="35411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4" name="Rectangle 33">
            <a:extLst>
              <a:ext uri="{FF2B5EF4-FFF2-40B4-BE49-F238E27FC236}">
                <a16:creationId xmlns:a16="http://schemas.microsoft.com/office/drawing/2014/main" id="{D42897BB-EFBB-4C3E-B7D8-39558C9973F8}"/>
              </a:ext>
            </a:extLst>
          </p:cNvPr>
          <p:cNvSpPr>
            <a:spLocks noChangeArrowheads="1"/>
          </p:cNvSpPr>
          <p:nvPr/>
        </p:nvSpPr>
        <p:spPr bwMode="auto">
          <a:xfrm>
            <a:off x="80954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5" name="Rectangle 34">
            <a:extLst>
              <a:ext uri="{FF2B5EF4-FFF2-40B4-BE49-F238E27FC236}">
                <a16:creationId xmlns:a16="http://schemas.microsoft.com/office/drawing/2014/main" id="{4FAE9ED1-B75E-4074-8A29-538EBAC75111}"/>
              </a:ext>
            </a:extLst>
          </p:cNvPr>
          <p:cNvSpPr>
            <a:spLocks noChangeArrowheads="1"/>
          </p:cNvSpPr>
          <p:nvPr/>
        </p:nvSpPr>
        <p:spPr bwMode="auto">
          <a:xfrm>
            <a:off x="126380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6" name="Rectangle 35">
            <a:extLst>
              <a:ext uri="{FF2B5EF4-FFF2-40B4-BE49-F238E27FC236}">
                <a16:creationId xmlns:a16="http://schemas.microsoft.com/office/drawing/2014/main" id="{04AF33C2-82DD-4449-B5ED-C6E11A9176B9}"/>
              </a:ext>
            </a:extLst>
          </p:cNvPr>
          <p:cNvSpPr>
            <a:spLocks noChangeArrowheads="1"/>
          </p:cNvSpPr>
          <p:nvPr/>
        </p:nvSpPr>
        <p:spPr bwMode="auto">
          <a:xfrm>
            <a:off x="171923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7" name="Rectangle 36">
            <a:extLst>
              <a:ext uri="{FF2B5EF4-FFF2-40B4-BE49-F238E27FC236}">
                <a16:creationId xmlns:a16="http://schemas.microsoft.com/office/drawing/2014/main" id="{A402AA2F-3566-4F90-A3D7-2F6ACC0596DC}"/>
              </a:ext>
            </a:extLst>
          </p:cNvPr>
          <p:cNvSpPr>
            <a:spLocks noChangeArrowheads="1"/>
          </p:cNvSpPr>
          <p:nvPr/>
        </p:nvSpPr>
        <p:spPr bwMode="auto">
          <a:xfrm>
            <a:off x="217350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8" name="Rectangle 37">
            <a:extLst>
              <a:ext uri="{FF2B5EF4-FFF2-40B4-BE49-F238E27FC236}">
                <a16:creationId xmlns:a16="http://schemas.microsoft.com/office/drawing/2014/main" id="{12257C74-8FE2-4A5A-AE7D-4253FD48B2A6}"/>
              </a:ext>
            </a:extLst>
          </p:cNvPr>
          <p:cNvSpPr>
            <a:spLocks noChangeArrowheads="1"/>
          </p:cNvSpPr>
          <p:nvPr/>
        </p:nvSpPr>
        <p:spPr bwMode="auto">
          <a:xfrm>
            <a:off x="262893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9" name="Rectangle 38">
            <a:extLst>
              <a:ext uri="{FF2B5EF4-FFF2-40B4-BE49-F238E27FC236}">
                <a16:creationId xmlns:a16="http://schemas.microsoft.com/office/drawing/2014/main" id="{EDCCE78B-73E1-4347-A0AB-893F31DE0D72}"/>
              </a:ext>
            </a:extLst>
          </p:cNvPr>
          <p:cNvSpPr>
            <a:spLocks noChangeArrowheads="1"/>
          </p:cNvSpPr>
          <p:nvPr/>
        </p:nvSpPr>
        <p:spPr bwMode="auto">
          <a:xfrm>
            <a:off x="3083197"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0" name="Rectangle 39">
            <a:extLst>
              <a:ext uri="{FF2B5EF4-FFF2-40B4-BE49-F238E27FC236}">
                <a16:creationId xmlns:a16="http://schemas.microsoft.com/office/drawing/2014/main" id="{71A20C81-1914-4715-86F6-FC2A3887F217}"/>
              </a:ext>
            </a:extLst>
          </p:cNvPr>
          <p:cNvSpPr>
            <a:spLocks noChangeArrowheads="1"/>
          </p:cNvSpPr>
          <p:nvPr/>
        </p:nvSpPr>
        <p:spPr bwMode="auto">
          <a:xfrm>
            <a:off x="3538630"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1" name="Rectangle 40">
            <a:extLst>
              <a:ext uri="{FF2B5EF4-FFF2-40B4-BE49-F238E27FC236}">
                <a16:creationId xmlns:a16="http://schemas.microsoft.com/office/drawing/2014/main" id="{30EB0F8B-2241-4BB6-B10C-10150726F1C8}"/>
              </a:ext>
            </a:extLst>
          </p:cNvPr>
          <p:cNvSpPr>
            <a:spLocks noChangeArrowheads="1"/>
          </p:cNvSpPr>
          <p:nvPr/>
        </p:nvSpPr>
        <p:spPr bwMode="auto">
          <a:xfrm>
            <a:off x="399289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2" name="Rectangle 41">
            <a:extLst>
              <a:ext uri="{FF2B5EF4-FFF2-40B4-BE49-F238E27FC236}">
                <a16:creationId xmlns:a16="http://schemas.microsoft.com/office/drawing/2014/main" id="{93DC7C70-8C17-43A4-9F9B-0C24A1A8816F}"/>
              </a:ext>
            </a:extLst>
          </p:cNvPr>
          <p:cNvSpPr>
            <a:spLocks noChangeArrowheads="1"/>
          </p:cNvSpPr>
          <p:nvPr/>
        </p:nvSpPr>
        <p:spPr bwMode="auto">
          <a:xfrm>
            <a:off x="4448326"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3" name="Rectangle 42">
            <a:extLst>
              <a:ext uri="{FF2B5EF4-FFF2-40B4-BE49-F238E27FC236}">
                <a16:creationId xmlns:a16="http://schemas.microsoft.com/office/drawing/2014/main" id="{700DA9A2-C7ED-46FB-B7ED-912E60E91053}"/>
              </a:ext>
            </a:extLst>
          </p:cNvPr>
          <p:cNvSpPr>
            <a:spLocks noChangeArrowheads="1"/>
          </p:cNvSpPr>
          <p:nvPr/>
        </p:nvSpPr>
        <p:spPr bwMode="auto">
          <a:xfrm>
            <a:off x="4902589"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4" name="Rectangle 43">
            <a:extLst>
              <a:ext uri="{FF2B5EF4-FFF2-40B4-BE49-F238E27FC236}">
                <a16:creationId xmlns:a16="http://schemas.microsoft.com/office/drawing/2014/main" id="{23993B3F-B1E2-4626-915E-30EA0C27114C}"/>
              </a:ext>
            </a:extLst>
          </p:cNvPr>
          <p:cNvSpPr>
            <a:spLocks noChangeArrowheads="1"/>
          </p:cNvSpPr>
          <p:nvPr/>
        </p:nvSpPr>
        <p:spPr bwMode="auto">
          <a:xfrm>
            <a:off x="5358022"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5" name="Rectangle 44">
            <a:extLst>
              <a:ext uri="{FF2B5EF4-FFF2-40B4-BE49-F238E27FC236}">
                <a16:creationId xmlns:a16="http://schemas.microsoft.com/office/drawing/2014/main" id="{70A847F2-326C-4A11-90C5-5A5E3BC0062F}"/>
              </a:ext>
            </a:extLst>
          </p:cNvPr>
          <p:cNvSpPr>
            <a:spLocks noChangeArrowheads="1"/>
          </p:cNvSpPr>
          <p:nvPr/>
        </p:nvSpPr>
        <p:spPr bwMode="auto">
          <a:xfrm>
            <a:off x="5812285"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6" name="Rectangle 45">
            <a:extLst>
              <a:ext uri="{FF2B5EF4-FFF2-40B4-BE49-F238E27FC236}">
                <a16:creationId xmlns:a16="http://schemas.microsoft.com/office/drawing/2014/main" id="{D050CF34-CB80-475B-86F9-30114A7E6141}"/>
              </a:ext>
            </a:extLst>
          </p:cNvPr>
          <p:cNvSpPr>
            <a:spLocks noChangeArrowheads="1"/>
          </p:cNvSpPr>
          <p:nvPr/>
        </p:nvSpPr>
        <p:spPr bwMode="auto">
          <a:xfrm>
            <a:off x="626771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7" name="Rectangle 46">
            <a:extLst>
              <a:ext uri="{FF2B5EF4-FFF2-40B4-BE49-F238E27FC236}">
                <a16:creationId xmlns:a16="http://schemas.microsoft.com/office/drawing/2014/main" id="{72F7682D-8B8B-4827-9F84-5A883F25751E}"/>
              </a:ext>
            </a:extLst>
          </p:cNvPr>
          <p:cNvSpPr>
            <a:spLocks noChangeArrowheads="1"/>
          </p:cNvSpPr>
          <p:nvPr/>
        </p:nvSpPr>
        <p:spPr bwMode="auto">
          <a:xfrm>
            <a:off x="6721980"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8" name="Rectangle 47">
            <a:extLst>
              <a:ext uri="{FF2B5EF4-FFF2-40B4-BE49-F238E27FC236}">
                <a16:creationId xmlns:a16="http://schemas.microsoft.com/office/drawing/2014/main" id="{096B96DB-AD07-4F59-8D81-878896D609D6}"/>
              </a:ext>
            </a:extLst>
          </p:cNvPr>
          <p:cNvSpPr>
            <a:spLocks noChangeArrowheads="1"/>
          </p:cNvSpPr>
          <p:nvPr/>
        </p:nvSpPr>
        <p:spPr bwMode="auto">
          <a:xfrm>
            <a:off x="7177414"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49" name="Rectangle 48">
            <a:extLst>
              <a:ext uri="{FF2B5EF4-FFF2-40B4-BE49-F238E27FC236}">
                <a16:creationId xmlns:a16="http://schemas.microsoft.com/office/drawing/2014/main" id="{8B2388B0-7437-4F3C-B5AF-A99838656D00}"/>
              </a:ext>
            </a:extLst>
          </p:cNvPr>
          <p:cNvSpPr>
            <a:spLocks noChangeArrowheads="1"/>
          </p:cNvSpPr>
          <p:nvPr/>
        </p:nvSpPr>
        <p:spPr bwMode="auto">
          <a:xfrm>
            <a:off x="7631676"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0" name="Rectangle 49">
            <a:extLst>
              <a:ext uri="{FF2B5EF4-FFF2-40B4-BE49-F238E27FC236}">
                <a16:creationId xmlns:a16="http://schemas.microsoft.com/office/drawing/2014/main" id="{FBE62A09-5F6A-4BC0-9413-4B7222385A07}"/>
              </a:ext>
            </a:extLst>
          </p:cNvPr>
          <p:cNvSpPr>
            <a:spLocks noChangeArrowheads="1"/>
          </p:cNvSpPr>
          <p:nvPr/>
        </p:nvSpPr>
        <p:spPr bwMode="auto">
          <a:xfrm>
            <a:off x="8087109"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1" name="Rectangle 50">
            <a:extLst>
              <a:ext uri="{FF2B5EF4-FFF2-40B4-BE49-F238E27FC236}">
                <a16:creationId xmlns:a16="http://schemas.microsoft.com/office/drawing/2014/main" id="{FD4120A0-F176-4CF5-BD30-0A467CCD63B4}"/>
              </a:ext>
            </a:extLst>
          </p:cNvPr>
          <p:cNvSpPr>
            <a:spLocks noChangeArrowheads="1"/>
          </p:cNvSpPr>
          <p:nvPr/>
        </p:nvSpPr>
        <p:spPr bwMode="auto">
          <a:xfrm>
            <a:off x="8541372"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2" name="Rectangle 51">
            <a:extLst>
              <a:ext uri="{FF2B5EF4-FFF2-40B4-BE49-F238E27FC236}">
                <a16:creationId xmlns:a16="http://schemas.microsoft.com/office/drawing/2014/main" id="{8075DBF6-9812-49E0-8973-F29DF4621992}"/>
              </a:ext>
            </a:extLst>
          </p:cNvPr>
          <p:cNvSpPr>
            <a:spLocks noChangeArrowheads="1"/>
          </p:cNvSpPr>
          <p:nvPr/>
        </p:nvSpPr>
        <p:spPr bwMode="auto">
          <a:xfrm>
            <a:off x="8996805"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3" name="Rectangle 52">
            <a:extLst>
              <a:ext uri="{FF2B5EF4-FFF2-40B4-BE49-F238E27FC236}">
                <a16:creationId xmlns:a16="http://schemas.microsoft.com/office/drawing/2014/main" id="{55CA37AD-A3E1-4489-9138-C3852B352A18}"/>
              </a:ext>
            </a:extLst>
          </p:cNvPr>
          <p:cNvSpPr>
            <a:spLocks noChangeArrowheads="1"/>
          </p:cNvSpPr>
          <p:nvPr/>
        </p:nvSpPr>
        <p:spPr bwMode="auto">
          <a:xfrm>
            <a:off x="9451068"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4" name="Rectangle 53">
            <a:extLst>
              <a:ext uri="{FF2B5EF4-FFF2-40B4-BE49-F238E27FC236}">
                <a16:creationId xmlns:a16="http://schemas.microsoft.com/office/drawing/2014/main" id="{C88268CA-A454-432A-BBC6-F3C2F2736E0C}"/>
              </a:ext>
            </a:extLst>
          </p:cNvPr>
          <p:cNvSpPr>
            <a:spLocks noChangeArrowheads="1"/>
          </p:cNvSpPr>
          <p:nvPr/>
        </p:nvSpPr>
        <p:spPr bwMode="auto">
          <a:xfrm>
            <a:off x="9906501"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5" name="Rectangle 54">
            <a:extLst>
              <a:ext uri="{FF2B5EF4-FFF2-40B4-BE49-F238E27FC236}">
                <a16:creationId xmlns:a16="http://schemas.microsoft.com/office/drawing/2014/main" id="{3EA71045-4C26-49CD-944A-9D37A7B68674}"/>
              </a:ext>
            </a:extLst>
          </p:cNvPr>
          <p:cNvSpPr>
            <a:spLocks noChangeArrowheads="1"/>
          </p:cNvSpPr>
          <p:nvPr/>
        </p:nvSpPr>
        <p:spPr bwMode="auto">
          <a:xfrm>
            <a:off x="10360763" y="2352251"/>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6" name="Rectangle 55">
            <a:extLst>
              <a:ext uri="{FF2B5EF4-FFF2-40B4-BE49-F238E27FC236}">
                <a16:creationId xmlns:a16="http://schemas.microsoft.com/office/drawing/2014/main" id="{4CA66C44-3E69-4CC0-BE3E-5099678F39E7}"/>
              </a:ext>
            </a:extLst>
          </p:cNvPr>
          <p:cNvSpPr>
            <a:spLocks noChangeArrowheads="1"/>
          </p:cNvSpPr>
          <p:nvPr/>
        </p:nvSpPr>
        <p:spPr bwMode="auto">
          <a:xfrm>
            <a:off x="10816197" y="2352251"/>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7" name="Rectangle 56">
            <a:extLst>
              <a:ext uri="{FF2B5EF4-FFF2-40B4-BE49-F238E27FC236}">
                <a16:creationId xmlns:a16="http://schemas.microsoft.com/office/drawing/2014/main" id="{DBCD939E-7346-4FE8-9A9E-3196A1634058}"/>
              </a:ext>
            </a:extLst>
          </p:cNvPr>
          <p:cNvSpPr>
            <a:spLocks noChangeArrowheads="1"/>
          </p:cNvSpPr>
          <p:nvPr/>
        </p:nvSpPr>
        <p:spPr bwMode="auto">
          <a:xfrm>
            <a:off x="11270460" y="2352251"/>
            <a:ext cx="109992" cy="108822"/>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58" name="Rectangle 57">
            <a:extLst>
              <a:ext uri="{FF2B5EF4-FFF2-40B4-BE49-F238E27FC236}">
                <a16:creationId xmlns:a16="http://schemas.microsoft.com/office/drawing/2014/main" id="{2048A8D9-1609-4979-9E04-CE3C74005214}"/>
              </a:ext>
            </a:extLst>
          </p:cNvPr>
          <p:cNvSpPr>
            <a:spLocks noChangeArrowheads="1"/>
          </p:cNvSpPr>
          <p:nvPr/>
        </p:nvSpPr>
        <p:spPr bwMode="auto">
          <a:xfrm>
            <a:off x="11725892" y="2352251"/>
            <a:ext cx="108822" cy="108822"/>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7" name="Rectangle 59">
            <a:extLst>
              <a:ext uri="{FF2B5EF4-FFF2-40B4-BE49-F238E27FC236}">
                <a16:creationId xmlns:a16="http://schemas.microsoft.com/office/drawing/2014/main" id="{1CDD4CCD-B616-436B-A3FD-F9E6416D6160}"/>
              </a:ext>
            </a:extLst>
          </p:cNvPr>
          <p:cNvSpPr>
            <a:spLocks noChangeArrowheads="1"/>
          </p:cNvSpPr>
          <p:nvPr/>
        </p:nvSpPr>
        <p:spPr bwMode="auto">
          <a:xfrm>
            <a:off x="35411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8" name="Rectangle 60">
            <a:extLst>
              <a:ext uri="{FF2B5EF4-FFF2-40B4-BE49-F238E27FC236}">
                <a16:creationId xmlns:a16="http://schemas.microsoft.com/office/drawing/2014/main" id="{C714A79D-593F-4D51-9527-0F7D44670155}"/>
              </a:ext>
            </a:extLst>
          </p:cNvPr>
          <p:cNvSpPr>
            <a:spLocks noChangeArrowheads="1"/>
          </p:cNvSpPr>
          <p:nvPr/>
        </p:nvSpPr>
        <p:spPr bwMode="auto">
          <a:xfrm>
            <a:off x="80954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9" name="Rectangle 61">
            <a:extLst>
              <a:ext uri="{FF2B5EF4-FFF2-40B4-BE49-F238E27FC236}">
                <a16:creationId xmlns:a16="http://schemas.microsoft.com/office/drawing/2014/main" id="{E7C7988F-856E-46FD-8950-CCDDDA38CF67}"/>
              </a:ext>
            </a:extLst>
          </p:cNvPr>
          <p:cNvSpPr>
            <a:spLocks noChangeArrowheads="1"/>
          </p:cNvSpPr>
          <p:nvPr/>
        </p:nvSpPr>
        <p:spPr bwMode="auto">
          <a:xfrm>
            <a:off x="126380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0" name="Rectangle 62">
            <a:extLst>
              <a:ext uri="{FF2B5EF4-FFF2-40B4-BE49-F238E27FC236}">
                <a16:creationId xmlns:a16="http://schemas.microsoft.com/office/drawing/2014/main" id="{6A604DC1-6DD7-4A5F-939D-B7E3D6B44599}"/>
              </a:ext>
            </a:extLst>
          </p:cNvPr>
          <p:cNvSpPr>
            <a:spLocks noChangeArrowheads="1"/>
          </p:cNvSpPr>
          <p:nvPr/>
        </p:nvSpPr>
        <p:spPr bwMode="auto">
          <a:xfrm>
            <a:off x="171923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1" name="Rectangle 63">
            <a:extLst>
              <a:ext uri="{FF2B5EF4-FFF2-40B4-BE49-F238E27FC236}">
                <a16:creationId xmlns:a16="http://schemas.microsoft.com/office/drawing/2014/main" id="{5E841B6F-400E-43A2-BA9E-713E1210E2FC}"/>
              </a:ext>
            </a:extLst>
          </p:cNvPr>
          <p:cNvSpPr>
            <a:spLocks noChangeArrowheads="1"/>
          </p:cNvSpPr>
          <p:nvPr/>
        </p:nvSpPr>
        <p:spPr bwMode="auto">
          <a:xfrm>
            <a:off x="217350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2" name="Rectangle 64">
            <a:extLst>
              <a:ext uri="{FF2B5EF4-FFF2-40B4-BE49-F238E27FC236}">
                <a16:creationId xmlns:a16="http://schemas.microsoft.com/office/drawing/2014/main" id="{EB3556E4-BBFF-4497-86CB-E08210DD43A4}"/>
              </a:ext>
            </a:extLst>
          </p:cNvPr>
          <p:cNvSpPr>
            <a:spLocks noChangeArrowheads="1"/>
          </p:cNvSpPr>
          <p:nvPr/>
        </p:nvSpPr>
        <p:spPr bwMode="auto">
          <a:xfrm>
            <a:off x="262893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3" name="Rectangle 65">
            <a:extLst>
              <a:ext uri="{FF2B5EF4-FFF2-40B4-BE49-F238E27FC236}">
                <a16:creationId xmlns:a16="http://schemas.microsoft.com/office/drawing/2014/main" id="{4ED49176-4A95-47F2-9609-F517D91CE550}"/>
              </a:ext>
            </a:extLst>
          </p:cNvPr>
          <p:cNvSpPr>
            <a:spLocks noChangeArrowheads="1"/>
          </p:cNvSpPr>
          <p:nvPr/>
        </p:nvSpPr>
        <p:spPr bwMode="auto">
          <a:xfrm>
            <a:off x="3083197"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4" name="Rectangle 66">
            <a:extLst>
              <a:ext uri="{FF2B5EF4-FFF2-40B4-BE49-F238E27FC236}">
                <a16:creationId xmlns:a16="http://schemas.microsoft.com/office/drawing/2014/main" id="{C285A21A-D02C-4E2C-9129-0E4FD1439834}"/>
              </a:ext>
            </a:extLst>
          </p:cNvPr>
          <p:cNvSpPr>
            <a:spLocks noChangeArrowheads="1"/>
          </p:cNvSpPr>
          <p:nvPr/>
        </p:nvSpPr>
        <p:spPr bwMode="auto">
          <a:xfrm>
            <a:off x="3538630"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5" name="Rectangle 67">
            <a:extLst>
              <a:ext uri="{FF2B5EF4-FFF2-40B4-BE49-F238E27FC236}">
                <a16:creationId xmlns:a16="http://schemas.microsoft.com/office/drawing/2014/main" id="{0FAC70C0-5E77-440D-AA2C-C5F3A3CEC69B}"/>
              </a:ext>
            </a:extLst>
          </p:cNvPr>
          <p:cNvSpPr>
            <a:spLocks noChangeArrowheads="1"/>
          </p:cNvSpPr>
          <p:nvPr/>
        </p:nvSpPr>
        <p:spPr bwMode="auto">
          <a:xfrm>
            <a:off x="399289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6" name="Rectangle 68">
            <a:extLst>
              <a:ext uri="{FF2B5EF4-FFF2-40B4-BE49-F238E27FC236}">
                <a16:creationId xmlns:a16="http://schemas.microsoft.com/office/drawing/2014/main" id="{5463B017-838F-413D-8764-821503622A96}"/>
              </a:ext>
            </a:extLst>
          </p:cNvPr>
          <p:cNvSpPr>
            <a:spLocks noChangeArrowheads="1"/>
          </p:cNvSpPr>
          <p:nvPr/>
        </p:nvSpPr>
        <p:spPr bwMode="auto">
          <a:xfrm>
            <a:off x="4448326"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7" name="Rectangle 69">
            <a:extLst>
              <a:ext uri="{FF2B5EF4-FFF2-40B4-BE49-F238E27FC236}">
                <a16:creationId xmlns:a16="http://schemas.microsoft.com/office/drawing/2014/main" id="{D1A17899-795E-470F-B52B-0EE1A5143D8A}"/>
              </a:ext>
            </a:extLst>
          </p:cNvPr>
          <p:cNvSpPr>
            <a:spLocks noChangeArrowheads="1"/>
          </p:cNvSpPr>
          <p:nvPr/>
        </p:nvSpPr>
        <p:spPr bwMode="auto">
          <a:xfrm>
            <a:off x="4902589"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8" name="Rectangle 70">
            <a:extLst>
              <a:ext uri="{FF2B5EF4-FFF2-40B4-BE49-F238E27FC236}">
                <a16:creationId xmlns:a16="http://schemas.microsoft.com/office/drawing/2014/main" id="{BFA98CD7-C296-4FF8-AEA4-137B730DF3A7}"/>
              </a:ext>
            </a:extLst>
          </p:cNvPr>
          <p:cNvSpPr>
            <a:spLocks noChangeArrowheads="1"/>
          </p:cNvSpPr>
          <p:nvPr/>
        </p:nvSpPr>
        <p:spPr bwMode="auto">
          <a:xfrm>
            <a:off x="535802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19" name="Rectangle 71">
            <a:extLst>
              <a:ext uri="{FF2B5EF4-FFF2-40B4-BE49-F238E27FC236}">
                <a16:creationId xmlns:a16="http://schemas.microsoft.com/office/drawing/2014/main" id="{9F11BA7F-A440-4A5A-9145-C2CBF5DAF0D4}"/>
              </a:ext>
            </a:extLst>
          </p:cNvPr>
          <p:cNvSpPr>
            <a:spLocks noChangeArrowheads="1"/>
          </p:cNvSpPr>
          <p:nvPr/>
        </p:nvSpPr>
        <p:spPr bwMode="auto">
          <a:xfrm>
            <a:off x="5812285"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0" name="Rectangle 72">
            <a:extLst>
              <a:ext uri="{FF2B5EF4-FFF2-40B4-BE49-F238E27FC236}">
                <a16:creationId xmlns:a16="http://schemas.microsoft.com/office/drawing/2014/main" id="{D21FFF55-7EAD-40FA-9864-F5B8971D1414}"/>
              </a:ext>
            </a:extLst>
          </p:cNvPr>
          <p:cNvSpPr>
            <a:spLocks noChangeArrowheads="1"/>
          </p:cNvSpPr>
          <p:nvPr/>
        </p:nvSpPr>
        <p:spPr bwMode="auto">
          <a:xfrm>
            <a:off x="6267717"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1" name="Rectangle 73">
            <a:extLst>
              <a:ext uri="{FF2B5EF4-FFF2-40B4-BE49-F238E27FC236}">
                <a16:creationId xmlns:a16="http://schemas.microsoft.com/office/drawing/2014/main" id="{30F55C85-4BDF-4A1A-A90A-C676A9117308}"/>
              </a:ext>
            </a:extLst>
          </p:cNvPr>
          <p:cNvSpPr>
            <a:spLocks noChangeArrowheads="1"/>
          </p:cNvSpPr>
          <p:nvPr/>
        </p:nvSpPr>
        <p:spPr bwMode="auto">
          <a:xfrm>
            <a:off x="672198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2" name="Rectangle 74">
            <a:extLst>
              <a:ext uri="{FF2B5EF4-FFF2-40B4-BE49-F238E27FC236}">
                <a16:creationId xmlns:a16="http://schemas.microsoft.com/office/drawing/2014/main" id="{CD376222-CE2E-460E-A86D-CEEFFC77F8CE}"/>
              </a:ext>
            </a:extLst>
          </p:cNvPr>
          <p:cNvSpPr>
            <a:spLocks noChangeArrowheads="1"/>
          </p:cNvSpPr>
          <p:nvPr/>
        </p:nvSpPr>
        <p:spPr bwMode="auto">
          <a:xfrm>
            <a:off x="7177414"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3" name="Rectangle 75">
            <a:extLst>
              <a:ext uri="{FF2B5EF4-FFF2-40B4-BE49-F238E27FC236}">
                <a16:creationId xmlns:a16="http://schemas.microsoft.com/office/drawing/2014/main" id="{D9F6E244-E70D-4E98-BE65-616D29AD4DB0}"/>
              </a:ext>
            </a:extLst>
          </p:cNvPr>
          <p:cNvSpPr>
            <a:spLocks noChangeArrowheads="1"/>
          </p:cNvSpPr>
          <p:nvPr/>
        </p:nvSpPr>
        <p:spPr bwMode="auto">
          <a:xfrm>
            <a:off x="7631676"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4" name="Rectangle 76">
            <a:extLst>
              <a:ext uri="{FF2B5EF4-FFF2-40B4-BE49-F238E27FC236}">
                <a16:creationId xmlns:a16="http://schemas.microsoft.com/office/drawing/2014/main" id="{E3B75F8F-57C0-4AD6-92A4-826B4281F4A1}"/>
              </a:ext>
            </a:extLst>
          </p:cNvPr>
          <p:cNvSpPr>
            <a:spLocks noChangeArrowheads="1"/>
          </p:cNvSpPr>
          <p:nvPr/>
        </p:nvSpPr>
        <p:spPr bwMode="auto">
          <a:xfrm>
            <a:off x="8087109"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5" name="Rectangle 77">
            <a:extLst>
              <a:ext uri="{FF2B5EF4-FFF2-40B4-BE49-F238E27FC236}">
                <a16:creationId xmlns:a16="http://schemas.microsoft.com/office/drawing/2014/main" id="{A535E84C-3ECC-4B95-9FA9-A4AD23F2F270}"/>
              </a:ext>
            </a:extLst>
          </p:cNvPr>
          <p:cNvSpPr>
            <a:spLocks noChangeArrowheads="1"/>
          </p:cNvSpPr>
          <p:nvPr/>
        </p:nvSpPr>
        <p:spPr bwMode="auto">
          <a:xfrm>
            <a:off x="8541372"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6" name="Rectangle 78">
            <a:extLst>
              <a:ext uri="{FF2B5EF4-FFF2-40B4-BE49-F238E27FC236}">
                <a16:creationId xmlns:a16="http://schemas.microsoft.com/office/drawing/2014/main" id="{B36D8AB3-727A-44D7-B945-11021E7E565E}"/>
              </a:ext>
            </a:extLst>
          </p:cNvPr>
          <p:cNvSpPr>
            <a:spLocks noChangeArrowheads="1"/>
          </p:cNvSpPr>
          <p:nvPr/>
        </p:nvSpPr>
        <p:spPr bwMode="auto">
          <a:xfrm>
            <a:off x="8996805"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7" name="Rectangle 79">
            <a:extLst>
              <a:ext uri="{FF2B5EF4-FFF2-40B4-BE49-F238E27FC236}">
                <a16:creationId xmlns:a16="http://schemas.microsoft.com/office/drawing/2014/main" id="{D97F58A0-5D6C-414B-81E1-932E36D87F81}"/>
              </a:ext>
            </a:extLst>
          </p:cNvPr>
          <p:cNvSpPr>
            <a:spLocks noChangeArrowheads="1"/>
          </p:cNvSpPr>
          <p:nvPr/>
        </p:nvSpPr>
        <p:spPr bwMode="auto">
          <a:xfrm>
            <a:off x="9451068"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8" name="Rectangle 80">
            <a:extLst>
              <a:ext uri="{FF2B5EF4-FFF2-40B4-BE49-F238E27FC236}">
                <a16:creationId xmlns:a16="http://schemas.microsoft.com/office/drawing/2014/main" id="{34645A3A-2DF2-467B-ADEC-66C2680074AA}"/>
              </a:ext>
            </a:extLst>
          </p:cNvPr>
          <p:cNvSpPr>
            <a:spLocks noChangeArrowheads="1"/>
          </p:cNvSpPr>
          <p:nvPr/>
        </p:nvSpPr>
        <p:spPr bwMode="auto">
          <a:xfrm>
            <a:off x="9906501"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29" name="Rectangle 81">
            <a:extLst>
              <a:ext uri="{FF2B5EF4-FFF2-40B4-BE49-F238E27FC236}">
                <a16:creationId xmlns:a16="http://schemas.microsoft.com/office/drawing/2014/main" id="{2991A0D8-2D5D-4B08-9704-9BFB93B162FC}"/>
              </a:ext>
            </a:extLst>
          </p:cNvPr>
          <p:cNvSpPr>
            <a:spLocks noChangeArrowheads="1"/>
          </p:cNvSpPr>
          <p:nvPr/>
        </p:nvSpPr>
        <p:spPr bwMode="auto">
          <a:xfrm>
            <a:off x="10360763"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0" name="Rectangle 82">
            <a:extLst>
              <a:ext uri="{FF2B5EF4-FFF2-40B4-BE49-F238E27FC236}">
                <a16:creationId xmlns:a16="http://schemas.microsoft.com/office/drawing/2014/main" id="{7128A5D3-8A8E-4A5B-ACA1-5A01DEAE2F4F}"/>
              </a:ext>
            </a:extLst>
          </p:cNvPr>
          <p:cNvSpPr>
            <a:spLocks noChangeArrowheads="1"/>
          </p:cNvSpPr>
          <p:nvPr/>
        </p:nvSpPr>
        <p:spPr bwMode="auto">
          <a:xfrm>
            <a:off x="10816197" y="2857795"/>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1" name="Rectangle 83">
            <a:extLst>
              <a:ext uri="{FF2B5EF4-FFF2-40B4-BE49-F238E27FC236}">
                <a16:creationId xmlns:a16="http://schemas.microsoft.com/office/drawing/2014/main" id="{D017036E-3A97-4D6A-AA9F-AA9B8E3E0E34}"/>
              </a:ext>
            </a:extLst>
          </p:cNvPr>
          <p:cNvSpPr>
            <a:spLocks noChangeArrowheads="1"/>
          </p:cNvSpPr>
          <p:nvPr/>
        </p:nvSpPr>
        <p:spPr bwMode="auto">
          <a:xfrm>
            <a:off x="11270460" y="285779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32" name="Rectangle 84">
            <a:extLst>
              <a:ext uri="{FF2B5EF4-FFF2-40B4-BE49-F238E27FC236}">
                <a16:creationId xmlns:a16="http://schemas.microsoft.com/office/drawing/2014/main" id="{5BCCE486-20E6-47E4-96AF-5AFB021736FA}"/>
              </a:ext>
            </a:extLst>
          </p:cNvPr>
          <p:cNvSpPr>
            <a:spLocks noChangeArrowheads="1"/>
          </p:cNvSpPr>
          <p:nvPr/>
        </p:nvSpPr>
        <p:spPr bwMode="auto">
          <a:xfrm>
            <a:off x="11725892" y="285779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1" name="Rectangle 5">
            <a:extLst>
              <a:ext uri="{FF2B5EF4-FFF2-40B4-BE49-F238E27FC236}">
                <a16:creationId xmlns:a16="http://schemas.microsoft.com/office/drawing/2014/main" id="{AC28E286-CB3B-41B8-9829-2A09FD0F1C45}"/>
              </a:ext>
            </a:extLst>
          </p:cNvPr>
          <p:cNvSpPr>
            <a:spLocks noChangeArrowheads="1"/>
          </p:cNvSpPr>
          <p:nvPr/>
        </p:nvSpPr>
        <p:spPr bwMode="auto">
          <a:xfrm>
            <a:off x="35411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2" name="Rectangle 6">
            <a:extLst>
              <a:ext uri="{FF2B5EF4-FFF2-40B4-BE49-F238E27FC236}">
                <a16:creationId xmlns:a16="http://schemas.microsoft.com/office/drawing/2014/main" id="{A6CBC9BD-AE25-437A-9246-679B5C4DB89C}"/>
              </a:ext>
            </a:extLst>
          </p:cNvPr>
          <p:cNvSpPr>
            <a:spLocks noChangeArrowheads="1"/>
          </p:cNvSpPr>
          <p:nvPr/>
        </p:nvSpPr>
        <p:spPr bwMode="auto">
          <a:xfrm>
            <a:off x="809542"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6" name="Rectangle 20">
            <a:extLst>
              <a:ext uri="{FF2B5EF4-FFF2-40B4-BE49-F238E27FC236}">
                <a16:creationId xmlns:a16="http://schemas.microsoft.com/office/drawing/2014/main" id="{0EDE0526-CBA2-4A01-9D59-24F0B138B629}"/>
              </a:ext>
            </a:extLst>
          </p:cNvPr>
          <p:cNvSpPr>
            <a:spLocks noChangeArrowheads="1"/>
          </p:cNvSpPr>
          <p:nvPr/>
        </p:nvSpPr>
        <p:spPr bwMode="auto">
          <a:xfrm>
            <a:off x="7177414"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7" name="Rectangle 21">
            <a:extLst>
              <a:ext uri="{FF2B5EF4-FFF2-40B4-BE49-F238E27FC236}">
                <a16:creationId xmlns:a16="http://schemas.microsoft.com/office/drawing/2014/main" id="{5E66E413-A492-40ED-BCC5-F23480C017DC}"/>
              </a:ext>
            </a:extLst>
          </p:cNvPr>
          <p:cNvSpPr>
            <a:spLocks noChangeArrowheads="1"/>
          </p:cNvSpPr>
          <p:nvPr/>
        </p:nvSpPr>
        <p:spPr bwMode="auto">
          <a:xfrm>
            <a:off x="7631676"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8" name="Rectangle 22">
            <a:extLst>
              <a:ext uri="{FF2B5EF4-FFF2-40B4-BE49-F238E27FC236}">
                <a16:creationId xmlns:a16="http://schemas.microsoft.com/office/drawing/2014/main" id="{6FCFA5F2-AFE6-49D8-BE15-40E90D43FF67}"/>
              </a:ext>
            </a:extLst>
          </p:cNvPr>
          <p:cNvSpPr>
            <a:spLocks noChangeArrowheads="1"/>
          </p:cNvSpPr>
          <p:nvPr/>
        </p:nvSpPr>
        <p:spPr bwMode="auto">
          <a:xfrm>
            <a:off x="8087109"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99" name="Rectangle 23">
            <a:extLst>
              <a:ext uri="{FF2B5EF4-FFF2-40B4-BE49-F238E27FC236}">
                <a16:creationId xmlns:a16="http://schemas.microsoft.com/office/drawing/2014/main" id="{AD7A4E43-F44A-43CF-A9D7-BA4D8B2B2F47}"/>
              </a:ext>
            </a:extLst>
          </p:cNvPr>
          <p:cNvSpPr>
            <a:spLocks noChangeArrowheads="1"/>
          </p:cNvSpPr>
          <p:nvPr/>
        </p:nvSpPr>
        <p:spPr bwMode="auto">
          <a:xfrm>
            <a:off x="8541372"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0" name="Rectangle 24">
            <a:extLst>
              <a:ext uri="{FF2B5EF4-FFF2-40B4-BE49-F238E27FC236}">
                <a16:creationId xmlns:a16="http://schemas.microsoft.com/office/drawing/2014/main" id="{FC2E67AB-58DA-4BCF-81D2-0040BBD96216}"/>
              </a:ext>
            </a:extLst>
          </p:cNvPr>
          <p:cNvSpPr>
            <a:spLocks noChangeArrowheads="1"/>
          </p:cNvSpPr>
          <p:nvPr/>
        </p:nvSpPr>
        <p:spPr bwMode="auto">
          <a:xfrm>
            <a:off x="8996805"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1" name="Rectangle 25">
            <a:extLst>
              <a:ext uri="{FF2B5EF4-FFF2-40B4-BE49-F238E27FC236}">
                <a16:creationId xmlns:a16="http://schemas.microsoft.com/office/drawing/2014/main" id="{C99A6A98-815A-4877-8FE9-06C0CB7E1453}"/>
              </a:ext>
            </a:extLst>
          </p:cNvPr>
          <p:cNvSpPr>
            <a:spLocks noChangeArrowheads="1"/>
          </p:cNvSpPr>
          <p:nvPr/>
        </p:nvSpPr>
        <p:spPr bwMode="auto">
          <a:xfrm>
            <a:off x="9451068"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2" name="Rectangle 26">
            <a:extLst>
              <a:ext uri="{FF2B5EF4-FFF2-40B4-BE49-F238E27FC236}">
                <a16:creationId xmlns:a16="http://schemas.microsoft.com/office/drawing/2014/main" id="{C64F5A0E-D9C8-4999-8349-EA4D5F6ACFA4}"/>
              </a:ext>
            </a:extLst>
          </p:cNvPr>
          <p:cNvSpPr>
            <a:spLocks noChangeArrowheads="1"/>
          </p:cNvSpPr>
          <p:nvPr/>
        </p:nvSpPr>
        <p:spPr bwMode="auto">
          <a:xfrm>
            <a:off x="9906501"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3" name="Rectangle 27">
            <a:extLst>
              <a:ext uri="{FF2B5EF4-FFF2-40B4-BE49-F238E27FC236}">
                <a16:creationId xmlns:a16="http://schemas.microsoft.com/office/drawing/2014/main" id="{6935F975-0CC7-414B-9F9C-44875EF3FCA2}"/>
              </a:ext>
            </a:extLst>
          </p:cNvPr>
          <p:cNvSpPr>
            <a:spLocks noChangeArrowheads="1"/>
          </p:cNvSpPr>
          <p:nvPr/>
        </p:nvSpPr>
        <p:spPr bwMode="auto">
          <a:xfrm>
            <a:off x="10360763"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4" name="Rectangle 28">
            <a:extLst>
              <a:ext uri="{FF2B5EF4-FFF2-40B4-BE49-F238E27FC236}">
                <a16:creationId xmlns:a16="http://schemas.microsoft.com/office/drawing/2014/main" id="{21DEE8DA-7AB4-4341-BEF7-E8343A7BDFC6}"/>
              </a:ext>
            </a:extLst>
          </p:cNvPr>
          <p:cNvSpPr>
            <a:spLocks noChangeArrowheads="1"/>
          </p:cNvSpPr>
          <p:nvPr/>
        </p:nvSpPr>
        <p:spPr bwMode="auto">
          <a:xfrm>
            <a:off x="10816197" y="3364507"/>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5" name="Rectangle 29">
            <a:extLst>
              <a:ext uri="{FF2B5EF4-FFF2-40B4-BE49-F238E27FC236}">
                <a16:creationId xmlns:a16="http://schemas.microsoft.com/office/drawing/2014/main" id="{AF4FCF43-3009-4229-89F8-D62F91C9267A}"/>
              </a:ext>
            </a:extLst>
          </p:cNvPr>
          <p:cNvSpPr>
            <a:spLocks noChangeArrowheads="1"/>
          </p:cNvSpPr>
          <p:nvPr/>
        </p:nvSpPr>
        <p:spPr bwMode="auto">
          <a:xfrm>
            <a:off x="11270460" y="3364507"/>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06" name="Rectangle 30">
            <a:extLst>
              <a:ext uri="{FF2B5EF4-FFF2-40B4-BE49-F238E27FC236}">
                <a16:creationId xmlns:a16="http://schemas.microsoft.com/office/drawing/2014/main" id="{21EAAE8A-F99B-4A0B-8E7D-566273D5E904}"/>
              </a:ext>
            </a:extLst>
          </p:cNvPr>
          <p:cNvSpPr>
            <a:spLocks noChangeArrowheads="1"/>
          </p:cNvSpPr>
          <p:nvPr/>
        </p:nvSpPr>
        <p:spPr bwMode="auto">
          <a:xfrm>
            <a:off x="11725892" y="3364507"/>
            <a:ext cx="108822" cy="109990"/>
          </a:xfrm>
          <a:prstGeom prst="rect">
            <a:avLst/>
          </a:prstGeom>
          <a:solidFill>
            <a:schemeClr val="accent2"/>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5" name="Rectangle 32">
            <a:extLst>
              <a:ext uri="{FF2B5EF4-FFF2-40B4-BE49-F238E27FC236}">
                <a16:creationId xmlns:a16="http://schemas.microsoft.com/office/drawing/2014/main" id="{FD0840A3-FF5F-4E9F-AAB6-948A5E4EC0B0}"/>
              </a:ext>
            </a:extLst>
          </p:cNvPr>
          <p:cNvSpPr>
            <a:spLocks noChangeArrowheads="1"/>
          </p:cNvSpPr>
          <p:nvPr/>
        </p:nvSpPr>
        <p:spPr bwMode="auto">
          <a:xfrm>
            <a:off x="35411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6" name="Rectangle 33">
            <a:extLst>
              <a:ext uri="{FF2B5EF4-FFF2-40B4-BE49-F238E27FC236}">
                <a16:creationId xmlns:a16="http://schemas.microsoft.com/office/drawing/2014/main" id="{F50A1B14-0F67-4FC2-88F7-3BE9E0EB2DEB}"/>
              </a:ext>
            </a:extLst>
          </p:cNvPr>
          <p:cNvSpPr>
            <a:spLocks noChangeArrowheads="1"/>
          </p:cNvSpPr>
          <p:nvPr/>
        </p:nvSpPr>
        <p:spPr bwMode="auto">
          <a:xfrm>
            <a:off x="80954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0" name="Rectangle 47">
            <a:extLst>
              <a:ext uri="{FF2B5EF4-FFF2-40B4-BE49-F238E27FC236}">
                <a16:creationId xmlns:a16="http://schemas.microsoft.com/office/drawing/2014/main" id="{C379EE06-9745-42DA-BBC1-A082CA50FB21}"/>
              </a:ext>
            </a:extLst>
          </p:cNvPr>
          <p:cNvSpPr>
            <a:spLocks noChangeArrowheads="1"/>
          </p:cNvSpPr>
          <p:nvPr/>
        </p:nvSpPr>
        <p:spPr bwMode="auto">
          <a:xfrm>
            <a:off x="7177414"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1" name="Rectangle 48">
            <a:extLst>
              <a:ext uri="{FF2B5EF4-FFF2-40B4-BE49-F238E27FC236}">
                <a16:creationId xmlns:a16="http://schemas.microsoft.com/office/drawing/2014/main" id="{06184212-6301-4320-A25C-8350DB2579F9}"/>
              </a:ext>
            </a:extLst>
          </p:cNvPr>
          <p:cNvSpPr>
            <a:spLocks noChangeArrowheads="1"/>
          </p:cNvSpPr>
          <p:nvPr/>
        </p:nvSpPr>
        <p:spPr bwMode="auto">
          <a:xfrm>
            <a:off x="7631676"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2" name="Rectangle 49">
            <a:extLst>
              <a:ext uri="{FF2B5EF4-FFF2-40B4-BE49-F238E27FC236}">
                <a16:creationId xmlns:a16="http://schemas.microsoft.com/office/drawing/2014/main" id="{D81215A9-8DA9-436E-BFD3-672FD476BE6C}"/>
              </a:ext>
            </a:extLst>
          </p:cNvPr>
          <p:cNvSpPr>
            <a:spLocks noChangeArrowheads="1"/>
          </p:cNvSpPr>
          <p:nvPr/>
        </p:nvSpPr>
        <p:spPr bwMode="auto">
          <a:xfrm>
            <a:off x="8087109"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3" name="Rectangle 50">
            <a:extLst>
              <a:ext uri="{FF2B5EF4-FFF2-40B4-BE49-F238E27FC236}">
                <a16:creationId xmlns:a16="http://schemas.microsoft.com/office/drawing/2014/main" id="{7F4705F9-3317-4397-B01E-644775B19C65}"/>
              </a:ext>
            </a:extLst>
          </p:cNvPr>
          <p:cNvSpPr>
            <a:spLocks noChangeArrowheads="1"/>
          </p:cNvSpPr>
          <p:nvPr/>
        </p:nvSpPr>
        <p:spPr bwMode="auto">
          <a:xfrm>
            <a:off x="8541372"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4" name="Rectangle 51">
            <a:extLst>
              <a:ext uri="{FF2B5EF4-FFF2-40B4-BE49-F238E27FC236}">
                <a16:creationId xmlns:a16="http://schemas.microsoft.com/office/drawing/2014/main" id="{2857C00E-FADC-42AA-AA16-38A83D5AF738}"/>
              </a:ext>
            </a:extLst>
          </p:cNvPr>
          <p:cNvSpPr>
            <a:spLocks noChangeArrowheads="1"/>
          </p:cNvSpPr>
          <p:nvPr/>
        </p:nvSpPr>
        <p:spPr bwMode="auto">
          <a:xfrm>
            <a:off x="8996805"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5" name="Rectangle 52">
            <a:extLst>
              <a:ext uri="{FF2B5EF4-FFF2-40B4-BE49-F238E27FC236}">
                <a16:creationId xmlns:a16="http://schemas.microsoft.com/office/drawing/2014/main" id="{74EAC93D-EF3C-4092-B15E-15494A23FEB0}"/>
              </a:ext>
            </a:extLst>
          </p:cNvPr>
          <p:cNvSpPr>
            <a:spLocks noChangeArrowheads="1"/>
          </p:cNvSpPr>
          <p:nvPr/>
        </p:nvSpPr>
        <p:spPr bwMode="auto">
          <a:xfrm>
            <a:off x="9451068"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6" name="Rectangle 53">
            <a:extLst>
              <a:ext uri="{FF2B5EF4-FFF2-40B4-BE49-F238E27FC236}">
                <a16:creationId xmlns:a16="http://schemas.microsoft.com/office/drawing/2014/main" id="{5D3EEE91-37CE-4F2F-905E-D7AFCC6E4567}"/>
              </a:ext>
            </a:extLst>
          </p:cNvPr>
          <p:cNvSpPr>
            <a:spLocks noChangeArrowheads="1"/>
          </p:cNvSpPr>
          <p:nvPr/>
        </p:nvSpPr>
        <p:spPr bwMode="auto">
          <a:xfrm>
            <a:off x="9906501"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7" name="Rectangle 54">
            <a:extLst>
              <a:ext uri="{FF2B5EF4-FFF2-40B4-BE49-F238E27FC236}">
                <a16:creationId xmlns:a16="http://schemas.microsoft.com/office/drawing/2014/main" id="{368F77C6-C453-499B-8B47-39BE1A310EAA}"/>
              </a:ext>
            </a:extLst>
          </p:cNvPr>
          <p:cNvSpPr>
            <a:spLocks noChangeArrowheads="1"/>
          </p:cNvSpPr>
          <p:nvPr/>
        </p:nvSpPr>
        <p:spPr bwMode="auto">
          <a:xfrm>
            <a:off x="10360763"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8" name="Rectangle 55">
            <a:extLst>
              <a:ext uri="{FF2B5EF4-FFF2-40B4-BE49-F238E27FC236}">
                <a16:creationId xmlns:a16="http://schemas.microsoft.com/office/drawing/2014/main" id="{4EB7C421-E508-4232-A011-40643DB79DC5}"/>
              </a:ext>
            </a:extLst>
          </p:cNvPr>
          <p:cNvSpPr>
            <a:spLocks noChangeArrowheads="1"/>
          </p:cNvSpPr>
          <p:nvPr/>
        </p:nvSpPr>
        <p:spPr bwMode="auto">
          <a:xfrm>
            <a:off x="10816197"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79" name="Rectangle 56">
            <a:extLst>
              <a:ext uri="{FF2B5EF4-FFF2-40B4-BE49-F238E27FC236}">
                <a16:creationId xmlns:a16="http://schemas.microsoft.com/office/drawing/2014/main" id="{B7A7C2F9-930E-4B50-9AA3-47FE15F43A0D}"/>
              </a:ext>
            </a:extLst>
          </p:cNvPr>
          <p:cNvSpPr>
            <a:spLocks noChangeArrowheads="1"/>
          </p:cNvSpPr>
          <p:nvPr/>
        </p:nvSpPr>
        <p:spPr bwMode="auto">
          <a:xfrm>
            <a:off x="11270460" y="3871219"/>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80" name="Rectangle 57">
            <a:extLst>
              <a:ext uri="{FF2B5EF4-FFF2-40B4-BE49-F238E27FC236}">
                <a16:creationId xmlns:a16="http://schemas.microsoft.com/office/drawing/2014/main" id="{4ADCC0C0-6310-4ED1-A69B-CF3133EB5565}"/>
              </a:ext>
            </a:extLst>
          </p:cNvPr>
          <p:cNvSpPr>
            <a:spLocks noChangeArrowheads="1"/>
          </p:cNvSpPr>
          <p:nvPr/>
        </p:nvSpPr>
        <p:spPr bwMode="auto">
          <a:xfrm>
            <a:off x="11725892" y="3871219"/>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9" name="Rectangle 59">
            <a:extLst>
              <a:ext uri="{FF2B5EF4-FFF2-40B4-BE49-F238E27FC236}">
                <a16:creationId xmlns:a16="http://schemas.microsoft.com/office/drawing/2014/main" id="{EFCB7559-FD17-472B-B7A1-3FFC63C8BCC3}"/>
              </a:ext>
            </a:extLst>
          </p:cNvPr>
          <p:cNvSpPr>
            <a:spLocks noChangeArrowheads="1"/>
          </p:cNvSpPr>
          <p:nvPr/>
        </p:nvSpPr>
        <p:spPr bwMode="auto">
          <a:xfrm>
            <a:off x="35411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30" name="Rectangle 60">
            <a:extLst>
              <a:ext uri="{FF2B5EF4-FFF2-40B4-BE49-F238E27FC236}">
                <a16:creationId xmlns:a16="http://schemas.microsoft.com/office/drawing/2014/main" id="{2DA5B014-05A6-4DC4-A1AF-6B4B382336CC}"/>
              </a:ext>
            </a:extLst>
          </p:cNvPr>
          <p:cNvSpPr>
            <a:spLocks noChangeArrowheads="1"/>
          </p:cNvSpPr>
          <p:nvPr/>
        </p:nvSpPr>
        <p:spPr bwMode="auto">
          <a:xfrm>
            <a:off x="809542"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4" name="Rectangle 74">
            <a:extLst>
              <a:ext uri="{FF2B5EF4-FFF2-40B4-BE49-F238E27FC236}">
                <a16:creationId xmlns:a16="http://schemas.microsoft.com/office/drawing/2014/main" id="{8E63D1D1-CF92-468A-B012-24216CA08E04}"/>
              </a:ext>
            </a:extLst>
          </p:cNvPr>
          <p:cNvSpPr>
            <a:spLocks noChangeArrowheads="1"/>
          </p:cNvSpPr>
          <p:nvPr/>
        </p:nvSpPr>
        <p:spPr bwMode="auto">
          <a:xfrm>
            <a:off x="7177414"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5" name="Rectangle 75">
            <a:extLst>
              <a:ext uri="{FF2B5EF4-FFF2-40B4-BE49-F238E27FC236}">
                <a16:creationId xmlns:a16="http://schemas.microsoft.com/office/drawing/2014/main" id="{8FC2CD59-128D-4D06-937E-4505D57D1983}"/>
              </a:ext>
            </a:extLst>
          </p:cNvPr>
          <p:cNvSpPr>
            <a:spLocks noChangeArrowheads="1"/>
          </p:cNvSpPr>
          <p:nvPr/>
        </p:nvSpPr>
        <p:spPr bwMode="auto">
          <a:xfrm>
            <a:off x="7631676"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6" name="Rectangle 76">
            <a:extLst>
              <a:ext uri="{FF2B5EF4-FFF2-40B4-BE49-F238E27FC236}">
                <a16:creationId xmlns:a16="http://schemas.microsoft.com/office/drawing/2014/main" id="{B9A7B9E1-4CEE-41C8-A799-EE4B9AFCD04E}"/>
              </a:ext>
            </a:extLst>
          </p:cNvPr>
          <p:cNvSpPr>
            <a:spLocks noChangeArrowheads="1"/>
          </p:cNvSpPr>
          <p:nvPr/>
        </p:nvSpPr>
        <p:spPr bwMode="auto">
          <a:xfrm>
            <a:off x="8087109"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7" name="Rectangle 77">
            <a:extLst>
              <a:ext uri="{FF2B5EF4-FFF2-40B4-BE49-F238E27FC236}">
                <a16:creationId xmlns:a16="http://schemas.microsoft.com/office/drawing/2014/main" id="{3C824F84-B682-4EA2-AFC1-D56DF71A0CD9}"/>
              </a:ext>
            </a:extLst>
          </p:cNvPr>
          <p:cNvSpPr>
            <a:spLocks noChangeArrowheads="1"/>
          </p:cNvSpPr>
          <p:nvPr/>
        </p:nvSpPr>
        <p:spPr bwMode="auto">
          <a:xfrm>
            <a:off x="8541372"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8" name="Rectangle 78">
            <a:extLst>
              <a:ext uri="{FF2B5EF4-FFF2-40B4-BE49-F238E27FC236}">
                <a16:creationId xmlns:a16="http://schemas.microsoft.com/office/drawing/2014/main" id="{154DDE76-05F9-405C-86DB-477B87DBB847}"/>
              </a:ext>
            </a:extLst>
          </p:cNvPr>
          <p:cNvSpPr>
            <a:spLocks noChangeArrowheads="1"/>
          </p:cNvSpPr>
          <p:nvPr/>
        </p:nvSpPr>
        <p:spPr bwMode="auto">
          <a:xfrm>
            <a:off x="8996805"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49" name="Rectangle 79">
            <a:extLst>
              <a:ext uri="{FF2B5EF4-FFF2-40B4-BE49-F238E27FC236}">
                <a16:creationId xmlns:a16="http://schemas.microsoft.com/office/drawing/2014/main" id="{28217A81-8951-475F-9F90-88B99F13D6E5}"/>
              </a:ext>
            </a:extLst>
          </p:cNvPr>
          <p:cNvSpPr>
            <a:spLocks noChangeArrowheads="1"/>
          </p:cNvSpPr>
          <p:nvPr/>
        </p:nvSpPr>
        <p:spPr bwMode="auto">
          <a:xfrm>
            <a:off x="9451068"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0" name="Rectangle 80">
            <a:extLst>
              <a:ext uri="{FF2B5EF4-FFF2-40B4-BE49-F238E27FC236}">
                <a16:creationId xmlns:a16="http://schemas.microsoft.com/office/drawing/2014/main" id="{DD226742-8914-401E-8D78-93F56B2E4813}"/>
              </a:ext>
            </a:extLst>
          </p:cNvPr>
          <p:cNvSpPr>
            <a:spLocks noChangeArrowheads="1"/>
          </p:cNvSpPr>
          <p:nvPr/>
        </p:nvSpPr>
        <p:spPr bwMode="auto">
          <a:xfrm>
            <a:off x="9906501"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1" name="Rectangle 81">
            <a:extLst>
              <a:ext uri="{FF2B5EF4-FFF2-40B4-BE49-F238E27FC236}">
                <a16:creationId xmlns:a16="http://schemas.microsoft.com/office/drawing/2014/main" id="{B0E1AE86-33D6-4D1D-BC23-EA8A4AF1CFD2}"/>
              </a:ext>
            </a:extLst>
          </p:cNvPr>
          <p:cNvSpPr>
            <a:spLocks noChangeArrowheads="1"/>
          </p:cNvSpPr>
          <p:nvPr/>
        </p:nvSpPr>
        <p:spPr bwMode="auto">
          <a:xfrm>
            <a:off x="10360763"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2" name="Rectangle 82">
            <a:extLst>
              <a:ext uri="{FF2B5EF4-FFF2-40B4-BE49-F238E27FC236}">
                <a16:creationId xmlns:a16="http://schemas.microsoft.com/office/drawing/2014/main" id="{CCA69695-3790-4A9F-9CC1-5EBCB1C96DF5}"/>
              </a:ext>
            </a:extLst>
          </p:cNvPr>
          <p:cNvSpPr>
            <a:spLocks noChangeArrowheads="1"/>
          </p:cNvSpPr>
          <p:nvPr/>
        </p:nvSpPr>
        <p:spPr bwMode="auto">
          <a:xfrm>
            <a:off x="10816197" y="4376763"/>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3" name="Rectangle 83">
            <a:extLst>
              <a:ext uri="{FF2B5EF4-FFF2-40B4-BE49-F238E27FC236}">
                <a16:creationId xmlns:a16="http://schemas.microsoft.com/office/drawing/2014/main" id="{E75DD56F-C446-4037-8A60-A6C1A44E8CF2}"/>
              </a:ext>
            </a:extLst>
          </p:cNvPr>
          <p:cNvSpPr>
            <a:spLocks noChangeArrowheads="1"/>
          </p:cNvSpPr>
          <p:nvPr/>
        </p:nvSpPr>
        <p:spPr bwMode="auto">
          <a:xfrm>
            <a:off x="11270460" y="4376763"/>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54" name="Rectangle 84">
            <a:extLst>
              <a:ext uri="{FF2B5EF4-FFF2-40B4-BE49-F238E27FC236}">
                <a16:creationId xmlns:a16="http://schemas.microsoft.com/office/drawing/2014/main" id="{3658AAE9-4C55-47F2-9C83-497627EC28DA}"/>
              </a:ext>
            </a:extLst>
          </p:cNvPr>
          <p:cNvSpPr>
            <a:spLocks noChangeArrowheads="1"/>
          </p:cNvSpPr>
          <p:nvPr/>
        </p:nvSpPr>
        <p:spPr bwMode="auto">
          <a:xfrm>
            <a:off x="11725892" y="4376763"/>
            <a:ext cx="108822" cy="109990"/>
          </a:xfrm>
          <a:prstGeom prst="rect">
            <a:avLst/>
          </a:prstGeom>
          <a:solidFill>
            <a:schemeClr val="accent3"/>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3" name="Rectangle 5">
            <a:extLst>
              <a:ext uri="{FF2B5EF4-FFF2-40B4-BE49-F238E27FC236}">
                <a16:creationId xmlns:a16="http://schemas.microsoft.com/office/drawing/2014/main" id="{5B16BA60-1923-4CB8-AC58-3FA97E97824E}"/>
              </a:ext>
            </a:extLst>
          </p:cNvPr>
          <p:cNvSpPr>
            <a:spLocks noChangeArrowheads="1"/>
          </p:cNvSpPr>
          <p:nvPr/>
        </p:nvSpPr>
        <p:spPr bwMode="auto">
          <a:xfrm>
            <a:off x="35411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4" name="Rectangle 6">
            <a:extLst>
              <a:ext uri="{FF2B5EF4-FFF2-40B4-BE49-F238E27FC236}">
                <a16:creationId xmlns:a16="http://schemas.microsoft.com/office/drawing/2014/main" id="{5472B612-6D9A-49B7-A1A5-EF7EBDCE08E2}"/>
              </a:ext>
            </a:extLst>
          </p:cNvPr>
          <p:cNvSpPr>
            <a:spLocks noChangeArrowheads="1"/>
          </p:cNvSpPr>
          <p:nvPr/>
        </p:nvSpPr>
        <p:spPr bwMode="auto">
          <a:xfrm>
            <a:off x="80954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8" name="Rectangle 20">
            <a:extLst>
              <a:ext uri="{FF2B5EF4-FFF2-40B4-BE49-F238E27FC236}">
                <a16:creationId xmlns:a16="http://schemas.microsoft.com/office/drawing/2014/main" id="{3C593FAE-CE47-48A5-AC85-6174EAC0A21E}"/>
              </a:ext>
            </a:extLst>
          </p:cNvPr>
          <p:cNvSpPr>
            <a:spLocks noChangeArrowheads="1"/>
          </p:cNvSpPr>
          <p:nvPr/>
        </p:nvSpPr>
        <p:spPr bwMode="auto">
          <a:xfrm>
            <a:off x="7177414"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19" name="Rectangle 21">
            <a:extLst>
              <a:ext uri="{FF2B5EF4-FFF2-40B4-BE49-F238E27FC236}">
                <a16:creationId xmlns:a16="http://schemas.microsoft.com/office/drawing/2014/main" id="{E2228A57-948E-4482-9E06-D9E725176DF9}"/>
              </a:ext>
            </a:extLst>
          </p:cNvPr>
          <p:cNvSpPr>
            <a:spLocks noChangeArrowheads="1"/>
          </p:cNvSpPr>
          <p:nvPr/>
        </p:nvSpPr>
        <p:spPr bwMode="auto">
          <a:xfrm>
            <a:off x="7631676"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0" name="Rectangle 22">
            <a:extLst>
              <a:ext uri="{FF2B5EF4-FFF2-40B4-BE49-F238E27FC236}">
                <a16:creationId xmlns:a16="http://schemas.microsoft.com/office/drawing/2014/main" id="{1EF13CFA-22CA-4C10-BE90-D5CC115A891A}"/>
              </a:ext>
            </a:extLst>
          </p:cNvPr>
          <p:cNvSpPr>
            <a:spLocks noChangeArrowheads="1"/>
          </p:cNvSpPr>
          <p:nvPr/>
        </p:nvSpPr>
        <p:spPr bwMode="auto">
          <a:xfrm>
            <a:off x="8087109"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1" name="Rectangle 23">
            <a:extLst>
              <a:ext uri="{FF2B5EF4-FFF2-40B4-BE49-F238E27FC236}">
                <a16:creationId xmlns:a16="http://schemas.microsoft.com/office/drawing/2014/main" id="{0E8E90A3-1641-4E9B-A194-D5F117F9AEF4}"/>
              </a:ext>
            </a:extLst>
          </p:cNvPr>
          <p:cNvSpPr>
            <a:spLocks noChangeArrowheads="1"/>
          </p:cNvSpPr>
          <p:nvPr/>
        </p:nvSpPr>
        <p:spPr bwMode="auto">
          <a:xfrm>
            <a:off x="8541372"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2" name="Rectangle 24">
            <a:extLst>
              <a:ext uri="{FF2B5EF4-FFF2-40B4-BE49-F238E27FC236}">
                <a16:creationId xmlns:a16="http://schemas.microsoft.com/office/drawing/2014/main" id="{A68EDFEF-E0D3-402A-9521-3DF38E4B8F5F}"/>
              </a:ext>
            </a:extLst>
          </p:cNvPr>
          <p:cNvSpPr>
            <a:spLocks noChangeArrowheads="1"/>
          </p:cNvSpPr>
          <p:nvPr/>
        </p:nvSpPr>
        <p:spPr bwMode="auto">
          <a:xfrm>
            <a:off x="8996805"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3" name="Rectangle 25">
            <a:extLst>
              <a:ext uri="{FF2B5EF4-FFF2-40B4-BE49-F238E27FC236}">
                <a16:creationId xmlns:a16="http://schemas.microsoft.com/office/drawing/2014/main" id="{CCF9D944-04E9-47A8-9177-AFC8A6780FC7}"/>
              </a:ext>
            </a:extLst>
          </p:cNvPr>
          <p:cNvSpPr>
            <a:spLocks noChangeArrowheads="1"/>
          </p:cNvSpPr>
          <p:nvPr/>
        </p:nvSpPr>
        <p:spPr bwMode="auto">
          <a:xfrm>
            <a:off x="9451068"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4" name="Rectangle 26">
            <a:extLst>
              <a:ext uri="{FF2B5EF4-FFF2-40B4-BE49-F238E27FC236}">
                <a16:creationId xmlns:a16="http://schemas.microsoft.com/office/drawing/2014/main" id="{ABDECE26-FC06-416E-A783-A77B3FFA3AF7}"/>
              </a:ext>
            </a:extLst>
          </p:cNvPr>
          <p:cNvSpPr>
            <a:spLocks noChangeArrowheads="1"/>
          </p:cNvSpPr>
          <p:nvPr/>
        </p:nvSpPr>
        <p:spPr bwMode="auto">
          <a:xfrm>
            <a:off x="9906501"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5" name="Rectangle 27">
            <a:extLst>
              <a:ext uri="{FF2B5EF4-FFF2-40B4-BE49-F238E27FC236}">
                <a16:creationId xmlns:a16="http://schemas.microsoft.com/office/drawing/2014/main" id="{1F81018F-D062-471E-8E4D-BF55555F50D6}"/>
              </a:ext>
            </a:extLst>
          </p:cNvPr>
          <p:cNvSpPr>
            <a:spLocks noChangeArrowheads="1"/>
          </p:cNvSpPr>
          <p:nvPr/>
        </p:nvSpPr>
        <p:spPr bwMode="auto">
          <a:xfrm>
            <a:off x="10360763"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6" name="Rectangle 28">
            <a:extLst>
              <a:ext uri="{FF2B5EF4-FFF2-40B4-BE49-F238E27FC236}">
                <a16:creationId xmlns:a16="http://schemas.microsoft.com/office/drawing/2014/main" id="{75BC1DFB-E2E0-44A2-8449-1511B5F4C286}"/>
              </a:ext>
            </a:extLst>
          </p:cNvPr>
          <p:cNvSpPr>
            <a:spLocks noChangeArrowheads="1"/>
          </p:cNvSpPr>
          <p:nvPr/>
        </p:nvSpPr>
        <p:spPr bwMode="auto">
          <a:xfrm>
            <a:off x="10816197"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7" name="Rectangle 29">
            <a:extLst>
              <a:ext uri="{FF2B5EF4-FFF2-40B4-BE49-F238E27FC236}">
                <a16:creationId xmlns:a16="http://schemas.microsoft.com/office/drawing/2014/main" id="{FE671700-5C5E-4E82-8FDC-49E44FF73998}"/>
              </a:ext>
            </a:extLst>
          </p:cNvPr>
          <p:cNvSpPr>
            <a:spLocks noChangeArrowheads="1"/>
          </p:cNvSpPr>
          <p:nvPr/>
        </p:nvSpPr>
        <p:spPr bwMode="auto">
          <a:xfrm>
            <a:off x="11270460" y="4883475"/>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28" name="Rectangle 30">
            <a:extLst>
              <a:ext uri="{FF2B5EF4-FFF2-40B4-BE49-F238E27FC236}">
                <a16:creationId xmlns:a16="http://schemas.microsoft.com/office/drawing/2014/main" id="{367003AF-BC87-4F81-81EB-3D09A24C9934}"/>
              </a:ext>
            </a:extLst>
          </p:cNvPr>
          <p:cNvSpPr>
            <a:spLocks noChangeArrowheads="1"/>
          </p:cNvSpPr>
          <p:nvPr/>
        </p:nvSpPr>
        <p:spPr bwMode="auto">
          <a:xfrm>
            <a:off x="11725892" y="4883475"/>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7" name="Rectangle 32">
            <a:extLst>
              <a:ext uri="{FF2B5EF4-FFF2-40B4-BE49-F238E27FC236}">
                <a16:creationId xmlns:a16="http://schemas.microsoft.com/office/drawing/2014/main" id="{8E8A1AC8-CA63-4F37-A8CF-FF832D8BE474}"/>
              </a:ext>
            </a:extLst>
          </p:cNvPr>
          <p:cNvSpPr>
            <a:spLocks noChangeArrowheads="1"/>
          </p:cNvSpPr>
          <p:nvPr/>
        </p:nvSpPr>
        <p:spPr bwMode="auto">
          <a:xfrm>
            <a:off x="35411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78" name="Rectangle 33">
            <a:extLst>
              <a:ext uri="{FF2B5EF4-FFF2-40B4-BE49-F238E27FC236}">
                <a16:creationId xmlns:a16="http://schemas.microsoft.com/office/drawing/2014/main" id="{628E2734-FDDB-44A3-9AF2-03978429626B}"/>
              </a:ext>
            </a:extLst>
          </p:cNvPr>
          <p:cNvSpPr>
            <a:spLocks noChangeArrowheads="1"/>
          </p:cNvSpPr>
          <p:nvPr/>
        </p:nvSpPr>
        <p:spPr bwMode="auto">
          <a:xfrm>
            <a:off x="80954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2" name="Rectangle 47">
            <a:extLst>
              <a:ext uri="{FF2B5EF4-FFF2-40B4-BE49-F238E27FC236}">
                <a16:creationId xmlns:a16="http://schemas.microsoft.com/office/drawing/2014/main" id="{924E8ED7-0B54-488C-86FD-838BEC6C72BA}"/>
              </a:ext>
            </a:extLst>
          </p:cNvPr>
          <p:cNvSpPr>
            <a:spLocks noChangeArrowheads="1"/>
          </p:cNvSpPr>
          <p:nvPr/>
        </p:nvSpPr>
        <p:spPr bwMode="auto">
          <a:xfrm>
            <a:off x="7177414"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3" name="Rectangle 48">
            <a:extLst>
              <a:ext uri="{FF2B5EF4-FFF2-40B4-BE49-F238E27FC236}">
                <a16:creationId xmlns:a16="http://schemas.microsoft.com/office/drawing/2014/main" id="{5E731C89-5DF4-4419-9A67-52BAEC37335F}"/>
              </a:ext>
            </a:extLst>
          </p:cNvPr>
          <p:cNvSpPr>
            <a:spLocks noChangeArrowheads="1"/>
          </p:cNvSpPr>
          <p:nvPr/>
        </p:nvSpPr>
        <p:spPr bwMode="auto">
          <a:xfrm>
            <a:off x="7631676"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4" name="Rectangle 49">
            <a:extLst>
              <a:ext uri="{FF2B5EF4-FFF2-40B4-BE49-F238E27FC236}">
                <a16:creationId xmlns:a16="http://schemas.microsoft.com/office/drawing/2014/main" id="{D7B0E779-6D3D-4414-91BB-C1BBE6380DF5}"/>
              </a:ext>
            </a:extLst>
          </p:cNvPr>
          <p:cNvSpPr>
            <a:spLocks noChangeArrowheads="1"/>
          </p:cNvSpPr>
          <p:nvPr/>
        </p:nvSpPr>
        <p:spPr bwMode="auto">
          <a:xfrm>
            <a:off x="8087109"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5" name="Rectangle 50">
            <a:extLst>
              <a:ext uri="{FF2B5EF4-FFF2-40B4-BE49-F238E27FC236}">
                <a16:creationId xmlns:a16="http://schemas.microsoft.com/office/drawing/2014/main" id="{E846AB63-6AAB-4E86-B4BA-7853BD602178}"/>
              </a:ext>
            </a:extLst>
          </p:cNvPr>
          <p:cNvSpPr>
            <a:spLocks noChangeArrowheads="1"/>
          </p:cNvSpPr>
          <p:nvPr/>
        </p:nvSpPr>
        <p:spPr bwMode="auto">
          <a:xfrm>
            <a:off x="8541372"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6" name="Rectangle 51">
            <a:extLst>
              <a:ext uri="{FF2B5EF4-FFF2-40B4-BE49-F238E27FC236}">
                <a16:creationId xmlns:a16="http://schemas.microsoft.com/office/drawing/2014/main" id="{D05AC798-949B-4443-ADBB-917EF526FE1B}"/>
              </a:ext>
            </a:extLst>
          </p:cNvPr>
          <p:cNvSpPr>
            <a:spLocks noChangeArrowheads="1"/>
          </p:cNvSpPr>
          <p:nvPr/>
        </p:nvSpPr>
        <p:spPr bwMode="auto">
          <a:xfrm>
            <a:off x="8996805"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7" name="Rectangle 52">
            <a:extLst>
              <a:ext uri="{FF2B5EF4-FFF2-40B4-BE49-F238E27FC236}">
                <a16:creationId xmlns:a16="http://schemas.microsoft.com/office/drawing/2014/main" id="{8B3E2107-60AF-4064-A551-A333E6249CE7}"/>
              </a:ext>
            </a:extLst>
          </p:cNvPr>
          <p:cNvSpPr>
            <a:spLocks noChangeArrowheads="1"/>
          </p:cNvSpPr>
          <p:nvPr/>
        </p:nvSpPr>
        <p:spPr bwMode="auto">
          <a:xfrm>
            <a:off x="9451068"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8" name="Rectangle 53">
            <a:extLst>
              <a:ext uri="{FF2B5EF4-FFF2-40B4-BE49-F238E27FC236}">
                <a16:creationId xmlns:a16="http://schemas.microsoft.com/office/drawing/2014/main" id="{055FD3E8-A340-4393-92E1-4FD68288FDBC}"/>
              </a:ext>
            </a:extLst>
          </p:cNvPr>
          <p:cNvSpPr>
            <a:spLocks noChangeArrowheads="1"/>
          </p:cNvSpPr>
          <p:nvPr/>
        </p:nvSpPr>
        <p:spPr bwMode="auto">
          <a:xfrm>
            <a:off x="9906501"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99" name="Rectangle 54">
            <a:extLst>
              <a:ext uri="{FF2B5EF4-FFF2-40B4-BE49-F238E27FC236}">
                <a16:creationId xmlns:a16="http://schemas.microsoft.com/office/drawing/2014/main" id="{C18C5E0E-D82C-4F82-A0E3-6BE9AAF75E27}"/>
              </a:ext>
            </a:extLst>
          </p:cNvPr>
          <p:cNvSpPr>
            <a:spLocks noChangeArrowheads="1"/>
          </p:cNvSpPr>
          <p:nvPr/>
        </p:nvSpPr>
        <p:spPr bwMode="auto">
          <a:xfrm>
            <a:off x="10360763"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0" name="Rectangle 55">
            <a:extLst>
              <a:ext uri="{FF2B5EF4-FFF2-40B4-BE49-F238E27FC236}">
                <a16:creationId xmlns:a16="http://schemas.microsoft.com/office/drawing/2014/main" id="{677F5FC4-34F3-400A-9970-A7EA63DB4B53}"/>
              </a:ext>
            </a:extLst>
          </p:cNvPr>
          <p:cNvSpPr>
            <a:spLocks noChangeArrowheads="1"/>
          </p:cNvSpPr>
          <p:nvPr/>
        </p:nvSpPr>
        <p:spPr bwMode="auto">
          <a:xfrm>
            <a:off x="10816197"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1" name="Rectangle 56">
            <a:extLst>
              <a:ext uri="{FF2B5EF4-FFF2-40B4-BE49-F238E27FC236}">
                <a16:creationId xmlns:a16="http://schemas.microsoft.com/office/drawing/2014/main" id="{2A4794CF-928E-4F8E-A532-7800E5996BB3}"/>
              </a:ext>
            </a:extLst>
          </p:cNvPr>
          <p:cNvSpPr>
            <a:spLocks noChangeArrowheads="1"/>
          </p:cNvSpPr>
          <p:nvPr/>
        </p:nvSpPr>
        <p:spPr bwMode="auto">
          <a:xfrm>
            <a:off x="11270460" y="5390187"/>
            <a:ext cx="10999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102" name="Rectangle 57">
            <a:extLst>
              <a:ext uri="{FF2B5EF4-FFF2-40B4-BE49-F238E27FC236}">
                <a16:creationId xmlns:a16="http://schemas.microsoft.com/office/drawing/2014/main" id="{E4F63079-D99A-4ECA-AE8B-8E93D4295604}"/>
              </a:ext>
            </a:extLst>
          </p:cNvPr>
          <p:cNvSpPr>
            <a:spLocks noChangeArrowheads="1"/>
          </p:cNvSpPr>
          <p:nvPr/>
        </p:nvSpPr>
        <p:spPr bwMode="auto">
          <a:xfrm>
            <a:off x="11725892" y="5390187"/>
            <a:ext cx="108822" cy="108822"/>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nvGrpSpPr>
          <p:cNvPr id="7" name="Group 6">
            <a:extLst>
              <a:ext uri="{FF2B5EF4-FFF2-40B4-BE49-F238E27FC236}">
                <a16:creationId xmlns:a16="http://schemas.microsoft.com/office/drawing/2014/main" id="{27DA42D9-3528-406D-A6F9-46DF735F0B1B}"/>
              </a:ext>
            </a:extLst>
          </p:cNvPr>
          <p:cNvGrpSpPr/>
          <p:nvPr userDrawn="1"/>
        </p:nvGrpSpPr>
        <p:grpSpPr>
          <a:xfrm>
            <a:off x="354110" y="6402442"/>
            <a:ext cx="11480604" cy="109990"/>
            <a:chOff x="354110" y="6402442"/>
            <a:chExt cx="11480604" cy="109990"/>
          </a:xfrm>
        </p:grpSpPr>
        <p:sp>
          <p:nvSpPr>
            <p:cNvPr id="25" name="Rectangle 59">
              <a:extLst>
                <a:ext uri="{FF2B5EF4-FFF2-40B4-BE49-F238E27FC236}">
                  <a16:creationId xmlns:a16="http://schemas.microsoft.com/office/drawing/2014/main" id="{9006E5F9-87EA-4BFF-AC26-08D7B4E65589}"/>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6" name="Rectangle 60">
              <a:extLst>
                <a:ext uri="{FF2B5EF4-FFF2-40B4-BE49-F238E27FC236}">
                  <a16:creationId xmlns:a16="http://schemas.microsoft.com/office/drawing/2014/main" id="{40F26277-619B-41A3-9D5F-A02E6914E16A}"/>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7" name="Rectangle 61">
              <a:extLst>
                <a:ext uri="{FF2B5EF4-FFF2-40B4-BE49-F238E27FC236}">
                  <a16:creationId xmlns:a16="http://schemas.microsoft.com/office/drawing/2014/main" id="{23DB5C85-827B-49AF-BC96-24E7ABDAD9B3}"/>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8" name="Rectangle 62">
              <a:extLst>
                <a:ext uri="{FF2B5EF4-FFF2-40B4-BE49-F238E27FC236}">
                  <a16:creationId xmlns:a16="http://schemas.microsoft.com/office/drawing/2014/main" id="{847A0A99-2056-4E0E-8A5A-2CBCA33AFFD3}"/>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29" name="Rectangle 63">
              <a:extLst>
                <a:ext uri="{FF2B5EF4-FFF2-40B4-BE49-F238E27FC236}">
                  <a16:creationId xmlns:a16="http://schemas.microsoft.com/office/drawing/2014/main" id="{5474EE8D-D88A-47FF-9107-09082030E050}"/>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0" name="Rectangle 64">
              <a:extLst>
                <a:ext uri="{FF2B5EF4-FFF2-40B4-BE49-F238E27FC236}">
                  <a16:creationId xmlns:a16="http://schemas.microsoft.com/office/drawing/2014/main" id="{0EC4B1DB-FB22-4303-B2D7-5E60C557A837}"/>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1" name="Rectangle 65">
              <a:extLst>
                <a:ext uri="{FF2B5EF4-FFF2-40B4-BE49-F238E27FC236}">
                  <a16:creationId xmlns:a16="http://schemas.microsoft.com/office/drawing/2014/main" id="{B5127279-9249-47F2-8A42-1F7F68517E9D}"/>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2" name="Rectangle 66">
              <a:extLst>
                <a:ext uri="{FF2B5EF4-FFF2-40B4-BE49-F238E27FC236}">
                  <a16:creationId xmlns:a16="http://schemas.microsoft.com/office/drawing/2014/main" id="{4BE3E747-CD2D-4EA9-8A1C-AFC94F640398}"/>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3" name="Rectangle 67">
              <a:extLst>
                <a:ext uri="{FF2B5EF4-FFF2-40B4-BE49-F238E27FC236}">
                  <a16:creationId xmlns:a16="http://schemas.microsoft.com/office/drawing/2014/main" id="{844450CC-44D2-4CFB-9D82-BA80F0CA0E8F}"/>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4" name="Rectangle 68">
              <a:extLst>
                <a:ext uri="{FF2B5EF4-FFF2-40B4-BE49-F238E27FC236}">
                  <a16:creationId xmlns:a16="http://schemas.microsoft.com/office/drawing/2014/main" id="{56C9C6B8-074B-4807-A953-D5D69AEE2FA6}"/>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5" name="Rectangle 69">
              <a:extLst>
                <a:ext uri="{FF2B5EF4-FFF2-40B4-BE49-F238E27FC236}">
                  <a16:creationId xmlns:a16="http://schemas.microsoft.com/office/drawing/2014/main" id="{55A940DF-BE4B-4046-BF7D-7BBB8316FF8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6" name="Rectangle 70">
              <a:extLst>
                <a:ext uri="{FF2B5EF4-FFF2-40B4-BE49-F238E27FC236}">
                  <a16:creationId xmlns:a16="http://schemas.microsoft.com/office/drawing/2014/main" id="{79FECFE2-55AB-4195-B4F2-F1831B090139}"/>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7" name="Rectangle 71">
              <a:extLst>
                <a:ext uri="{FF2B5EF4-FFF2-40B4-BE49-F238E27FC236}">
                  <a16:creationId xmlns:a16="http://schemas.microsoft.com/office/drawing/2014/main" id="{F78BF45E-3F1B-4CCF-AB55-6AACA1D79688}"/>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8" name="Rectangle 72">
              <a:extLst>
                <a:ext uri="{FF2B5EF4-FFF2-40B4-BE49-F238E27FC236}">
                  <a16:creationId xmlns:a16="http://schemas.microsoft.com/office/drawing/2014/main" id="{CEAEA0D2-DAF5-42AD-824D-BF0A0786ACDB}"/>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39" name="Rectangle 73">
              <a:extLst>
                <a:ext uri="{FF2B5EF4-FFF2-40B4-BE49-F238E27FC236}">
                  <a16:creationId xmlns:a16="http://schemas.microsoft.com/office/drawing/2014/main" id="{2616B93B-15A3-4A25-B322-A4A334791D4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0" name="Rectangle 74">
              <a:extLst>
                <a:ext uri="{FF2B5EF4-FFF2-40B4-BE49-F238E27FC236}">
                  <a16:creationId xmlns:a16="http://schemas.microsoft.com/office/drawing/2014/main" id="{26C24972-CC21-4F79-908A-8F7EEF3C3BF9}"/>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1" name="Rectangle 75">
              <a:extLst>
                <a:ext uri="{FF2B5EF4-FFF2-40B4-BE49-F238E27FC236}">
                  <a16:creationId xmlns:a16="http://schemas.microsoft.com/office/drawing/2014/main" id="{FD7C3FD5-0F89-4B6D-AC87-8001A0810CFA}"/>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2" name="Rectangle 76">
              <a:extLst>
                <a:ext uri="{FF2B5EF4-FFF2-40B4-BE49-F238E27FC236}">
                  <a16:creationId xmlns:a16="http://schemas.microsoft.com/office/drawing/2014/main" id="{B03C108E-68F6-4221-BC40-C5E3C190447E}"/>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3" name="Rectangle 77">
              <a:extLst>
                <a:ext uri="{FF2B5EF4-FFF2-40B4-BE49-F238E27FC236}">
                  <a16:creationId xmlns:a16="http://schemas.microsoft.com/office/drawing/2014/main" id="{AEE8C851-520C-4A98-839F-17DEECB4C1ED}"/>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4" name="Rectangle 78">
              <a:extLst>
                <a:ext uri="{FF2B5EF4-FFF2-40B4-BE49-F238E27FC236}">
                  <a16:creationId xmlns:a16="http://schemas.microsoft.com/office/drawing/2014/main" id="{64CDD37E-8761-499B-B591-D1B68A0C6023}"/>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5" name="Rectangle 79">
              <a:extLst>
                <a:ext uri="{FF2B5EF4-FFF2-40B4-BE49-F238E27FC236}">
                  <a16:creationId xmlns:a16="http://schemas.microsoft.com/office/drawing/2014/main" id="{CF1D9CFA-A92A-4012-8DBE-A1AFE416C0D8}"/>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6" name="Rectangle 80">
              <a:extLst>
                <a:ext uri="{FF2B5EF4-FFF2-40B4-BE49-F238E27FC236}">
                  <a16:creationId xmlns:a16="http://schemas.microsoft.com/office/drawing/2014/main" id="{5B28FF0B-0B00-4C89-9B32-5FCEE8CF723B}"/>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7" name="Rectangle 81">
              <a:extLst>
                <a:ext uri="{FF2B5EF4-FFF2-40B4-BE49-F238E27FC236}">
                  <a16:creationId xmlns:a16="http://schemas.microsoft.com/office/drawing/2014/main" id="{3F39461F-D7C3-4741-A3BF-B2B81AC1BD42}"/>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8" name="Rectangle 82">
              <a:extLst>
                <a:ext uri="{FF2B5EF4-FFF2-40B4-BE49-F238E27FC236}">
                  <a16:creationId xmlns:a16="http://schemas.microsoft.com/office/drawing/2014/main" id="{B209DBFB-FB6A-41D4-B8FD-371C1627C2D7}"/>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49" name="Rectangle 83">
              <a:extLst>
                <a:ext uri="{FF2B5EF4-FFF2-40B4-BE49-F238E27FC236}">
                  <a16:creationId xmlns:a16="http://schemas.microsoft.com/office/drawing/2014/main" id="{9851ABD3-4B24-43E9-8246-B439DE289025}"/>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50" name="Rectangle 84">
              <a:extLst>
                <a:ext uri="{FF2B5EF4-FFF2-40B4-BE49-F238E27FC236}">
                  <a16:creationId xmlns:a16="http://schemas.microsoft.com/office/drawing/2014/main" id="{C66181AB-B727-41A6-A789-CF6AAB6890A6}"/>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
        <p:nvSpPr>
          <p:cNvPr id="2" name="Date Placeholder 1"/>
          <p:cNvSpPr>
            <a:spLocks noGrp="1"/>
          </p:cNvSpPr>
          <p:nvPr userDrawn="1">
            <p:ph type="dt" sz="half" idx="10"/>
          </p:nvPr>
        </p:nvSpPr>
        <p:spPr/>
        <p:txBody>
          <a:bodyPr/>
          <a:lstStyle/>
          <a:p>
            <a:fld id="{425404F2-BE9A-4460-8815-8F645183555F}" type="datetimeFigureOut">
              <a:rPr lang="en-US" smtClean="0"/>
              <a:pPr/>
              <a:t>2/22/2026</a:t>
            </a:fld>
            <a:endParaRPr lang="en-US"/>
          </a:p>
        </p:txBody>
      </p:sp>
      <p:sp>
        <p:nvSpPr>
          <p:cNvPr id="3" name="Footer Placeholder 2"/>
          <p:cNvSpPr>
            <a:spLocks noGrp="1"/>
          </p:cNvSpPr>
          <p:nvPr userDrawn="1">
            <p:ph type="ftr" sz="quarter" idx="11"/>
          </p:nvPr>
        </p:nvSpPr>
        <p:spPr/>
        <p:txBody>
          <a:bodyPr/>
          <a:lstStyle/>
          <a:p>
            <a:endParaRPr lang="en-US"/>
          </a:p>
        </p:txBody>
      </p:sp>
      <p:sp>
        <p:nvSpPr>
          <p:cNvPr id="4" name="Slide Number Placeholder 3"/>
          <p:cNvSpPr>
            <a:spLocks noGrp="1"/>
          </p:cNvSpPr>
          <p:nvPr userDrawn="1">
            <p:ph type="sldNum" sz="quarter" idx="12"/>
          </p:nvPr>
        </p:nvSpPr>
        <p:spPr/>
        <p:txBody>
          <a:bodyPr/>
          <a:lstStyle/>
          <a:p>
            <a:r>
              <a:rPr lang="en-US" dirty="0"/>
              <a:t>www.anubhavtrainings.com</a:t>
            </a:r>
          </a:p>
        </p:txBody>
      </p:sp>
      <p:grpSp>
        <p:nvGrpSpPr>
          <p:cNvPr id="618" name="Group 617">
            <a:extLst>
              <a:ext uri="{FF2B5EF4-FFF2-40B4-BE49-F238E27FC236}">
                <a16:creationId xmlns:a16="http://schemas.microsoft.com/office/drawing/2014/main" id="{B5B99429-15CB-4646-807F-6B01F4253B13}"/>
              </a:ext>
            </a:extLst>
          </p:cNvPr>
          <p:cNvGrpSpPr/>
          <p:nvPr userDrawn="1"/>
        </p:nvGrpSpPr>
        <p:grpSpPr>
          <a:xfrm>
            <a:off x="354110" y="5904602"/>
            <a:ext cx="11480604" cy="109990"/>
            <a:chOff x="354110" y="6402442"/>
            <a:chExt cx="11480604" cy="109990"/>
          </a:xfrm>
        </p:grpSpPr>
        <p:sp>
          <p:nvSpPr>
            <p:cNvPr id="619" name="Rectangle 59">
              <a:extLst>
                <a:ext uri="{FF2B5EF4-FFF2-40B4-BE49-F238E27FC236}">
                  <a16:creationId xmlns:a16="http://schemas.microsoft.com/office/drawing/2014/main" id="{624494D0-607C-4971-A357-ED99F45D7C21}"/>
                </a:ext>
              </a:extLst>
            </p:cNvPr>
            <p:cNvSpPr>
              <a:spLocks noChangeArrowheads="1"/>
            </p:cNvSpPr>
            <p:nvPr/>
          </p:nvSpPr>
          <p:spPr bwMode="auto">
            <a:xfrm>
              <a:off x="35411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0" name="Rectangle 60">
              <a:extLst>
                <a:ext uri="{FF2B5EF4-FFF2-40B4-BE49-F238E27FC236}">
                  <a16:creationId xmlns:a16="http://schemas.microsoft.com/office/drawing/2014/main" id="{22FD15BA-8E62-417D-8392-658E5E86C2FF}"/>
                </a:ext>
              </a:extLst>
            </p:cNvPr>
            <p:cNvSpPr>
              <a:spLocks noChangeArrowheads="1"/>
            </p:cNvSpPr>
            <p:nvPr/>
          </p:nvSpPr>
          <p:spPr bwMode="auto">
            <a:xfrm>
              <a:off x="80954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1" name="Rectangle 61">
              <a:extLst>
                <a:ext uri="{FF2B5EF4-FFF2-40B4-BE49-F238E27FC236}">
                  <a16:creationId xmlns:a16="http://schemas.microsoft.com/office/drawing/2014/main" id="{C665A07F-2AFB-49CF-8EE0-C81377FC2A54}"/>
                </a:ext>
              </a:extLst>
            </p:cNvPr>
            <p:cNvSpPr>
              <a:spLocks noChangeArrowheads="1"/>
            </p:cNvSpPr>
            <p:nvPr/>
          </p:nvSpPr>
          <p:spPr bwMode="auto">
            <a:xfrm>
              <a:off x="126380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2" name="Rectangle 62">
              <a:extLst>
                <a:ext uri="{FF2B5EF4-FFF2-40B4-BE49-F238E27FC236}">
                  <a16:creationId xmlns:a16="http://schemas.microsoft.com/office/drawing/2014/main" id="{74997C49-7ACC-4BCC-BC8D-58EBD77EE72A}"/>
                </a:ext>
              </a:extLst>
            </p:cNvPr>
            <p:cNvSpPr>
              <a:spLocks noChangeArrowheads="1"/>
            </p:cNvSpPr>
            <p:nvPr/>
          </p:nvSpPr>
          <p:spPr bwMode="auto">
            <a:xfrm>
              <a:off x="171923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3" name="Rectangle 63">
              <a:extLst>
                <a:ext uri="{FF2B5EF4-FFF2-40B4-BE49-F238E27FC236}">
                  <a16:creationId xmlns:a16="http://schemas.microsoft.com/office/drawing/2014/main" id="{E3CDD2FB-079B-43EA-89D5-5FD9D7644AC4}"/>
                </a:ext>
              </a:extLst>
            </p:cNvPr>
            <p:cNvSpPr>
              <a:spLocks noChangeArrowheads="1"/>
            </p:cNvSpPr>
            <p:nvPr/>
          </p:nvSpPr>
          <p:spPr bwMode="auto">
            <a:xfrm>
              <a:off x="217350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4" name="Rectangle 64">
              <a:extLst>
                <a:ext uri="{FF2B5EF4-FFF2-40B4-BE49-F238E27FC236}">
                  <a16:creationId xmlns:a16="http://schemas.microsoft.com/office/drawing/2014/main" id="{9C1479D9-3647-44C4-99E1-C660E2C8E306}"/>
                </a:ext>
              </a:extLst>
            </p:cNvPr>
            <p:cNvSpPr>
              <a:spLocks noChangeArrowheads="1"/>
            </p:cNvSpPr>
            <p:nvPr/>
          </p:nvSpPr>
          <p:spPr bwMode="auto">
            <a:xfrm>
              <a:off x="262893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5" name="Rectangle 65">
              <a:extLst>
                <a:ext uri="{FF2B5EF4-FFF2-40B4-BE49-F238E27FC236}">
                  <a16:creationId xmlns:a16="http://schemas.microsoft.com/office/drawing/2014/main" id="{AA8F3E10-CD9D-49C0-B0AE-24ABBF3BDC07}"/>
                </a:ext>
              </a:extLst>
            </p:cNvPr>
            <p:cNvSpPr>
              <a:spLocks noChangeArrowheads="1"/>
            </p:cNvSpPr>
            <p:nvPr/>
          </p:nvSpPr>
          <p:spPr bwMode="auto">
            <a:xfrm>
              <a:off x="3083197"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6" name="Rectangle 66">
              <a:extLst>
                <a:ext uri="{FF2B5EF4-FFF2-40B4-BE49-F238E27FC236}">
                  <a16:creationId xmlns:a16="http://schemas.microsoft.com/office/drawing/2014/main" id="{9C3B6F09-A4DD-4A26-B213-51E23205497E}"/>
                </a:ext>
              </a:extLst>
            </p:cNvPr>
            <p:cNvSpPr>
              <a:spLocks noChangeArrowheads="1"/>
            </p:cNvSpPr>
            <p:nvPr/>
          </p:nvSpPr>
          <p:spPr bwMode="auto">
            <a:xfrm>
              <a:off x="3538630"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7" name="Rectangle 67">
              <a:extLst>
                <a:ext uri="{FF2B5EF4-FFF2-40B4-BE49-F238E27FC236}">
                  <a16:creationId xmlns:a16="http://schemas.microsoft.com/office/drawing/2014/main" id="{2BA14941-5A2D-4CDB-9C2E-79C930D22256}"/>
                </a:ext>
              </a:extLst>
            </p:cNvPr>
            <p:cNvSpPr>
              <a:spLocks noChangeArrowheads="1"/>
            </p:cNvSpPr>
            <p:nvPr/>
          </p:nvSpPr>
          <p:spPr bwMode="auto">
            <a:xfrm>
              <a:off x="399289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8" name="Rectangle 68">
              <a:extLst>
                <a:ext uri="{FF2B5EF4-FFF2-40B4-BE49-F238E27FC236}">
                  <a16:creationId xmlns:a16="http://schemas.microsoft.com/office/drawing/2014/main" id="{6C5B2E84-85D6-4DD5-88FE-F8495F5E3CA2}"/>
                </a:ext>
              </a:extLst>
            </p:cNvPr>
            <p:cNvSpPr>
              <a:spLocks noChangeArrowheads="1"/>
            </p:cNvSpPr>
            <p:nvPr/>
          </p:nvSpPr>
          <p:spPr bwMode="auto">
            <a:xfrm>
              <a:off x="4448326"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29" name="Rectangle 69">
              <a:extLst>
                <a:ext uri="{FF2B5EF4-FFF2-40B4-BE49-F238E27FC236}">
                  <a16:creationId xmlns:a16="http://schemas.microsoft.com/office/drawing/2014/main" id="{1987B595-96EB-427F-8E00-533CBBEB5E66}"/>
                </a:ext>
              </a:extLst>
            </p:cNvPr>
            <p:cNvSpPr>
              <a:spLocks noChangeArrowheads="1"/>
            </p:cNvSpPr>
            <p:nvPr/>
          </p:nvSpPr>
          <p:spPr bwMode="auto">
            <a:xfrm>
              <a:off x="4902589"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0" name="Rectangle 70">
              <a:extLst>
                <a:ext uri="{FF2B5EF4-FFF2-40B4-BE49-F238E27FC236}">
                  <a16:creationId xmlns:a16="http://schemas.microsoft.com/office/drawing/2014/main" id="{99D33392-C824-498D-AF8A-7AF58A9F3321}"/>
                </a:ext>
              </a:extLst>
            </p:cNvPr>
            <p:cNvSpPr>
              <a:spLocks noChangeArrowheads="1"/>
            </p:cNvSpPr>
            <p:nvPr/>
          </p:nvSpPr>
          <p:spPr bwMode="auto">
            <a:xfrm>
              <a:off x="535802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1" name="Rectangle 71">
              <a:extLst>
                <a:ext uri="{FF2B5EF4-FFF2-40B4-BE49-F238E27FC236}">
                  <a16:creationId xmlns:a16="http://schemas.microsoft.com/office/drawing/2014/main" id="{6D1CAD59-FE6E-48A2-AE71-1BB80553F20C}"/>
                </a:ext>
              </a:extLst>
            </p:cNvPr>
            <p:cNvSpPr>
              <a:spLocks noChangeArrowheads="1"/>
            </p:cNvSpPr>
            <p:nvPr/>
          </p:nvSpPr>
          <p:spPr bwMode="auto">
            <a:xfrm>
              <a:off x="5812285"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2" name="Rectangle 72">
              <a:extLst>
                <a:ext uri="{FF2B5EF4-FFF2-40B4-BE49-F238E27FC236}">
                  <a16:creationId xmlns:a16="http://schemas.microsoft.com/office/drawing/2014/main" id="{BD936CE6-00F6-4CAF-A200-A693710C89B3}"/>
                </a:ext>
              </a:extLst>
            </p:cNvPr>
            <p:cNvSpPr>
              <a:spLocks noChangeArrowheads="1"/>
            </p:cNvSpPr>
            <p:nvPr/>
          </p:nvSpPr>
          <p:spPr bwMode="auto">
            <a:xfrm>
              <a:off x="626771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3" name="Rectangle 73">
              <a:extLst>
                <a:ext uri="{FF2B5EF4-FFF2-40B4-BE49-F238E27FC236}">
                  <a16:creationId xmlns:a16="http://schemas.microsoft.com/office/drawing/2014/main" id="{10329E52-6B3F-4897-BFBC-A6C4F2D26958}"/>
                </a:ext>
              </a:extLst>
            </p:cNvPr>
            <p:cNvSpPr>
              <a:spLocks noChangeArrowheads="1"/>
            </p:cNvSpPr>
            <p:nvPr/>
          </p:nvSpPr>
          <p:spPr bwMode="auto">
            <a:xfrm>
              <a:off x="672198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4" name="Rectangle 74">
              <a:extLst>
                <a:ext uri="{FF2B5EF4-FFF2-40B4-BE49-F238E27FC236}">
                  <a16:creationId xmlns:a16="http://schemas.microsoft.com/office/drawing/2014/main" id="{B9A5FD8E-2005-457D-B36F-5BD162CB6407}"/>
                </a:ext>
              </a:extLst>
            </p:cNvPr>
            <p:cNvSpPr>
              <a:spLocks noChangeArrowheads="1"/>
            </p:cNvSpPr>
            <p:nvPr/>
          </p:nvSpPr>
          <p:spPr bwMode="auto">
            <a:xfrm>
              <a:off x="7177414"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5" name="Rectangle 75">
              <a:extLst>
                <a:ext uri="{FF2B5EF4-FFF2-40B4-BE49-F238E27FC236}">
                  <a16:creationId xmlns:a16="http://schemas.microsoft.com/office/drawing/2014/main" id="{2C1FBF6B-A7C3-4F83-AD53-33D9E848D4A4}"/>
                </a:ext>
              </a:extLst>
            </p:cNvPr>
            <p:cNvSpPr>
              <a:spLocks noChangeArrowheads="1"/>
            </p:cNvSpPr>
            <p:nvPr/>
          </p:nvSpPr>
          <p:spPr bwMode="auto">
            <a:xfrm>
              <a:off x="7631676"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6" name="Rectangle 76">
              <a:extLst>
                <a:ext uri="{FF2B5EF4-FFF2-40B4-BE49-F238E27FC236}">
                  <a16:creationId xmlns:a16="http://schemas.microsoft.com/office/drawing/2014/main" id="{964A4B57-1B27-4010-9A9F-F2BCD2530127}"/>
                </a:ext>
              </a:extLst>
            </p:cNvPr>
            <p:cNvSpPr>
              <a:spLocks noChangeArrowheads="1"/>
            </p:cNvSpPr>
            <p:nvPr/>
          </p:nvSpPr>
          <p:spPr bwMode="auto">
            <a:xfrm>
              <a:off x="8087109"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7" name="Rectangle 77">
              <a:extLst>
                <a:ext uri="{FF2B5EF4-FFF2-40B4-BE49-F238E27FC236}">
                  <a16:creationId xmlns:a16="http://schemas.microsoft.com/office/drawing/2014/main" id="{D961087D-A1D8-48DD-8BD9-550D63557439}"/>
                </a:ext>
              </a:extLst>
            </p:cNvPr>
            <p:cNvSpPr>
              <a:spLocks noChangeArrowheads="1"/>
            </p:cNvSpPr>
            <p:nvPr/>
          </p:nvSpPr>
          <p:spPr bwMode="auto">
            <a:xfrm>
              <a:off x="8541372"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8" name="Rectangle 78">
              <a:extLst>
                <a:ext uri="{FF2B5EF4-FFF2-40B4-BE49-F238E27FC236}">
                  <a16:creationId xmlns:a16="http://schemas.microsoft.com/office/drawing/2014/main" id="{64FADA1C-663B-4FF6-8D80-B311B8ABCD02}"/>
                </a:ext>
              </a:extLst>
            </p:cNvPr>
            <p:cNvSpPr>
              <a:spLocks noChangeArrowheads="1"/>
            </p:cNvSpPr>
            <p:nvPr/>
          </p:nvSpPr>
          <p:spPr bwMode="auto">
            <a:xfrm>
              <a:off x="8996805"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39" name="Rectangle 79">
              <a:extLst>
                <a:ext uri="{FF2B5EF4-FFF2-40B4-BE49-F238E27FC236}">
                  <a16:creationId xmlns:a16="http://schemas.microsoft.com/office/drawing/2014/main" id="{E96330D1-4BBF-4D0A-B45F-77999C5C74D6}"/>
                </a:ext>
              </a:extLst>
            </p:cNvPr>
            <p:cNvSpPr>
              <a:spLocks noChangeArrowheads="1"/>
            </p:cNvSpPr>
            <p:nvPr/>
          </p:nvSpPr>
          <p:spPr bwMode="auto">
            <a:xfrm>
              <a:off x="9451068"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0" name="Rectangle 80">
              <a:extLst>
                <a:ext uri="{FF2B5EF4-FFF2-40B4-BE49-F238E27FC236}">
                  <a16:creationId xmlns:a16="http://schemas.microsoft.com/office/drawing/2014/main" id="{78AFE672-0739-4A26-8B51-D71BAD6A4326}"/>
                </a:ext>
              </a:extLst>
            </p:cNvPr>
            <p:cNvSpPr>
              <a:spLocks noChangeArrowheads="1"/>
            </p:cNvSpPr>
            <p:nvPr/>
          </p:nvSpPr>
          <p:spPr bwMode="auto">
            <a:xfrm>
              <a:off x="9906501"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1" name="Rectangle 81">
              <a:extLst>
                <a:ext uri="{FF2B5EF4-FFF2-40B4-BE49-F238E27FC236}">
                  <a16:creationId xmlns:a16="http://schemas.microsoft.com/office/drawing/2014/main" id="{AA3E4254-137D-4797-BF52-FAB6866F0F05}"/>
                </a:ext>
              </a:extLst>
            </p:cNvPr>
            <p:cNvSpPr>
              <a:spLocks noChangeArrowheads="1"/>
            </p:cNvSpPr>
            <p:nvPr/>
          </p:nvSpPr>
          <p:spPr bwMode="auto">
            <a:xfrm>
              <a:off x="10360763"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2" name="Rectangle 82">
              <a:extLst>
                <a:ext uri="{FF2B5EF4-FFF2-40B4-BE49-F238E27FC236}">
                  <a16:creationId xmlns:a16="http://schemas.microsoft.com/office/drawing/2014/main" id="{81844ED9-0C33-41B9-8D6C-0C959F9E0F48}"/>
                </a:ext>
              </a:extLst>
            </p:cNvPr>
            <p:cNvSpPr>
              <a:spLocks noChangeArrowheads="1"/>
            </p:cNvSpPr>
            <p:nvPr/>
          </p:nvSpPr>
          <p:spPr bwMode="auto">
            <a:xfrm>
              <a:off x="10816197"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3" name="Rectangle 83">
              <a:extLst>
                <a:ext uri="{FF2B5EF4-FFF2-40B4-BE49-F238E27FC236}">
                  <a16:creationId xmlns:a16="http://schemas.microsoft.com/office/drawing/2014/main" id="{69541354-1FEF-4A05-8852-E0866C02411F}"/>
                </a:ext>
              </a:extLst>
            </p:cNvPr>
            <p:cNvSpPr>
              <a:spLocks noChangeArrowheads="1"/>
            </p:cNvSpPr>
            <p:nvPr/>
          </p:nvSpPr>
          <p:spPr bwMode="auto">
            <a:xfrm>
              <a:off x="11270460" y="6402442"/>
              <a:ext cx="10999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sp>
          <p:nvSpPr>
            <p:cNvPr id="644" name="Rectangle 84">
              <a:extLst>
                <a:ext uri="{FF2B5EF4-FFF2-40B4-BE49-F238E27FC236}">
                  <a16:creationId xmlns:a16="http://schemas.microsoft.com/office/drawing/2014/main" id="{22323587-A6E2-4D2C-9D71-B6D0B4DAF0A2}"/>
                </a:ext>
              </a:extLst>
            </p:cNvPr>
            <p:cNvSpPr>
              <a:spLocks noChangeArrowheads="1"/>
            </p:cNvSpPr>
            <p:nvPr/>
          </p:nvSpPr>
          <p:spPr bwMode="auto">
            <a:xfrm>
              <a:off x="11725892" y="6402442"/>
              <a:ext cx="108822" cy="109990"/>
            </a:xfrm>
            <a:prstGeom prst="rect">
              <a:avLst/>
            </a:prstGeom>
            <a:solidFill>
              <a:schemeClr val="accent1">
                <a:lumMod val="90000"/>
                <a:lumOff val="10000"/>
                <a:alpha val="20000"/>
              </a:schemeClr>
            </a:solidFill>
            <a:ln w="9525">
              <a:noFill/>
              <a:miter lim="800000"/>
              <a:headEnd/>
              <a:tailEnd/>
            </a:ln>
          </p:spPr>
          <p:txBody>
            <a:bodyPr vert="horz" wrap="square" lIns="91440" tIns="45720" rIns="91440" bIns="45720" numCol="1" anchor="t" anchorCtr="0" compatLnSpc="1">
              <a:prstTxWarp prst="textNoShape">
                <a:avLst/>
              </a:prstTxWarp>
            </a:bodyPr>
            <a:lstStyle/>
            <a:p>
              <a:endParaRPr lang="en-IN"/>
            </a:p>
          </p:txBody>
        </p:sp>
      </p:grpSp>
    </p:spTree>
    <p:extLst>
      <p:ext uri="{BB962C8B-B14F-4D97-AF65-F5344CB8AC3E}">
        <p14:creationId xmlns:p14="http://schemas.microsoft.com/office/powerpoint/2010/main" val="66395774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Images and Contents Layout">
    <p:spTree>
      <p:nvGrpSpPr>
        <p:cNvPr id="1" name=""/>
        <p:cNvGrpSpPr/>
        <p:nvPr/>
      </p:nvGrpSpPr>
      <p:grpSpPr>
        <a:xfrm>
          <a:off x="0" y="0"/>
          <a:ext cx="0" cy="0"/>
          <a:chOff x="0" y="0"/>
          <a:chExt cx="0" cy="0"/>
        </a:xfrm>
      </p:grpSpPr>
      <p:sp>
        <p:nvSpPr>
          <p:cNvPr id="4" name="Picture Placeholder 2"/>
          <p:cNvSpPr>
            <a:spLocks noGrp="1"/>
          </p:cNvSpPr>
          <p:nvPr>
            <p:ph type="pic" idx="1" hasCustomPrompt="1"/>
          </p:nvPr>
        </p:nvSpPr>
        <p:spPr>
          <a:xfrm>
            <a:off x="0" y="-1"/>
            <a:ext cx="12188825" cy="685799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265" indent="0">
              <a:buNone/>
              <a:defRPr sz="3732"/>
            </a:lvl2pPr>
            <a:lvl3pPr marL="1218529" indent="0">
              <a:buNone/>
              <a:defRPr sz="3198"/>
            </a:lvl3pPr>
            <a:lvl4pPr marL="1827794" indent="0">
              <a:buNone/>
              <a:defRPr sz="2665"/>
            </a:lvl4pPr>
            <a:lvl5pPr marL="2437060" indent="0">
              <a:buNone/>
              <a:defRPr sz="2665"/>
            </a:lvl5pPr>
            <a:lvl6pPr marL="3046324" indent="0">
              <a:buNone/>
              <a:defRPr sz="2665"/>
            </a:lvl6pPr>
            <a:lvl7pPr marL="3655589" indent="0">
              <a:buNone/>
              <a:defRPr sz="2665"/>
            </a:lvl7pPr>
            <a:lvl8pPr marL="4264853" indent="0">
              <a:buNone/>
              <a:defRPr sz="2665"/>
            </a:lvl8pPr>
            <a:lvl9pPr marL="4874118" indent="0">
              <a:buNone/>
              <a:defRPr sz="2665"/>
            </a:lvl9pPr>
          </a:lstStyle>
          <a:p>
            <a:r>
              <a:rPr lang="en-US" altLang="ko-KR" dirty="0"/>
              <a:t>Insert Your Image</a:t>
            </a:r>
            <a:endParaRPr lang="ko-KR" altLang="en-US" dirty="0"/>
          </a:p>
        </p:txBody>
      </p:sp>
    </p:spTree>
    <p:extLst>
      <p:ext uri="{BB962C8B-B14F-4D97-AF65-F5344CB8AC3E}">
        <p14:creationId xmlns:p14="http://schemas.microsoft.com/office/powerpoint/2010/main" val="359946853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2_Full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E11C3564-CF67-FE45-A9E2-4B3C230C88D2}"/>
              </a:ext>
            </a:extLst>
          </p:cNvPr>
          <p:cNvSpPr>
            <a:spLocks noGrp="1"/>
          </p:cNvSpPr>
          <p:nvPr>
            <p:ph type="pic" sz="quarter" idx="14"/>
          </p:nvPr>
        </p:nvSpPr>
        <p:spPr>
          <a:xfrm>
            <a:off x="0" y="-1"/>
            <a:ext cx="12188825" cy="3429001"/>
          </a:xfrm>
          <a:prstGeom prst="rect">
            <a:avLst/>
          </a:prstGeom>
          <a:solidFill>
            <a:schemeClr val="bg1">
              <a:lumMod val="95000"/>
            </a:schemeClr>
          </a:solidFill>
        </p:spPr>
        <p:txBody>
          <a:bodyPr>
            <a:normAutofit/>
          </a:bodyPr>
          <a:lstStyle>
            <a:lvl1pPr>
              <a:defRPr sz="1051"/>
            </a:lvl1pPr>
          </a:lstStyle>
          <a:p>
            <a:endParaRPr lang="en-US" dirty="0"/>
          </a:p>
        </p:txBody>
      </p:sp>
    </p:spTree>
    <p:extLst>
      <p:ext uri="{BB962C8B-B14F-4D97-AF65-F5344CB8AC3E}">
        <p14:creationId xmlns:p14="http://schemas.microsoft.com/office/powerpoint/2010/main" val="2309675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6.xml"/><Relationship Id="rId13" Type="http://schemas.openxmlformats.org/officeDocument/2006/relationships/slideLayout" Target="../slideLayouts/slideLayout21.xml"/><Relationship Id="rId18" Type="http://schemas.openxmlformats.org/officeDocument/2006/relationships/slideLayout" Target="../slideLayouts/slideLayout26.xml"/><Relationship Id="rId3" Type="http://schemas.openxmlformats.org/officeDocument/2006/relationships/slideLayout" Target="../slideLayouts/slideLayout11.xml"/><Relationship Id="rId7" Type="http://schemas.openxmlformats.org/officeDocument/2006/relationships/slideLayout" Target="../slideLayouts/slideLayout15.xml"/><Relationship Id="rId12" Type="http://schemas.openxmlformats.org/officeDocument/2006/relationships/slideLayout" Target="../slideLayouts/slideLayout20.xml"/><Relationship Id="rId17" Type="http://schemas.openxmlformats.org/officeDocument/2006/relationships/slideLayout" Target="../slideLayouts/slideLayout25.xml"/><Relationship Id="rId2" Type="http://schemas.openxmlformats.org/officeDocument/2006/relationships/slideLayout" Target="../slideLayouts/slideLayout10.xml"/><Relationship Id="rId16" Type="http://schemas.openxmlformats.org/officeDocument/2006/relationships/slideLayout" Target="../slideLayouts/slideLayout24.xml"/><Relationship Id="rId20" Type="http://schemas.openxmlformats.org/officeDocument/2006/relationships/theme" Target="../theme/theme2.xml"/><Relationship Id="rId1" Type="http://schemas.openxmlformats.org/officeDocument/2006/relationships/slideLayout" Target="../slideLayouts/slideLayout9.xml"/><Relationship Id="rId6" Type="http://schemas.openxmlformats.org/officeDocument/2006/relationships/slideLayout" Target="../slideLayouts/slideLayout14.xml"/><Relationship Id="rId11" Type="http://schemas.openxmlformats.org/officeDocument/2006/relationships/slideLayout" Target="../slideLayouts/slideLayout19.xml"/><Relationship Id="rId5" Type="http://schemas.openxmlformats.org/officeDocument/2006/relationships/slideLayout" Target="../slideLayouts/slideLayout13.xml"/><Relationship Id="rId15" Type="http://schemas.openxmlformats.org/officeDocument/2006/relationships/slideLayout" Target="../slideLayouts/slideLayout23.xml"/><Relationship Id="rId10" Type="http://schemas.openxmlformats.org/officeDocument/2006/relationships/slideLayout" Target="../slideLayouts/slideLayout18.xml"/><Relationship Id="rId19" Type="http://schemas.openxmlformats.org/officeDocument/2006/relationships/slideLayout" Target="../slideLayouts/slideLayout27.xml"/><Relationship Id="rId4" Type="http://schemas.openxmlformats.org/officeDocument/2006/relationships/slideLayout" Target="../slideLayouts/slideLayout12.xml"/><Relationship Id="rId9" Type="http://schemas.openxmlformats.org/officeDocument/2006/relationships/slideLayout" Target="../slideLayouts/slideLayout17.xml"/><Relationship Id="rId14"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5.xml"/><Relationship Id="rId13" Type="http://schemas.openxmlformats.org/officeDocument/2006/relationships/image" Target="../media/image1.png"/><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3.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45"/>
          <p:cNvSpPr txBox="1">
            <a:spLocks noGrp="1"/>
          </p:cNvSpPr>
          <p:nvPr>
            <p:ph type="title"/>
          </p:nvPr>
        </p:nvSpPr>
        <p:spPr>
          <a:xfrm>
            <a:off x="609441" y="274639"/>
            <a:ext cx="10969943" cy="711081"/>
          </a:xfrm>
          <a:prstGeom prst="rect">
            <a:avLst/>
          </a:prstGeom>
          <a:noFill/>
          <a:ln>
            <a:noFill/>
          </a:ln>
        </p:spPr>
        <p:txBody>
          <a:bodyPr spcFirstLastPara="1" wrap="square" lIns="0" tIns="60925" rIns="0" bIns="60925" anchor="ctr" anchorCtr="0">
            <a:normAutofit/>
          </a:bodyPr>
          <a:lstStyle>
            <a:lvl1pPr marR="0" lvl="0" algn="l" rtl="0">
              <a:spcBef>
                <a:spcPts val="0"/>
              </a:spcBef>
              <a:spcAft>
                <a:spcPts val="0"/>
              </a:spcAft>
              <a:buClr>
                <a:schemeClr val="accent1"/>
              </a:buClr>
              <a:buSzPts val="3600"/>
              <a:buFont typeface="Quattrocento Sans"/>
              <a:buNone/>
              <a:defRPr sz="3600" b="1" i="0" u="none" strike="noStrike" cap="none">
                <a:solidFill>
                  <a:schemeClr val="accent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45"/>
          <p:cNvSpPr txBox="1">
            <a:spLocks noGrp="1"/>
          </p:cNvSpPr>
          <p:nvPr>
            <p:ph type="body" idx="1"/>
          </p:nvPr>
        </p:nvSpPr>
        <p:spPr>
          <a:xfrm>
            <a:off x="609441" y="1138425"/>
            <a:ext cx="10969943" cy="4987739"/>
          </a:xfrm>
          <a:prstGeom prst="rect">
            <a:avLst/>
          </a:prstGeom>
          <a:noFill/>
          <a:ln>
            <a:noFill/>
          </a:ln>
        </p:spPr>
        <p:txBody>
          <a:bodyPr spcFirstLastPara="1" wrap="square" lIns="0" tIns="60925" rIns="0"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Quattrocento Sans"/>
                <a:ea typeface="Quattrocento Sans"/>
                <a:cs typeface="Quattrocento Sans"/>
                <a:sym typeface="Quattrocento Sans"/>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Quattrocento Sans"/>
                <a:ea typeface="Quattrocento Sans"/>
                <a:cs typeface="Quattrocento Sans"/>
                <a:sym typeface="Quattrocento Sans"/>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2" name="Google Shape;12;p145"/>
          <p:cNvSpPr txBox="1">
            <a:spLocks noGrp="1"/>
          </p:cNvSpPr>
          <p:nvPr>
            <p:ph type="dt" idx="10"/>
          </p:nvPr>
        </p:nvSpPr>
        <p:spPr>
          <a:xfrm>
            <a:off x="609441" y="6356351"/>
            <a:ext cx="2844059" cy="365125"/>
          </a:xfrm>
          <a:prstGeom prst="rect">
            <a:avLst/>
          </a:prstGeom>
          <a:noFill/>
          <a:ln>
            <a:noFill/>
          </a:ln>
        </p:spPr>
        <p:txBody>
          <a:bodyPr spcFirstLastPara="1" wrap="square" lIns="0" tIns="60925" rIns="0" bIns="60925" anchor="ctr" anchorCtr="0">
            <a:noAutofit/>
          </a:bodyPr>
          <a:lstStyle>
            <a:lvl1pPr marR="0" lvl="0" algn="l"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3" name="Google Shape;13;p145"/>
          <p:cNvSpPr txBox="1">
            <a:spLocks noGrp="1"/>
          </p:cNvSpPr>
          <p:nvPr>
            <p:ph type="ftr" idx="11"/>
          </p:nvPr>
        </p:nvSpPr>
        <p:spPr>
          <a:xfrm>
            <a:off x="4164515" y="6356351"/>
            <a:ext cx="3859795" cy="365125"/>
          </a:xfrm>
          <a:prstGeom prst="rect">
            <a:avLst/>
          </a:prstGeom>
          <a:noFill/>
          <a:ln>
            <a:noFill/>
          </a:ln>
        </p:spPr>
        <p:txBody>
          <a:bodyPr spcFirstLastPara="1" wrap="square" lIns="0" tIns="60925" rIns="0" bIns="60925" anchor="ctr" anchorCtr="0">
            <a:noAutofit/>
          </a:bodyPr>
          <a:lstStyle>
            <a:lvl1pPr marR="0" lvl="0" algn="ctr" rtl="0">
              <a:spcBef>
                <a:spcPts val="0"/>
              </a:spcBef>
              <a:spcAft>
                <a:spcPts val="0"/>
              </a:spcAft>
              <a:buSzPts val="1400"/>
              <a:buNone/>
              <a:defRPr sz="1600" b="0" i="0" u="none" strike="noStrike" cap="none">
                <a:solidFill>
                  <a:srgbClr val="918E8D"/>
                </a:solidFill>
                <a:latin typeface="Quattrocento Sans"/>
                <a:ea typeface="Quattrocento Sans"/>
                <a:cs typeface="Quattrocento Sans"/>
                <a:sym typeface="Quattrocento Sans"/>
              </a:defRPr>
            </a:lvl1pPr>
            <a:lvl2pPr marR="0" lvl="1"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2pPr>
            <a:lvl3pPr marR="0" lvl="2"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3pPr>
            <a:lvl4pPr marR="0" lvl="3"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4pPr>
            <a:lvl5pPr marR="0" lvl="4"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5pPr>
            <a:lvl6pPr marR="0" lvl="5"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6pPr>
            <a:lvl7pPr marR="0" lvl="6"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7pPr>
            <a:lvl8pPr marR="0" lvl="7"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8pPr>
            <a:lvl9pPr marR="0" lvl="8" algn="l" rtl="0">
              <a:spcBef>
                <a:spcPts val="0"/>
              </a:spcBef>
              <a:spcAft>
                <a:spcPts val="0"/>
              </a:spcAft>
              <a:buSzPts val="1400"/>
              <a:buNone/>
              <a:defRPr sz="2400" b="0" i="0" u="none" strike="noStrike" cap="none">
                <a:solidFill>
                  <a:schemeClr val="dk1"/>
                </a:solidFill>
                <a:latin typeface="Quattrocento Sans"/>
                <a:ea typeface="Quattrocento Sans"/>
                <a:cs typeface="Quattrocento Sans"/>
                <a:sym typeface="Quattrocento Sans"/>
              </a:defRPr>
            </a:lvl9pPr>
          </a:lstStyle>
          <a:p>
            <a:endParaRPr/>
          </a:p>
        </p:txBody>
      </p:sp>
      <p:sp>
        <p:nvSpPr>
          <p:cNvPr id="14" name="Google Shape;14;p145"/>
          <p:cNvSpPr txBox="1">
            <a:spLocks noGrp="1"/>
          </p:cNvSpPr>
          <p:nvPr>
            <p:ph type="sldNum" idx="12"/>
          </p:nvPr>
        </p:nvSpPr>
        <p:spPr>
          <a:xfrm>
            <a:off x="8735325" y="6356351"/>
            <a:ext cx="2844059" cy="365125"/>
          </a:xfrm>
          <a:prstGeom prst="rect">
            <a:avLst/>
          </a:prstGeom>
          <a:noFill/>
          <a:ln>
            <a:noFill/>
          </a:ln>
        </p:spPr>
        <p:txBody>
          <a:bodyPr spcFirstLastPara="1" wrap="square" lIns="0" tIns="60925" rIns="0" bIns="60925" anchor="ctr" anchorCtr="0">
            <a:noAutofit/>
          </a:bodyPr>
          <a:lstStyle>
            <a:lvl1pPr marL="0" marR="0" lvl="0"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1pPr>
            <a:lvl2pPr marL="0" marR="0" lvl="1"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2pPr>
            <a:lvl3pPr marL="0" marR="0" lvl="2"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3pPr>
            <a:lvl4pPr marL="0" marR="0" lvl="3"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4pPr>
            <a:lvl5pPr marL="0" marR="0" lvl="4"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5pPr>
            <a:lvl6pPr marL="0" marR="0" lvl="5"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6pPr>
            <a:lvl7pPr marL="0" marR="0" lvl="6"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7pPr>
            <a:lvl8pPr marL="0" marR="0" lvl="7"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8pPr>
            <a:lvl9pPr marL="0" marR="0" lvl="8" indent="0" algn="r" rtl="0">
              <a:spcBef>
                <a:spcPts val="0"/>
              </a:spcBef>
              <a:buNone/>
              <a:defRPr sz="1600" b="0" i="0" u="none" strike="noStrike" cap="none">
                <a:solidFill>
                  <a:srgbClr val="918E8D"/>
                </a:solidFill>
                <a:latin typeface="Quattrocento Sans"/>
                <a:ea typeface="Quattrocento Sans"/>
                <a:cs typeface="Quattrocento Sans"/>
                <a:sym typeface="Quattrocento Sans"/>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7" r:id="rId2"/>
    <p:sldLayoutId id="2147483658" r:id="rId3"/>
    <p:sldLayoutId id="2147483659" r:id="rId4"/>
    <p:sldLayoutId id="2147483660" r:id="rId5"/>
    <p:sldLayoutId id="2147483707" r:id="rId6"/>
    <p:sldLayoutId id="2147483744" r:id="rId7"/>
    <p:sldLayoutId id="2147483754" r:id="rId8"/>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1F1F1"/>
        </a:solidFill>
        <a:effectLst/>
      </p:bgPr>
    </p:bg>
    <p:spTree>
      <p:nvGrpSpPr>
        <p:cNvPr id="1" name="Shape 107"/>
        <p:cNvGrpSpPr/>
        <p:nvPr/>
      </p:nvGrpSpPr>
      <p:grpSpPr>
        <a:xfrm>
          <a:off x="0" y="0"/>
          <a:ext cx="0" cy="0"/>
          <a:chOff x="0" y="0"/>
          <a:chExt cx="0" cy="0"/>
        </a:xfrm>
      </p:grpSpPr>
      <p:sp>
        <p:nvSpPr>
          <p:cNvPr id="108" name="Google Shape;108;p153"/>
          <p:cNvSpPr txBox="1">
            <a:spLocks noGrp="1"/>
          </p:cNvSpPr>
          <p:nvPr>
            <p:ph type="title"/>
          </p:nvPr>
        </p:nvSpPr>
        <p:spPr>
          <a:xfrm>
            <a:off x="609441" y="274639"/>
            <a:ext cx="10969943" cy="711081"/>
          </a:xfrm>
          <a:prstGeom prst="rect">
            <a:avLst/>
          </a:prstGeom>
          <a:noFill/>
          <a:ln>
            <a:noFill/>
          </a:ln>
        </p:spPr>
        <p:txBody>
          <a:bodyPr spcFirstLastPara="1" wrap="square" lIns="121875" tIns="60925" rIns="121875" bIns="60925" anchor="ctr" anchorCtr="0">
            <a:normAutofit/>
          </a:bodyPr>
          <a:lstStyle>
            <a:lvl1pPr marR="0" lvl="0" algn="l" rtl="0">
              <a:spcBef>
                <a:spcPts val="0"/>
              </a:spcBef>
              <a:spcAft>
                <a:spcPts val="0"/>
              </a:spcAft>
              <a:buClr>
                <a:schemeClr val="dk1"/>
              </a:buClr>
              <a:buSzPts val="3600"/>
              <a:buFont typeface="Calibri"/>
              <a:buNone/>
              <a:defRPr sz="36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09" name="Google Shape;109;p153"/>
          <p:cNvSpPr txBox="1">
            <a:spLocks noGrp="1"/>
          </p:cNvSpPr>
          <p:nvPr>
            <p:ph type="body" idx="1"/>
          </p:nvPr>
        </p:nvSpPr>
        <p:spPr>
          <a:xfrm>
            <a:off x="609441" y="1138425"/>
            <a:ext cx="10969943" cy="4987739"/>
          </a:xfrm>
          <a:prstGeom prst="rect">
            <a:avLst/>
          </a:prstGeom>
          <a:noFill/>
          <a:ln>
            <a:noFill/>
          </a:ln>
        </p:spPr>
        <p:txBody>
          <a:bodyPr spcFirstLastPara="1" wrap="square" lIns="121875" tIns="60925" rIns="121875" bIns="60925" anchor="t" anchorCtr="0">
            <a:normAutofit/>
          </a:bodyPr>
          <a:lstStyle>
            <a:lvl1pPr marL="457200" marR="0" lvl="0" indent="-457200" algn="l" rtl="0">
              <a:spcBef>
                <a:spcPts val="720"/>
              </a:spcBef>
              <a:spcAft>
                <a:spcPts val="0"/>
              </a:spcAft>
              <a:buClr>
                <a:schemeClr val="dk1"/>
              </a:buClr>
              <a:buSzPts val="3600"/>
              <a:buFont typeface="Arial"/>
              <a:buChar char="•"/>
              <a:defRPr sz="3600" b="0" i="0" u="none" strike="noStrike" cap="none">
                <a:solidFill>
                  <a:schemeClr val="dk1"/>
                </a:solidFill>
                <a:latin typeface="Calibri"/>
                <a:ea typeface="Calibri"/>
                <a:cs typeface="Calibri"/>
                <a:sym typeface="Calibri"/>
              </a:defRPr>
            </a:lvl1pPr>
            <a:lvl2pPr marL="914400" marR="0" lvl="1"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6pPr>
            <a:lvl7pPr marL="3200400" marR="0" lvl="6"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7pPr>
            <a:lvl8pPr marL="3657600" marR="0" lvl="7"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8pPr>
            <a:lvl9pPr marL="4114800" marR="0" lvl="8" indent="-400050" algn="l" rtl="0">
              <a:spcBef>
                <a:spcPts val="540"/>
              </a:spcBef>
              <a:spcAft>
                <a:spcPts val="0"/>
              </a:spcAft>
              <a:buClr>
                <a:schemeClr val="dk1"/>
              </a:buClr>
              <a:buSzPts val="2700"/>
              <a:buFont typeface="Arial"/>
              <a:buChar char="•"/>
              <a:defRPr sz="2700" b="0" i="0" u="none" strike="noStrike" cap="none">
                <a:solidFill>
                  <a:schemeClr val="dk1"/>
                </a:solidFill>
                <a:latin typeface="Calibri"/>
                <a:ea typeface="Calibri"/>
                <a:cs typeface="Calibri"/>
                <a:sym typeface="Calibri"/>
              </a:defRPr>
            </a:lvl9pPr>
          </a:lstStyle>
          <a:p>
            <a:endParaRPr/>
          </a:p>
        </p:txBody>
      </p:sp>
      <p:sp>
        <p:nvSpPr>
          <p:cNvPr id="110" name="Google Shape;110;p153"/>
          <p:cNvSpPr txBox="1">
            <a:spLocks noGrp="1"/>
          </p:cNvSpPr>
          <p:nvPr>
            <p:ph type="dt" idx="10"/>
          </p:nvPr>
        </p:nvSpPr>
        <p:spPr>
          <a:xfrm>
            <a:off x="609441" y="6356351"/>
            <a:ext cx="2844059" cy="365125"/>
          </a:xfrm>
          <a:prstGeom prst="rect">
            <a:avLst/>
          </a:prstGeom>
          <a:noFill/>
          <a:ln>
            <a:noFill/>
          </a:ln>
        </p:spPr>
        <p:txBody>
          <a:bodyPr spcFirstLastPara="1" wrap="square" lIns="121875" tIns="60925" rIns="121875" bIns="60925" anchor="ctr" anchorCtr="0">
            <a:noAutofit/>
          </a:bodyPr>
          <a:lstStyle>
            <a:lvl1pPr marR="0" lvl="0" algn="l"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1" name="Google Shape;111;p153"/>
          <p:cNvSpPr txBox="1">
            <a:spLocks noGrp="1"/>
          </p:cNvSpPr>
          <p:nvPr>
            <p:ph type="ftr" idx="11"/>
          </p:nvPr>
        </p:nvSpPr>
        <p:spPr>
          <a:xfrm>
            <a:off x="4164515" y="6356351"/>
            <a:ext cx="3859795" cy="365125"/>
          </a:xfrm>
          <a:prstGeom prst="rect">
            <a:avLst/>
          </a:prstGeom>
          <a:noFill/>
          <a:ln>
            <a:noFill/>
          </a:ln>
        </p:spPr>
        <p:txBody>
          <a:bodyPr spcFirstLastPara="1" wrap="square" lIns="121875" tIns="60925" rIns="121875" bIns="60925" anchor="ctr" anchorCtr="0">
            <a:noAutofit/>
          </a:bodyPr>
          <a:lstStyle>
            <a:lvl1pPr marR="0" lvl="0" algn="ctr" rtl="0">
              <a:spcBef>
                <a:spcPts val="0"/>
              </a:spcBef>
              <a:spcAft>
                <a:spcPts val="0"/>
              </a:spcAft>
              <a:buSzPts val="1400"/>
              <a:buNone/>
              <a:defRPr sz="1600">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112" name="Google Shape;112;p153"/>
          <p:cNvSpPr txBox="1">
            <a:spLocks noGrp="1"/>
          </p:cNvSpPr>
          <p:nvPr>
            <p:ph type="sldNum" idx="12"/>
          </p:nvPr>
        </p:nvSpPr>
        <p:spPr>
          <a:xfrm>
            <a:off x="8735325" y="6356351"/>
            <a:ext cx="2844059" cy="365125"/>
          </a:xfrm>
          <a:prstGeom prst="rect">
            <a:avLst/>
          </a:prstGeom>
          <a:noFill/>
          <a:ln>
            <a:noFill/>
          </a:ln>
        </p:spPr>
        <p:txBody>
          <a:bodyPr spcFirstLastPara="1" wrap="square" lIns="121875" tIns="60925" rIns="121875" bIns="60925" anchor="ctr" anchorCtr="0">
            <a:noAutofit/>
          </a:bodyPr>
          <a:lstStyle>
            <a:lvl1pPr marL="0" marR="0" lvl="0" indent="0" algn="r" rtl="0">
              <a:spcBef>
                <a:spcPts val="0"/>
              </a:spcBef>
              <a:buNone/>
              <a:defRPr sz="1600">
                <a:solidFill>
                  <a:srgbClr val="888888"/>
                </a:solidFill>
                <a:latin typeface="Calibri"/>
                <a:ea typeface="Calibri"/>
                <a:cs typeface="Calibri"/>
                <a:sym typeface="Calibri"/>
              </a:defRPr>
            </a:lvl1pPr>
            <a:lvl2pPr marL="0" marR="0" lvl="1" indent="0" algn="r" rtl="0">
              <a:spcBef>
                <a:spcPts val="0"/>
              </a:spcBef>
              <a:buNone/>
              <a:defRPr sz="1600">
                <a:solidFill>
                  <a:srgbClr val="888888"/>
                </a:solidFill>
                <a:latin typeface="Calibri"/>
                <a:ea typeface="Calibri"/>
                <a:cs typeface="Calibri"/>
                <a:sym typeface="Calibri"/>
              </a:defRPr>
            </a:lvl2pPr>
            <a:lvl3pPr marL="0" marR="0" lvl="2" indent="0" algn="r" rtl="0">
              <a:spcBef>
                <a:spcPts val="0"/>
              </a:spcBef>
              <a:buNone/>
              <a:defRPr sz="1600">
                <a:solidFill>
                  <a:srgbClr val="888888"/>
                </a:solidFill>
                <a:latin typeface="Calibri"/>
                <a:ea typeface="Calibri"/>
                <a:cs typeface="Calibri"/>
                <a:sym typeface="Calibri"/>
              </a:defRPr>
            </a:lvl3pPr>
            <a:lvl4pPr marL="0" marR="0" lvl="3" indent="0" algn="r" rtl="0">
              <a:spcBef>
                <a:spcPts val="0"/>
              </a:spcBef>
              <a:buNone/>
              <a:defRPr sz="1600">
                <a:solidFill>
                  <a:srgbClr val="888888"/>
                </a:solidFill>
                <a:latin typeface="Calibri"/>
                <a:ea typeface="Calibri"/>
                <a:cs typeface="Calibri"/>
                <a:sym typeface="Calibri"/>
              </a:defRPr>
            </a:lvl4pPr>
            <a:lvl5pPr marL="0" marR="0" lvl="4" indent="0" algn="r" rtl="0">
              <a:spcBef>
                <a:spcPts val="0"/>
              </a:spcBef>
              <a:buNone/>
              <a:defRPr sz="1600">
                <a:solidFill>
                  <a:srgbClr val="888888"/>
                </a:solidFill>
                <a:latin typeface="Calibri"/>
                <a:ea typeface="Calibri"/>
                <a:cs typeface="Calibri"/>
                <a:sym typeface="Calibri"/>
              </a:defRPr>
            </a:lvl5pPr>
            <a:lvl6pPr marL="0" marR="0" lvl="5" indent="0" algn="r" rtl="0">
              <a:spcBef>
                <a:spcPts val="0"/>
              </a:spcBef>
              <a:buNone/>
              <a:defRPr sz="1600">
                <a:solidFill>
                  <a:srgbClr val="888888"/>
                </a:solidFill>
                <a:latin typeface="Calibri"/>
                <a:ea typeface="Calibri"/>
                <a:cs typeface="Calibri"/>
                <a:sym typeface="Calibri"/>
              </a:defRPr>
            </a:lvl6pPr>
            <a:lvl7pPr marL="0" marR="0" lvl="6" indent="0" algn="r" rtl="0">
              <a:spcBef>
                <a:spcPts val="0"/>
              </a:spcBef>
              <a:buNone/>
              <a:defRPr sz="1600">
                <a:solidFill>
                  <a:srgbClr val="888888"/>
                </a:solidFill>
                <a:latin typeface="Calibri"/>
                <a:ea typeface="Calibri"/>
                <a:cs typeface="Calibri"/>
                <a:sym typeface="Calibri"/>
              </a:defRPr>
            </a:lvl7pPr>
            <a:lvl8pPr marL="0" marR="0" lvl="7" indent="0" algn="r" rtl="0">
              <a:spcBef>
                <a:spcPts val="0"/>
              </a:spcBef>
              <a:buNone/>
              <a:defRPr sz="1600">
                <a:solidFill>
                  <a:srgbClr val="888888"/>
                </a:solidFill>
                <a:latin typeface="Calibri"/>
                <a:ea typeface="Calibri"/>
                <a:cs typeface="Calibri"/>
                <a:sym typeface="Calibri"/>
              </a:defRPr>
            </a:lvl8pPr>
            <a:lvl9pPr marL="0" marR="0" lvl="8" indent="0" algn="r" rtl="0">
              <a:spcBef>
                <a:spcPts val="0"/>
              </a:spcBef>
              <a:buNone/>
              <a:defRPr sz="1600">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 id="2147483677" r:id="rId13"/>
    <p:sldLayoutId id="2147483678" r:id="rId14"/>
    <p:sldLayoutId id="2147483679" r:id="rId15"/>
    <p:sldLayoutId id="2147483680" r:id="rId16"/>
    <p:sldLayoutId id="2147483681" r:id="rId17"/>
    <p:sldLayoutId id="2147483682" r:id="rId18"/>
    <p:sldLayoutId id="2147483683" r:id="rId1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9"/>
            <a:ext cx="10969943" cy="711081"/>
          </a:xfrm>
          <a:prstGeom prst="rect">
            <a:avLst/>
          </a:prstGeom>
        </p:spPr>
        <p:txBody>
          <a:bodyPr vert="horz" lIns="0" tIns="60949" rIns="0" bIns="60949" rtlCol="0" anchor="ctr">
            <a:normAutofit/>
          </a:bodyPr>
          <a:lstStyle/>
          <a:p>
            <a:r>
              <a:rPr lang="en-US" dirty="0"/>
              <a:t>Click to edit Master title style</a:t>
            </a:r>
          </a:p>
        </p:txBody>
      </p:sp>
      <p:sp>
        <p:nvSpPr>
          <p:cNvPr id="3" name="Text Placeholder 2"/>
          <p:cNvSpPr>
            <a:spLocks noGrp="1"/>
          </p:cNvSpPr>
          <p:nvPr>
            <p:ph type="body" idx="1"/>
          </p:nvPr>
        </p:nvSpPr>
        <p:spPr>
          <a:xfrm>
            <a:off x="609441" y="1138425"/>
            <a:ext cx="10969943" cy="4987739"/>
          </a:xfrm>
          <a:prstGeom prst="rect">
            <a:avLst/>
          </a:prstGeom>
        </p:spPr>
        <p:txBody>
          <a:bodyPr vert="horz" lIns="0" tIns="60949" rIns="0" bIns="6094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0" tIns="60949" rIns="0" bIns="60949" rtlCol="0" anchor="ctr"/>
          <a:lstStyle>
            <a:lvl1pPr algn="l">
              <a:defRPr sz="1600">
                <a:solidFill>
                  <a:schemeClr val="tx1">
                    <a:tint val="75000"/>
                  </a:schemeClr>
                </a:solidFill>
              </a:defRPr>
            </a:lvl1pPr>
          </a:lstStyle>
          <a:p>
            <a:fld id="{425404F2-BE9A-4460-8815-8F645183555F}" type="datetimeFigureOut">
              <a:rPr lang="en-US" smtClean="0"/>
              <a:pPr/>
              <a:t>2/22/2026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0" tIns="60949" rIns="0" bIns="60949" rtlCol="0" anchor="ctr"/>
          <a:lstStyle>
            <a:lvl1pPr algn="ctr">
              <a:defRPr sz="16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0" tIns="60949" rIns="0" bIns="60949" rtlCol="0" anchor="ctr"/>
          <a:lstStyle>
            <a:lvl1pPr algn="r">
              <a:defRPr sz="1600">
                <a:solidFill>
                  <a:schemeClr val="tx1">
                    <a:tint val="75000"/>
                  </a:schemeClr>
                </a:solidFill>
              </a:defRPr>
            </a:lvl1pPr>
          </a:lstStyle>
          <a:p>
            <a:r>
              <a:rPr lang="en-US" dirty="0"/>
              <a:t>www.anubhavtrainings.com</a:t>
            </a:r>
          </a:p>
        </p:txBody>
      </p:sp>
      <p:pic>
        <p:nvPicPr>
          <p:cNvPr id="7" name="Picture 4">
            <a:extLst>
              <a:ext uri="{FF2B5EF4-FFF2-40B4-BE49-F238E27FC236}">
                <a16:creationId xmlns:a16="http://schemas.microsoft.com/office/drawing/2014/main" id="{3DEB2B14-6477-2927-E581-527B2BB61E12}"/>
              </a:ext>
            </a:extLst>
          </p:cNvPr>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11350996" y="78420"/>
            <a:ext cx="652887" cy="64486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0113064"/>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Lst>
  <p:txStyles>
    <p:titleStyle>
      <a:lvl1pPr algn="l" defTabSz="1218987" rtl="0" eaLnBrk="1" latinLnBrk="0" hangingPunct="1">
        <a:spcBef>
          <a:spcPct val="0"/>
        </a:spcBef>
        <a:buNone/>
        <a:defRPr sz="3600" b="1" kern="1200">
          <a:solidFill>
            <a:schemeClr val="tx1"/>
          </a:solidFill>
          <a:latin typeface="+mn-lt"/>
          <a:ea typeface="+mj-ea"/>
          <a:cs typeface="+mj-cs"/>
        </a:defRPr>
      </a:lvl1pPr>
    </p:titleStyle>
    <p:body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p:bodyStyle>
    <p:otherStyle>
      <a:defPPr>
        <a:defRPr lang="en-US"/>
      </a:defPPr>
      <a:lvl1pPr marL="0" algn="l" defTabSz="1218987" rtl="0" eaLnBrk="1" latinLnBrk="0" hangingPunct="1">
        <a:defRPr sz="2400" kern="1200">
          <a:solidFill>
            <a:schemeClr val="tx1"/>
          </a:solidFill>
          <a:latin typeface="+mn-lt"/>
          <a:ea typeface="+mn-ea"/>
          <a:cs typeface="+mn-cs"/>
        </a:defRPr>
      </a:lvl1pPr>
      <a:lvl2pPr marL="609493" algn="l" defTabSz="1218987" rtl="0" eaLnBrk="1" latinLnBrk="0" hangingPunct="1">
        <a:defRPr sz="2400" kern="1200">
          <a:solidFill>
            <a:schemeClr val="tx1"/>
          </a:solidFill>
          <a:latin typeface="+mn-lt"/>
          <a:ea typeface="+mn-ea"/>
          <a:cs typeface="+mn-cs"/>
        </a:defRPr>
      </a:lvl2pPr>
      <a:lvl3pPr marL="1218987" algn="l" defTabSz="1218987" rtl="0" eaLnBrk="1" latinLnBrk="0" hangingPunct="1">
        <a:defRPr sz="2400" kern="1200">
          <a:solidFill>
            <a:schemeClr val="tx1"/>
          </a:solidFill>
          <a:latin typeface="+mn-lt"/>
          <a:ea typeface="+mn-ea"/>
          <a:cs typeface="+mn-cs"/>
        </a:defRPr>
      </a:lvl3pPr>
      <a:lvl4pPr marL="1828480" algn="l" defTabSz="1218987" rtl="0" eaLnBrk="1" latinLnBrk="0" hangingPunct="1">
        <a:defRPr sz="2400" kern="1200">
          <a:solidFill>
            <a:schemeClr val="tx1"/>
          </a:solidFill>
          <a:latin typeface="+mn-lt"/>
          <a:ea typeface="+mn-ea"/>
          <a:cs typeface="+mn-cs"/>
        </a:defRPr>
      </a:lvl4pPr>
      <a:lvl5pPr marL="2437973" algn="l" defTabSz="1218987" rtl="0" eaLnBrk="1" latinLnBrk="0" hangingPunct="1">
        <a:defRPr sz="2400" kern="1200">
          <a:solidFill>
            <a:schemeClr val="tx1"/>
          </a:solidFill>
          <a:latin typeface="+mn-lt"/>
          <a:ea typeface="+mn-ea"/>
          <a:cs typeface="+mn-cs"/>
        </a:defRPr>
      </a:lvl5pPr>
      <a:lvl6pPr marL="3047467" algn="l" defTabSz="1218987" rtl="0" eaLnBrk="1" latinLnBrk="0" hangingPunct="1">
        <a:defRPr sz="2400" kern="1200">
          <a:solidFill>
            <a:schemeClr val="tx1"/>
          </a:solidFill>
          <a:latin typeface="+mn-lt"/>
          <a:ea typeface="+mn-ea"/>
          <a:cs typeface="+mn-cs"/>
        </a:defRPr>
      </a:lvl6pPr>
      <a:lvl7pPr marL="3656960" algn="l" defTabSz="1218987" rtl="0" eaLnBrk="1" latinLnBrk="0" hangingPunct="1">
        <a:defRPr sz="2400" kern="1200">
          <a:solidFill>
            <a:schemeClr val="tx1"/>
          </a:solidFill>
          <a:latin typeface="+mn-lt"/>
          <a:ea typeface="+mn-ea"/>
          <a:cs typeface="+mn-cs"/>
        </a:defRPr>
      </a:lvl7pPr>
      <a:lvl8pPr marL="4266453" algn="l" defTabSz="1218987" rtl="0" eaLnBrk="1" latinLnBrk="0" hangingPunct="1">
        <a:defRPr sz="2400" kern="1200">
          <a:solidFill>
            <a:schemeClr val="tx1"/>
          </a:solidFill>
          <a:latin typeface="+mn-lt"/>
          <a:ea typeface="+mn-ea"/>
          <a:cs typeface="+mn-cs"/>
        </a:defRPr>
      </a:lvl8pPr>
      <a:lvl9pPr marL="4875947" algn="l" defTabSz="1218987"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8.xml"/><Relationship Id="rId6" Type="http://schemas.openxmlformats.org/officeDocument/2006/relationships/image" Target="../media/image170.png"/><Relationship Id="rId5" Type="http://schemas.openxmlformats.org/officeDocument/2006/relationships/customXml" Target="../ink/ink1.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8.xml"/><Relationship Id="rId5" Type="http://schemas.openxmlformats.org/officeDocument/2006/relationships/image" Target="../media/image373.png"/><Relationship Id="rId4" Type="http://schemas.openxmlformats.org/officeDocument/2006/relationships/customXml" Target="../ink/ink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hyperlink" Target="https://help.sap.com/docs/abap-cloud/abap-rap/creating-active-data" TargetMode="External"/><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4.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118.png"/><Relationship Id="rId4" Type="http://schemas.openxmlformats.org/officeDocument/2006/relationships/customXml" Target="../ink/ink3.xml"/></Relationships>
</file>

<file path=ppt/slides/_rels/slide14.xml.rels><?xml version="1.0" encoding="UTF-8" standalone="yes"?>
<Relationships xmlns="http://schemas.openxmlformats.org/package/2006/relationships"><Relationship Id="rId3" Type="http://schemas.openxmlformats.org/officeDocument/2006/relationships/hyperlink" Target="http://www.twitter.com/" TargetMode="External"/><Relationship Id="rId2" Type="http://schemas.openxmlformats.org/officeDocument/2006/relationships/hyperlink" Target="http://www.facebook.com/" TargetMode="External"/><Relationship Id="rId1" Type="http://schemas.openxmlformats.org/officeDocument/2006/relationships/slideLayout" Target="../slideLayouts/slideLayout21.xml"/><Relationship Id="rId5" Type="http://schemas.openxmlformats.org/officeDocument/2006/relationships/image" Target="../media/image4.png"/><Relationship Id="rId4" Type="http://schemas.openxmlformats.org/officeDocument/2006/relationships/hyperlink" Target="http://www.dribbble.com/" TargetMode="External"/></Relationships>
</file>

<file path=ppt/slides/_rels/slide15.xml.rels><?xml version="1.0" encoding="UTF-8" standalone="yes"?>
<Relationships xmlns="http://schemas.openxmlformats.org/package/2006/relationships"><Relationship Id="rId8" Type="http://schemas.openxmlformats.org/officeDocument/2006/relationships/image" Target="../media/image14.jpeg"/><Relationship Id="rId3" Type="http://schemas.openxmlformats.org/officeDocument/2006/relationships/image" Target="../media/image9.jpeg"/><Relationship Id="rId7" Type="http://schemas.openxmlformats.org/officeDocument/2006/relationships/image" Target="../media/image13.tiff"/><Relationship Id="rId2" Type="http://schemas.openxmlformats.org/officeDocument/2006/relationships/notesSlide" Target="../notesSlides/notesSlide13.xml"/><Relationship Id="rId1" Type="http://schemas.openxmlformats.org/officeDocument/2006/relationships/slideLayout" Target="../slideLayouts/slideLayout38.xml"/><Relationship Id="rId6" Type="http://schemas.openxmlformats.org/officeDocument/2006/relationships/image" Target="../media/image12.tiff"/><Relationship Id="rId5" Type="http://schemas.openxmlformats.org/officeDocument/2006/relationships/image" Target="../media/image11.tiff"/><Relationship Id="rId4" Type="http://schemas.openxmlformats.org/officeDocument/2006/relationships/image" Target="../media/image10.tiff"/><Relationship Id="rId9"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sp>
        <p:nvSpPr>
          <p:cNvPr id="496" name="Google Shape;496;p1"/>
          <p:cNvSpPr txBox="1">
            <a:spLocks noGrp="1"/>
          </p:cNvSpPr>
          <p:nvPr>
            <p:ph type="ctrTitle"/>
          </p:nvPr>
        </p:nvSpPr>
        <p:spPr>
          <a:xfrm>
            <a:off x="910460" y="1569141"/>
            <a:ext cx="9194620" cy="1979512"/>
          </a:xfrm>
          <a:prstGeom prst="rect">
            <a:avLst/>
          </a:prstGeom>
          <a:noFill/>
          <a:ln>
            <a:noFill/>
          </a:ln>
        </p:spPr>
        <p:txBody>
          <a:bodyPr spcFirstLastPara="1" wrap="square" lIns="0" tIns="60925" rIns="0" bIns="60925" anchor="ctr" anchorCtr="0">
            <a:noAutofit/>
          </a:bodyPr>
          <a:lstStyle/>
          <a:p>
            <a:pPr lvl="0" algn="ctr">
              <a:buClr>
                <a:srgbClr val="194060"/>
              </a:buClr>
            </a:pPr>
            <a:r>
              <a:rPr lang="en-US" dirty="0">
                <a:solidFill>
                  <a:srgbClr val="00B050"/>
                </a:solidFill>
                <a:latin typeface="Arial Black" panose="020B0A04020102020204" pitchFamily="34" charset="0"/>
              </a:rPr>
              <a:t>SAP BTP ABAP</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 on Cloud / RAP </a:t>
            </a:r>
            <a:br>
              <a:rPr lang="en-US" dirty="0">
                <a:solidFill>
                  <a:srgbClr val="00B050"/>
                </a:solidFill>
                <a:latin typeface="Arial Black" panose="020B0A04020102020204" pitchFamily="34" charset="0"/>
              </a:rPr>
            </a:br>
            <a:r>
              <a:rPr lang="en-US" dirty="0">
                <a:solidFill>
                  <a:srgbClr val="00B050"/>
                </a:solidFill>
                <a:latin typeface="Arial Black" panose="020B0A04020102020204" pitchFamily="34" charset="0"/>
              </a:rPr>
              <a:t>Training</a:t>
            </a:r>
            <a:endParaRPr dirty="0">
              <a:solidFill>
                <a:srgbClr val="00B050"/>
              </a:solidFill>
            </a:endParaRPr>
          </a:p>
        </p:txBody>
      </p:sp>
      <p:pic>
        <p:nvPicPr>
          <p:cNvPr id="497" name="Google Shape;497;p1"/>
          <p:cNvPicPr preferRelativeResize="0"/>
          <p:nvPr/>
        </p:nvPicPr>
        <p:blipFill rotWithShape="1">
          <a:blip r:embed="rId3">
            <a:alphaModFix/>
          </a:blip>
          <a:srcRect/>
          <a:stretch/>
        </p:blipFill>
        <p:spPr>
          <a:xfrm>
            <a:off x="9262764" y="1268760"/>
            <a:ext cx="1733995" cy="1656184"/>
          </a:xfrm>
          <a:prstGeom prst="rect">
            <a:avLst/>
          </a:prstGeom>
          <a:noFill/>
          <a:ln>
            <a:noFill/>
          </a:ln>
        </p:spPr>
      </p:pic>
      <p:pic>
        <p:nvPicPr>
          <p:cNvPr id="498" name="Google Shape;498;p1"/>
          <p:cNvPicPr preferRelativeResize="0"/>
          <p:nvPr/>
        </p:nvPicPr>
        <p:blipFill rotWithShape="1">
          <a:blip r:embed="rId3">
            <a:alphaModFix/>
          </a:blip>
          <a:srcRect/>
          <a:stretch/>
        </p:blipFill>
        <p:spPr>
          <a:xfrm>
            <a:off x="133977" y="5551900"/>
            <a:ext cx="776483" cy="741639"/>
          </a:xfrm>
          <a:prstGeom prst="rect">
            <a:avLst/>
          </a:prstGeom>
          <a:noFill/>
          <a:ln>
            <a:noFill/>
          </a:ln>
        </p:spPr>
      </p:pic>
      <p:sp>
        <p:nvSpPr>
          <p:cNvPr id="500" name="Google Shape;500;p1"/>
          <p:cNvSpPr txBox="1"/>
          <p:nvPr/>
        </p:nvSpPr>
        <p:spPr>
          <a:xfrm>
            <a:off x="2698834" y="599964"/>
            <a:ext cx="6048672" cy="584775"/>
          </a:xfrm>
          <a:prstGeom prst="rect">
            <a:avLst/>
          </a:prstGeom>
          <a:gradFill>
            <a:gsLst>
              <a:gs pos="0">
                <a:srgbClr val="F3FCFF"/>
              </a:gs>
              <a:gs pos="35000">
                <a:srgbClr val="F6FCFF"/>
              </a:gs>
              <a:gs pos="100000">
                <a:srgbClr val="FBFFFF"/>
              </a:gs>
            </a:gsLst>
            <a:lin ang="16200000" scaled="0"/>
          </a:gradFill>
          <a:ln w="9525" cap="flat" cmpd="sng">
            <a:solidFill>
              <a:srgbClr val="000000"/>
            </a:solidFill>
            <a:prstDash val="solid"/>
            <a:round/>
            <a:headEnd type="none" w="sm" len="sm"/>
            <a:tailEnd type="none" w="sm" len="sm"/>
          </a:ln>
          <a:effectLst>
            <a:outerShdw blurRad="40000" dist="20000" dir="5400000" rotWithShape="0">
              <a:srgbClr val="000000">
                <a:alpha val="37647"/>
              </a:srgbClr>
            </a:outerShdw>
          </a:effectLst>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0" i="0" u="none" strike="noStrike" cap="none" dirty="0">
                <a:solidFill>
                  <a:srgbClr val="579130"/>
                </a:solidFill>
                <a:latin typeface="Corben"/>
                <a:ea typeface="Corben"/>
                <a:cs typeface="Corben"/>
                <a:sym typeface="Corben"/>
              </a:rPr>
              <a:t>DAY-25</a:t>
            </a:r>
            <a:endParaRPr sz="3200" dirty="0">
              <a:solidFill>
                <a:srgbClr val="579130"/>
              </a:solidFill>
              <a:latin typeface="Corben"/>
              <a:ea typeface="Corben"/>
              <a:cs typeface="Corben"/>
              <a:sym typeface="Corben"/>
            </a:endParaRPr>
          </a:p>
        </p:txBody>
      </p:sp>
      <p:sp>
        <p:nvSpPr>
          <p:cNvPr id="2" name="TextBox 1"/>
          <p:cNvSpPr txBox="1"/>
          <p:nvPr/>
        </p:nvSpPr>
        <p:spPr>
          <a:xfrm>
            <a:off x="4589890" y="3524363"/>
            <a:ext cx="1835759" cy="338554"/>
          </a:xfrm>
          <a:prstGeom prst="rect">
            <a:avLst/>
          </a:prstGeom>
          <a:noFill/>
        </p:spPr>
        <p:txBody>
          <a:bodyPr wrap="none" rtlCol="0">
            <a:spAutoFit/>
          </a:bodyPr>
          <a:lstStyle/>
          <a:p>
            <a:r>
              <a:rPr lang="en-US" sz="1600" b="1" dirty="0">
                <a:solidFill>
                  <a:srgbClr val="283E69"/>
                </a:solidFill>
              </a:rPr>
              <a:t>Anubhav Oberoy</a:t>
            </a:r>
          </a:p>
        </p:txBody>
      </p:sp>
      <p:sp>
        <p:nvSpPr>
          <p:cNvPr id="9" name="Subtitle 736">
            <a:extLst>
              <a:ext uri="{FF2B5EF4-FFF2-40B4-BE49-F238E27FC236}">
                <a16:creationId xmlns:a16="http://schemas.microsoft.com/office/drawing/2014/main" id="{700EA347-9CC8-4879-9255-16687B0BED48}"/>
              </a:ext>
            </a:extLst>
          </p:cNvPr>
          <p:cNvSpPr txBox="1">
            <a:spLocks/>
          </p:cNvSpPr>
          <p:nvPr/>
        </p:nvSpPr>
        <p:spPr>
          <a:xfrm>
            <a:off x="2698834" y="4484357"/>
            <a:ext cx="5086633" cy="531269"/>
          </a:xfrm>
          <a:prstGeom prst="rect">
            <a:avLst/>
          </a:prstGeom>
        </p:spPr>
        <p:txBody>
          <a:bodyPr vert="horz" lIns="0" tIns="60949" rIns="0" bIns="60949" rtlCol="0">
            <a:normAutofit/>
          </a:bodyPr>
          <a:lstStyle>
            <a:lvl1pPr marL="0" indent="0" algn="ctr" defTabSz="1218987" rtl="0" eaLnBrk="1" latinLnBrk="0" hangingPunct="1">
              <a:spcBef>
                <a:spcPct val="20000"/>
              </a:spcBef>
              <a:buFont typeface="Arial" pitchFamily="34" charset="0"/>
              <a:buNone/>
              <a:defRPr lang="en-US" sz="2400" kern="1200" smtClean="0">
                <a:solidFill>
                  <a:schemeClr val="accent2"/>
                </a:solidFill>
                <a:latin typeface="+mn-lt"/>
                <a:ea typeface="+mj-ea"/>
                <a:cs typeface="+mj-cs"/>
              </a:defRPr>
            </a:lvl1pPr>
            <a:lvl2pPr marL="609468" indent="0" algn="ctr" defTabSz="1218987" rtl="0" eaLnBrk="1" latinLnBrk="0" hangingPunct="1">
              <a:spcBef>
                <a:spcPct val="20000"/>
              </a:spcBef>
              <a:buFont typeface="Arial" pitchFamily="34" charset="0"/>
              <a:buNone/>
              <a:defRPr sz="3200" kern="1200">
                <a:solidFill>
                  <a:schemeClr val="tx1">
                    <a:tint val="75000"/>
                  </a:schemeClr>
                </a:solidFill>
                <a:latin typeface="+mj-lt"/>
                <a:ea typeface="+mn-ea"/>
                <a:cs typeface="+mn-cs"/>
              </a:defRPr>
            </a:lvl2pPr>
            <a:lvl3pPr marL="1218936" indent="0" algn="ctr" defTabSz="1218987" rtl="0" eaLnBrk="1" latinLnBrk="0" hangingPunct="1">
              <a:spcBef>
                <a:spcPct val="20000"/>
              </a:spcBef>
              <a:buFont typeface="Arial" pitchFamily="34" charset="0"/>
              <a:buNone/>
              <a:defRPr sz="2400" kern="1200">
                <a:solidFill>
                  <a:schemeClr val="tx1">
                    <a:tint val="75000"/>
                  </a:schemeClr>
                </a:solidFill>
                <a:latin typeface="+mj-lt"/>
                <a:ea typeface="+mn-ea"/>
                <a:cs typeface="+mn-cs"/>
              </a:defRPr>
            </a:lvl3pPr>
            <a:lvl4pPr marL="1828404"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4pPr>
            <a:lvl5pPr marL="2437872" indent="0" algn="ctr" defTabSz="1218987" rtl="0" eaLnBrk="1" latinLnBrk="0" hangingPunct="1">
              <a:spcBef>
                <a:spcPct val="20000"/>
              </a:spcBef>
              <a:buFont typeface="Arial" pitchFamily="34" charset="0"/>
              <a:buNone/>
              <a:defRPr sz="2000" kern="1200">
                <a:solidFill>
                  <a:schemeClr val="tx1">
                    <a:tint val="75000"/>
                  </a:schemeClr>
                </a:solidFill>
                <a:latin typeface="+mj-lt"/>
                <a:ea typeface="+mn-ea"/>
                <a:cs typeface="+mn-cs"/>
              </a:defRPr>
            </a:lvl5pPr>
            <a:lvl6pPr marL="3047340"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6pPr>
            <a:lvl7pPr marL="3656808"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7pPr>
            <a:lvl8pPr marL="4266275"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8pPr>
            <a:lvl9pPr marL="4875744" indent="0" algn="ctr" defTabSz="1218987" rtl="0" eaLnBrk="1" latinLnBrk="0" hangingPunct="1">
              <a:spcBef>
                <a:spcPct val="20000"/>
              </a:spcBef>
              <a:buFont typeface="Arial" pitchFamily="34" charset="0"/>
              <a:buNone/>
              <a:defRPr sz="2700" kern="1200">
                <a:solidFill>
                  <a:schemeClr val="tx1">
                    <a:tint val="75000"/>
                  </a:schemeClr>
                </a:solidFill>
                <a:latin typeface="+mn-lt"/>
                <a:ea typeface="+mn-ea"/>
                <a:cs typeface="+mn-cs"/>
              </a:defRPr>
            </a:lvl9pPr>
          </a:lstStyle>
          <a:p>
            <a:pPr>
              <a:buClrTx/>
            </a:pPr>
            <a:r>
              <a:rPr lang="en-IN" spc="100" dirty="0">
                <a:solidFill>
                  <a:srgbClr val="283E69"/>
                </a:solidFill>
                <a:latin typeface="Cooper Black" panose="0208090404030B020404" pitchFamily="18" charset="0"/>
              </a:rPr>
              <a:t>www.AnubhavTrainings.com</a:t>
            </a:r>
          </a:p>
        </p:txBody>
      </p:sp>
      <p:sp>
        <p:nvSpPr>
          <p:cNvPr id="11" name="TextBox 10">
            <a:extLst>
              <a:ext uri="{FF2B5EF4-FFF2-40B4-BE49-F238E27FC236}">
                <a16:creationId xmlns:a16="http://schemas.microsoft.com/office/drawing/2014/main" id="{66565992-7E12-89E4-D7DB-B3B44A1FB17D}"/>
              </a:ext>
            </a:extLst>
          </p:cNvPr>
          <p:cNvSpPr txBox="1"/>
          <p:nvPr/>
        </p:nvSpPr>
        <p:spPr>
          <a:xfrm>
            <a:off x="3388935" y="4846349"/>
            <a:ext cx="3963274" cy="338554"/>
          </a:xfrm>
          <a:prstGeom prst="rect">
            <a:avLst/>
          </a:prstGeom>
          <a:noFill/>
        </p:spPr>
        <p:txBody>
          <a:bodyPr wrap="square" rtlCol="0">
            <a:spAutoFit/>
          </a:bodyPr>
          <a:lstStyle/>
          <a:p>
            <a:pPr defTabSz="1218987">
              <a:buClrTx/>
              <a:buFontTx/>
              <a:buNone/>
            </a:pPr>
            <a:r>
              <a:rPr lang="en-US" sz="1600" b="1" kern="1200" dirty="0">
                <a:solidFill>
                  <a:srgbClr val="FFC000"/>
                </a:solidFill>
                <a:latin typeface="Segoe UI"/>
                <a:ea typeface="+mn-ea"/>
                <a:cs typeface="+mn-cs"/>
              </a:rPr>
              <a:t>Follow excellence with sheer passion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arn(inVertical)">
                                      <p:cBhvr>
                                        <p:cTn id="7" dur="500"/>
                                        <p:tgtEl>
                                          <p:spTgt spid="9"/>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500"/>
                                        </p:tgtEl>
                                        <p:attrNameLst>
                                          <p:attrName>style.visibility</p:attrName>
                                        </p:attrNameLst>
                                      </p:cBhvr>
                                      <p:to>
                                        <p:strVal val="visible"/>
                                      </p:to>
                                    </p:set>
                                    <p:animEffect transition="in" filter="barn(inVertical)">
                                      <p:cBhvr>
                                        <p:cTn id="15" dur="500"/>
                                        <p:tgtEl>
                                          <p:spTgt spid="500"/>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grpId="0" nodeType="clickEffect">
                                  <p:stCondLst>
                                    <p:cond delay="0"/>
                                  </p:stCondLst>
                                  <p:childTnLst>
                                    <p:set>
                                      <p:cBhvr>
                                        <p:cTn id="19" dur="1" fill="hold">
                                          <p:stCondLst>
                                            <p:cond delay="0"/>
                                          </p:stCondLst>
                                        </p:cTn>
                                        <p:tgtEl>
                                          <p:spTgt spid="496"/>
                                        </p:tgtEl>
                                        <p:attrNameLst>
                                          <p:attrName>style.visibility</p:attrName>
                                        </p:attrNameLst>
                                      </p:cBhvr>
                                      <p:to>
                                        <p:strVal val="visible"/>
                                      </p:to>
                                    </p:set>
                                    <p:animEffect transition="in" filter="barn(inVertical)">
                                      <p:cBhvr>
                                        <p:cTn id="20" dur="500"/>
                                        <p:tgtEl>
                                          <p:spTgt spid="496"/>
                                        </p:tgtEl>
                                      </p:cBhvr>
                                    </p:animEffect>
                                  </p:childTnLst>
                                </p:cTn>
                              </p:par>
                              <p:par>
                                <p:cTn id="21" presetID="16" presetClass="entr" presetSubtype="21" fill="hold" grpId="0" nodeType="withEffect">
                                  <p:stCondLst>
                                    <p:cond delay="0"/>
                                  </p:stCondLst>
                                  <p:childTnLst>
                                    <p:set>
                                      <p:cBhvr>
                                        <p:cTn id="22" dur="1" fill="hold">
                                          <p:stCondLst>
                                            <p:cond delay="0"/>
                                          </p:stCondLst>
                                        </p:cTn>
                                        <p:tgtEl>
                                          <p:spTgt spid="2"/>
                                        </p:tgtEl>
                                        <p:attrNameLst>
                                          <p:attrName>style.visibility</p:attrName>
                                        </p:attrNameLst>
                                      </p:cBhvr>
                                      <p:to>
                                        <p:strVal val="visible"/>
                                      </p:to>
                                    </p:set>
                                    <p:animEffect transition="in" filter="barn(inVertical)">
                                      <p:cBhvr>
                                        <p:cTn id="23"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6" grpId="0"/>
      <p:bldP spid="500" grpId="0" animBg="1"/>
      <p:bldP spid="2" grpId="0"/>
      <p:bldP spid="9" grpId="0"/>
      <p:bldP spid="11"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p:cNvPicPr>
            <a:picLocks noGrp="1" noChangeAspect="1"/>
          </p:cNvPicPr>
          <p:nvPr>
            <p:ph type="pic" idx="1"/>
          </p:nvPr>
        </p:nvPicPr>
        <p:blipFill rotWithShape="1">
          <a:blip r:embed="rId2" cstate="email">
            <a:extLst>
              <a:ext uri="{28A0092B-C50C-407E-A947-70E740481C1C}">
                <a14:useLocalDpi xmlns:a14="http://schemas.microsoft.com/office/drawing/2010/main"/>
              </a:ext>
            </a:extLst>
          </a:blip>
          <a:srcRect/>
          <a:stretch/>
        </p:blipFill>
        <p:spPr>
          <a:solidFill>
            <a:schemeClr val="bg1">
              <a:lumMod val="95000"/>
            </a:schemeClr>
          </a:solidFill>
        </p:spPr>
      </p:pic>
      <p:sp>
        <p:nvSpPr>
          <p:cNvPr id="13" name="Rectangle 12">
            <a:extLst>
              <a:ext uri="{FF2B5EF4-FFF2-40B4-BE49-F238E27FC236}">
                <a16:creationId xmlns:a16="http://schemas.microsoft.com/office/drawing/2014/main" id="{EE1D1380-BC28-F74F-8866-BD4C0AD42595}"/>
              </a:ext>
            </a:extLst>
          </p:cNvPr>
          <p:cNvSpPr/>
          <p:nvPr/>
        </p:nvSpPr>
        <p:spPr>
          <a:xfrm>
            <a:off x="1587" y="-13391"/>
            <a:ext cx="12185651" cy="7589135"/>
          </a:xfrm>
          <a:prstGeom prst="rect">
            <a:avLst/>
          </a:prstGeom>
          <a:solidFill>
            <a:schemeClr val="bg1">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en-US" sz="1799">
              <a:solidFill>
                <a:srgbClr val="FFFFFF"/>
              </a:solidFill>
              <a:latin typeface="Arial" panose="020B0604020202020204"/>
            </a:endParaRPr>
          </a:p>
        </p:txBody>
      </p:sp>
      <p:sp>
        <p:nvSpPr>
          <p:cNvPr id="6" name="Rectangle 5"/>
          <p:cNvSpPr/>
          <p:nvPr/>
        </p:nvSpPr>
        <p:spPr>
          <a:xfrm>
            <a:off x="1587" y="3190483"/>
            <a:ext cx="12185651" cy="2509639"/>
          </a:xfrm>
          <a:prstGeom prst="rect">
            <a:avLst/>
          </a:prstGeom>
          <a:gradFill flip="none" rotWithShape="1">
            <a:gsLst>
              <a:gs pos="13000">
                <a:srgbClr val="25B6C2">
                  <a:alpha val="50000"/>
                </a:srgbClr>
              </a:gs>
              <a:gs pos="100000">
                <a:srgbClr val="0692DB">
                  <a:alpha val="50000"/>
                </a:srgbClr>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7" name="Rectangle 6"/>
          <p:cNvSpPr/>
          <p:nvPr/>
        </p:nvSpPr>
        <p:spPr>
          <a:xfrm>
            <a:off x="1587" y="3362982"/>
            <a:ext cx="12185651" cy="2127761"/>
          </a:xfrm>
          <a:prstGeom prst="rect">
            <a:avLst/>
          </a:prstGeom>
          <a:gradFill flip="none" rotWithShape="1">
            <a:gsLst>
              <a:gs pos="13000">
                <a:srgbClr val="25B6C2"/>
              </a:gs>
              <a:gs pos="100000">
                <a:srgbClr val="0692DB"/>
              </a:gs>
            </a:gsLst>
            <a:lin ang="27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3943">
              <a:defRPr/>
            </a:pPr>
            <a:endParaRPr lang="ko-KR" altLang="en-US" sz="1799">
              <a:solidFill>
                <a:srgbClr val="FFFFFF"/>
              </a:solidFill>
              <a:latin typeface="Arial" panose="020B0604020202020204"/>
              <a:ea typeface="굴림" panose="020B0600000101010101" pitchFamily="34" charset="-127"/>
            </a:endParaRPr>
          </a:p>
        </p:txBody>
      </p:sp>
      <p:sp>
        <p:nvSpPr>
          <p:cNvPr id="19" name="TextBox 18">
            <a:extLst>
              <a:ext uri="{FF2B5EF4-FFF2-40B4-BE49-F238E27FC236}">
                <a16:creationId xmlns:a16="http://schemas.microsoft.com/office/drawing/2014/main" id="{B945CD40-9ABD-7441-A0F8-C5ACA34BB34C}"/>
              </a:ext>
            </a:extLst>
          </p:cNvPr>
          <p:cNvSpPr txBox="1"/>
          <p:nvPr/>
        </p:nvSpPr>
        <p:spPr>
          <a:xfrm>
            <a:off x="3840714" y="3436579"/>
            <a:ext cx="4507397" cy="646163"/>
          </a:xfrm>
          <a:prstGeom prst="rect">
            <a:avLst/>
          </a:prstGeom>
          <a:noFill/>
          <a:ln>
            <a:noFill/>
          </a:ln>
        </p:spPr>
        <p:txBody>
          <a:bodyPr wrap="square" rtlCol="0">
            <a:spAutoFit/>
          </a:bodyPr>
          <a:lstStyle/>
          <a:p>
            <a:pPr algn="ctr" defTabSz="913943">
              <a:defRPr/>
            </a:pPr>
            <a:r>
              <a:rPr lang="en-IN" sz="3599" b="1" dirty="0">
                <a:solidFill>
                  <a:srgbClr val="FFFFFF"/>
                </a:solidFill>
                <a:latin typeface="Arial" panose="020B0604020202020204" pitchFamily="34" charset="0"/>
                <a:ea typeface="Cambria" panose="02040503050406030204" pitchFamily="18" charset="0"/>
                <a:cs typeface="Arial" panose="020B0604020202020204" pitchFamily="34" charset="0"/>
              </a:rPr>
              <a:t>DISCLAIMER</a:t>
            </a:r>
            <a:endParaRPr lang="en-US" sz="3299" spc="150" dirty="0">
              <a:solidFill>
                <a:srgbClr val="FFFFFF"/>
              </a:solidFill>
              <a:latin typeface="Arial" panose="020B0604020202020204" pitchFamily="34" charset="0"/>
              <a:ea typeface="Lato Medium" panose="020F0502020204030203" pitchFamily="34" charset="0"/>
              <a:cs typeface="Arial" panose="020B0604020202020204" pitchFamily="34" charset="0"/>
            </a:endParaRPr>
          </a:p>
        </p:txBody>
      </p:sp>
      <p:sp>
        <p:nvSpPr>
          <p:cNvPr id="20" name="TextBox 19">
            <a:extLst>
              <a:ext uri="{FF2B5EF4-FFF2-40B4-BE49-F238E27FC236}">
                <a16:creationId xmlns:a16="http://schemas.microsoft.com/office/drawing/2014/main" id="{B945CD40-9ABD-7441-A0F8-C5ACA34BB34C}"/>
              </a:ext>
            </a:extLst>
          </p:cNvPr>
          <p:cNvSpPr txBox="1"/>
          <p:nvPr/>
        </p:nvSpPr>
        <p:spPr>
          <a:xfrm>
            <a:off x="442020" y="4059852"/>
            <a:ext cx="11304786" cy="1200016"/>
          </a:xfrm>
          <a:prstGeom prst="rect">
            <a:avLst/>
          </a:prstGeom>
          <a:noFill/>
          <a:ln>
            <a:noFill/>
          </a:ln>
        </p:spPr>
        <p:txBody>
          <a:bodyPr wrap="square" rtlCol="0">
            <a:spAutoFit/>
          </a:bodyPr>
          <a:lstStyle/>
          <a:p>
            <a:pPr algn="ctr" defTabSz="913943">
              <a:defRPr/>
            </a:pPr>
            <a:r>
              <a:rPr lang="en-IN" sz="2399" dirty="0">
                <a:solidFill>
                  <a:srgbClr val="FFFFFF"/>
                </a:solidFill>
                <a:latin typeface="Arial" panose="020B0604020202020204" pitchFamily="34" charset="0"/>
                <a:cs typeface="Arial" panose="020B0604020202020204" pitchFamily="34" charset="0"/>
              </a:rPr>
              <a:t>The training content and delivery of this presentation is confidential, and cannot be recorded, or copied and distributed to any third party, without the written consent of Anubhav Trainings</a:t>
            </a:r>
          </a:p>
        </p:txBody>
      </p:sp>
      <p:pic>
        <p:nvPicPr>
          <p:cNvPr id="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3806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EA8F6A9E-4911-4C13-BF00-4BE4386AE0F7}"/>
              </a:ext>
            </a:extLst>
          </p:cNvPr>
          <p:cNvSpPr/>
          <p:nvPr/>
        </p:nvSpPr>
        <p:spPr>
          <a:xfrm>
            <a:off x="1718111" y="1105227"/>
            <a:ext cx="4889619" cy="840385"/>
          </a:xfrm>
          <a:prstGeom prst="roundRect">
            <a:avLst>
              <a:gd name="adj" fmla="val 18154"/>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6" name="Rectangle: Rounded Corners 35">
            <a:extLst>
              <a:ext uri="{FF2B5EF4-FFF2-40B4-BE49-F238E27FC236}">
                <a16:creationId xmlns:a16="http://schemas.microsoft.com/office/drawing/2014/main" id="{AF6E7713-5946-46A4-BF47-B37093B73CC4}"/>
              </a:ext>
            </a:extLst>
          </p:cNvPr>
          <p:cNvSpPr/>
          <p:nvPr/>
        </p:nvSpPr>
        <p:spPr>
          <a:xfrm>
            <a:off x="2134637" y="2352875"/>
            <a:ext cx="4889619" cy="840385"/>
          </a:xfrm>
          <a:prstGeom prst="roundRect">
            <a:avLst>
              <a:gd name="adj" fmla="val 1815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Rectangle: Rounded Corners 36">
            <a:extLst>
              <a:ext uri="{FF2B5EF4-FFF2-40B4-BE49-F238E27FC236}">
                <a16:creationId xmlns:a16="http://schemas.microsoft.com/office/drawing/2014/main" id="{5216E7A0-138C-422D-847B-06FB608C8E01}"/>
              </a:ext>
            </a:extLst>
          </p:cNvPr>
          <p:cNvSpPr/>
          <p:nvPr/>
        </p:nvSpPr>
        <p:spPr>
          <a:xfrm>
            <a:off x="2551163" y="3600523"/>
            <a:ext cx="4889619" cy="840385"/>
          </a:xfrm>
          <a:prstGeom prst="roundRect">
            <a:avLst>
              <a:gd name="adj" fmla="val 18154"/>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8" name="Rectangle: Rounded Corners 37">
            <a:extLst>
              <a:ext uri="{FF2B5EF4-FFF2-40B4-BE49-F238E27FC236}">
                <a16:creationId xmlns:a16="http://schemas.microsoft.com/office/drawing/2014/main" id="{2E200DD0-D348-45E6-9B6B-43B966A8FF8C}"/>
              </a:ext>
            </a:extLst>
          </p:cNvPr>
          <p:cNvSpPr/>
          <p:nvPr/>
        </p:nvSpPr>
        <p:spPr>
          <a:xfrm>
            <a:off x="2967689" y="4848171"/>
            <a:ext cx="4889619" cy="840385"/>
          </a:xfrm>
          <a:prstGeom prst="roundRect">
            <a:avLst>
              <a:gd name="adj" fmla="val 18154"/>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3" name="Picture Placeholder 22">
            <a:extLst>
              <a:ext uri="{FF2B5EF4-FFF2-40B4-BE49-F238E27FC236}">
                <a16:creationId xmlns:a16="http://schemas.microsoft.com/office/drawing/2014/main" id="{58189288-4068-4B20-8FAB-92E0830D6B2E}"/>
              </a:ext>
            </a:extLst>
          </p:cNvPr>
          <p:cNvPicPr>
            <a:picLocks noGrp="1" noChangeAspect="1"/>
          </p:cNvPicPr>
          <p:nvPr>
            <p:ph type="pic" sz="quarter" idx="13"/>
          </p:nvPr>
        </p:nvPicPr>
        <p:blipFill rotWithShape="1">
          <a:blip r:embed="rId3">
            <a:extLst>
              <a:ext uri="{28A0092B-C50C-407E-A947-70E740481C1C}">
                <a14:useLocalDpi xmlns:a14="http://schemas.microsoft.com/office/drawing/2010/main" val="0"/>
              </a:ext>
            </a:extLst>
          </a:blip>
          <a:srcRect l="39725" t="7760" r="8472" b="4056"/>
          <a:stretch/>
        </p:blipFill>
        <p:spPr>
          <a:xfrm>
            <a:off x="-1" y="-1"/>
            <a:ext cx="5662364" cy="6858000"/>
          </a:xfrm>
          <a:effectLst>
            <a:outerShdw blurRad="368300" dist="254000" dir="20580000" algn="tl" rotWithShape="0">
              <a:prstClr val="black">
                <a:alpha val="20000"/>
              </a:prstClr>
            </a:outerShdw>
          </a:effectLst>
        </p:spPr>
      </p:pic>
      <p:sp>
        <p:nvSpPr>
          <p:cNvPr id="31" name="Freeform: Shape 30">
            <a:extLst>
              <a:ext uri="{FF2B5EF4-FFF2-40B4-BE49-F238E27FC236}">
                <a16:creationId xmlns:a16="http://schemas.microsoft.com/office/drawing/2014/main" id="{C536E1EE-C900-4048-90CA-E22FBE51EE3B}"/>
              </a:ext>
            </a:extLst>
          </p:cNvPr>
          <p:cNvSpPr/>
          <p:nvPr/>
        </p:nvSpPr>
        <p:spPr>
          <a:xfrm>
            <a:off x="1718111" y="-1"/>
            <a:ext cx="3989979" cy="6814397"/>
          </a:xfrm>
          <a:custGeom>
            <a:avLst/>
            <a:gdLst>
              <a:gd name="connsiteX0" fmla="*/ 0 w 3989979"/>
              <a:gd name="connsiteY0" fmla="*/ 0 h 6814397"/>
              <a:gd name="connsiteX1" fmla="*/ 1282220 w 3989979"/>
              <a:gd name="connsiteY1" fmla="*/ 0 h 6814397"/>
              <a:gd name="connsiteX2" fmla="*/ 1402006 w 3989979"/>
              <a:gd name="connsiteY2" fmla="*/ 94133 h 6814397"/>
              <a:gd name="connsiteX3" fmla="*/ 3989979 w 3989979"/>
              <a:gd name="connsiteY3" fmla="*/ 5581812 h 6814397"/>
              <a:gd name="connsiteX4" fmla="*/ 3908037 w 3989979"/>
              <a:gd name="connsiteY4" fmla="*/ 6664843 h 6814397"/>
              <a:gd name="connsiteX5" fmla="*/ 3881330 w 3989979"/>
              <a:gd name="connsiteY5" fmla="*/ 6814397 h 6814397"/>
              <a:gd name="connsiteX6" fmla="*/ 3889285 w 3989979"/>
              <a:gd name="connsiteY6" fmla="*/ 6709775 h 6814397"/>
              <a:gd name="connsiteX7" fmla="*/ 3898539 w 3989979"/>
              <a:gd name="connsiteY7" fmla="*/ 6343812 h 6814397"/>
              <a:gd name="connsiteX8" fmla="*/ 176735 w 3989979"/>
              <a:gd name="connsiteY8" fmla="*/ 90518 h 6814397"/>
              <a:gd name="connsiteX9" fmla="*/ 0 w 3989979"/>
              <a:gd name="connsiteY9" fmla="*/ 0 h 6814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89979" h="6814397">
                <a:moveTo>
                  <a:pt x="0" y="0"/>
                </a:moveTo>
                <a:lnTo>
                  <a:pt x="1282220" y="0"/>
                </a:lnTo>
                <a:lnTo>
                  <a:pt x="1402006" y="94133"/>
                </a:lnTo>
                <a:cubicBezTo>
                  <a:pt x="2982546" y="1398511"/>
                  <a:pt x="3989979" y="3372512"/>
                  <a:pt x="3989979" y="5581812"/>
                </a:cubicBezTo>
                <a:cubicBezTo>
                  <a:pt x="3989979" y="5950029"/>
                  <a:pt x="3961995" y="6311709"/>
                  <a:pt x="3908037" y="6664843"/>
                </a:cubicBezTo>
                <a:lnTo>
                  <a:pt x="3881330" y="6814397"/>
                </a:lnTo>
                <a:lnTo>
                  <a:pt x="3889285" y="6709775"/>
                </a:lnTo>
                <a:cubicBezTo>
                  <a:pt x="3895430" y="6588564"/>
                  <a:pt x="3898539" y="6466551"/>
                  <a:pt x="3898539" y="6343812"/>
                </a:cubicBezTo>
                <a:cubicBezTo>
                  <a:pt x="3898539" y="3643557"/>
                  <a:pt x="2393609" y="1294797"/>
                  <a:pt x="176735" y="90518"/>
                </a:cubicBezTo>
                <a:lnTo>
                  <a:pt x="0" y="0"/>
                </a:lnTo>
                <a:close/>
              </a:path>
            </a:pathLst>
          </a:custGeom>
          <a:gradFill flip="none" rotWithShape="1">
            <a:gsLst>
              <a:gs pos="3000">
                <a:schemeClr val="accent1"/>
              </a:gs>
              <a:gs pos="100000">
                <a:schemeClr val="accent4"/>
              </a:gs>
            </a:gsLst>
            <a:path path="circle">
              <a:fillToRect r="100000" b="100000"/>
            </a:path>
            <a:tileRect l="-100000" t="-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41" name="TextBox 40">
            <a:extLst>
              <a:ext uri="{FF2B5EF4-FFF2-40B4-BE49-F238E27FC236}">
                <a16:creationId xmlns:a16="http://schemas.microsoft.com/office/drawing/2014/main" id="{E3F0EA58-87FF-4FBD-A2F2-8C01EFEECAF2}"/>
              </a:ext>
            </a:extLst>
          </p:cNvPr>
          <p:cNvSpPr txBox="1"/>
          <p:nvPr/>
        </p:nvSpPr>
        <p:spPr>
          <a:xfrm>
            <a:off x="5619826" y="1202254"/>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01</a:t>
            </a:r>
          </a:p>
        </p:txBody>
      </p:sp>
      <p:sp>
        <p:nvSpPr>
          <p:cNvPr id="42" name="TextBox 41">
            <a:extLst>
              <a:ext uri="{FF2B5EF4-FFF2-40B4-BE49-F238E27FC236}">
                <a16:creationId xmlns:a16="http://schemas.microsoft.com/office/drawing/2014/main" id="{73592A37-8994-4267-A0A4-4F9D2B0CA640}"/>
              </a:ext>
            </a:extLst>
          </p:cNvPr>
          <p:cNvSpPr txBox="1"/>
          <p:nvPr/>
        </p:nvSpPr>
        <p:spPr>
          <a:xfrm>
            <a:off x="6032781" y="2449902"/>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02</a:t>
            </a:r>
          </a:p>
        </p:txBody>
      </p:sp>
      <p:sp>
        <p:nvSpPr>
          <p:cNvPr id="43" name="TextBox 42">
            <a:extLst>
              <a:ext uri="{FF2B5EF4-FFF2-40B4-BE49-F238E27FC236}">
                <a16:creationId xmlns:a16="http://schemas.microsoft.com/office/drawing/2014/main" id="{FF2E8B29-6A17-40BB-94A2-F4C43336C48C}"/>
              </a:ext>
            </a:extLst>
          </p:cNvPr>
          <p:cNvSpPr txBox="1"/>
          <p:nvPr/>
        </p:nvSpPr>
        <p:spPr>
          <a:xfrm>
            <a:off x="6475232" y="3697550"/>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rPr>
              <a:t>03</a:t>
            </a:r>
          </a:p>
        </p:txBody>
      </p:sp>
      <p:sp>
        <p:nvSpPr>
          <p:cNvPr id="44" name="TextBox 43">
            <a:extLst>
              <a:ext uri="{FF2B5EF4-FFF2-40B4-BE49-F238E27FC236}">
                <a16:creationId xmlns:a16="http://schemas.microsoft.com/office/drawing/2014/main" id="{D9D30836-9CA2-4FC2-B426-C58A1B77DEBB}"/>
              </a:ext>
            </a:extLst>
          </p:cNvPr>
          <p:cNvSpPr txBox="1"/>
          <p:nvPr/>
        </p:nvSpPr>
        <p:spPr>
          <a:xfrm>
            <a:off x="6868523" y="4945198"/>
            <a:ext cx="710451" cy="646331"/>
          </a:xfrm>
          <a:prstGeom prst="rect">
            <a:avLst/>
          </a:prstGeom>
          <a:noFill/>
          <a:effectLst>
            <a:outerShdw dist="50800" dir="2700000" algn="tl" rotWithShape="0">
              <a:prstClr val="black">
                <a:alpha val="17000"/>
              </a:prstClr>
            </a:outerShdw>
          </a:effectLst>
        </p:spPr>
        <p:txBody>
          <a:bodyPr wrap="none" rtlCol="0">
            <a:spAutoFit/>
          </a:bodyPr>
          <a:lstStyle/>
          <a:p>
            <a:pPr algn="ctr"/>
            <a:r>
              <a:rPr lang="en-IN" sz="3600" b="1">
                <a:solidFill>
                  <a:schemeClr val="bg1"/>
                </a:solidFill>
                <a:latin typeface="Open Sans" panose="020B0606030504020204" pitchFamily="34" charset="0"/>
                <a:ea typeface="Open Sans" panose="020B0606030504020204" pitchFamily="34" charset="0"/>
                <a:cs typeface="Open Sans" panose="020B0606030504020204" pitchFamily="34" charset="0"/>
              </a:rPr>
              <a:t>04</a:t>
            </a:r>
            <a:endParaRPr lang="en-IN" sz="3600" b="1" dirty="0">
              <a:solidFill>
                <a:schemeClr val="bg1"/>
              </a:solidFill>
              <a:latin typeface="Open Sans" panose="020B0606030504020204" pitchFamily="34" charset="0"/>
              <a:ea typeface="Open Sans" panose="020B0606030504020204" pitchFamily="34" charset="0"/>
              <a:cs typeface="Open Sans" panose="020B0606030504020204" pitchFamily="34" charset="0"/>
            </a:endParaRPr>
          </a:p>
        </p:txBody>
      </p:sp>
      <p:sp>
        <p:nvSpPr>
          <p:cNvPr id="45" name="Rectangle 44">
            <a:extLst>
              <a:ext uri="{FF2B5EF4-FFF2-40B4-BE49-F238E27FC236}">
                <a16:creationId xmlns:a16="http://schemas.microsoft.com/office/drawing/2014/main" id="{8D598D36-C5FC-4900-B880-D9AEBB01296E}"/>
              </a:ext>
            </a:extLst>
          </p:cNvPr>
          <p:cNvSpPr/>
          <p:nvPr/>
        </p:nvSpPr>
        <p:spPr>
          <a:xfrm>
            <a:off x="7255772" y="1076224"/>
            <a:ext cx="2597506" cy="369332"/>
          </a:xfrm>
          <a:prstGeom prst="rect">
            <a:avLst/>
          </a:prstGeom>
        </p:spPr>
        <p:txBody>
          <a:bodyPr wrap="square" lIns="0" rIns="0" anchor="ctr">
            <a:spAutoFit/>
          </a:bodyPr>
          <a:lstStyle/>
          <a:p>
            <a:r>
              <a:rPr lang="en-IN"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Determination</a:t>
            </a:r>
          </a:p>
        </p:txBody>
      </p:sp>
      <p:sp>
        <p:nvSpPr>
          <p:cNvPr id="49" name="Rectangle 48">
            <a:extLst>
              <a:ext uri="{FF2B5EF4-FFF2-40B4-BE49-F238E27FC236}">
                <a16:creationId xmlns:a16="http://schemas.microsoft.com/office/drawing/2014/main" id="{C0874C99-87AF-460C-9044-B8539EAC1769}"/>
              </a:ext>
            </a:extLst>
          </p:cNvPr>
          <p:cNvSpPr/>
          <p:nvPr/>
        </p:nvSpPr>
        <p:spPr>
          <a:xfrm>
            <a:off x="7712976" y="2373010"/>
            <a:ext cx="2597506" cy="369332"/>
          </a:xfrm>
          <a:prstGeom prst="rect">
            <a:avLst/>
          </a:prstGeom>
        </p:spPr>
        <p:txBody>
          <a:bodyPr wrap="square" lIns="0" rIns="0" anchor="ctr">
            <a:spAutoFit/>
          </a:bodyPr>
          <a:lstStyle/>
          <a:p>
            <a:r>
              <a:rPr lang="en-IN" sz="1800" b="1" dirty="0">
                <a:solidFill>
                  <a:schemeClr val="accent6">
                    <a:lumMod val="50000"/>
                    <a:lumOff val="50000"/>
                  </a:schemeClr>
                </a:solidFill>
                <a:latin typeface="Open Sans" panose="020B0606030504020204" pitchFamily="34" charset="0"/>
                <a:ea typeface="Open Sans" panose="020B0606030504020204" pitchFamily="34" charset="0"/>
                <a:cs typeface="Open Sans" panose="020B0606030504020204" pitchFamily="34" charset="0"/>
              </a:rPr>
              <a:t>Validation</a:t>
            </a:r>
          </a:p>
        </p:txBody>
      </p:sp>
      <p:sp>
        <p:nvSpPr>
          <p:cNvPr id="52" name="Rectangle 51">
            <a:extLst>
              <a:ext uri="{FF2B5EF4-FFF2-40B4-BE49-F238E27FC236}">
                <a16:creationId xmlns:a16="http://schemas.microsoft.com/office/drawing/2014/main" id="{20C13AF4-68B6-4226-9401-EDB6ED0540C2}"/>
              </a:ext>
            </a:extLst>
          </p:cNvPr>
          <p:cNvSpPr/>
          <p:nvPr/>
        </p:nvSpPr>
        <p:spPr>
          <a:xfrm>
            <a:off x="8207924" y="3739022"/>
            <a:ext cx="2597506" cy="369332"/>
          </a:xfrm>
          <a:prstGeom prst="rect">
            <a:avLst/>
          </a:prstGeom>
        </p:spPr>
        <p:txBody>
          <a:bodyPr wrap="square" lIns="0" rIns="0" anchor="ctr">
            <a:spAutoFit/>
          </a:bodyPr>
          <a:lstStyle/>
          <a:p>
            <a:r>
              <a:rPr lang="en-IN" sz="1800" b="1" dirty="0">
                <a:solidFill>
                  <a:schemeClr val="accent3"/>
                </a:solidFill>
                <a:latin typeface="Open Sans" panose="020B0606030504020204" pitchFamily="34" charset="0"/>
                <a:ea typeface="Open Sans" panose="020B0606030504020204" pitchFamily="34" charset="0"/>
                <a:cs typeface="Open Sans" panose="020B0606030504020204" pitchFamily="34" charset="0"/>
              </a:rPr>
              <a:t>Side Effect</a:t>
            </a:r>
          </a:p>
        </p:txBody>
      </p:sp>
      <p:sp>
        <p:nvSpPr>
          <p:cNvPr id="55" name="Rectangle 54">
            <a:extLst>
              <a:ext uri="{FF2B5EF4-FFF2-40B4-BE49-F238E27FC236}">
                <a16:creationId xmlns:a16="http://schemas.microsoft.com/office/drawing/2014/main" id="{C08D0B4E-C408-458A-9E80-98D57A618BD5}"/>
              </a:ext>
            </a:extLst>
          </p:cNvPr>
          <p:cNvSpPr/>
          <p:nvPr/>
        </p:nvSpPr>
        <p:spPr>
          <a:xfrm>
            <a:off x="8554525" y="4986670"/>
            <a:ext cx="2597506" cy="369332"/>
          </a:xfrm>
          <a:prstGeom prst="rect">
            <a:avLst/>
          </a:prstGeom>
        </p:spPr>
        <p:txBody>
          <a:bodyPr wrap="square" lIns="0" rIns="0" anchor="ctr">
            <a:spAutoFit/>
          </a:bodyPr>
          <a:lstStyle/>
          <a:p>
            <a:r>
              <a:rPr lang="en-IN" sz="1800" b="1" dirty="0">
                <a:solidFill>
                  <a:schemeClr val="accent4"/>
                </a:solidFill>
                <a:latin typeface="Open Sans" panose="020B0606030504020204" pitchFamily="34" charset="0"/>
                <a:ea typeface="Open Sans" panose="020B0606030504020204" pitchFamily="34" charset="0"/>
                <a:cs typeface="Open Sans" panose="020B0606030504020204" pitchFamily="34" charset="0"/>
              </a:rPr>
              <a:t>Draft</a:t>
            </a:r>
          </a:p>
        </p:txBody>
      </p:sp>
      <p:pic>
        <p:nvPicPr>
          <p:cNvPr id="2" name="Picture 4">
            <a:extLst>
              <a:ext uri="{FF2B5EF4-FFF2-40B4-BE49-F238E27FC236}">
                <a16:creationId xmlns:a16="http://schemas.microsoft.com/office/drawing/2014/main" id="{0ABA602A-777F-01F1-3482-2AA689766F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64161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11"/>
        <p:cNvGrpSpPr/>
        <p:nvPr/>
      </p:nvGrpSpPr>
      <p:grpSpPr>
        <a:xfrm>
          <a:off x="0" y="0"/>
          <a:ext cx="0" cy="0"/>
          <a:chOff x="0" y="0"/>
          <a:chExt cx="0" cy="0"/>
        </a:xfrm>
      </p:grpSpPr>
      <p:sp>
        <p:nvSpPr>
          <p:cNvPr id="1313" name="Google Shape;1313;p59"/>
          <p:cNvSpPr txBox="1"/>
          <p:nvPr/>
        </p:nvSpPr>
        <p:spPr>
          <a:xfrm>
            <a:off x="191294" y="895"/>
            <a:ext cx="11231710" cy="64616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Development Flow – Processor and Approver</a:t>
            </a:r>
            <a:endParaRPr sz="3599" dirty="0">
              <a:solidFill>
                <a:srgbClr val="FFC000"/>
              </a:solidFill>
              <a:latin typeface="Cooper Black" panose="0208090404030B020404" pitchFamily="18" charset="0"/>
              <a:ea typeface="Corben"/>
              <a:cs typeface="Corben"/>
              <a:sym typeface="Corben"/>
            </a:endParaRPr>
          </a:p>
        </p:txBody>
      </p:sp>
      <p:sp>
        <p:nvSpPr>
          <p:cNvPr id="1316" name="Google Shape;1316;p59"/>
          <p:cNvSpPr/>
          <p:nvPr/>
        </p:nvSpPr>
        <p:spPr>
          <a:xfrm>
            <a:off x="4438228" y="4869160"/>
            <a:ext cx="3096344" cy="1080120"/>
          </a:xfrm>
          <a:prstGeom prst="rect">
            <a:avLst/>
          </a:prstGeom>
          <a:solidFill>
            <a:srgbClr val="00B050"/>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Business Object (definition)</a:t>
            </a:r>
            <a:endParaRPr dirty="0"/>
          </a:p>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Includes the Travel, Booking and Booking Supplement CDS entities</a:t>
            </a:r>
            <a:endParaRPr dirty="0"/>
          </a:p>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100 fields</a:t>
            </a:r>
            <a:endParaRPr dirty="0"/>
          </a:p>
        </p:txBody>
      </p:sp>
      <p:sp>
        <p:nvSpPr>
          <p:cNvPr id="1317" name="Google Shape;1317;p59"/>
          <p:cNvSpPr/>
          <p:nvPr/>
        </p:nvSpPr>
        <p:spPr>
          <a:xfrm>
            <a:off x="405780" y="647098"/>
            <a:ext cx="3096344" cy="646203"/>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Fiori App – Processor</a:t>
            </a:r>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Create, update, delete, copy travel</a:t>
            </a:r>
            <a:endParaRPr/>
          </a:p>
        </p:txBody>
      </p:sp>
      <p:sp>
        <p:nvSpPr>
          <p:cNvPr id="1318" name="Google Shape;1318;p59"/>
          <p:cNvSpPr/>
          <p:nvPr/>
        </p:nvSpPr>
        <p:spPr>
          <a:xfrm>
            <a:off x="8882191" y="691641"/>
            <a:ext cx="3024336" cy="646203"/>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Calibri"/>
                <a:ea typeface="Calibri"/>
                <a:cs typeface="Calibri"/>
                <a:sym typeface="Calibri"/>
              </a:rPr>
              <a:t>Fiori App – Approver</a:t>
            </a:r>
            <a:endParaRPr/>
          </a:p>
          <a:p>
            <a:pPr marL="0" marR="0" lvl="0" indent="0" algn="ctr" rtl="0">
              <a:spcBef>
                <a:spcPts val="0"/>
              </a:spcBef>
              <a:spcAft>
                <a:spcPts val="0"/>
              </a:spcAft>
              <a:buNone/>
            </a:pPr>
            <a:r>
              <a:rPr lang="en-US" sz="1400">
                <a:solidFill>
                  <a:schemeClr val="lt1"/>
                </a:solidFill>
                <a:latin typeface="Calibri"/>
                <a:ea typeface="Calibri"/>
                <a:cs typeface="Calibri"/>
                <a:sym typeface="Calibri"/>
              </a:rPr>
              <a:t>Display the travel request data</a:t>
            </a:r>
            <a:endParaRPr/>
          </a:p>
        </p:txBody>
      </p:sp>
      <p:sp>
        <p:nvSpPr>
          <p:cNvPr id="1319" name="Google Shape;1319;p59"/>
          <p:cNvSpPr/>
          <p:nvPr/>
        </p:nvSpPr>
        <p:spPr>
          <a:xfrm>
            <a:off x="456151" y="4849657"/>
            <a:ext cx="3024336" cy="108012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Business Object Projection</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For Processor</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30 fields to internet</a:t>
            </a:r>
            <a:endParaRPr dirty="0"/>
          </a:p>
        </p:txBody>
      </p:sp>
      <p:sp>
        <p:nvSpPr>
          <p:cNvPr id="1320" name="Google Shape;1320;p59"/>
          <p:cNvSpPr/>
          <p:nvPr/>
        </p:nvSpPr>
        <p:spPr>
          <a:xfrm>
            <a:off x="8882191" y="4869160"/>
            <a:ext cx="3024336" cy="108012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Business Object Projection </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For Approver</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25 fields</a:t>
            </a:r>
            <a:endParaRPr/>
          </a:p>
        </p:txBody>
      </p:sp>
      <p:cxnSp>
        <p:nvCxnSpPr>
          <p:cNvPr id="1321" name="Google Shape;1321;p59"/>
          <p:cNvCxnSpPr>
            <a:stCxn id="1316" idx="1"/>
            <a:endCxn id="1319" idx="3"/>
          </p:cNvCxnSpPr>
          <p:nvPr/>
        </p:nvCxnSpPr>
        <p:spPr>
          <a:xfrm flipH="1" flipV="1">
            <a:off x="3480487" y="5389717"/>
            <a:ext cx="957741" cy="19503"/>
          </a:xfrm>
          <a:prstGeom prst="straightConnector1">
            <a:avLst/>
          </a:prstGeom>
          <a:noFill/>
          <a:ln w="9525" cap="flat" cmpd="sng">
            <a:solidFill>
              <a:schemeClr val="accent1"/>
            </a:solidFill>
            <a:prstDash val="solid"/>
            <a:miter lim="800000"/>
            <a:headEnd type="none" w="sm" len="sm"/>
            <a:tailEnd type="triangle" w="med" len="med"/>
          </a:ln>
        </p:spPr>
      </p:cxnSp>
      <p:cxnSp>
        <p:nvCxnSpPr>
          <p:cNvPr id="1322" name="Google Shape;1322;p59"/>
          <p:cNvCxnSpPr>
            <a:stCxn id="1316" idx="3"/>
            <a:endCxn id="1320" idx="1"/>
          </p:cNvCxnSpPr>
          <p:nvPr/>
        </p:nvCxnSpPr>
        <p:spPr>
          <a:xfrm>
            <a:off x="7534572" y="5409220"/>
            <a:ext cx="1347600" cy="0"/>
          </a:xfrm>
          <a:prstGeom prst="straightConnector1">
            <a:avLst/>
          </a:prstGeom>
          <a:noFill/>
          <a:ln w="9525" cap="flat" cmpd="sng">
            <a:solidFill>
              <a:schemeClr val="accent1"/>
            </a:solidFill>
            <a:prstDash val="solid"/>
            <a:miter lim="800000"/>
            <a:headEnd type="none" w="sm" len="sm"/>
            <a:tailEnd type="triangle" w="med" len="med"/>
          </a:ln>
        </p:spPr>
      </p:cxnSp>
      <p:sp>
        <p:nvSpPr>
          <p:cNvPr id="1323" name="Google Shape;1323;p59"/>
          <p:cNvSpPr/>
          <p:nvPr/>
        </p:nvSpPr>
        <p:spPr>
          <a:xfrm>
            <a:off x="405780" y="2132856"/>
            <a:ext cx="3024336" cy="72008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MDE for Processor Projection</a:t>
            </a:r>
            <a:endParaRPr dirty="0"/>
          </a:p>
        </p:txBody>
      </p:sp>
      <p:sp>
        <p:nvSpPr>
          <p:cNvPr id="1324" name="Google Shape;1324;p59"/>
          <p:cNvSpPr/>
          <p:nvPr/>
        </p:nvSpPr>
        <p:spPr>
          <a:xfrm>
            <a:off x="8882191" y="2155416"/>
            <a:ext cx="3024336" cy="720080"/>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MDE for approver Projection</a:t>
            </a:r>
            <a:endParaRPr/>
          </a:p>
        </p:txBody>
      </p:sp>
      <p:cxnSp>
        <p:nvCxnSpPr>
          <p:cNvPr id="1325" name="Google Shape;1325;p59"/>
          <p:cNvCxnSpPr>
            <a:stCxn id="1319" idx="0"/>
            <a:endCxn id="1323" idx="2"/>
          </p:cNvCxnSpPr>
          <p:nvPr/>
        </p:nvCxnSpPr>
        <p:spPr>
          <a:xfrm flipH="1" flipV="1">
            <a:off x="1917948" y="2852936"/>
            <a:ext cx="50371" cy="1996721"/>
          </a:xfrm>
          <a:prstGeom prst="straightConnector1">
            <a:avLst/>
          </a:prstGeom>
          <a:noFill/>
          <a:ln w="9525" cap="flat" cmpd="sng">
            <a:solidFill>
              <a:schemeClr val="accent1"/>
            </a:solidFill>
            <a:prstDash val="solid"/>
            <a:miter lim="800000"/>
            <a:headEnd type="none" w="sm" len="sm"/>
            <a:tailEnd type="triangle" w="med" len="med"/>
          </a:ln>
        </p:spPr>
      </p:cxnSp>
      <p:cxnSp>
        <p:nvCxnSpPr>
          <p:cNvPr id="1326" name="Google Shape;1326;p59"/>
          <p:cNvCxnSpPr>
            <a:stCxn id="1320" idx="0"/>
            <a:endCxn id="1324" idx="2"/>
          </p:cNvCxnSpPr>
          <p:nvPr/>
        </p:nvCxnSpPr>
        <p:spPr>
          <a:xfrm rot="10800000">
            <a:off x="10394359" y="2875360"/>
            <a:ext cx="0" cy="1993800"/>
          </a:xfrm>
          <a:prstGeom prst="straightConnector1">
            <a:avLst/>
          </a:prstGeom>
          <a:noFill/>
          <a:ln w="9525" cap="flat" cmpd="sng">
            <a:solidFill>
              <a:schemeClr val="accent1"/>
            </a:solidFill>
            <a:prstDash val="solid"/>
            <a:miter lim="800000"/>
            <a:headEnd type="none" w="sm" len="sm"/>
            <a:tailEnd type="triangle" w="med" len="med"/>
          </a:ln>
        </p:spPr>
      </p:cxnSp>
      <p:sp>
        <p:nvSpPr>
          <p:cNvPr id="1327" name="Google Shape;1327;p59"/>
          <p:cNvSpPr/>
          <p:nvPr/>
        </p:nvSpPr>
        <p:spPr>
          <a:xfrm>
            <a:off x="405780" y="1412776"/>
            <a:ext cx="1584176" cy="600605"/>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Calibri"/>
                <a:ea typeface="Calibri"/>
                <a:cs typeface="Calibri"/>
                <a:sym typeface="Calibri"/>
              </a:rPr>
              <a:t>Service definition</a:t>
            </a:r>
            <a:endParaRPr/>
          </a:p>
        </p:txBody>
      </p:sp>
      <p:sp>
        <p:nvSpPr>
          <p:cNvPr id="1328" name="Google Shape;1328;p59"/>
          <p:cNvSpPr/>
          <p:nvPr/>
        </p:nvSpPr>
        <p:spPr>
          <a:xfrm>
            <a:off x="2061964" y="1416237"/>
            <a:ext cx="1440160" cy="600605"/>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Service Binding</a:t>
            </a:r>
            <a:endParaRPr dirty="0"/>
          </a:p>
        </p:txBody>
      </p:sp>
      <p:sp>
        <p:nvSpPr>
          <p:cNvPr id="1329" name="Google Shape;1329;p59"/>
          <p:cNvSpPr/>
          <p:nvPr/>
        </p:nvSpPr>
        <p:spPr>
          <a:xfrm>
            <a:off x="8855026" y="1464670"/>
            <a:ext cx="1584176" cy="600605"/>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Calibri"/>
                <a:ea typeface="Calibri"/>
                <a:cs typeface="Calibri"/>
                <a:sym typeface="Calibri"/>
              </a:rPr>
              <a:t>Service definition</a:t>
            </a:r>
            <a:endParaRPr/>
          </a:p>
        </p:txBody>
      </p:sp>
      <p:sp>
        <p:nvSpPr>
          <p:cNvPr id="1330" name="Google Shape;1330;p59"/>
          <p:cNvSpPr/>
          <p:nvPr/>
        </p:nvSpPr>
        <p:spPr>
          <a:xfrm>
            <a:off x="10511210" y="1468131"/>
            <a:ext cx="1440160" cy="600605"/>
          </a:xfrm>
          <a:prstGeom prst="rect">
            <a:avLst/>
          </a:prstGeom>
          <a:solidFill>
            <a:schemeClr val="accent1"/>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a:solidFill>
                  <a:schemeClr val="lt1"/>
                </a:solidFill>
                <a:latin typeface="Calibri"/>
                <a:ea typeface="Calibri"/>
                <a:cs typeface="Calibri"/>
                <a:sym typeface="Calibri"/>
              </a:rPr>
              <a:t>Service Binding</a:t>
            </a:r>
            <a:endParaRPr/>
          </a:p>
        </p:txBody>
      </p:sp>
      <p:pic>
        <p:nvPicPr>
          <p:cNvPr id="1332" name="Google Shape;1332;p59" descr="A green circle with a white tick in it&#10;&#10;Description automatically generated"/>
          <p:cNvPicPr preferRelativeResize="0"/>
          <p:nvPr/>
        </p:nvPicPr>
        <p:blipFill rotWithShape="1">
          <a:blip r:embed="rId3">
            <a:alphaModFix/>
          </a:blip>
          <a:srcRect/>
          <a:stretch/>
        </p:blipFill>
        <p:spPr>
          <a:xfrm>
            <a:off x="66713" y="6379793"/>
            <a:ext cx="457206" cy="457206"/>
          </a:xfrm>
          <a:prstGeom prst="rect">
            <a:avLst/>
          </a:prstGeom>
          <a:noFill/>
          <a:ln>
            <a:noFill/>
          </a:ln>
        </p:spPr>
      </p:pic>
      <p:sp>
        <p:nvSpPr>
          <p:cNvPr id="1336" name="Google Shape;1336;p59"/>
          <p:cNvSpPr/>
          <p:nvPr/>
        </p:nvSpPr>
        <p:spPr>
          <a:xfrm>
            <a:off x="4418057" y="3560437"/>
            <a:ext cx="3096344" cy="1080120"/>
          </a:xfrm>
          <a:prstGeom prst="rect">
            <a:avLst/>
          </a:prstGeom>
          <a:solidFill>
            <a:srgbClr val="00B050"/>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Behavior Definition (BDEF)</a:t>
            </a:r>
            <a:endParaRPr dirty="0"/>
          </a:p>
          <a:p>
            <a:pPr marL="0" marR="0" lvl="0" indent="0" algn="ctr" rtl="0">
              <a:spcBef>
                <a:spcPts val="0"/>
              </a:spcBef>
              <a:spcAft>
                <a:spcPts val="0"/>
              </a:spcAft>
              <a:buNone/>
            </a:pPr>
            <a:r>
              <a:rPr lang="en-US" sz="1600" dirty="0">
                <a:solidFill>
                  <a:schemeClr val="lt1"/>
                </a:solidFill>
                <a:latin typeface="Calibri"/>
                <a:ea typeface="Calibri"/>
                <a:cs typeface="Calibri"/>
                <a:sym typeface="Calibri"/>
              </a:rPr>
              <a:t>Tell RAP framework regarding our operations which needs to be supported for BO (managed)</a:t>
            </a:r>
            <a:endParaRPr dirty="0"/>
          </a:p>
        </p:txBody>
      </p:sp>
      <p:sp>
        <p:nvSpPr>
          <p:cNvPr id="1337" name="Google Shape;1337;p59"/>
          <p:cNvSpPr/>
          <p:nvPr/>
        </p:nvSpPr>
        <p:spPr>
          <a:xfrm>
            <a:off x="405780" y="3555658"/>
            <a:ext cx="3024336" cy="108012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BDEF Projection</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For Processor</a:t>
            </a:r>
            <a:endParaRPr dirty="0"/>
          </a:p>
          <a:p>
            <a:pPr marL="0" marR="0" lvl="0" indent="0" algn="ctr" rtl="0">
              <a:spcBef>
                <a:spcPts val="0"/>
              </a:spcBef>
              <a:spcAft>
                <a:spcPts val="0"/>
              </a:spcAft>
              <a:buNone/>
            </a:pPr>
            <a:r>
              <a:rPr lang="en-US" sz="1800" dirty="0">
                <a:solidFill>
                  <a:schemeClr val="lt1"/>
                </a:solidFill>
                <a:latin typeface="Calibri"/>
                <a:ea typeface="Calibri"/>
                <a:cs typeface="Calibri"/>
                <a:sym typeface="Calibri"/>
              </a:rPr>
              <a:t>Expose what is needed by a processor role in company</a:t>
            </a:r>
            <a:endParaRPr dirty="0"/>
          </a:p>
        </p:txBody>
      </p:sp>
      <p:cxnSp>
        <p:nvCxnSpPr>
          <p:cNvPr id="1338" name="Google Shape;1338;p59"/>
          <p:cNvCxnSpPr/>
          <p:nvPr/>
        </p:nvCxnSpPr>
        <p:spPr>
          <a:xfrm rot="10800000">
            <a:off x="3409945" y="4095718"/>
            <a:ext cx="1008112" cy="0"/>
          </a:xfrm>
          <a:prstGeom prst="straightConnector1">
            <a:avLst/>
          </a:prstGeom>
          <a:noFill/>
          <a:ln w="9525" cap="flat" cmpd="sng">
            <a:solidFill>
              <a:schemeClr val="accent1"/>
            </a:solidFill>
            <a:prstDash val="solid"/>
            <a:miter lim="800000"/>
            <a:headEnd type="none" w="sm" len="sm"/>
            <a:tailEnd type="triangle" w="med" len="med"/>
          </a:ln>
        </p:spPr>
      </p:cxnSp>
      <p:sp>
        <p:nvSpPr>
          <p:cNvPr id="1339" name="Google Shape;1339;p59"/>
          <p:cNvSpPr/>
          <p:nvPr/>
        </p:nvSpPr>
        <p:spPr>
          <a:xfrm>
            <a:off x="8853228" y="3557570"/>
            <a:ext cx="3024336" cy="1080120"/>
          </a:xfrm>
          <a:prstGeom prst="rect">
            <a:avLst/>
          </a:prstGeom>
          <a:solidFill>
            <a:srgbClr val="2F5496"/>
          </a:solidFill>
          <a:ln w="12700" cap="flat" cmpd="sng">
            <a:solidFill>
              <a:srgbClr val="1C3052"/>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a:solidFill>
                  <a:schemeClr val="lt1"/>
                </a:solidFill>
                <a:latin typeface="Calibri"/>
                <a:ea typeface="Calibri"/>
                <a:cs typeface="Calibri"/>
                <a:sym typeface="Calibri"/>
              </a:rPr>
              <a:t>BDEF Projection</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For Approver</a:t>
            </a:r>
            <a:endParaRPr/>
          </a:p>
          <a:p>
            <a:pPr marL="0" marR="0" lvl="0" indent="0" algn="ctr" rtl="0">
              <a:spcBef>
                <a:spcPts val="0"/>
              </a:spcBef>
              <a:spcAft>
                <a:spcPts val="0"/>
              </a:spcAft>
              <a:buNone/>
            </a:pPr>
            <a:r>
              <a:rPr lang="en-US" sz="1800">
                <a:solidFill>
                  <a:schemeClr val="lt1"/>
                </a:solidFill>
                <a:latin typeface="Calibri"/>
                <a:ea typeface="Calibri"/>
                <a:cs typeface="Calibri"/>
                <a:sym typeface="Calibri"/>
              </a:rPr>
              <a:t>Expose what is needed by a approver role in company</a:t>
            </a:r>
            <a:endParaRPr/>
          </a:p>
        </p:txBody>
      </p:sp>
      <p:cxnSp>
        <p:nvCxnSpPr>
          <p:cNvPr id="1340" name="Google Shape;1340;p59"/>
          <p:cNvCxnSpPr/>
          <p:nvPr/>
        </p:nvCxnSpPr>
        <p:spPr>
          <a:xfrm>
            <a:off x="7462564" y="4095718"/>
            <a:ext cx="1347619" cy="0"/>
          </a:xfrm>
          <a:prstGeom prst="straightConnector1">
            <a:avLst/>
          </a:prstGeom>
          <a:noFill/>
          <a:ln w="9525" cap="flat" cmpd="sng">
            <a:solidFill>
              <a:schemeClr val="accent1"/>
            </a:solidFill>
            <a:prstDash val="solid"/>
            <a:miter lim="800000"/>
            <a:headEnd type="none" w="sm" len="sm"/>
            <a:tailEnd type="triangle" w="med" len="med"/>
          </a:ln>
        </p:spPr>
      </p:cxnSp>
      <p:sp>
        <p:nvSpPr>
          <p:cNvPr id="3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pic>
        <p:nvPicPr>
          <p:cNvPr id="39"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pic>
        <p:nvPicPr>
          <p:cNvPr id="2" name="Google Shape;1332;p59" descr="A green circle with a white tick in it&#10;&#10;Description automatically generated">
            <a:extLst>
              <a:ext uri="{FF2B5EF4-FFF2-40B4-BE49-F238E27FC236}">
                <a16:creationId xmlns:a16="http://schemas.microsoft.com/office/drawing/2014/main" id="{76005F72-69C8-C4DF-6236-CD65A73A64F2}"/>
              </a:ext>
            </a:extLst>
          </p:cNvPr>
          <p:cNvPicPr preferRelativeResize="0"/>
          <p:nvPr/>
        </p:nvPicPr>
        <p:blipFill rotWithShape="1">
          <a:blip r:embed="rId3">
            <a:alphaModFix/>
          </a:blip>
          <a:srcRect/>
          <a:stretch/>
        </p:blipFill>
        <p:spPr>
          <a:xfrm>
            <a:off x="4251052" y="4751995"/>
            <a:ext cx="457206" cy="457206"/>
          </a:xfrm>
          <a:prstGeom prst="rect">
            <a:avLst/>
          </a:prstGeom>
          <a:noFill/>
          <a:ln>
            <a:noFill/>
          </a:ln>
        </p:spPr>
      </p:pic>
      <p:pic>
        <p:nvPicPr>
          <p:cNvPr id="3" name="Google Shape;1332;p59" descr="A green circle with a white tick in it&#10;&#10;Description automatically generated">
            <a:extLst>
              <a:ext uri="{FF2B5EF4-FFF2-40B4-BE49-F238E27FC236}">
                <a16:creationId xmlns:a16="http://schemas.microsoft.com/office/drawing/2014/main" id="{D433512C-334B-79D8-0205-26E3E32A1624}"/>
              </a:ext>
            </a:extLst>
          </p:cNvPr>
          <p:cNvPicPr preferRelativeResize="0"/>
          <p:nvPr/>
        </p:nvPicPr>
        <p:blipFill rotWithShape="1">
          <a:blip r:embed="rId3">
            <a:alphaModFix/>
          </a:blip>
          <a:srcRect/>
          <a:stretch/>
        </p:blipFill>
        <p:spPr>
          <a:xfrm>
            <a:off x="185083" y="4697257"/>
            <a:ext cx="457206" cy="457206"/>
          </a:xfrm>
          <a:prstGeom prst="rect">
            <a:avLst/>
          </a:prstGeom>
          <a:noFill/>
          <a:ln>
            <a:noFill/>
          </a:ln>
        </p:spPr>
      </p:pic>
      <p:pic>
        <p:nvPicPr>
          <p:cNvPr id="4" name="Google Shape;1332;p59" descr="A green circle with a white tick in it&#10;&#10;Description automatically generated">
            <a:extLst>
              <a:ext uri="{FF2B5EF4-FFF2-40B4-BE49-F238E27FC236}">
                <a16:creationId xmlns:a16="http://schemas.microsoft.com/office/drawing/2014/main" id="{C8D99C57-AF8A-034A-BCD2-15E06CACA78F}"/>
              </a:ext>
            </a:extLst>
          </p:cNvPr>
          <p:cNvPicPr preferRelativeResize="0"/>
          <p:nvPr/>
        </p:nvPicPr>
        <p:blipFill rotWithShape="1">
          <a:blip r:embed="rId3">
            <a:alphaModFix/>
          </a:blip>
          <a:srcRect/>
          <a:stretch/>
        </p:blipFill>
        <p:spPr>
          <a:xfrm>
            <a:off x="66713" y="1349779"/>
            <a:ext cx="457206" cy="457206"/>
          </a:xfrm>
          <a:prstGeom prst="rect">
            <a:avLst/>
          </a:prstGeom>
          <a:noFill/>
          <a:ln>
            <a:noFill/>
          </a:ln>
        </p:spPr>
      </p:pic>
      <p:pic>
        <p:nvPicPr>
          <p:cNvPr id="5" name="Google Shape;1332;p59" descr="A green circle with a white tick in it&#10;&#10;Description automatically generated">
            <a:extLst>
              <a:ext uri="{FF2B5EF4-FFF2-40B4-BE49-F238E27FC236}">
                <a16:creationId xmlns:a16="http://schemas.microsoft.com/office/drawing/2014/main" id="{656DB8F6-91C7-21B3-0F00-95D751F37CCF}"/>
              </a:ext>
            </a:extLst>
          </p:cNvPr>
          <p:cNvPicPr preferRelativeResize="0"/>
          <p:nvPr/>
        </p:nvPicPr>
        <p:blipFill rotWithShape="1">
          <a:blip r:embed="rId3">
            <a:alphaModFix/>
          </a:blip>
          <a:srcRect/>
          <a:stretch/>
        </p:blipFill>
        <p:spPr>
          <a:xfrm>
            <a:off x="3393023" y="1315991"/>
            <a:ext cx="457206" cy="457206"/>
          </a:xfrm>
          <a:prstGeom prst="rect">
            <a:avLst/>
          </a:prstGeom>
          <a:noFill/>
          <a:ln>
            <a:noFill/>
          </a:ln>
        </p:spPr>
      </p:pic>
      <mc:AlternateContent xmlns:mc="http://schemas.openxmlformats.org/markup-compatibility/2006" xmlns:p14="http://schemas.microsoft.com/office/powerpoint/2010/main">
        <mc:Choice Requires="p14">
          <p:contentPart p14:bwMode="auto" r:id="rId5">
            <p14:nvContentPartPr>
              <p14:cNvPr id="8" name="Ink 7">
                <a:extLst>
                  <a:ext uri="{FF2B5EF4-FFF2-40B4-BE49-F238E27FC236}">
                    <a16:creationId xmlns:a16="http://schemas.microsoft.com/office/drawing/2014/main" id="{83E4538C-8F61-FA7C-1202-5A3FBA8FFDCE}"/>
                  </a:ext>
                </a:extLst>
              </p14:cNvPr>
              <p14:cNvContentPartPr/>
              <p14:nvPr/>
            </p14:nvContentPartPr>
            <p14:xfrm>
              <a:off x="288292" y="6615382"/>
              <a:ext cx="360" cy="360"/>
            </p14:xfrm>
          </p:contentPart>
        </mc:Choice>
        <mc:Fallback xmlns="">
          <p:pic>
            <p:nvPicPr>
              <p:cNvPr id="8" name="Ink 7">
                <a:extLst>
                  <a:ext uri="{FF2B5EF4-FFF2-40B4-BE49-F238E27FC236}">
                    <a16:creationId xmlns:a16="http://schemas.microsoft.com/office/drawing/2014/main" id="{83E4538C-8F61-FA7C-1202-5A3FBA8FFDCE}"/>
                  </a:ext>
                </a:extLst>
              </p:cNvPr>
              <p:cNvPicPr/>
              <p:nvPr/>
            </p:nvPicPr>
            <p:blipFill>
              <a:blip r:embed="rId6"/>
              <a:stretch>
                <a:fillRect/>
              </a:stretch>
            </p:blipFill>
            <p:spPr>
              <a:xfrm>
                <a:off x="279292" y="6606382"/>
                <a:ext cx="18000" cy="18000"/>
              </a:xfrm>
              <a:prstGeom prst="rect">
                <a:avLst/>
              </a:prstGeom>
            </p:spPr>
          </p:pic>
        </mc:Fallback>
      </mc:AlternateContent>
      <p:pic>
        <p:nvPicPr>
          <p:cNvPr id="9" name="Google Shape;1332;p59" descr="A green circle with a white tick in it&#10;&#10;Description automatically generated">
            <a:extLst>
              <a:ext uri="{FF2B5EF4-FFF2-40B4-BE49-F238E27FC236}">
                <a16:creationId xmlns:a16="http://schemas.microsoft.com/office/drawing/2014/main" id="{EB2B8A03-3D4F-8C68-8797-C5726F10CDE5}"/>
              </a:ext>
            </a:extLst>
          </p:cNvPr>
          <p:cNvPicPr preferRelativeResize="0"/>
          <p:nvPr/>
        </p:nvPicPr>
        <p:blipFill rotWithShape="1">
          <a:blip r:embed="rId3">
            <a:alphaModFix/>
          </a:blip>
          <a:srcRect/>
          <a:stretch/>
        </p:blipFill>
        <p:spPr>
          <a:xfrm>
            <a:off x="37565" y="2016842"/>
            <a:ext cx="457206" cy="457206"/>
          </a:xfrm>
          <a:prstGeom prst="rect">
            <a:avLst/>
          </a:prstGeom>
          <a:noFill/>
          <a:ln>
            <a:noFill/>
          </a:ln>
        </p:spPr>
      </p:pic>
      <p:pic>
        <p:nvPicPr>
          <p:cNvPr id="6" name="Google Shape;1332;p59" descr="A green circle with a white tick in it&#10;&#10;Description automatically generated">
            <a:extLst>
              <a:ext uri="{FF2B5EF4-FFF2-40B4-BE49-F238E27FC236}">
                <a16:creationId xmlns:a16="http://schemas.microsoft.com/office/drawing/2014/main" id="{74FA3B13-9907-233F-652F-0FFD3CFE4D3F}"/>
              </a:ext>
            </a:extLst>
          </p:cNvPr>
          <p:cNvPicPr preferRelativeResize="0"/>
          <p:nvPr/>
        </p:nvPicPr>
        <p:blipFill rotWithShape="1">
          <a:blip r:embed="rId3">
            <a:alphaModFix/>
          </a:blip>
          <a:srcRect/>
          <a:stretch/>
        </p:blipFill>
        <p:spPr>
          <a:xfrm>
            <a:off x="4209625" y="3355639"/>
            <a:ext cx="457206" cy="457206"/>
          </a:xfrm>
          <a:prstGeom prst="rect">
            <a:avLst/>
          </a:prstGeom>
          <a:noFill/>
          <a:ln>
            <a:noFill/>
          </a:ln>
        </p:spPr>
      </p:pic>
      <p:pic>
        <p:nvPicPr>
          <p:cNvPr id="7" name="Google Shape;1332;p59" descr="A green circle with a white tick in it&#10;&#10;Description automatically generated">
            <a:extLst>
              <a:ext uri="{FF2B5EF4-FFF2-40B4-BE49-F238E27FC236}">
                <a16:creationId xmlns:a16="http://schemas.microsoft.com/office/drawing/2014/main" id="{0B39C809-E3E3-66C0-BF73-D93A753A9933}"/>
              </a:ext>
            </a:extLst>
          </p:cNvPr>
          <p:cNvPicPr preferRelativeResize="0"/>
          <p:nvPr/>
        </p:nvPicPr>
        <p:blipFill rotWithShape="1">
          <a:blip r:embed="rId3">
            <a:alphaModFix/>
          </a:blip>
          <a:srcRect/>
          <a:stretch/>
        </p:blipFill>
        <p:spPr>
          <a:xfrm>
            <a:off x="227548" y="3355639"/>
            <a:ext cx="457206" cy="457206"/>
          </a:xfrm>
          <a:prstGeom prst="rect">
            <a:avLst/>
          </a:prstGeom>
          <a:noFill/>
          <a:ln>
            <a:noFill/>
          </a:ln>
        </p:spPr>
      </p:pic>
    </p:spTree>
    <p:extLst>
      <p:ext uri="{BB962C8B-B14F-4D97-AF65-F5344CB8AC3E}">
        <p14:creationId xmlns:p14="http://schemas.microsoft.com/office/powerpoint/2010/main" val="15789704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66"/>
        <p:cNvGrpSpPr/>
        <p:nvPr/>
      </p:nvGrpSpPr>
      <p:grpSpPr>
        <a:xfrm>
          <a:off x="0" y="0"/>
          <a:ext cx="0" cy="0"/>
          <a:chOff x="0" y="0"/>
          <a:chExt cx="0" cy="0"/>
        </a:xfrm>
      </p:grpSpPr>
      <p:sp>
        <p:nvSpPr>
          <p:cNvPr id="1668" name="Google Shape;1668;p86"/>
          <p:cNvSpPr txBox="1"/>
          <p:nvPr/>
        </p:nvSpPr>
        <p:spPr>
          <a:xfrm>
            <a:off x="224979" y="788088"/>
            <a:ext cx="11806237" cy="120032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Many times we would like to perform business specific checks in our application, The rap framework is only responsible to perform CURDQ operations. It does not know what are all the business rules applies to our code.</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If we return FAILED and MESSAGE then the RAP will terminate the update/create and shows the message to the user on Fiori App.</a:t>
            </a:r>
            <a:endParaRPr sz="1800" dirty="0">
              <a:solidFill>
                <a:schemeClr val="dk1"/>
              </a:solidFill>
              <a:latin typeface="Calibri"/>
              <a:ea typeface="Calibri"/>
              <a:cs typeface="Calibri"/>
              <a:sym typeface="Calibri"/>
            </a:endParaRPr>
          </a:p>
        </p:txBody>
      </p:sp>
      <p:sp>
        <p:nvSpPr>
          <p:cNvPr id="1669" name="Google Shape;1669;p86"/>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Validations</a:t>
            </a:r>
            <a:endParaRPr sz="3599" dirty="0">
              <a:solidFill>
                <a:srgbClr val="FFC000"/>
              </a:solidFill>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a:defRPr/>
            </a:pPr>
            <a:r>
              <a:rPr lang="en-US" sz="1600" dirty="0">
                <a:solidFill>
                  <a:srgbClr val="75C042"/>
                </a:solidFill>
                <a:latin typeface="Cambria" panose="02040503050406030204" pitchFamily="18" charset="0"/>
                <a:ea typeface="Cambria" panose="02040503050406030204" pitchFamily="18" charset="0"/>
                <a:cs typeface="Corben"/>
                <a:sym typeface="Corben"/>
              </a:rPr>
              <a:t>www.anubhavtrainings.com</a:t>
            </a:r>
            <a:endParaRPr sz="1600" dirty="0">
              <a:solidFill>
                <a:srgbClr val="75C042"/>
              </a:solidFill>
              <a:latin typeface="Cambria" panose="02040503050406030204" pitchFamily="18" charset="0"/>
              <a:ea typeface="Cambria" panose="02040503050406030204" pitchFamily="18" charset="0"/>
              <a:cs typeface="Corben"/>
              <a:sym typeface="Corben"/>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D052E751-4B8F-86BA-79EF-89927C89EB30}"/>
                  </a:ext>
                </a:extLst>
              </p14:cNvPr>
              <p14:cNvContentPartPr/>
              <p14:nvPr/>
            </p14:nvContentPartPr>
            <p14:xfrm>
              <a:off x="2288812" y="2080102"/>
              <a:ext cx="360" cy="360"/>
            </p14:xfrm>
          </p:contentPart>
        </mc:Choice>
        <mc:Fallback xmlns="">
          <p:pic>
            <p:nvPicPr>
              <p:cNvPr id="2" name="Ink 1">
                <a:extLst>
                  <a:ext uri="{FF2B5EF4-FFF2-40B4-BE49-F238E27FC236}">
                    <a16:creationId xmlns:a16="http://schemas.microsoft.com/office/drawing/2014/main" id="{D052E751-4B8F-86BA-79EF-89927C89EB30}"/>
                  </a:ext>
                </a:extLst>
              </p:cNvPr>
              <p:cNvPicPr/>
              <p:nvPr/>
            </p:nvPicPr>
            <p:blipFill>
              <a:blip r:embed="rId5"/>
              <a:stretch>
                <a:fillRect/>
              </a:stretch>
            </p:blipFill>
            <p:spPr>
              <a:xfrm>
                <a:off x="2280172" y="2071462"/>
                <a:ext cx="18000" cy="18000"/>
              </a:xfrm>
              <a:prstGeom prst="rect">
                <a:avLst/>
              </a:prstGeom>
            </p:spPr>
          </p:pic>
        </mc:Fallback>
      </mc:AlternateContent>
    </p:spTree>
    <p:extLst>
      <p:ext uri="{BB962C8B-B14F-4D97-AF65-F5344CB8AC3E}">
        <p14:creationId xmlns:p14="http://schemas.microsoft.com/office/powerpoint/2010/main" val="3249403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668">
                                            <p:txEl>
                                              <p:pRg st="0" end="0"/>
                                            </p:txEl>
                                          </p:spTgt>
                                        </p:tgtEl>
                                        <p:attrNameLst>
                                          <p:attrName>style.visibility</p:attrName>
                                        </p:attrNameLst>
                                      </p:cBhvr>
                                      <p:to>
                                        <p:strVal val="visible"/>
                                      </p:to>
                                    </p:set>
                                    <p:animEffect transition="in" filter="fade">
                                      <p:cBhvr>
                                        <p:cTn id="7" dur="1000"/>
                                        <p:tgtEl>
                                          <p:spTgt spid="1668">
                                            <p:txEl>
                                              <p:pRg st="0" end="0"/>
                                            </p:txEl>
                                          </p:spTgt>
                                        </p:tgtEl>
                                      </p:cBhvr>
                                    </p:animEffect>
                                    <p:anim calcmode="lin" valueType="num">
                                      <p:cBhvr>
                                        <p:cTn id="8" dur="1000" fill="hold"/>
                                        <p:tgtEl>
                                          <p:spTgt spid="1668">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668">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668">
                                            <p:txEl>
                                              <p:pRg st="1" end="1"/>
                                            </p:txEl>
                                          </p:spTgt>
                                        </p:tgtEl>
                                        <p:attrNameLst>
                                          <p:attrName>style.visibility</p:attrName>
                                        </p:attrNameLst>
                                      </p:cBhvr>
                                      <p:to>
                                        <p:strVal val="visible"/>
                                      </p:to>
                                    </p:set>
                                    <p:animEffect transition="in" filter="fade">
                                      <p:cBhvr>
                                        <p:cTn id="12" dur="1000"/>
                                        <p:tgtEl>
                                          <p:spTgt spid="1668">
                                            <p:txEl>
                                              <p:pRg st="1" end="1"/>
                                            </p:txEl>
                                          </p:spTgt>
                                        </p:tgtEl>
                                      </p:cBhvr>
                                    </p:animEffect>
                                    <p:anim calcmode="lin" valueType="num">
                                      <p:cBhvr>
                                        <p:cTn id="13" dur="1000" fill="hold"/>
                                        <p:tgtEl>
                                          <p:spTgt spid="1668">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668">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75"/>
        <p:cNvGrpSpPr/>
        <p:nvPr/>
      </p:nvGrpSpPr>
      <p:grpSpPr>
        <a:xfrm>
          <a:off x="0" y="0"/>
          <a:ext cx="0" cy="0"/>
          <a:chOff x="0" y="0"/>
          <a:chExt cx="0" cy="0"/>
        </a:xfrm>
      </p:grpSpPr>
      <p:pic>
        <p:nvPicPr>
          <p:cNvPr id="1679" name="Google Shape;1679;p87" descr="Additional Save within the Transactional Processing"/>
          <p:cNvPicPr preferRelativeResize="0"/>
          <p:nvPr/>
        </p:nvPicPr>
        <p:blipFill rotWithShape="1">
          <a:blip r:embed="rId3">
            <a:alphaModFix/>
          </a:blip>
          <a:srcRect/>
          <a:stretch/>
        </p:blipFill>
        <p:spPr>
          <a:xfrm>
            <a:off x="4123544" y="50746"/>
            <a:ext cx="3672408" cy="6717297"/>
          </a:xfrm>
          <a:prstGeom prst="rect">
            <a:avLst/>
          </a:prstGeom>
          <a:noFill/>
          <a:ln>
            <a:noFill/>
          </a:ln>
        </p:spPr>
      </p:pic>
      <p:pic>
        <p:nvPicPr>
          <p:cNvPr id="6"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7"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a:defRPr/>
            </a:pPr>
            <a:r>
              <a:rPr lang="en-US" sz="1600" dirty="0">
                <a:solidFill>
                  <a:srgbClr val="75C042"/>
                </a:solidFill>
                <a:latin typeface="Cambria" panose="02040503050406030204" pitchFamily="18" charset="0"/>
                <a:ea typeface="Cambria" panose="02040503050406030204" pitchFamily="18" charset="0"/>
                <a:cs typeface="Corben"/>
                <a:sym typeface="Corben"/>
              </a:rPr>
              <a:t>www.anubhavtrainings.com</a:t>
            </a:r>
            <a:endParaRPr sz="1600" dirty="0">
              <a:solidFill>
                <a:srgbClr val="75C042"/>
              </a:solidFill>
              <a:latin typeface="Cambria" panose="02040503050406030204" pitchFamily="18" charset="0"/>
              <a:ea typeface="Cambria" panose="02040503050406030204" pitchFamily="18" charset="0"/>
              <a:cs typeface="Corben"/>
              <a:sym typeface="Corben"/>
            </a:endParaRPr>
          </a:p>
        </p:txBody>
      </p:sp>
    </p:spTree>
    <p:extLst>
      <p:ext uri="{BB962C8B-B14F-4D97-AF65-F5344CB8AC3E}">
        <p14:creationId xmlns:p14="http://schemas.microsoft.com/office/powerpoint/2010/main" val="5448068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92"/>
        <p:cNvGrpSpPr/>
        <p:nvPr/>
      </p:nvGrpSpPr>
      <p:grpSpPr>
        <a:xfrm>
          <a:off x="0" y="0"/>
          <a:ext cx="0" cy="0"/>
          <a:chOff x="0" y="0"/>
          <a:chExt cx="0" cy="0"/>
        </a:xfrm>
      </p:grpSpPr>
      <p:sp>
        <p:nvSpPr>
          <p:cNvPr id="1694" name="Google Shape;1694;p89"/>
          <p:cNvSpPr txBox="1"/>
          <p:nvPr/>
        </p:nvSpPr>
        <p:spPr>
          <a:xfrm>
            <a:off x="224979" y="788088"/>
            <a:ext cx="11806237" cy="230832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Side effects are useful in UI scenarios based on BO which makes the Fiori element UI know/aware about the data changes in backend. Whenever data is reevaluated in backend, the frontend is unaware of that, we need to make sure that the frontend make a forceful call to GET the data back on UI.</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The Fiori UI will never make an unnecessary call to perform a round trip. If we know that, a change in a field would certainly change the data in SAP system, we need to inform the same to RAP BO, so that it can make a GET call to reload the particular field value and display the updated data on UI. E.g. when we change the booking fee, or flight price under booking table, we need to reload the total price (which is getting calculated in backend using determination), this is exactly what the side effect can do for us.</a:t>
            </a:r>
            <a:endParaRPr sz="1800" dirty="0">
              <a:solidFill>
                <a:schemeClr val="dk1"/>
              </a:solidFill>
              <a:latin typeface="Calibri"/>
              <a:ea typeface="Calibri"/>
              <a:cs typeface="Calibri"/>
              <a:sym typeface="Calibri"/>
            </a:endParaRPr>
          </a:p>
        </p:txBody>
      </p:sp>
      <p:sp>
        <p:nvSpPr>
          <p:cNvPr id="1695" name="Google Shape;1695;p89"/>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Side Effects</a:t>
            </a:r>
            <a:endParaRPr sz="3599" dirty="0">
              <a:solidFill>
                <a:srgbClr val="FFC000"/>
              </a:solidFill>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extLst>
      <p:ext uri="{BB962C8B-B14F-4D97-AF65-F5344CB8AC3E}">
        <p14:creationId xmlns:p14="http://schemas.microsoft.com/office/powerpoint/2010/main" val="3448013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694">
                                            <p:txEl>
                                              <p:pRg st="0" end="0"/>
                                            </p:txEl>
                                          </p:spTgt>
                                        </p:tgtEl>
                                        <p:attrNameLst>
                                          <p:attrName>style.visibility</p:attrName>
                                        </p:attrNameLst>
                                      </p:cBhvr>
                                      <p:to>
                                        <p:strVal val="visible"/>
                                      </p:to>
                                    </p:set>
                                    <p:animEffect transition="in" filter="fade">
                                      <p:cBhvr>
                                        <p:cTn id="7" dur="1000"/>
                                        <p:tgtEl>
                                          <p:spTgt spid="1694">
                                            <p:txEl>
                                              <p:pRg st="0" end="0"/>
                                            </p:txEl>
                                          </p:spTgt>
                                        </p:tgtEl>
                                      </p:cBhvr>
                                    </p:animEffect>
                                    <p:anim calcmode="lin" valueType="num">
                                      <p:cBhvr>
                                        <p:cTn id="8" dur="1000" fill="hold"/>
                                        <p:tgtEl>
                                          <p:spTgt spid="169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69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694">
                                            <p:txEl>
                                              <p:pRg st="1" end="1"/>
                                            </p:txEl>
                                          </p:spTgt>
                                        </p:tgtEl>
                                        <p:attrNameLst>
                                          <p:attrName>style.visibility</p:attrName>
                                        </p:attrNameLst>
                                      </p:cBhvr>
                                      <p:to>
                                        <p:strVal val="visible"/>
                                      </p:to>
                                    </p:set>
                                    <p:animEffect transition="in" filter="fade">
                                      <p:cBhvr>
                                        <p:cTn id="14" dur="1000"/>
                                        <p:tgtEl>
                                          <p:spTgt spid="1694">
                                            <p:txEl>
                                              <p:pRg st="1" end="1"/>
                                            </p:txEl>
                                          </p:spTgt>
                                        </p:tgtEl>
                                      </p:cBhvr>
                                    </p:animEffect>
                                    <p:anim calcmode="lin" valueType="num">
                                      <p:cBhvr>
                                        <p:cTn id="15" dur="1000" fill="hold"/>
                                        <p:tgtEl>
                                          <p:spTgt spid="169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694">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10"/>
        <p:cNvGrpSpPr/>
        <p:nvPr/>
      </p:nvGrpSpPr>
      <p:grpSpPr>
        <a:xfrm>
          <a:off x="0" y="0"/>
          <a:ext cx="0" cy="0"/>
          <a:chOff x="0" y="0"/>
          <a:chExt cx="0" cy="0"/>
        </a:xfrm>
      </p:grpSpPr>
      <p:sp>
        <p:nvSpPr>
          <p:cNvPr id="1712" name="Google Shape;1712;p91"/>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Draft</a:t>
            </a:r>
            <a:endParaRPr sz="3599" dirty="0">
              <a:solidFill>
                <a:srgbClr val="FFC000"/>
              </a:solidFill>
              <a:latin typeface="Cooper Black" panose="0208090404030B020404" pitchFamily="18" charset="0"/>
              <a:ea typeface="Corben"/>
              <a:cs typeface="Corben"/>
              <a:sym typeface="Corben"/>
            </a:endParaRPr>
          </a:p>
        </p:txBody>
      </p:sp>
      <p:sp>
        <p:nvSpPr>
          <p:cNvPr id="1715" name="Google Shape;1715;p91"/>
          <p:cNvSpPr txBox="1"/>
          <p:nvPr/>
        </p:nvSpPr>
        <p:spPr>
          <a:xfrm>
            <a:off x="191294" y="741056"/>
            <a:ext cx="11521280" cy="193899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dirty="0">
                <a:solidFill>
                  <a:schemeClr val="dk1"/>
                </a:solidFill>
                <a:latin typeface="Calibri"/>
                <a:ea typeface="Calibri"/>
                <a:cs typeface="Calibri"/>
                <a:sym typeface="Calibri"/>
              </a:rPr>
              <a:t>Draft is a very important functionality of an enterprise application, which allows us</a:t>
            </a:r>
            <a:endParaRPr dirty="0"/>
          </a:p>
          <a:p>
            <a:pPr marL="342900" marR="0" lvl="0" indent="-342900" algn="l" rtl="0">
              <a:spcBef>
                <a:spcPts val="0"/>
              </a:spcBef>
              <a:spcAft>
                <a:spcPts val="0"/>
              </a:spcAft>
              <a:buClr>
                <a:schemeClr val="dk1"/>
              </a:buClr>
              <a:buSzPts val="2000"/>
              <a:buFont typeface="Arial"/>
              <a:buChar char="•"/>
            </a:pPr>
            <a:r>
              <a:rPr lang="en-US" sz="2000" dirty="0">
                <a:solidFill>
                  <a:schemeClr val="dk1"/>
                </a:solidFill>
                <a:latin typeface="Calibri"/>
                <a:ea typeface="Calibri"/>
                <a:cs typeface="Calibri"/>
                <a:sym typeface="Calibri"/>
              </a:rPr>
              <a:t>To create a stateful application from stateless</a:t>
            </a:r>
            <a:endParaRPr dirty="0"/>
          </a:p>
          <a:p>
            <a:pPr marL="342900" marR="0" lvl="0" indent="-342900" algn="l" rtl="0">
              <a:spcBef>
                <a:spcPts val="0"/>
              </a:spcBef>
              <a:spcAft>
                <a:spcPts val="0"/>
              </a:spcAft>
              <a:buClr>
                <a:schemeClr val="dk1"/>
              </a:buClr>
              <a:buSzPts val="2000"/>
              <a:buFont typeface="Arial"/>
              <a:buChar char="•"/>
            </a:pPr>
            <a:r>
              <a:rPr lang="en-US" sz="2000" dirty="0">
                <a:solidFill>
                  <a:schemeClr val="dk1"/>
                </a:solidFill>
                <a:latin typeface="Calibri"/>
                <a:ea typeface="Calibri"/>
                <a:cs typeface="Calibri"/>
                <a:sym typeface="Calibri"/>
              </a:rPr>
              <a:t>Store intermediate data in sap system</a:t>
            </a:r>
            <a:endParaRPr dirty="0"/>
          </a:p>
          <a:p>
            <a:pPr marL="342900" marR="0" lvl="0" indent="-342900" algn="l" rtl="0">
              <a:spcBef>
                <a:spcPts val="0"/>
              </a:spcBef>
              <a:spcAft>
                <a:spcPts val="0"/>
              </a:spcAft>
              <a:buClr>
                <a:schemeClr val="dk1"/>
              </a:buClr>
              <a:buSzPts val="2000"/>
              <a:buFont typeface="Arial"/>
              <a:buChar char="•"/>
            </a:pPr>
            <a:r>
              <a:rPr lang="en-US" sz="2000" dirty="0">
                <a:solidFill>
                  <a:schemeClr val="dk1"/>
                </a:solidFill>
                <a:latin typeface="Calibri"/>
                <a:ea typeface="Calibri"/>
                <a:cs typeface="Calibri"/>
                <a:sym typeface="Calibri"/>
              </a:rPr>
              <a:t>Perform validations on-fly, increases the collaboration with our app</a:t>
            </a:r>
            <a:endParaRPr dirty="0"/>
          </a:p>
          <a:p>
            <a:pPr marL="342900" marR="0" lvl="0" indent="-342900" algn="l" rtl="0">
              <a:spcBef>
                <a:spcPts val="0"/>
              </a:spcBef>
              <a:spcAft>
                <a:spcPts val="0"/>
              </a:spcAft>
              <a:buClr>
                <a:schemeClr val="dk1"/>
              </a:buClr>
              <a:buSzPts val="2000"/>
              <a:buFont typeface="Arial"/>
              <a:buChar char="•"/>
            </a:pPr>
            <a:r>
              <a:rPr lang="en-US" sz="2000" dirty="0">
                <a:solidFill>
                  <a:schemeClr val="dk1"/>
                </a:solidFill>
                <a:latin typeface="Calibri"/>
                <a:ea typeface="Calibri"/>
                <a:cs typeface="Calibri"/>
                <a:sym typeface="Calibri"/>
              </a:rPr>
              <a:t>Device switch</a:t>
            </a:r>
            <a:endParaRPr dirty="0"/>
          </a:p>
          <a:p>
            <a:pPr marL="342900" marR="0" lvl="0" indent="-342900" algn="l" rtl="0">
              <a:spcBef>
                <a:spcPts val="0"/>
              </a:spcBef>
              <a:spcAft>
                <a:spcPts val="0"/>
              </a:spcAft>
              <a:buClr>
                <a:schemeClr val="dk1"/>
              </a:buClr>
              <a:buSzPts val="2000"/>
              <a:buFont typeface="Arial"/>
              <a:buChar char="•"/>
            </a:pPr>
            <a:r>
              <a:rPr lang="en-US" sz="2000" dirty="0">
                <a:solidFill>
                  <a:schemeClr val="dk1"/>
                </a:solidFill>
                <a:latin typeface="Calibri"/>
                <a:ea typeface="Calibri"/>
                <a:cs typeface="Calibri"/>
                <a:sym typeface="Calibri"/>
              </a:rPr>
              <a:t>The </a:t>
            </a:r>
            <a:r>
              <a:rPr lang="en-US" sz="2000" dirty="0" err="1">
                <a:solidFill>
                  <a:schemeClr val="dk1"/>
                </a:solidFill>
                <a:latin typeface="Calibri"/>
                <a:ea typeface="Calibri"/>
                <a:cs typeface="Calibri"/>
                <a:sym typeface="Calibri"/>
              </a:rPr>
              <a:t>Odata</a:t>
            </a:r>
            <a:r>
              <a:rPr lang="en-US" sz="2000" dirty="0">
                <a:solidFill>
                  <a:schemeClr val="dk1"/>
                </a:solidFill>
                <a:latin typeface="Calibri"/>
                <a:ea typeface="Calibri"/>
                <a:cs typeface="Calibri"/>
                <a:sym typeface="Calibri"/>
              </a:rPr>
              <a:t> V4 never allow CURD operation without having draft feature to your BO</a:t>
            </a:r>
            <a:endParaRPr dirty="0"/>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extLst>
      <p:ext uri="{BB962C8B-B14F-4D97-AF65-F5344CB8AC3E}">
        <p14:creationId xmlns:p14="http://schemas.microsoft.com/office/powerpoint/2010/main" val="20482840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715"/>
                                        </p:tgtEl>
                                        <p:attrNameLst>
                                          <p:attrName>style.visibility</p:attrName>
                                        </p:attrNameLst>
                                      </p:cBhvr>
                                      <p:to>
                                        <p:strVal val="visible"/>
                                      </p:to>
                                    </p:set>
                                    <p:animEffect transition="in" filter="fade">
                                      <p:cBhvr>
                                        <p:cTn id="7" dur="1000"/>
                                        <p:tgtEl>
                                          <p:spTgt spid="1715"/>
                                        </p:tgtEl>
                                      </p:cBhvr>
                                    </p:animEffect>
                                    <p:anim calcmode="lin" valueType="num">
                                      <p:cBhvr>
                                        <p:cTn id="8" dur="1000" fill="hold"/>
                                        <p:tgtEl>
                                          <p:spTgt spid="1715"/>
                                        </p:tgtEl>
                                        <p:attrNameLst>
                                          <p:attrName>ppt_x</p:attrName>
                                        </p:attrNameLst>
                                      </p:cBhvr>
                                      <p:tavLst>
                                        <p:tav tm="0">
                                          <p:val>
                                            <p:strVal val="#ppt_x"/>
                                          </p:val>
                                        </p:tav>
                                        <p:tav tm="100000">
                                          <p:val>
                                            <p:strVal val="#ppt_x"/>
                                          </p:val>
                                        </p:tav>
                                      </p:tavLst>
                                    </p:anim>
                                    <p:anim calcmode="lin" valueType="num">
                                      <p:cBhvr>
                                        <p:cTn id="9" dur="1000" fill="hold"/>
                                        <p:tgtEl>
                                          <p:spTgt spid="17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19"/>
        <p:cNvGrpSpPr/>
        <p:nvPr/>
      </p:nvGrpSpPr>
      <p:grpSpPr>
        <a:xfrm>
          <a:off x="0" y="0"/>
          <a:ext cx="0" cy="0"/>
          <a:chOff x="0" y="0"/>
          <a:chExt cx="0" cy="0"/>
        </a:xfrm>
      </p:grpSpPr>
      <p:sp>
        <p:nvSpPr>
          <p:cNvPr id="1721" name="Google Shape;1721;p92"/>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Draft Runtime</a:t>
            </a:r>
            <a:endParaRPr sz="3599" dirty="0">
              <a:solidFill>
                <a:srgbClr val="FFC000"/>
              </a:solidFill>
              <a:latin typeface="Cooper Black" panose="0208090404030B020404" pitchFamily="18" charset="0"/>
              <a:ea typeface="Corben"/>
              <a:cs typeface="Corben"/>
              <a:sym typeface="Corben"/>
            </a:endParaRPr>
          </a:p>
        </p:txBody>
      </p:sp>
      <p:pic>
        <p:nvPicPr>
          <p:cNvPr id="1724" name="Google Shape;1724;p92" descr="Life cycle of Draft and Active Data">
            <a:hlinkClick r:id="rId3"/>
          </p:cNvPr>
          <p:cNvPicPr preferRelativeResize="0"/>
          <p:nvPr/>
        </p:nvPicPr>
        <p:blipFill rotWithShape="1">
          <a:blip r:embed="rId4">
            <a:alphaModFix/>
          </a:blip>
          <a:srcRect/>
          <a:stretch/>
        </p:blipFill>
        <p:spPr>
          <a:xfrm>
            <a:off x="570689" y="1412776"/>
            <a:ext cx="10842488" cy="3888432"/>
          </a:xfrm>
          <a:prstGeom prst="rect">
            <a:avLst/>
          </a:prstGeom>
          <a:noFill/>
          <a:ln>
            <a:noFill/>
          </a:ln>
        </p:spPr>
      </p:pic>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extLst>
      <p:ext uri="{BB962C8B-B14F-4D97-AF65-F5344CB8AC3E}">
        <p14:creationId xmlns:p14="http://schemas.microsoft.com/office/powerpoint/2010/main" val="20475517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01"/>
        <p:cNvGrpSpPr/>
        <p:nvPr/>
      </p:nvGrpSpPr>
      <p:grpSpPr>
        <a:xfrm>
          <a:off x="0" y="0"/>
          <a:ext cx="0" cy="0"/>
          <a:chOff x="0" y="0"/>
          <a:chExt cx="0" cy="0"/>
        </a:xfrm>
      </p:grpSpPr>
      <p:sp>
        <p:nvSpPr>
          <p:cNvPr id="1703" name="Google Shape;1703;p90"/>
          <p:cNvSpPr txBox="1"/>
          <p:nvPr/>
        </p:nvSpPr>
        <p:spPr>
          <a:xfrm>
            <a:off x="224979" y="788088"/>
            <a:ext cx="11806237" cy="535531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Authorization control in RAP protects our business object against the unauthorized access of data. Authorization control is always relevant when the permission to execute an operation depends on a role of BO consumer. In the RAP, each read or modify request can be checked via authorization object against the user role before the request is finally executed and reaches data.</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The </a:t>
            </a:r>
            <a:r>
              <a:rPr lang="en-US" sz="1800" dirty="0" err="1">
                <a:solidFill>
                  <a:schemeClr val="dk1"/>
                </a:solidFill>
                <a:latin typeface="Calibri"/>
                <a:ea typeface="Calibri"/>
                <a:cs typeface="Calibri"/>
                <a:sym typeface="Calibri"/>
              </a:rPr>
              <a:t>auth</a:t>
            </a:r>
            <a:r>
              <a:rPr lang="en-US" sz="1800" dirty="0">
                <a:solidFill>
                  <a:schemeClr val="dk1"/>
                </a:solidFill>
                <a:latin typeface="Calibri"/>
                <a:ea typeface="Calibri"/>
                <a:cs typeface="Calibri"/>
                <a:sym typeface="Calibri"/>
              </a:rPr>
              <a:t> check with </a:t>
            </a:r>
            <a:r>
              <a:rPr lang="en-US" sz="1800" dirty="0" err="1">
                <a:solidFill>
                  <a:schemeClr val="dk1"/>
                </a:solidFill>
                <a:latin typeface="Calibri"/>
                <a:ea typeface="Calibri"/>
                <a:cs typeface="Calibri"/>
                <a:sym typeface="Calibri"/>
              </a:rPr>
              <a:t>auth</a:t>
            </a:r>
            <a:r>
              <a:rPr lang="en-US" sz="1800" dirty="0">
                <a:solidFill>
                  <a:schemeClr val="dk1"/>
                </a:solidFill>
                <a:latin typeface="Calibri"/>
                <a:ea typeface="Calibri"/>
                <a:cs typeface="Calibri"/>
                <a:sym typeface="Calibri"/>
              </a:rPr>
              <a:t> object is called from </a:t>
            </a:r>
            <a:r>
              <a:rPr lang="en-US" sz="1800" dirty="0" err="1">
                <a:solidFill>
                  <a:schemeClr val="dk1"/>
                </a:solidFill>
                <a:latin typeface="Calibri"/>
                <a:ea typeface="Calibri"/>
                <a:cs typeface="Calibri"/>
                <a:sym typeface="Calibri"/>
              </a:rPr>
              <a:t>cds</a:t>
            </a:r>
            <a:r>
              <a:rPr lang="en-US" sz="1800" dirty="0">
                <a:solidFill>
                  <a:schemeClr val="dk1"/>
                </a:solidFill>
                <a:latin typeface="Calibri"/>
                <a:ea typeface="Calibri"/>
                <a:cs typeface="Calibri"/>
                <a:sym typeface="Calibri"/>
              </a:rPr>
              <a:t> entities in case of read request – was covered in Anubhav trainings abap on hana course</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And behavior implementation in case of modify request</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dirty="0">
                <a:solidFill>
                  <a:schemeClr val="dk1"/>
                </a:solidFill>
                <a:latin typeface="Calibri"/>
                <a:ea typeface="Calibri"/>
                <a:cs typeface="Calibri"/>
                <a:sym typeface="Calibri"/>
              </a:rPr>
              <a:t>Global authorization</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Global authorization is used for all authorization checks that only depends on the user.</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Global authorization checks can be implemented both for static and instance bound operations</a:t>
            </a:r>
            <a:endParaRPr dirty="0"/>
          </a:p>
          <a:p>
            <a:pPr marL="0" marR="0" lvl="0" indent="0" algn="l" rtl="0">
              <a:spcBef>
                <a:spcPts val="0"/>
              </a:spcBef>
              <a:spcAft>
                <a:spcPts val="0"/>
              </a:spcAft>
              <a:buNone/>
            </a:pPr>
            <a:r>
              <a:rPr lang="en-US" sz="1800" b="1" dirty="0">
                <a:solidFill>
                  <a:schemeClr val="dk1"/>
                </a:solidFill>
                <a:latin typeface="Calibri"/>
                <a:ea typeface="Calibri"/>
                <a:cs typeface="Calibri"/>
                <a:sym typeface="Calibri"/>
              </a:rPr>
              <a:t>Instance authorization</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Instance authorization is used for all </a:t>
            </a:r>
            <a:r>
              <a:rPr lang="en-US" sz="1800" dirty="0" err="1">
                <a:solidFill>
                  <a:schemeClr val="dk1"/>
                </a:solidFill>
                <a:latin typeface="Calibri"/>
                <a:ea typeface="Calibri"/>
                <a:cs typeface="Calibri"/>
                <a:sym typeface="Calibri"/>
              </a:rPr>
              <a:t>auth</a:t>
            </a:r>
            <a:r>
              <a:rPr lang="en-US" sz="1800" dirty="0">
                <a:solidFill>
                  <a:schemeClr val="dk1"/>
                </a:solidFill>
                <a:latin typeface="Calibri"/>
                <a:ea typeface="Calibri"/>
                <a:cs typeface="Calibri"/>
                <a:sym typeface="Calibri"/>
              </a:rPr>
              <a:t> checks that, in addition to the user role, depend on the state of the entity instance in question (like exact record level). Its only possible for instance based operation</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Operations that are executed from instance </a:t>
            </a:r>
            <a:r>
              <a:rPr lang="en-US" sz="1800" dirty="0" err="1">
                <a:solidFill>
                  <a:schemeClr val="dk1"/>
                </a:solidFill>
                <a:latin typeface="Calibri"/>
                <a:ea typeface="Calibri"/>
                <a:cs typeface="Calibri"/>
                <a:sym typeface="Calibri"/>
              </a:rPr>
              <a:t>auth</a:t>
            </a:r>
            <a:r>
              <a:rPr lang="en-US" sz="1800" dirty="0">
                <a:solidFill>
                  <a:schemeClr val="dk1"/>
                </a:solidFill>
                <a:latin typeface="Calibri"/>
                <a:ea typeface="Calibri"/>
                <a:cs typeface="Calibri"/>
                <a:sym typeface="Calibri"/>
              </a:rPr>
              <a:t> are CREATE and static actions</a:t>
            </a:r>
            <a:endParaRPr dirty="0"/>
          </a:p>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a:p>
            <a:pPr marL="0" marR="0" lvl="0" indent="0" algn="l" rtl="0">
              <a:spcBef>
                <a:spcPts val="0"/>
              </a:spcBef>
              <a:spcAft>
                <a:spcPts val="0"/>
              </a:spcAft>
              <a:buNone/>
            </a:pPr>
            <a:r>
              <a:rPr lang="en-US" sz="1800" b="1" dirty="0">
                <a:solidFill>
                  <a:schemeClr val="dk1"/>
                </a:solidFill>
                <a:latin typeface="Calibri"/>
                <a:ea typeface="Calibri"/>
                <a:cs typeface="Calibri"/>
                <a:sym typeface="Calibri"/>
              </a:rPr>
              <a:t>Use case</a:t>
            </a:r>
            <a:r>
              <a:rPr lang="en-US" sz="1800" dirty="0">
                <a:solidFill>
                  <a:schemeClr val="dk1"/>
                </a:solidFill>
                <a:latin typeface="Calibri"/>
                <a:ea typeface="Calibri"/>
                <a:cs typeface="Calibri"/>
                <a:sym typeface="Calibri"/>
              </a:rPr>
              <a:t>: when a user tries to edit a travel request, if the travel request status is cancelled, then we need to check that if he/she is a manager or not. Only managers can edit a cancelled travel request. Since each travel request is different, we need to go with instance-based authorizations.</a:t>
            </a:r>
            <a:endParaRPr dirty="0"/>
          </a:p>
        </p:txBody>
      </p:sp>
      <p:sp>
        <p:nvSpPr>
          <p:cNvPr id="1704" name="Google Shape;1704;p90"/>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Authorization</a:t>
            </a:r>
            <a:endParaRPr sz="3599" dirty="0">
              <a:solidFill>
                <a:srgbClr val="FFC000"/>
              </a:solidFill>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extLst>
      <p:ext uri="{BB962C8B-B14F-4D97-AF65-F5344CB8AC3E}">
        <p14:creationId xmlns:p14="http://schemas.microsoft.com/office/powerpoint/2010/main" val="3640329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703">
                                            <p:txEl>
                                              <p:pRg st="0" end="0"/>
                                            </p:txEl>
                                          </p:spTgt>
                                        </p:tgtEl>
                                        <p:attrNameLst>
                                          <p:attrName>style.visibility</p:attrName>
                                        </p:attrNameLst>
                                      </p:cBhvr>
                                      <p:to>
                                        <p:strVal val="visible"/>
                                      </p:to>
                                    </p:set>
                                    <p:animEffect transition="in" filter="fade">
                                      <p:cBhvr>
                                        <p:cTn id="7" dur="1000"/>
                                        <p:tgtEl>
                                          <p:spTgt spid="1703">
                                            <p:txEl>
                                              <p:pRg st="0" end="0"/>
                                            </p:txEl>
                                          </p:spTgt>
                                        </p:tgtEl>
                                      </p:cBhvr>
                                    </p:animEffect>
                                    <p:anim calcmode="lin" valueType="num">
                                      <p:cBhvr>
                                        <p:cTn id="8" dur="1000" fill="hold"/>
                                        <p:tgtEl>
                                          <p:spTgt spid="170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703">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703">
                                            <p:txEl>
                                              <p:pRg st="1" end="1"/>
                                            </p:txEl>
                                          </p:spTgt>
                                        </p:tgtEl>
                                        <p:attrNameLst>
                                          <p:attrName>style.visibility</p:attrName>
                                        </p:attrNameLst>
                                      </p:cBhvr>
                                      <p:to>
                                        <p:strVal val="visible"/>
                                      </p:to>
                                    </p:set>
                                    <p:animEffect transition="in" filter="fade">
                                      <p:cBhvr>
                                        <p:cTn id="12" dur="1000"/>
                                        <p:tgtEl>
                                          <p:spTgt spid="1703">
                                            <p:txEl>
                                              <p:pRg st="1" end="1"/>
                                            </p:txEl>
                                          </p:spTgt>
                                        </p:tgtEl>
                                      </p:cBhvr>
                                    </p:animEffect>
                                    <p:anim calcmode="lin" valueType="num">
                                      <p:cBhvr>
                                        <p:cTn id="13" dur="1000" fill="hold"/>
                                        <p:tgtEl>
                                          <p:spTgt spid="1703">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1703">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703">
                                            <p:txEl>
                                              <p:pRg st="2" end="2"/>
                                            </p:txEl>
                                          </p:spTgt>
                                        </p:tgtEl>
                                        <p:attrNameLst>
                                          <p:attrName>style.visibility</p:attrName>
                                        </p:attrNameLst>
                                      </p:cBhvr>
                                      <p:to>
                                        <p:strVal val="visible"/>
                                      </p:to>
                                    </p:set>
                                    <p:animEffect transition="in" filter="fade">
                                      <p:cBhvr>
                                        <p:cTn id="17" dur="1000"/>
                                        <p:tgtEl>
                                          <p:spTgt spid="1703">
                                            <p:txEl>
                                              <p:pRg st="2" end="2"/>
                                            </p:txEl>
                                          </p:spTgt>
                                        </p:tgtEl>
                                      </p:cBhvr>
                                    </p:animEffect>
                                    <p:anim calcmode="lin" valueType="num">
                                      <p:cBhvr>
                                        <p:cTn id="18" dur="1000" fill="hold"/>
                                        <p:tgtEl>
                                          <p:spTgt spid="170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170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1703">
                                            <p:txEl>
                                              <p:pRg st="4" end="4"/>
                                            </p:txEl>
                                          </p:spTgt>
                                        </p:tgtEl>
                                        <p:attrNameLst>
                                          <p:attrName>style.visibility</p:attrName>
                                        </p:attrNameLst>
                                      </p:cBhvr>
                                      <p:to>
                                        <p:strVal val="visible"/>
                                      </p:to>
                                    </p:set>
                                    <p:animEffect transition="in" filter="fade">
                                      <p:cBhvr>
                                        <p:cTn id="24" dur="1000"/>
                                        <p:tgtEl>
                                          <p:spTgt spid="1703">
                                            <p:txEl>
                                              <p:pRg st="4" end="4"/>
                                            </p:txEl>
                                          </p:spTgt>
                                        </p:tgtEl>
                                      </p:cBhvr>
                                    </p:animEffect>
                                    <p:anim calcmode="lin" valueType="num">
                                      <p:cBhvr>
                                        <p:cTn id="25" dur="1000" fill="hold"/>
                                        <p:tgtEl>
                                          <p:spTgt spid="1703">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1703">
                                            <p:txEl>
                                              <p:pRg st="4" end="4"/>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1703">
                                            <p:txEl>
                                              <p:pRg st="5" end="5"/>
                                            </p:txEl>
                                          </p:spTgt>
                                        </p:tgtEl>
                                        <p:attrNameLst>
                                          <p:attrName>style.visibility</p:attrName>
                                        </p:attrNameLst>
                                      </p:cBhvr>
                                      <p:to>
                                        <p:strVal val="visible"/>
                                      </p:to>
                                    </p:set>
                                    <p:animEffect transition="in" filter="fade">
                                      <p:cBhvr>
                                        <p:cTn id="29" dur="1000"/>
                                        <p:tgtEl>
                                          <p:spTgt spid="1703">
                                            <p:txEl>
                                              <p:pRg st="5" end="5"/>
                                            </p:txEl>
                                          </p:spTgt>
                                        </p:tgtEl>
                                      </p:cBhvr>
                                    </p:animEffect>
                                    <p:anim calcmode="lin" valueType="num">
                                      <p:cBhvr>
                                        <p:cTn id="30" dur="1000" fill="hold"/>
                                        <p:tgtEl>
                                          <p:spTgt spid="1703">
                                            <p:txEl>
                                              <p:pRg st="5" end="5"/>
                                            </p:txEl>
                                          </p:spTgt>
                                        </p:tgtEl>
                                        <p:attrNameLst>
                                          <p:attrName>ppt_x</p:attrName>
                                        </p:attrNameLst>
                                      </p:cBhvr>
                                      <p:tavLst>
                                        <p:tav tm="0">
                                          <p:val>
                                            <p:strVal val="#ppt_x"/>
                                          </p:val>
                                        </p:tav>
                                        <p:tav tm="100000">
                                          <p:val>
                                            <p:strVal val="#ppt_x"/>
                                          </p:val>
                                        </p:tav>
                                      </p:tavLst>
                                    </p:anim>
                                    <p:anim calcmode="lin" valueType="num">
                                      <p:cBhvr>
                                        <p:cTn id="31" dur="1000" fill="hold"/>
                                        <p:tgtEl>
                                          <p:spTgt spid="1703">
                                            <p:txEl>
                                              <p:pRg st="5" end="5"/>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1703">
                                            <p:txEl>
                                              <p:pRg st="6" end="6"/>
                                            </p:txEl>
                                          </p:spTgt>
                                        </p:tgtEl>
                                        <p:attrNameLst>
                                          <p:attrName>style.visibility</p:attrName>
                                        </p:attrNameLst>
                                      </p:cBhvr>
                                      <p:to>
                                        <p:strVal val="visible"/>
                                      </p:to>
                                    </p:set>
                                    <p:animEffect transition="in" filter="fade">
                                      <p:cBhvr>
                                        <p:cTn id="34" dur="1000"/>
                                        <p:tgtEl>
                                          <p:spTgt spid="1703">
                                            <p:txEl>
                                              <p:pRg st="6" end="6"/>
                                            </p:txEl>
                                          </p:spTgt>
                                        </p:tgtEl>
                                      </p:cBhvr>
                                    </p:animEffect>
                                    <p:anim calcmode="lin" valueType="num">
                                      <p:cBhvr>
                                        <p:cTn id="35" dur="1000" fill="hold"/>
                                        <p:tgtEl>
                                          <p:spTgt spid="1703">
                                            <p:txEl>
                                              <p:pRg st="6" end="6"/>
                                            </p:txEl>
                                          </p:spTgt>
                                        </p:tgtEl>
                                        <p:attrNameLst>
                                          <p:attrName>ppt_x</p:attrName>
                                        </p:attrNameLst>
                                      </p:cBhvr>
                                      <p:tavLst>
                                        <p:tav tm="0">
                                          <p:val>
                                            <p:strVal val="#ppt_x"/>
                                          </p:val>
                                        </p:tav>
                                        <p:tav tm="100000">
                                          <p:val>
                                            <p:strVal val="#ppt_x"/>
                                          </p:val>
                                        </p:tav>
                                      </p:tavLst>
                                    </p:anim>
                                    <p:anim calcmode="lin" valueType="num">
                                      <p:cBhvr>
                                        <p:cTn id="36" dur="1000" fill="hold"/>
                                        <p:tgtEl>
                                          <p:spTgt spid="1703">
                                            <p:txEl>
                                              <p:pRg st="6" end="6"/>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1703">
                                            <p:txEl>
                                              <p:pRg st="7" end="7"/>
                                            </p:txEl>
                                          </p:spTgt>
                                        </p:tgtEl>
                                        <p:attrNameLst>
                                          <p:attrName>style.visibility</p:attrName>
                                        </p:attrNameLst>
                                      </p:cBhvr>
                                      <p:to>
                                        <p:strVal val="visible"/>
                                      </p:to>
                                    </p:set>
                                    <p:animEffect transition="in" filter="fade">
                                      <p:cBhvr>
                                        <p:cTn id="39" dur="1000"/>
                                        <p:tgtEl>
                                          <p:spTgt spid="1703">
                                            <p:txEl>
                                              <p:pRg st="7" end="7"/>
                                            </p:txEl>
                                          </p:spTgt>
                                        </p:tgtEl>
                                      </p:cBhvr>
                                    </p:animEffect>
                                    <p:anim calcmode="lin" valueType="num">
                                      <p:cBhvr>
                                        <p:cTn id="40" dur="1000" fill="hold"/>
                                        <p:tgtEl>
                                          <p:spTgt spid="1703">
                                            <p:txEl>
                                              <p:pRg st="7" end="7"/>
                                            </p:txEl>
                                          </p:spTgt>
                                        </p:tgtEl>
                                        <p:attrNameLst>
                                          <p:attrName>ppt_x</p:attrName>
                                        </p:attrNameLst>
                                      </p:cBhvr>
                                      <p:tavLst>
                                        <p:tav tm="0">
                                          <p:val>
                                            <p:strVal val="#ppt_x"/>
                                          </p:val>
                                        </p:tav>
                                        <p:tav tm="100000">
                                          <p:val>
                                            <p:strVal val="#ppt_x"/>
                                          </p:val>
                                        </p:tav>
                                      </p:tavLst>
                                    </p:anim>
                                    <p:anim calcmode="lin" valueType="num">
                                      <p:cBhvr>
                                        <p:cTn id="41" dur="1000" fill="hold"/>
                                        <p:tgtEl>
                                          <p:spTgt spid="1703">
                                            <p:txEl>
                                              <p:pRg st="7" end="7"/>
                                            </p:txEl>
                                          </p:spTgt>
                                        </p:tgtEl>
                                        <p:attrNameLst>
                                          <p:attrName>ppt_y</p:attrName>
                                        </p:attrNameLst>
                                      </p:cBhvr>
                                      <p:tavLst>
                                        <p:tav tm="0">
                                          <p:val>
                                            <p:strVal val="#ppt_y+.1"/>
                                          </p:val>
                                        </p:tav>
                                        <p:tav tm="100000">
                                          <p:val>
                                            <p:strVal val="#ppt_y"/>
                                          </p:val>
                                        </p:tav>
                                      </p:tavLst>
                                    </p:anim>
                                  </p:childTnLst>
                                </p:cTn>
                              </p:par>
                              <p:par>
                                <p:cTn id="42" presetID="42" presetClass="entr" presetSubtype="0" fill="hold" nodeType="withEffect">
                                  <p:stCondLst>
                                    <p:cond delay="0"/>
                                  </p:stCondLst>
                                  <p:childTnLst>
                                    <p:set>
                                      <p:cBhvr>
                                        <p:cTn id="43" dur="1" fill="hold">
                                          <p:stCondLst>
                                            <p:cond delay="0"/>
                                          </p:stCondLst>
                                        </p:cTn>
                                        <p:tgtEl>
                                          <p:spTgt spid="1703">
                                            <p:txEl>
                                              <p:pRg st="8" end="8"/>
                                            </p:txEl>
                                          </p:spTgt>
                                        </p:tgtEl>
                                        <p:attrNameLst>
                                          <p:attrName>style.visibility</p:attrName>
                                        </p:attrNameLst>
                                      </p:cBhvr>
                                      <p:to>
                                        <p:strVal val="visible"/>
                                      </p:to>
                                    </p:set>
                                    <p:animEffect transition="in" filter="fade">
                                      <p:cBhvr>
                                        <p:cTn id="44" dur="1000"/>
                                        <p:tgtEl>
                                          <p:spTgt spid="1703">
                                            <p:txEl>
                                              <p:pRg st="8" end="8"/>
                                            </p:txEl>
                                          </p:spTgt>
                                        </p:tgtEl>
                                      </p:cBhvr>
                                    </p:animEffect>
                                    <p:anim calcmode="lin" valueType="num">
                                      <p:cBhvr>
                                        <p:cTn id="45" dur="1000" fill="hold"/>
                                        <p:tgtEl>
                                          <p:spTgt spid="1703">
                                            <p:txEl>
                                              <p:pRg st="8" end="8"/>
                                            </p:txEl>
                                          </p:spTgt>
                                        </p:tgtEl>
                                        <p:attrNameLst>
                                          <p:attrName>ppt_x</p:attrName>
                                        </p:attrNameLst>
                                      </p:cBhvr>
                                      <p:tavLst>
                                        <p:tav tm="0">
                                          <p:val>
                                            <p:strVal val="#ppt_x"/>
                                          </p:val>
                                        </p:tav>
                                        <p:tav tm="100000">
                                          <p:val>
                                            <p:strVal val="#ppt_x"/>
                                          </p:val>
                                        </p:tav>
                                      </p:tavLst>
                                    </p:anim>
                                    <p:anim calcmode="lin" valueType="num">
                                      <p:cBhvr>
                                        <p:cTn id="46" dur="1000" fill="hold"/>
                                        <p:tgtEl>
                                          <p:spTgt spid="1703">
                                            <p:txEl>
                                              <p:pRg st="8" end="8"/>
                                            </p:txEl>
                                          </p:spTgt>
                                        </p:tgtEl>
                                        <p:attrNameLst>
                                          <p:attrName>ppt_y</p:attrName>
                                        </p:attrNameLst>
                                      </p:cBhvr>
                                      <p:tavLst>
                                        <p:tav tm="0">
                                          <p:val>
                                            <p:strVal val="#ppt_y+.1"/>
                                          </p:val>
                                        </p:tav>
                                        <p:tav tm="100000">
                                          <p:val>
                                            <p:strVal val="#ppt_y"/>
                                          </p:val>
                                        </p:tav>
                                      </p:tavLst>
                                    </p:anim>
                                  </p:childTnLst>
                                </p:cTn>
                              </p:par>
                              <p:par>
                                <p:cTn id="47" presetID="42" presetClass="entr" presetSubtype="0" fill="hold" nodeType="withEffect">
                                  <p:stCondLst>
                                    <p:cond delay="0"/>
                                  </p:stCondLst>
                                  <p:childTnLst>
                                    <p:set>
                                      <p:cBhvr>
                                        <p:cTn id="48" dur="1" fill="hold">
                                          <p:stCondLst>
                                            <p:cond delay="0"/>
                                          </p:stCondLst>
                                        </p:cTn>
                                        <p:tgtEl>
                                          <p:spTgt spid="1703">
                                            <p:txEl>
                                              <p:pRg st="9" end="9"/>
                                            </p:txEl>
                                          </p:spTgt>
                                        </p:tgtEl>
                                        <p:attrNameLst>
                                          <p:attrName>style.visibility</p:attrName>
                                        </p:attrNameLst>
                                      </p:cBhvr>
                                      <p:to>
                                        <p:strVal val="visible"/>
                                      </p:to>
                                    </p:set>
                                    <p:animEffect transition="in" filter="fade">
                                      <p:cBhvr>
                                        <p:cTn id="49" dur="1000"/>
                                        <p:tgtEl>
                                          <p:spTgt spid="1703">
                                            <p:txEl>
                                              <p:pRg st="9" end="9"/>
                                            </p:txEl>
                                          </p:spTgt>
                                        </p:tgtEl>
                                      </p:cBhvr>
                                    </p:animEffect>
                                    <p:anim calcmode="lin" valueType="num">
                                      <p:cBhvr>
                                        <p:cTn id="50" dur="1000" fill="hold"/>
                                        <p:tgtEl>
                                          <p:spTgt spid="1703">
                                            <p:txEl>
                                              <p:pRg st="9" end="9"/>
                                            </p:txEl>
                                          </p:spTgt>
                                        </p:tgtEl>
                                        <p:attrNameLst>
                                          <p:attrName>ppt_x</p:attrName>
                                        </p:attrNameLst>
                                      </p:cBhvr>
                                      <p:tavLst>
                                        <p:tav tm="0">
                                          <p:val>
                                            <p:strVal val="#ppt_x"/>
                                          </p:val>
                                        </p:tav>
                                        <p:tav tm="100000">
                                          <p:val>
                                            <p:strVal val="#ppt_x"/>
                                          </p:val>
                                        </p:tav>
                                      </p:tavLst>
                                    </p:anim>
                                    <p:anim calcmode="lin" valueType="num">
                                      <p:cBhvr>
                                        <p:cTn id="51" dur="1000" fill="hold"/>
                                        <p:tgtEl>
                                          <p:spTgt spid="170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nodeType="clickEffect">
                                  <p:stCondLst>
                                    <p:cond delay="0"/>
                                  </p:stCondLst>
                                  <p:childTnLst>
                                    <p:set>
                                      <p:cBhvr>
                                        <p:cTn id="55" dur="1" fill="hold">
                                          <p:stCondLst>
                                            <p:cond delay="0"/>
                                          </p:stCondLst>
                                        </p:cTn>
                                        <p:tgtEl>
                                          <p:spTgt spid="1703">
                                            <p:txEl>
                                              <p:pRg st="11" end="11"/>
                                            </p:txEl>
                                          </p:spTgt>
                                        </p:tgtEl>
                                        <p:attrNameLst>
                                          <p:attrName>style.visibility</p:attrName>
                                        </p:attrNameLst>
                                      </p:cBhvr>
                                      <p:to>
                                        <p:strVal val="visible"/>
                                      </p:to>
                                    </p:set>
                                    <p:animEffect transition="in" filter="fade">
                                      <p:cBhvr>
                                        <p:cTn id="56" dur="1000"/>
                                        <p:tgtEl>
                                          <p:spTgt spid="1703">
                                            <p:txEl>
                                              <p:pRg st="11" end="11"/>
                                            </p:txEl>
                                          </p:spTgt>
                                        </p:tgtEl>
                                      </p:cBhvr>
                                    </p:animEffect>
                                    <p:anim calcmode="lin" valueType="num">
                                      <p:cBhvr>
                                        <p:cTn id="57" dur="1000" fill="hold"/>
                                        <p:tgtEl>
                                          <p:spTgt spid="1703">
                                            <p:txEl>
                                              <p:pRg st="11" end="11"/>
                                            </p:txEl>
                                          </p:spTgt>
                                        </p:tgtEl>
                                        <p:attrNameLst>
                                          <p:attrName>ppt_x</p:attrName>
                                        </p:attrNameLst>
                                      </p:cBhvr>
                                      <p:tavLst>
                                        <p:tav tm="0">
                                          <p:val>
                                            <p:strVal val="#ppt_x"/>
                                          </p:val>
                                        </p:tav>
                                        <p:tav tm="100000">
                                          <p:val>
                                            <p:strVal val="#ppt_x"/>
                                          </p:val>
                                        </p:tav>
                                      </p:tavLst>
                                    </p:anim>
                                    <p:anim calcmode="lin" valueType="num">
                                      <p:cBhvr>
                                        <p:cTn id="58" dur="1000" fill="hold"/>
                                        <p:tgtEl>
                                          <p:spTgt spid="1703">
                                            <p:txEl>
                                              <p:pRg st="11" end="1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46"/>
        <p:cNvGrpSpPr/>
        <p:nvPr/>
      </p:nvGrpSpPr>
      <p:grpSpPr>
        <a:xfrm>
          <a:off x="0" y="0"/>
          <a:ext cx="0" cy="0"/>
          <a:chOff x="0" y="0"/>
          <a:chExt cx="0" cy="0"/>
        </a:xfrm>
      </p:grpSpPr>
      <p:sp>
        <p:nvSpPr>
          <p:cNvPr id="1748" name="Google Shape;1748;p95"/>
          <p:cNvSpPr txBox="1"/>
          <p:nvPr/>
        </p:nvSpPr>
        <p:spPr>
          <a:xfrm>
            <a:off x="224979" y="788088"/>
            <a:ext cx="11806237" cy="175432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While the system is saving the draft in the draft table we can use </a:t>
            </a:r>
            <a:r>
              <a:rPr lang="en-US" sz="1800" dirty="0" err="1">
                <a:solidFill>
                  <a:schemeClr val="dk1"/>
                </a:solidFill>
                <a:latin typeface="Calibri"/>
                <a:ea typeface="Calibri"/>
                <a:cs typeface="Calibri"/>
                <a:sym typeface="Calibri"/>
              </a:rPr>
              <a:t>prechecks</a:t>
            </a:r>
            <a:r>
              <a:rPr lang="en-US" sz="1800" dirty="0">
                <a:solidFill>
                  <a:schemeClr val="dk1"/>
                </a:solidFill>
                <a:latin typeface="Calibri"/>
                <a:ea typeface="Calibri"/>
                <a:cs typeface="Calibri"/>
                <a:sym typeface="Calibri"/>
              </a:rPr>
              <a:t> to make sure that checks/authorizations are checked in the system before data reaches to draft table. Unlike validations (while saving/updating data to main table) Prechecks will trigger before data reaches to transaction buffer. </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They are very helpful when we even want to validate data of one control based on another control. Currently as a developer you need to take additional pain to clean the data when draft is activated. If you apply </a:t>
            </a:r>
            <a:r>
              <a:rPr lang="en-US" sz="1800" dirty="0" err="1">
                <a:solidFill>
                  <a:schemeClr val="dk1"/>
                </a:solidFill>
                <a:latin typeface="Calibri"/>
                <a:ea typeface="Calibri"/>
                <a:cs typeface="Calibri"/>
                <a:sym typeface="Calibri"/>
              </a:rPr>
              <a:t>precheck</a:t>
            </a:r>
            <a:r>
              <a:rPr lang="en-US" sz="1800" dirty="0">
                <a:solidFill>
                  <a:schemeClr val="dk1"/>
                </a:solidFill>
                <a:latin typeface="Calibri"/>
                <a:ea typeface="Calibri"/>
                <a:cs typeface="Calibri"/>
                <a:sym typeface="Calibri"/>
              </a:rPr>
              <a:t>, system ensures that only the clean data reaches to transaction buffer. </a:t>
            </a:r>
            <a:endParaRPr sz="1800" dirty="0">
              <a:solidFill>
                <a:schemeClr val="dk1"/>
              </a:solidFill>
              <a:latin typeface="Calibri"/>
              <a:ea typeface="Calibri"/>
              <a:cs typeface="Calibri"/>
              <a:sym typeface="Calibri"/>
            </a:endParaRPr>
          </a:p>
        </p:txBody>
      </p:sp>
      <p:sp>
        <p:nvSpPr>
          <p:cNvPr id="1749" name="Google Shape;1749;p95"/>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Prechecks </a:t>
            </a:r>
            <a:endParaRPr sz="3599" dirty="0">
              <a:solidFill>
                <a:srgbClr val="FFC000"/>
              </a:solidFill>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
        <p:nvSpPr>
          <p:cNvPr id="2" name="Rectangle 1">
            <a:extLst>
              <a:ext uri="{FF2B5EF4-FFF2-40B4-BE49-F238E27FC236}">
                <a16:creationId xmlns:a16="http://schemas.microsoft.com/office/drawing/2014/main" id="{02C122D8-97E2-776D-73FA-F5544FEF72D7}"/>
              </a:ext>
            </a:extLst>
          </p:cNvPr>
          <p:cNvSpPr/>
          <p:nvPr/>
        </p:nvSpPr>
        <p:spPr>
          <a:xfrm>
            <a:off x="1601734" y="3111415"/>
            <a:ext cx="2859802" cy="5155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Get The Country of Customer</a:t>
            </a:r>
          </a:p>
        </p:txBody>
      </p:sp>
      <p:sp>
        <p:nvSpPr>
          <p:cNvPr id="3" name="Rectangle 2">
            <a:extLst>
              <a:ext uri="{FF2B5EF4-FFF2-40B4-BE49-F238E27FC236}">
                <a16:creationId xmlns:a16="http://schemas.microsoft.com/office/drawing/2014/main" id="{EB738D1E-057A-2695-D719-41F10289D744}"/>
              </a:ext>
            </a:extLst>
          </p:cNvPr>
          <p:cNvSpPr/>
          <p:nvPr/>
        </p:nvSpPr>
        <p:spPr>
          <a:xfrm>
            <a:off x="7271219" y="3111415"/>
            <a:ext cx="2859802" cy="5155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Get The Country of Agency</a:t>
            </a:r>
          </a:p>
        </p:txBody>
      </p:sp>
      <p:sp>
        <p:nvSpPr>
          <p:cNvPr id="4" name="Rectangle 3">
            <a:extLst>
              <a:ext uri="{FF2B5EF4-FFF2-40B4-BE49-F238E27FC236}">
                <a16:creationId xmlns:a16="http://schemas.microsoft.com/office/drawing/2014/main" id="{23FD5D8F-0061-6340-B92A-EB485C9232FE}"/>
              </a:ext>
            </a:extLst>
          </p:cNvPr>
          <p:cNvSpPr/>
          <p:nvPr/>
        </p:nvSpPr>
        <p:spPr>
          <a:xfrm>
            <a:off x="5474126" y="3215742"/>
            <a:ext cx="693471" cy="1043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84452FFD-B5D7-1C24-4E6A-18BECE018AFE}"/>
              </a:ext>
            </a:extLst>
          </p:cNvPr>
          <p:cNvSpPr/>
          <p:nvPr/>
        </p:nvSpPr>
        <p:spPr>
          <a:xfrm>
            <a:off x="5474125" y="3369165"/>
            <a:ext cx="693471" cy="10432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65321661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55"/>
        <p:cNvGrpSpPr/>
        <p:nvPr/>
      </p:nvGrpSpPr>
      <p:grpSpPr>
        <a:xfrm>
          <a:off x="0" y="0"/>
          <a:ext cx="0" cy="0"/>
          <a:chOff x="0" y="0"/>
          <a:chExt cx="0" cy="0"/>
        </a:xfrm>
      </p:grpSpPr>
      <p:sp>
        <p:nvSpPr>
          <p:cNvPr id="1757" name="Google Shape;1757;p96"/>
          <p:cNvSpPr txBox="1"/>
          <p:nvPr/>
        </p:nvSpPr>
        <p:spPr>
          <a:xfrm>
            <a:off x="224979" y="788088"/>
            <a:ext cx="11806237" cy="64633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Before data reaches to transaction buffer, the augment code will be executed and here we can set some default data to the BO instance.</a:t>
            </a:r>
            <a:endParaRPr sz="1800">
              <a:solidFill>
                <a:schemeClr val="dk1"/>
              </a:solidFill>
              <a:latin typeface="Calibri"/>
              <a:ea typeface="Calibri"/>
              <a:cs typeface="Calibri"/>
              <a:sym typeface="Calibri"/>
            </a:endParaRPr>
          </a:p>
        </p:txBody>
      </p:sp>
      <p:sp>
        <p:nvSpPr>
          <p:cNvPr id="1758" name="Google Shape;1758;p96"/>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Augment</a:t>
            </a:r>
            <a:endParaRPr sz="3599" dirty="0">
              <a:solidFill>
                <a:srgbClr val="FFC000"/>
              </a:solidFill>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p:spTree>
    <p:extLst>
      <p:ext uri="{BB962C8B-B14F-4D97-AF65-F5344CB8AC3E}">
        <p14:creationId xmlns:p14="http://schemas.microsoft.com/office/powerpoint/2010/main" val="11976783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64"/>
        <p:cNvGrpSpPr/>
        <p:nvPr/>
      </p:nvGrpSpPr>
      <p:grpSpPr>
        <a:xfrm>
          <a:off x="0" y="0"/>
          <a:ext cx="0" cy="0"/>
          <a:chOff x="0" y="0"/>
          <a:chExt cx="0" cy="0"/>
        </a:xfrm>
      </p:grpSpPr>
      <p:sp>
        <p:nvSpPr>
          <p:cNvPr id="1766" name="Google Shape;1766;p97"/>
          <p:cNvSpPr txBox="1"/>
          <p:nvPr/>
        </p:nvSpPr>
        <p:spPr>
          <a:xfrm>
            <a:off x="224979" y="788088"/>
            <a:ext cx="11806237" cy="34163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dirty="0">
                <a:solidFill>
                  <a:schemeClr val="dk1"/>
                </a:solidFill>
                <a:latin typeface="Calibri"/>
                <a:ea typeface="Calibri"/>
                <a:cs typeface="Calibri"/>
                <a:sym typeface="Calibri"/>
              </a:rPr>
              <a:t>There is a requirement to expose extra elements out of </a:t>
            </a:r>
            <a:r>
              <a:rPr lang="en-US" sz="1800" dirty="0" err="1">
                <a:solidFill>
                  <a:schemeClr val="dk1"/>
                </a:solidFill>
                <a:latin typeface="Calibri"/>
                <a:ea typeface="Calibri"/>
                <a:cs typeface="Calibri"/>
                <a:sym typeface="Calibri"/>
              </a:rPr>
              <a:t>cds</a:t>
            </a:r>
            <a:r>
              <a:rPr lang="en-US" sz="1800" dirty="0">
                <a:solidFill>
                  <a:schemeClr val="dk1"/>
                </a:solidFill>
                <a:latin typeface="Calibri"/>
                <a:ea typeface="Calibri"/>
                <a:cs typeface="Calibri"/>
                <a:sym typeface="Calibri"/>
              </a:rPr>
              <a:t> entities for which there is no data inside the database, basically these element values are calculated at runtime (on-fly). If you worked with SAP UI5 development, we have similar concept called formatter. We have a implementing class in which we will add our code for calculating the runtime data of virtual elements.</a:t>
            </a:r>
            <a:endParaRPr dirty="0"/>
          </a:p>
          <a:p>
            <a:pPr marL="0" marR="0" lvl="0" indent="0" algn="l" rtl="0">
              <a:spcBef>
                <a:spcPts val="0"/>
              </a:spcBef>
              <a:spcAft>
                <a:spcPts val="0"/>
              </a:spcAft>
              <a:buNone/>
            </a:pPr>
            <a:r>
              <a:rPr lang="en-US" sz="1800" dirty="0">
                <a:solidFill>
                  <a:schemeClr val="dk1"/>
                </a:solidFill>
                <a:latin typeface="Calibri"/>
                <a:ea typeface="Calibri"/>
                <a:cs typeface="Calibri"/>
                <a:sym typeface="Calibri"/>
              </a:rPr>
              <a:t>Rules:</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We should only add them to projection view. Because if you add in main view, your draft table will disturb and your main table will never have these column.</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RAP does not support filtering and sorting of virtual elements, also the aggregation and group is not allowed</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We cannot select data from virtual elements using direct SELECT or EML</a:t>
            </a:r>
            <a:endParaRPr dirty="0"/>
          </a:p>
          <a:p>
            <a:pPr marL="285750" marR="0" lvl="0" indent="-285750" algn="l" rtl="0">
              <a:spcBef>
                <a:spcPts val="0"/>
              </a:spcBef>
              <a:spcAft>
                <a:spcPts val="0"/>
              </a:spcAft>
              <a:buClr>
                <a:schemeClr val="dk1"/>
              </a:buClr>
              <a:buSzPts val="1800"/>
              <a:buFont typeface="Arial"/>
              <a:buChar char="•"/>
            </a:pPr>
            <a:r>
              <a:rPr lang="en-US" sz="1800" dirty="0">
                <a:solidFill>
                  <a:schemeClr val="dk1"/>
                </a:solidFill>
                <a:latin typeface="Calibri"/>
                <a:ea typeface="Calibri"/>
                <a:cs typeface="Calibri"/>
                <a:sym typeface="Calibri"/>
              </a:rPr>
              <a:t>We have to write implementation in a class for virtual element that class must use the interface </a:t>
            </a:r>
            <a:r>
              <a:rPr lang="en-US" sz="1800" dirty="0">
                <a:solidFill>
                  <a:srgbClr val="333333"/>
                </a:solidFill>
                <a:latin typeface="Arial"/>
                <a:ea typeface="Arial"/>
                <a:cs typeface="Arial"/>
                <a:sym typeface="Arial"/>
              </a:rPr>
              <a:t>IF_SADL_EXIT_CALC_ELEMENT_READ.</a:t>
            </a:r>
            <a:endParaRPr dirty="0"/>
          </a:p>
          <a:p>
            <a:pPr marL="285750" marR="0" lvl="0" indent="-171450" algn="l" rtl="0">
              <a:spcBef>
                <a:spcPts val="0"/>
              </a:spcBef>
              <a:spcAft>
                <a:spcPts val="0"/>
              </a:spcAft>
              <a:buClr>
                <a:schemeClr val="dk1"/>
              </a:buClr>
              <a:buSzPts val="1800"/>
              <a:buFont typeface="Arial"/>
              <a:buNone/>
            </a:pPr>
            <a:endParaRPr sz="1800" dirty="0">
              <a:solidFill>
                <a:schemeClr val="dk1"/>
              </a:solidFill>
              <a:latin typeface="Calibri"/>
              <a:ea typeface="Calibri"/>
              <a:cs typeface="Calibri"/>
              <a:sym typeface="Calibri"/>
            </a:endParaRPr>
          </a:p>
        </p:txBody>
      </p:sp>
      <p:sp>
        <p:nvSpPr>
          <p:cNvPr id="1767" name="Google Shape;1767;p97"/>
          <p:cNvSpPr txBox="1"/>
          <p:nvPr/>
        </p:nvSpPr>
        <p:spPr>
          <a:xfrm>
            <a:off x="191294" y="895"/>
            <a:ext cx="11231710" cy="64620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599" dirty="0">
                <a:solidFill>
                  <a:srgbClr val="FFC000"/>
                </a:solidFill>
                <a:latin typeface="Cooper Black" panose="0208090404030B020404" pitchFamily="18" charset="0"/>
                <a:ea typeface="Corben"/>
                <a:cs typeface="Corben"/>
                <a:sym typeface="Corben"/>
              </a:rPr>
              <a:t>Virtual Elements</a:t>
            </a:r>
            <a:endParaRPr sz="3599" dirty="0">
              <a:solidFill>
                <a:srgbClr val="FFC000"/>
              </a:solidFill>
              <a:latin typeface="Cooper Black" panose="0208090404030B020404" pitchFamily="18" charset="0"/>
              <a:ea typeface="Corben"/>
              <a:cs typeface="Corben"/>
              <a:sym typeface="Corben"/>
            </a:endParaRPr>
          </a:p>
        </p:txBody>
      </p:sp>
      <p:pic>
        <p:nvPicPr>
          <p:cNvPr id="7"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
        <p:nvSpPr>
          <p:cNvPr id="8"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92D050"/>
              </a:solidFill>
              <a:effectLst/>
              <a:uLnTx/>
              <a:uFillTx/>
              <a:latin typeface="Cambria" panose="02040503050406030204" pitchFamily="18" charset="0"/>
              <a:ea typeface="Cambria" panose="02040503050406030204" pitchFamily="18" charset="0"/>
              <a:cs typeface="Corben"/>
              <a:sym typeface="Corben"/>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1254B608-1366-EDF5-7611-CF806C718FAE}"/>
                  </a:ext>
                </a:extLst>
              </p14:cNvPr>
              <p14:cNvContentPartPr/>
              <p14:nvPr/>
            </p14:nvContentPartPr>
            <p14:xfrm>
              <a:off x="1128892" y="5240783"/>
              <a:ext cx="360" cy="360"/>
            </p14:xfrm>
          </p:contentPart>
        </mc:Choice>
        <mc:Fallback xmlns="">
          <p:pic>
            <p:nvPicPr>
              <p:cNvPr id="2" name="Ink 1">
                <a:extLst>
                  <a:ext uri="{FF2B5EF4-FFF2-40B4-BE49-F238E27FC236}">
                    <a16:creationId xmlns:a16="http://schemas.microsoft.com/office/drawing/2014/main" id="{1254B608-1366-EDF5-7611-CF806C718FAE}"/>
                  </a:ext>
                </a:extLst>
              </p:cNvPr>
              <p:cNvPicPr/>
              <p:nvPr/>
            </p:nvPicPr>
            <p:blipFill>
              <a:blip r:embed="rId5"/>
              <a:stretch>
                <a:fillRect/>
              </a:stretch>
            </p:blipFill>
            <p:spPr>
              <a:xfrm>
                <a:off x="1119892" y="5232143"/>
                <a:ext cx="18000" cy="18000"/>
              </a:xfrm>
              <a:prstGeom prst="rect">
                <a:avLst/>
              </a:prstGeom>
            </p:spPr>
          </p:pic>
        </mc:Fallback>
      </mc:AlternateContent>
    </p:spTree>
    <p:extLst>
      <p:ext uri="{BB962C8B-B14F-4D97-AF65-F5344CB8AC3E}">
        <p14:creationId xmlns:p14="http://schemas.microsoft.com/office/powerpoint/2010/main" val="21117875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BB0BAE-F023-4B67-BE79-3E1A8ACA9361}"/>
              </a:ext>
            </a:extLst>
          </p:cNvPr>
          <p:cNvSpPr txBox="1"/>
          <p:nvPr/>
        </p:nvSpPr>
        <p:spPr>
          <a:xfrm>
            <a:off x="1260763" y="3440863"/>
            <a:ext cx="5583381" cy="92333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IN" sz="6000" b="1" i="0" u="none" strike="noStrike" kern="0" cap="none" spc="0" normalizeH="0" baseline="0" noProof="0" dirty="0">
                <a:ln>
                  <a:noFill/>
                </a:ln>
                <a:solidFill>
                  <a:srgbClr val="75C042"/>
                </a:solidFill>
                <a:effectLst/>
                <a:uLnTx/>
                <a:uFillTx/>
                <a:latin typeface="Arial"/>
                <a:cs typeface="Arial"/>
                <a:sym typeface="Arial"/>
              </a:rPr>
              <a:t>Thank</a:t>
            </a:r>
            <a:r>
              <a:rPr kumimoji="0" lang="en-IN" sz="6000" b="1" i="0" u="none" strike="noStrike" kern="0" cap="none" spc="0" normalizeH="0" baseline="0" noProof="0" dirty="0">
                <a:ln>
                  <a:noFill/>
                </a:ln>
                <a:solidFill>
                  <a:srgbClr val="BDBDBD"/>
                </a:solidFill>
                <a:effectLst/>
                <a:uLnTx/>
                <a:uFillTx/>
                <a:latin typeface="Arial"/>
                <a:cs typeface="Arial"/>
                <a:sym typeface="Arial"/>
              </a:rPr>
              <a:t> </a:t>
            </a:r>
            <a:r>
              <a:rPr kumimoji="0" lang="en-IN" sz="6000" b="1"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rPr>
              <a:t>You</a:t>
            </a:r>
            <a:endParaRPr kumimoji="0" lang="en-IN" sz="6000" b="0" i="0" u="none" strike="noStrike" kern="0" cap="none" spc="0" normalizeH="0" baseline="0" noProof="0" dirty="0">
              <a:ln>
                <a:noFill/>
              </a:ln>
              <a:solidFill>
                <a:srgbClr val="98C536"/>
              </a:solidFill>
              <a:effectLst/>
              <a:uLnTx/>
              <a:uFillTx/>
              <a:latin typeface="Segoe UI Light" panose="020B0502040204020203" pitchFamily="34" charset="0"/>
              <a:cs typeface="Segoe UI Light" panose="020B0502040204020203" pitchFamily="34" charset="0"/>
              <a:sym typeface="Arial"/>
            </a:endParaRPr>
          </a:p>
        </p:txBody>
      </p:sp>
      <p:sp>
        <p:nvSpPr>
          <p:cNvPr id="3" name="TextBox 2">
            <a:extLst>
              <a:ext uri="{FF2B5EF4-FFF2-40B4-BE49-F238E27FC236}">
                <a16:creationId xmlns:a16="http://schemas.microsoft.com/office/drawing/2014/main" id="{CCD57203-1FF5-432E-8E3E-4DFC442AA54C}"/>
              </a:ext>
            </a:extLst>
          </p:cNvPr>
          <p:cNvSpPr txBox="1"/>
          <p:nvPr/>
        </p:nvSpPr>
        <p:spPr>
          <a:xfrm>
            <a:off x="1260763" y="4581128"/>
            <a:ext cx="5583381" cy="830997"/>
          </a:xfrm>
          <a:prstGeom prst="rect">
            <a:avLst/>
          </a:prstGeom>
          <a:noFill/>
        </p:spPr>
        <p:txBody>
          <a:bodyPr wrap="square" lIns="0" tIns="0" rIns="0" bIns="0" rtlCol="0" anchor="t">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5400" b="1" i="0" u="none" strike="noStrike" kern="0" cap="none" spc="0" normalizeH="0" baseline="0" noProof="0" dirty="0">
                <a:ln>
                  <a:noFill/>
                </a:ln>
                <a:solidFill>
                  <a:srgbClr val="98C536"/>
                </a:solidFill>
                <a:effectLst/>
                <a:uLnTx/>
                <a:uFillTx/>
                <a:latin typeface="Segoe UI" panose="020B0502040204020203" pitchFamily="34" charset="0"/>
                <a:ea typeface="Calibri Light" charset="0"/>
                <a:cs typeface="Segoe UI" panose="020B0502040204020203" pitchFamily="34" charset="0"/>
                <a:sym typeface="Arial"/>
              </a:rPr>
              <a:t>End of </a:t>
            </a:r>
            <a:r>
              <a:rPr kumimoji="0" lang="en-US" sz="5400" b="1" i="0" u="none" strike="noStrike" kern="0" cap="none" spc="0" normalizeH="0" baseline="0" noProof="0" dirty="0">
                <a:ln>
                  <a:noFill/>
                </a:ln>
                <a:solidFill>
                  <a:srgbClr val="75C042"/>
                </a:solidFill>
                <a:effectLst/>
                <a:uLnTx/>
                <a:uFillTx/>
                <a:latin typeface="Segoe UI" panose="020B0502040204020203" pitchFamily="34" charset="0"/>
                <a:ea typeface="Calibri Light" charset="0"/>
                <a:cs typeface="Segoe UI" panose="020B0502040204020203" pitchFamily="34" charset="0"/>
                <a:sym typeface="Arial"/>
              </a:rPr>
              <a:t>Day 25</a:t>
            </a:r>
          </a:p>
        </p:txBody>
      </p:sp>
      <p:grpSp>
        <p:nvGrpSpPr>
          <p:cNvPr id="4" name="Group 3">
            <a:extLst>
              <a:ext uri="{FF2B5EF4-FFF2-40B4-BE49-F238E27FC236}">
                <a16:creationId xmlns:a16="http://schemas.microsoft.com/office/drawing/2014/main" id="{E98CF33A-90E6-4EA2-B3D7-0B26F42FF079}"/>
              </a:ext>
            </a:extLst>
          </p:cNvPr>
          <p:cNvGrpSpPr/>
          <p:nvPr/>
        </p:nvGrpSpPr>
        <p:grpSpPr>
          <a:xfrm>
            <a:off x="1260763" y="5662865"/>
            <a:ext cx="1311594" cy="371301"/>
            <a:chOff x="1162522" y="5662865"/>
            <a:chExt cx="1311594" cy="371301"/>
          </a:xfrm>
        </p:grpSpPr>
        <p:sp>
          <p:nvSpPr>
            <p:cNvPr id="5" name="Oval 4">
              <a:extLst>
                <a:ext uri="{FF2B5EF4-FFF2-40B4-BE49-F238E27FC236}">
                  <a16:creationId xmlns:a16="http://schemas.microsoft.com/office/drawing/2014/main" id="{C21818D1-4413-4BFC-80DF-9BAF80F237AF}"/>
                </a:ext>
              </a:extLst>
            </p:cNvPr>
            <p:cNvSpPr/>
            <p:nvPr/>
          </p:nvSpPr>
          <p:spPr>
            <a:xfrm>
              <a:off x="1162522"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6" name="Shape">
              <a:hlinkClick r:id="rId2"/>
              <a:extLst>
                <a:ext uri="{FF2B5EF4-FFF2-40B4-BE49-F238E27FC236}">
                  <a16:creationId xmlns:a16="http://schemas.microsoft.com/office/drawing/2014/main" id="{EDFC2025-1ECF-4924-AE38-C781400903DF}"/>
                </a:ext>
              </a:extLst>
            </p:cNvPr>
            <p:cNvSpPr/>
            <p:nvPr/>
          </p:nvSpPr>
          <p:spPr>
            <a:xfrm>
              <a:off x="1296648" y="5763560"/>
              <a:ext cx="85868" cy="184254"/>
            </a:xfrm>
            <a:custGeom>
              <a:avLst/>
              <a:gdLst/>
              <a:ahLst/>
              <a:cxnLst>
                <a:cxn ang="0">
                  <a:pos x="wd2" y="hd2"/>
                </a:cxn>
                <a:cxn ang="5400000">
                  <a:pos x="wd2" y="hd2"/>
                </a:cxn>
                <a:cxn ang="10800000">
                  <a:pos x="wd2" y="hd2"/>
                </a:cxn>
                <a:cxn ang="16200000">
                  <a:pos x="wd2" y="hd2"/>
                </a:cxn>
              </a:cxnLst>
              <a:rect l="0" t="0" r="r" b="b"/>
              <a:pathLst>
                <a:path w="21600" h="21600" extrusionOk="0">
                  <a:moveTo>
                    <a:pt x="14372" y="7078"/>
                  </a:moveTo>
                  <a:lnTo>
                    <a:pt x="14372" y="5216"/>
                  </a:lnTo>
                  <a:cubicBezTo>
                    <a:pt x="14372" y="4937"/>
                    <a:pt x="14400" y="4721"/>
                    <a:pt x="14456" y="4568"/>
                  </a:cubicBezTo>
                  <a:cubicBezTo>
                    <a:pt x="14512" y="4415"/>
                    <a:pt x="14639" y="4264"/>
                    <a:pt x="14836" y="4115"/>
                  </a:cubicBezTo>
                  <a:cubicBezTo>
                    <a:pt x="15033" y="3967"/>
                    <a:pt x="15352" y="3864"/>
                    <a:pt x="15793" y="3808"/>
                  </a:cubicBezTo>
                  <a:cubicBezTo>
                    <a:pt x="16233" y="3751"/>
                    <a:pt x="16819" y="3722"/>
                    <a:pt x="17551" y="3722"/>
                  </a:cubicBezTo>
                  <a:lnTo>
                    <a:pt x="21544" y="3722"/>
                  </a:lnTo>
                  <a:lnTo>
                    <a:pt x="21544" y="0"/>
                  </a:lnTo>
                  <a:lnTo>
                    <a:pt x="15160" y="0"/>
                  </a:lnTo>
                  <a:cubicBezTo>
                    <a:pt x="11466" y="0"/>
                    <a:pt x="8813" y="409"/>
                    <a:pt x="7200" y="1225"/>
                  </a:cubicBezTo>
                  <a:cubicBezTo>
                    <a:pt x="5588" y="2042"/>
                    <a:pt x="4782" y="3246"/>
                    <a:pt x="4782" y="4836"/>
                  </a:cubicBezTo>
                  <a:lnTo>
                    <a:pt x="4782" y="7077"/>
                  </a:lnTo>
                  <a:lnTo>
                    <a:pt x="0" y="7077"/>
                  </a:lnTo>
                  <a:lnTo>
                    <a:pt x="0" y="10800"/>
                  </a:lnTo>
                  <a:lnTo>
                    <a:pt x="4781" y="10800"/>
                  </a:lnTo>
                  <a:lnTo>
                    <a:pt x="4781" y="21600"/>
                  </a:lnTo>
                  <a:lnTo>
                    <a:pt x="14372" y="21600"/>
                  </a:lnTo>
                  <a:lnTo>
                    <a:pt x="14372" y="10800"/>
                  </a:lnTo>
                  <a:lnTo>
                    <a:pt x="20756" y="10800"/>
                  </a:lnTo>
                  <a:lnTo>
                    <a:pt x="21600" y="7078"/>
                  </a:lnTo>
                  <a:cubicBezTo>
                    <a:pt x="21600" y="7078"/>
                    <a:pt x="14372" y="7078"/>
                    <a:pt x="14372" y="7078"/>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7" name="Oval 6">
              <a:extLst>
                <a:ext uri="{FF2B5EF4-FFF2-40B4-BE49-F238E27FC236}">
                  <a16:creationId xmlns:a16="http://schemas.microsoft.com/office/drawing/2014/main" id="{5C594A17-950B-4231-AA93-6E8DB90F8098}"/>
                </a:ext>
              </a:extLst>
            </p:cNvPr>
            <p:cNvSpPr/>
            <p:nvPr/>
          </p:nvSpPr>
          <p:spPr>
            <a:xfrm>
              <a:off x="1632668"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8" name="Shape">
              <a:hlinkClick r:id="rId3"/>
              <a:extLst>
                <a:ext uri="{FF2B5EF4-FFF2-40B4-BE49-F238E27FC236}">
                  <a16:creationId xmlns:a16="http://schemas.microsoft.com/office/drawing/2014/main" id="{C70A3C55-CE25-4C0F-9537-824AEA080D1D}"/>
                </a:ext>
              </a:extLst>
            </p:cNvPr>
            <p:cNvSpPr/>
            <p:nvPr/>
          </p:nvSpPr>
          <p:spPr>
            <a:xfrm>
              <a:off x="1716213" y="5774232"/>
              <a:ext cx="200503" cy="162908"/>
            </a:xfrm>
            <a:custGeom>
              <a:avLst/>
              <a:gdLst/>
              <a:ahLst/>
              <a:cxnLst>
                <a:cxn ang="0">
                  <a:pos x="wd2" y="hd2"/>
                </a:cxn>
                <a:cxn ang="5400000">
                  <a:pos x="wd2" y="hd2"/>
                </a:cxn>
                <a:cxn ang="10800000">
                  <a:pos x="wd2" y="hd2"/>
                </a:cxn>
                <a:cxn ang="16200000">
                  <a:pos x="wd2" y="hd2"/>
                </a:cxn>
              </a:cxnLst>
              <a:rect l="0" t="0" r="r" b="b"/>
              <a:pathLst>
                <a:path w="21600" h="21600" extrusionOk="0">
                  <a:moveTo>
                    <a:pt x="21600" y="2557"/>
                  </a:moveTo>
                  <a:cubicBezTo>
                    <a:pt x="20797" y="2991"/>
                    <a:pt x="19941" y="3278"/>
                    <a:pt x="19048" y="3418"/>
                  </a:cubicBezTo>
                  <a:cubicBezTo>
                    <a:pt x="19966" y="2743"/>
                    <a:pt x="20667" y="1683"/>
                    <a:pt x="20997" y="405"/>
                  </a:cubicBezTo>
                  <a:cubicBezTo>
                    <a:pt x="20141" y="1034"/>
                    <a:pt x="19196" y="1477"/>
                    <a:pt x="18188" y="1725"/>
                  </a:cubicBezTo>
                  <a:cubicBezTo>
                    <a:pt x="17376" y="660"/>
                    <a:pt x="16217" y="0"/>
                    <a:pt x="14954" y="0"/>
                  </a:cubicBezTo>
                  <a:cubicBezTo>
                    <a:pt x="12502" y="0"/>
                    <a:pt x="10529" y="2449"/>
                    <a:pt x="10529" y="5451"/>
                  </a:cubicBezTo>
                  <a:cubicBezTo>
                    <a:pt x="10529" y="5883"/>
                    <a:pt x="10558" y="6299"/>
                    <a:pt x="10631" y="6694"/>
                  </a:cubicBezTo>
                  <a:cubicBezTo>
                    <a:pt x="6950" y="6473"/>
                    <a:pt x="3692" y="4302"/>
                    <a:pt x="1504" y="994"/>
                  </a:cubicBezTo>
                  <a:cubicBezTo>
                    <a:pt x="1122" y="1809"/>
                    <a:pt x="898" y="2743"/>
                    <a:pt x="898" y="3748"/>
                  </a:cubicBezTo>
                  <a:cubicBezTo>
                    <a:pt x="898" y="5636"/>
                    <a:pt x="1687" y="7309"/>
                    <a:pt x="2865" y="8278"/>
                  </a:cubicBezTo>
                  <a:cubicBezTo>
                    <a:pt x="2153" y="8261"/>
                    <a:pt x="1455" y="8007"/>
                    <a:pt x="864" y="7606"/>
                  </a:cubicBezTo>
                  <a:cubicBezTo>
                    <a:pt x="864" y="7623"/>
                    <a:pt x="864" y="7645"/>
                    <a:pt x="864" y="7666"/>
                  </a:cubicBezTo>
                  <a:cubicBezTo>
                    <a:pt x="864" y="10315"/>
                    <a:pt x="2399" y="12515"/>
                    <a:pt x="4412" y="13022"/>
                  </a:cubicBezTo>
                  <a:cubicBezTo>
                    <a:pt x="4051" y="13143"/>
                    <a:pt x="3658" y="13201"/>
                    <a:pt x="3251" y="13201"/>
                  </a:cubicBezTo>
                  <a:cubicBezTo>
                    <a:pt x="2967" y="13201"/>
                    <a:pt x="2681" y="13181"/>
                    <a:pt x="2412" y="13108"/>
                  </a:cubicBezTo>
                  <a:cubicBezTo>
                    <a:pt x="2986" y="15266"/>
                    <a:pt x="4614" y="16853"/>
                    <a:pt x="6550" y="16905"/>
                  </a:cubicBezTo>
                  <a:cubicBezTo>
                    <a:pt x="5044" y="18355"/>
                    <a:pt x="3131" y="19229"/>
                    <a:pt x="1060" y="19229"/>
                  </a:cubicBezTo>
                  <a:cubicBezTo>
                    <a:pt x="697" y="19229"/>
                    <a:pt x="348" y="19209"/>
                    <a:pt x="0" y="19154"/>
                  </a:cubicBezTo>
                  <a:cubicBezTo>
                    <a:pt x="1962" y="20711"/>
                    <a:pt x="4286" y="21600"/>
                    <a:pt x="6793" y="21600"/>
                  </a:cubicBezTo>
                  <a:cubicBezTo>
                    <a:pt x="14942" y="21600"/>
                    <a:pt x="19397" y="13292"/>
                    <a:pt x="19397" y="6091"/>
                  </a:cubicBezTo>
                  <a:cubicBezTo>
                    <a:pt x="19397" y="5850"/>
                    <a:pt x="19390" y="5618"/>
                    <a:pt x="19380" y="5387"/>
                  </a:cubicBezTo>
                  <a:cubicBezTo>
                    <a:pt x="20259" y="4619"/>
                    <a:pt x="20998" y="3660"/>
                    <a:pt x="21600" y="2557"/>
                  </a:cubicBezTo>
                  <a:cubicBezTo>
                    <a:pt x="21600" y="2557"/>
                    <a:pt x="21600" y="2557"/>
                    <a:pt x="21600" y="2557"/>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sp>
          <p:nvSpPr>
            <p:cNvPr id="9" name="Oval 8">
              <a:extLst>
                <a:ext uri="{FF2B5EF4-FFF2-40B4-BE49-F238E27FC236}">
                  <a16:creationId xmlns:a16="http://schemas.microsoft.com/office/drawing/2014/main" id="{AF389CA4-9215-4DA8-BFFA-FA4329B49979}"/>
                </a:ext>
              </a:extLst>
            </p:cNvPr>
            <p:cNvSpPr/>
            <p:nvPr/>
          </p:nvSpPr>
          <p:spPr>
            <a:xfrm>
              <a:off x="2102815" y="5662865"/>
              <a:ext cx="371301" cy="37130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0" name="Shape">
              <a:hlinkClick r:id="rId4"/>
              <a:extLst>
                <a:ext uri="{FF2B5EF4-FFF2-40B4-BE49-F238E27FC236}">
                  <a16:creationId xmlns:a16="http://schemas.microsoft.com/office/drawing/2014/main" id="{F0CB12D6-F0DA-4BB6-B2C7-4BE43A29C51F}"/>
                </a:ext>
              </a:extLst>
            </p:cNvPr>
            <p:cNvSpPr/>
            <p:nvPr/>
          </p:nvSpPr>
          <p:spPr>
            <a:xfrm>
              <a:off x="2189003" y="5751342"/>
              <a:ext cx="202748" cy="202749"/>
            </a:xfrm>
            <a:custGeom>
              <a:avLst/>
              <a:gdLst/>
              <a:ahLst/>
              <a:cxnLst>
                <a:cxn ang="0">
                  <a:pos x="wd2" y="hd2"/>
                </a:cxn>
                <a:cxn ang="5400000">
                  <a:pos x="wd2" y="hd2"/>
                </a:cxn>
                <a:cxn ang="10800000">
                  <a:pos x="wd2" y="hd2"/>
                </a:cxn>
                <a:cxn ang="16200000">
                  <a:pos x="wd2" y="hd2"/>
                </a:cxn>
              </a:cxnLst>
              <a:rect l="0" t="0" r="r" b="b"/>
              <a:pathLst>
                <a:path w="21600" h="21600" extrusionOk="0">
                  <a:moveTo>
                    <a:pt x="19427" y="11280"/>
                  </a:moveTo>
                  <a:cubicBezTo>
                    <a:pt x="17712" y="10975"/>
                    <a:pt x="15821" y="11022"/>
                    <a:pt x="13768" y="11419"/>
                  </a:cubicBezTo>
                  <a:cubicBezTo>
                    <a:pt x="13571" y="10725"/>
                    <a:pt x="13362" y="10071"/>
                    <a:pt x="13146" y="9456"/>
                  </a:cubicBezTo>
                  <a:cubicBezTo>
                    <a:pt x="15173" y="8681"/>
                    <a:pt x="16814" y="7539"/>
                    <a:pt x="18018" y="6057"/>
                  </a:cubicBezTo>
                  <a:cubicBezTo>
                    <a:pt x="18916" y="7419"/>
                    <a:pt x="19440" y="9050"/>
                    <a:pt x="19440" y="10800"/>
                  </a:cubicBezTo>
                  <a:cubicBezTo>
                    <a:pt x="19440" y="10961"/>
                    <a:pt x="19435" y="11121"/>
                    <a:pt x="19427" y="11280"/>
                  </a:cubicBezTo>
                  <a:cubicBezTo>
                    <a:pt x="19427" y="11280"/>
                    <a:pt x="19427" y="11280"/>
                    <a:pt x="19427" y="11280"/>
                  </a:cubicBezTo>
                  <a:close/>
                  <a:moveTo>
                    <a:pt x="15025" y="18334"/>
                  </a:moveTo>
                  <a:cubicBezTo>
                    <a:pt x="14873" y="16593"/>
                    <a:pt x="14617" y="14987"/>
                    <a:pt x="14296" y="13522"/>
                  </a:cubicBezTo>
                  <a:cubicBezTo>
                    <a:pt x="15886" y="13225"/>
                    <a:pt x="17507" y="13137"/>
                    <a:pt x="19038" y="13406"/>
                  </a:cubicBezTo>
                  <a:cubicBezTo>
                    <a:pt x="18371" y="15511"/>
                    <a:pt x="16918" y="17268"/>
                    <a:pt x="15025" y="18334"/>
                  </a:cubicBezTo>
                  <a:cubicBezTo>
                    <a:pt x="15025" y="18334"/>
                    <a:pt x="15025" y="18334"/>
                    <a:pt x="15025" y="18334"/>
                  </a:cubicBezTo>
                  <a:close/>
                  <a:moveTo>
                    <a:pt x="10800" y="19440"/>
                  </a:moveTo>
                  <a:cubicBezTo>
                    <a:pt x="8577" y="19440"/>
                    <a:pt x="6548" y="18596"/>
                    <a:pt x="5015" y="17212"/>
                  </a:cubicBezTo>
                  <a:cubicBezTo>
                    <a:pt x="6456" y="16365"/>
                    <a:pt x="9162" y="14922"/>
                    <a:pt x="12199" y="14029"/>
                  </a:cubicBezTo>
                  <a:cubicBezTo>
                    <a:pt x="12538" y="15587"/>
                    <a:pt x="12795" y="17303"/>
                    <a:pt x="12924" y="19176"/>
                  </a:cubicBezTo>
                  <a:cubicBezTo>
                    <a:pt x="12244" y="19348"/>
                    <a:pt x="11533" y="19440"/>
                    <a:pt x="10800" y="19440"/>
                  </a:cubicBezTo>
                  <a:cubicBezTo>
                    <a:pt x="10800" y="19440"/>
                    <a:pt x="10800" y="19440"/>
                    <a:pt x="10800" y="19440"/>
                  </a:cubicBezTo>
                  <a:close/>
                  <a:moveTo>
                    <a:pt x="2160" y="10800"/>
                  </a:moveTo>
                  <a:cubicBezTo>
                    <a:pt x="2160" y="10677"/>
                    <a:pt x="2163" y="10555"/>
                    <a:pt x="2168" y="10434"/>
                  </a:cubicBezTo>
                  <a:cubicBezTo>
                    <a:pt x="3029" y="10541"/>
                    <a:pt x="4305" y="10658"/>
                    <a:pt x="5793" y="10658"/>
                  </a:cubicBezTo>
                  <a:cubicBezTo>
                    <a:pt x="6514" y="10658"/>
                    <a:pt x="7284" y="10631"/>
                    <a:pt x="8081" y="10562"/>
                  </a:cubicBezTo>
                  <a:cubicBezTo>
                    <a:pt x="9142" y="10470"/>
                    <a:pt x="10142" y="10310"/>
                    <a:pt x="11081" y="10088"/>
                  </a:cubicBezTo>
                  <a:cubicBezTo>
                    <a:pt x="11287" y="10669"/>
                    <a:pt x="11485" y="11281"/>
                    <a:pt x="11671" y="11928"/>
                  </a:cubicBezTo>
                  <a:cubicBezTo>
                    <a:pt x="10698" y="12211"/>
                    <a:pt x="9693" y="12565"/>
                    <a:pt x="8656" y="12990"/>
                  </a:cubicBezTo>
                  <a:cubicBezTo>
                    <a:pt x="6423" y="13906"/>
                    <a:pt x="4601" y="14931"/>
                    <a:pt x="3585" y="15547"/>
                  </a:cubicBezTo>
                  <a:cubicBezTo>
                    <a:pt x="2685" y="14184"/>
                    <a:pt x="2160" y="12552"/>
                    <a:pt x="2160" y="10800"/>
                  </a:cubicBezTo>
                  <a:cubicBezTo>
                    <a:pt x="2160" y="10800"/>
                    <a:pt x="2160" y="10800"/>
                    <a:pt x="2160" y="10800"/>
                  </a:cubicBezTo>
                  <a:close/>
                  <a:moveTo>
                    <a:pt x="7253" y="2922"/>
                  </a:moveTo>
                  <a:cubicBezTo>
                    <a:pt x="7897" y="3727"/>
                    <a:pt x="9119" y="5437"/>
                    <a:pt x="10273" y="8054"/>
                  </a:cubicBezTo>
                  <a:cubicBezTo>
                    <a:pt x="7243" y="8704"/>
                    <a:pt x="4136" y="8489"/>
                    <a:pt x="2530" y="8298"/>
                  </a:cubicBezTo>
                  <a:cubicBezTo>
                    <a:pt x="3257" y="5901"/>
                    <a:pt x="4998" y="3941"/>
                    <a:pt x="7253" y="2922"/>
                  </a:cubicBezTo>
                  <a:cubicBezTo>
                    <a:pt x="7253" y="2922"/>
                    <a:pt x="7253" y="2922"/>
                    <a:pt x="7253" y="2922"/>
                  </a:cubicBezTo>
                  <a:close/>
                  <a:moveTo>
                    <a:pt x="10800" y="2160"/>
                  </a:moveTo>
                  <a:cubicBezTo>
                    <a:pt x="13021" y="2160"/>
                    <a:pt x="15049" y="3003"/>
                    <a:pt x="16581" y="4385"/>
                  </a:cubicBezTo>
                  <a:cubicBezTo>
                    <a:pt x="15509" y="5855"/>
                    <a:pt x="14008" y="6822"/>
                    <a:pt x="12365" y="7445"/>
                  </a:cubicBezTo>
                  <a:cubicBezTo>
                    <a:pt x="12091" y="6806"/>
                    <a:pt x="11817" y="6226"/>
                    <a:pt x="11555" y="5709"/>
                  </a:cubicBezTo>
                  <a:cubicBezTo>
                    <a:pt x="10795" y="4211"/>
                    <a:pt x="10048" y="3064"/>
                    <a:pt x="9466" y="2263"/>
                  </a:cubicBezTo>
                  <a:cubicBezTo>
                    <a:pt x="9901" y="2195"/>
                    <a:pt x="10346" y="2160"/>
                    <a:pt x="10800" y="2160"/>
                  </a:cubicBezTo>
                  <a:cubicBezTo>
                    <a:pt x="10800" y="2160"/>
                    <a:pt x="10800" y="2160"/>
                    <a:pt x="10800" y="2160"/>
                  </a:cubicBezTo>
                  <a:close/>
                  <a:moveTo>
                    <a:pt x="18834" y="3590"/>
                  </a:moveTo>
                  <a:lnTo>
                    <a:pt x="18682" y="3425"/>
                  </a:lnTo>
                  <a:cubicBezTo>
                    <a:pt x="16710" y="1318"/>
                    <a:pt x="13906" y="0"/>
                    <a:pt x="10800" y="0"/>
                  </a:cubicBezTo>
                  <a:cubicBezTo>
                    <a:pt x="9564" y="0"/>
                    <a:pt x="8376" y="209"/>
                    <a:pt x="7269" y="593"/>
                  </a:cubicBezTo>
                  <a:lnTo>
                    <a:pt x="7157" y="633"/>
                  </a:lnTo>
                  <a:cubicBezTo>
                    <a:pt x="3542" y="1932"/>
                    <a:pt x="814" y="5108"/>
                    <a:pt x="154" y="8980"/>
                  </a:cubicBezTo>
                  <a:cubicBezTo>
                    <a:pt x="153" y="8984"/>
                    <a:pt x="152" y="8988"/>
                    <a:pt x="152" y="8991"/>
                  </a:cubicBezTo>
                  <a:cubicBezTo>
                    <a:pt x="149" y="9004"/>
                    <a:pt x="148" y="9016"/>
                    <a:pt x="146" y="9028"/>
                  </a:cubicBezTo>
                  <a:cubicBezTo>
                    <a:pt x="51" y="9605"/>
                    <a:pt x="0" y="10197"/>
                    <a:pt x="0" y="10800"/>
                  </a:cubicBezTo>
                  <a:cubicBezTo>
                    <a:pt x="0" y="13375"/>
                    <a:pt x="906" y="15741"/>
                    <a:pt x="2416" y="17599"/>
                  </a:cubicBezTo>
                  <a:cubicBezTo>
                    <a:pt x="2417" y="17600"/>
                    <a:pt x="2541" y="17751"/>
                    <a:pt x="2541" y="17751"/>
                  </a:cubicBezTo>
                  <a:cubicBezTo>
                    <a:pt x="4524" y="20103"/>
                    <a:pt x="7490" y="21600"/>
                    <a:pt x="10800" y="21600"/>
                  </a:cubicBezTo>
                  <a:cubicBezTo>
                    <a:pt x="12051" y="21600"/>
                    <a:pt x="13252" y="21385"/>
                    <a:pt x="14370" y="20993"/>
                  </a:cubicBezTo>
                  <a:cubicBezTo>
                    <a:pt x="14400" y="20983"/>
                    <a:pt x="14429" y="20974"/>
                    <a:pt x="14457" y="20962"/>
                  </a:cubicBezTo>
                  <a:cubicBezTo>
                    <a:pt x="18004" y="19681"/>
                    <a:pt x="20694" y="16594"/>
                    <a:pt x="21411" y="12816"/>
                  </a:cubicBezTo>
                  <a:cubicBezTo>
                    <a:pt x="21412" y="12806"/>
                    <a:pt x="21414" y="12797"/>
                    <a:pt x="21416" y="12788"/>
                  </a:cubicBezTo>
                  <a:cubicBezTo>
                    <a:pt x="21536" y="12143"/>
                    <a:pt x="21600" y="11479"/>
                    <a:pt x="21600" y="10800"/>
                  </a:cubicBezTo>
                  <a:cubicBezTo>
                    <a:pt x="21600" y="8032"/>
                    <a:pt x="20553" y="5503"/>
                    <a:pt x="18834" y="3590"/>
                  </a:cubicBezTo>
                  <a:cubicBezTo>
                    <a:pt x="18834" y="3590"/>
                    <a:pt x="18834" y="3590"/>
                    <a:pt x="18834" y="3590"/>
                  </a:cubicBezTo>
                  <a:close/>
                </a:path>
              </a:pathLst>
            </a:custGeom>
            <a:solidFill>
              <a:schemeClr val="bg1"/>
            </a:solidFill>
            <a:ln w="12700">
              <a:miter lim="400000"/>
            </a:ln>
          </p:spPr>
          <p:txBody>
            <a:bodyPr lIns="38100" tIns="38100" rIns="38100" bIns="38100" anchor="ct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sz="3000">
                  <a:solidFill>
                    <a:srgbClr val="FFFFFF"/>
                  </a:solidFill>
                  <a:effectLst>
                    <a:outerShdw blurRad="38100" dist="12700" dir="5400000" rotWithShape="0">
                      <a:srgbClr val="000000">
                        <a:alpha val="50000"/>
                      </a:srgbClr>
                    </a:outerShdw>
                  </a:effectLst>
                </a:defRPr>
              </a:pPr>
              <a:endParaRPr kumimoji="0" sz="3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Arial"/>
                <a:cs typeface="Arial"/>
                <a:sym typeface="Arial"/>
              </a:endParaRPr>
            </a:p>
          </p:txBody>
        </p:sp>
      </p:grpSp>
      <p:sp>
        <p:nvSpPr>
          <p:cNvPr id="11" name="Rectangle 10">
            <a:extLst>
              <a:ext uri="{FF2B5EF4-FFF2-40B4-BE49-F238E27FC236}">
                <a16:creationId xmlns:a16="http://schemas.microsoft.com/office/drawing/2014/main" id="{DE739AA3-A794-9F54-6A5A-CA2C7ED598BB}"/>
              </a:ext>
            </a:extLst>
          </p:cNvPr>
          <p:cNvSpPr/>
          <p:nvPr/>
        </p:nvSpPr>
        <p:spPr>
          <a:xfrm>
            <a:off x="1300694" y="2272374"/>
            <a:ext cx="5297771" cy="98634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2800" b="1" i="0" u="none" strike="noStrike" kern="0" cap="none" spc="0" normalizeH="0" baseline="0" noProof="0" dirty="0">
                <a:ln>
                  <a:noFill/>
                </a:ln>
                <a:solidFill>
                  <a:srgbClr val="000000"/>
                </a:solidFill>
                <a:effectLst/>
                <a:uLnTx/>
                <a:uFillTx/>
                <a:latin typeface="Arial"/>
                <a:ea typeface="+mn-ea"/>
                <a:cs typeface="+mn-cs"/>
                <a:sym typeface="Arial"/>
              </a:rPr>
              <a:t>www.anubhavtrainings.com</a:t>
            </a:r>
          </a:p>
        </p:txBody>
      </p:sp>
      <p:sp>
        <p:nvSpPr>
          <p:cNvPr id="12" name="Right Triangle 11"/>
          <p:cNvSpPr/>
          <p:nvPr/>
        </p:nvSpPr>
        <p:spPr>
          <a:xfrm rot="19603165">
            <a:off x="394348" y="-1369124"/>
            <a:ext cx="4191287" cy="2738247"/>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3" name="Right Triangle 12"/>
          <p:cNvSpPr/>
          <p:nvPr/>
        </p:nvSpPr>
        <p:spPr>
          <a:xfrm rot="16200000">
            <a:off x="6874209" y="1545491"/>
            <a:ext cx="4718460" cy="5910772"/>
          </a:xfrm>
          <a:prstGeom prst="rtTriangle">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solidFill>
                  <a:srgbClr val="00B050"/>
                </a:solidFill>
              </a:ln>
              <a:solidFill>
                <a:srgbClr val="00B050"/>
              </a:solidFill>
              <a:effectLst/>
              <a:uLnTx/>
              <a:uFillTx/>
              <a:latin typeface="Arial"/>
              <a:ea typeface="+mn-ea"/>
              <a:cs typeface="+mn-cs"/>
              <a:sym typeface="Arial"/>
            </a:endParaRPr>
          </a:p>
        </p:txBody>
      </p:sp>
      <p:sp>
        <p:nvSpPr>
          <p:cNvPr id="14" name="Minus 13"/>
          <p:cNvSpPr/>
          <p:nvPr/>
        </p:nvSpPr>
        <p:spPr>
          <a:xfrm rot="19276189">
            <a:off x="4275114" y="4157244"/>
            <a:ext cx="9864485" cy="472198"/>
          </a:xfrm>
          <a:prstGeom prst="mathMinus">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a:ln>
                <a:noFill/>
              </a:ln>
              <a:solidFill>
                <a:srgbClr val="FFFFFF"/>
              </a:solidFill>
              <a:effectLst/>
              <a:uLnTx/>
              <a:uFillTx/>
              <a:latin typeface="Arial"/>
              <a:ea typeface="+mn-ea"/>
              <a:cs typeface="+mn-cs"/>
              <a:sym typeface="Arial"/>
            </a:endParaRPr>
          </a:p>
        </p:txBody>
      </p:sp>
      <p:sp>
        <p:nvSpPr>
          <p:cNvPr id="15" name="Google Shape;552;p2"/>
          <p:cNvSpPr txBox="1"/>
          <p:nvPr/>
        </p:nvSpPr>
        <p:spPr>
          <a:xfrm>
            <a:off x="9475983" y="6498485"/>
            <a:ext cx="3002568" cy="338514"/>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rPr>
              <a:t>www.anubhavtrainings.com</a:t>
            </a:r>
            <a:endParaRPr kumimoji="0" sz="1600" b="0" i="0" u="none" strike="noStrike" kern="0" cap="none" spc="0" normalizeH="0" baseline="0" noProof="0" dirty="0">
              <a:ln>
                <a:noFill/>
              </a:ln>
              <a:solidFill>
                <a:srgbClr val="000000"/>
              </a:solidFill>
              <a:effectLst/>
              <a:uLnTx/>
              <a:uFillTx/>
              <a:latin typeface="Cambria" panose="02040503050406030204" pitchFamily="18" charset="0"/>
              <a:ea typeface="Cambria" panose="02040503050406030204" pitchFamily="18" charset="0"/>
              <a:cs typeface="Corben"/>
              <a:sym typeface="Corben"/>
            </a:endParaRPr>
          </a:p>
        </p:txBody>
      </p:sp>
      <p:pic>
        <p:nvPicPr>
          <p:cNvPr id="16" name="Picture 4">
            <a:extLst>
              <a:ext uri="{FF2B5EF4-FFF2-40B4-BE49-F238E27FC236}">
                <a16:creationId xmlns:a16="http://schemas.microsoft.com/office/drawing/2014/main" id="{DB8A7F7E-7F2C-20C1-2A09-7D9F11F6AD1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532069" y="0"/>
            <a:ext cx="655169" cy="6471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7610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arn(inVertical)">
                                      <p:cBhvr>
                                        <p:cTn id="10" dur="5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arn(inVertical)">
                                      <p:cBhvr>
                                        <p:cTn id="15" dur="500"/>
                                        <p:tgtEl>
                                          <p:spTgt spid="3"/>
                                        </p:tgtEl>
                                      </p:cBhvr>
                                    </p:animEffect>
                                  </p:childTnLst>
                                </p:cTn>
                              </p:par>
                            </p:childTnLst>
                          </p:cTn>
                        </p:par>
                      </p:childTnLst>
                    </p:cTn>
                  </p:par>
                  <p:par>
                    <p:cTn id="16" fill="hold">
                      <p:stCondLst>
                        <p:cond delay="indefinite"/>
                      </p:stCondLst>
                      <p:childTnLst>
                        <p:par>
                          <p:cTn id="17" fill="hold">
                            <p:stCondLst>
                              <p:cond delay="0"/>
                            </p:stCondLst>
                            <p:childTnLst>
                              <p:par>
                                <p:cTn id="18" presetID="16" presetClass="entr" presetSubtype="21" fill="hold" nodeType="clickEffect">
                                  <p:stCondLst>
                                    <p:cond delay="0"/>
                                  </p:stCondLst>
                                  <p:childTnLst>
                                    <p:set>
                                      <p:cBhvr>
                                        <p:cTn id="19" dur="1" fill="hold">
                                          <p:stCondLst>
                                            <p:cond delay="0"/>
                                          </p:stCondLst>
                                        </p:cTn>
                                        <p:tgtEl>
                                          <p:spTgt spid="4"/>
                                        </p:tgtEl>
                                        <p:attrNameLst>
                                          <p:attrName>style.visibility</p:attrName>
                                        </p:attrNameLst>
                                      </p:cBhvr>
                                      <p:to>
                                        <p:strVal val="visible"/>
                                      </p:to>
                                    </p:set>
                                    <p:animEffect transition="in" filter="barn(inVertical)">
                                      <p:cBhvr>
                                        <p:cTn id="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1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ight Triangle 6">
            <a:extLst>
              <a:ext uri="{FF2B5EF4-FFF2-40B4-BE49-F238E27FC236}">
                <a16:creationId xmlns:a16="http://schemas.microsoft.com/office/drawing/2014/main" id="{EAF14BF4-9A45-8B4E-AA65-A815CC72E5A3}"/>
              </a:ext>
            </a:extLst>
          </p:cNvPr>
          <p:cNvSpPr/>
          <p:nvPr/>
        </p:nvSpPr>
        <p:spPr>
          <a:xfrm flipH="1">
            <a:off x="3029488" y="2339447"/>
            <a:ext cx="9159332" cy="4517660"/>
          </a:xfrm>
          <a:prstGeom prst="rtTriangle">
            <a:avLst/>
          </a:prstGeom>
          <a:solidFill>
            <a:srgbClr val="18A7C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 name="Picture Placeholder 1">
            <a:extLst>
              <a:ext uri="{FF2B5EF4-FFF2-40B4-BE49-F238E27FC236}">
                <a16:creationId xmlns:a16="http://schemas.microsoft.com/office/drawing/2014/main" id="{5901FB9E-D5D8-0E42-9064-309ADD0ECF57}"/>
              </a:ext>
            </a:extLst>
          </p:cNvPr>
          <p:cNvSpPr>
            <a:spLocks noGrp="1"/>
          </p:cNvSpPr>
          <p:nvPr>
            <p:ph type="pic" sz="quarter" idx="14"/>
          </p:nvPr>
        </p:nvSpPr>
        <p:spPr>
          <a:xfrm>
            <a:off x="-1" y="892"/>
            <a:ext cx="12188825" cy="4876667"/>
          </a:xfrm>
        </p:spPr>
        <p:txBody>
          <a:bodyPr/>
          <a:lstStyle/>
          <a:p>
            <a:endParaRPr lang="en-US"/>
          </a:p>
        </p:txBody>
      </p:sp>
      <p:pic>
        <p:nvPicPr>
          <p:cNvPr id="4" name="Picture 3">
            <a:extLst>
              <a:ext uri="{FF2B5EF4-FFF2-40B4-BE49-F238E27FC236}">
                <a16:creationId xmlns:a16="http://schemas.microsoft.com/office/drawing/2014/main" id="{520F6EAF-BDD9-FA40-9881-470C78C023CA}"/>
              </a:ext>
            </a:extLst>
          </p:cNvPr>
          <p:cNvPicPr>
            <a:picLocks noChangeAspect="1"/>
          </p:cNvPicPr>
          <p:nvPr/>
        </p:nvPicPr>
        <p:blipFill rotWithShape="1">
          <a:blip r:embed="rId3" cstate="email">
            <a:extLst>
              <a:ext uri="{28A0092B-C50C-407E-A947-70E740481C1C}">
                <a14:useLocalDpi xmlns:a14="http://schemas.microsoft.com/office/drawing/2010/main"/>
              </a:ext>
            </a:extLst>
          </a:blip>
          <a:srcRect/>
          <a:stretch/>
        </p:blipFill>
        <p:spPr>
          <a:xfrm>
            <a:off x="1586" y="892"/>
            <a:ext cx="12185652" cy="4876667"/>
          </a:xfrm>
          <a:prstGeom prst="rect">
            <a:avLst/>
          </a:prstGeom>
        </p:spPr>
      </p:pic>
      <p:sp>
        <p:nvSpPr>
          <p:cNvPr id="20" name="Rectangle 19">
            <a:extLst>
              <a:ext uri="{FF2B5EF4-FFF2-40B4-BE49-F238E27FC236}">
                <a16:creationId xmlns:a16="http://schemas.microsoft.com/office/drawing/2014/main" id="{7D8E97E7-E23C-4E4A-A0AF-1C43E32D5148}"/>
              </a:ext>
            </a:extLst>
          </p:cNvPr>
          <p:cNvSpPr/>
          <p:nvPr/>
        </p:nvSpPr>
        <p:spPr>
          <a:xfrm>
            <a:off x="3175" y="-9395"/>
            <a:ext cx="12184064" cy="4886954"/>
          </a:xfrm>
          <a:prstGeom prst="rect">
            <a:avLst/>
          </a:prstGeom>
          <a:gradFill>
            <a:gsLst>
              <a:gs pos="89000">
                <a:schemeClr val="accent4">
                  <a:lumMod val="75000"/>
                  <a:alpha val="96000"/>
                </a:schemeClr>
              </a:gs>
              <a:gs pos="29000">
                <a:schemeClr val="tx2">
                  <a:alpha val="84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3943"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5" name="Rectangle 34">
            <a:extLst>
              <a:ext uri="{FF2B5EF4-FFF2-40B4-BE49-F238E27FC236}">
                <a16:creationId xmlns:a16="http://schemas.microsoft.com/office/drawing/2014/main" id="{F6FFC3F4-1A5C-6446-9CE3-98CE002CFF5F}"/>
              </a:ext>
            </a:extLst>
          </p:cNvPr>
          <p:cNvSpPr/>
          <p:nvPr/>
        </p:nvSpPr>
        <p:spPr>
          <a:xfrm>
            <a:off x="350568" y="5992010"/>
            <a:ext cx="3553364" cy="646163"/>
          </a:xfrm>
          <a:prstGeom prst="rect">
            <a:avLst/>
          </a:prstGeom>
        </p:spPr>
        <p:txBody>
          <a:bodyPr wrap="square">
            <a:spAutoFit/>
          </a:bodyPr>
          <a:lstStyle/>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pitchFamily="34" charset="0"/>
                <a:ea typeface="+mn-ea"/>
                <a:cs typeface="Arial" panose="020B0604020202020204" pitchFamily="34" charset="0"/>
              </a:rPr>
              <a:t>Contact us today!</a:t>
            </a:r>
          </a:p>
          <a:p>
            <a:pPr marL="0" marR="0" lvl="0" indent="0" algn="l" defTabSz="913943" rtl="0" eaLnBrk="1" fontAlgn="auto" latinLnBrk="0" hangingPunct="1">
              <a:lnSpc>
                <a:spcPct val="100000"/>
              </a:lnSpc>
              <a:spcBef>
                <a:spcPts val="0"/>
              </a:spcBef>
              <a:spcAft>
                <a:spcPts val="0"/>
              </a:spcAft>
              <a:buClrTx/>
              <a:buSzTx/>
              <a:buFontTx/>
              <a:buNone/>
              <a:tabLst/>
              <a:defRPr/>
            </a:pPr>
            <a:r>
              <a:rPr kumimoji="0" lang="en-US" sz="1799" b="0" i="0" u="none" strike="noStrike" kern="1200" cap="none" spc="0" normalizeH="0" baseline="0" noProof="0" dirty="0">
                <a:ln>
                  <a:noFill/>
                </a:ln>
                <a:solidFill>
                  <a:srgbClr val="44546A"/>
                </a:solidFill>
                <a:effectLst/>
                <a:uLnTx/>
                <a:uFillTx/>
                <a:latin typeface="Arial" panose="020B0604020202020204"/>
                <a:ea typeface="+mn-ea"/>
                <a:cs typeface="+mn-cs"/>
              </a:rPr>
              <a:t>https://anubhavtrainings.com</a:t>
            </a:r>
          </a:p>
        </p:txBody>
      </p:sp>
      <p:sp>
        <p:nvSpPr>
          <p:cNvPr id="6" name="Rectangle 5">
            <a:extLst>
              <a:ext uri="{FF2B5EF4-FFF2-40B4-BE49-F238E27FC236}">
                <a16:creationId xmlns:a16="http://schemas.microsoft.com/office/drawing/2014/main" id="{7A91E6F4-0EB3-3446-B962-79A0A253F3F7}"/>
              </a:ext>
            </a:extLst>
          </p:cNvPr>
          <p:cNvSpPr/>
          <p:nvPr/>
        </p:nvSpPr>
        <p:spPr>
          <a:xfrm>
            <a:off x="8178219" y="2926031"/>
            <a:ext cx="3229442" cy="276927"/>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IN"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rPr>
              <a:t>We build the workforce of the future.</a:t>
            </a:r>
            <a:endParaRPr kumimoji="0" lang="en-US" sz="1200" b="0" i="0" u="none" strike="noStrike" kern="1200" cap="none" spc="50" normalizeH="0" baseline="0" noProof="0" dirty="0">
              <a:ln>
                <a:noFill/>
              </a:ln>
              <a:solidFill>
                <a:srgbClr val="FFFFFF">
                  <a:lumMod val="95000"/>
                </a:srgbClr>
              </a:solidFill>
              <a:effectLst/>
              <a:uLnTx/>
              <a:uFillTx/>
              <a:latin typeface="Arial" panose="020B0604020202020204" pitchFamily="34" charset="0"/>
              <a:ea typeface="+mn-ea"/>
              <a:cs typeface="Arial" panose="020B0604020202020204" pitchFamily="34" charset="0"/>
            </a:endParaRPr>
          </a:p>
        </p:txBody>
      </p:sp>
      <p:sp>
        <p:nvSpPr>
          <p:cNvPr id="40" name="Rectangle 39">
            <a:extLst>
              <a:ext uri="{FF2B5EF4-FFF2-40B4-BE49-F238E27FC236}">
                <a16:creationId xmlns:a16="http://schemas.microsoft.com/office/drawing/2014/main" id="{89EED0AA-D6A0-854A-9888-8400B6D1FE48}"/>
              </a:ext>
            </a:extLst>
          </p:cNvPr>
          <p:cNvSpPr/>
          <p:nvPr/>
        </p:nvSpPr>
        <p:spPr>
          <a:xfrm>
            <a:off x="1221676"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Corporate Clients</a:t>
            </a:r>
          </a:p>
        </p:txBody>
      </p:sp>
      <p:sp>
        <p:nvSpPr>
          <p:cNvPr id="49" name="Rectangle 48">
            <a:extLst>
              <a:ext uri="{FF2B5EF4-FFF2-40B4-BE49-F238E27FC236}">
                <a16:creationId xmlns:a16="http://schemas.microsoft.com/office/drawing/2014/main" id="{DFBD6F02-53D0-BF4D-BF2A-4BD3E0AC1D30}"/>
              </a:ext>
            </a:extLst>
          </p:cNvPr>
          <p:cNvSpPr/>
          <p:nvPr/>
        </p:nvSpPr>
        <p:spPr>
          <a:xfrm>
            <a:off x="2825143" y="3113856"/>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30,000+</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Trained</a:t>
            </a:r>
          </a:p>
        </p:txBody>
      </p:sp>
      <p:sp>
        <p:nvSpPr>
          <p:cNvPr id="75" name="Rectangle 74">
            <a:extLst>
              <a:ext uri="{FF2B5EF4-FFF2-40B4-BE49-F238E27FC236}">
                <a16:creationId xmlns:a16="http://schemas.microsoft.com/office/drawing/2014/main" id="{B3EFFD71-D9A6-F843-8D97-4553654A0BAE}"/>
              </a:ext>
            </a:extLst>
          </p:cNvPr>
          <p:cNvSpPr/>
          <p:nvPr/>
        </p:nvSpPr>
        <p:spPr>
          <a:xfrm>
            <a:off x="4495429" y="3111497"/>
            <a:ext cx="1801447" cy="646163"/>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2399" b="0" i="0" u="none" strike="noStrike" kern="1200" cap="none" spc="0" normalizeH="0" baseline="0" noProof="0" dirty="0">
                <a:ln>
                  <a:noFill/>
                </a:ln>
                <a:solidFill>
                  <a:srgbClr val="FFFFFF"/>
                </a:solidFill>
                <a:effectLst/>
                <a:uLnTx/>
                <a:uFillTx/>
                <a:latin typeface="Arial" panose="020B0604020202020204"/>
                <a:ea typeface="+mn-ea"/>
                <a:cs typeface="+mn-cs"/>
              </a:rPr>
              <a:t>25000+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FFFFFF"/>
                </a:solidFill>
                <a:effectLst/>
                <a:uLnTx/>
                <a:uFillTx/>
                <a:latin typeface="Arial" panose="020B0604020202020204"/>
                <a:ea typeface="+mn-ea"/>
                <a:cs typeface="+mn-cs"/>
              </a:rPr>
              <a:t>Learners Placed</a:t>
            </a:r>
          </a:p>
        </p:txBody>
      </p:sp>
      <p:pic>
        <p:nvPicPr>
          <p:cNvPr id="9" name="Picture 8">
            <a:extLst>
              <a:ext uri="{FF2B5EF4-FFF2-40B4-BE49-F238E27FC236}">
                <a16:creationId xmlns:a16="http://schemas.microsoft.com/office/drawing/2014/main" id="{6BBB1580-5754-8F41-9AD0-21D8AE6FD293}"/>
              </a:ext>
            </a:extLst>
          </p:cNvPr>
          <p:cNvPicPr>
            <a:picLocks noChangeAspect="1"/>
          </p:cNvPicPr>
          <p:nvPr/>
        </p:nvPicPr>
        <p:blipFill>
          <a:blip r:embed="rId4" cstate="email">
            <a:lum bright="70000" contrast="-70000"/>
            <a:extLst>
              <a:ext uri="{28A0092B-C50C-407E-A947-70E740481C1C}">
                <a14:useLocalDpi xmlns:a14="http://schemas.microsoft.com/office/drawing/2010/main"/>
              </a:ext>
            </a:extLst>
          </a:blip>
          <a:stretch>
            <a:fillRect/>
          </a:stretch>
        </p:blipFill>
        <p:spPr>
          <a:xfrm>
            <a:off x="1783127" y="2279841"/>
            <a:ext cx="640059" cy="640059"/>
          </a:xfrm>
          <a:prstGeom prst="rect">
            <a:avLst/>
          </a:prstGeom>
        </p:spPr>
      </p:pic>
      <p:pic>
        <p:nvPicPr>
          <p:cNvPr id="11" name="Picture 10">
            <a:extLst>
              <a:ext uri="{FF2B5EF4-FFF2-40B4-BE49-F238E27FC236}">
                <a16:creationId xmlns:a16="http://schemas.microsoft.com/office/drawing/2014/main" id="{465C330F-D3B3-C54E-A760-411AF08F9062}"/>
              </a:ext>
            </a:extLst>
          </p:cNvPr>
          <p:cNvPicPr>
            <a:picLocks noChangeAspect="1"/>
          </p:cNvPicPr>
          <p:nvPr/>
        </p:nvPicPr>
        <p:blipFill>
          <a:blip r:embed="rId5" cstate="email">
            <a:lum bright="70000" contrast="-70000"/>
            <a:extLst>
              <a:ext uri="{28A0092B-C50C-407E-A947-70E740481C1C}">
                <a14:useLocalDpi xmlns:a14="http://schemas.microsoft.com/office/drawing/2010/main"/>
              </a:ext>
            </a:extLst>
          </a:blip>
          <a:stretch>
            <a:fillRect/>
          </a:stretch>
        </p:blipFill>
        <p:spPr>
          <a:xfrm>
            <a:off x="3405530" y="2272765"/>
            <a:ext cx="671928" cy="671928"/>
          </a:xfrm>
          <a:prstGeom prst="rect">
            <a:avLst/>
          </a:prstGeom>
        </p:spPr>
      </p:pic>
      <p:sp>
        <p:nvSpPr>
          <p:cNvPr id="48" name="Rectangle 47"/>
          <p:cNvSpPr/>
          <p:nvPr/>
        </p:nvSpPr>
        <p:spPr>
          <a:xfrm>
            <a:off x="632520" y="692233"/>
            <a:ext cx="6570959" cy="1138476"/>
          </a:xfrm>
          <a:prstGeom prst="rect">
            <a:avLst/>
          </a:prstGeom>
        </p:spPr>
        <p:txBody>
          <a:bodyPr wrap="square">
            <a:spAutoFit/>
          </a:bodyPr>
          <a:lstStyle/>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We’re committed to empower you to be</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 </a:t>
            </a:r>
            <a:r>
              <a:rPr kumimoji="0" lang="en-US" sz="2799" b="1" i="0" u="none" strike="noStrike" kern="1200" cap="none" spc="0" normalizeH="0" baseline="0" noProof="0" dirty="0">
                <a:ln>
                  <a:noFill/>
                </a:ln>
                <a:solidFill>
                  <a:srgbClr val="2AC6D1">
                    <a:lumMod val="40000"/>
                    <a:lumOff val="60000"/>
                  </a:srgbClr>
                </a:solidFill>
                <a:effectLst/>
                <a:uLnTx/>
                <a:uFillTx/>
                <a:latin typeface="Arial" panose="020B0604020202020204" pitchFamily="34" charset="0"/>
                <a:ea typeface="+mn-ea"/>
                <a:cs typeface="Arial" panose="020B0604020202020204" pitchFamily="34" charset="0"/>
              </a:rPr>
              <a:t>#FutureReady </a:t>
            </a:r>
          </a:p>
          <a:p>
            <a:pPr marL="0" marR="0" lvl="0" indent="0" algn="ctr"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through powerful training solutions.</a:t>
            </a:r>
          </a:p>
        </p:txBody>
      </p:sp>
      <p:sp>
        <p:nvSpPr>
          <p:cNvPr id="54" name="Rectangle 53">
            <a:extLst>
              <a:ext uri="{FF2B5EF4-FFF2-40B4-BE49-F238E27FC236}">
                <a16:creationId xmlns:a16="http://schemas.microsoft.com/office/drawing/2014/main" id="{29B88429-5E3E-E649-B2EC-6D73DF20380B}"/>
              </a:ext>
            </a:extLst>
          </p:cNvPr>
          <p:cNvSpPr/>
          <p:nvPr/>
        </p:nvSpPr>
        <p:spPr>
          <a:xfrm>
            <a:off x="350569" y="4998498"/>
            <a:ext cx="3900557" cy="892320"/>
          </a:xfrm>
          <a:prstGeom prst="rect">
            <a:avLst/>
          </a:prstGeom>
        </p:spPr>
        <p:txBody>
          <a:bodyPr wrap="squar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999" b="1" i="0" u="none" strike="noStrike" kern="1200" cap="none" spc="100" normalizeH="0" baseline="0" noProof="0" dirty="0">
                <a:ln>
                  <a:noFill/>
                </a:ln>
                <a:solidFill>
                  <a:srgbClr val="F97700"/>
                </a:solidFill>
                <a:effectLst/>
                <a:uLnTx/>
                <a:uFillTx/>
                <a:latin typeface="Arial" panose="020B0604020202020204"/>
                <a:ea typeface="+mn-ea"/>
                <a:cs typeface="+mn-cs"/>
              </a:rPr>
              <a:t>FREE WEBINARS </a:t>
            </a:r>
          </a:p>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F97700"/>
                </a:solidFill>
                <a:effectLst/>
                <a:uLnTx/>
                <a:uFillTx/>
                <a:latin typeface="Arial" panose="020B0604020202020204"/>
                <a:ea typeface="+mn-ea"/>
                <a:cs typeface="+mn-cs"/>
              </a:rPr>
              <a:t>Sign up for free webinars with industry experts every fortnight!</a:t>
            </a:r>
          </a:p>
        </p:txBody>
      </p:sp>
      <p:pic>
        <p:nvPicPr>
          <p:cNvPr id="56" name="Picture 55">
            <a:extLst>
              <a:ext uri="{FF2B5EF4-FFF2-40B4-BE49-F238E27FC236}">
                <a16:creationId xmlns:a16="http://schemas.microsoft.com/office/drawing/2014/main" id="{A2992D5F-5E6B-654B-9458-11A35BA426B5}"/>
              </a:ext>
            </a:extLst>
          </p:cNvPr>
          <p:cNvPicPr>
            <a:picLocks noChangeAspect="1"/>
          </p:cNvPicPr>
          <p:nvPr/>
        </p:nvPicPr>
        <p:blipFill>
          <a:blip r:embed="rId6" cstate="email">
            <a:lum bright="70000" contrast="-70000"/>
            <a:extLst>
              <a:ext uri="{28A0092B-C50C-407E-A947-70E740481C1C}">
                <a14:useLocalDpi xmlns:a14="http://schemas.microsoft.com/office/drawing/2010/main"/>
              </a:ext>
            </a:extLst>
          </a:blip>
          <a:stretch>
            <a:fillRect/>
          </a:stretch>
        </p:blipFill>
        <p:spPr>
          <a:xfrm>
            <a:off x="4951451" y="2194693"/>
            <a:ext cx="851865" cy="851865"/>
          </a:xfrm>
          <a:prstGeom prst="rect">
            <a:avLst/>
          </a:prstGeom>
        </p:spPr>
      </p:pic>
      <p:grpSp>
        <p:nvGrpSpPr>
          <p:cNvPr id="8" name="Group 13">
            <a:extLst>
              <a:ext uri="{FF2B5EF4-FFF2-40B4-BE49-F238E27FC236}">
                <a16:creationId xmlns:a16="http://schemas.microsoft.com/office/drawing/2014/main" id="{C4CE162D-F9BF-9140-A233-D39001B36CFD}"/>
              </a:ext>
            </a:extLst>
          </p:cNvPr>
          <p:cNvGrpSpPr/>
          <p:nvPr/>
        </p:nvGrpSpPr>
        <p:grpSpPr>
          <a:xfrm>
            <a:off x="6517598" y="3369121"/>
            <a:ext cx="5611184" cy="3380860"/>
            <a:chOff x="4482563" y="4980191"/>
            <a:chExt cx="3128574" cy="1841396"/>
          </a:xfrm>
        </p:grpSpPr>
        <p:pic>
          <p:nvPicPr>
            <p:cNvPr id="19" name="Picture 18">
              <a:extLst>
                <a:ext uri="{FF2B5EF4-FFF2-40B4-BE49-F238E27FC236}">
                  <a16:creationId xmlns:a16="http://schemas.microsoft.com/office/drawing/2014/main" id="{62C3C8DA-341B-5A4B-82D2-EE674B9C2DAF}"/>
                </a:ext>
              </a:extLst>
            </p:cNvPr>
            <p:cNvPicPr>
              <a:picLocks noChangeAspect="1"/>
            </p:cNvPicPr>
            <p:nvPr/>
          </p:nvPicPr>
          <p:blipFill>
            <a:blip r:embed="rId7"/>
            <a:stretch>
              <a:fillRect/>
            </a:stretch>
          </p:blipFill>
          <p:spPr>
            <a:xfrm>
              <a:off x="4482563" y="4980191"/>
              <a:ext cx="3128574" cy="1841396"/>
            </a:xfrm>
            <a:prstGeom prst="rect">
              <a:avLst/>
            </a:prstGeom>
          </p:spPr>
        </p:pic>
        <p:pic>
          <p:nvPicPr>
            <p:cNvPr id="13" name="Picture 12">
              <a:extLst>
                <a:ext uri="{FF2B5EF4-FFF2-40B4-BE49-F238E27FC236}">
                  <a16:creationId xmlns:a16="http://schemas.microsoft.com/office/drawing/2014/main" id="{3F68CD41-8EF3-B443-924E-319DE8B16892}"/>
                </a:ext>
              </a:extLst>
            </p:cNvPr>
            <p:cNvPicPr>
              <a:picLocks noChangeAspect="1"/>
            </p:cNvPicPr>
            <p:nvPr/>
          </p:nvPicPr>
          <p:blipFill rotWithShape="1">
            <a:blip r:embed="rId8" cstate="email">
              <a:extLst>
                <a:ext uri="{28A0092B-C50C-407E-A947-70E740481C1C}">
                  <a14:useLocalDpi xmlns:a14="http://schemas.microsoft.com/office/drawing/2010/main"/>
                </a:ext>
              </a:extLst>
            </a:blip>
            <a:srcRect/>
            <a:stretch/>
          </p:blipFill>
          <p:spPr>
            <a:xfrm>
              <a:off x="4906220" y="5127342"/>
              <a:ext cx="2275190" cy="1498325"/>
            </a:xfrm>
            <a:prstGeom prst="rect">
              <a:avLst/>
            </a:prstGeom>
          </p:spPr>
        </p:pic>
      </p:grpSp>
      <p:sp>
        <p:nvSpPr>
          <p:cNvPr id="3" name="Rectangle 2">
            <a:extLst>
              <a:ext uri="{FF2B5EF4-FFF2-40B4-BE49-F238E27FC236}">
                <a16:creationId xmlns:a16="http://schemas.microsoft.com/office/drawing/2014/main" id="{34C82462-A6A9-9F40-B874-C2786492A285}"/>
              </a:ext>
            </a:extLst>
          </p:cNvPr>
          <p:cNvSpPr/>
          <p:nvPr/>
        </p:nvSpPr>
        <p:spPr>
          <a:xfrm>
            <a:off x="4492569" y="5574754"/>
            <a:ext cx="2196235" cy="54735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23" name="Rectangle 22">
            <a:extLst>
              <a:ext uri="{FF2B5EF4-FFF2-40B4-BE49-F238E27FC236}">
                <a16:creationId xmlns:a16="http://schemas.microsoft.com/office/drawing/2014/main" id="{B7D41E04-1B35-BD4F-8B37-C6CC88C6B995}"/>
              </a:ext>
            </a:extLst>
          </p:cNvPr>
          <p:cNvSpPr/>
          <p:nvPr/>
        </p:nvSpPr>
        <p:spPr>
          <a:xfrm>
            <a:off x="4399734" y="5490332"/>
            <a:ext cx="2196235" cy="547351"/>
          </a:xfrm>
          <a:prstGeom prst="rect">
            <a:avLst/>
          </a:pr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126"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Rectangle 4">
            <a:extLst>
              <a:ext uri="{FF2B5EF4-FFF2-40B4-BE49-F238E27FC236}">
                <a16:creationId xmlns:a16="http://schemas.microsoft.com/office/drawing/2014/main" id="{6AA9D7C5-0368-6645-B73F-D51BF9C01567}"/>
              </a:ext>
            </a:extLst>
          </p:cNvPr>
          <p:cNvSpPr/>
          <p:nvPr/>
        </p:nvSpPr>
        <p:spPr>
          <a:xfrm>
            <a:off x="4802969" y="5590298"/>
            <a:ext cx="1466686" cy="369236"/>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1799" b="1" i="0" u="none" strike="noStrike" kern="1200" cap="none" spc="0" normalizeH="0" baseline="0" noProof="0" dirty="0">
                <a:ln>
                  <a:noFill/>
                </a:ln>
                <a:solidFill>
                  <a:srgbClr val="44546A"/>
                </a:solidFill>
                <a:effectLst/>
                <a:uLnTx/>
                <a:uFillTx/>
                <a:latin typeface="Arial" panose="020B0604020202020204"/>
                <a:ea typeface="+mn-ea"/>
                <a:cs typeface="+mn-cs"/>
              </a:rPr>
              <a:t>Enroll Now!</a:t>
            </a:r>
            <a:endParaRPr kumimoji="0" lang="en-US" sz="1799" b="1" i="0" u="none" strike="noStrike" kern="1200" cap="none" spc="0" normalizeH="0" baseline="0" noProof="0" dirty="0">
              <a:ln>
                <a:noFill/>
              </a:ln>
              <a:solidFill>
                <a:srgbClr val="000000"/>
              </a:solidFill>
              <a:effectLst/>
              <a:uLnTx/>
              <a:uFillTx/>
              <a:latin typeface="Arial" panose="020B0604020202020204"/>
              <a:ea typeface="+mn-ea"/>
              <a:cs typeface="+mn-cs"/>
            </a:endParaRPr>
          </a:p>
        </p:txBody>
      </p:sp>
      <p:pic>
        <p:nvPicPr>
          <p:cNvPr id="24" name="Picture 4">
            <a:extLst>
              <a:ext uri="{FF2B5EF4-FFF2-40B4-BE49-F238E27FC236}">
                <a16:creationId xmlns:a16="http://schemas.microsoft.com/office/drawing/2014/main" id="{42A5B84E-0F13-E020-C1B3-A338EB41685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482236" y="444130"/>
            <a:ext cx="2323495" cy="229492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5602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ffice Theme">
  <a:themeElements>
    <a:clrScheme name="SlideModel - Sustainablity Strategy">
      <a:dk1>
        <a:srgbClr val="433835"/>
      </a:dk1>
      <a:lt1>
        <a:srgbClr val="FFFFFF"/>
      </a:lt1>
      <a:dk2>
        <a:srgbClr val="070707"/>
      </a:dk2>
      <a:lt2>
        <a:srgbClr val="FFFFFF"/>
      </a:lt2>
      <a:accent1>
        <a:srgbClr val="75C042"/>
      </a:accent1>
      <a:accent2>
        <a:srgbClr val="F0F6FB"/>
      </a:accent2>
      <a:accent3>
        <a:srgbClr val="243769"/>
      </a:accent3>
      <a:accent4>
        <a:srgbClr val="8FBBE1"/>
      </a:accent4>
      <a:accent5>
        <a:srgbClr val="E3F2D9"/>
      </a:accent5>
      <a:accent6>
        <a:srgbClr val="002060"/>
      </a:accent6>
      <a:hlink>
        <a:srgbClr val="FCD7DB"/>
      </a:hlink>
      <a:folHlink>
        <a:srgbClr val="F0E9E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Custom 76">
      <a:dk1>
        <a:srgbClr val="000000"/>
      </a:dk1>
      <a:lt1>
        <a:srgbClr val="FFFFFF"/>
      </a:lt1>
      <a:dk2>
        <a:srgbClr val="1F497D"/>
      </a:dk2>
      <a:lt2>
        <a:srgbClr val="EEECE1"/>
      </a:lt2>
      <a:accent1>
        <a:srgbClr val="BDBDBD"/>
      </a:accent1>
      <a:accent2>
        <a:srgbClr val="98C536"/>
      </a:accent2>
      <a:accent3>
        <a:srgbClr val="6D6D6D"/>
      </a:accent3>
      <a:accent4>
        <a:srgbClr val="1767AC"/>
      </a:accent4>
      <a:accent5>
        <a:srgbClr val="E5E6E8"/>
      </a:accent5>
      <a:accent6>
        <a:srgbClr val="99C274"/>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3_Office Theme">
  <a:themeElements>
    <a:clrScheme name="Custom 618">
      <a:dk1>
        <a:sysClr val="windowText" lastClr="000000"/>
      </a:dk1>
      <a:lt1>
        <a:sysClr val="window" lastClr="FFFFFF"/>
      </a:lt1>
      <a:dk2>
        <a:srgbClr val="1F497D"/>
      </a:dk2>
      <a:lt2>
        <a:srgbClr val="EEECE1"/>
      </a:lt2>
      <a:accent1>
        <a:srgbClr val="151C2B"/>
      </a:accent1>
      <a:accent2>
        <a:srgbClr val="CAC4F7"/>
      </a:accent2>
      <a:accent3>
        <a:srgbClr val="1C21E4"/>
      </a:accent3>
      <a:accent4>
        <a:srgbClr val="5FB7A2"/>
      </a:accent4>
      <a:accent5>
        <a:srgbClr val="3081AC"/>
      </a:accent5>
      <a:accent6>
        <a:srgbClr val="A5A5A5"/>
      </a:accent6>
      <a:hlink>
        <a:srgbClr val="0000FF"/>
      </a:hlink>
      <a:folHlink>
        <a:srgbClr val="800080"/>
      </a:folHlink>
    </a:clrScheme>
    <a:fontScheme name="Custom 2">
      <a:majorFont>
        <a:latin typeface="Calibri"/>
        <a:ea typeface=""/>
        <a:cs typeface=""/>
      </a:majorFont>
      <a:minorFont>
        <a:latin typeface="Segoe U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2347</TotalTime>
  <Words>1186</Words>
  <Application>Microsoft Office PowerPoint</Application>
  <PresentationFormat>Custom</PresentationFormat>
  <Paragraphs>117</Paragraphs>
  <Slides>15</Slides>
  <Notes>13</Notes>
  <HiddenSlides>0</HiddenSlides>
  <MMClips>0</MMClips>
  <ScaleCrop>false</ScaleCrop>
  <HeadingPairs>
    <vt:vector size="6" baseType="variant">
      <vt:variant>
        <vt:lpstr>Fonts Used</vt:lpstr>
      </vt:variant>
      <vt:variant>
        <vt:i4>10</vt:i4>
      </vt:variant>
      <vt:variant>
        <vt:lpstr>Theme</vt:lpstr>
      </vt:variant>
      <vt:variant>
        <vt:i4>3</vt:i4>
      </vt:variant>
      <vt:variant>
        <vt:lpstr>Slide Titles</vt:lpstr>
      </vt:variant>
      <vt:variant>
        <vt:i4>15</vt:i4>
      </vt:variant>
    </vt:vector>
  </HeadingPairs>
  <TitlesOfParts>
    <vt:vector size="28" baseType="lpstr">
      <vt:lpstr>Arial Black</vt:lpstr>
      <vt:lpstr>Segoe UI</vt:lpstr>
      <vt:lpstr>Open Sans</vt:lpstr>
      <vt:lpstr>Segoe UI Light</vt:lpstr>
      <vt:lpstr>Cambria</vt:lpstr>
      <vt:lpstr>Corben</vt:lpstr>
      <vt:lpstr>Arial</vt:lpstr>
      <vt:lpstr>Calibri</vt:lpstr>
      <vt:lpstr>Quattrocento Sans</vt:lpstr>
      <vt:lpstr>Cooper Black</vt:lpstr>
      <vt:lpstr>Office Theme</vt:lpstr>
      <vt:lpstr>2_Office Theme</vt:lpstr>
      <vt:lpstr>3_Office Theme</vt:lpstr>
      <vt:lpstr>SAP BTP ABAP  on Cloud / RAP  Training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ABAP ON CLOUD  RESTFUL APPLICATION  PROGRAMMING EMBEDDED STEAMPUNK TRAINING</dc:title>
  <dc:creator>anurag</dc:creator>
  <cp:lastModifiedBy>Anubhav Oberoy</cp:lastModifiedBy>
  <cp:revision>100</cp:revision>
  <dcterms:created xsi:type="dcterms:W3CDTF">2023-10-03T21:33:12Z</dcterms:created>
  <dcterms:modified xsi:type="dcterms:W3CDTF">2026-02-22T17:00:54Z</dcterms:modified>
</cp:coreProperties>
</file>