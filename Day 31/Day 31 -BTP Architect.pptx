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17"/>
  </p:notesMasterIdLst>
  <p:sldIdLst>
    <p:sldId id="276" r:id="rId3"/>
    <p:sldId id="4122" r:id="rId4"/>
    <p:sldId id="277" r:id="rId5"/>
    <p:sldId id="288" r:id="rId6"/>
    <p:sldId id="290" r:id="rId7"/>
    <p:sldId id="566" r:id="rId8"/>
    <p:sldId id="303" r:id="rId9"/>
    <p:sldId id="519" r:id="rId10"/>
    <p:sldId id="4712" r:id="rId11"/>
    <p:sldId id="567" r:id="rId12"/>
    <p:sldId id="568" r:id="rId13"/>
    <p:sldId id="282" r:id="rId14"/>
    <p:sldId id="280" r:id="rId15"/>
    <p:sldId id="4711" r:id="rId16"/>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40" autoAdjust="0"/>
    <p:restoredTop sz="95033" autoAdjust="0"/>
  </p:normalViewPr>
  <p:slideViewPr>
    <p:cSldViewPr>
      <p:cViewPr varScale="1">
        <p:scale>
          <a:sx n="102" d="100"/>
          <a:sy n="102" d="100"/>
        </p:scale>
        <p:origin x="640" y="2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2.333"/>
    </inkml:context>
    <inkml:brush xml:id="br0">
      <inkml:brushProperty name="width" value="0.05" units="cm"/>
      <inkml:brushProperty name="height" value="0.05" units="cm"/>
    </inkml:brush>
  </inkml:definitions>
  <inkml:trace contextRef="#ctx0" brushRef="#br0">1 1 24575,'20'599'0,"13"-124"0,-30-441-1365,1-9-5461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4.232"/>
    </inkml:context>
    <inkml:brush xml:id="br0">
      <inkml:brushProperty name="width" value="0.05" units="cm"/>
      <inkml:brushProperty name="height" value="0.05" units="cm"/>
    </inkml:brush>
  </inkml:definitions>
  <inkml:trace contextRef="#ctx0" brushRef="#br0">116 177 24575,'0'-1'0,"1"1"0,0 0 0,-1 0 0,1-1 0,-1 1 0,1 0 0,-1-1 0,1 1 0,-1 0 0,1-1 0,-1 1 0,1-1 0,-1 1 0,1-1 0,-1 1 0,0-1 0,1 1 0,-1-2 0,0 3 0,0-1 0,0 0 0,0 0 0,1 0 0,-1 1 0,0-1 0,0 0 0,0 0 0,0 0 0,0 0 0,0 1 0,0-1 0,0 0 0,1 0 0,-1 0 0,0 0 0,0 0 0,0 0 0,0 0 0,0 1 0,1-1 0,-1 0 0,0 0 0,0 0 0,0 0 0,1 0 0,-1 0 0,0 0 0,0 0 0,0 0 0,0 0 0,1 0 0,-1 0 0,0 0 0,0 0 0,0 0 0,1 0 0,-1 0 0,0 0 0,0 0 0,0 0 0,0 0 0,1 0 0,-1-1 0,0 1 0,0 0 0,0 0 0,0 0 0,0 0 0,1 0 0,-1 0 0,0-1 0,0 1 0,0 0 0,0 0 0,0 0 0,0 0 0,0-1 0,1 1 0,5 31 0,-1 1 0,-1-1 0,-1 38 0,-1-13 0,6 515 0,-17-440 0,-5 0 0,-41 172 0,-25-7 0,79-295 0,1 1 0,-1 0 0,1-1 0,-1 1 0,1 0 0,0 0 0,-1-1 0,1 1 0,0 0 0,0 0 0,0-1 0,0 1 0,1 0 0,-1 0 0,0-1 0,1 1 0,-1 0 0,1-1 0,0 1 0,-1-1 0,1 1 0,0-1 0,1 3 0,1-2 0,-1 0 0,1-1 0,0 1 0,-1 0 0,1-1 0,0 0 0,0 0 0,0 0 0,0 0 0,0 0 0,0-1 0,5 1 0,265 21 0,2-22 0,-212-1 0,301-5-543,869 1-3676,-262 37 3457,-31-1 999,-934-31-143,92-2 1524,-96 2-1561,-1 0-1,1 0 1,0 0-1,-1-1 1,1 1-1,0 0 1,-1-1-1,1 1 1,-1-1-1,1 0 1,2-1-1,-4 2-32,0-1-1,0 1 1,0 0-1,0 0 1,0-1-1,0 1 1,0 0-1,1 0 1,-1-1-1,0 1 1,0 0-1,0-1 1,0 1-1,-1 0 1,1 0 0,0-1-1,0 1 1,0 0-1,0 0 1,0-1-1,0 1 1,0 0-1,0 0 1,0-1-1,-1 1 1,1 0-1,0 0 1,0-1 0,0 1-1,-1 0 1,1 0-1,0 0 1,0 0-1,0-1 1,-1 1-1,1 0 1,0 0-1,-1 0 1,-40-20 1646,25 13-1361,12 5-309,1-1 0,-1 0 0,1 1 0,-1-2 0,1 1 0,0 0 0,0-1 0,1 1 0,-1-1 0,1 0 0,0 1 0,0-1 0,0-1 0,0 1 0,1 0 0,-1 0 0,1-1 0,-1-7 0,0-8 0,0 0 0,3-40 0,-1 31 0,26-493 0,-13 321 0,-3 31 0,14-288 0,-23 423 0,-2-1 0,-7-48 0,6 69 0,-1 1 0,-1 1 0,0-1 0,-1 0 0,0 1 0,-1 0 0,0 0 0,-15-21 0,13 24 0,7 7 0,-1 0 0,1 1 0,-1-1 0,0 0 0,0 1 0,0-1 0,-1 1 0,1 0 0,-1-1 0,1 1 0,-1 0 0,0 1 0,1-1 0,-1 0 0,0 1 0,0 0 0,0-1 0,0 1 0,-1 1 0,1-1 0,0 0 0,0 1 0,-1-1 0,-4 1 0,-311 11 0,192-3 0,-588 12-498,-3-21-617,-66 1-142,3 27 675,764-26 607,-89 6 1688,-112 21 1,167-25-1714,51-2 0,-1-1 0,1 0 0,-1 1 0,0-1 0,1 1 0,-1-1 0,1 0 0,0 1 0,-1-1 0,1 1 0,-1-1 0,1 1 0,0 0 0,-1-1 0,1 1 0,0-1 0,-1 1 0,1 0 0,0-1 0,0 1 0,0-1 0,0 1 0,-1 0 0,1-1 0,0 2 0,0 21 0,1-17 0,1 48 207,-1-22-731,0 1 0,-5 37 0,0-48-6302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4.984"/>
    </inkml:context>
    <inkml:brush xml:id="br0">
      <inkml:brushProperty name="width" value="0.05" units="cm"/>
      <inkml:brushProperty name="height" value="0.05" units="cm"/>
    </inkml:brush>
  </inkml:definitions>
  <inkml:trace contextRef="#ctx0" brushRef="#br0">156 1 24575,'-3'0'0,"-4"3"0,-4 4 0,-2 3 0,-3 7 0,-1 5 0,-1 6 0,0 4 0,-1 2 0,4 1 0,4 1 0,4 0 0,6-3 0,3-8-8191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6.623"/>
    </inkml:context>
    <inkml:brush xml:id="br0">
      <inkml:brushProperty name="width" value="0.05" units="cm"/>
      <inkml:brushProperty name="height" value="0.05" units="cm"/>
    </inkml:brush>
  </inkml:definitions>
  <inkml:trace contextRef="#ctx0" brushRef="#br0">335 312 24575,'0'0'0,"1"-1"0,-1 1 0,1 0 0,-1 0 0,0 0 0,1-1 0,-1 1 0,1 0 0,-1-1 0,0 1 0,1 0 0,-1-1 0,1 1 0,-1 0 0,0-1 0,0 1 0,1-1 0,-1 1 0,0-1 0,0 1 0,1-1 0,-1 1 0,0-1 0,0 1 0,0-1 0,0 1 0,0-1 0,0 1 0,0-1 0,0 1 0,0-1 0,0 1 0,0-1 0,0 1 0,0-1 0,0 1 0,0-1 0,-1 1 0,1-1 0,0 1 0,0-1 0,-1 1 0,1-1 0,-11-23 0,10 21 0,-2-1 0,1 1 0,0 0 0,-1 0 0,1 0 0,-1 1 0,0-1 0,0 1 0,0-1 0,0 1 0,-1 0 0,1 0 0,0 0 0,-1 1 0,1-1 0,-8-1 0,6 2 0,0 0 0,0 1 0,-1 0 0,1 0 0,0 0 0,0 1 0,0 0 0,0 0 0,0 0 0,0 0 0,-6 3 0,-2 2 0,2 0 0,-1 0 0,1 1 0,0 0 0,0 1 0,1 1 0,0-1 0,-17 20 0,16-13 0,0 1 0,0-1 0,2 2 0,0-1 0,-11 32 0,15-37 0,2 1 0,-1 0 0,2 0 0,0 0 0,0 0 0,1 0 0,0 0 0,1 0 0,3 24 0,-2-32 0,0 0 0,0 0 0,0 1 0,1-1 0,-1-1 0,1 1 0,0 0 0,0 0 0,0-1 0,1 1 0,-1-1 0,1 0 0,0 1 0,0-1 0,0-1 0,0 1 0,1 0 0,-1-1 0,1 1 0,-1-1 0,1 0 0,0-1 0,0 1 0,5 1 0,-2-1 0,0-1 0,0 0 0,0 0 0,0 0 0,0-1 0,1 0 0,-1-1 0,0 0 0,0 0 0,0 0 0,0-1 0,-1 0 0,13-5 0,-4 0 0,0-1 0,-1-1 0,0 0 0,0-1 0,-1-1 0,-1 0 0,0 0 0,0-2 0,-1 1 0,-1-1 0,0-1 0,0 0 0,-2 0 0,0-1 0,0 0 0,-2 0 0,8-23 0,-4 1 0,-1 0 0,-1-1 0,-3 1 0,-1-1 0,-1 0 0,-5-60 0,2 83 0,-2 1 0,1 0 0,-1-1 0,-7-20 0,9 35 0,0 0 0,0 0 0,0 0 0,0 0 0,0 0 0,0 0 0,0 0 0,0 0 0,0 0 0,0 0 0,0-1 0,0 1 0,0 0 0,0 0 0,0 0 0,0 0 0,0 0 0,0 0 0,0 0 0,0 0 0,0 0 0,0 0 0,0-1 0,0 1 0,0 0 0,0 0 0,0 0 0,0 0 0,0 0 0,0 0 0,0 0 0,0 0 0,0 0 0,-1 0 0,1 0 0,0 0 0,0 0 0,0 0 0,0 0 0,0 0 0,0 0 0,0 0 0,0 0 0,0 0 0,0 0 0,-1 0 0,1 0 0,0 0 0,0 0 0,0 0 0,0 0 0,0 0 0,0 0 0,0 0 0,0 0 0,0 0 0,0 0 0,-1 0 0,1 0 0,0 0 0,0 0 0,0 0 0,0 0 0,0 0 0,-3 9 0,1 14 0,0 52-273,4-1 0,3 1 0,3-1 0,29 121 0,-23-141-6553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7.297"/>
    </inkml:context>
    <inkml:brush xml:id="br0">
      <inkml:brushProperty name="width" value="0.05" units="cm"/>
      <inkml:brushProperty name="height" value="0.05" units="cm"/>
    </inkml:brush>
  </inkml:definitions>
  <inkml:trace contextRef="#ctx0" brushRef="#br0">331 417 24575,'-1'-7'0,"-1"1"0,0 0 0,0 0 0,-1-1 0,1 2 0,-1-1 0,-1 0 0,-7-10 0,8 12 0,-1-1 0,1 1 0,-1 0 0,0 0 0,0 0 0,0 0 0,-1 1 0,0 0 0,1 0 0,-1 0 0,0 0 0,0 1 0,0 0 0,-1 0 0,1 0 0,-1 1 0,1 0 0,-1 0 0,1 0 0,-1 1 0,-7-1 0,6 2 0,-1 0 0,1 0 0,-1 1 0,1 0 0,0 0 0,0 0 0,0 1 0,0 0 0,0 1 0,1 0 0,0 0 0,-1 0 0,1 0 0,1 1 0,-9 9 0,5-5 0,2 1 0,-1 0 0,2 0 0,-1 1 0,1 0 0,1 0 0,0 0 0,1 1 0,0 0 0,0 0 0,-1 13 0,4-19 0,0 0 0,1-1 0,0 1 0,0 0 0,0-1 0,1 1 0,0 0 0,0-1 0,0 1 0,1-1 0,3 9 0,-3-11 0,0 1 0,0 0 0,1-1 0,0 1 0,-1-1 0,1 0 0,0 0 0,1 0 0,-1-1 0,0 1 0,1-1 0,0 1 0,-1-1 0,1 0 0,0 0 0,8 2 0,-7-3 0,-1 1 0,1-1 0,0 0 0,0 0 0,0 0 0,0-1 0,0 0 0,0 0 0,0 0 0,0 0 0,0-1 0,0 0 0,0 0 0,0 0 0,0-1 0,5-2 0,-4 0 0,0 1 0,0-1 0,-1 0 0,0-1 0,0 1 0,0-1 0,0 0 0,-1 0 0,0 0 0,7-11 0,0-6 0,0-1 0,-1 0 0,-2 0 0,0-1 0,5-33 0,-1-12 0,-15 114 0,3 0 0,6 58 0,-5-91 0,1 0 0,1 0 0,0-1 0,0 1 0,1-1 0,1 0 0,6 13 0,-10-21 0,1-1 0,-1 0 0,0 1 0,1-1 0,0 0 0,-1 0 0,1 0 0,0 0 0,0 0 0,0-1 0,1 1 0,-1-1 0,0 1 0,1-1 0,-1 0 0,0 1 0,1-1 0,0-1 0,-1 1 0,1 0 0,-1-1 0,1 1 0,0-1 0,0 0 0,-1 0 0,1 0 0,0 0 0,-1 0 0,1 0 0,0-1 0,-1 0 0,1 1 0,0-1 0,-1 0 0,1 0 0,-1 0 0,4-3 0,4-2 0,-1-1 0,1 0 0,-1 0 0,0-1 0,-1 0 0,0 0 0,0-1 0,-1-1 0,0 1 0,-1-1 0,0 0 0,9-19 0,-2-2 0,-2 0 0,-1-1 0,8-40 0,-8 27 0,4-68 0,-13 98 0,0-1 0,-2 1 0,1-1 0,-2 1 0,0-1 0,-1 1 0,-1 0 0,-6-17 0,9 30 0,0-1 0,0 1 0,0 0 0,0-1 0,0 1 0,-1 0 0,1 0 0,-1 0 0,0 0 0,0 0 0,0 1 0,0-1 0,-4-3 0,6 5 0,-1 0 0,0 0 0,1-1 0,-1 1 0,1 0 0,-1 0 0,0 0 0,1 0 0,-1 0 0,0 0 0,1 0 0,-1 0 0,1 0 0,-1 0 0,0 0 0,1 1 0,-1-1 0,0 0 0,1 0 0,-1 0 0,0 1 0,-1 0 0,1 1 0,0-1 0,0 0 0,0 0 0,0 0 0,0 1 0,0-1 0,0 1 0,0-1 0,1 1 0,-1-1 0,0 2 0,-4 12 0,1 1 0,0-1 0,2 1 0,0 0 0,0 0 0,1 0 0,3 23 0,17 111 0,15 19-1365,-25-128-5461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7.768"/>
    </inkml:context>
    <inkml:brush xml:id="br0">
      <inkml:brushProperty name="width" value="0.05" units="cm"/>
      <inkml:brushProperty name="height" value="0.05" units="cm"/>
    </inkml:brush>
  </inkml:definitions>
  <inkml:trace contextRef="#ctx0" brushRef="#br0">1 145 24575,'0'-1'0,"0"0"0,0 1 0,0-1 0,1 0 0,-1 1 0,0-1 0,1 1 0,-1-1 0,0 0 0,1 1 0,-1-1 0,1 1 0,-1-1 0,1 1 0,-1 0 0,1-1 0,-1 1 0,1-1 0,-1 1 0,1 0 0,0-1 0,-1 1 0,1 0 0,-1 0 0,1 0 0,0-1 0,-1 1 0,2 0 0,22-3 0,-21 3 0,94-8 0,-1-5 0,179-46 0,-270 58 0,0-1 0,0-1 0,0 1 0,0-1 0,6-4 0,-10 7 0,-1-1 0,1 1 0,-1 0 0,1-1 0,-1 1 0,1-1 0,-1 1 0,0 0 0,1-1 0,-1 1 0,0-1 0,0 1 0,1-1 0,-1 1 0,0-1 0,0 1 0,1-1 0,-1 1 0,0-1 0,0 1 0,0-1 0,0 0 0,0 0 0,-1 0 0,1 0 0,-1 0 0,1 1 0,-1-1 0,0 0 0,1 1 0,-1-1 0,0 1 0,0-1 0,0 1 0,1-1 0,-1 1 0,0-1 0,0 1 0,0 0 0,0 0 0,0-1 0,0 1 0,-2 0 0,-6-2 0,0 0 0,0 0 0,0 1 0,0 0 0,0 1 0,0 0 0,-1 0 0,1 1 0,0 0 0,0 1 0,0 0 0,0 1 0,0-1 0,1 2 0,-1-1 0,1 1 0,0 1 0,0-1 0,0 1 0,1 1 0,-1-1 0,1 1 0,0 0 0,1 1 0,0 0 0,0 0 0,0 0 0,-5 11 0,7-11 0,0 0 0,1 0 0,0 0 0,0 1 0,1-1 0,0 1 0,0 0 0,0 0 0,1-1 0,1 1 0,-1 0 0,1 0 0,1 0 0,-1 0 0,3 8 0,-2-12 0,0 0 0,1 1 0,-1-1 0,1 0 0,0 0 0,0 0 0,1 0 0,-1 0 0,1 0 0,0-1 0,0 1 0,0-1 0,0 0 0,0 0 0,1 0 0,0 0 0,-1-1 0,1 1 0,0-1 0,0 0 0,1 0 0,-1 0 0,0-1 0,0 0 0,1 1 0,-1-1 0,7 0 0,-7-1 0,1 1 0,-1-1 0,1 0 0,-1 0 0,1-1 0,-1 1 0,1-1 0,-1 0 0,1 0 0,-1-1 0,0 1 0,0-1 0,6-3 0,-3 1 0,-1-1 0,0 0 0,0 1 0,0-2 0,-1 1 0,0-1 0,7-8 0,1-7 0,0-1 0,-1 0 0,16-43 0,-21 45 0,-4 13 0,-1 0 0,1 0 0,0 0 0,8-12 0,-11 19 0,0 0 0,0 0 0,0-1 0,1 1 0,-1 0 0,0 0 0,0 0 0,0 0 0,0-1 0,1 1 0,-1 0 0,0 0 0,0 0 0,0 0 0,1 0 0,-1 0 0,0 0 0,0 0 0,1 0 0,-1 0 0,0 0 0,0 0 0,0 0 0,1 0 0,-1 0 0,0 0 0,0 0 0,1 0 0,-1 0 0,0 0 0,0 0 0,0 0 0,1 0 0,-1 0 0,0 0 0,0 0 0,0 1 0,1-1 0,-1 0 0,0 0 0,0 0 0,0 0 0,0 1 0,1-1 0,-1 0 0,0 0 0,0 0 0,0 1 0,0-1 0,0 0 0,0 0 0,0 0 0,0 1 0,0-1 0,1 0 0,-1 0 0,0 1 0,0-1 0,0 0 0,0 0 0,0 0 0,0 1 0,-1-1 0,6 21 0,-4-18 0,32 178-1365,-21-131-5461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8.261"/>
    </inkml:context>
    <inkml:brush xml:id="br0">
      <inkml:brushProperty name="width" value="0.05" units="cm"/>
      <inkml:brushProperty name="height" value="0.05" units="cm"/>
    </inkml:brush>
  </inkml:definitions>
  <inkml:trace contextRef="#ctx0" brushRef="#br0">456 190 24575,'-33'-27'0,"26"22"0,0 0 0,0-1 0,1 0 0,-11-13 0,-8-16 0,19 24 0,-1 1 0,0 0 0,-17-17 0,20 24 0,0 0 0,1 0 0,-2 0 0,1 1 0,0 0 0,0-1 0,-1 2 0,1-1 0,-1 0 0,1 1 0,-1 0 0,0 0 0,-8-1 0,1 2 0,0 1 0,0-1 0,1 2 0,-1 0 0,1 0 0,0 1 0,-1 0 0,1 1 0,1 1 0,-18 9 0,20-11 0,1 1 0,0 1 0,0 0 0,1 0 0,0 0 0,0 0 0,0 1 0,0 0 0,1 0 0,0 1 0,0 0 0,1-1 0,-1 2 0,2-1 0,-7 15 0,10-20 0,-1 1 0,0-1 0,1 1 0,0 0 0,-1-1 0,1 1 0,0 0 0,1 0 0,-1-1 0,0 1 0,1 0 0,-1-1 0,1 1 0,0-1 0,0 1 0,0-1 0,3 5 0,-2-4 0,0 0 0,1 0 0,0 0 0,-1 0 0,1-1 0,0 1 0,1-1 0,-1 0 0,0 0 0,1 0 0,4 2 0,1-1 0,1 0 0,0 0 0,0 0 0,0-2 0,0 1 0,0-1 0,0-1 0,19 0 0,-20-1 0,0-1 0,0 0 0,0 0 0,0 0 0,0-1 0,-1 0 0,1-1 0,-1 0 0,10-7 0,-12 8 0,-1-1 0,0-1 0,0 1 0,-1-1 0,1 1 0,-1-1 0,0-1 0,-1 1 0,1 0 0,-1-1 0,0 0 0,0 0 0,3-12 0,2-10 0,3-32 0,-13 91 0,2 0 0,6 50 0,-5-74-124,0 0 0,0-1 0,1 1 0,0 0 0,0-1 0,1 1-1,0-1 1,0 0 0,0 0 0,6 8 0,4 0-6702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8.497"/>
    </inkml:context>
    <inkml:brush xml:id="br0">
      <inkml:brushProperty name="width" value="0.05" units="cm"/>
      <inkml:brushProperty name="height" value="0.05" units="cm"/>
    </inkml:brush>
  </inkml:definitions>
  <inkml:trace contextRef="#ctx0" brushRef="#br0">232 100 24575,'0'-6'0,"0"1"0,0 0 0,-1 0 0,1-1 0,-1 1 0,0 0 0,-1 0 0,1 0 0,-5-10 0,4 13 0,0-1 0,0 1 0,0-1 0,0 1 0,-1 0 0,1-1 0,-1 1 0,1 1 0,-1-1 0,0 0 0,0 1 0,0-1 0,0 1 0,0 0 0,0 0 0,0 0 0,-4-1 0,2 1 0,0 0 0,-1 0 0,1 0 0,0 1 0,0 0 0,-1 0 0,1 0 0,0 1 0,-1-1 0,1 1 0,0 0 0,0 1 0,0-1 0,0 1 0,0 0 0,0 0 0,1 1 0,-1 0 0,1-1 0,-1 1 0,1 1 0,-7 5 0,6-3 0,0 1 0,1-1 0,-1 0 0,1 1 0,0 0 0,1 0 0,0 0 0,0 1 0,0-1 0,1 1 0,0-1 0,1 1 0,0 0 0,-1 14 0,2-14 0,0-1 0,0 1 0,1-1 0,0 1 0,0-1 0,1 1 0,0-1 0,0 0 0,1 0 0,0 0 0,0 0 0,1 0 0,0-1 0,0 1 0,7 8 0,-6-11 0,-1 1 0,1-1 0,0 0 0,0-1 0,0 1 0,1-1 0,-1 0 0,1 0 0,0-1 0,-1 1 0,1-1 0,0-1 0,0 1 0,1-1 0,-1 0 0,0 0 0,0-1 0,1 0 0,6-1 0,-3 0-227,1 0-1,0-1 1,-1-1-1,1 0 1,13-6-1,11-6-6598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8.683"/>
    </inkml:context>
    <inkml:brush xml:id="br0">
      <inkml:brushProperty name="width" value="0.05" units="cm"/>
      <inkml:brushProperty name="height" value="0.05" units="cm"/>
    </inkml:brush>
  </inkml:definitions>
  <inkml:trace contextRef="#ctx0" brushRef="#br0">71 205 24575,'0'-29'0,"1"8"0,-1 0 0,-1 0 0,-1 0 0,-1 0 0,-6-25 0,9 45 0,0 0 0,-1 0 0,1 0 0,0-1 0,-1 1 0,1 0 0,-1 0 0,1 0 0,-1 0 0,1 0 0,-1 0 0,0 0 0,0 0 0,1 0 0,-1 0 0,0 0 0,0 0 0,0 1 0,0-1 0,0 0 0,0 1 0,0-1 0,0 0 0,0 1 0,-1 0 0,-1-1 0,2 1 0,0 1 0,0-1 0,-1 1 0,1-1 0,0 1 0,0 0 0,0-1 0,0 1 0,0 0 0,0 0 0,0 0 0,0 0 0,0 0 0,0 0 0,1 0 0,-1 0 0,0 1 0,1-1 0,-1 0 0,1 0 0,-1 1 0,1-1 0,-1 0 0,1 3 0,-4 13 0,0 0 0,2 0 0,0 1 0,1-1 0,0 1 0,2-1 0,0 0 0,4 21 0,5 13 0,23 71 0,3-26-1365,-21-61-5461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8.968"/>
    </inkml:context>
    <inkml:brush xml:id="br0">
      <inkml:brushProperty name="width" value="0.05" units="cm"/>
      <inkml:brushProperty name="height" value="0.05" units="cm"/>
    </inkml:brush>
  </inkml:definitions>
  <inkml:trace contextRef="#ctx0" brushRef="#br0">21 134 24575,'-2'-2'0,"0"0"0,0 0 0,1 0 0,-1 0 0,1 0 0,-1 0 0,1 0 0,0 0 0,0-1 0,0 1 0,0-1 0,0 1 0,1 0 0,-1-1 0,1 1 0,-1-5 0,1 6 0,0-1 0,1 0 0,-1 0 0,1 0 0,-1 0 0,1 1 0,0-1 0,-1 0 0,1 1 0,0-1 0,0 1 0,0-1 0,1 1 0,-1-1 0,0 1 0,0 0 0,1-1 0,-1 1 0,1 0 0,-1 0 0,1 0 0,-1 0 0,4-1 0,16-7 0,1 0 0,1 2 0,0 0 0,32-5 0,-15 4 0,-38 7 0,1 1 0,-1-1 0,0 1 0,1-1 0,-1 1 0,0 0 0,1 0 0,-1 0 0,1 0 0,-1 0 0,0 1 0,1-1 0,-1 1 0,0 0 0,1-1 0,1 3 0,-2-2 0,0 1 0,0 0 0,0 0 0,-1 0 0,1 0 0,-1 0 0,1 0 0,-1 0 0,0 0 0,0 1 0,0-1 0,0 1 0,0-1 0,0 1 0,0 2 0,3 16 0,3 42 0,0-6 0,-4-38-1365,-1-3-5461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9.106"/>
    </inkml:context>
    <inkml:brush xml:id="br0">
      <inkml:brushProperty name="width" value="0.05" units="cm"/>
      <inkml:brushProperty name="height" value="0.05" units="cm"/>
    </inkml:brush>
  </inkml:definitions>
  <inkml:trace contextRef="#ctx0" brushRef="#br0">8 110 24575,'0'-14'0,"0"-12"0,0-3 0,-3 5 0,-1 8-8191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9.759"/>
    </inkml:context>
    <inkml:brush xml:id="br0">
      <inkml:brushProperty name="width" value="0.05" units="cm"/>
      <inkml:brushProperty name="height" value="0.05" units="cm"/>
    </inkml:brush>
  </inkml:definitions>
  <inkml:trace contextRef="#ctx0" brushRef="#br0">86 134 24575,'-3'-29'0,"3"29"0,0 0 0,0-1 0,-1 1 0,1-1 0,0 1 0,0-1 0,0 1 0,-1 0 0,1-1 0,0 1 0,-1 0 0,1-1 0,0 1 0,0 0 0,-1-1 0,1 1 0,-1 0 0,1 0 0,0-1 0,-1 1 0,1 0 0,-1 0 0,0 0 0,0 0 0,1 0 0,-1 0 0,0 0 0,0 1 0,1-1 0,-1 0 0,0 0 0,1 1 0,-1-1 0,0 1 0,1-1 0,-1 0 0,1 1 0,-1-1 0,1 1 0,-1-1 0,0 2 0,-6 6 0,1 0 0,0 1 0,1 0 0,-1 0 0,2 0 0,-1 0 0,2 1 0,-1 0 0,-2 11 0,3-8 0,0 1 0,1 0 0,0 0 0,1 0 0,1 0 0,1 17 0,0-25 0,0-1 0,0 1 0,0-1 0,0 0 0,1 1 0,0-1 0,0 0 0,1 0 0,-1 0 0,1-1 0,0 1 0,0-1 0,1 1 0,-1-1 0,1 0 0,0 0 0,6 5 0,-6-7 0,1 1 0,-1-1 0,1 0 0,0 0 0,-1 0 0,1-1 0,0 1 0,0-1 0,0-1 0,0 1 0,0-1 0,0 1 0,0-1 0,0-1 0,0 1 0,0-1 0,0 0 0,0 0 0,6-2 0,-5 1 0,1-1 0,-2 1 0,1-1 0,0 0 0,0 0 0,-1-1 0,0 1 0,0-1 0,0-1 0,0 1 0,0-1 0,-1 1 0,0-1 0,0 0 0,0-1 0,4-8 0,-5 6 0,1 0 0,-1 0 0,0 0 0,-1-1 0,0 1 0,-1-1 0,1 0 0,-2 0 0,1 1 0,-1-1 0,-2-12 0,1 12 0,0-1 0,-1 1 0,-1-1 0,0 1 0,0 0 0,0 0 0,-1 1 0,-1-1 0,1 1 0,-10-12 0,10 14 0,0 1 0,-1 0 0,0 0 0,0 1 0,-1-1 0,1 1 0,-1 0 0,0 0 0,0 1 0,0 0 0,0 0 0,-1 0 0,1 1 0,-1 0 0,-8-1 0,10 2 0,-1 1 0,0 0 0,0 0 0,0 0 0,1 1 0,-1 0 0,0 0 0,-9 4 0,13-5 0,0 1 0,0 0 0,0-1 0,0 1 0,0 0 0,0 0 0,0 0 0,0 0 0,1 1 0,-1-1 0,0 0 0,1 1 0,-1-1 0,1 1 0,-1 0 0,1-1 0,0 1 0,0 0 0,0 0 0,0 0 0,0 0 0,0 0 0,0 0 0,0 0 0,0 4 0,1-5 0,0 0 0,1 0 0,-1 0 0,0 0 0,0 0 0,1-1 0,-1 1 0,0 0 0,1 0 0,-1 0 0,1 0 0,0 0 0,-1-1 0,1 1 0,-1 0 0,1-1 0,0 1 0,0 0 0,-1-1 0,1 1 0,0-1 0,0 1 0,0-1 0,0 1 0,0-1 0,0 0 0,-1 1 0,1-1 0,0 0 0,0 0 0,0 0 0,0 1 0,0-1 0,0 0 0,0 0 0,0-1 0,2 1 0,3 0 0,0-1 0,0 0 0,0 0 0,9-2 0,0-3 0,0-1 0,0 0 0,-1-1 0,0 0 0,-1-1 0,14-12 0,-9 7 0,1 1 0,21-12 0,-38 24 0,0 0 0,-1 0 0,1 0 0,0 0 0,1 0 0,-1 1 0,0-1 0,0 1 0,0-1 0,0 1 0,0 0 0,1 0 0,-1 0 0,0 0 0,0 0 0,0 0 0,1 0 0,-1 1 0,0-1 0,0 1 0,0 0 0,0 0 0,0-1 0,0 1 0,0 1 0,0-1 0,0 0 0,3 3 0,-2-1 0,-1 1 0,1 0 0,-1 0 0,1 0 0,-1 0 0,0 0 0,-1 0 0,1 0 0,-1 1 0,0-1 0,0 0 0,0 1 0,0 6 0,0 5 0,0-1 0,-3 33 0,2-43 0,-1-1 0,0 1 0,0 0 0,0 0 0,-1 0 0,1-1 0,-1 1 0,0-1 0,-1 1 0,1-1 0,-1 0 0,1 0 0,-7 7 0,9-11 0,0 1 0,-1-1 0,1 0 0,0 0 0,0 1 0,0-1 0,0 0 0,-1 1 0,1-1 0,0 0 0,0 0 0,-1 1 0,1-1 0,0 0 0,0 0 0,-1 0 0,1 0 0,0 1 0,-1-1 0,1 0 0,0 0 0,-1 0 0,1 0 0,0 0 0,-1 0 0,1 0 0,0 0 0,-1 0 0,1 0 0,0 0 0,-1 0 0,1 0 0,0 0 0,-1 0 0,1 0 0,0 0 0,0 0 0,-1-1 0,1 1 0,0 0 0,-1 0 0,1 0 0,0 0 0,0-1 0,-1 1 0,1 0 0,0 0 0,0-1 0,-1 1 0,1 0 0,0 0 0,0-1 0,-1 0 0,1 0 0,0 0 0,0 0 0,0-1 0,0 1 0,0 0 0,0-1 0,0 1 0,0 0 0,0-1 0,0 1 0,1 0 0,-1 0 0,1-2 0,5-8 0,0 1 0,1 0 0,0 1 0,1 0 0,0 0 0,0 0 0,1 1 0,0 0 0,0 1 0,1 0 0,0 1 0,0 0 0,1 0 0,-1 1 0,1 0 0,0 1 0,1 0 0,20-3 0,-28 6 0,1 0 0,-1 1 0,1 0 0,0 0 0,0 0 0,-1 0 0,1 1 0,0 0 0,-1 0 0,1 0 0,-1 1 0,0-1 0,5 3 0,-6-2 0,0 0 0,0 0 0,0 1 0,0-1 0,-1 1 0,1-1 0,-1 1 0,0 0 0,0 0 0,0 0 0,0 0 0,0 0 0,-1 0 0,1 1 0,-1-1 0,0 1 0,1 5 0,4 24-1365,-4 0-5461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8.363"/>
    </inkml:context>
    <inkml:brush xml:id="br0">
      <inkml:brushProperty name="width" value="0.05" units="cm"/>
      <inkml:brushProperty name="height" value="0.05" units="cm"/>
    </inkml:brush>
  </inkml:definitions>
  <inkml:trace contextRef="#ctx0" brushRef="#br0">8 0 24575,'-3'0'0,"-1"3"0,3 4 0,2 7 0,1 7 0,3 5 0,0 8 0,0 6 0,-1 6 0,1 1 0,1 1 0,-2-1 0,0-10-8191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8.655"/>
    </inkml:context>
    <inkml:brush xml:id="br0">
      <inkml:brushProperty name="width" value="0.05" units="cm"/>
      <inkml:brushProperty name="height" value="0.05" units="cm"/>
    </inkml:brush>
  </inkml:definitions>
  <inkml:trace contextRef="#ctx0" brushRef="#br0">32 351 24575,'-7'-22'0,"0"-1"0,2 0 0,0-1 0,-2-44 0,7 58 0,0 1 0,0 0 0,1-1 0,0 1 0,0 0 0,1 0 0,1 0 0,-1 0 0,2 0 0,-1 1 0,1-1 0,0 1 0,1 0 0,0 0 0,8-10 0,-9 14 0,-1 1 0,1-1 0,0 1 0,0 0 0,0 0 0,0 0 0,0 1 0,1-1 0,-1 1 0,1 0 0,0 0 0,-1 1 0,1 0 0,0-1 0,0 1 0,0 1 0,0-1 0,0 1 0,0 0 0,0 0 0,0 1 0,0-1 0,0 1 0,0 0 0,0 0 0,7 3 0,-6-1 0,1 0 0,0 1 0,-1-1 0,1 1 0,-1 0 0,0 1 0,-1 0 0,1 0 0,-1 0 0,0 0 0,0 1 0,0 0 0,-1 0 0,0 0 0,0 0 0,-1 1 0,4 9 0,-4-6 0,0 0 0,-1 0 0,0 1 0,0-1 0,-1 1 0,-1 0 0,0-1 0,0 1 0,-1 0 0,-1-1 0,0 1 0,0-1 0,-1 0 0,0 1 0,0-1 0,-2-1 0,1 1 0,-1-1 0,0 1 0,-10 11 0,8-11 0,-1 0 0,-1 0 0,0 0 0,0-2 0,0 1 0,-1-1 0,-1 0 0,1-1 0,-1 0 0,-1-1 0,1 0 0,-1-1 0,0 0 0,0-1 0,0-1 0,-22 4 0,12-6-1365,6-4-5461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8.858"/>
    </inkml:context>
    <inkml:brush xml:id="br0">
      <inkml:brushProperty name="width" value="0.05" units="cm"/>
      <inkml:brushProperty name="height" value="0.05" units="cm"/>
    </inkml:brush>
  </inkml:definitions>
  <inkml:trace contextRef="#ctx0" brushRef="#br0">0 1 24575,'3'3'0,"1"4"0,0 3 0,-1 4 0,-1 2 0,-1 1 0,0 4 0,-1 4 0,0 4 0,3 2 0,1 0 0,-1 0 0,3 1 0,0-2 0,0-7-8191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8.987"/>
    </inkml:context>
    <inkml:brush xml:id="br0">
      <inkml:brushProperty name="width" value="0.05" units="cm"/>
      <inkml:brushProperty name="height" value="0.05" units="cm"/>
    </inkml:brush>
  </inkml:definitions>
  <inkml:trace contextRef="#ctx0" brushRef="#br0">10 7 24575,'-3'-3'0,"-4"-1"0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9.496"/>
    </inkml:context>
    <inkml:brush xml:id="br0">
      <inkml:brushProperty name="width" value="0.05" units="cm"/>
      <inkml:brushProperty name="height" value="0.05" units="cm"/>
    </inkml:brush>
  </inkml:definitions>
  <inkml:trace contextRef="#ctx0" brushRef="#br0">158 489 24575,'1'0'0,"1"0"0,-1 0 0,1 0 0,-1-1 0,1 1 0,-1 0 0,1-1 0,-1 1 0,1-1 0,-1 0 0,0 1 0,1-1 0,-1 0 0,0 0 0,0 0 0,0 0 0,1 0 0,-1 0 0,0 0 0,0 0 0,0 0 0,-1-1 0,1 1 0,0 0 0,0 0 0,-1-1 0,1 1 0,-1-1 0,1 1 0,-1-1 0,1 1 0,-1-1 0,0 1 0,0-1 0,0 1 0,0-1 0,0 1 0,0-1 0,0-1 0,-1-2 0,1 1 0,-1 0 0,0-1 0,0 1 0,0 0 0,0-1 0,-1 1 0,1 0 0,-1 0 0,0 0 0,-1 1 0,-4-7 0,5 7 0,0 1 0,0 0 0,0-1 0,-1 1 0,1 0 0,-1 1 0,1-1 0,-1 0 0,0 1 0,0 0 0,0-1 0,0 1 0,0 0 0,0 0 0,0 1 0,0-1 0,0 1 0,0-1 0,0 1 0,0 0 0,0 0 0,0 1 0,-5 0 0,3 0 0,1 1 0,-1 0 0,0 1 0,1-1 0,-1 1 0,1 0 0,0 0 0,0 0 0,0 1 0,0-1 0,0 1 0,1 0 0,-5 6 0,4-3 0,-1 0 0,1 0 0,0 0 0,1 0 0,0 1 0,0-1 0,1 1 0,0 0 0,0 0 0,1 0 0,0 0 0,0 15 0,1-18 0,0-1 0,0 0 0,1 1 0,-1-1 0,1 0 0,0 0 0,1 0 0,-1 1 0,1-1 0,-1-1 0,1 1 0,1 0 0,-1 0 0,0-1 0,1 1 0,0-1 0,0 0 0,0 0 0,0 0 0,0 0 0,0 0 0,1-1 0,0 1 0,-1-1 0,7 3 0,-2-2 0,0-1 0,1 1 0,-1-2 0,1 1 0,0-1 0,-1 0 0,1-1 0,0 0 0,0 0 0,-1-1 0,1 0 0,0 0 0,-1-1 0,1-1 0,-1 1 0,0-1 0,0 0 0,0-1 0,0 0 0,-1 0 0,1-1 0,-1 0 0,0 0 0,0-1 0,-1 0 0,0 0 0,0-1 0,0 1 0,-1-1 0,0 0 0,0-1 0,-1 1 0,7-17 0,-5 4 0,-1 0 0,-1 0 0,-2 0 0,1 0 0,-2-1 0,-1 1 0,-5-42 0,-3 7 0,-26-91 0,29 127 0,4 10 0,-2 0 0,0 0 0,0 0 0,0 0 0,-1 0 0,-8-12 0,12 21 0,0 0 0,0-1 0,0 1 0,0 0 0,0 0 0,0 0 0,-1-1 0,1 1 0,0 0 0,0 0 0,0 0 0,0 0 0,-1-1 0,1 1 0,0 0 0,0 0 0,0 0 0,-1 0 0,1 0 0,0 0 0,0-1 0,0 1 0,-1 0 0,1 0 0,0 0 0,0 0 0,-1 0 0,1 0 0,0 0 0,0 0 0,-1 0 0,1 0 0,0 0 0,0 0 0,0 0 0,-1 1 0,1-1 0,-5 9 0,2 16 0,4 4 0,1-1 0,1 0 0,7 30 0,26 84 0,-21-90 0,47 153 102,-37-125-1569,-14-42-5359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0.235"/>
    </inkml:context>
    <inkml:brush xml:id="br0">
      <inkml:brushProperty name="width" value="0.05" units="cm"/>
      <inkml:brushProperty name="height" value="0.05" units="cm"/>
    </inkml:brush>
  </inkml:definitions>
  <inkml:trace contextRef="#ctx0" brushRef="#br0">383 331 24575,'1'-24'0,"2"-1"0,8-41 0,-5 38 0,4-40 0,-10 63 0,0 1 0,0-1 0,0 1 0,0-1 0,-1 1 0,1-1 0,-1 1 0,0 0 0,-1-1 0,1 1 0,-1 0 0,0 0 0,0 0 0,0 0 0,0 0 0,-1 0 0,1 1 0,-1-1 0,0 1 0,0 0 0,-1 0 0,1 0 0,-1 0 0,1 1 0,-1-1 0,0 1 0,0 0 0,0 0 0,0 0 0,0 0 0,0 1 0,-1 0 0,-8-2 0,-1 1 0,0 0 0,0 2 0,0-1 0,0 1 0,0 1 0,0 1 0,0 0 0,0 1 0,-22 7 0,24-6 0,0 1 0,0 0 0,1 0 0,0 2 0,0-1 0,0 1 0,1 1 0,0 0 0,1 0 0,-11 13 0,16-17 0,1 0 0,0 0 0,0 1 0,0 0 0,0 0 0,1 0 0,0 0 0,0 0 0,0 0 0,0 0 0,1 1 0,0-1 0,0 0 0,1 1 0,0-1 0,0 1 0,0-1 0,0 1 0,1-1 0,0 1 0,0-1 0,0 1 0,1-1 0,0 0 0,4 10 0,-1-6 0,1 0 0,0-1 0,0 1 0,1-1 0,0 0 0,1-1 0,-1 1 0,1-2 0,1 1 0,-1-1 0,15 7 0,13 6 0,64 24 0,-53-24 0,-21-9 0,-17-8 0,-1 1 0,1 0 0,-1 1 0,0 0 0,0 1 0,0-1 0,-1 1 0,12 10 0,-19-15 0,1 1 0,0 0 0,-1 0 0,1-1 0,-1 1 0,1 0 0,-1 0 0,1 0 0,-1-1 0,0 1 0,0 0 0,1 0 0,-1 0 0,0 0 0,0 0 0,0 0 0,0 0 0,0 0 0,0 0 0,0 0 0,0 0 0,0 0 0,0 0 0,-1-1 0,1 1 0,-1 1 0,0 0 0,0 0 0,-1 0 0,1 0 0,-1 0 0,1 0 0,-1 0 0,0-1 0,0 1 0,1-1 0,-4 2 0,-4 3 0,-1-1 0,0 0 0,-15 5 0,5-3 57,0-2 0,-1 0 0,1-1 0,-1-1 0,-41 0 0,52-3-179,0 0 0,-1-1 0,1-1 0,0 1 0,0-2 0,0 1 0,0-1 0,0-1 0,0 0 1,1 0-1,0-1 0,0 0 0,-16-12 0,10 2-6704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0.484"/>
    </inkml:context>
    <inkml:brush xml:id="br0">
      <inkml:brushProperty name="width" value="0.05" units="cm"/>
      <inkml:brushProperty name="height" value="0.05" units="cm"/>
    </inkml:brush>
  </inkml:definitions>
  <inkml:trace contextRef="#ctx0" brushRef="#br0">0 1 24575,'2'0'0,"-1"0"0,0 1 0,1-1 0,-1 0 0,1 1 0,-1-1 0,0 1 0,1-1 0,-1 1 0,0 0 0,0 0 0,0 0 0,0-1 0,1 1 0,-1 0 0,0 0 0,0 1 0,-1-1 0,1 0 0,0 0 0,0 0 0,0 0 0,-1 1 0,1-1 0,-1 0 0,1 1 0,-1-1 0,1 1 0,-1 1 0,2 7 0,0 0 0,0 1 0,0 11 0,-1-2 0,4 11 0,1 0 0,11 34 0,-15-57 0,1 1 0,0-1 0,1 0 0,0 0 0,1-1 0,-1 1 0,1-1 0,1 0 0,-1 0 0,1-1 0,0 0 0,12 10 0,-16-15-65,0 0 0,0 1 0,0-1 0,1 0 0,-1 0 0,0 0 0,1 0 0,-1-1 0,0 1 0,1-1 0,-1 1 0,1-1 0,-1 0 0,1 0 0,-1 0 0,0 0 0,1-1 0,-1 1 0,1 0 0,3-2 0,9-5-6761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0.587"/>
    </inkml:context>
    <inkml:brush xml:id="br0">
      <inkml:brushProperty name="width" value="0.05" units="cm"/>
      <inkml:brushProperty name="height" value="0.05" units="cm"/>
    </inkml:brush>
  </inkml:definitions>
  <inkml:trace contextRef="#ctx0" brushRef="#br0">31 25 24575,'-3'-3'0,"-3"-4"0,-5-1 0,0 2-8191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21.121"/>
    </inkml:context>
    <inkml:brush xml:id="br0">
      <inkml:brushProperty name="width" value="0.05" units="cm"/>
      <inkml:brushProperty name="height" value="0.05" units="cm"/>
    </inkml:brush>
  </inkml:definitions>
  <inkml:trace contextRef="#ctx0" brushRef="#br0">247 488 24575,'0'-4'0,"0"0"0,0-1 0,-1 1 0,0 0 0,1 0 0,-2 0 0,1 0 0,0 0 0,-1 0 0,0 0 0,0 0 0,0 0 0,0 1 0,0-1 0,-1 1 0,0 0 0,0-1 0,0 1 0,0 0 0,0 1 0,0-1 0,-1 1 0,1-1 0,-1 1 0,0 0 0,0 0 0,0 1 0,-4-2 0,3 1 0,0 1 0,-1 0 0,1 0 0,-1 0 0,1 1 0,-1 0 0,1 0 0,-1 0 0,1 1 0,0 0 0,-1 0 0,1 0 0,0 0 0,-1 1 0,1 0 0,0 0 0,0 1 0,1-1 0,-1 1 0,0 0 0,-6 6 0,5-3 0,1 0 0,-1 1 0,2 0 0,-1 0 0,1 0 0,0 0 0,0 1 0,1-1 0,0 1 0,0 0 0,1 0 0,0 0 0,0 1 0,0 14 0,1-17 0,1-1 0,0 1 0,1 0 0,0 0 0,0-1 0,0 1 0,0 0 0,1-1 0,4 11 0,-4-13 0,0 1 0,0-1 0,0 0 0,1 0 0,-1 0 0,1 0 0,-1 0 0,1-1 0,0 1 0,0-1 0,1 0 0,-1 0 0,0 0 0,1 0 0,5 2 0,-1-1 0,-1-1 0,1 0 0,0-1 0,-1 0 0,1 0 0,0 0 0,0-1 0,-1 0 0,1-1 0,0 0 0,0 0 0,-1 0 0,1-1 0,-1 0 0,1-1 0,-1 0 0,0 0 0,0 0 0,0-1 0,11-8 0,-9 5 0,-1 0 0,0 0 0,0 0 0,-1-1 0,0-1 0,-1 1 0,1-1 0,-2 0 0,1 0 0,-1-1 0,-1 0 0,1 0 0,-2 0 0,5-16 0,-4 1 0,-1 0 0,0-1 0,-2 0 0,-1 1 0,-1-1 0,-6-33 0,-6-8 0,-23-73 0,32 128 0,0-1 0,-9-19 0,13 32 0,0 0 0,0-1 0,0 1 0,0 0 0,0 0 0,0-1 0,0 1 0,0 0 0,-1-1 0,1 1 0,0 0 0,0 0 0,0-1 0,0 1 0,-1 0 0,1 0 0,0-1 0,0 1 0,0 0 0,-1 0 0,1 0 0,0-1 0,0 1 0,-1 0 0,1 0 0,0 0 0,-1 0 0,1 0 0,0 0 0,0-1 0,-1 1 0,1 0 0,0 0 0,-1 0 0,1 0 0,0 0 0,-1 0 0,1 0 0,-1 0 0,-2 14 0,2 22 0,10 33 0,3-1 0,3 0 0,3-1 0,3-1 0,2 0 0,64 121 0,-85-182-170,1-1-1,0 1 0,0-1 1,0 0-1,0 0 0,0 0 1,5 4-1,5 0-6655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4.027"/>
    </inkml:context>
    <inkml:brush xml:id="br0">
      <inkml:brushProperty name="width" value="0.05" units="cm"/>
      <inkml:brushProperty name="height" value="0.05" units="cm"/>
    </inkml:brush>
  </inkml:definitions>
  <inkml:trace contextRef="#ctx0" brushRef="#br0">1 3353 24575,'0'-2'0,"1"1"0,0-1 0,0 1 0,0-1 0,0 1 0,0 0 0,1-1 0,-1 1 0,0 0 0,1 0 0,-1 0 0,0 0 0,1 0 0,-1 0 0,1 1 0,2-2 0,1-1 0,28-14 0,0 2 0,0 1 0,60-16 0,-46 16 0,983-285-4247,-420 126 1681,-384 107 1271,1448-417-3111,10 22 2682,-559 172 642,1147-308 724,-1405 340 766,-23-51 2847,-595 196-1035,-179 75 288,92-64 0,-162 101-2500,13-9 437,0-1 0,14-13 0,-16 10-5200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4.345"/>
    </inkml:context>
    <inkml:brush xml:id="br0">
      <inkml:brushProperty name="width" value="0.05" units="cm"/>
      <inkml:brushProperty name="height" value="0.05" units="cm"/>
    </inkml:brush>
  </inkml:definitions>
  <inkml:trace contextRef="#ctx0" brushRef="#br0">120 22 24575,'-20'-2'0,"1"0"0,-1-1 0,-20-7 0,20 5 0,103 32 0,-47-19 0,-11-3 0,0 0 0,0 2 0,-1 0 0,0 2 0,35 18 0,-54-23 17,0 0-1,1 1 0,-1-1 0,-1 1 1,1 1-1,-1-1 0,0 1 0,0-1 1,0 1-1,-1 0 0,0 0 0,0 1 1,-1-1-1,0 1 0,0-1 0,0 1 1,-1 0-1,0-1 0,0 1 0,-1 13 1,0 2-302,-1 0 1,-1 0-1,-1 0 1,-1 0-1,-8 23 1,0-7-6542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6.276"/>
    </inkml:context>
    <inkml:brush xml:id="br0">
      <inkml:brushProperty name="width" value="0.05" units="cm"/>
      <inkml:brushProperty name="height" value="0.05" units="cm"/>
    </inkml:brush>
  </inkml:definitions>
  <inkml:trace contextRef="#ctx0" brushRef="#br0">255 1582 24575,'-5'-7'0,"-1"1"0,1-1 0,1 0 0,-9-16 0,-6-10 0,19 32 0,-1 0 0,0 1 0,1-1 0,-1 0 0,0 0 0,1 0 0,-1 1 0,0-1 0,0 0 0,0 1 0,1-1 0,-1 0 0,0 1 0,0-1 0,0 1 0,0 0 0,0-1 0,0 1 0,0 0 0,0 0 0,0-1 0,0 1 0,-1 0 0,1 0 0,-1 0 0,0 1 0,0 0 0,0-1 0,0 1 0,0 0 0,0 0 0,1 0 0,-1 0 0,0 1 0,1-1 0,-1 0 0,1 1 0,-3 2 0,-4 6 0,1 1 0,0 0 0,-8 17 0,12-21 0,-17 33 0,2 2 0,2 0 0,2 1 0,1 1 0,3 0 0,1 0 0,3 1 0,1 0 0,3 0 0,4 74 0,0-94 0,2 0 0,1-1 0,0 0 0,2 0 0,1 0 0,1-1 0,19 37 0,-21-48 0,1 0 0,0-1 0,0 1 0,1-2 0,1 1 0,0-1 0,0 0 0,1-1 0,0-1 0,0 0 0,1 0 0,0-1 0,1 0 0,25 9 0,-15-10 0,0-1 0,0 0 0,0-2 0,1-1 0,-1 0 0,0-2 0,1-1 0,38-6 0,-21 0 0,0-3 0,-1 0 0,0-3 0,38-18 0,-41 13 0,-1-2 0,49-37 0,-14 9 0,-69 47 0,0-1 0,0 1 0,0 0 0,0 0 0,0 0 0,0 0 0,0 0 0,0 0 0,0 1 0,0-1 0,1 1 0,-1-1 0,0 1 0,0 0 0,0 0 0,1 0 0,3 1 0,-5 0 0,1 0 0,0 0 0,-1 0 0,1 0 0,-1 0 0,0 0 0,1 1 0,-1-1 0,0 1 0,0-1 0,0 1 0,0-1 0,0 1 0,0 0 0,0-1 0,0 1 0,-1 0 0,1 0 0,-1-1 0,1 1 0,-1 3 0,23 137 0,2 13 0,-17-124 0,2 0 0,1-1 0,1 0 0,2-1 0,0 0 0,2-2 0,30 41 0,-28-46 0,1-1 0,1 0 0,1-2 0,1 0 0,0-1 0,1-1 0,1-1 0,45 21 0,-23-17-68,0-3-1,1-1 1,1-3-1,1-1 1,0-3-1,62 4 1,-10-8-92,1-4 0,108-14 0,-73-2 160,-1-7 0,-1-5 0,-2-7 0,0-5 0,175-77 0,-252 90 0,0-1 0,-2-4 0,70-51 0,-105 68 0,-1-2 0,0 0 0,-1-1 0,0 0 0,-2-1 0,0-1 0,-1-1 0,-1 0 0,0 0 0,-2-2 0,15-39 0,-21 46 44,-2 1-1,0-2 1,0 1-1,-2 0 1,0 0 0,0-1-1,-2 1 1,0 0-1,0-1 1,-8-25 0,7 30-14,-1 1 0,-1-1 0,0 1 0,-1 0 0,0 0-1,0 1 1,-1-1 0,0 1 0,-1 0 0,0 1 0,0 0 0,-1 0 0,0 0 0,0 1 0,-15-10 0,17 14-30,-1 0 0,1 0 0,-1 1 0,0 0 0,0 0 0,0 0 0,-7 0 0,12 2 0,0-1 0,-1 1 0,1 0 0,0 0 0,0 1 0,0-1 0,0 0 0,0 1 0,0-1 0,0 1 0,0 0 0,-3 1 0,4-1 0,0-1 0,0 1 0,1 0 0,-1 0 0,0 0 0,0-1 0,1 1 0,-1 0 0,1 0 0,-1 0 0,1 0 0,-1 0 0,1 0 0,-1 0 0,1 0 0,0 0 0,0 1 0,0-1 0,-1 0 0,1 0 0,0 0 0,0 0 0,1 0 0,-1 0 0,0 2 0,1 0 0,0 1 0,0-1 0,1 0 0,-1 1 0,1-1 0,-1 0 0,1 0 0,0 0 0,0 0 0,0-1 0,1 1 0,-1-1 0,1 1 0,-1-1 0,1 0 0,0 0 0,0 0 0,6 3 0,3 1 0,0 0 0,1 0 0,21 5 0,1-3 0,0-1 0,1-2 0,0-1 0,0-2 0,-1-2 0,1-1 0,51-8 0,-14-4 0,0-2 0,110-41 0,-102 27 0,149-78 0,-195 87 0,0-2 0,-1-1 0,-1-2 0,-1-1 0,-1-2 0,31-37 0,-48 49 0,-1-1 0,-1-1 0,-1 0 0,-1 0 0,0-1 0,-2 0 0,0-1 0,-1 0 0,-1-1 0,0 1 0,-2-1 0,-1 0 0,0 0 0,-2 0 0,0 0 0,-1-1 0,-1 1 0,-2 0 0,0 0 0,-1 0 0,0 0 0,-14-34 0,5 24 0,-1 0 0,-1 0 0,-2 1 0,-1 1 0,-1 1 0,-1 0 0,-33-32 0,21 28 0,-1 2 0,-2 1 0,-1 1 0,-78-43 0,52 39 0,-2 2 0,-105-33 0,-136-12 0,88 44 0,166 27 0,0 2 0,-65 6 0,132-4 0,0-2 0,19-3 0,-22 2 0,0-2 0,-1 1 0,1-2 0,-1 1 0,0-2 0,0 0 0,-1 0 0,0-1 0,0 0 0,19-20 0,-25 23 0,-1-1 0,1 0 0,-1 0 0,0 0 0,-1 0 0,1 0 0,-1-1 0,-1 0 0,1 0 0,-1 0 0,0 0 0,-1 0 0,0 0 0,0 0 0,0 0 0,-1 0 0,0-1 0,0 1 0,-1 0 0,0 0 0,0 0 0,-3-10 0,-1 5 0,0 0 0,0 0 0,-1 1 0,-1 0 0,0 0 0,0 1 0,-1-1 0,0 2 0,-1-1 0,-11-9 0,-2 0 0,0 2 0,-2 0 0,-37-21 0,10 13 0,-1 2 0,-1 3 0,-1 1 0,0 3 0,-72-11 0,-285-16 0,329 39 0,0 3 0,-91 11 0,142-6 0,-1 1 0,1 2 0,1 1 0,-1 1 0,1 1 0,1 2 0,0 1 0,-42 26 0,27-2 0,43-42 0,0 0 0,0 0 0,-1 1 0,1-1 0,-1 1 0,-1-1 0,1 1 0,0 0 0,-1 0 0,0 0 0,0 0 0,-4-4 0,0 2 0,0 0 0,0 0 0,0 1 0,0 0 0,-1 1 0,-9-5 0,-6 0 0,0 1 0,0 1 0,0 0 0,-26-2 0,8 4 0,1 1 0,-1 3 0,0 1 0,-72 9 0,51 1 0,1 3 0,-85 28 0,101-25 0,2 1 0,0 2 0,1 2 0,1 2 0,1 2 0,-47 38 0,62-42 0,1 1 0,1 1 0,1 1 0,1 1 0,2 1 0,0 1 0,2 0 0,1 1 0,-25 60 0,5 19 0,32-91 0,0-1 0,1 1 0,1 0 0,1-1 0,0 18 0,6-18 0,-4-9 0,-10-7 0,-3-1 0,1 0 0,0 1 0,-1 1 0,1 0 0,0 0 0,-1 1 0,1 1 0,-21 5 0,-7 4 0,-41 17 0,36-9 0,0 1 0,-63 39 0,86-46 0,1 1 0,1 1 0,1 1 0,0 0 0,1 1 0,1 1 0,-15 21 0,25-29 0,0 0 0,0 0 0,1 0 0,1 1 0,-1 0 0,2 0 0,0 0 0,0 1 0,1-1 0,0 1 0,1-1 0,0 1 0,1 0 0,0-1 0,1 1 0,1 0 0,4 18 0,-2-14 0,2 0 0,0 0 0,0-1 0,2 1 0,0-2 0,1 1 0,0-1 0,1 0 0,0-1 0,2 0 0,19 17 0,4-2 0,1-1 0,2-2 0,47 24 0,-26-9-1365,-48-34-5461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6.952"/>
    </inkml:context>
    <inkml:brush xml:id="br0">
      <inkml:brushProperty name="width" value="0.05" units="cm"/>
      <inkml:brushProperty name="height" value="0.05" units="cm"/>
    </inkml:brush>
  </inkml:definitions>
  <inkml:trace contextRef="#ctx0" brushRef="#br0">155 45 24575,'3'-3'0,"1"-4"0,0-4 0,-1-2 0,-4 3 0,-5 10 0,-4 10 0,-3 13 0,-3 11 0,-1 9 0,-1 8 0,-1 6 0,1 0 0,0 1 0,3-1 0,4-5 0,4-11-8191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7.348"/>
    </inkml:context>
    <inkml:brush xml:id="br0">
      <inkml:brushProperty name="width" value="0.05" units="cm"/>
      <inkml:brushProperty name="height" value="0.05" units="cm"/>
    </inkml:brush>
  </inkml:definitions>
  <inkml:trace contextRef="#ctx0" brushRef="#br0">0 284 24575,'1'-94'0,"-1"94"0,0-1 0,0 1 0,-1 0 0,1-1 0,0 1 0,0 0 0,0 0 0,0-1 0,0 1 0,0 0 0,0-1 0,0 1 0,0 0 0,1 0 0,-1-1 0,0 1 0,0 0 0,0-1 0,0 1 0,0 0 0,0 0 0,0-1 0,1 1 0,-1 0 0,0 0 0,0-1 0,0 1 0,1 0 0,-1 0 0,0 0 0,0 0 0,1-1 0,-1 1 0,0 0 0,0 0 0,1 0 0,-1 0 0,0 0 0,1 0 0,-1 0 0,0-1 0,0 1 0,1 0 0,-1 0 0,0 0 0,1 0 0,-1 0 0,0 1 0,0-1 0,1 0 0,-1 0 0,0 0 0,1 0 0,-1 0 0,0 0 0,0 0 0,1 0 0,-1 1 0,0-1 0,0 0 0,1 0 0,-1 0 0,0 1 0,0-1 0,1 0 0,14 17 0,-14-16 0,100 152 0,-65-95 0,48 59 0,-81-113 0,22 26 0,31 29 0,-48-51 0,0-1 0,1 0 0,-1-1 0,2 0 0,-1 0 0,1-1 0,-1 0 0,20 6 0,-26-10 0,-1 0 0,1 0 0,0-1 0,0 1 0,0-1 0,-1 0 0,1 0 0,0 0 0,0 0 0,0 0 0,0-1 0,-1 1 0,1-1 0,0 0 0,0 0 0,-1 0 0,1 0 0,-1 0 0,1-1 0,3-2 0,-3 1 0,1 0 0,-1-1 0,0 1 0,0-1 0,-1 0 0,1 0 0,-1 0 0,0 0 0,0 0 0,0-1 0,1-6 0,2-9 0,-1 0 0,-1 0 0,-1-1 0,0-30 0,-4-2 0,-2-1 0,-2 2 0,-3-1 0,-2 1 0,-27-77 0,34 117 0,-14-36 0,16 45 0,1 1 0,0-1 0,-1 0 0,0 1 0,0-1 0,1 1 0,-2-1 0,1 1 0,0 0 0,0 0 0,-1 0 0,-4-3 0,7 5 0,0 0 0,-1-1 0,1 1 0,0 0 0,-1 0 0,1 0 0,0 0 0,-1 0 0,1 0 0,-1 0 0,1 0 0,0 0 0,-1 0 0,1 0 0,0 0 0,-1 0 0,1 0 0,-1 0 0,1 0 0,0 0 0,-1 1 0,1-1 0,0 0 0,-1 0 0,1 0 0,0 1 0,-1-1 0,1 0 0,0 0 0,0 1 0,-1-1 0,-6 16 0,3 19 0,4-33 0,-2 34 86,3 0-1,1-1 0,12 66 1,39 101-1793,-38-155-5119</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7.694"/>
    </inkml:context>
    <inkml:brush xml:id="br0">
      <inkml:brushProperty name="width" value="0.05" units="cm"/>
      <inkml:brushProperty name="height" value="0.05" units="cm"/>
    </inkml:brush>
  </inkml:definitions>
  <inkml:trace contextRef="#ctx0" brushRef="#br0">136 76 24575,'-1'-2'0,"1"0"0,0 1 0,-1-1 0,0 0 0,1 0 0,-1 0 0,0 0 0,0 1 0,0-1 0,0 0 0,0 1 0,0-1 0,0 1 0,-1-1 0,1 1 0,0-1 0,-1 1 0,1 0 0,-1 0 0,0 0 0,1 0 0,-1 0 0,0 0 0,0 0 0,1 1 0,-1-1 0,0 1 0,0-1 0,0 1 0,0 0 0,0-1 0,0 1 0,0 0 0,0 0 0,0 1 0,0-1 0,0 0 0,0 1 0,1-1 0,-1 1 0,0-1 0,0 1 0,0 0 0,1 0 0,-1 0 0,0 0 0,1 0 0,-3 2 0,-4 9 0,0 1 0,1 0 0,1 1 0,0 0 0,0 0 0,2 0 0,-1 0 0,-1 16 0,4-20 0,1 0 0,0 0 0,1 0 0,0 0 0,0 1 0,1-1 0,1-1 0,0 1 0,0 0 0,6 15 0,-7-21 0,1 0 0,0 0 0,0 0 0,0-1 0,0 1 0,1-1 0,0 1 0,-1-1 0,1 0 0,0 0 0,7 5 0,-7-7 0,0 1 0,0-1 0,0 0 0,0 1 0,0-1 0,0-1 0,1 1 0,-1 0 0,0-1 0,0 0 0,0 1 0,1-1 0,-1-1 0,0 1 0,0 0 0,1-1 0,4-1 0,-1-1 0,1 0 0,-1 0 0,0-1 0,0 1 0,0-2 0,-1 1 0,1-1 0,-1 0 0,0 0 0,-1-1 0,1 0 0,-1 0 0,0 0 0,0-1 0,-1 1 0,0-1 0,0 0 0,3-10 0,-1 3 0,-1 0 0,0-1 0,0 0 0,-2 1 0,0-2 0,-1 1 0,0 0 0,-1-25 0,-2 33 57,1-1 0,-1 1 0,0 0 0,-1 0 0,-4-13 0,5 17-147,0 1 0,-1-1 0,1 1 0,-1-1 0,1 1 1,-1 0-1,0 0 0,1 0 0,-1 0 0,0 0 1,0 0-1,-1 0 0,1 0 0,0 1 0,-1-1 0,1 1 1,-1 0-1,-2-1 0,-10-2-6736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8.041"/>
    </inkml:context>
    <inkml:brush xml:id="br0">
      <inkml:brushProperty name="width" value="0.05" units="cm"/>
      <inkml:brushProperty name="height" value="0.05" units="cm"/>
    </inkml:brush>
  </inkml:definitions>
  <inkml:trace contextRef="#ctx0" brushRef="#br0">1 63 24575,'-1'-1'0,"1"0"0,0 0 0,0 0 0,0 1 0,0-1 0,0 0 0,0 0 0,0 1 0,1-1 0,-1 0 0,0 0 0,0 1 0,0-1 0,1 0 0,-1 1 0,0-1 0,1 0 0,-1 1 0,1-1 0,-1 0 0,1 1 0,-1-1 0,1 1 0,-1-1 0,1 1 0,0-1 0,-1 1 0,1-1 0,-1 1 0,1 0 0,0-1 0,0 1 0,-1 0 0,1 0 0,0-1 0,0 1 0,-1 0 0,1 0 0,0 0 0,0 0 0,-1 0 0,1 0 0,0 0 0,0 0 0,-1 0 0,2 1 0,0-1 0,1 1 0,-1 0 0,0 0 0,0 0 0,1 0 0,-1 0 0,0 0 0,0 1 0,0-1 0,-1 1 0,1-1 0,0 1 0,0 0 0,1 1 0,6 13 0,1 1 0,-2-1 0,-1 1 0,0 1 0,-1 0 0,0-1 0,-2 2 0,0-1 0,2 33 0,-6-48 0,0 0 0,-1 0 0,1-1 0,-1 1 0,1 0 0,-1 0 0,0-1 0,0 1 0,0 0 0,-1-1 0,1 1 0,-1-1 0,1 0 0,-1 1 0,-2 2 0,3-5 0,0 1 0,1 0 0,-1-1 0,0 1 0,0-1 0,1 1 0,-1-1 0,0 1 0,0-1 0,0 0 0,0 1 0,0-1 0,0 0 0,1 0 0,-1 0 0,0 0 0,0 1 0,0-1 0,-1-1 0,0 1 0,1 0 0,0-1 0,0 1 0,-1-1 0,1 0 0,0 1 0,0-1 0,0 0 0,0 0 0,0 0 0,0 0 0,0 0 0,0 0 0,1 0 0,-1 0 0,0 0 0,0 0 0,0-1 0,-1-3 0,0 0 0,1 0 0,-1 0 0,1 0 0,0 0 0,0 0 0,0 0 0,1-1 0,0 1 0,0 0 0,0 0 0,1-1 0,0 1 0,0 0 0,0 0 0,2-5 0,2-5 0,1 0 0,0 0 0,0 1 0,10-14 0,-3 8-341,1 1 0,0 0-1,25-23 1,-13 17-6485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8.266"/>
    </inkml:context>
    <inkml:brush xml:id="br0">
      <inkml:brushProperty name="width" value="0.05" units="cm"/>
      <inkml:brushProperty name="height" value="0.05" units="cm"/>
    </inkml:brush>
  </inkml:definitions>
  <inkml:trace contextRef="#ctx0" brushRef="#br0">1 65 24575,'0'-8'0,"3"-10"0,4-1 0,1 5 0,-1 9 0,-2 10 0,1 11 0,0 11 0,-1 13 0,-2 9 0,-1 4 0,2 6 0,0 1 0,0 0 0,-1-2 0,-1-5 0,-1-11-8191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8.770"/>
    </inkml:context>
    <inkml:brush xml:id="br0">
      <inkml:brushProperty name="width" value="0.05" units="cm"/>
      <inkml:brushProperty name="height" value="0.05" units="cm"/>
    </inkml:brush>
  </inkml:definitions>
  <inkml:trace contextRef="#ctx0" brushRef="#br0">1 239 24575,'1'-4'0,"0"0"0,1 0 0,-1 0 0,1 1 0,0-1 0,0 0 0,4-5 0,0 0 0,7-10 0,1 0 0,1 1 0,26-25 0,9-12 0,-44 48 0,-4 4 0,0 0 0,0 1 0,-1-1 0,1 1 0,1-1 0,-1 1 0,0 0 0,1 0 0,-1 0 0,1 0 0,-1 1 0,1-1 0,5-2 0,-7 4 0,-1 1 0,1-1 0,0 0 0,-1 1 0,1-1 0,-1 0 0,1 1 0,-1-1 0,0 1 0,1-1 0,-1 1 0,1-1 0,-1 1 0,0-1 0,1 1 0,-1-1 0,0 1 0,0 0 0,1-1 0,-1 1 0,0-1 0,0 1 0,0 0 0,0-1 0,0 1 0,0-1 0,0 1 0,0 0 0,0-1 0,0 1 0,0 0 0,0-1 0,0 1 0,-1 0 0,-3 29 0,3-26 0,-19 94 0,-14 83 0,28-142 0,3 0 0,1 63 0,2-101 0,0 0 0,0 1 0,0-1 0,1 1 0,-1-1 0,0 1 0,1-1 0,-1 0 0,0 1 0,1-1 0,0 0 0,-1 1 0,2 0 0,-2-2 0,0 0 0,1 1 0,-1-1 0,0 0 0,0 0 0,1 0 0,-1 0 0,0 0 0,1 0 0,-1 0 0,0 0 0,1 0 0,-1 0 0,0 0 0,1 0 0,-1 0 0,0 0 0,0 0 0,1 0 0,-1 0 0,0 0 0,1 0 0,-1 0 0,0 0 0,1 0 0,-1-1 0,0 1 0,0 0 0,1 0 0,-1 0 0,0-1 0,0 1 0,1-1 0,3-3 0,-1 0 0,1 0 0,-1 0 0,0-1 0,2-5 0,31-59 0,16-30 0,-43 84 0,1 0 0,1 0 0,0 2 0,15-15 0,-24 25 0,1 1 0,0-1 0,0 1 0,0 0 0,0 0 0,0 0 0,1 0 0,-1 1 0,1-1 0,3 0 0,-5 1 0,-1 1 0,1 0 0,-1 0 0,0 0 0,1 0 0,-1 0 0,1 0 0,-1 0 0,1 1 0,-1-1 0,0 0 0,1 1 0,-1-1 0,0 1 0,1 0 0,-1-1 0,0 1 0,0 0 0,0 0 0,1 0 0,-1 0 0,0-1 0,0 2 0,0-1 0,-1 0 0,1 0 0,0 0 0,0 0 0,0 2 0,6 11 49,-2 0-1,0-1 1,0 2-1,-2-1 1,1 0-1,0 18 1,-2-19-262,0 0-1,0 0 1,2 1 0,-1-1 0,2-1 0,0 1 0,11 20 0,-6-19-6613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9.303"/>
    </inkml:context>
    <inkml:brush xml:id="br0">
      <inkml:brushProperty name="width" value="0.05" units="cm"/>
      <inkml:brushProperty name="height" value="0.05" units="cm"/>
    </inkml:brush>
  </inkml:definitions>
  <inkml:trace contextRef="#ctx0" brushRef="#br0">53 43 24575,'0'-2'0,"-1"-1"0,1 1 0,-1-1 0,0 1 0,0 0 0,0-1 0,0 1 0,0 0 0,0 0 0,-2-3 0,2 4 0,1 1 0,0 0 0,0-1 0,0 1 0,-1-1 0,1 1 0,0 0 0,0-1 0,-1 1 0,1 0 0,0-1 0,-1 1 0,1 0 0,0 0 0,-1-1 0,1 1 0,-1 0 0,1 0 0,0-1 0,-1 1 0,1 0 0,-1 0 0,1 0 0,0 0 0,-1 0 0,1 0 0,-1 0 0,1 0 0,-1 0 0,1 0 0,-1 0 0,1 0 0,0 0 0,-1 0 0,1 0 0,-1 0 0,1 0 0,-1 1 0,1-1 0,0 0 0,-1 0 0,1 1 0,-1-1 0,1 0 0,0 0 0,-1 1 0,1-1 0,0 0 0,0 1 0,-1-1 0,1 0 0,0 1 0,0-1 0,-1 1 0,1-1 0,0 0 0,0 1 0,0-1 0,0 1 0,0 0 0,-5 12 0,0 1 0,2 0 0,0 0 0,0 0 0,2 0 0,-1 1 0,2 22 0,1-26 0,-1 0 0,2 0 0,0 0 0,0 0 0,1 0 0,0-1 0,1 1 0,0-1 0,0 0 0,9 14 0,-12-23 0,0 0 0,0 1 0,0-1 0,0 0 0,0 1 0,0-1 0,1 0 0,-1 0 0,0 0 0,1 0 0,-1 0 0,0 0 0,1 0 0,-1-1 0,1 1 0,0-1 0,-1 1 0,1-1 0,-1 1 0,1-1 0,2 0 0,-2 0 0,0 0 0,1 0 0,-1-1 0,0 0 0,1 1 0,-1-1 0,0 0 0,0 0 0,0 0 0,0 0 0,0-1 0,0 1 0,2-3 0,3-2 0,-1 0 0,0-1 0,-1 0 0,1 0 0,-1 0 0,-1-1 0,4-7 0,1-6 0,-1 0 0,-1 0 0,-1-1 0,-1 0 0,-1 0 0,2-40 0,-28 134 0,6 33 0,14-88 0,1 0 0,1-1 0,1 1 0,4 24 0,-5-39 0,1 1 0,-1-1 0,1 1 0,0-1 0,0 1 0,0-1 0,0 0 0,0 1 0,0-1 0,0 0 0,1 0 0,-1 0 0,1 0 0,0 0 0,0 0 0,-1 0 0,1 0 0,0-1 0,1 1 0,-1-1 0,0 0 0,4 2 0,-3-2 0,0 0 0,1-1 0,-1 0 0,0 1 0,1-1 0,-1 0 0,0-1 0,0 1 0,1 0 0,-1-1 0,0 0 0,0 0 0,1 0 0,-1 0 0,0 0 0,0-1 0,3-1 0,5-5 0,1 0 0,-2 0 0,1-1 0,-1 0 0,0-1 0,-1 0 0,0 0 0,-1-1 0,13-21 0,-10 12 0,0 0 0,-1-1 0,-2 0 0,0-1 0,5-23 0,-13 44 0,8-43 0,-8 41 0,1 0 0,-1 0 0,0 0 0,0 0 0,-1 0 0,1 0 0,-1 0 0,1 0 0,-1 0 0,0 0 0,-3-5 0,4 8 0,0-1 0,0 1 0,-1-1 0,1 1 0,0-1 0,-1 1 0,1-1 0,0 1 0,-1 0 0,1-1 0,-1 1 0,1 0 0,0-1 0,-1 1 0,1 0 0,-1-1 0,1 1 0,-1 0 0,1 0 0,-1 0 0,1 0 0,-1-1 0,0 1 0,1 0 0,-1 0 0,1 0 0,-1 0 0,0 0 0,-13 10 0,-7 22 0,16-22-97,1 0-1,0 0 1,0 0-1,1 1 1,0-1-1,1 1 1,0 0-1,1 0 1,0 0-1,1 0 1,0-1-1,1 1 0,2 14 1,4-1-6729</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9.468"/>
    </inkml:context>
    <inkml:brush xml:id="br0">
      <inkml:brushProperty name="width" value="0.05" units="cm"/>
      <inkml:brushProperty name="height" value="0.05" units="cm"/>
    </inkml:brush>
  </inkml:definitions>
  <inkml:trace contextRef="#ctx0" brushRef="#br0">69 14 24575,'0'-6'0,"-4"-2"0,-3 10 0,-3 7 0,-1 8 0,2 6 0,0 4 0,0 2 0,3-1 0,2-2 0,5-5 0,2-7-8191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9.614"/>
    </inkml:context>
    <inkml:brush xml:id="br0">
      <inkml:brushProperty name="width" value="0.05" units="cm"/>
      <inkml:brushProperty name="height" value="0.05" units="cm"/>
    </inkml:brush>
  </inkml:definitions>
  <inkml:trace contextRef="#ctx0" brushRef="#br0">0 31 24575,'0'-2'0,"0"-5"0,0-4 0,0 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39.941"/>
    </inkml:context>
    <inkml:brush xml:id="br0">
      <inkml:brushProperty name="width" value="0.05" units="cm"/>
      <inkml:brushProperty name="height" value="0.05" units="cm"/>
    </inkml:brush>
  </inkml:definitions>
  <inkml:trace contextRef="#ctx0" brushRef="#br0">49 3 24575,'-7'-2'0,"7"2"0,0 0 0,0 0 0,-1 0 0,1 0 0,0 0 0,0 0 0,-1 0 0,1 0 0,0 0 0,-1 0 0,1 0 0,0 0 0,-1 0 0,1 0 0,0 0 0,0 0 0,-1 0 0,1 0 0,0 0 0,0 0 0,-1 0 0,1 1 0,0-1 0,0 0 0,-1 0 0,1 0 0,0 1 0,0-1 0,-1 0 0,1 0 0,0 0 0,0 1 0,0-1 0,0 0 0,0 0 0,-1 1 0,1-1 0,0 0 0,0 0 0,0 1 0,0-1 0,0 0 0,0 1 0,0-1 0,0 0 0,0 0 0,0 1 0,0-1 0,0 0 0,0 1 0,0-1 0,0 0 0,0 1 0,-14 56 0,8-39 0,-5 36 0,10-54 0,1 1 0,0 0 0,0-1 0,0 1 0,0 0 0,0 0 0,0-1 0,0 1 0,0 0 0,0-1 0,0 1 0,0 0 0,1-1 0,-1 1 0,0 0 0,0-1 0,1 1 0,-1 0 0,0-1 0,1 1 0,0 0 0,0 0 0,-1-1 0,1 0 0,-1 0 0,1 0 0,-1 1 0,1-1 0,0 0 0,-1 0 0,1 0 0,-1 0 0,1 0 0,0 0 0,-1 0 0,1-1 0,-1 1 0,1 0 0,0 0 0,-1 0 0,1-1 0,0 1 0,30-21 0,-27 18 0,40-38 0,-37 33 0,0 0 0,1 0 0,0 1 0,1 1 0,0-1 0,18-9 0,-26 15 10,0 1-1,0-1 1,0 1-1,0-1 1,1 1-1,-1 0 1,0 0-1,0 0 1,0 0-1,1-1 1,-1 1-1,0 1 1,0-1-1,0 0 0,0 0 1,1 0-1,-1 1 1,0-1-1,0 0 1,0 1-1,0-1 1,0 1-1,0 0 1,0-1-1,0 1 1,0 0-1,0-1 1,0 1-1,0 0 1,0 0-1,-1 0 1,1 0-1,0 0 1,-1 0-1,2 1 1,0 3-254,0 0 0,0-1 0,0 1 0,-1 0 1,0 0-1,2 9 0,-1 2-6582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0.460"/>
    </inkml:context>
    <inkml:brush xml:id="br0">
      <inkml:brushProperty name="width" value="0.05" units="cm"/>
      <inkml:brushProperty name="height" value="0.05" units="cm"/>
    </inkml:brush>
  </inkml:definitions>
  <inkml:trace contextRef="#ctx0" brushRef="#br0">158 551 24575,'3'-6'0,"-1"0"0,0-1 0,0 0 0,0 1 0,-1-1 0,0 0 0,0 0 0,-1 1 0,0-12 0,0 14 0,0 0 0,-1 1 0,1-1 0,-1 0 0,1 1 0,-1-1 0,-1 1 0,1-1 0,0 1 0,-1-1 0,0 1 0,1 0 0,-1 0 0,-1 0 0,1 0 0,0 0 0,-1 0 0,1 1 0,-4-3 0,4 4 0,0 0 0,0 0 0,0 1 0,0-1 0,0 1 0,0-1 0,-1 1 0,1 0 0,0 0 0,0 0 0,0 0 0,0 0 0,-1 0 0,1 1 0,0-1 0,0 1 0,0 0 0,0-1 0,0 1 0,0 0 0,0 0 0,0 0 0,0 0 0,1 1 0,-1-1 0,0 0 0,-2 3 0,-4 3 0,1 1 0,-1 0 0,2 0 0,-9 11 0,10-12 0,1 1 0,-1 0 0,1 0 0,1 1 0,-1-1 0,1 1 0,1 0 0,-3 17 0,4-24 0,1 0 0,0 1 0,0-1 0,0 0 0,0 1 0,0-1 0,0 0 0,0 1 0,1-1 0,0 0 0,-1 1 0,1-1 0,0 0 0,0 0 0,0 0 0,0 0 0,0 0 0,1 0 0,-1 0 0,0 0 0,1 0 0,0-1 0,-1 1 0,1 0 0,0-1 0,0 0 0,0 1 0,0-1 0,0 0 0,0 0 0,0 0 0,0 0 0,1 0 0,-1-1 0,0 1 0,0-1 0,1 1 0,3-1 0,4 1 0,0-1 0,0 0 0,0-1 0,0 0 0,-1-1 0,1 0 0,-1 0 0,1-1 0,-1 0 0,0-1 0,0 0 0,0 0 0,0-1 0,-1 0 0,1-1 0,-2 1 0,1-2 0,-1 1 0,1-1 0,5-8 0,1-2 0,0 0 0,-1-1 0,-1-1 0,-1 0 0,-1-1 0,-1 0 0,14-41 0,-12 17 0,-2 0 0,-2-1 0,-2-1 0,-2 1 0,-2-48 0,-4 68 0,1 16 0,-3 14 0,1 15 0,1 0 0,1 1 0,0-1 0,2 1 0,2 27 0,-1-36 0,1 41 0,2 0 0,3-1 0,2 0 0,2 0 0,3-1 0,32 81 0,-44-127 0,0-1 0,0 1 0,1 0 0,0-1 0,0 1 0,0-1 0,1 0 0,-1 0 0,1-1 0,0 1 0,0-1 0,5 4 0,-7-6 0,0 0 0,0 0 0,1 0 0,-1-1 0,0 1 0,1-1 0,-1 1 0,0-1 0,1 0 0,-1 0 0,1 0 0,-1 0 0,0 0 0,1-1 0,-1 1 0,0-1 0,1 1 0,-1-1 0,0 0 0,0 0 0,1 0 0,-1 0 0,0 0 0,0-1 0,0 1 0,0-1 0,-1 1 0,3-3 0,31-35-1365,-20 20-5461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5.357"/>
    </inkml:context>
    <inkml:brush xml:id="br0">
      <inkml:brushProperty name="width" value="0.05" units="cm"/>
      <inkml:brushProperty name="height" value="0.05" units="cm"/>
    </inkml:brush>
  </inkml:definitions>
  <inkml:trace contextRef="#ctx0" brushRef="#br0">18 328 24575,'29'-23'0,"-21"18"0,0-1 0,-1 0 0,9-9 0,-14 13 0,0 0 0,-1 0 0,0 0 0,1 0 0,-1 0 0,0 0 0,0 0 0,0 0 0,0 0 0,-1-1 0,1 1 0,-1 0 0,1 0 0,-1-1 0,0 1 0,1-1 0,-1 1 0,-1-3 0,1 4 0,0 1 0,0-1 0,0 1 0,0-1 0,0 1 0,-1 0 0,1-1 0,0 1 0,0-1 0,0 1 0,-1-1 0,1 1 0,0 0 0,0-1 0,-1 1 0,1 0 0,0-1 0,-1 1 0,1 0 0,-1-1 0,1 1 0,0 0 0,-1 0 0,1 0 0,-1-1 0,1 1 0,-1 0 0,1 0 0,0 0 0,-1 0 0,1 0 0,-1 0 0,1 0 0,-1 0 0,1 0 0,-1 0 0,1 0 0,-1 0 0,1 0 0,-1 0 0,1 0 0,-1 0 0,1 1 0,0-1 0,-1 0 0,1 0 0,-1 0 0,1 1 0,0-1 0,-1 1 0,-21 15 0,15-10 0,1 1 0,1 0 0,-1 1 0,1-1 0,1 1 0,-1 0 0,1 0 0,1 0 0,-1 1 0,1-1 0,1 1 0,0 0 0,0 0 0,1 0 0,0 0 0,0 0 0,1 0 0,0 0 0,1 0 0,0 0 0,3 12 0,-4-19 0,1 0 0,-1 0 0,1 0 0,0 0 0,0 0 0,0-1 0,0 1 0,0 0 0,0-1 0,0 1 0,0-1 0,1 1 0,-1-1 0,0 1 0,1-1 0,0 0 0,-1 0 0,1 0 0,0 0 0,-1 0 0,1 0 0,0 0 0,0-1 0,0 1 0,0 0 0,-1-1 0,1 0 0,0 1 0,0-1 0,0 0 0,0 0 0,0 0 0,0 0 0,0-1 0,0 1 0,0 0 0,0-1 0,0 0 0,2 0 0,1-1 0,0 0 0,0-1 0,0 1 0,0-1 0,0 0 0,-1-1 0,0 1 0,1-1 0,-1 0 0,0 0 0,-1 0 0,7-9 0,-6 6 0,-1 0 0,1 0 0,-1 0 0,-1-1 0,1 1 0,-1-1 0,-1 0 0,1 0 0,-1 0 0,0-8 0,-1 10 0,0 0 0,-1 0 0,0 0 0,0 0 0,0 0 0,0 1 0,-1-1 0,0 0 0,0 1 0,-1-1 0,1 1 0,-1 0 0,-7-10 0,9 15 0,1 0 0,0 0 0,0 0 0,-1-1 0,1 1 0,0 0 0,0 0 0,0-1 0,-1 1 0,1 0 0,0-1 0,0 1 0,0 0 0,0 0 0,0-1 0,0 1 0,0 0 0,0-1 0,0 1 0,0 0 0,0-1 0,0 1 0,0 0 0,0-1 0,0 1 0,0 0 0,0-1 0,0 1 0,0 0 0,0-1 0,0 1 0,0 0 0,1-1 0,11-3 0,27 3 0,-26 2 0,16-2 49,1-2 0,-1-1 0,0-1-1,0-1 1,-1-2 0,40-16 0,-51 17-192,-1-1 1,1 0 0,-2-2 0,1 0-1,-1 0 1,-1-1 0,0-1 0,0-1 0,-2 0-1,1 0 1,15-24 0,-17 19-6684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5.767"/>
    </inkml:context>
    <inkml:brush xml:id="br0">
      <inkml:brushProperty name="width" value="0.05" units="cm"/>
      <inkml:brushProperty name="height" value="0.05" units="cm"/>
    </inkml:brush>
  </inkml:definitions>
  <inkml:trace contextRef="#ctx0" brushRef="#br0">140 1 24575,'-4'0'0,"-1"0"0,1 0 0,-1 1 0,1 0 0,0 0 0,-1 0 0,1 1 0,0-1 0,0 1 0,0 0 0,0 0 0,0 0 0,-6 6 0,4-4 0,1 1 0,0 0 0,1 1 0,-1-1 0,1 1 0,0 0 0,1 0 0,-4 7 0,1 1 0,0 1 0,2-1 0,-1 1 0,2 0 0,0 0 0,1 0 0,0 24 0,2-34 0,0 1 0,0 0 0,1-1 0,0 1 0,0-1 0,1 1 0,-1-1 0,1 1 0,0-1 0,1 0 0,-1 0 0,1 0 0,0 0 0,5 5 0,-6-8 0,0 0 0,0 0 0,0 0 0,1 0 0,-1 0 0,1 0 0,-1-1 0,1 1 0,0-1 0,-1 0 0,1 0 0,0 0 0,0 0 0,0 0 0,0-1 0,0 1 0,0-1 0,0 0 0,0 0 0,0 0 0,0 0 0,0 0 0,0-1 0,0 1 0,0-1 0,0 0 0,4-2 0,1 0 0,-1-1 0,1 0 0,-1 0 0,0-1 0,-1 1 0,1-2 0,-1 1 0,0-1 0,0 0 0,-1 0 0,0 0 0,0-1 0,0 0 0,3-8 0,-5 10 0,0 0 0,-1 0 0,0-1 0,0 1 0,0-1 0,-1 1 0,0-1 0,0 0 0,0 1 0,-1-1 0,0 0 0,0 1 0,-1-1 0,1 0 0,-1 0 0,0 1 0,-1-1 0,1 1 0,-1-1 0,-5-9 0,3 8 38,-1 0 0,0 0 0,-1 0 0,0 1 0,0 0 0,0 0 0,-1 0 0,-13-8 0,18 13-61,0-1 0,-1 1 0,1 0 1,0 0-1,-1 0 0,1 0 0,-1 0 1,0 1-1,1-1 0,-1 1 0,0 0 1,1 0-1,-1 0 0,-2 0 0,3 0-36,0 1 0,0 0-1,1-1 1,-1 1-1,0 0 1,1 0 0,-1 0-1,0 0 1,1 0 0,0 1-1,-1-1 1,1 0 0,0 1-1,-1-1 1,1 1-1,0-1 1,0 1 0,0 0-1,0-1 1,1 1 0,-1 0-1,0 2 1,-4 10-6767</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6.164"/>
    </inkml:context>
    <inkml:brush xml:id="br0">
      <inkml:brushProperty name="width" value="0.05" units="cm"/>
      <inkml:brushProperty name="height" value="0.05" units="cm"/>
    </inkml:brush>
  </inkml:definitions>
  <inkml:trace contextRef="#ctx0" brushRef="#br0">136 64 24575,'-2'-1'0,"-1"-1"0,1 1 0,0-1 0,-1 0 0,1 0 0,0 0 0,0 0 0,0 0 0,0 0 0,1 0 0,-1-1 0,0 1 0,-1-6 0,-4-2 0,5 8 0,1 1 0,0-1 0,-1 1 0,1-1 0,-1 1 0,0-1 0,1 1 0,-1 0 0,0 0 0,0 0 0,1 0 0,-1 0 0,0 0 0,0 1 0,0-1 0,0 1 0,0-1 0,0 1 0,-1 0 0,1-1 0,0 1 0,0 0 0,0 1 0,0-1 0,0 0 0,0 0 0,0 1 0,0 0 0,0-1 0,0 1 0,0 0 0,0 0 0,0 0 0,-1 1 0,0 0 0,1-1 0,-1 1 0,1 0 0,0 0 0,0 1 0,0-1 0,0 0 0,0 1 0,1-1 0,-1 1 0,1-1 0,-1 1 0,1 0 0,0 0 0,0-1 0,0 1 0,1 0 0,-1 0 0,1 0 0,-1 0 0,1 0 0,0 0 0,1 6 0,0-5 0,0 1 0,1-1 0,0 0 0,-1 0 0,2 0 0,-1 0 0,0 0 0,1 0 0,0-1 0,0 1 0,0-1 0,0 0 0,0 0 0,1 0 0,-1 0 0,1 0 0,5 2 0,10 6 0,1-1 0,25 10 0,-32-15 0,21 9 171,43 10 0,-65-20-385,0-2 1,1 1 0,-1-2-1,1 0 1,-1 0 0,1-1-1,14-2 1,-11-2-6613</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6.495"/>
    </inkml:context>
    <inkml:brush xml:id="br0">
      <inkml:brushProperty name="width" value="0.05" units="cm"/>
      <inkml:brushProperty name="height" value="0.05" units="cm"/>
    </inkml:brush>
  </inkml:definitions>
  <inkml:trace contextRef="#ctx0" brushRef="#br0">33 23 24575,'-5'-12'0,"-2"2"0,-1 27 0,5-10 0,1 0 0,0 1 0,0-1 0,1 1 0,0-1 0,0 1 0,1 0 0,-1-1 0,2 1 0,1 10 0,-2-15 0,1 1 0,0-1 0,0 0 0,1 1 0,-1-1 0,1 0 0,-1 0 0,1 0 0,0 0 0,0 0 0,1-1 0,-1 1 0,0-1 0,1 1 0,-1-1 0,1 0 0,0 0 0,0 0 0,0 0 0,0-1 0,0 1 0,0-1 0,1 1 0,5 0 0,-1 0 0,1 0 0,-1-1 0,1-1 0,0 1 0,-1-1 0,1-1 0,-1 1 0,15-4 0,-20 3 0,1 0 0,-1 0 0,0 0 0,1-1 0,-1 1 0,0-1 0,0 0 0,0 1 0,0-2 0,4-3 0,-5 5 0,-1-1 0,0 1 0,0-1 0,1 0 0,-1 0 0,0 0 0,0 0 0,-1 0 0,1 0 0,0 0 0,-1 0 0,1 0 0,-1 0 0,0 0 0,1 0 0,-1-1 0,0 1 0,-1-4 0,0 2 15,1 0 0,-1 0 0,-1 0 0,1 1-1,0-1 1,-1 0 0,0 0 0,0 1 0,0-1 0,0 1-1,-1 0 1,1 0 0,-1 0 0,0 0 0,0 0 0,0 0 0,0 1-1,-1 0 1,1-1 0,0 1 0,-1 0 0,-4-1 0,1 0-186,-1 0 0,0 0 1,0 1-1,0 0 0,0 0 1,0 1-1,0 0 0,0 1 1,-16 0-1,0 4-6655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48.280"/>
    </inkml:context>
    <inkml:brush xml:id="br0">
      <inkml:brushProperty name="width" value="0.05" units="cm"/>
      <inkml:brushProperty name="height" value="0.05" units="cm"/>
    </inkml:brush>
  </inkml:definitions>
  <inkml:trace contextRef="#ctx0" brushRef="#br0">0 1 24575,'0'0'-8191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51.142"/>
    </inkml:context>
    <inkml:brush xml:id="br0">
      <inkml:brushProperty name="width" value="0.05" units="cm"/>
      <inkml:brushProperty name="height" value="0.05" units="cm"/>
    </inkml:brush>
  </inkml:definitions>
  <inkml:trace contextRef="#ctx0" brushRef="#br0">1 1 24575,'0'2'0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54.385"/>
    </inkml:context>
    <inkml:brush xml:id="br0">
      <inkml:brushProperty name="width" value="0.05" units="cm"/>
      <inkml:brushProperty name="height" value="0.05" units="cm"/>
    </inkml:brush>
  </inkml:definitions>
  <inkml:trace contextRef="#ctx0" brushRef="#br0">10993 0 24575,'-1'3'0,"0"0"0,-1 0 0,1 0 0,-1 0 0,0 0 0,0 0 0,0 0 0,0-1 0,0 1 0,-1-1 0,1 0 0,-1 0 0,-4 3 0,-1 3 0,-48 41 0,-1-2 0,-123 75 0,-143 55 0,221-124 0,-259 105 0,162-77 0,-497 196 0,97-51 0,100-35 0,-128 47 0,-6-23 0,-325 44 0,-51-35 0,580-144 0,-124 27 0,33-9 0,224-44 0,-39 5 0,-104 20 0,-171 11 0,238-42 0,-1 35 0,146-27 0,114-29 0,-46 10 0,129-32 0,2 1 0,-1 2 0,-32 12 0,53-16-227,0-2-1,-1 1 1,1-1-1,-1-1 1,-13 2-1,7-3-6598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54.793"/>
    </inkml:context>
    <inkml:brush xml:id="br0">
      <inkml:brushProperty name="width" value="0.05" units="cm"/>
      <inkml:brushProperty name="height" value="0.05" units="cm"/>
    </inkml:brush>
  </inkml:definitions>
  <inkml:trace contextRef="#ctx0" brushRef="#br0">153 42 24575,'0'-22'0,"1"2"0,-3 36 0,1-4 0,-1 0 0,-1-1 0,0 1 0,-1-1 0,0 1 0,-8 15 0,-41 63 0,38-67 0,0 2 0,-21 47 0,35-69 0,0 1 0,1-1 0,-1 1 0,1-1 0,0 1 0,-1 0 0,2-1 0,-1 1 0,0-1 0,1 1 0,-1 0 0,1-1 0,0 1 0,0-1 0,1 0 0,-1 1 0,1-1 0,-1 0 0,1 0 0,0 0 0,4 4 0,5 7 0,1-1 0,0-1 0,18 15 0,-11-10 0,47 38-1365,-33-30-5461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59.674"/>
    </inkml:context>
    <inkml:brush xml:id="br0">
      <inkml:brushProperty name="width" value="0.05" units="cm"/>
      <inkml:brushProperty name="height" value="0.05" units="cm"/>
    </inkml:brush>
  </inkml:definitions>
  <inkml:trace contextRef="#ctx0" brushRef="#br0">0 1 24575,'28'352'0,"-10"-190"0,7 317-1365,-25-451-5461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0.097"/>
    </inkml:context>
    <inkml:brush xml:id="br0">
      <inkml:brushProperty name="width" value="0.05" units="cm"/>
      <inkml:brushProperty name="height" value="0.05" units="cm"/>
    </inkml:brush>
  </inkml:definitions>
  <inkml:trace contextRef="#ctx0" brushRef="#br0">32 1 24575,'-2'0'0,"1"0"0,-1-1 0,1 1 0,-1 0 0,1 0 0,-1 1 0,1-1 0,-1 0 0,1 0 0,-1 1 0,1-1 0,-1 1 0,1-1 0,-1 1 0,1 0 0,0 0 0,-1-1 0,1 1 0,-2 2 0,3-2 0,0 0 0,0 0 0,0 1 0,0-1 0,0 0 0,0 0 0,1 1 0,-1-1 0,0 0 0,1 0 0,-1 0 0,0 1 0,1-1 0,0 0 0,-1 0 0,1 0 0,0 0 0,-1 0 0,1 0 0,0 0 0,0 0 0,0 0 0,0 0 0,1 0 0,20 23 0,0-1 0,2-1 0,0-1 0,2-1 0,49 29 0,-70-47 0,-1 0 0,0-1 0,0 1 0,1-1 0,-1 0 0,1-1 0,-1 1 0,1-1 0,0 0 0,-1 0 0,1 0 0,-1 0 0,1-1 0,-1 0 0,1 0 0,-1 0 0,0-1 0,1 1 0,-1-1 0,0 0 0,0 0 0,0-1 0,0 1 0,6-6 0,5-5 0,-1 0 0,0-1 0,0-1 0,13-20 0,-39 41 0,-10 9 0,-3 6-1365,-1 0-5461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1.995"/>
    </inkml:context>
    <inkml:brush xml:id="br0">
      <inkml:brushProperty name="width" value="0.05" units="cm"/>
      <inkml:brushProperty name="height" value="0.05" units="cm"/>
    </inkml:brush>
  </inkml:definitions>
  <inkml:trace contextRef="#ctx0" brushRef="#br0">92 386 24575,'0'-23'0,"0"21"0,0 14 0,0 1110 0,0-1121 0,0 37 0,5 43 0,-4-72 0,1 1 0,0-1 0,0 1 0,1-1 0,0 1 0,1-1 0,0 0 0,0-1 0,11 17 0,-13-23 0,1 0 0,-1 1 0,1-1 0,-1 0 0,1 0 0,0-1 0,0 1 0,0 0 0,0-1 0,0 0 0,0 0 0,0 0 0,0 0 0,1 0 0,5 0 0,7 0 0,-1-1 0,19-1 0,-9-1 0,1186 17-1913,-601 0 816,778 5-637,-546-4 1776,-816-15 490,-18 0-277,0-1 1,0 1-1,0-1 0,0-1 1,0 1-1,-1-1 0,1-1 1,0 1-1,14-6 0,-22 7-227,0-1-1,1 1 1,-1 0-1,0 0 1,0 0-1,1 0 0,-1-1 1,0 1-1,0 0 1,1 0-1,-1 0 1,0-1-1,0 1 0,0 0 1,1 0-1,-1-1 1,0 1-1,0 0 1,0-1-1,0 1 0,0 0 1,0 0-1,0-1 1,0 1-1,1 0 1,-1-1-1,0 1 0,0 0 1,0-1-1,0 1 1,0 0-1,-1-1 0,1 1 1,0 0-1,0 0 1,0-1-1,-11-11 438,-20-6-340,29 17-121,-6-3-4,0 0 1,1 0-1,0-1 0,0 0 1,0 0-1,0-1 1,1 0-1,0 0 0,0 0 1,1-1-1,0 1 1,0-1-1,0-1 0,1 1 1,0-1-1,0 0 1,1 1-1,0-2 0,1 1 1,-3-13-1,-2-23 0,3-1 0,0-64 0,3 26 0,-57-520 0,1 36 0,57 558 0,-1-21 0,-2 0 0,-7-33 0,10 62 0,0-1 0,-1 0 0,1 1 0,0-1 0,-1 1 0,0-1 0,1 1 0,-1 0 0,0-1 0,0 1 0,0 0 0,0 0 0,0-1 0,0 1 0,0 0 0,0 0 0,-1 0 0,1 0 0,0 0 0,0 0 0,-1 1 0,1-1 0,-1 0 0,1 1 0,-1-1 0,1 1 0,-3-1 0,-2 1 0,0-1 0,0 2 0,0-1 0,0 1 0,-11 2 0,-4 0 0,-346 10 0,274-14 0,-631 0-649,-526 2-823,727 11 2145,2 28 179,505-37-755,-1 1 0,1 0 0,-24 10 0,25-8-45,-1-1 0,0 0 0,-25 4 0,-14-2-52,5-1 0,-65 2 0,101-8 0,-1 1 0,-23 6 0,-16 1 0,52-8 0,-1 0 0,1 0 0,-1 1 0,1-1 0,0 0 0,-1 1 0,1 0 0,0-1 0,-1 1 0,1 0 0,0 0 0,0 0 0,0 1 0,0-1 0,0 0 0,0 1 0,0-1 0,1 1 0,-3 2 0,2-1 0,1 0 0,-1 0 0,1 0 0,0 1 0,0-1 0,0 0 0,1 1 0,-1-1 0,1 0 0,0 1 0,0-1 0,0 1 0,1 4 0,24 174 0,-1-27 0,-10-28-1365,-10-93-5461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2.599"/>
    </inkml:context>
    <inkml:brush xml:id="br0">
      <inkml:brushProperty name="width" value="0.05" units="cm"/>
      <inkml:brushProperty name="height" value="0.05" units="cm"/>
    </inkml:brush>
  </inkml:definitions>
  <inkml:trace contextRef="#ctx0" brushRef="#br0">13 34 24575,'-2'-3'0,"-2"-4"0,0-4 0,1 4 0,4 2 0,2 8 0,-1 7 0,1 7 0,2 7 0,1 8 0,-2 7 0,3 4 0,-1 2 0,-1 1 0,1-3 0,1-7-8191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2.818"/>
    </inkml:context>
    <inkml:brush xml:id="br0">
      <inkml:brushProperty name="width" value="0.05" units="cm"/>
      <inkml:brushProperty name="height" value="0.05" units="cm"/>
    </inkml:brush>
  </inkml:definitions>
  <inkml:trace contextRef="#ctx0" brushRef="#br0">0 248 24575,'3'-9'0,"1"-8"0,3-11 0,6-4 0,3-1 0,6 1 0,4 3 0,7 4 0,7 6 0,3 7 0,2 4 0,0 5 0,1 5 0,-5 5 0,-2 7 0,-9 2-8191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2.993"/>
    </inkml:context>
    <inkml:brush xml:id="br0">
      <inkml:brushProperty name="width" value="0.05" units="cm"/>
      <inkml:brushProperty name="height" value="0.05" units="cm"/>
    </inkml:brush>
  </inkml:definitions>
  <inkml:trace contextRef="#ctx0" brushRef="#br0">25 68 24575,'-6'0'0,"-2"3"0,0-2 0,5-1 0,9-4 0,9-4 0,8 0 0,6-3 0,7 2 0,3-2 0,4 2 0,0 2 0,-6 3-8191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3.313"/>
    </inkml:context>
    <inkml:brush xml:id="br0">
      <inkml:brushProperty name="width" value="0.05" units="cm"/>
      <inkml:brushProperty name="height" value="0.05" units="cm"/>
    </inkml:brush>
  </inkml:definitions>
  <inkml:trace contextRef="#ctx0" brushRef="#br0">160 141 24575,'-3'0'0,"0"0"0,-1-1 0,1 1 0,0-1 0,0 0 0,0 0 0,0-1 0,-1 1 0,1-1 0,-4-2 0,5 2 0,0 1 0,-1-1 0,1 1 0,-1 0 0,0 0 0,1 0 0,-1 0 0,0 0 0,0 0 0,0 1 0,1 0 0,-1-1 0,0 1 0,0 0 0,-5 1 0,5 0 0,0-1 0,0 1 0,0 1 0,0-1 0,0 0 0,0 1 0,0-1 0,1 1 0,-1 0 0,1 0 0,-1 0 0,1 0 0,0 1 0,0-1 0,-3 4 0,2-1 0,0 0 0,0 1 0,0-1 0,0 1 0,1-1 0,0 1 0,-2 12 0,3-12 0,0 0 0,0-1 0,0 1 0,1 0 0,0 0 0,0 0 0,1 0 0,-1 0 0,1 0 0,1 0 0,-1 0 0,1-1 0,0 1 0,0-1 0,1 1 0,-1-1 0,7 9 0,-4-9 0,0-1 0,0-1 0,0 1 0,0-1 0,1 1 0,-1-2 0,1 1 0,0 0 0,0-1 0,0 0 0,0-1 0,0 1 0,0-1 0,0-1 0,1 1 0,8-1 0,-2 0 0,-1-1 0,1 0 0,0-1 0,-1 0 0,1-1 0,-1 0 0,14-6 0,-19 5 0,1 1 0,-2-1 0,1 0 0,0 0 0,-1-1 0,0 0 0,0 0 0,0-1 0,-1 1 0,1-1 0,-1 0 0,-1-1 0,1 1 0,6-15 0,-9 16 0,0-1 0,0 1 0,0-1 0,-1 1 0,0-1 0,0 0 0,0 0 0,-1 1 0,1-1 0,-2 0 0,1 0 0,-1 0 0,1 0 0,-2 1 0,1-1 0,-1 0 0,1 1 0,-1-1 0,-1 1 0,-5-10 0,3 8 34,0-1 1,-1 1-1,0 0 0,-1 0 0,0 1 0,0 0 0,0 0 0,-1 0 0,-9-5 1,3 4-320,1 0 1,-1 1-1,0 1 1,0 0-1,-15-3 1,5 4-6542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3.684"/>
    </inkml:context>
    <inkml:brush xml:id="br0">
      <inkml:brushProperty name="width" value="0.05" units="cm"/>
      <inkml:brushProperty name="height" value="0.05" units="cm"/>
    </inkml:brush>
  </inkml:definitions>
  <inkml:trace contextRef="#ctx0" brushRef="#br0">53 162 24575,'-4'-1'0,"0"0"0,0-1 0,1 0 0,-1 1 0,0-1 0,1-1 0,-1 1 0,1 0 0,-1-1 0,1 0 0,0 1 0,0-1 0,-4-6 0,8 6 0,5 5 0,7 4 0,6 7 0,0 0 0,0 0 0,26 28 0,-37-33 0,0 0 0,-1 1 0,0-1 0,0 2 0,-1-1 0,0 1 0,0 0 0,-2 0 0,6 15 0,-9-23 0,0 0 0,-1 0 0,0 0 0,1-1 0,-1 1 0,0 0 0,0 0 0,0 0 0,0 0 0,0 0 0,0 0 0,-1 0 0,1-1 0,-1 1 0,1 0 0,-1 0 0,0 0 0,1-1 0,-1 1 0,-2 3 0,2-5 0,0 1 0,1-1 0,-1 1 0,1-1 0,-1 1 0,0-1 0,0 0 0,1 1 0,-1-1 0,0 0 0,0 0 0,1 1 0,-1-1 0,0 0 0,0 0 0,0 0 0,1 0 0,-1 0 0,-1 0 0,0-1 0,0 1 0,0-1 0,0 1 0,0-1 0,1 0 0,-1 0 0,0 0 0,1 0 0,-1 0 0,0 0 0,-1-2 0,-2-1 12,0-1 1,0 0-1,1 0 0,0 0 0,0-1 0,0 0 1,0 1-1,1-1 0,0-1 0,0 1 0,1 0 1,0-1-1,-3-10 0,4 7 5,-1 1 0,2-1 0,-1 0 0,1 1 0,1-1 0,0 0 0,0 1 0,1-1 1,3-11-1,-1 11-55,0 0 0,0 0 0,0 0 0,1 0 0,1 1 0,0 0 0,0 0 0,9-9 0,-10 12-76,1 0 1,0 1-1,-1 0 0,2 0 0,-1 1 1,1 0-1,-1 0 0,1 0 0,0 1 1,1 0-1,11-3 0,3 1-6712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4.358"/>
    </inkml:context>
    <inkml:brush xml:id="br0">
      <inkml:brushProperty name="width" value="0.05" units="cm"/>
      <inkml:brushProperty name="height" value="0.05" units="cm"/>
    </inkml:brush>
  </inkml:definitions>
  <inkml:trace contextRef="#ctx0" brushRef="#br0">26 119 24575,'-9'-7'0,"8"7"0,0-1 0,0 0 0,0 1 0,0-1 0,0 0 0,0 1 0,0-1 0,0 0 0,0 0 0,0 0 0,1 0 0,-1 0 0,0 0 0,1 0 0,-1 0 0,1 0 0,-1-1 0,1 1 0,-1 0 0,1 0 0,0-2 0,0 3 0,0 0 0,0 0 0,0 0 0,1 0 0,-1 0 0,0 0 0,1 0 0,-1 0 0,0 0 0,0 0 0,1 0 0,-1 0 0,0 0 0,0 0 0,1 0 0,-1 0 0,0 0 0,0 0 0,1 0 0,-1 0 0,0 0 0,0 0 0,0 1 0,1-1 0,-1 0 0,0 0 0,0 0 0,0 0 0,1 1 0,-1-1 0,0 0 0,0 0 0,0 0 0,0 1 0,0-1 0,0 0 0,1 1 0,8 8 0,3 7 0,-1 1 0,-1 0 0,0 1 0,-1-1 0,-1 2 0,8 24 0,-13-109 0,-2 40 0,7-34 0,-7 52 0,1 0 0,0 0 0,0 0 0,1 0 0,0 1 0,0-1 0,1 1 0,6-10 0,-9 16 0,0-1 0,-1 1 0,1 0 0,0 0 0,0 0 0,-1 0 0,1 0 0,0 0 0,0 0 0,0 0 0,0 1 0,0-1 0,0 0 0,1 1 0,-1-1 0,0 0 0,0 1 0,0 0 0,1-1 0,-1 1 0,0 0 0,0-1 0,1 1 0,-1 0 0,0 0 0,1 0 0,-1 0 0,0 0 0,1 0 0,-1 1 0,0-1 0,0 0 0,1 1 0,-1-1 0,0 1 0,0-1 0,0 1 0,1-1 0,-1 1 0,0 0 0,0 0 0,0 0 0,0-1 0,0 1 0,-1 0 0,1 0 0,0 0 0,0 0 0,0 1 0,0 0 0,5 8 0,0 0 0,0 1 0,-1-1 0,5 16 0,-8-21 0,10 33 0,8 22 0,-19-56 0,1 0 0,0 0 0,1 0 0,-1 0 0,1 0 0,-1 0 0,1-1 0,0 1 0,0-1 0,6 4 0,-8-6 0,0-1 0,0 1 0,0-1 0,0 1 0,0-1 0,0 1 0,0-1 0,1 0 0,-1 1 0,0-1 0,0 0 0,0 0 0,1 0 0,-1 0 0,0 0 0,0 0 0,0-1 0,1 1 0,-1 0 0,0-1 0,0 1 0,0 0 0,0-1 0,0 1 0,0-1 0,0 0 0,0 1 0,0-1 0,0 0 0,0 0 0,0 0 0,0 1 0,0-1 0,0-2 0,5-3 0,-1-1 0,-1 0 0,8-14 0,-8 13 0,20-40 0,-17 32 0,1 1 0,0 0 0,1 0 0,12-16 0,-20 30 0,0 0 0,0 0 0,0 0 0,1-1 0,-1 1 0,0 0 0,0 0 0,1 1 0,-1-1 0,0 0 0,1 0 0,-1 1 0,1-1 0,-1 1 0,1-1 0,-1 1 0,1-1 0,-1 1 0,1 0 0,3 0 0,-3 0 0,0 1 0,0 0 0,1-1 0,-1 1 0,0 0 0,0 0 0,0 0 0,0 0 0,0 1 0,-1-1 0,1 0 0,0 1 0,1 1 0,6 8 0,0-1 0,-1 1 0,-1 1 0,7 13 0,-7-12 0,-6-11 0,1 0 0,-1 0 0,0 0 0,0 0 0,1 0 0,-1 0 0,1 0 0,0-1 0,-1 1 0,1-1 0,0 1 0,0-1 0,0 0 0,0 0 0,0 1 0,0-1 0,0-1 0,1 1 0,-1 0 0,0-1 0,0 1 0,4 0 0,0-2 0,0 1 0,1-1 0,-1-1 0,0 1 0,0-1 0,1 0 0,4-3 0,2 1-455,0 0 0,24-4 0,-19 6-6371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5:57.777"/>
    </inkml:context>
    <inkml:brush xml:id="br0">
      <inkml:brushProperty name="width" value="0.05" units="cm"/>
      <inkml:brushProperty name="height" value="0.05" units="cm"/>
    </inkml:brush>
  </inkml:definitions>
  <inkml:trace contextRef="#ctx0" brushRef="#br0">264 95 24575,'0'-2'0,"1"0"0,-1-1 0,1 1 0,0 0 0,0 0 0,0 0 0,0 0 0,0 0 0,0 0 0,0 0 0,1 0 0,-1 0 0,1 1 0,0-1 0,-1 1 0,3-2 0,-2 1 0,0 1 0,0-1 0,-1 0 0,1 1 0,-1-1 0,1 0 0,-1 0 0,1 0 0,-1 0 0,0 0 0,0 0 0,0 0 0,0-1 0,0-3 0,-1 5 0,1 1 0,-1 0 0,0-1 0,0 1 0,0 0 0,0-1 0,0 1 0,-1 0 0,1 0 0,0-1 0,0 1 0,0 0 0,0-1 0,0 1 0,0 0 0,0 0 0,-1-1 0,1 1 0,0 0 0,0 0 0,0-1 0,0 1 0,-1 0 0,1 0 0,0 0 0,0 0 0,-1-1 0,1 1 0,0 0 0,0 0 0,-1 0 0,1 0 0,0 0 0,-1 0 0,1-1 0,-14 3 0,-14 11 0,27-12 0,-19 11 0,1 1 0,0 0 0,1 2 0,0 0 0,2 1 0,-1 1 0,2 0 0,0 1 0,2 1 0,0 0 0,-14 26 0,19-30 0,1 1 0,1-1 0,0 1 0,1 0 0,1 0 0,0 1 0,1-1 0,1 1 0,0 0 0,1-1 0,1 1 0,1 0 0,1 0 0,0 0 0,1-1 0,6 21 0,-4-25 0,0-1 0,1 1 0,0-1 0,1 0 0,1 0 0,-1-1 0,2 0 0,-1 0 0,1-1 0,1 0 0,0-1 0,0 0 0,1 0 0,-1-1 0,2-1 0,18 9 0,-8-5 0,1-2 0,-1 0 0,2-1 0,-1-2 0,1 0 0,-1-2 0,1 0 0,27-1 0,-32-3 0,-1 0 0,1-1 0,-1-1 0,0-1 0,0-1 0,-1 0 0,1-2 0,-1 1 0,0-2 0,-1-1 0,0 0 0,0 0 0,-1-2 0,0 0 0,-1-1 0,0 0 0,-1-1 0,0-1 0,-1 0 0,-1 0 0,0-1 0,-1-1 0,0 0 0,9-24 0,-10 20 0,0-1 0,-2 0 0,-1 0 0,0 0 0,-2-1 0,0 0 0,-2 0 0,0 0 0,-2 0 0,-2-34 0,1 45 0,-1 0 0,0 0 0,-1 0 0,0 0 0,-1 0 0,0 1 0,0 0 0,-1-1 0,0 2 0,-1-1 0,0 1 0,-1 0 0,0 0 0,0 0 0,-1 1 0,0 1 0,-1-1 0,1 1 0,-1 0 0,-1 1 0,1 0 0,-17-7 0,8 7 0,1 0 0,-1 1 0,-1 1 0,1 1 0,-1 0 0,1 2 0,-1 0 0,0 1 0,1 0 0,-1 2 0,0 0 0,1 2 0,0 0 0,-25 8 0,20-2-1365,7 0-5461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5:58.507"/>
    </inkml:context>
    <inkml:brush xml:id="br0">
      <inkml:brushProperty name="width" value="0.05" units="cm"/>
      <inkml:brushProperty name="height" value="0.05" units="cm"/>
    </inkml:brush>
  </inkml:definitions>
  <inkml:trace contextRef="#ctx0" brushRef="#br0">269 70 24575,'5'-19'0,"-4"18"0,0 0 0,-1 0 0,1 0 0,-1 0 0,1 0 0,-1 0 0,0 0 0,1 0 0,-1 0 0,0 0 0,0-1 0,1 1 0,-1 0 0,0 0 0,0 0 0,0 0 0,-1 0 0,1-1 0,0 1 0,0 0 0,-1 0 0,1 0 0,0 0 0,-1 0 0,1 0 0,-1 0 0,1 0 0,-1 0 0,0 0 0,1 0 0,-3-1 0,1 0 0,-1 0 0,0 1 0,1-1 0,-1 1 0,0-1 0,0 1 0,0 0 0,0 0 0,0 1 0,0-1 0,0 1 0,0-1 0,0 1 0,0 0 0,-1 0 0,1 0 0,0 1 0,0-1 0,-4 2 0,-9 1 0,0 2 0,-20 7 0,31-10 0,3-2 0,-61 27 0,57-24 0,0 0 0,0 0 0,0 1 0,1 0 0,-1 0 0,1 1 0,-9 9 0,13-13 0,0 0 0,0 1 0,0-1 0,0 1 0,1-1 0,-1 1 0,0-1 0,1 1 0,-1-1 0,1 1 0,-1 0 0,1-1 0,0 1 0,-1 0 0,1-1 0,0 1 0,0 0 0,0-1 0,1 1 0,-1 0 0,0-1 0,1 1 0,-1 0 0,1-1 0,-1 1 0,1-1 0,0 1 0,0-1 0,-1 1 0,1-1 0,0 1 0,0-1 0,1 0 0,-1 0 0,0 1 0,0-1 0,1 0 0,1 1 0,6 4 0,0 0 0,0 0 0,1-1 0,17 7 0,-22-10 0,58 19 0,-49-18 0,-1 1 0,1 0 0,-1 1 0,0 1 0,0 0 0,18 12 0,-30-17 0,0 0 0,0-1 0,0 1 0,0 0 0,0 0 0,0 0 0,0 0 0,0 0 0,0 0 0,0 1 0,0-1 0,-1 0 0,1 0 0,-1 0 0,1 1 0,-1-1 0,1 0 0,-1 1 0,0-1 0,1 0 0,-1 1 0,0-1 0,0 2 0,-1-1 0,1 0 0,-1 0 0,0-1 0,1 1 0,-1-1 0,0 1 0,0-1 0,0 1 0,0-1 0,-1 1 0,1-1 0,0 0 0,0 0 0,-1 0 0,-2 2 0,-3 2 0,-1-1 0,0 0 0,-1 0 0,1-1 0,-16 4 0,7-2-136,0-2-1,0 0 1,0-1-1,0-1 1,0-1-1,0 0 1,0-1-1,0-1 0,-17-4 1,20 2-6690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5:59.406"/>
    </inkml:context>
    <inkml:brush xml:id="br0">
      <inkml:brushProperty name="width" value="0.05" units="cm"/>
      <inkml:brushProperty name="height" value="0.05" units="cm"/>
    </inkml:brush>
  </inkml:definitions>
  <inkml:trace contextRef="#ctx0" brushRef="#br0">1 0 24575,'0'0'0,"1"0"0,0 1 0,-1-1 0,1 0 0,-1 0 0,1 1 0,0-1 0,-1 0 0,1 1 0,-1-1 0,1 0 0,-1 1 0,1-1 0,-1 1 0,0-1 0,1 1 0,-1-1 0,1 1 0,-1-1 0,0 1 0,1 0 0,-1-1 0,0 1 0,0-1 0,0 1 0,1 0 0,-1 0 0,3 22 0,-2-21 0,2 262 0,-4-150 0,0 794-1365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2.154"/>
    </inkml:context>
    <inkml:brush xml:id="br0">
      <inkml:brushProperty name="width" value="0.05" units="cm"/>
      <inkml:brushProperty name="height" value="0.05" units="cm"/>
    </inkml:brush>
  </inkml:definitions>
  <inkml:trace contextRef="#ctx0" brushRef="#br0">137 210 24575,'1'-5'0,"-1"-1"0,1 1 0,0-1 0,0 1 0,1 0 0,-1 0 0,1-1 0,1 1 0,-1 0 0,1 1 0,-1-1 0,1 0 0,1 1 0,-1 0 0,1 0 0,-1 0 0,1 0 0,0 0 0,1 1 0,-1-1 0,0 1 0,1 0 0,0 1 0,0-1 0,0 1 0,0 0 0,5-1 0,-9 2 0,0 1 0,0 0 0,0 0 0,0 0 0,0 0 0,0 0 0,0 0 0,0 0 0,0 0 0,0 0 0,0 1 0,0-1 0,0 0 0,-1 1 0,1-1 0,0 0 0,0 1 0,0-1 0,0 1 0,-1-1 0,1 1 0,0 0 0,0-1 0,-1 1 0,1 0 0,-1-1 0,1 1 0,-1 0 0,1 0 0,-1 0 0,1-1 0,-1 1 0,1 0 0,-1 0 0,0 0 0,0 0 0,1 0 0,-1 0 0,0 0 0,0 1 0,1 5 0,-1 0 0,1 0 0,-1 0 0,-1 8 0,1-14 0,-39 345 0,27 247 0,8-122 0,-29-101 0,31-349 0,-4 24 0,2-19 0,2 0 0,0 47 0,2-72 0,0 0 0,-1 0 0,2 0 0,-1 0 0,0 0 0,0 0 0,0 0 0,0 0 0,1-1 0,-1 1 0,0 0 0,1 0 0,-1 0 0,1 0 0,-1 0 0,1 0 0,-1-1 0,1 1 0,0 0 0,-1 0 0,1-1 0,0 1 0,-1 0 0,1-1 0,0 1 0,0-1 0,0 1 0,0-1 0,0 0 0,-1 1 0,1-1 0,0 0 0,0 1 0,0-1 0,0 0 0,0 0 0,0 0 0,0 0 0,0 0 0,0 0 0,0 0 0,0 0 0,0-1 0,0 1 0,1 0 0,6-3 0,0 0 0,0 0 0,0-1 0,10-6 0,-2 2 0,20-7 0,0 1 0,1 2 0,0 2 0,65-9 0,158-3 0,-251 21 0,725-10-828,4 35-523,-287-7 997,982-5 1627,-1380-12-1213,-32-2 362,-21 2-415,0 0-1,0 0 1,0 0 0,0-1 0,0 1 0,0 0-1,0 0 1,0 0 0,0 0 0,1 0-1,-1 0 1,0 0 0,0-1 0,0 1 0,0 0-1,0 0 1,0 0 0,0 0 0,0 0-1,0 0 1,0-1 0,0 1 0,0 0 0,0 0-1,0 0 1,0 0 0,0 0 0,0-1-1,0 1 1,0 0 0,0 0 0,-1 0 0,1 0-1,0 0 1,0 0 0,0 0 0,0-1 0,0 1-1,0 0 1,0 0 0,0 0 0,0 0-1,-1 0 1,1 0 0,0 0 0,0 0 0,0 0-1,0 0 1,0 0 0,0-1 0,0 1-1,-1 0 1,1 0 0,0 0 0,0 0 0,0 0-1,-34-13 386,22 9-392,0 0 0,1-1 0,-1 0 0,1-1 0,0 0 0,-18-14 0,24 15 0,-1 0 0,1-1 0,1 1 0,-1-1 0,1 0 0,0 0 0,0 0 0,1 0 0,-1-1 0,2 0 0,-1 1 0,1-1 0,-3-11 0,-2-30 0,2 0 0,3-1 0,3-67 0,1 46 0,0-169 0,18-541 0,-12 694 0,4 0 0,43-159 0,-54 241 0,0 1 0,0-1 0,0 0 0,0 1 0,-1-1 0,1 0 0,-1 1 0,0-1 0,0 0 0,-1 1 0,1-1 0,-2-6 0,0 7 0,1 1 0,-1 0 0,1-1 0,-1 1 0,0 0 0,0 0 0,1 0 0,-1 0 0,-1 1 0,1-1 0,0 0 0,0 1 0,-1 0 0,1-1 0,-1 1 0,1 0 0,-1 0 0,-2 0 0,-10-4 0,0 1 0,0 1 0,0 1 0,-26-2 0,-66 5 0,48 0 0,-893-18-506,81 0 65,820 17 440,-1279 23-270,1222-17 400,-317 29 961,387-27-2455,27-3-5461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3.898"/>
    </inkml:context>
    <inkml:brush xml:id="br0">
      <inkml:brushProperty name="width" value="0.05" units="cm"/>
      <inkml:brushProperty name="height" value="0.05" units="cm"/>
    </inkml:brush>
  </inkml:definitions>
  <inkml:trace contextRef="#ctx0" brushRef="#br0">101 0 24575,'0'3'0,"0"4"0,0 7 0,-3 3 0,-1 6 0,-3 7 0,-3 5 0,0 4 0,-1 6 0,1 0 0,0 2 0,0-1 0,4-6 0,-2-7 0,2-5 0,1-9-8191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4.106"/>
    </inkml:context>
    <inkml:brush xml:id="br0">
      <inkml:brushProperty name="width" value="0.05" units="cm"/>
      <inkml:brushProperty name="height" value="0.05" units="cm"/>
    </inkml:brush>
  </inkml:definitions>
  <inkml:trace contextRef="#ctx0" brushRef="#br0">1 131 24575,'10'-41'0,"-9"34"0,1 0 0,-1 0 0,1 0 0,1 0 0,-1 0 0,1 0 0,0 1 0,0-1 0,8-10 0,-10 16 0,0 0 0,0 1 0,0-1 0,-1 0 0,1 0 0,0 1 0,0-1 0,0 0 0,0 1 0,0-1 0,0 1 0,0-1 0,0 1 0,1-1 0,-1 1 0,0 0 0,0 0 0,0 0 0,0-1 0,0 1 0,1 0 0,1 1 0,-1-1 0,0 1 0,-1 0 0,1-1 0,0 1 0,0 0 0,-1 0 0,1 0 0,0 1 0,-1-1 0,1 0 0,-1 1 0,2 1 0,3 5 0,0 0 0,-1 0 0,0 1 0,5 10 0,35 91-328,37 140-1,-69-209-379,2 10-6118</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4.291"/>
    </inkml:context>
    <inkml:brush xml:id="br0">
      <inkml:brushProperty name="width" value="0.05" units="cm"/>
      <inkml:brushProperty name="height" value="0.05" units="cm"/>
    </inkml:brush>
  </inkml:definitions>
  <inkml:trace contextRef="#ctx0" brushRef="#br0">8 75 24575,'-3'0'0,"-1"-3"0,4-4 0,3-1 0,6 2 0,6-2 0,10 0 0,7 2 0,6-1 0,6 1 0,4-2 0,-5 0-8191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4.942"/>
    </inkml:context>
    <inkml:brush xml:id="br0">
      <inkml:brushProperty name="width" value="0.05" units="cm"/>
      <inkml:brushProperty name="height" value="0.05" units="cm"/>
    </inkml:brush>
  </inkml:definitions>
  <inkml:trace contextRef="#ctx0" brushRef="#br0">15 141 24575,'0'0'0,"0"0"0,0 0 0,0 0 0,0 0 0,0 0 0,0 0 0,0-1 0,0 1 0,0 0 0,0 0 0,0 0 0,0 0 0,0 0 0,0 0 0,-1 0 0,1 0 0,0 0 0,0 0 0,0-1 0,0 1 0,0 0 0,0 0 0,0 0 0,-1 0 0,1 0 0,0 0 0,0 0 0,0 0 0,0 0 0,0 0 0,0 0 0,-1 0 0,1 0 0,0 0 0,0 0 0,0 0 0,0 0 0,0 0 0,0 0 0,0 0 0,-1 1 0,1-1 0,0 0 0,0 0 0,0 0 0,0 0 0,0 0 0,0 0 0,0 0 0,0 0 0,0 0 0,-1 0 0,1 1 0,0-1 0,0 0 0,0 0 0,0 0 0,0 12 0,4 18 0,-3-28 0,15 103 0,-4 1 0,-4 179 0,-22-455 0,4 71 0,2 3 0,-10-146 0,18 237 0,0 0 0,0 0 0,0 1 0,1-1 0,-1 0 0,1 1 0,0-1 0,1 1 0,-1-1 0,5-7 0,-6 11 0,1 0 0,0 0 0,0 0 0,0 0 0,-1 0 0,1 0 0,0 0 0,0 0 0,0 1 0,1-1 0,-1 0 0,0 1 0,0-1 0,0 1 0,0-1 0,1 1 0,0-1 0,0 1 0,1 0 0,-1 0 0,0 0 0,0 0 0,1 0 0,-1 1 0,0-1 0,0 1 0,0-1 0,1 1 0,-1 0 0,3 2 0,0-1-38,0 1 0,-1 0 0,0-1 1,1 1-1,-1 1 0,0-1 0,-1 1 0,1-1 0,-1 1 0,1 0 0,-1 1 0,0-1 0,-1 0 0,1 1 0,-1 0 0,0-1 1,0 1-1,0 0 0,-1 0 0,0 0 0,0 0 0,0 0 0,0 1 0,-1-1 0,0 0 0,0 0 0,0 0 0,-1 1 0,1-1 1,-1 0-1,-1 0 0,1 0 0,-1 0 0,0 0 0,-3 5 0,-6 8-6788</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5.397"/>
    </inkml:context>
    <inkml:brush xml:id="br0">
      <inkml:brushProperty name="width" value="0.05" units="cm"/>
      <inkml:brushProperty name="height" value="0.05" units="cm"/>
    </inkml:brush>
  </inkml:definitions>
  <inkml:trace contextRef="#ctx0" brushRef="#br0">0 196 24575,'3'-8'0,"2"14"0,5 14 0,-4 1 0,-2 0 0,0 1 0,-2 0 0,0 0 0,-2 24 0,3 29 0,11 142 0,-6-427 0,0 44 0,-9 63 0,3-59 0,-2 161 0,0 0 0,0 1 0,0-1 0,0 0 0,0 0 0,0 0 0,0 0 0,0 1 0,1-1 0,-1 0 0,0 0 0,1 0 0,-1 1 0,0-1 0,1 0 0,-1 1 0,1-1 0,-1 0 0,1 1 0,-1-1 0,1 0 0,0 0 0,0 1 0,0 0 0,-1 0 0,1 0 0,0 0 0,-1 0 0,1 0 0,0 0 0,-1 0 0,1 0 0,0 0 0,-1 0 0,1 1 0,0-1 0,-1 0 0,1 0 0,0 1 0,-1-1 0,1 1 0,-1-1 0,2 1 0,2 3 0,0-1 0,0 1 0,0 1 0,0-1 0,3 5 0,-2-1 31,-1 0 0,0-1 0,0 1 0,-1 1 0,1-1 0,-2 0 0,1 1 0,-1 0 1,-1-1-1,1 11 0,-1-5-316,-1-1 1,-1 1-1,0 0 1,-1 0-1,-6 22 1,0-9-6542</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5.767"/>
    </inkml:context>
    <inkml:brush xml:id="br0">
      <inkml:brushProperty name="width" value="0.05" units="cm"/>
      <inkml:brushProperty name="height" value="0.05" units="cm"/>
    </inkml:brush>
  </inkml:definitions>
  <inkml:trace contextRef="#ctx0" brushRef="#br0">17 126 24575,'-13'-12'0,"13"12"0,0 0 0,0 0 0,0 0 0,0 0 0,0 0 0,0 0 0,0 0 0,0 1 0,0-1 0,0 0 0,0 0 0,0 0 0,0 0 0,0 0 0,0 0 0,0 0 0,0 0 0,0 0 0,0 0 0,0 0 0,-1 0 0,1 0 0,0 1 0,0-1 0,0 0 0,0 0 0,0 0 0,0 0 0,0 0 0,0 0 0,0 0 0,0 0 0,0 0 0,0 0 0,0 0 0,0 0 0,0 0 0,-1 0 0,1 0 0,0 0 0,0 0 0,0 0 0,0 0 0,0 0 0,0 0 0,0 0 0,0 0 0,0 0 0,0 0 0,0 0 0,0 0 0,-1 0 0,1 0 0,0 0 0,0 0 0,0 0 0,0 0 0,0 0 0,0 0 0,0 0 0,0 0 0,0 0 0,0 0 0,0 0 0,0-1 0,0 1 0,0 0 0,11 25 0,-5-13 0,3 7 0,0 1 0,-1 0 0,-2 1 0,0 0 0,-1 0 0,-1 0 0,0 0 0,-2 1 0,-1 41 0,4-164 0,-1 73 0,0 0 0,2 0 0,1 1 0,1 0 0,2 0 0,1 1 0,17-33 0,-25 54-195,1 0 0,0 0 0,-1 1 0,1-1 0,1 1 0,8-7 0,2 1-6631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6.093"/>
    </inkml:context>
    <inkml:brush xml:id="br0">
      <inkml:brushProperty name="width" value="0.05" units="cm"/>
      <inkml:brushProperty name="height" value="0.05" units="cm"/>
    </inkml:brush>
  </inkml:definitions>
  <inkml:trace contextRef="#ctx0" brushRef="#br0">20 20 24575,'0'0'0,"0"1"0,1-1 0,-1 1 0,1-1 0,-1 0 0,0 1 0,0-1 0,1 1 0,-1-1 0,0 1 0,0-1 0,1 1 0,-1-1 0,0 1 0,0-1 0,0 1 0,0-1 0,0 1 0,0 0 0,0-1 0,0 1 0,0-1 0,0 1 0,0-1 0,0 2 0,-2 16 0,-7 26 0,5-22 0,-4 34 0,7-51 0,1 1 0,0-1 0,0 0 0,1 0 0,-1 0 0,1 0 0,0 0 0,1 0 0,-1 0 0,1 0 0,0-1 0,3 7 0,-4-10 0,-1-1 0,0 1 0,1 0 0,-1 0 0,1 0 0,0-1 0,-1 1 0,1 0 0,-1 0 0,1-1 0,0 1 0,0-1 0,-1 1 0,1-1 0,0 1 0,0-1 0,0 1 0,-1-1 0,1 1 0,0-1 0,0 0 0,0 0 0,0 0 0,0 1 0,1-1 0,0-1 0,-1 1 0,0-1 0,0 1 0,0-1 0,0 0 0,0 1 0,0-1 0,0 0 0,0 0 0,-1 0 0,1 0 0,0 1 0,0-1 0,-1 0 0,1 0 0,1-3 0,1-2 0,0-1 0,-1 0 0,1-1 0,-1 1 0,1-8 0,0-2 0,-1 1 0,-1-1 0,0 0 0,-1 1 0,-1-1 0,-1 0 0,-5-26 0,6 41-114,1 0 1,-1 0-1,0 0 0,0 0 0,0 0 1,-1 0-1,1 0 0,0 0 0,-1 1 1,1-1-1,-4-3 0,-5-1-6712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6.432"/>
    </inkml:context>
    <inkml:brush xml:id="br0">
      <inkml:brushProperty name="width" value="0.05" units="cm"/>
      <inkml:brushProperty name="height" value="0.05" units="cm"/>
    </inkml:brush>
  </inkml:definitions>
  <inkml:trace contextRef="#ctx0" brushRef="#br0">1 49 24575,'0'0'0,"0"0"0,0 0 0,0 0 0,0 0 0,0 0 0,0 0 0,0 0 0,0 0 0,0 0 0,0 0 0,0 0 0,1 0 0,-1 0 0,0 0 0,0 0 0,0 0 0,0 0 0,0 1 0,0-1 0,0 0 0,0 0 0,0 0 0,0 0 0,1 0 0,-1 0 0,0 0 0,0 0 0,0 0 0,0 0 0,0 0 0,0-1 0,0 1 0,0 0 0,0 0 0,0 0 0,1 0 0,-1 0 0,0 0 0,0 0 0,0 0 0,0 0 0,0 0 0,0 0 0,0 0 0,8 18 0,9 28 0,-15-41 0,33 86 0,-29-78 0,1 0 0,0-1 0,0 0 0,17 21 0,-23-32 0,0 0 0,-1 0 0,1-1 0,0 1 0,0 0 0,0 0 0,0 0 0,0-1 0,-1 1 0,1 0 0,0-1 0,1 1 0,-1-1 0,0 1 0,0-1 0,0 0 0,0 1 0,0-1 0,0 0 0,0 0 0,1 0 0,-1 0 0,0 0 0,1 0 0,0-1 0,-1 1 0,0-1 0,1 0 0,-1 0 0,0 1 0,0-1 0,0 0 0,0 0 0,0-1 0,0 1 0,0 0 0,0 0 0,0 0 0,0-1 0,-1 1 0,2-2 0,2-8 0,0-1 0,0 0 0,3-20 0,-5 22 0,8-34-455,-2-2 0,2-50 0,-10 75-6371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7.074"/>
    </inkml:context>
    <inkml:brush xml:id="br0">
      <inkml:brushProperty name="width" value="0.05" units="cm"/>
      <inkml:brushProperty name="height" value="0.05" units="cm"/>
    </inkml:brush>
  </inkml:definitions>
  <inkml:trace contextRef="#ctx0" brushRef="#br0">170 485 24575,'0'-24'0,"2"-1"0,6-29 0,-7 51 0,-1 0 0,0 0 0,1 0 0,-1 0 0,0 0 0,0 1 0,-1-1 0,1 0 0,-2-4 0,2 7 0,0-1 0,0 1 0,0 0 0,0-1 0,-1 1 0,1-1 0,0 1 0,-1 0 0,1-1 0,0 1 0,-1 0 0,1-1 0,0 1 0,-1 0 0,1-1 0,0 1 0,-1 0 0,1 0 0,-1-1 0,1 1 0,-1 0 0,1 0 0,-1 0 0,-1 0 0,1 0 0,0 0 0,0 0 0,0 0 0,-1 1 0,1-1 0,0 0 0,0 1 0,0-1 0,0 1 0,-1 0 0,1-1 0,-1 2 0,-14 10 0,0 1 0,1 0 0,1 2 0,0-1 0,1 2 0,1-1 0,0 2 0,1 0 0,-11 22 0,21-37 0,0 0 0,0 0 0,0 0 0,0 0 0,1 0 0,-1 0 0,1 0 0,-1 1 0,1-1 0,0 0 0,-1 0 0,1 1 0,0-1 0,1 0 0,-1 0 0,0 1 0,1-1 0,-1 0 0,1 0 0,0 0 0,-1 0 0,1 0 0,0 0 0,2 3 0,-1-3 0,0-1 0,-1 1 0,1-1 0,0 1 0,0-1 0,0 0 0,0 0 0,0 0 0,1 0 0,-1 0 0,0 0 0,0-1 0,1 1 0,-1-1 0,0 0 0,1 1 0,-1-1 0,0 0 0,1 0 0,-1 0 0,0-1 0,1 1 0,2-2 0,10-2 0,0-1 0,-1-1 0,0 0 0,0-1 0,-1 0 0,0-1 0,21-17 0,7-4 0,-40 29 0,-1 0 0,0 0 0,0-1 0,0 1 0,1 0 0,-1 0 0,0 0 0,0 0 0,0 0 0,1 0 0,-1-1 0,0 1 0,0 0 0,1 0 0,-1 0 0,0 0 0,0 0 0,1 0 0,-1 0 0,0 0 0,0 0 0,1 0 0,-1 0 0,0 0 0,0 0 0,1 1 0,-1-1 0,0 0 0,0 0 0,0 0 0,1 0 0,-1 0 0,0 0 0,1 1 0,1 9 0,-5 21 0,2-22 0,0 8 0,-2 5 0,2 36 0,1-53 0,0 0 0,1 0 0,0 0 0,0 0 0,0 0 0,0-1 0,1 1 0,-1-1 0,1 1 0,0-1 0,1 1 0,-1-1 0,5 6 0,-5-9 0,0 1 0,0 0 0,0-1 0,1 0 0,-1 1 0,0-1 0,0 0 0,1 0 0,-1 0 0,1-1 0,-1 1 0,1 0 0,-1-1 0,1 0 0,-1 1 0,1-1 0,0 0 0,-1-1 0,1 1 0,-1 0 0,1-1 0,-1 1 0,1-1 0,-1 0 0,1 0 0,-1 0 0,0 0 0,3-1 0,5-3 0,-1-1 0,0 1 0,0-1 0,0-1 0,11-10 0,-5 1 0,-1-1 0,0 0 0,-1-1 0,-1-1 0,-1 0 0,0 0 0,-2-1 0,0 0 0,-1-1 0,-1 0 0,5-29 0,-4 12 0,-3-1 0,-1 1 0,-1-1 0,-3 0 0,-6-62 0,6 99 0,-1-7 0,1 0 0,-1 1 0,-1-1 0,0 0 0,0 1 0,-1 0 0,1-1 0,-2 1 0,1 0 0,-9-13 0,11 20 0,1 0 0,-1 1 0,1-1 0,-1 0 0,0 0 0,1 1 0,-1-1 0,0 1 0,1-1 0,-1 0 0,0 1 0,0-1 0,0 1 0,1 0 0,-1-1 0,0 1 0,0 0 0,0-1 0,0 1 0,0 0 0,0 0 0,0 0 0,1 0 0,-1 0 0,0 0 0,0 0 0,0 0 0,0 0 0,0 0 0,0 1 0,0-1 0,0 0 0,0 0 0,1 1 0,-1-1 0,0 1 0,0-1 0,0 1 0,1-1 0,-1 1 0,0 0 0,1-1 0,-1 1 0,0 0 0,1-1 0,-1 1 0,1 0 0,-1 0 0,0 1 0,-2 3 0,0 0 0,0 1 0,1-1 0,-1 1 0,1 0 0,-2 8 0,-2 20 69,2-1-1,1 1 0,1 0 0,4 55 1,5-20-923,20 82 1,-9-71-5973</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7.461"/>
    </inkml:context>
    <inkml:brush xml:id="br0">
      <inkml:brushProperty name="width" value="0.05" units="cm"/>
      <inkml:brushProperty name="height" value="0.05" units="cm"/>
    </inkml:brush>
  </inkml:definitions>
  <inkml:trace contextRef="#ctx0" brushRef="#br0">1 12 24575,'3'-3'0,"1"-4"0,-1 5 0,0 6 0,-1 11 0,0 9 0,-5 9 0,0 8 0,-1 6 0,1 1 0,1 1 0,1-2 0,0-3 0,0-6 0,1-9-8191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7.617"/>
    </inkml:context>
    <inkml:brush xml:id="br0">
      <inkml:brushProperty name="width" value="0.05" units="cm"/>
      <inkml:brushProperty name="height" value="0.05" units="cm"/>
    </inkml:brush>
  </inkml:definitions>
  <inkml:trace contextRef="#ctx0" brushRef="#br0">1 48 24575,'0'-9'0,"6"-2"0,7-1 0,9 4 0,5 1 0,8 6 0,6 3 0,2 4 0,-5 1-8191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7.739"/>
    </inkml:context>
    <inkml:brush xml:id="br0">
      <inkml:brushProperty name="width" value="0.05" units="cm"/>
      <inkml:brushProperty name="height" value="0.05" units="cm"/>
    </inkml:brush>
  </inkml:definitions>
  <inkml:trace contextRef="#ctx0" brushRef="#br0">104 0 24575,'-11'6'0,"-11"2"0,-4 3 0,3 1 0,7 0 0,10 1 0,10-3 0,11-2 0,10-3 0,1-2-8191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8.073"/>
    </inkml:context>
    <inkml:brush xml:id="br0">
      <inkml:brushProperty name="width" value="0.05" units="cm"/>
      <inkml:brushProperty name="height" value="0.05" units="cm"/>
    </inkml:brush>
  </inkml:definitions>
  <inkml:trace contextRef="#ctx0" brushRef="#br0">242 42 24575,'-1'-1'0,"1"0"0,0 0 0,0 1 0,-1-1 0,1 0 0,0 0 0,-1 1 0,1-1 0,-1 0 0,1 1 0,-1-1 0,1 1 0,-1-1 0,0 0 0,1 1 0,-1-1 0,0 1 0,1 0 0,-1-1 0,0 1 0,0 0 0,1-1 0,-1 1 0,0 0 0,0 0 0,1-1 0,-1 1 0,0 0 0,0 0 0,0 0 0,0 0 0,1 0 0,-1 0 0,0 0 0,0 1 0,-1-1 0,-31 6 0,20-2 0,0 1 0,0 0 0,1 0 0,0 1 0,0 1 0,0 0 0,1 0 0,-19 17 0,25-19 0,0 0 0,0 0 0,0 1 0,1 0 0,0 0 0,0 0 0,0 0 0,1 0 0,0 1 0,0 0 0,1-1 0,0 1 0,0 0 0,0 0 0,1 0 0,0 1 0,1-1 0,-1 10 0,2-11 0,-1-1 0,1 0 0,0 0 0,0 0 0,1 0 0,-1 0 0,1-1 0,0 1 0,1 0 0,-1-1 0,1 1 0,0-1 0,0 0 0,0 0 0,0 0 0,1 0 0,0-1 0,-1 1 0,1-1 0,1 0 0,-1 0 0,0 0 0,1-1 0,-1 0 0,1 1 0,0-2 0,0 1 0,0 0 0,0-1 0,5 1 0,0-1 0,0 1 0,0-1 0,0-1 0,0 0 0,0 0 0,0-1 0,0-1 0,-1 1 0,1-1 0,0-1 0,0 0 0,-1 0 0,0-1 0,16-9 0,-17 8 0,0-1 0,-1-1 0,0 1 0,0-2 0,0 1 0,-1 0 0,0-1 0,0 0 0,-1-1 0,0 1 0,0-1 0,-1 0 0,0 0 0,-1-1 0,0 1 0,1-10 0,-2 13 0,-1-1 0,0 1 0,-1 0 0,1 0 0,-1 0 0,-1 0 0,1 0 0,-1 0 0,0-1 0,0 1 0,-1 0 0,0 1 0,0-1 0,0 0 0,-1 1 0,1-1 0,-2 1 0,1-1 0,0 1 0,-1 1 0,0-1 0,0 0 0,0 1 0,-1 0 0,0 0 0,-8-6 0,7 7-136,1 0-1,-1 0 1,0 1-1,0 0 1,0 0-1,-1 0 1,1 1-1,0 0 0,-10-1 1,-2 2-6690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8.594"/>
    </inkml:context>
    <inkml:brush xml:id="br0">
      <inkml:brushProperty name="width" value="0.05" units="cm"/>
      <inkml:brushProperty name="height" value="0.05" units="cm"/>
    </inkml:brush>
  </inkml:definitions>
  <inkml:trace contextRef="#ctx0" brushRef="#br0">63 263 24575,'-3'-2'0,"1"-1"0,-1 1 0,0 0 0,1 0 0,-1 0 0,0 1 0,0-1 0,0 1 0,-1 0 0,1 0 0,-5-2 0,7 3 0,0 0 0,0 0 0,1 0 0,-1 0 0,0 0 0,0 0 0,0 0 0,0 0 0,1 0 0,-1 1 0,0-1 0,0 0 0,1 0 0,-1 1 0,0-1 0,0 1 0,1-1 0,-1 0 0,0 1 0,0 0 0,0 0 0,1 0 0,-1 0 0,0 1 0,1-1 0,-1 0 0,1 0 0,0 0 0,-1 1 0,1-1 0,0 0 0,0 0 0,0 1 0,0-1 0,0 0 0,0 0 0,0 1 0,0 0 0,22 118 0,-12-78 0,3 45 0,-37-278 0,23 182 0,-3-28 0,1-75 0,3 102 0,1 1 0,0-1 0,1 0 0,0 1 0,0 0 0,1-1 0,0 1 0,1 0 0,0 1 0,0-1 0,1 1 0,0-1 0,8-8 0,-10 13 0,1 1 0,0 0 0,-1 0 0,1 1 0,1-1 0,-1 1 0,0 0 0,0 0 0,1 0 0,-1 1 0,1-1 0,0 1 0,-1 0 0,1 0 0,0 1 0,0-1 0,-1 1 0,1 0 0,0 1 0,0-1 0,-1 1 0,1 0 0,0 0 0,-1 0 0,9 4 0,-7-3 0,1 1 0,-1 0 0,0 0 0,0 0 0,-1 1 0,1 0 0,-1 0 0,1 0 0,-1 1 0,0 0 0,-1 0 0,1 0 0,-1 1 0,0-1 0,-1 1 0,1 0 0,3 10 0,-5-12 0,-1-1 0,-1 1 0,1-1 0,0 1 0,-1-1 0,0 1 0,0 0 0,0-1 0,0 1 0,-1-1 0,1 1 0,-1 0 0,0-1 0,0 1 0,-2 4 0,0-2 0,0 0 0,-1-1 0,1 0 0,-1 0 0,0 0 0,-1 0 0,1-1 0,-7 6 0,-4 1 0,-1 0 0,-1-1 0,1-1 0,-35 13 0,31-14 0,13-6 0,0 0 0,0 1 0,1-1 0,-1 2 0,1-1 0,0 1 0,-10 7 0,15-10 0,0 0 0,1 0 0,-1 0 0,1 0 0,-1 0 0,1 0 0,-1 0 0,1 0 0,0 0 0,0 0 0,-1 0 0,1 0 0,0 0 0,0 1 0,0-1 0,0 0 0,0 0 0,1 0 0,-1 0 0,0 0 0,0 0 0,1 0 0,-1 0 0,1 0 0,-1 0 0,1 0 0,-1 0 0,1 0 0,0 1 0,25 30 0,-18-23 0,9 12-18,15 29-1,-17-28-1309,-2-2-5498</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09.085"/>
    </inkml:context>
    <inkml:brush xml:id="br0">
      <inkml:brushProperty name="width" value="0.05" units="cm"/>
      <inkml:brushProperty name="height" value="0.05" units="cm"/>
    </inkml:brush>
  </inkml:definitions>
  <inkml:trace contextRef="#ctx0" brushRef="#br0">1 68 24575,'0'-23'0,"0"38"0,0 21 0,2 72 0,-1-97 0,1 1 0,0-1 0,0 1 0,1-1 0,1 0 0,9 21 0,-13-31 0,1 0 0,-1-1 0,0 1 0,1 0 0,-1 0 0,1-1 0,-1 1 0,1 0 0,-1-1 0,1 1 0,0 0 0,-1-1 0,1 1 0,0-1 0,-1 1 0,1-1 0,0 0 0,0 1 0,-1-1 0,2 1 0,-1-1 0,-1 0 0,1 0 0,-1-1 0,1 1 0,-1 0 0,1 0 0,-1 0 0,1-1 0,-1 1 0,1 0 0,-1-1 0,1 1 0,-1 0 0,1-1 0,-1 1 0,0-1 0,1 1 0,-1-1 0,0 1 0,1 0 0,-1-1 0,0 0 0,3-4 0,-1 0 0,-1 0 0,1 0 0,-1 0 0,1-5 0,11-94 0,-8 57 0,12-57 0,-17 103 0,1 0 0,-1 0 0,0-1 0,1 1 0,-1 0 0,0 0 0,1-1 0,-1 1 0,1 0 0,0 0 0,-1 0 0,1 0 0,0 0 0,1-2 0,-2 3 0,1 1 0,-1-1 0,0 0 0,1 0 0,-1 0 0,0 0 0,1 0 0,-1 0 0,0 0 0,1 1 0,-1-1 0,0 0 0,0 0 0,1 0 0,-1 1 0,0-1 0,0 0 0,1 0 0,-1 1 0,0-1 0,0 0 0,0 0 0,1 1 0,-1-1 0,0 0 0,0 1 0,0-1 0,0 0 0,0 1 0,0-1 0,0 1 0,8 38 0,-8-24 0,0-4 0,0 0 0,1 0 0,0 0 0,1 0 0,4 13 0,-6-23 0,1 1 0,-1 0 0,1 0 0,0-1 0,0 1 0,0-1 0,0 1 0,0 0 0,0-1 0,0 0 0,0 1 0,1-1 0,-1 0 0,1 1 0,-1-1 0,1 0 0,-1 0 0,1 0 0,0-1 0,-1 1 0,1 0 0,0-1 0,-1 1 0,1-1 0,0 1 0,0-1 0,0 0 0,0 1 0,-1-1 0,1 0 0,0-1 0,0 1 0,0 0 0,0 0 0,0-1 0,-1 1 0,3-2 0,30-9 0,-25 7 0,0 1 0,0 0 0,0 0 0,1 1 0,14-1 0,-22 3 0,1 0 0,-1 0 0,1 0 0,-1 0 0,1 1 0,-1 0 0,1-1 0,-1 1 0,1 0 0,-1 0 0,0 0 0,1 0 0,-1 1 0,0-1 0,0 1 0,0-1 0,0 1 0,0 0 0,0 0 0,-1 0 0,1 0 0,-1 0 0,1 0 0,-1 0 0,2 4 0,5 13-1365,-2-1-5461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1.028"/>
    </inkml:context>
    <inkml:brush xml:id="br0">
      <inkml:brushProperty name="width" value="0.05" units="cm"/>
      <inkml:brushProperty name="height" value="0.05" units="cm"/>
    </inkml:brush>
  </inkml:definitions>
  <inkml:trace contextRef="#ctx0" brushRef="#br0">340 20 24575,'0'-1'0,"-1"0"0,1 0 0,0 0 0,-1 0 0,0 1 0,1-1 0,-1 0 0,1 0 0,-1 1 0,0-1 0,0 0 0,1 1 0,-1-1 0,0 1 0,0-1 0,0 1 0,1-1 0,-1 1 0,0 0 0,0-1 0,0 1 0,0 0 0,0 0 0,0 0 0,0-1 0,0 1 0,-1 1 0,-29-3 0,23 2 0,0 1 0,0 0 0,0 0 0,0 1 0,1 0 0,-1 0 0,1 1 0,0 0 0,-1 0 0,-12 9 0,10-5 0,0 1 0,1 0 0,0 0 0,0 1 0,1 0 0,-11 15 0,4 0 0,0 1 0,2 1 0,0 0 0,2 1 0,-10 35 0,14-38 0,1 0 0,1 1 0,1 0 0,1-1 0,1 1 0,1 0 0,2 0 0,4 35 0,-3-48 0,0 0 0,1 0 0,0-1 0,1 1 0,1-1 0,-1 0 0,2 0 0,0-1 0,0 0 0,1 0 0,0 0 0,0-1 0,1 1 0,0-2 0,1 0 0,0 0 0,1 0 0,-1-1 0,17 9 0,-10-9 0,0 0 0,1-1 0,-1-1 0,1 0 0,0-1 0,0-1 0,0-1 0,1 0 0,-1-2 0,1 0 0,24-3 0,-11-1 0,-1-1 0,0-1 0,0-2 0,-1-1 0,48-22 0,-55 20 0,0-1 0,-1-1 0,0-1 0,-1 0 0,0-2 0,-1-1 0,-1 0 0,-1-1 0,-1-1 0,25-35 0,-33 42 0,-1 0 0,0-1 0,-1 1 0,0-1 0,-1-1 0,-1 1 0,0-1 0,-1 0 0,0 0 0,-1 0 0,-1 0 0,0 0 0,-1 0 0,0-1 0,-1 1 0,-1 0 0,0 0 0,-1 0 0,-1 0 0,-5-14 0,3 14 22,-1 0-1,0 1 0,0 0 1,-2 1-1,1 0 0,-2 0 1,1 1-1,-2 0 0,1 0 1,-1 2-1,-1-1 0,0 1 1,0 1-1,-1 0 0,-17-8 1,10 7-193,0 2 0,0 0 1,-1 1-1,0 0 0,0 2 1,0 1-1,0 0 0,-1 2 1,-42 2-1,6 6-6655</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1.574"/>
    </inkml:context>
    <inkml:brush xml:id="br0">
      <inkml:brushProperty name="width" value="0.05" units="cm"/>
      <inkml:brushProperty name="height" value="0.05" units="cm"/>
    </inkml:brush>
  </inkml:definitions>
  <inkml:trace contextRef="#ctx0" brushRef="#br0">414 44 24575,'-1'-2'0,"1"-1"0,-1 1 0,0 0 0,0 0 0,0-1 0,0 1 0,0 0 0,0 0 0,0 0 0,-1 0 0,1 0 0,-1 0 0,1 0 0,-1 1 0,0-1 0,0 0 0,0 1 0,0-1 0,0 1 0,0 0 0,0 0 0,-2-1 0,1 2 0,0 1 0,1-1 0,-1 1 0,1 0 0,-1 0 0,1 0 0,-1 0 0,1 0 0,0 0 0,-1 1 0,1-1 0,-3 3 0,-25 25 0,24-23 0,-35 39 0,2 3 0,3 1 0,1 1 0,3 2 0,1 2 0,4 0 0,-27 73 0,51-120 0,1-1 0,0 1 0,0-1 0,1 1 0,-1 8 0,2-14 0,-1 1 0,2-1 0,-1 1 0,0-1 0,0 1 0,0-1 0,1 1 0,-1-1 0,0 1 0,1-1 0,0 1 0,-1-1 0,1 0 0,0 1 0,0-1 0,0 0 0,-1 1 0,2-1 0,-1 0 0,0 0 0,0 0 0,0 0 0,0 0 0,1 0 0,-1 0 0,0-1 0,1 1 0,1 0 0,9 3 0,0-1 0,0-1 0,0 0 0,0-1 0,1 0 0,-1-1 0,21-2 0,-3 0 0,134 1 0,193-10 0,-347 10 0,37-5 0,-46 6 0,1-1 0,-1 1 0,0 0 0,1-1 0,-1 1 0,1-1 0,-1 1 0,0-1 0,1 0 0,-1 1 0,0-1 0,0 0 0,1 0 0,-1 0 0,0 0 0,0 0 0,0 0 0,0 0 0,-1-1 0,1 1 0,0 0 0,0-1 0,-1 1 0,2-3 0,-2 3-62,0-1 0,0 1 0,-1 0 0,1-1 0,0 1 0,-1 0 0,1 0 0,0-1 0,-1 1 0,0 0 0,1 0 0,-1-1-1,0 1 1,0 0 0,1 0 0,-1 0 0,0 0 0,0 0 0,0 0 0,0 1 0,-2-2 0,-12-9-6764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2.346"/>
    </inkml:context>
    <inkml:brush xml:id="br0">
      <inkml:brushProperty name="width" value="0.05" units="cm"/>
      <inkml:brushProperty name="height" value="0.05" units="cm"/>
    </inkml:brush>
  </inkml:definitions>
  <inkml:trace contextRef="#ctx0" brushRef="#br0">1 25 24575,'0'-2'0,"0"1"0,0 0 0,1 0 0,-1 0 0,1-1 0,-1 1 0,1 0 0,-1 0 0,1 0 0,0 0 0,-1 0 0,1 0 0,0 0 0,0 0 0,0 0 0,0 1 0,0-1 0,0 0 0,0 0 0,0 1 0,0-1 0,0 1 0,0-1 0,1 1 0,-1-1 0,0 1 0,0 0 0,0-1 0,1 1 0,-1 0 0,0 0 0,0 0 0,1 0 0,-1 0 0,0 0 0,0 1 0,1-1 0,-1 0 0,0 1 0,0-1 0,0 0 0,0 1 0,1-1 0,0 2 0,6 6 0,-1 0 0,0 0 0,0 1 0,-1 0 0,9 17 0,6 8 0,108 147 0,11 15 0,-126-176 86,-2 0-1,-1 0 0,10 25 1,-18-38-135,-1-1 0,0 1 0,0 0 1,-1 0-1,0 0 0,0 11 0,-1-15-48,0 1-1,0-1 1,-1 1-1,0-1 1,1 0-1,-1 1 1,0-1-1,-1 0 1,1 1-1,-1-1 1,1 0-1,-1 0 0,-4 5 1,-10 8-6729</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4.303"/>
    </inkml:context>
    <inkml:brush xml:id="br0">
      <inkml:brushProperty name="width" value="0.05" units="cm"/>
      <inkml:brushProperty name="height" value="0.05" units="cm"/>
    </inkml:brush>
  </inkml:definitions>
  <inkml:trace contextRef="#ctx0" brushRef="#br0">243 353 24575,'-21'-1'0,"12"1"0,0-1 0,0 2 0,0-1 0,-13 3 0,20-2 0,0-1 0,-1 1 0,1 0 0,0 0 0,0 0 0,-1 0 0,1 0 0,0 1 0,0-1 0,0 1 0,1-1 0,-1 1 0,0 0 0,0 0 0,1-1 0,-1 1 0,1 0 0,0 0 0,0 1 0,-2 3 0,-6 20 0,2 0 0,1 1 0,-5 41 0,-3 21 0,8-62 0,3-11 0,0 0 0,-2 0 0,1 0 0,-2 0 0,0-1 0,-11 20 0,17-34 0,-1-1 0,1 1 0,-1 0 0,1-1 0,-1 1 0,1 0 0,-1-1 0,0 1 0,1-1 0,-1 1 0,0-1 0,1 1 0,-1-1 0,0 1 0,0-1 0,1 0 0,-2 1 0,1-1 0,1 0 0,0 0 0,-1 0 0,1 0 0,-1 0 0,1-1 0,0 1 0,-1 0 0,1 0 0,0 0 0,-1 0 0,1-1 0,0 1 0,-1 0 0,1 0 0,0-1 0,-1 1 0,1 0 0,0-1 0,0 1 0,0 0 0,-1-1 0,1 1 0,0 0 0,0-1 0,-2-3 0,1 1 0,0-1 0,0 1 0,0-1 0,1 0 0,-1-6 0,1-12 0,1 0 0,1 0 0,9-39 0,24-64 0,-28 103 0,18-60 0,3 2 0,63-121 0,-84 186 0,2 0 0,0 1 0,1 0 0,17-19 0,-24 30 0,0 1 0,0-1 0,0 1 0,0-1 0,0 1 0,1 0 0,-1 0 0,1 0 0,-1 1 0,1-1 0,4 0 0,-5 2 0,-1-1 0,1 1 0,-1 0 0,1 0 0,-1 0 0,1 1 0,-1-1 0,1 1 0,-1-1 0,0 1 0,1 0 0,-1 0 0,0 0 0,0 0 0,1 0 0,-1 0 0,0 1 0,0-1 0,3 3 0,2 3 0,-1 1 0,0-1 0,0 1 0,0 0 0,-1 0 0,0 1 0,-1-1 0,0 1 0,0 0 0,3 11 0,3 17 0,7 46 0,-16-79 0,10 56-195,-4 1 0,-1 1 0,-4-1 0,-2 1 0,-3-1 0,-20 110 0,13-129-6631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4.633"/>
    </inkml:context>
    <inkml:brush xml:id="br0">
      <inkml:brushProperty name="width" value="0.05" units="cm"/>
      <inkml:brushProperty name="height" value="0.05" units="cm"/>
    </inkml:brush>
  </inkml:definitions>
  <inkml:trace contextRef="#ctx0" brushRef="#br0">15 457 24575,'-2'-4'0,"0"1"0,0-1 0,0 0 0,1 0 0,-1 0 0,1 0 0,0 0 0,-1-7 0,3 10 0,-1 0 0,0-1 0,0 1 0,1 0 0,-1 0 0,1-1 0,-1 1 0,1 0 0,0 0 0,-1 0 0,1 0 0,0 0 0,0 0 0,0 0 0,0 0 0,0 0 0,0 0 0,0 0 0,0 1 0,0-1 0,0 0 0,0 1 0,1-1 0,-1 1 0,0-1 0,0 1 0,1-1 0,-1 1 0,0 0 0,3 0 0,73-18 0,-36 10 0,59-20 0,-81 21 0,1-1 0,-2 0 0,1-2 0,31-21 0,-43 26 0,-1-1 0,0 1 0,0-1 0,-1 0 0,1 0 0,-1-1 0,-1 1 0,1-1 0,-1 0 0,0 0 0,-1-1 0,1 1 0,-2-1 0,1 0 0,1-10 0,-1 1 0,-2-1 0,0-24 0,1-23 0,2 53 0,-1 20 0,0 21 0,0 310 89,-4-208-1543,1-80-5372</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5.005"/>
    </inkml:context>
    <inkml:brush xml:id="br0">
      <inkml:brushProperty name="width" value="0.05" units="cm"/>
      <inkml:brushProperty name="height" value="0.05" units="cm"/>
    </inkml:brush>
  </inkml:definitions>
  <inkml:trace contextRef="#ctx0" brushRef="#br0">27 204 24575,'-3'3'0,"0"0"0,1 0 0,0 0 0,-1 1 0,1-1 0,0 1 0,1-1 0,-1 1 0,0 0 0,1-1 0,0 1 0,0 0 0,0 0 0,1 0 0,-1 0 0,1 7 0,0-9 0,0 1 0,1-1 0,-1 0 0,1 1 0,-1-1 0,1 0 0,0 0 0,0 1 0,0-1 0,0 0 0,0 0 0,0 0 0,1 0 0,-1 0 0,1-1 0,-1 1 0,1 0 0,0-1 0,-1 1 0,1-1 0,0 1 0,0-1 0,0 0 0,0 0 0,0 0 0,1 0 0,-1 0 0,0 0 0,3 0 0,4 1 0,1-1 0,-1-1 0,1 1 0,-1-1 0,1-1 0,-1 0 0,0 0 0,1 0 0,-1-2 0,0 1 0,0-1 0,0 0 0,-1-1 0,1 0 0,-1 0 0,1-1 0,-2 0 0,1-1 0,0 1 0,9-11 0,-11 11 0,-1 0 0,0-1 0,0 0 0,0 0 0,-1 0 0,0 0 0,0-1 0,0 0 0,-1 0 0,0 0 0,0 0 0,-1 0 0,0 0 0,0-1 0,-1 1 0,0-1 0,0 1 0,-1-1 0,0 0 0,0 1 0,-1-1 0,0 1 0,0-1 0,-1 1 0,-3-12 0,3 14 0,-1-1 0,1 1 0,-1-1 0,0 1 0,-1 0 0,1 0 0,-1 1 0,0-1 0,0 1 0,-9-8 0,11 11 0,0-1 0,0 1 0,0 0 0,-1 0 0,1 0 0,0 0 0,0 0 0,-1 1 0,1-1 0,-1 1 0,1 0 0,0-1 0,-1 1 0,1 0 0,-1 0 0,1 0 0,-1 1 0,1-1 0,-1 1 0,1-1 0,0 1 0,-1 0 0,1 0 0,0 0 0,0 0 0,0 0 0,0 1 0,0-1 0,-3 3 0,-2 2 0,0 1 0,0 0 0,1 0 0,0 1 0,0 0 0,1 0 0,0 0 0,1 1 0,-1-1 0,2 1 0,-1 0 0,-2 12 0,-1 8 0,0 1 0,-3 49 0,9-63 0,0-1 0,2 1 0,-1 0 0,2-1 0,0 1 0,5 19 0,-6-29 0,1-1 0,0 1 0,0 0 0,1-1 0,0 0 0,0 1 0,0-1 0,0 0 0,1-1 0,0 1 0,0-1 0,0 1 0,0-1 0,1 0 0,-1-1 0,1 1 0,0-1 0,1 0 0,6 3 0,24 5-1365,-3-6-5461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5.332"/>
    </inkml:context>
    <inkml:brush xml:id="br0">
      <inkml:brushProperty name="width" value="0.05" units="cm"/>
      <inkml:brushProperty name="height" value="0.05" units="cm"/>
    </inkml:brush>
  </inkml:definitions>
  <inkml:trace contextRef="#ctx0" brushRef="#br0">86 128 24575,'-2'-5'0,"0"1"0,-1 0 0,1-1 0,-1 1 0,0 0 0,-1 0 0,-6-6 0,10 9 0,-1 0 0,0 1 0,0-1 0,0 0 0,0 1 0,0-1 0,-1 1 0,1 0 0,0-1 0,0 1 0,0 0 0,0-1 0,0 1 0,-1 0 0,1 0 0,0 0 0,0 0 0,0 0 0,-1 0 0,1 0 0,0 1 0,0-1 0,0 0 0,0 1 0,0-1 0,-1 1 0,1-1 0,0 1 0,0-1 0,0 1 0,0 0 0,1-1 0,-1 1 0,0 0 0,0 0 0,0 0 0,0 0 0,1 0 0,-2 1 0,1 0 0,-1 1 0,0-1 0,1 1 0,-1 0 0,1-1 0,0 1 0,0 0 0,0 0 0,1 0 0,-1 0 0,0 0 0,1 0 0,0 0 0,0 0 0,0 0 0,0 0 0,0 0 0,1 0 0,-1 0 0,1 0 0,0 0 0,0 0 0,0 0 0,0 0 0,1-1 0,-1 1 0,1 0 0,-1-1 0,4 4 0,1 2 0,0-1 0,0 0 0,0 0 0,1-1 0,0 0 0,0 0 0,1-1 0,13 8 0,-7-6 0,0-1 0,0 0 0,1-1 0,20 5 0,-31-9 0,1 0 0,0 0 0,-1-1 0,1 0 0,0 1 0,0-1 0,-1-1 0,1 1 0,0-1 0,-1 0 0,1 0 0,0 0 0,-1 0 0,1-1 0,-1 0 0,0 0 0,0 0 0,6-4 0,-7 3 0,-1 0 0,1-1 0,-1 1 0,0-1 0,1 1 0,-2-1 0,1 0 0,0 0 0,-1 1 0,0-1 0,1 0 0,-2-1 0,1 1 0,0 0 0,-1 0 0,0-7 0,0-8 0,-1-1 0,-4-20 0,2 22 0,3 10 0,-1-1 0,0 0 0,-1 1 0,0-1 0,0 1 0,-1 0 0,0 0 0,-7-12 0,10 20 0,-1-1 0,1 0 0,-1 0 0,1 1 0,-1-1 0,0 0 0,1 1 0,-1-1 0,0 1 0,1-1 0,-1 1 0,0-1 0,0 1 0,0-1 0,0 1 0,1 0 0,-1-1 0,0 1 0,0 0 0,0 0 0,0 0 0,0 0 0,0 0 0,0 0 0,0 0 0,1 0 0,-1 0 0,0 0 0,0 0 0,0 1 0,0-1 0,0 0 0,0 1 0,1-1 0,-1 0 0,0 1 0,0-1 0,0 1 0,1-1 0,-1 1 0,0 0 0,0 0 0,-4 4 0,0 0 0,0 1 0,1-1 0,-6 9 0,10-14 0,-141 251-443,120-211-479,-13 26-5904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6.480"/>
    </inkml:context>
    <inkml:brush xml:id="br0">
      <inkml:brushProperty name="width" value="0.05" units="cm"/>
      <inkml:brushProperty name="height" value="0.05" units="cm"/>
    </inkml:brush>
  </inkml:definitions>
  <inkml:trace contextRef="#ctx0" brushRef="#br0">78 37 24575,'-37'14'0,"12"-12"0,11 0 0,13-2 0,6 0 0,201-11 0,-72 1 0,1686-23-1660,-1796 33 1746,7 0 160,1 1-1,0 1 1,36 7-1,-67-9-233,1 1-1,-1-1 1,0 0-1,0 0 1,0 1-1,0-1 1,1 1-1,-1-1 1,0 1-1,0-1 1,0 1-1,0 0 1,0-1-1,0 1 1,-1 0-1,1 0 0,0 0 1,0 0-1,0 0 1,-1 0-1,1 0 1,-1 0-1,1 0 1,0 0-1,-1 0 1,0 0-1,1 0 1,-1 0-1,0 1 1,0-1-1,1 0 1,-1 0-1,0 1 1,-1 4 13,0-1 1,0 1 0,0-1-1,-1 0 1,0 0 0,-2 6-1,-4 10-3,1 6-22,2 1 0,0-1 0,0 36 0,5 88 0,1-80 0,6 196 0,0 71 0,-10-252 0,-27 165 0,26-233 0,-5 26 0,9-42 0,0 1 0,0-1 0,0 0 0,0 1 0,0-1 0,0 0 0,0 0 0,1 1 0,-1-1 0,1 0 0,0 0 0,-1 0 0,1 0 0,2 4 0,-1-5 0,-1 0 0,0 0 0,0-1 0,0 1 0,1 0 0,-1 0 0,0-1 0,1 1 0,-1-1 0,1 1 0,-1-1 0,0 0 0,1 0 0,-1 1 0,1-1 0,-1 0 0,1 0 0,-1 0 0,1-1 0,2 1 0,35-10 0,-27 7 0,115-27 0,1 5 0,205-11 0,461 12 0,-792 24 54,-6 0 63,-16 1 54,-29-1-1878,29 0-5119</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6:16.713"/>
    </inkml:context>
    <inkml:brush xml:id="br0">
      <inkml:brushProperty name="width" value="0.05" units="cm"/>
      <inkml:brushProperty name="height" value="0.05" units="cm"/>
    </inkml:brush>
  </inkml:definitions>
  <inkml:trace contextRef="#ctx0" brushRef="#br0">123 11 24575,'-3'0'0,"-1"-3"0,-2-1 0,1 1 0,6 2 0,6 6 0,3 5 0,5 5 0,1 5 0,-1 7 0,-4 5 0,-3 5 0,-6 7 0,-13 6 0,-12 4 0,-19 2 0,-15 0 0,1-9-8191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9.871"/>
    </inkml:context>
    <inkml:brush xml:id="br0">
      <inkml:brushProperty name="width" value="0.05" units="cm"/>
      <inkml:brushProperty name="height" value="0.05" units="cm"/>
    </inkml:brush>
  </inkml:definitions>
  <inkml:trace contextRef="#ctx0" brushRef="#br0">1204 90 24575,'0'-1'0,"0"0"0,-1 0 0,1-1 0,-1 1 0,1 0 0,-1 0 0,0 0 0,1 0 0,-1 0 0,0 0 0,0 0 0,0 0 0,0 0 0,1 0 0,-1 1 0,-1-1 0,1 0 0,0 1 0,0-1 0,0 1 0,0-1 0,0 1 0,-2-1 0,-30-8 0,-21 4 0,-1 2 0,-1 2 0,-55 8 0,105-7 0,-35 3 0,0 1 0,1 2 0,-63 18 0,85-18 0,0 1 0,1 0 0,-1 1 0,2 1 0,-1 0 0,2 2 0,-1 0 0,1 0 0,1 2 0,-15 15 0,-3 10 0,1 1 0,3 1 0,-34 62 0,-56 141 0,97-198 0,-16 37 0,-46 147 0,72-190 0,2 0 0,3 0 0,0 0 0,3 1 0,1 0 0,5 55 0,4-39 0,2-1 0,3 0 0,2 0 0,2-1 0,3-1 0,2-1 0,2-1 0,32 50 0,-38-73 0,2 0 0,0-2 0,2-1 0,46 44 0,-50-54 0,1-1 0,1-1 0,0-1 0,0 0 0,1-1 0,1-2 0,0 0 0,22 6 0,0-4 0,0-2 0,1-2 0,-1-1 0,1-3 0,1-2 0,45-4 0,-8-5 0,-2-3 0,109-29 0,-115 19 0,-1-2 0,112-53 0,-146 56 0,0-2 0,-2-1 0,0-1 0,-2-3 0,-1 0 0,31-33 0,-49 42 0,-1-1 0,0-1 0,-1 0 0,-1 0 0,18-40 0,-17 27 0,-2 0 0,-1-1 0,8-48 0,-7 6 0,-5 0 0,-3-153 0,-7 162 0,-2 0 0,-4 0 0,-2 1 0,-3 0 0,-4 1 0,-2 1 0,-2 1 0,-4 0 0,-42-74 0,49 105 0,-2 0 0,0 2 0,-2 1 0,-2 1 0,0 1 0,-42-35 0,46 46 0,0 1 0,-1 1 0,0 1 0,-1 1 0,0 0 0,-1 2 0,0 1 0,-1 1 0,0 1 0,-28-4 0,-11 1-273,-1 4 0,0 2 0,0 2 0,-94 11 0,133-5-6553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42.673"/>
    </inkml:context>
    <inkml:brush xml:id="br0">
      <inkml:brushProperty name="width" value="0.05" units="cm"/>
      <inkml:brushProperty name="height" value="0.05" units="cm"/>
    </inkml:brush>
  </inkml:definitions>
  <inkml:trace contextRef="#ctx0" brushRef="#br0">2014 109 24575,'-10'-8'0,"1"1"0,-1 1 0,0 0 0,-1 0 0,0 1 0,-16-6 0,19 8 0,-28-10 0,0 2 0,-1 1 0,-1 2 0,1 2 0,-1 1 0,0 2 0,-64 2 0,21 7 0,1 3 0,-126 31 0,120-18 0,0 5 0,2 3 0,-120 61 0,142-58 0,1 3 0,2 3 0,1 2 0,-100 94 0,125-101 0,1 1 0,3 2 0,0 1 0,3 1 0,1 1 0,2 1 0,2 2 0,2 0 0,2 1 0,1 0 0,3 2 0,1-1 0,-9 85 0,13-69 0,3 0 0,3 1 0,3 0 0,10 77 0,-3-89 0,3-1 0,1 0 0,3-1 0,1-1 0,29 56 0,-30-73 0,2-1 0,2 0 0,0-2 0,2 0 0,0-1 0,2-1 0,1-2 0,47 38 0,-32-36 0,0-1 0,1-2 0,1-2 0,1-1 0,1-3 0,0-1 0,77 15 0,323 26 0,-426-54 0,712 16 0,-696-19 0,1-2 0,-1-1 0,0-1 0,0-2 0,44-16 0,-52 14 0,-1-2 0,-1 0 0,0-2 0,-1 0 0,0-2 0,-1 0 0,28-28 0,-2-6 0,-3-2 0,-2-2 0,-2-1 0,47-89 0,-66 106 0,-1 0 0,-3-2 0,-1 0 0,-2-1 0,-1 0 0,-3-1 0,-1 0 0,-2-1 0,-1 0 0,-3 0 0,-2-1 0,-1 1 0,-2 0 0,-2 0 0,-11-47 0,-1 20 0,-31-83 0,31 113 0,-1 1 0,-1 1 0,-36-53 0,12 32 0,-3 2 0,-90-87 0,-123-76 0,217 188 0,-2 2 0,-1 2 0,-2 1 0,0 3 0,-92-32 0,108 44 113,-42-24 0,19 9-1704,38 20-5235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8.983"/>
    </inkml:context>
    <inkml:brush xml:id="br0">
      <inkml:brushProperty name="width" value="0.05" units="cm"/>
      <inkml:brushProperty name="height" value="0.05" units="cm"/>
    </inkml:brush>
  </inkml:definitions>
  <inkml:trace contextRef="#ctx0" brushRef="#br0">28 36 24575,'-22'-7'0,"17"2"0,14 1 0,41 2 0,0 1 0,54 8 0,-17-2 0,2704 37-6376,-1873-64 5597,-527-5 2849,-388 26-2020,14 0 845,-1-1-1,24-5 0,-33 3-201,-10 1 174,-12 0-1792,-1 2-5549</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9.266"/>
    </inkml:context>
    <inkml:brush xml:id="br0">
      <inkml:brushProperty name="width" value="0.05" units="cm"/>
      <inkml:brushProperty name="height" value="0.05" units="cm"/>
    </inkml:brush>
  </inkml:definitions>
  <inkml:trace contextRef="#ctx0" brushRef="#br0">111 58 24575,'-104'-51'0,"97"46"0,8 3 0,14 5 0,25 14 0,-1 1 0,0 2 0,36 25 0,-58-33 0,0-1 0,-1 2 0,-1 1 0,0 0 0,0 0 0,-2 2 0,21 28 0,-29-37 0,-1 1 0,-1-1 0,1 0 0,-1 1 0,0 0 0,-1 0 0,0 0 0,0 0 0,0 13 0,-2-15 0,0 0 0,0 0 0,-1 0 0,0 0 0,0 0 0,-1 0 0,1 0 0,-1 0 0,-1 0 0,1-1 0,-1 1 0,0-1 0,0 0 0,-5 6 0,0-1-151,0-1-1,-1 0 0,0 0 0,-1-1 1,1-1-1,-2 1 0,1-2 1,-16 8-1,-9 3-6674</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09.926"/>
    </inkml:context>
    <inkml:brush xml:id="br0">
      <inkml:brushProperty name="width" value="0.05" units="cm"/>
      <inkml:brushProperty name="height" value="0.05" units="cm"/>
    </inkml:brush>
  </inkml:definitions>
  <inkml:trace contextRef="#ctx0" brushRef="#br0">425 212 24575,'-1'-3'0,"1"1"0,-1-1 0,1 1 0,-1-1 0,0 1 0,0-1 0,0 1 0,-1 0 0,1-1 0,0 1 0,-1 0 0,1 0 0,-1 0 0,0 0 0,0 0 0,0 1 0,0-1 0,0 0 0,0 1 0,0-1 0,0 1 0,-1 0 0,1 0 0,0 0 0,-4-1 0,-3-1 0,1 0 0,-1 0 0,0 1 0,0 1 0,0-1 0,-10 1 0,7 1 0,-1 1 0,1 1 0,0 0 0,0 0 0,-1 2 0,2-1 0,-1 2 0,0-1 0,1 1 0,0 1 0,0 0 0,1 1 0,-19 14 0,17-11 0,1 0 0,0 1 0,0 1 0,1-1 0,1 2 0,0-1 0,0 1 0,1 1 0,1-1 0,-10 26 0,14-28 0,0 0 0,0 1 0,1-1 0,1 0 0,0 1 0,0-1 0,1 1 0,0-1 0,1 1 0,1-1 0,0 0 0,0 1 0,1-1 0,1 0 0,0 0 0,0-1 0,1 1 0,0-1 0,1 0 0,0 0 0,1-1 0,0 0 0,10 11 0,0-3 0,1 0 0,1-1 0,0-1 0,1-1 0,1-1 0,0 0 0,1-2 0,0 0 0,47 15 0,-19-12 0,2-3 0,-1-1 0,1-3 0,1-2 0,-1-2 0,1-3 0,-1-2 0,0-2 0,101-21 0,-129 19 0,0-1 0,-1-1 0,0-1 0,-1-1 0,1-1 0,-2-1 0,31-22 0,-42 26 0,1 0 0,-2-2 0,1 1 0,-1-1 0,0 0 0,-1-1 0,0 0 0,-1 0 0,0-1 0,-1 0 0,0 0 0,-1-1 0,-1 1 0,0-1 0,3-16 0,-4 13 0,-2-1 0,0 1 0,0 0 0,-2-1 0,0 1 0,-1-1 0,0 1 0,-2 0 0,-5-18 0,2 14 0,-1 0 0,-1 1 0,0-1 0,-2 2 0,0 0 0,-23-29 0,20 30 0,0 1 0,-2 1 0,1 1 0,-2 0 0,0 1 0,0 0 0,-1 1 0,-1 2 0,0 0 0,0 0 0,-1 2 0,0 1 0,-1 0 0,1 1 0,-27-3 0,33 8-227,0 0-1,0 1 1,1 1-1,-1 0 1,-26 6-1,-2 5-6598</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0.602"/>
    </inkml:context>
    <inkml:brush xml:id="br0">
      <inkml:brushProperty name="width" value="0.05" units="cm"/>
      <inkml:brushProperty name="height" value="0.05" units="cm"/>
    </inkml:brush>
  </inkml:definitions>
  <inkml:trace contextRef="#ctx0" brushRef="#br0">287 1 24575,'6'0'0,"0"1"0,-9 10 0,-6 6 0,-1-1 0,0-1 0,-24 27 0,3-4 0,-6 11 0,1 2 0,3 2 0,-51 110 0,83-161-151,0 1-1,0-1 0,1 0 0,-2 0 1,1 0-1,0-1 0,0 1 1,-3 3-1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1.689"/>
    </inkml:context>
    <inkml:brush xml:id="br0">
      <inkml:brushProperty name="width" value="0.05" units="cm"/>
      <inkml:brushProperty name="height" value="0.05" units="cm"/>
    </inkml:brush>
  </inkml:definitions>
  <inkml:trace contextRef="#ctx0" brushRef="#br0">17 117 24575,'2'0'0,"0"-1"0,0 1 0,0-1 0,0 1 0,0-1 0,0 0 0,0 0 0,0 0 0,-1 0 0,3-1 0,14-7 0,-18 9 0,1 0 0,-1 0 0,0 0 0,0 0 0,0 0 0,0 1 0,0-1 0,1 0 0,-1 0 0,0 0 0,0 0 0,0 1 0,0-1 0,0 0 0,0 0 0,0 0 0,0 1 0,0-1 0,0 0 0,0 0 0,1 0 0,-1 1 0,0-1 0,0 0 0,0 0 0,0 0 0,-1 1 0,1-1 0,0 0 0,0 0 0,0 0 0,0 0 0,0 1 0,0-1 0,0 0 0,0 0 0,0 0 0,0 1 0,0-1 0,-1 0 0,1 0 0,0 0 0,0 0 0,0 0 0,0 1 0,-1-1 0,1 0 0,0 0 0,0 0 0,-1 0 0,-6 11 0,-9 5 0,11-12 0,0 0 0,1 0 0,0 0 0,0 1 0,-5 7 0,9-11 0,-1 0 0,1 0 0,0-1 0,-1 1 0,1 0 0,0 0 0,0 0 0,-1 0 0,1 0 0,0 0 0,0 0 0,0 0 0,0 0 0,0 0 0,0 0 0,0 0 0,1-1 0,-1 1 0,0 0 0,0 0 0,1 0 0,-1 0 0,1 0 0,-1 0 0,1-1 0,-1 1 0,1 0 0,-1 0 0,1-1 0,0 1 0,-1 0 0,1-1 0,0 1 0,0-1 0,-1 1 0,1-1 0,0 1 0,0-1 0,0 1 0,1-1 0,22 11 0,1-1 0,1-2 0,0 0 0,40 5 0,-60-12 0,-6-1 0,7 2 0,-1-1 0,0 0 0,0-1 0,1 1 0,7-2 0,-13 1 0,0 0 0,0 0 0,0 0 0,0 0 0,0-1 0,0 1 0,0 0 0,0-1 0,0 1 0,0 0 0,-1-1 0,1 1 0,0-1 0,0 0 0,0 1 0,-1-1 0,1 0 0,0 1 0,-1-1 0,1 0 0,-1 0 0,1 0 0,0 0 0,-1 1 0,0-1 0,1 0 0,-1 0 0,0 0 0,1 0 0,-1 0 0,0 0 0,0 0 0,0 0 0,0 0 0,0 0 0,0 0 0,0 0 0,0 0 0,0 0 0,0 0 0,-1 0 0,1-1 0,-7-21 0,0 0 0,-1 1 0,-17-32 0,3 7 0,19 40 69,0 1-1,-1 0 0,0-1 0,-7-8 1,10 14-94,0 0 1,0 0-1,0 0 1,-1 0 0,1 0-1,0 0 1,0 0 0,0 0-1,-1 1 1,1-1-1,0 0 1,-1 1 0,-1-1-1,2 1-22,1 0 0,-1 0 0,0 0 0,1 0 0,-1 0 0,0 0 0,0 1 0,1-1 0,-1 0-1,0 0 1,1 1 0,-1-1 0,0 0 0,1 1 0,-1-1 0,1 1 0,-1-1 0,1 1 0,-1-1 0,1 1 0,-1-1 0,1 1-1,-1 0 1,1-1 0,-1 1 0,1 0 0,0-1 0,-1 2 0,-3 8-6779</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2.472"/>
    </inkml:context>
    <inkml:brush xml:id="br0">
      <inkml:brushProperty name="width" value="0.05" units="cm"/>
      <inkml:brushProperty name="height" value="0.05" units="cm"/>
    </inkml:brush>
  </inkml:definitions>
  <inkml:trace contextRef="#ctx0" brushRef="#br0">51 0 24575,'-1'19'0,"-2"0"0,-8 31 0,-5 29 0,8-21 0,3-23 0,-1 44 0,6-66 0,1 0 0,0-1 0,0 1 0,2-1 0,0 1 0,0-1 0,6 15 0,52 161 0,-45-132 0,-15-51 0,1-1 0,0 1 0,0-1 0,0 0 0,1 0 0,-1 0 0,1 0 0,0 0 0,0 0 0,0-1 0,1 1 0,7 5 0,-10-8 0,1 0 0,0 0 0,-1 0 0,1 0 0,0 0 0,0 0 0,0-1 0,0 1 0,0-1 0,0 1 0,-1-1 0,1 0 0,0 1 0,0-1 0,0 0 0,0-1 0,0 1 0,0 0 0,0 0 0,0-1 0,0 1 0,0-1 0,0 0 0,0 1 0,-1-1 0,1 0 0,0 0 0,0 0 0,-1 0 0,1-1 0,-1 1 0,1 0 0,1-3 0,6-10-1365,-5 1-5461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3.061"/>
    </inkml:context>
    <inkml:brush xml:id="br0">
      <inkml:brushProperty name="width" value="0.05" units="cm"/>
      <inkml:brushProperty name="height" value="0.05" units="cm"/>
    </inkml:brush>
  </inkml:definitions>
  <inkml:trace contextRef="#ctx0" brushRef="#br0">1 0 24575,'3'0'0,"0"0"0,0 1 0,0-1 0,0 1 0,0 0 0,0-1 0,0 1 0,0 1 0,0-1 0,0 0 0,-1 1 0,1-1 0,-1 1 0,5 3 0,-3-1 0,1 1 0,-1 0 0,0 0 0,0 0 0,0 0 0,4 10 0,0 3 0,0 0 0,-1 1 0,6 28 0,5 30 0,-3-1 0,-4 2 0,3 137 0,-14-198 0,0 4 0,-4 32 0,3-46 0,-1 0 0,1-1 0,-1 0 0,0 1 0,0-1 0,-1 0 0,0 0 0,0 0 0,-5 6 0,-2 3-419,1 2-1,-15 31 0,24-46 314,-6 12-6720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3.718"/>
    </inkml:context>
    <inkml:brush xml:id="br0">
      <inkml:brushProperty name="width" value="0.05" units="cm"/>
      <inkml:brushProperty name="height" value="0.05" units="cm"/>
    </inkml:brush>
  </inkml:definitions>
  <inkml:trace contextRef="#ctx0" brushRef="#br0">1 1 24575,'6'9'0,"1"0"0,1 0 0,14 13 0,-4-5 0,52 49 0,-3 3 0,80 106 0,-99-108 0,82 122 0,-124-178 86,0 0-1,0 0 0,5 20 1,-9-26-229,-1 0 1,1 0 0,-1 0 0,0 0-1,-1 0 1,0 1 0,1-1 0,-2 0 0,1 0-1,-1 0 1,-1 7 0,-2-1-6684</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4.368"/>
    </inkml:context>
    <inkml:brush xml:id="br0">
      <inkml:brushProperty name="width" value="0.05" units="cm"/>
      <inkml:brushProperty name="height" value="0.05" units="cm"/>
    </inkml:brush>
  </inkml:definitions>
  <inkml:trace contextRef="#ctx0" brushRef="#br0">108 44 24575,'-9'0'0,"-1"0"0,0 0 0,0 1 0,0 1 0,0-1 0,0 2 0,1-1 0,-12 6 0,13-1 0,13-1 0,20 0 0,-23-5 0,44 5 0,0-1 0,56-2 0,98-11 0,-137 4 0,1037-69-563,-1060 69-709,-13-1-5084</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5.105"/>
    </inkml:context>
    <inkml:brush xml:id="br0">
      <inkml:brushProperty name="width" value="0.05" units="cm"/>
      <inkml:brushProperty name="height" value="0.05" units="cm"/>
    </inkml:brush>
  </inkml:definitions>
  <inkml:trace contextRef="#ctx0" brushRef="#br0">0 0 24575,'3'0'0,"1"3"0,3 4 0,0 6 0,-1 5 0,2 4 0,-2 5 0,3 4 0,-2 5 0,2 5 0,0 3 0,-3 1 0,-2-6-8191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8.122"/>
    </inkml:context>
    <inkml:brush xml:id="br0">
      <inkml:brushProperty name="width" value="0.05" units="cm"/>
      <inkml:brushProperty name="height" value="0.05" units="cm"/>
    </inkml:brush>
  </inkml:definitions>
  <inkml:trace contextRef="#ctx0" brushRef="#br0">1 285 24575,'20'-3'0,"0"0"0,31-11 0,-14 4 0,110-32 0,-124 34 0,-1-1 0,0-1 0,-1-1 0,27-18 0,-44 26 0,0 0 0,0 0 0,-1 0 0,1 0 0,-1-1 0,0 1 0,0-1 0,0 0 0,-1 0 0,4-6 0,-6 8 0,1 1 0,0-1 0,-1 0 0,0 0 0,1 0 0,-1 0 0,0 1 0,0-1 0,0 0 0,0 0 0,0 0 0,0 0 0,-1 0 0,1 0 0,-1 1 0,1-1 0,-1 0 0,0 0 0,1 1 0,-1-1 0,0 0 0,0 1 0,0-1 0,-1 1 0,1-1 0,0 1 0,-3-3 0,-3-2 0,1 0 0,-1 1 0,0 0 0,0 0 0,-1 0 0,1 1 0,-1 0 0,0 1 0,-11-4 0,19 7 0,-1 0 0,1 0 0,-1 0 0,1 0 0,-1 0 0,1 0 0,-1 0 0,1 0 0,-1 0 0,1 0 0,-1 0 0,1 1 0,-1-1 0,1 0 0,-1 0 0,1 1 0,0-1 0,-1 0 0,1 0 0,-1 1 0,1-1 0,0 0 0,-1 1 0,1-1 0,0 1 0,-1-1 0,1 0 0,0 1 0,0-1 0,-1 1 0,1-1 0,0 1 0,0-1 0,0 1 0,0-1 0,0 1 0,0-1 0,-1 1 0,1-1 0,0 1 0,0-1 0,0 1 0,1 0 0,2 25 0,-2-22 0,7 45 97,-3 2-1,0 55 1,2 28-1752,-3-105-5171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8.878"/>
    </inkml:context>
    <inkml:brush xml:id="br0">
      <inkml:brushProperty name="width" value="0.05" units="cm"/>
      <inkml:brushProperty name="height" value="0.05" units="cm"/>
    </inkml:brush>
  </inkml:definitions>
  <inkml:trace contextRef="#ctx0" brushRef="#br0">1 289 24575,'3'-3'0,"-1"0"0,1 0 0,-1-1 0,0 1 0,0-1 0,2-4 0,-3 6 0,0-1 0,0 1 0,0 0 0,1-1 0,-1 1 0,0 0 0,1 0 0,0 0 0,0 0 0,-1 0 0,1 0 0,0 1 0,0-1 0,1 1 0,-1-1 0,0 1 0,5-2 0,1 0 0,0 1 0,0 1 0,0-1 0,0 1 0,11 0 0,-10 1 0,0-1 0,0 0 0,13-3 0,-18 3 0,-1 0 0,0 0 0,0-1 0,0 1 0,0-1 0,-1 0 0,1 0 0,0 0 0,-1 0 0,1 0 0,-1 0 0,0-1 0,4-4 0,-2 1 0,0-1 0,-1 0 0,0 0 0,0 0 0,-1 0 0,0-1 0,0 1 0,0-1 0,-1 1 0,1-13 0,-2 16 0,0 0 0,0 1 0,0-1 0,0 0 0,0 1 0,-1-1 0,0 0 0,0 1 0,0-1 0,0 1 0,0-1 0,-1 1 0,1 0 0,-1-1 0,0 1 0,0 0 0,0 0 0,-1 0 0,1 0 0,-1 1 0,1-1 0,-1 1 0,-5-4 0,6 5 0,1 0 0,-1 1 0,0-1 0,0 0 0,0 1 0,0-1 0,0 1 0,0 0 0,1 0 0,-1-1 0,0 1 0,0 1 0,0-1 0,0 0 0,0 0 0,0 1 0,0-1 0,0 1 0,-2 0 0,0 1 0,0 1 0,1-1 0,-1 0 0,0 1 0,1 0 0,0 0 0,0 0 0,-4 5 0,-1 2 0,0 1 0,2 0 0,-1 0 0,-9 24 0,12-24 0,0 0 0,1 0 0,0 0 0,0 1 0,2-1 0,-1 1 0,2 0 0,-1-1 0,2 1 0,1 15 0,-1-20 0,1 0 0,0-1 0,0 0 0,0 1 0,1-1 0,0 0 0,0 0 0,1 0 0,-1 0 0,1-1 0,0 0 0,1 1 0,-1-2 0,1 1 0,0 0 0,1-1 0,-1 0 0,1 0 0,6 3 0,1-1 0,0 0 0,0-1 0,1-1 0,-1-1 0,1 1 0,0-2 0,0 0 0,0-1 0,0 0 0,0-1 0,22-3 0,-11 0 0,0-1 0,0-2 0,0 0 0,-1-1 0,36-17 0,-50 19 0,0-1 0,0 0 0,0 0 0,-1-1 0,0 0 0,0 0 0,-1-1 0,0 0 0,0-1 0,-1 0 0,12-18 0,-15 19 0,0 0 0,0 0 0,-1 0 0,0 0 0,0-1 0,-1 1 0,0-1 0,0 0 0,-1 0 0,0 0 0,-1 1 0,0-1 0,0 0 0,-1 0 0,-4-17 0,4 22 0,0 1 0,0 0 0,0 0 0,0-1 0,-1 1 0,0 0 0,1 0 0,-1 0 0,0 1 0,-1-1 0,1 0 0,0 1 0,-1-1 0,1 1 0,-1 0 0,-4-3 0,5 4 0,0 0 0,0 0 0,0 0 0,0 1 0,-1-1 0,1 1 0,0 0 0,0-1 0,0 1 0,0 0 0,0 0 0,-1 0 0,1 1 0,0-1 0,0 0 0,0 1 0,0-1 0,0 1 0,0 0 0,0 0 0,0 0 0,0 0 0,0 0 0,0 0 0,1 0 0,-1 1 0,-2 1 0,-6 7 0,1-1 0,0 2 0,1-1 0,0 1 0,0 0 0,1 1 0,1 0 0,0 0 0,0 0 0,2 1 0,-1 0 0,1 0 0,1 0 0,1 0 0,-2 20 0,4-31 0,0 0 0,0 0 0,0 1 0,0-1 0,1 0 0,-1 0 0,1 1 0,-1-1 0,1 0 0,0 0 0,0 0 0,0 0 0,0 0 0,0 0 0,1 0 0,-1 0 0,1-1 0,-1 1 0,3 1 0,-2-1 0,1 0 0,0 0 0,1 0 0,-1 0 0,0-1 0,1 0 0,-1 0 0,0 0 0,1 0 0,-1 0 0,5 0 0,2 0 0,0-1 0,0 0 0,0-1 0,0 0 0,0-1 0,0 0 0,19-6 0,-21 4 0,1 0 0,-1-1 0,0 0 0,0-1 0,0 1 0,0-2 0,-1 1 0,12-14 0,6-6 0,-25 26 0,0 0 0,0 0 0,0 0 0,0 0 0,0 0 0,0 0 0,0 0 0,0 0 0,0-1 0,0 1 0,0 0 0,1 0 0,-1 0 0,0 0 0,0 0 0,0 0 0,0 0 0,0 0 0,0 0 0,0 0 0,0 0 0,1 0 0,-1 0 0,0 0 0,0 0 0,0 0 0,0 0 0,0 0 0,0 0 0,0 0 0,0 0 0,1 0 0,-1 0 0,0 0 0,0 0 0,0 0 0,0 0 0,0 0 0,0 0 0,0 0 0,0 0 0,1 0 0,-1 0 0,0 0 0,0 0 0,0 0 0,0 1 0,0-1 0,0 0 0,0 0 0,0 0 0,0 0 0,1 9 0,-5 22 0,1-15 0,3-12 14,0-1 1,0 0-1,0 0 0,1 0 0,-1 0 1,1 0-1,0 0 0,0 0 0,0 0 0,0 0 1,0 0-1,0 0 0,1 0 0,0-1 1,-1 1-1,1-1 0,0 1 0,0-1 0,0 0 1,1 1-1,-1-1 0,1 0 0,3 2 1,0-1-205,1 1 0,0-1 1,0 0-1,1 0 0,-1-1 1,1 0-1,-1-1 1,11 2-1,12-1-6636</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19.262"/>
    </inkml:context>
    <inkml:brush xml:id="br0">
      <inkml:brushProperty name="width" value="0.05" units="cm"/>
      <inkml:brushProperty name="height" value="0.05" units="cm"/>
    </inkml:brush>
  </inkml:definitions>
  <inkml:trace contextRef="#ctx0" brushRef="#br0">141 604 24575,'7'-8'0,"0"0"0,0-1 0,-1 0 0,0 0 0,-1 0 0,0-1 0,0 1 0,-1-1 0,5-21 0,-7 25 0,-1 0 0,0 0 0,-1 0 0,1 0 0,-1 0 0,0 0 0,-1 0 0,1-1 0,-1 1 0,-1 0 0,1 0 0,-1 1 0,0-1 0,0 0 0,0 1 0,-1-1 0,0 1 0,-7-10 0,8 13 0,1-1 0,-1 1 0,0 0 0,0 0 0,0 0 0,0 0 0,-1 0 0,1 0 0,0 1 0,-1-1 0,1 1 0,-1 0 0,0-1 0,1 1 0,-1 0 0,0 1 0,0-1 0,1 0 0,-1 1 0,0 0 0,0 0 0,0-1 0,0 2 0,0-1 0,0 0 0,1 1 0,-1-1 0,0 1 0,0 0 0,0 0 0,1 0 0,-1 0 0,-3 2 0,0 1 0,0 0 0,0 0 0,1 1 0,0 0 0,-1-1 0,2 2 0,-1-1 0,1 1 0,0-1 0,0 1 0,0 0 0,-4 11 0,4-6 0,0 0 0,1 1 0,0-1 0,1 0 0,0 1 0,1 0 0,0-1 0,1 1 0,0 0 0,3 20 0,-2-27 0,0-1 0,0 0 0,0 1 0,0-1 0,1 0 0,0 1 0,0-1 0,0 0 0,0 0 0,1 0 0,-1-1 0,1 1 0,0-1 0,0 1 0,1-1 0,-1 0 0,1 0 0,-1 0 0,1-1 0,0 1 0,0-1 0,0 0 0,0 0 0,0 0 0,1-1 0,-1 0 0,1 1 0,-1-1 0,9 0 0,-2-1 0,-1 0 0,1-1 0,-1 0 0,1 0 0,-1-1 0,0-1 0,0 0 0,0 0 0,0-1 0,0 0 0,-1-1 0,0 0 0,0 0 0,0-1 0,14-12 0,-8 5 0,-1 0 0,-1-1 0,0-1 0,-1 0 0,0 0 0,-1-2 0,14-29 0,-14 23 0,-2-1 0,-1 0 0,-1-1 0,-1 0 0,5-50 0,-9 41 0,-1-1 0,-1 0 0,-10-64 0,10 97 0,-1-4 0,0 1 0,0-1 0,0 0 0,-1 0 0,0 1 0,0 0 0,-4-8 0,6 13 0,0 0 0,0-1 0,0 1 0,0 0 0,0 0 0,-1 0 0,1 0 0,0-1 0,0 1 0,0 0 0,0 0 0,0 0 0,0 0 0,0 0 0,-1 0 0,1-1 0,0 1 0,0 0 0,0 0 0,0 0 0,-1 0 0,1 0 0,0 0 0,0 0 0,0 0 0,0 0 0,-1 0 0,1 0 0,0 0 0,0 0 0,0 0 0,-1 0 0,1 0 0,0 0 0,0 0 0,0 0 0,0 0 0,-1 0 0,1 0 0,0 0 0,0 0 0,0 0 0,0 0 0,-1 0 0,1 0 0,0 1 0,0-1 0,0 0 0,0 0 0,0 0 0,-1 0 0,1 0 0,0 1 0,0-1 0,0 0 0,0 0 0,0 0 0,0 0 0,0 1 0,0-1 0,0 0 0,-4 14 0,3 24 0,2-1 0,1 0 0,10 54 0,-8-64 0,55 327-1365,-48-276-5461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0.051"/>
    </inkml:context>
    <inkml:brush xml:id="br0">
      <inkml:brushProperty name="width" value="0.05" units="cm"/>
      <inkml:brushProperty name="height" value="0.05" units="cm"/>
    </inkml:brush>
  </inkml:definitions>
  <inkml:trace contextRef="#ctx0" brushRef="#br0">72 78 24575,'0'-11'0,"-1"0"0,-1 0 0,0-1 0,0 1 0,-5-11 0,3 67 0,2 8-341,-3 0 0,-1-1-1,-25 93 1,21-109-6485</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0.456"/>
    </inkml:context>
    <inkml:brush xml:id="br0">
      <inkml:brushProperty name="width" value="0.05" units="cm"/>
      <inkml:brushProperty name="height" value="0.05" units="cm"/>
    </inkml:brush>
  </inkml:definitions>
  <inkml:trace contextRef="#ctx0" brushRef="#br0">1 101 24575,'0'-5'0,"0"1"0,0-1 0,1 0 0,-1 1 0,1-1 0,0 1 0,1 0 0,-1-1 0,5-7 0,-5 11 0,-1-1 0,1 1 0,0 0 0,0 0 0,0 0 0,0 0 0,0 0 0,0 0 0,0 0 0,1 0 0,-1 1 0,0-1 0,0 0 0,1 1 0,-1-1 0,0 1 0,1-1 0,-1 1 0,1 0 0,-1 0 0,0-1 0,1 1 0,-1 0 0,1 0 0,-1 0 0,1 1 0,-1-1 0,0 0 0,1 0 0,-1 1 0,1-1 0,-1 1 0,0-1 0,0 1 0,2 0 0,6 4 0,1 0 0,-1 1 0,-1 0 0,1 1 0,-1-1 0,8 9 0,43 52 0,-39-44 0,35 44 0,51 55 0,-103-119 0,0 0 0,1 0 0,-1 0 0,1-1 0,7 5 0,-11-7 0,1 1 0,0-1 0,0 0 0,0 1 0,0-1 0,0 0 0,0 0 0,-1 0 0,1 0 0,0 0 0,0 0 0,0 0 0,0 0 0,0 0 0,0 0 0,0 0 0,0-1 0,-1 1 0,1 0 0,0-1 0,0 1 0,0 0 0,-1-1 0,1 1 0,0-1 0,0 0 0,-1 1 0,1-1 0,0 1 0,-1-1 0,1 0 0,-1 0 0,1 1 0,0-3 0,9-15 0,-1-1 0,-1 0 0,12-41 0,-3 7 0,-7 25 0,-1 0 0,1 1 0,1 0 0,2 1 0,28-45 0,-41 71 0,0 0 0,0 0 0,0 0 0,0 1 0,0-1 0,0 0 0,0 0 0,0 0 0,0 0 0,0 0 0,0 0 0,0 0 0,0 0 0,0 0 0,0 0 0,1 0 0,-1 0 0,0 0 0,0 0 0,0 0 0,0 0 0,0 0 0,0 0 0,0 0 0,0 0 0,-6 12 0,-11 19 0,12-24 3,-178 249-1371,170-241-5458</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0.632"/>
    </inkml:context>
    <inkml:brush xml:id="br0">
      <inkml:brushProperty name="width" value="0.05" units="cm"/>
      <inkml:brushProperty name="height" value="0.05" units="cm"/>
    </inkml:brush>
  </inkml:definitions>
  <inkml:trace contextRef="#ctx0" brushRef="#br0">0 109 24575,'6'-12'0,"5"-7"0,1-3 0,0 0 0,2 2 0,2 9 0,-3 8 0,1 12 0,-4 9 0,1 8 0,1 5 0,1 7 0,2 2 0,0 4 0,2 0 0,1-2 0,-1-2 0,-2-7-8191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1.183"/>
    </inkml:context>
    <inkml:brush xml:id="br0">
      <inkml:brushProperty name="width" value="0.05" units="cm"/>
      <inkml:brushProperty name="height" value="0.05" units="cm"/>
    </inkml:brush>
  </inkml:definitions>
  <inkml:trace contextRef="#ctx0" brushRef="#br0">0 51 24575,'0'-4'0,"2"-22"0,-2 24 0,0 1 0,0 0 0,0 0 0,1 0 0,-1 0 0,0 0 0,1 0 0,-1 0 0,1 0 0,0 0 0,-1 0 0,1 0 0,0 0 0,-1 0 0,1 0 0,0 1 0,0-1 0,0 0 0,0 0 0,0 1 0,-1 0 0,1 0 0,-1 0 0,1 0 0,-1 0 0,1 0 0,-1 0 0,1 0 0,-1 0 0,1 0 0,-1 0 0,1 0 0,-1 0 0,0 0 0,1 1 0,-1-1 0,1 0 0,-1 0 0,1 0 0,-1 1 0,0-1 0,1 0 0,-1 1 0,0-1 0,1 0 0,-1 1 0,0-1 0,1 1 0,-1-1 0,0 0 0,0 1 0,0-1 0,1 1 0,-1-1 0,0 1 0,0-1 0,0 1 0,0-1 0,0 1 0,6 25 0,-5-22 0,2 12 0,1 1 0,0-1 0,2 0 0,0 0 0,0 0 0,2-1 0,13 22 0,-18-32 0,1 0 0,0 0 0,0 0 0,0 0 0,1-1 0,-1 0 0,1 0 0,0 0 0,1 0 0,-1-1 0,0 0 0,1 0 0,0 0 0,0-1 0,-1 0 0,1 0 0,1 0 0,-1-1 0,0 0 0,0 0 0,0-1 0,1 0 0,9 0 0,-9-2 0,0 1 0,0-1 0,-1 0 0,1-1 0,-1 0 0,1 0 0,-1 0 0,0 0 0,0-1 0,0 0 0,-1-1 0,0 1 0,1-1 0,-1 0 0,-1 0 0,1-1 0,5-8 0,-2 2 0,-1 0 0,0-1 0,0 0 0,-1 0 0,-1-1 0,0 0 0,4-21 0,-9 32 0,1-1 0,0 1 0,-1-1 0,0 0 0,0 1 0,0-1 0,0 0 0,-1-6 0,1 10 0,0 0 0,-1 0 0,1 0 0,0-1 0,0 1 0,0 0 0,0 0 0,0 0 0,0 0 0,0 0 0,-1-1 0,1 1 0,0 0 0,0 0 0,0 0 0,0 0 0,-1 0 0,1 0 0,0 0 0,0 0 0,0 0 0,0 0 0,-1 0 0,1 0 0,0 0 0,0 0 0,0 0 0,0 0 0,-1 0 0,1 0 0,0 0 0,0 0 0,0 0 0,-1 0 0,1 0 0,0 0 0,0 0 0,0 0 0,0 0 0,-1 0 0,1 0 0,0 1 0,0-1 0,0 0 0,0 0 0,0 0 0,0 0 0,-1 0 0,1 0 0,0 1 0,0-1 0,0 0 0,0 0 0,0 0 0,0 0 0,0 1 0,-8 10 0,-3 12 0,1 0 0,0 1 0,2 0 0,-7 35 0,-13 105 0,24-135 0,-30 314-1365,33-301-5461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1.598"/>
    </inkml:context>
    <inkml:brush xml:id="br0">
      <inkml:brushProperty name="width" value="0.05" units="cm"/>
      <inkml:brushProperty name="height" value="0.05" units="cm"/>
    </inkml:brush>
  </inkml:definitions>
  <inkml:trace contextRef="#ctx0" brushRef="#br0">1 61 24575,'2'-3'0,"0"0"0,-1 0 0,1 0 0,0-1 0,-1 1 0,0 0 0,0-1 0,0 1 0,0 0 0,0-1 0,-1 1 0,1-1 0,-1-3 0,1-3 0,-2 44 0,2 0 0,1 0 0,7 37 0,-4-29 0,16 146-1365,-16-152-5461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1.982"/>
    </inkml:context>
    <inkml:brush xml:id="br0">
      <inkml:brushProperty name="width" value="0.05" units="cm"/>
      <inkml:brushProperty name="height" value="0.05" units="cm"/>
    </inkml:brush>
  </inkml:definitions>
  <inkml:trace contextRef="#ctx0" brushRef="#br0">1 56 24575,'14'-54'0,"-14"54"0,0 0 0,0 0 0,0 1 0,0-1 0,0 0 0,1 0 0,-1 0 0,0 1 0,0-1 0,0 0 0,0 0 0,0 0 0,1 1 0,-1-1 0,0 0 0,0 0 0,0 0 0,1 0 0,-1 0 0,0 1 0,0-1 0,0 0 0,1 0 0,-1 0 0,0 0 0,0 0 0,1 0 0,-1 0 0,0 0 0,0 0 0,1 0 0,-1 0 0,0 0 0,0 0 0,1 0 0,-1 0 0,0 0 0,0 0 0,1 0 0,-1 0 0,0 0 0,0-1 0,1 1 0,-1 0 0,0 0 0,0 0 0,0 0 0,1 0 0,-1-1 0,0 1 0,0 0 0,0 0 0,0 0 0,0-1 0,1 1 0,-1 0 0,0 0 0,0-1 0,0 1 0,0 0 0,0 0 0,0 0 0,0-1 0,0 1 0,0-1 0,6 21 0,14 102 0,-20-121 0,0-1 0,0 0 0,0 1 0,0-1 0,0 1 0,0-1 0,0 1 0,0-1 0,0 1 0,0-1 0,0 1 0,0-1 0,0 0 0,1 1 0,-1-1 0,0 1 0,0-1 0,0 0 0,1 1 0,-1-1 0,0 0 0,1 1 0,-1-1 0,0 0 0,1 1 0,-1-1 0,0 0 0,1 1 0,-1-1 0,1 0 0,-1 0 0,1 0 0,0 0 0,0 0 0,0 0 0,0-1 0,0 1 0,0-1 0,0 1 0,0-1 0,0 1 0,0-1 0,-1 1 0,1-1 0,0 0 0,0 0 0,0 0 0,29-40 0,-23 32 0,-1 1 0,0 0 0,1 0 0,8-6 0,-14 12 0,1 1 0,0-1 0,0 0 0,1 1 0,-1 0 0,0-1 0,0 1 0,1 0 0,-1 0 0,0 0 0,1 1 0,-1-1 0,1 0 0,-1 1 0,1 0 0,0 0 0,3 0 0,-5 0 0,1 1 0,0 0 0,0 0 0,-1 0 0,1 0 0,0 0 0,-1 0 0,1 0 0,-1 1 0,1-1 0,-1 1 0,0-1 0,0 1 0,1-1 0,-1 1 0,0 0 0,-1 0 0,1-1 0,0 1 0,1 3 0,12 42 0,-13-41 0,29 95-1365,-23-82-5461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2.496"/>
    </inkml:context>
    <inkml:brush xml:id="br0">
      <inkml:brushProperty name="width" value="0.05" units="cm"/>
      <inkml:brushProperty name="height" value="0.05" units="cm"/>
    </inkml:brush>
  </inkml:definitions>
  <inkml:trace contextRef="#ctx0" brushRef="#br0">1 37 24575,'0'-8'0,"0"-20"0,0 28 0,0 0 0,0 0 0,0 0 0,1 0 0,-1 0 0,0 0 0,0 0 0,0 0 0,0 0 0,0 0 0,0 0 0,0 0 0,0 0 0,0 0 0,0 0 0,0 0 0,0 0 0,0 0 0,0 0 0,0 0 0,0 0 0,0 0 0,1 0 0,-1 0 0,0 0 0,0 0 0,0 0 0,0 0 0,0 0 0,0 0 0,0 0 0,0 0 0,0 0 0,0 0 0,0 0 0,0 0 0,0 0 0,0 0 0,0 0 0,0 0 0,0 0 0,0 0 0,0 0 0,0-1 0,0 1 0,0 0 0,0 0 0,4 17 0,3 39 0,-2 0 0,-5 93 0,-1-72 0,1-55 0,1 12 0,-2-1 0,-1 1 0,-10 44 0,11-77 0,0-8 0,2-15 0,4 4 0,0-1 0,2 1 0,-1 1 0,2-1 0,11-17 0,-12 23 0,0 0 0,1 1 0,1 1 0,-1-1 0,2 1 0,-1 1 0,22-17 0,-28 24 0,-1 1 0,1-1 0,0 0 0,0 1 0,0-1 0,0 1 0,0 0 0,0 0 0,1 0 0,-1 0 0,0 1 0,0 0 0,1-1 0,-1 1 0,0 0 0,1 0 0,-1 1 0,0-1 0,6 2 0,-4 0 0,-1 0 0,0 0 0,-1 0 0,1 1 0,0-1 0,-1 1 0,1 0 0,-1 0 0,0 0 0,0 1 0,0-1 0,0 1 0,0-1 0,1 6 0,4 4 0,0 2 0,-2-1 0,0 1 0,8 26 0,-13-36 0,1 0 0,-1 1 0,0-1 0,-1 1 0,1-1 0,-1 1 0,0-1 0,0 1 0,-1-1 0,1 1 0,-1-1 0,-1 1 0,1-1 0,-1 0 0,0 0 0,-5 10 0,6-13 10,-1 0 0,1 0 0,-1 0 0,0 0 0,0 0 0,0-1 1,0 1-1,0-1 0,0 0 0,0 1 0,0-1 0,0 0 0,-1 0 0,1 0 0,0 0 0,-5 0 0,3 0 9,-1-1 0,1 0 0,0 0 0,-1 0 0,1-1 0,0 1 0,-1-1 0,-7-3 0,0 0-304,0-1 1,0-1-1,0 0 1,1-1-1,-13-10 1,-2-3-6542</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2.873"/>
    </inkml:context>
    <inkml:brush xml:id="br0">
      <inkml:brushProperty name="width" value="0.05" units="cm"/>
      <inkml:brushProperty name="height" value="0.05" units="cm"/>
    </inkml:brush>
  </inkml:definitions>
  <inkml:trace contextRef="#ctx0" brushRef="#br0">1 37 24575,'0'15'0,"0"0"0,1 0 0,1 0 0,0 0 0,1 0 0,8 21 0,-9-31 0,0 0 0,0 0 0,1 0 0,-1-1 0,1 1 0,1-1 0,-1 1 0,1-1 0,-1 0 0,1 0 0,0-1 0,1 1 0,-1-1 0,0 0 0,1 0 0,0-1 0,0 1 0,0-1 0,0 0 0,0 0 0,8 1 0,-6-1 0,1-1 0,0 0 0,-1-1 0,1 0 0,0 0 0,-1-1 0,1 0 0,0 0 0,-1 0 0,1-1 0,-1-1 0,0 1 0,11-6 0,-15 7 0,1-1 0,-1 0 0,0 0 0,0-1 0,1 1 0,-1-1 0,-1 1 0,1-1 0,0 0 0,-1 0 0,1 0 0,-1 0 0,0-1 0,0 1 0,0-1 0,-1 1 0,1-1 0,-1 1 0,0-1 0,0 0 0,0 0 0,0 0 0,-1 0 0,1 0 0,-1 1 0,0-1 0,0 0 0,-1-4 0,-1 2 0,0 0 0,0 0 0,0 0 0,0 1 0,-1-1 0,0 1 0,0 0 0,-1 0 0,1 0 0,-1 0 0,0 0 0,0 1 0,-10-7 0,7 4 0,-2 1 0,1 0 0,-1 0 0,0 1 0,0 1 0,0-1 0,-15-4 0,-6 6 342,29 2-399,1 1 0,-1 1 0,0-1 0,0 0 0,0 0 0,0 0 0,0 0 0,0 1 1,0-1-1,1 0 0,-1 1 0,0-1 0,0 1 0,0-1 0,1 1 0,-1-1 0,0 1 1,1-1-1,-1 1 0,0 0 0,1-1 0,-1 1 0,1 0 0,-1 0 0,1-1 1,-1 1-1,1 0 0,0 0 0,-1 1 0,1 6-6769</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3.073"/>
    </inkml:context>
    <inkml:brush xml:id="br0">
      <inkml:brushProperty name="width" value="0.05" units="cm"/>
      <inkml:brushProperty name="height" value="0.05" units="cm"/>
    </inkml:brush>
  </inkml:definitions>
  <inkml:trace contextRef="#ctx0" brushRef="#br0">0 62 24575,'0'-3'0,"0"-4"0,0-3 0,0-4 0,3 1 0,4 3 0,3 5 0,4 8 0,2 5 0,1 5 0,1 6 0,0 2 0,0 5 0,0-1 0,0 0 0,-3-3 0,-4-4-8191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33.227"/>
    </inkml:context>
    <inkml:brush xml:id="br0">
      <inkml:brushProperty name="width" value="0.05" units="cm"/>
      <inkml:brushProperty name="height" value="0.05" units="cm"/>
    </inkml:brush>
  </inkml:definitions>
  <inkml:trace contextRef="#ctx0" brushRef="#br0">184 26 24575,'0'-6'0,"0"-5"0,-3 2 0,-4 10 0,-4 9 0,-3 12 0,-5 15 0,-5 12 0,-7 13 0,-8 7 0,3-7-8191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49.201"/>
    </inkml:context>
    <inkml:brush xml:id="br0">
      <inkml:brushProperty name="width" value="0.05" units="cm"/>
      <inkml:brushProperty name="height" value="0.05" units="cm"/>
    </inkml:brush>
  </inkml:definitions>
  <inkml:trace contextRef="#ctx0" brushRef="#br0">4267 1 24575,'-439'16'0,"-46"8"0,310-18 0,-202 2 0,-24 1 0,-25-3 0,134-5 0,75 7 0,-69 1 0,165-10 0,-123 2 0,138 10 0,53-4 0,1 0 0,25-2 0,-48 1 0,-407-7-1365,473 1-5461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49.562"/>
    </inkml:context>
    <inkml:brush xml:id="br0">
      <inkml:brushProperty name="width" value="0.05" units="cm"/>
      <inkml:brushProperty name="height" value="0.05" units="cm"/>
    </inkml:brush>
  </inkml:definitions>
  <inkml:trace contextRef="#ctx0" brushRef="#br0">201 20 24575,'3'-4'0,"12"-11"0,-10 14 0,-8 12 0,-6 8 0,-2-1 0,0 1 0,-2-2 0,-22 27 0,10-13 0,-22 24 0,-11 14 0,57-68 0,0 1 0,-1-1 0,1 1 0,0 0 0,0-1 0,1 1 0,-1 0 0,0 0 0,0-1 0,1 1 0,-1 0 0,1 0 0,0 0 0,0 0 0,-1 0 0,1 0 0,0 0 0,1 0 0,-1 0 0,0-1 0,0 1 0,1 0 0,0 3 0,2-1 0,-1 0 0,1 0 0,0 0 0,0 0 0,1-1 0,-1 0 0,1 1 0,5 3 0,46 38-682,51 55-1,-75-67-6143</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57.988"/>
    </inkml:context>
    <inkml:brush xml:id="br0">
      <inkml:brushProperty name="width" value="0.05" units="cm"/>
      <inkml:brushProperty name="height" value="0.05" units="cm"/>
    </inkml:brush>
  </inkml:definitions>
  <inkml:trace contextRef="#ctx0" brushRef="#br0">18 43 24575,'-1'-4'0,"1"0"0,0-1 0,-1 1 0,0 0 0,0 0 0,0 0 0,-1-1 0,-2-4 0,2 11 0,0 9 0,-1 13 0,4 430 0,2-414-1365,1-7-5461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58.774"/>
    </inkml:context>
    <inkml:brush xml:id="br0">
      <inkml:brushProperty name="width" value="0.05" units="cm"/>
      <inkml:brushProperty name="height" value="0.05" units="cm"/>
    </inkml:brush>
  </inkml:definitions>
  <inkml:trace contextRef="#ctx0" brushRef="#br0">0 1 24575,'2'3'0,"-1"-1"0,1 1 0,0 0 0,0-1 0,-1 1 0,2-1 0,-1 0 0,0 1 0,0-1 0,1 0 0,4 3 0,-1-1 0,5 6 0,0-1 0,0-1 0,1 0 0,0 0 0,21 9 0,-28-16 0,-1 1 0,1-1 0,-1 0 0,1 0 0,0 0 0,-1 0 0,1-1 0,0 0 0,-1 0 0,1 0 0,0-1 0,-1 1 0,1-1 0,-1 0 0,1 0 0,-1-1 0,1 0 0,-1 1 0,0-2 0,8-3 0,6-7 0,25-23 0,-24 20 0,-1 4 0,-11 13 0,-9 11 0,0-6-174,-2-1 0,1 1 0,-1-1 0,1 0 0,-6 6 0,7-10-147,-17 21-6505</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7:59.493"/>
    </inkml:context>
    <inkml:brush xml:id="br0">
      <inkml:brushProperty name="width" value="0.05" units="cm"/>
      <inkml:brushProperty name="height" value="0.05" units="cm"/>
    </inkml:brush>
  </inkml:definitions>
  <inkml:trace contextRef="#ctx0" brushRef="#br0">2312 51 24575,'1'0'0,"-1"0"0,1 0 0,-1 0 0,0 0 0,1 0 0,-1 0 0,1 0 0,-1-1 0,1 1 0,-1 0 0,0 0 0,1 0 0,-1 0 0,1-1 0,-1 1 0,0 0 0,1 0 0,-1-1 0,0 1 0,1 0 0,-1-1 0,0 1 0,0 0 0,1-1 0,-1 1 0,0 0 0,0-1 0,0 1 0,1-1 0,-1 1 0,0 0 0,0-1 0,0 1 0,0-1 0,0 1 0,0-1 0,0 1 0,0 0 0,0-1 0,0 1 0,0-1 0,0 1 0,0-1 0,0 1 0,0 0 0,-1-1 0,1 1 0,0-1 0,0 1 0,0 0 0,-1-1 0,0-1 0,1 0 0,-1 0 0,0 1 0,0-1 0,0 0 0,0 1 0,0-1 0,-1 1 0,1-1 0,-3-1 0,0 1 0,0-1 0,0 2 0,-1-1 0,0 0 0,1 1 0,-1 0 0,0 0 0,1 0 0,-1 1 0,0-1 0,0 1 0,1 0 0,-8 2 0,-7 0 0,-38 12 0,45-11 0,-539 168-305,8 24-25,514-184 328,-34 12 2,-397 153 0,310-111 0,-142 85 0,272-137 350,15-10-547,0 1 0,0-1-1,0 0 1,0-1-1,-9 4 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0.228"/>
    </inkml:context>
    <inkml:brush xml:id="br0">
      <inkml:brushProperty name="width" value="0.05" units="cm"/>
      <inkml:brushProperty name="height" value="0.05" units="cm"/>
    </inkml:brush>
  </inkml:definitions>
  <inkml:trace contextRef="#ctx0" brushRef="#br0">7 1 24575,'0'0'0,"0"0"0,0 0 0,-1 0 0,1 0 0,0 0 0,0 0 0,-1 0 0,1 0 0,0 0 0,0 0 0,-1 0 0,1 0 0,0 0 0,0 0 0,-1 0 0,1 0 0,0 1 0,0-1 0,0 0 0,-1 0 0,1 0 0,0 0 0,0 1 0,0-1 0,0 0 0,-1 0 0,1 0 0,0 1 0,0-1 0,0 0 0,0 0 0,0 0 0,0 1 0,0-1 0,-1 0 0,1 0 0,0 1 0,0-1 0,0 0 0,0 0 0,0 1 0,0-1 0,0 0 0,0 0 0,0 1 0,0-1 0,1 0 0,-1 0 0,0 1 0,0-1 0,0 0 0,0 0 0,0 1 0,0-1 0,0 0 0,1 0 0,-1 0 0,0 1 0,0-1 0,12 14 0,5-2 0,1-1 0,0-1 0,0 0 0,1-2 0,1 0 0,29 8 0,-25-8 0,867 251-1760,-773-227 1498,476 133-1492,104 27 1792,4-21-584,-620-154 2666,-98-22-8147</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1.017"/>
    </inkml:context>
    <inkml:brush xml:id="br0">
      <inkml:brushProperty name="width" value="0.05" units="cm"/>
      <inkml:brushProperty name="height" value="0.05" units="cm"/>
    </inkml:brush>
  </inkml:definitions>
  <inkml:trace contextRef="#ctx0" brushRef="#br0">115 170 24575,'1'0'0,"-1"0"0,0-1 0,0 1 0,0-1 0,0 1 0,0 0 0,0-1 0,0 1 0,-1-1 0,1 1 0,0 0 0,0-1 0,0 1 0,0 0 0,0-1 0,-1 1 0,1 0 0,0-1 0,0 1 0,0 0 0,-1-1 0,1 1 0,0 0 0,-1-1 0,1 1 0,0 0 0,0 0 0,-1 0 0,1-1 0,-1 1 0,1 0 0,0 0 0,-1 0 0,1 0 0,0 0 0,-1 0 0,1-1 0,-1 1 0,1 0 0,0 0 0,-1 0 0,1 0 0,0 0 0,-1 1 0,1-1 0,-1 0 0,1 0 0,0 0 0,-1 0 0,0 1 0,0-1 0,0 1 0,0-1 0,-1 1 0,1-1 0,0 1 0,0 0 0,0 0 0,0 0 0,0 0 0,0-1 0,0 2 0,0-1 0,0 0 0,-1 2 0,-43 120 0,6-12 0,80-210 0,82-171 0,-121 267 0,0-1 0,0 1 0,0 0 0,0-1 0,0 1 0,1 1 0,0-1 0,-1 0 0,1 0 0,5-2 0,-7 4 0,1 0 0,-1 1 0,1-1 0,-1 1 0,1 0 0,-1 0 0,1-1 0,-1 1 0,1 0 0,-1 0 0,1 0 0,-1 0 0,1 1 0,-1-1 0,0 0 0,1 1 0,-1-1 0,1 1 0,-1-1 0,0 1 0,1 0 0,-1-1 0,0 1 0,0 0 0,1 0 0,-1 0 0,0 0 0,0 0 0,1 2 0,7 6 0,0 1 0,-1 1 0,-1-1 0,1 1 0,-2 0 0,9 21 0,26 78 0,-29-76 0,12 41-1365,-15-44-5461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1.194"/>
    </inkml:context>
    <inkml:brush xml:id="br0">
      <inkml:brushProperty name="width" value="0.05" units="cm"/>
      <inkml:brushProperty name="height" value="0.05" units="cm"/>
    </inkml:brush>
  </inkml:definitions>
  <inkml:trace contextRef="#ctx0" brushRef="#br0">25 125 24575,'-6'-6'0,"-2"-7"0,1-5 0,3 0 0,7 1 0,11 0 0,12 3 0,13 4 0,16 4 0,12 2 0,13 3 0,14 1 0,-10 0-8191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1.756"/>
    </inkml:context>
    <inkml:brush xml:id="br0">
      <inkml:brushProperty name="width" value="0.05" units="cm"/>
      <inkml:brushProperty name="height" value="0.05" units="cm"/>
    </inkml:brush>
  </inkml:definitions>
  <inkml:trace contextRef="#ctx0" brushRef="#br0">1 90 24575,'4'-48'0,"-4"45"0,1 0 0,-1 0 0,1 0 0,0 0 0,0 0 0,0 0 0,1 0 0,-1 1 0,1-1 0,-1 0 0,1 1 0,3-5 0,-5 7 0,1 0 0,-1 0 0,0 0 0,0 0 0,0 0 0,1-1 0,-1 1 0,0 0 0,0 0 0,1 0 0,-1 0 0,0 0 0,0 0 0,0 0 0,1 0 0,-1 0 0,0 0 0,0 0 0,1 0 0,-1 0 0,0 1 0,0-1 0,1 0 0,-1 0 0,0 0 0,0 0 0,0 0 0,1 0 0,-1 1 0,0-1 0,0 0 0,0 0 0,0 0 0,1 0 0,-1 1 0,0-1 0,0 0 0,0 0 0,0 0 0,0 1 0,0-1 0,0 0 0,0 0 0,0 0 0,1 1 0,-1-1 0,0 0 0,0 0 0,0 1 0,0-1 0,0 0 0,2 15 0,-2-15 0,3 170 100,-5-103-1565,2-33-5361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2.070"/>
    </inkml:context>
    <inkml:brush xml:id="br0">
      <inkml:brushProperty name="width" value="0.05" units="cm"/>
      <inkml:brushProperty name="height" value="0.05" units="cm"/>
    </inkml:brush>
  </inkml:definitions>
  <inkml:trace contextRef="#ctx0" brushRef="#br0">23 233 24575,'-5'-18'0,"1"3"0,0 0 0,0-1 0,2 1 0,0-1 0,0-23 0,2 35 0,1 0 0,-1 0 0,1 0 0,0 0 0,0 0 0,1 0 0,-1 1 0,1-1 0,-1 0 0,1 1 0,0-1 0,1 1 0,-1 0 0,0-1 0,1 1 0,0 1 0,0-1 0,0 0 0,0 1 0,0-1 0,1 1 0,-1 0 0,0 0 0,1 0 0,0 0 0,7-1 0,-3 0 0,1 0 0,0 1 0,0 0 0,0 1 0,1 0 0,-1 0 0,0 1 0,0 0 0,0 1 0,1 0 0,12 3 0,-21-4 0,1 1 0,-1-1 0,0 1 0,1-1 0,-1 1 0,0-1 0,0 1 0,0 0 0,0 0 0,0 0 0,0 0 0,0 0 0,0 0 0,0 0 0,0 0 0,0 0 0,0 0 0,-1 0 0,1 0 0,-1 1 0,1-1 0,0 3 0,-1-2 0,1 1 0,-1-1 0,0 1 0,0-1 0,-1 1 0,1-1 0,-1 1 0,1-1 0,-1 1 0,0-1 0,-1 4 0,-3 4 0,0-1 0,-1 0 0,0-1 0,-13 16 0,4-9 0,9-10 0,1 0 0,0 0 0,0 1 0,-7 11 0,11-16 0,0 1 0,1-1 0,-1 1 0,0-1 0,1 1 0,-1 0 0,1-1 0,0 1 0,-1 0 0,1 0 0,0-1 0,0 1 0,0 0 0,0-1 0,1 1 0,-1 0 0,0-1 0,1 1 0,-1 0 0,1-1 0,-1 1 0,1 0 0,0-1 0,0 1 0,2 1 0,3 5 0,0-1 0,1 0 0,0 0 0,0-1 0,13 10 0,48 26 0,-41-26 0,100 56-1365,-67-40-5461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3.977"/>
    </inkml:context>
    <inkml:brush xml:id="br0">
      <inkml:brushProperty name="width" value="0.05" units="cm"/>
      <inkml:brushProperty name="height" value="0.05" units="cm"/>
    </inkml:brush>
  </inkml:definitions>
  <inkml:trace contextRef="#ctx0" brushRef="#br0">440 269 24575,'0'1'0,"1"-1"0,0 0 0,-1 1 0,1-1 0,0 0 0,-1 1 0,1-1 0,0 1 0,-1-1 0,1 1 0,-1-1 0,1 1 0,-1 0 0,1-1 0,-1 1 0,1 0 0,-1-1 0,0 1 0,1 0 0,-1-1 0,0 1 0,0 0 0,1 0 0,-1-1 0,0 1 0,0 0 0,0 1 0,3 26 0,-2-24 0,0 365 0,-1-354 0,-8 112 0,3-78 0,2 0 0,2 0 0,7 54 0,-6-98 0,1 1 0,0-1 0,0 0 0,1 0 0,-1 0 0,1 0 0,0 0 0,1 0 0,3 7 0,-4-10 0,0 0 0,0 0 0,0 0 0,0-1 0,0 1 0,0 0 0,1-1 0,-1 0 0,1 1 0,-1-1 0,1 0 0,-1-1 0,1 1 0,-1 0 0,1-1 0,0 1 0,-1-1 0,1 0 0,0 0 0,5 0 0,127-15 0,-24 2 0,374-1-288,2 24-123,-313-6 364,-111-2 47,526 4 0,-571-7 0,0 1 0,1 0 0,-1-2 0,1 0 0,25-7 0,-43 9 6,0 0-1,0 0 0,0 0 0,0-1 0,0 1 0,0 0 0,0-1 1,-1 1-1,1-1 0,0 1 0,0-1 0,-1 1 0,1-1 1,0 0-1,-1 1 0,1-1 0,0 0 0,-1 1 0,1-1 1,0-1-1,-1 2 5,0-1 1,0 0-1,0 1 1,0-1-1,0 0 1,-1 1-1,1-1 1,0 1-1,0-1 1,0 1 0,-1-1-1,1 0 1,0 1-1,-1-1 1,1 1-1,0-1 1,-1 1-1,1-1 1,0 1-1,-1 0 1,1-1-1,-1 0 1,-5-3 87,1 1 0,-1-1 0,-12-5 0,16 8-95,-18-8-3,1-2 0,0 1 0,-19-16 0,32 22 0,1-1 0,0 0 0,0 0 0,0 0 0,0-1 0,1 0 0,0 0 0,0 0 0,1 0 0,-1-1 0,1 0 0,1 1 0,-3-10 0,-1-12 0,1-1 0,2 1 0,0-1 0,3-38 0,15-117 0,-10 143 0,70-453 0,-75 493 0,1 0 0,-1 0 0,1 0 0,-1 0 0,0 0 0,0 0 0,1 0 0,-1 0 0,0-1 0,0 1 0,0 0 0,0 0 0,-1 0 0,1 0 0,0-1 0,0 1 0,-1 0 0,1 0 0,0 0 0,-1 0 0,1 0 0,-1 0 0,0 0 0,1 0 0,-2-1 0,0 1 0,0 0 0,0 0 0,0 1 0,0-1 0,-1 1 0,1-1 0,0 1 0,0 0 0,-1 0 0,1 0 0,0 0 0,-3 1 0,-461 16 0,-323 45-275,-403 21-234,1157-81 509,20-1 0,-1 0 0,1-1 0,-19-2 0,35 0 122,7-1 148,9-3 122,-7 5-358,51-7 263,-57 8-427,0-1-1,0 1 1,0 1-1,0-1 1,0 0-1,0 1 1,0 0-1,0 0 1,-1 0-1,1 1 1,0-1-1,4 3 1,0 4-6696</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5.069"/>
    </inkml:context>
    <inkml:brush xml:id="br0">
      <inkml:brushProperty name="width" value="0.05" units="cm"/>
      <inkml:brushProperty name="height" value="0.05" units="cm"/>
    </inkml:brush>
  </inkml:definitions>
  <inkml:trace contextRef="#ctx0" brushRef="#br0">11 152 24575,'0'0'0,"0"0"0,0 0 0,0 0 0,0-1 0,0 1 0,0 0 0,1 0 0,-1 0 0,0-1 0,0 1 0,0 0 0,-1 0 0,1 0 0,0 0 0,0-1 0,0 1 0,0 0 0,0 0 0,0 0 0,0-1 0,0 1 0,0 0 0,0 0 0,0 0 0,0 0 0,-1 0 0,1-1 0,0 1 0,0 0 0,0 0 0,0 0 0,0 0 0,-1 0 0,1 0 0,0 0 0,0-1 0,0 1 0,-1 0 0,1 0 0,0 0 0,0 0 0,0 0 0,0 0 0,-1 0 0,1 0 0,0 0 0,0 0 0,0 0 0,-1 0 0,1 0 0,0 0 0,0 0 0,-1 0 0,1 1 0,0-1 0,-1 0 0,1 1 0,0-1 0,-1 0 0,1 1 0,0-1 0,-1 1 0,1-1 0,0 1 0,0-1 0,-1 0 0,1 1 0,0-1 0,0 1 0,0-1 0,0 1 0,0-1 0,-1 1 0,1-1 0,0 1 0,0-1 0,1 2 0,2 36 0,5 86 0,1-266 0,-6 118 0,1 1 0,2 0 0,0 0 0,13-31 0,-18 52 0,-1 0 0,1 0 0,0 0 0,0 0 0,0 0 0,1 1 0,-1-1 0,0 0 0,1 1 0,-1-1 0,1 1 0,0-1 0,-1 1 0,1 0 0,0 0 0,0 0 0,0 0 0,2-1 0,-3 2 0,0 0 0,0 0 0,1 0 0,-1 0 0,0 0 0,0 0 0,1 1 0,-1-1 0,0 0 0,0 1 0,0-1 0,1 1 0,-1 0 0,0-1 0,0 1 0,0 0 0,0 0 0,0-1 0,0 1 0,-1 0 0,1 0 0,0 0 0,0 0 0,-1 0 0,1 0 0,0 0 0,-1 0 0,1 1 0,-1-1 0,1 0 0,-1 2 0,8 18 0,-2 1 0,-1 0 0,0 0 0,-2 0 0,1 42 0,-1-26 0,-3-34 0,1-1 0,-1 0 0,1 0 0,0 0 0,-1 0 0,2 0 0,-1 0 0,0 0 0,2 2 0,-3-4 0,0-1 0,1 1 0,-1-1 0,0 0 0,1 1 0,-1-1 0,0 0 0,1 1 0,-1-1 0,0 0 0,1 0 0,-1 1 0,1-1 0,-1 0 0,0 0 0,1 0 0,-1 0 0,1 1 0,-1-1 0,1 0 0,-1 0 0,1 0 0,-1 0 0,1 0 0,0 0 0,0-1 0,0 1 0,0-1 0,0 1 0,0-1 0,0 0 0,0 1 0,0-1 0,0 0 0,-1 0 0,1 0 0,0 0 0,0 1 0,-1-1 0,1 0 0,0-1 0,42-74 0,-30 50 0,26-38 0,-38 62 0,0 0 0,0 1 0,0-1 0,0 1 0,0 0 0,0-1 0,0 1 0,1 0 0,-1 0 0,0 0 0,1 0 0,-1 0 0,1 0 0,0 0 0,-1 0 0,1 0 0,-1 1 0,1-1 0,0 1 0,0-1 0,-1 1 0,1 0 0,0 0 0,0 0 0,-1 0 0,1 0 0,0 0 0,2 0 0,-1 2 0,0-1 0,-1 1 0,1 0 0,-1-1 0,0 1 0,1 0 0,-1 0 0,0 1 0,0-1 0,0 0 0,0 1 0,-1-1 0,1 1 0,-1 0 0,1-1 0,0 5 0,20 49 268,-13-34-812,0 1-1,20 34 1,-17-38-6282</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5.644"/>
    </inkml:context>
    <inkml:brush xml:id="br0">
      <inkml:brushProperty name="width" value="0.05" units="cm"/>
      <inkml:brushProperty name="height" value="0.05" units="cm"/>
    </inkml:brush>
  </inkml:definitions>
  <inkml:trace contextRef="#ctx0" brushRef="#br0">55 215 24575,'2'-8'0,"25"-85"0,-25 83 0,0-1 0,-1 1 0,0-1 0,-1 0 0,0 1 0,-3-20 0,3 30 0,0-1 0,0 1 0,0 0 0,0-1 0,0 1 0,0 0 0,0-1 0,0 1 0,0 0 0,0-1 0,0 1 0,0 0 0,0 0 0,0-1 0,-1 1 0,1 0 0,0 0 0,0-1 0,0 1 0,-1 0 0,1 0 0,0-1 0,0 1 0,-1 0 0,1 0 0,0 0 0,0-1 0,-1 1 0,1 0 0,0 0 0,0 0 0,-1 0 0,1 0 0,0 0 0,-1 0 0,-9 7 0,-7 20 0,9-12 0,0 1 0,1-1 0,1 1 0,0 1 0,1-1 0,1 1 0,1 0 0,0 0 0,0 22 0,3-38 0,0 1 0,0-1 0,0 0 0,0 1 0,0-1 0,0 0 0,1 0 0,-1 1 0,0-1 0,1 0 0,-1 0 0,1 1 0,-1-1 0,1 0 0,-1 0 0,1 0 0,0 0 0,0 0 0,0 0 0,0 0 0,-1 0 0,1 0 0,0 0 0,0-1 0,1 1 0,-1 0 0,0-1 0,0 1 0,2 0 0,-1 0 0,0-1 0,0 0 0,0-1 0,0 1 0,0 0 0,-1 0 0,1-1 0,0 1 0,0-1 0,0 1 0,-1-1 0,1 0 0,0 0 0,-1 0 0,1 0 0,0 0 0,-1 0 0,1 0 0,-1 0 0,2-3 0,7-7 0,-1-1 0,-1 0 0,0 0 0,0-1 0,-1 0 0,7-19 0,-5 13 0,0 1 0,13-21 0,-22 38 0,1 1 0,-1 0 0,0 0 0,0 0 0,0-1 0,0 1 0,0 0 0,0 0 0,1 0 0,-1-1 0,0 1 0,0 0 0,0 0 0,1 0 0,-1 0 0,0-1 0,0 1 0,0 0 0,1 0 0,-1 0 0,0 0 0,0 0 0,1 0 0,-1 0 0,0 0 0,0 0 0,1 0 0,-1 0 0,0 0 0,0 0 0,1 0 0,-1 0 0,0 0 0,0 0 0,1 0 0,-1 0 0,0 0 0,0 0 0,0 0 0,1 0 0,-1 0 0,0 1 0,7 12 0,2 26 0,-8-32 0,1 1 0,0-1 0,0 1 0,1-1 0,0 1 0,0-1 0,1 0 0,5 9 0,-8-15 0,0 1 0,0 0 0,1-1 0,-1 1 0,0-1 0,1 0 0,0 1 0,-1-1 0,1 0 0,0 0 0,-1 0 0,1 0 0,0 0 0,0 0 0,0-1 0,0 1 0,0-1 0,0 1 0,0-1 0,0 0 0,0 0 0,0 0 0,0 0 0,0 0 0,0 0 0,0 0 0,0-1 0,0 1 0,0-1 0,0 1 0,0-1 0,0 0 0,2-1 0,1-1 0,1 0 0,-1 0 0,0-1 0,0 0 0,0 0 0,-1 0 0,1-1 0,-1 0 0,0 0 0,0 0 0,6-11 0,1-4 0,15-44 0,-13 30 0,-12 32 0,0-1 0,1 0 0,-1 1 0,1-1 0,-1 1 0,1 0 0,0-1 0,2-1 0,-3 3 0,-1 1 0,1 0 0,-1 0 0,0-1 0,1 1 0,-1 0 0,1 0 0,-1-1 0,1 1 0,-1 0 0,1 0 0,0 0 0,-1 0 0,1 0 0,-1 0 0,1 0 0,-1 0 0,1 0 0,-1 0 0,1 0 0,-1 0 0,1 0 0,-1 0 0,1 1 0,-1-1 0,1 0 0,-1 0 0,1 0 0,-1 1 0,1-1 0,-1 0 0,1 1 0,-1-1 0,0 1 0,1-1 0,-1 0 0,0 1 0,1-1 0,-1 1 0,0-1 0,0 1 0,1-1 0,-1 1 0,0-1 0,0 1 0,0-1 0,1 1 0,-1-1 0,0 1 0,0 0 0,5 13 77,-1 1 0,5 23 0,-6-23-79,0 0 0,1-1 0,8 19 0,-10-29-98,0 0 1,0 0 0,0 0 0,1-1-1,-1 1 1,1-1 0,0 0 0,0 1 0,0-1-1,0-1 1,1 1 0,-1 0 0,1-1-1,0 0 1,7 4 0,4-1-6727</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5.804"/>
    </inkml:context>
    <inkml:brush xml:id="br0">
      <inkml:brushProperty name="width" value="0.05" units="cm"/>
      <inkml:brushProperty name="height" value="0.05" units="cm"/>
    </inkml:brush>
  </inkml:definitions>
  <inkml:trace contextRef="#ctx0" brushRef="#br0">34 1 24575,'-5'0'0,"-3"3"0,-3 1 0,1 0-8191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6.041"/>
    </inkml:context>
    <inkml:brush xml:id="br0">
      <inkml:brushProperty name="width" value="0.05" units="cm"/>
      <inkml:brushProperty name="height" value="0.05" units="cm"/>
    </inkml:brush>
  </inkml:definitions>
  <inkml:trace contextRef="#ctx0" brushRef="#br0">1 1 24575,'3'3'0,"1"4"0,2 0 0,2 3 0,-2 2 0,1 2 0,0 2 0,-2 4 0,1 4 0,1 5 0,-2 2 0,-2-3-8191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7.227"/>
    </inkml:context>
    <inkml:brush xml:id="br0">
      <inkml:brushProperty name="width" value="0.05" units="cm"/>
      <inkml:brushProperty name="height" value="0.05" units="cm"/>
    </inkml:brush>
  </inkml:definitions>
  <inkml:trace contextRef="#ctx0" brushRef="#br0">35 37 24575,'0'-3'0,"0"-1"0,1 1 0,-1-1 0,1 1 0,-1-1 0,3-4 0,-3 7 0,0 1 0,0-1 0,0 1 0,1-1 0,-1 1 0,0 0 0,1-1 0,-1 1 0,0 0 0,0-1 0,1 1 0,-1 0 0,1-1 0,-1 1 0,0 0 0,1-1 0,-1 1 0,1 0 0,-1 0 0,0 0 0,1 0 0,0-1 0,0 1 0,0 0 0,0 1 0,0-1 0,0 0 0,-1 0 0,1 1 0,0-1 0,0 0 0,0 1 0,-1-1 0,1 1 0,0-1 0,0 1 0,-1-1 0,1 1 0,1 1 0,3 3 0,-1 1 0,1 0 0,-1 0 0,0 0 0,-1 0 0,0 1 0,0-1 0,0 1 0,0 0 0,1 9 0,2 13 0,4 35 0,-7-42 0,8 100 0,-5 144 0,-5-105 0,-1-142 0,1 1 0,1-1 0,1 1 0,6 23 0,-8-38 0,1 0 0,0-1 0,-1 1 0,1 0 0,1-1 0,-1 1 0,1-1 0,0 0 0,0 0 0,0 0 0,0 0 0,1 0 0,0-1 0,-1 1 0,1-1 0,0 0 0,1 0 0,-1-1 0,1 1 0,-1-1 0,8 3 0,5-1 0,-1-1 0,1-1 0,-1 0 0,29-1 0,70-8 0,-61 2 0,844-44-768,-23 48 768,-456 2 0,-403 0 47,-11 0-1,-1-1-1,1 0 1,-1 1 0,0-1-1,1-1 1,-1 1-1,1-1 1,-1 0 0,0 0-1,1 0 1,-1 0 0,6-3-1,-10 3-39,0 1-1,0-1 1,0 1 0,0-1-1,0 1 1,0-1-1,0 1 1,0-1-1,0 1 1,0-1 0,0 1-1,0-1 1,0 1-1,0-1 1,0 1-1,0-1 1,-1 1 0,1 0-1,0-1 1,0 1-1,-1-1 1,1 1 0,0-1-1,-1 1 1,1 0-1,0-1 1,-1 1-1,-14-16-23,11 12 8,-12-15 10,2-1 0,0 0 0,1-1 0,1 0 0,1-1 0,1 0 0,1 0 0,1-1 0,1-1 0,1 1 0,1-1 0,-2-32 0,4 18 0,2 1 0,1-1 0,3 1 0,1 0 0,1 0 0,2 0 0,16-48 0,6 5 0,-29 79 0,0 0 0,1 1 0,-1-1 0,0 0 0,0 1 0,0-1 0,0 0 0,0 1 0,0-1 0,0 0 0,0 0 0,0 1 0,-1-1 0,1 0 0,0 1 0,0-1 0,-1 0 0,1 1 0,0-1 0,-1 0 0,1 1 0,0-1 0,-1 1 0,1-1 0,-1 1 0,1-1 0,-1 1 0,1-1 0,-1 1 0,0-1 0,1 1 0,-1 0 0,0-1 0,1 1 0,-1 0 0,0 0 0,1-1 0,-2 1 0,-30-2 0,26 2 0,-1103 17-1177,6 41-79,731-11 1137,334-37-356,16-3-4689</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8.831"/>
    </inkml:context>
    <inkml:brush xml:id="br0">
      <inkml:brushProperty name="width" value="0.05" units="cm"/>
      <inkml:brushProperty name="height" value="0.05" units="cm"/>
    </inkml:brush>
  </inkml:definitions>
  <inkml:trace contextRef="#ctx0" brushRef="#br0">8 72 24575,'0'0'0,"0"0"0,-1 0 0,1 0 0,0 0 0,-1 0 0,1 0 0,0 1 0,-1-1 0,1 0 0,0 0 0,-1 0 0,1 0 0,0 1 0,-1-1 0,1 0 0,0 0 0,0 0 0,-1 1 0,1-1 0,0 0 0,0 0 0,0 1 0,-1-1 0,1 0 0,0 1 0,0-1 0,0 0 0,0 1 0,0-1 0,0 0 0,-1 1 0,1-1 0,0 0 0,0 1 0,0-1 0,0 0 0,0 1 0,0-1 0,1 0 0,-1 1 0,0-1 0,0 0 0,0 1 0,0-1 0,0 0 0,0 1 0,0-1 0,1 0 0,-1 1 0,0-1 0,1 0 0,10 23 0,-8-18 0,2 6 0,-1-1 0,0 1 0,-1 0 0,0 0 0,-1 0 0,2 15 0,-2 69 0,-2-95 0,-1 1 0,1 0 0,0 0 0,0 0 0,0-1 0,0 1 0,0 0 0,0 0 0,0 0 0,0 0 0,1 0 0,-1-1 0,0 1 0,0 0 0,1 0 0,-1 0 0,1-1 0,0 2 0,-1-2 0,1 0 0,-1 0 0,0 0 0,1 0 0,-1 0 0,1 0 0,-1 0 0,0 0 0,1 0 0,-1-1 0,0 1 0,1 0 0,-1 0 0,0 0 0,1-1 0,-1 1 0,0 0 0,1 0 0,-1-1 0,0 1 0,0 0 0,1-1 0,-1 1 0,0 0 0,0-1 0,16-30 0,-13 19 0,-1 1 0,3-23 0,-5 23 0,2 0 0,-1 0 0,1 1 0,5-13 0,-6 21 0,6-19 0,2 0 0,19-32 0,-26 49 0,0 0 0,1 0 0,0 0 0,0 0 0,0 0 0,1 1 0,-1 0 0,1-1 0,-1 1 0,1 1 0,0-1 0,0 0 0,1 1 0,-1 0 0,0 0 0,1 0 0,0 0 0,8-1 0,-11 3 0,0 0 0,-1 0 0,1 1 0,-1-1 0,1 0 0,0 1 0,-1-1 0,1 1 0,-1-1 0,1 1 0,-1 0 0,1 0 0,-1 0 0,0-1 0,1 1 0,-1 1 0,0-1 0,0 0 0,0 0 0,0 0 0,0 1 0,0-1 0,0 0 0,0 1 0,0-1 0,0 1 0,-1-1 0,1 1 0,-1-1 0,1 3 0,2 6 0,0 1 0,-1 0 0,1 15 0,-2-20 0,3 43 0,-4 66 0,4-124 0,0 0 0,0 0 0,7-9 0,1-5 0,11-24 0,34-58 0,-56 104 0,0-1 0,0 0 0,0 1 0,0-1 0,0 0 0,1 1 0,-1 0 0,0-1 0,1 1 0,0 0 0,-1 0 0,1 0 0,0 0 0,-1 0 0,1 0 0,0 0 0,0 0 0,3 0 0,-3 1 0,0 0 0,-1 1 0,1-1 0,-1 0 0,1 1 0,-1-1 0,1 1 0,-1 0 0,0 0 0,1-1 0,-1 1 0,0 0 0,1 0 0,-1 0 0,0 0 0,0 1 0,0-1 0,0 0 0,0 0 0,0 1 0,0-1 0,0 0 0,0 4 0,25 52 0,-20-41 0,1 0 0,14 24 0,-19-36 0,1 0 0,0 0 0,0 0 0,0 0 0,1-1 0,-1 1 0,1-1 0,0 0 0,0 0 0,0-1 0,0 1 0,1-1 0,7 3 0,-9-4 0,1 0 0,-1-1 0,1 0 0,-1 0 0,1 0 0,0 0 0,-1 0 0,1-1 0,-1 0 0,1 1 0,-1-1 0,0 0 0,1-1 0,-1 1 0,0-1 0,0 1 0,0-1 0,0 0 0,0 0 0,4-4 0,7-6 0,-1 0 0,19-23 0,-29 31 0,4-4 0,32-40 0,-36 44 0,-1 0 0,1 0 0,-1 0 0,0 0 0,0 0 0,0-1 0,-1 1 0,0-1 0,1 1 0,-1-8 0,0 11 0,-1 0 0,0 0 0,0 0 0,-1 1 0,1-1 0,0 0 0,0 0 0,0 0 0,0 0 0,-1 1 0,1-1 0,0 0 0,-1 0 0,1 0 0,-1 1 0,1-1 0,-1 0 0,1 1 0,-1-1 0,0 0 0,1 1 0,-1-1 0,0 1 0,1-1 0,-2 0 0,0 0 0,0 1 0,0-1 0,0 1 0,0-1 0,0 1 0,0 0 0,0-1 0,0 1 0,0 0 0,-3 1 0,-2 0 0,0 0 0,-1 0 0,1 1 0,-13 5 0,15-5 0,1 1 0,-1-1 0,1 1 0,0 0 0,0 0 0,0 1 0,0-1 0,0 1 0,1 0 0,0 0 0,-1 0 0,2 0 0,-1 0 0,0 1 0,1-1 0,-3 7 0,4-8 0,0 0 0,1-1 0,-1 1 0,1 0 0,-1-1 0,1 1 0,0 0 0,0 0 0,0-1 0,0 1 0,1 0 0,-1 0 0,1-1 0,0 1 0,-1 0 0,1-1 0,1 1 0,-1-1 0,0 1 0,0-1 0,1 0 0,0 1 0,-1-1 0,1 0 0,0 0 0,0 0 0,0 0 0,0 0 0,0-1 0,1 1 0,3 1 0,-3 0 0,1-1 0,-1 0 0,1-1 0,0 1 0,-1-1 0,1 0 0,0 0 0,0 0 0,0 0 0,0 0 0,0-1 0,0 0 0,0 0 0,0 0 0,0 0 0,0-1 0,0 1 0,0-1 0,5-2 0,-4 1 0,0-1 0,1 0 0,-1 0 0,0 0 0,0-1 0,-1 1 0,1-1 0,-1-1 0,1 1 0,-1 0 0,-1-1 0,4-5 0,-7 10 0,0 1 0,0-1 0,0 0 0,0 0 0,1 1 0,-1-1 0,0 0 0,0 0 0,0 0 0,0 1 0,0-1 0,0 0 0,0 0 0,1 1 0,-1-1 0,0 0 0,0 0 0,0 0 0,0 0 0,1 1 0,-1-1 0,0 0 0,0 0 0,1 0 0,-1 0 0,0 0 0,0 0 0,0 0 0,1 0 0,-1 0 0,0 1 0,0-1 0,1 0 0,-1 0 0,0 0 0,0 0 0,1 0 0,-1-1 0,0 1 0,0 0 0,1 0 0,-1 0 0,0 0 0,0 0 0,1 0 0,-1 0 0,0 0 0,0 0 0,0-1 0,1 1 0,-1 0 0,0 0 0,0 0 0,0 0 0,1-1 0,-1 1 0,0 0 0,0 0 0,0-1 0,0 1 0,0 0 0,0 0 0,0 0 0,0-1 0,1 1 0,-1 0 0,2 30 0,0-9 0,-1-18 0,0 0 0,1 0 0,-1 0 0,1 0 0,-1 0 0,1 0 0,0-1 0,0 1 0,0-1 0,0 1 0,1-1 0,-1 0 0,1 0 0,-1 0 0,1 0 0,0-1 0,0 1 0,0-1 0,0 1 0,0-1 0,0 0 0,0 0 0,0 0 0,0-1 0,0 1 0,1-1 0,-1 0 0,0 0 0,0 0 0,1 0 0,-1 0 0,0-1 0,0 1 0,0-1 0,0 0 0,0 0 0,0 0 0,0 0 0,5-4 0,-3 2 0,-1-1 0,0 1 0,0-1 0,0-1 0,0 1 0,0-1 0,-1 1 0,0-1 0,0 0 0,2-5 0,1-5 0,-1 0 0,5-18 0,7-22 0,-17 55 0,0 0 0,0 0 0,0 0 0,0-1 0,0 1 0,0 0 0,0 0 0,0 0 0,0 0 0,0-1 0,0 1 0,0 0 0,0 0 0,0 0 0,0 0 0,0 0 0,0-1 0,0 1 0,0 0 0,0 0 0,0 0 0,0 0 0,0 0 0,1-1 0,-1 1 0,0 0 0,0 0 0,0 0 0,0 0 0,0 0 0,0 0 0,1 0 0,-1 0 0,0-1 0,0 1 0,0 0 0,0 0 0,1 0 0,-1 0 0,0 0 0,0 0 0,0 0 0,0 0 0,1 0 0,-1 0 0,0 0 0,0 0 0,0 0 0,0 0 0,1 0 0,-1 0 0,0 0 0,0 1 0,0-1 0,0 0 0,0 0 0,1 0 0,-1 0 0,4 14 0,0 19 0,-4-23 0,4 49 0,-3-55 0,-1 0 0,1-1 0,0 1 0,0 0 0,0-1 0,1 1 0,-1-1 0,1 1 0,0-1 0,0 1 0,0-1 0,4 4 0,-5-6-80,0 0 0,0 0-1,0 0 1,1 0 0,-1-1-1,0 1 1,1-1 0,-1 1-1,0-1 1,1 1 0,-1-1 0,1 0-1,-1 1 1,1-1 0,-1 0-1,3 0 1,9-2-6746</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9.054"/>
    </inkml:context>
    <inkml:brush xml:id="br0">
      <inkml:brushProperty name="width" value="0.05" units="cm"/>
      <inkml:brushProperty name="height" value="0.05" units="cm"/>
    </inkml:brush>
  </inkml:definitions>
  <inkml:trace contextRef="#ctx0" brushRef="#br0">0 1 24575,'0'2'0,"0"5"0,0 4 0,0 3 0,0 1 0,0 3 0,0-3-8191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09.232"/>
    </inkml:context>
    <inkml:brush xml:id="br0">
      <inkml:brushProperty name="width" value="0.05" units="cm"/>
      <inkml:brushProperty name="height" value="0.05" units="cm"/>
    </inkml:brush>
  </inkml:definitions>
  <inkml:trace contextRef="#ctx0" brushRef="#br0">1 0 24575,'3'3'0,"1"4"0,-1 7 0,0 7 0,3 5 0,-1 8 0,-1 6 0,-1-3-8191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10.527"/>
    </inkml:context>
    <inkml:brush xml:id="br0">
      <inkml:brushProperty name="width" value="0.05" units="cm"/>
      <inkml:brushProperty name="height" value="0.05" units="cm"/>
    </inkml:brush>
  </inkml:definitions>
  <inkml:trace contextRef="#ctx0" brushRef="#br0">1 314 24575,'0'0'0,"0"0"0,0 0 0,0 0 0,-1-1 0,1 1 0,0 0 0,0 0 0,0 0 0,0 0 0,0 0 0,0-1 0,0 1 0,0 0 0,0 0 0,0 0 0,0 0 0,0 0 0,0-1 0,0 1 0,0 0 0,1 0 0,-1 0 0,0 0 0,0 0 0,0 0 0,0-1 0,0 1 0,0 0 0,0 0 0,0 0 0,0 0 0,0 0 0,1 0 0,-1 0 0,0-1 0,0 1 0,0 0 0,0 0 0,0 0 0,1 0 0,-1 0 0,0 0 0,0 0 0,0 0 0,0 0 0,1 0 0,5 6 0,5 14 0,3 22 0,-3 1 0,-1 1 0,6 73 0,-4-24 0,-4-38 0,3 0 0,2-1 0,28 76 0,-38-122 0,1 0 0,0 0 0,0 0 0,1-1 0,0 1 0,0-1 0,1-1 0,0 1 0,0-1 0,1 0 0,-1 0 0,13 8 0,-9-9 0,1 0 0,0 0 0,0-1 0,0 0 0,0-1 0,0 0 0,1-1 0,-1-1 0,14 1 0,107 1 8,157-17 0,-117 3-216,1568-33-2426,-292 14 1975,-1187 18 493,149-4 2713,-208 26-1476,-166-6-1038,-29-4-33,0-1 0,0 1 0,1-1 0,-1 0 0,0-1 0,0 0 0,0 0 0,0 0 0,0-1 0,-1 0 0,1 0 0,-1-1 0,0 0 0,0 0 0,0 0 0,0-1 0,-1 0 0,0 0 0,0 0 0,0 0 0,-1-1 0,1 0 0,-1 0 0,-1 0 0,1-1 0,-1 1 0,0-1 0,-1 0 0,3-11 0,-1-22 0,-2 0 0,-4-60 0,0 22 0,1 5 0,-5-184 0,2 213 0,-2 0 0,-2 0 0,-23-74 0,29 112 129,2 5-244,0 0 0,-1-1 0,1 1 0,-1 0 0,1-1 0,-1 1 1,0 0-1,1 0 0,-1-1 0,0 1 0,0 0 0,-1-1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11.095"/>
    </inkml:context>
    <inkml:brush xml:id="br0">
      <inkml:brushProperty name="width" value="0.05" units="cm"/>
      <inkml:brushProperty name="height" value="0.05" units="cm"/>
    </inkml:brush>
  </inkml:definitions>
  <inkml:trace contextRef="#ctx0" brushRef="#br0">1 1 24575,'3'0'0,"4"0"0,1 3 0,-1 7 0,1 5 0,-1 8 0,-1 7 0,-2 6 0,1 7 0,0 5 0,0 5 0,-2-5-8191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11.579"/>
    </inkml:context>
    <inkml:brush xml:id="br0">
      <inkml:brushProperty name="width" value="0.05" units="cm"/>
      <inkml:brushProperty name="height" value="0.05" units="cm"/>
    </inkml:brush>
  </inkml:definitions>
  <inkml:trace contextRef="#ctx0" brushRef="#br0">67 4 24575,'0'0'0,"-1"-1"0,0 1 0,1 0 0,-1-1 0,0 1 0,1 0 0,-1 0 0,0-1 0,0 1 0,1 0 0,-1 0 0,0 0 0,0 0 0,1 0 0,-1 0 0,0 0 0,0 0 0,1 0 0,-1 0 0,0 0 0,0 1 0,1-1 0,-1 0 0,0 1 0,1-1 0,-1 0 0,0 1 0,1-1 0,-1 1 0,1-1 0,-1 1 0,0-1 0,1 1 0,-1-1 0,1 1 0,0-1 0,-1 1 0,0 1 0,-16 25 0,12-17 0,1-1 0,1 1 0,0 0 0,1 0 0,-1 0 0,2 1 0,-1 20 0,2-26 0,0 0 0,0 0 0,1 0 0,0 0 0,0 1 0,1-1 0,-1 0 0,1-1 0,0 1 0,0 0 0,1 0 0,-1-1 0,1 0 0,0 1 0,1-1 0,-1 0 0,7 6 0,0-3 0,0 0 0,0-1 0,0 0 0,0-1 0,1 0 0,0-1 0,0 0 0,0-1 0,1 0 0,-1 0 0,1-1 0,0-1 0,-1 0 0,14-1 0,-7 0 0,-1-1 0,1-1 0,-1-1 0,0 0 0,0-1 0,0-1 0,0-1 0,28-13 0,-38 15 0,0 0 0,-1 0 0,1-1 0,-1 1 0,0-1 0,-1-1 0,1 1 0,-1-1 0,0 0 0,6-10 0,-9 13 0,-1 0 0,1 0 0,-1 0 0,0-1 0,1 1 0,-2 0 0,1-1 0,0 1 0,-1 0 0,1-1 0,-1 1 0,0-1 0,0 1 0,-1-1 0,1 1 0,-1-1 0,1 1 0,-1 0 0,0-1 0,0 1 0,-1 0 0,1 0 0,-1-1 0,1 1 0,-5-4 0,2 1 31,-1 1 0,1 0 0,-2 0 0,1 0 0,0 1 0,-1 0 0,0 0 0,0 0 1,0 1-1,-9-4 0,-1 0-458,0 2 0,-1 0 1,-17-3-1,-14 0-6399</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2.136"/>
    </inkml:context>
    <inkml:brush xml:id="br0">
      <inkml:brushProperty name="width" value="0.05" units="cm"/>
      <inkml:brushProperty name="height" value="0.05" units="cm"/>
      <inkml:brushProperty name="color" value="#FF0066"/>
    </inkml:brush>
  </inkml:definitions>
  <inkml:trace contextRef="#ctx0" brushRef="#br0">1 43 24575,'0'-2'0,"0"0"0,0 0 0,0-1 0,1 1 0,-1 0 0,1 0 0,-1 1 0,1-1 0,0 0 0,0 0 0,0 0 0,0 0 0,0 1 0,0-1 0,1 0 0,-1 1 0,1-1 0,-1 1 0,1 0 0,-1-1 0,3 0 0,-3 1 0,-1 1 0,1 0 0,0-1 0,-1 1 0,1 0 0,0 0 0,-1 0 0,1-1 0,0 1 0,0 0 0,-1 0 0,1 0 0,0 0 0,-1 0 0,1 0 0,0 1 0,-1-1 0,1 0 0,0 0 0,-1 0 0,1 1 0,0-1 0,0 1 0,1 0 0,-1 0 0,0 0 0,0 0 0,-1 1 0,1-1 0,0 0 0,0 1 0,-1-1 0,1 0 0,0 1 0,-1-1 0,0 1 0,1-1 0,-1 1 0,1 2 0,15 193 0,-7-70 0,0-2-1365,-7-96-5461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2.637"/>
    </inkml:context>
    <inkml:brush xml:id="br0">
      <inkml:brushProperty name="width" value="0.05" units="cm"/>
      <inkml:brushProperty name="height" value="0.05" units="cm"/>
      <inkml:brushProperty name="color" value="#FF0066"/>
    </inkml:brush>
  </inkml:definitions>
  <inkml:trace contextRef="#ctx0" brushRef="#br0">644 0 24575,'-41'1'0,"1"0"0,0 3 0,0 1 0,0 3 0,-70 21 0,92-23 0,0 2 0,0 0 0,0 0 0,1 2 0,0 0 0,1 2 0,0-1 0,1 2 0,0 0 0,1 1 0,1 0 0,0 1 0,-21 32 0,20-22 0,2 1 0,1 0 0,0 1 0,2 0 0,1 0 0,2 1 0,-5 31 0,7-17 0,1 0 0,1 1 0,3-1 0,7 48 0,-4-59 0,2-1 0,1 0 0,1 0 0,2 0 0,1-1 0,1 0 0,1-1 0,20 29 0,-22-40 0,1 0 0,1-1 0,0 0 0,1-1 0,1-1 0,0 0 0,1-1 0,0-1 0,1-1 0,1 0 0,0-1 0,0-1 0,26 10 0,-17-11 0,1-1 0,0-2 0,0 0 0,0-2 0,1-1 0,0-1 0,-1-1 0,1-2 0,-1-1 0,0-1 0,1-1 0,-2-2 0,1-1 0,34-15 0,-27 9 0,-1-2 0,-1-2 0,-1-1 0,0-1 0,-2-2 0,0-1 0,-1-1 0,-2-2 0,0-1 0,32-43 0,-40 43 0,-2 0 0,-1-1 0,-1-1 0,-1 0 0,-1-1 0,-2 0 0,-2-1 0,0 0 0,-2-1 0,-2 0 0,0 0 0,-1-34 0,-4 43 0,-1 0 0,-1 0 0,-1 1 0,-1-1 0,-1 1 0,-1 0 0,-15-37 0,13 42 0,0 1 0,-2 0 0,0 0 0,0 1 0,-1 0 0,-1 1 0,-1 1 0,0-1 0,0 2 0,-21-15 0,12 13 34,-1 1 1,0 1-1,-1 0 0,0 2 0,0 1 0,-1 1 0,-1 1 0,1 1 0,-46-4 1,25 6-377,0 3 1,0 1 0,-1 3-1,-73 13 1,53-2-6485</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6.473"/>
    </inkml:context>
    <inkml:brush xml:id="br0">
      <inkml:brushProperty name="width" value="0.05" units="cm"/>
      <inkml:brushProperty name="height" value="0.05" units="cm"/>
      <inkml:brushProperty name="color" value="#FF0066"/>
    </inkml:brush>
  </inkml:definitions>
  <inkml:trace contextRef="#ctx0" brushRef="#br0">452 40 24575,'0'-1'0,"0"0"0,-1 0 0,1 1 0,-1-1 0,1 0 0,-1 0 0,1 1 0,-1-1 0,0 1 0,1-1 0,-1 0 0,0 1 0,1-1 0,-1 1 0,0-1 0,0 1 0,1 0 0,-1-1 0,0 1 0,-1 0 0,-20-8 0,19 7 0,-21-5 0,0 1 0,-1 2 0,0 0 0,1 2 0,-1 0 0,0 2 0,-31 5 0,41-4 0,1 1 0,0 0 0,0 1 0,0 1 0,1 0 0,-1 1 0,-21 13 0,30-16 0,1 0 0,0 0 0,0 0 0,0 1 0,1 0 0,-1 0 0,1 0 0,0 0 0,0 0 0,-5 9 0,7-9 0,0-1 0,0 1 0,0-1 0,0 1 0,1-1 0,-1 1 0,1 0 0,0 0 0,0-1 0,0 1 0,0 0 0,1-1 0,0 1 0,0 0 0,0-1 0,2 7 0,1-2 0,0-1 0,0 0 0,1 0 0,0-1 0,0 1 0,0-1 0,1 0 0,0 0 0,0-1 0,1 0 0,-1 0 0,9 5 0,8 2 0,-1 0 0,40 14 0,21-2 0,-15-5 0,-69-19 0,1 0 0,0 0 0,0 0 0,0 0 0,0 0 0,0 0 0,0 0 0,0 0 0,0 0 0,0 0 0,0 0 0,0 1 0,0-1 0,0 0 0,0 0 0,0 0 0,0 0 0,0 0 0,0 0 0,0 0 0,0 0 0,0 0 0,0 0 0,0 0 0,0 0 0,0 0 0,0 0 0,0 0 0,0 0 0,0 0 0,0 0 0,0 0 0,0 0 0,0 0 0,0 1 0,0-1 0,0 0 0,0 0 0,0 0 0,0 0 0,0 0 0,0 0 0,0 0 0,0 0 0,0 0 0,0 0 0,0 0 0,-10 1 0,-21 1 0,22-2 0,5 0 0,1 1 0,0-1 0,0 0 0,0 1 0,-1 0 0,1 0 0,0 0 0,0 0 0,0 0 0,0 0 0,0 1 0,1 0 0,-1-1 0,-5 5 0,7-4 0,0-1 0,1 0 0,-1 1 0,0-1 0,0 1 0,1-1 0,-1 0 0,1 1 0,-1 0 0,1-1 0,0 1 0,0-1 0,0 1 0,0-1 0,0 1 0,0-1 0,0 1 0,0 0 0,0-1 0,1 1 0,-1-1 0,1 1 0,-1-1 0,1 1 0,-1-1 0,1 0 0,0 1 0,0-1 0,0 0 0,0 1 0,0-1 0,2 2 0,5 7 38,2 0 0,-1-1 0,1 0 0,0-1 0,1 0 0,0 0 0,1-1 0,16 8 0,-4-4-465,0-1 0,1-1 1,34 7-1,-22-9-6399</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6.662"/>
    </inkml:context>
    <inkml:brush xml:id="br0">
      <inkml:brushProperty name="width" value="0.05" units="cm"/>
      <inkml:brushProperty name="height" value="0.05" units="cm"/>
      <inkml:brushProperty name="color" value="#FF0066"/>
    </inkml:brush>
  </inkml:definitions>
  <inkml:trace contextRef="#ctx0" brushRef="#br0">12 4 24575,'-3'-3'0,"-1"2"0,0 5 0,4 3 0,5 8 0,4 3 0,4 2 0,5 4 0,3 3 0,1 0 0,-1-1 0,0-2 0,-5-3 0,-1-5 0,-4-1 0,-3-4-8191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6.820"/>
    </inkml:context>
    <inkml:brush xml:id="br0">
      <inkml:brushProperty name="width" value="0.05" units="cm"/>
      <inkml:brushProperty name="height" value="0.05" units="cm"/>
      <inkml:brushProperty name="color" value="#FF0066"/>
    </inkml:brush>
  </inkml:definitions>
  <inkml:trace contextRef="#ctx0" brushRef="#br0">157 33 24575,'-3'-2'0,"-7"-8"0,-4-2 0,-4 5 0,-1 5 0,0 7 0,0 8 0,3 9 0,2 5 0,2 4 0,4 4 0,4-5-8191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7.002"/>
    </inkml:context>
    <inkml:brush xml:id="br0">
      <inkml:brushProperty name="width" value="0.05" units="cm"/>
      <inkml:brushProperty name="height" value="0.05" units="cm"/>
      <inkml:brushProperty name="color" value="#FF0066"/>
    </inkml:brush>
  </inkml:definitions>
  <inkml:trace contextRef="#ctx0" brushRef="#br0">1 76 24575,'0'-6'0,"0"-5"0,0-6 0,3-4 0,1 6 0,0 10 0,-1 9 0,2 10 0,0 12 0,2 7 0,3 7 0,3 2 0,2 0 0,1-1 0,-2-7-8191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7.161"/>
    </inkml:context>
    <inkml:brush xml:id="br0">
      <inkml:brushProperty name="width" value="0.05" units="cm"/>
      <inkml:brushProperty name="height" value="0.05" units="cm"/>
      <inkml:brushProperty name="color" value="#FF0066"/>
    </inkml:brush>
  </inkml:definitions>
  <inkml:trace contextRef="#ctx0" brushRef="#br0">0 103 24575,'0'-6'0,"0"-5"0,0-3 0,3-3 0,1-1 0,3 2 0,3 5 0,3 3 0,2 6 0,1 7 0,2 2 0,-3 4 0,-4-2-8191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37.314"/>
    </inkml:context>
    <inkml:brush xml:id="br0">
      <inkml:brushProperty name="width" value="0.05" units="cm"/>
      <inkml:brushProperty name="height" value="0.05" units="cm"/>
      <inkml:brushProperty name="color" value="#FF0066"/>
    </inkml:brush>
  </inkml:definitions>
  <inkml:trace contextRef="#ctx0" brushRef="#br0">3 1 24575,'-3'0'0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1.073"/>
    </inkml:context>
    <inkml:brush xml:id="br0">
      <inkml:brushProperty name="width" value="0.05" units="cm"/>
      <inkml:brushProperty name="height" value="0.05" units="cm"/>
      <inkml:brushProperty name="color" value="#FF0066"/>
    </inkml:brush>
  </inkml:definitions>
  <inkml:trace contextRef="#ctx0" brushRef="#br0">229 529 24575,'3'-1'0,"0"0"0,1 0 0,-1 0 0,0-1 0,0 1 0,0-1 0,-1 0 0,1 0 0,0 0 0,-1 0 0,1 0 0,2-4 0,5-3 0,-2 3 0,31-29 0,-37 33 0,0 0 0,0 0 0,-1 0 0,1 0 0,-1 0 0,1 0 0,-1-1 0,0 1 0,0 0 0,0-1 0,0 1 0,0-1 0,-1 0 0,1 1 0,-1-1 0,0-3 0,0 5 0,0-1 0,-1 1 0,1 0 0,-1 0 0,1 0 0,-1-1 0,0 1 0,1 0 0,-1 0 0,0 0 0,0 0 0,0 0 0,0 1 0,0-1 0,0 0 0,0 0 0,0 1 0,0-1 0,0 0 0,0 1 0,0-1 0,0 1 0,-1-1 0,1 1 0,0 0 0,0-1 0,-1 1 0,1 0 0,-2 0 0,-44-1 0,37 1 0,6 0 0,-19 0 0,0 1 0,0 1 0,0 1 0,-37 9 0,55-10 0,-1 0 0,1 0 0,-1 0 0,1 1 0,0-1 0,0 1 0,0 1 0,1-1 0,-1 1 0,1-1 0,-1 1 0,1 1 0,1-1 0,-1 0 0,1 1 0,-1 0 0,1 0 0,0 0 0,1 0 0,-1 0 0,1 1 0,0-1 0,1 1 0,-2 6 0,1 3 0,0 1 0,1 0 0,1 0 0,0-1 0,1 1 0,1 0 0,0 0 0,5 16 0,-4-22 0,0 0 0,1 1 0,0-1 0,0-1 0,1 1 0,0 0 0,1-1 0,0 0 0,0-1 0,1 1 0,0-1 0,15 13 0,-19-18 0,1-1 0,0 1 0,0-1 0,0 1 0,0-1 0,1 0 0,-1-1 0,1 1 0,-1-1 0,1 0 0,-1 0 0,1 0 0,0-1 0,-1 0 0,1 1 0,6-2 0,-5 0 0,0-1 0,1 1 0,-1-1 0,-1 0 0,1-1 0,0 0 0,0 0 0,-1 0 0,0 0 0,10-9 0,-2 0 0,-1 0 0,0-1 0,-1-1 0,-1 0 0,0-1 0,-1 0 0,14-30 0,-8 8 0,-1-2 0,-3 0 0,-1-1 0,-2 0 0,6-70 0,-12-205 0,-2 300 0,-1-1 0,1 25 0,-1 29 0,4 50 0,5 1 0,2-1 0,5 0 0,4-2 0,37 108 0,-42-153-1365,-1-7-5461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1.763"/>
    </inkml:context>
    <inkml:brush xml:id="br0">
      <inkml:brushProperty name="width" value="0.05" units="cm"/>
      <inkml:brushProperty name="height" value="0.05" units="cm"/>
      <inkml:brushProperty name="color" value="#FF0066"/>
    </inkml:brush>
  </inkml:definitions>
  <inkml:trace contextRef="#ctx0" brushRef="#br0">1 327 24575,'4'-57'0,"-3"52"0,0 1 0,0-1 0,0 1 0,1-1 0,-1 1 0,1 0 0,0 0 0,0 0 0,1 0 0,2-4 0,-3 6 0,0 1 0,-1-1 0,1 1 0,0 0 0,0 0 0,0 0 0,0 0 0,0 0 0,0 1 0,0-1 0,0 1 0,1-1 0,-1 1 0,0 0 0,0 0 0,0-1 0,3 2 0,45 5 0,-18-1 0,-16-4 0,0-2 0,0 0 0,28-6 0,-38 6 0,1 0 0,-1-1 0,0 0 0,0 0 0,0-1 0,-1 1 0,1-1 0,-1-1 0,1 1 0,-1-1 0,0 0 0,6-6 0,-9 7 0,0 0 0,0 0 0,0 0 0,0 0 0,0 0 0,-1-1 0,0 1 0,0-1 0,0 1 0,0-1 0,0 0 0,-1 1 0,1-1 0,-1 0 0,0 1 0,0-1 0,-1 0 0,1 1 0,-1-1 0,1 0 0,-1 1 0,-1-1 0,1 1 0,0-1 0,-1 1 0,1 0 0,-1-1 0,0 1 0,0 0 0,-5-5 0,3 3 0,0 1 0,0-1 0,0 1 0,-1 0 0,1 0 0,-1 0 0,0 1 0,-1-1 0,1 1 0,0 0 0,-1 1 0,1 0 0,-1-1 0,0 2 0,0-1 0,0 1 0,-12-2 0,13 4 0,0-1 0,0 1 0,0-1 0,1 2 0,-1-1 0,0 0 0,0 1 0,1 0 0,-1 0 0,1 0 0,0 1 0,-7 4 0,4-1 0,1 0 0,-1 0 0,1 0 0,1 1 0,-1 0 0,-7 12 0,5-3 0,0 0 0,0 0 0,2 0 0,0 1 0,1 0 0,-5 27 0,9-37 0,0 1 0,0 0 0,1 0 0,0-1 0,1 1 0,-1 0 0,2 0 0,-1-1 0,1 1 0,0-1 0,0 1 0,1-1 0,0 0 0,1 0 0,-1 0 0,1 0 0,1-1 0,-1 0 0,1 0 0,0 0 0,0 0 0,1-1 0,0 1 0,0-2 0,0 1 0,1-1 0,-1 1 0,1-2 0,0 1 0,0-1 0,0 0 0,1-1 0,-1 1 0,1-1 0,-1-1 0,1 0 0,11 1 0,-5-2 0,0 0 0,-1-1 0,1-1 0,0 0 0,0-1 0,-1 0 0,0-1 0,1 0 0,-1-2 0,-1 1 0,1-1 0,-1-1 0,16-11 0,-2-2 0,0 0 0,-1-2 0,-1-1 0,32-40 0,-44 50 0,-1-2 0,-1 1 0,0-1 0,-1-1 0,0 0 0,-2 0 0,0 0 0,5-19 0,-11 33 0,-1 1 0,1 0 0,-1-1 0,0 1 0,0-1 0,0 1 0,0-1 0,0 1 0,0-1 0,0 1 0,0-1 0,0 1 0,-1-1 0,1 1 0,-1-1 0,1 1 0,-1-1 0,0 1 0,-1-3 0,1 3 0,0 1 0,0-1 0,0 0 0,0 0 0,0 1 0,0-1 0,-1 1 0,1-1 0,0 1 0,0-1 0,-1 1 0,1 0 0,0 0 0,0-1 0,-1 1 0,1 0 0,0 0 0,-2 1 0,-3-1 0,-1 2 0,1-1 0,0 1 0,0-1 0,0 2 0,0-1 0,-10 6 0,11-5 0,0 0 0,0 0 0,1 1 0,0-1 0,-1 1 0,1 0 0,1 0 0,-1 1 0,0-1 0,1 1 0,0 0 0,0-1 0,-3 9 0,5-9 0,0 0 0,0 0 0,0 1 0,0-1 0,1 0 0,-1 0 0,1 1 0,0-1 0,1 0 0,-1 1 0,1-1 0,0 0 0,0 0 0,0 0 0,0 0 0,1 0 0,0 0 0,3 6 0,3 2 0,1-1 0,0 0 0,1 0 0,0-1 0,1 0 0,0-1 0,0 0 0,17 9 0,35 31 0,-56-43 0,-1 0 0,0 1 0,0-1 0,-1 1 0,0 1 0,8 14 0,-11-20 0,-1 0 0,0 0 0,0 1 0,0-1 0,-1 1 0,1-1 0,-1 1 0,1-1 0,-1 1 0,0-1 0,0 1 0,0-1 0,0 1 0,0-1 0,0 1 0,-1-1 0,0 1 0,1-1 0,-3 4 0,2-3 0,-1 0 0,0 0 0,-1 0 0,1 0 0,0-1 0,-1 1 0,0-1 0,1 0 0,-1 0 0,0 0 0,0 0 0,-5 2 0,-4 1 0,1-1 0,-1 0 0,0-1 0,0 0 0,0-1 0,0 0 0,-14 0 0,18-2-124,0-1 0,0 1 0,0-1 0,0-1 0,0 0 0,1 0-1,-1 0 1,0-1 0,1 0 0,-13-7 0,-4-6-6702</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1.960"/>
    </inkml:context>
    <inkml:brush xml:id="br0">
      <inkml:brushProperty name="width" value="0.05" units="cm"/>
      <inkml:brushProperty name="height" value="0.05" units="cm"/>
      <inkml:brushProperty name="color" value="#FF0066"/>
    </inkml:brush>
  </inkml:definitions>
  <inkml:trace contextRef="#ctx0" brushRef="#br0">0 70 24575,'5'-6'0,"25"-32"0,-27 35 0,-1 1 0,1-1 0,-1 1 0,1-1 0,0 1 0,0 0 0,1 0 0,-1 0 0,7-2 0,-9 3 0,0 1 0,0 0 0,0 0 0,0 0 0,0 0 0,0 0 0,0 0 0,0 1 0,0-1 0,0 0 0,-1 0 0,1 1 0,0-1 0,0 0 0,0 1 0,0-1 0,0 1 0,-1 0 0,1-1 0,0 1 0,0-1 0,-1 1 0,1 0 0,0 0 0,-1-1 0,1 1 0,-1 0 0,1 0 0,-1 0 0,1 0 0,-1 0 0,0-1 0,1 3 0,9 37 0,-8-30 0,22 106 0,34 144 0,-53-242 19,54 213-1403,-53-201-5442</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2.228"/>
    </inkml:context>
    <inkml:brush xml:id="br0">
      <inkml:brushProperty name="width" value="0.05" units="cm"/>
      <inkml:brushProperty name="height" value="0.05" units="cm"/>
      <inkml:brushProperty name="color" value="#FF0066"/>
    </inkml:brush>
  </inkml:definitions>
  <inkml:trace contextRef="#ctx0" brushRef="#br0">1 127 24575,'2'-9'0,"1"1"0,1 0 0,0 0 0,0 0 0,0 0 0,1 1 0,0 0 0,12-13 0,-12 16 0,0 0 0,0 0 0,0 0 0,1 1 0,-1 0 0,1 0 0,0 0 0,0 0 0,0 1 0,0 0 0,0 1 0,13-2 0,6 0 0,1 2 0,-1 0 0,42 6 0,76 18 0,-86-13 0,-45-7 19,37 5-711,57 18 0,-87-20-6134</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6.273"/>
    </inkml:context>
    <inkml:brush xml:id="br0">
      <inkml:brushProperty name="width" value="0.05" units="cm"/>
      <inkml:brushProperty name="height" value="0.05" units="cm"/>
      <inkml:brushProperty name="color" value="#FF0066"/>
    </inkml:brush>
  </inkml:definitions>
  <inkml:trace contextRef="#ctx0" brushRef="#br0">1891 232 24575,'-23'-24'0,"18"17"0,0 1 0,-1 1 0,0-1 0,0 1 0,-8-6 0,-14-5 0,-1 2 0,-1 0 0,0 2 0,0 1 0,-61-13 0,22 12 0,-118-7 0,134 18 0,-1 1 0,0 4 0,1 1 0,0 3 0,0 2 0,1 3 0,-94 35 0,91-25 0,1 3 0,1 2 0,1 3 0,2 2 0,1 2 0,-80 74 0,80-61 0,3 2 0,2 2 0,-47 70 0,71-90 0,0 0 0,3 2 0,0 0 0,3 1 0,0 1 0,3 0 0,-10 50 0,18-67 0,0 0 0,2 0 0,1 0 0,0 1 0,1-1 0,1 0 0,9 37 0,-7-41 0,1 0 0,1 0 0,0-1 0,1 0 0,1-1 0,0 1 0,0-1 0,2-1 0,-1 0 0,16 15 0,-2-7-29,1-1 0,0-1-1,1-1 1,1-1-1,1-2 1,0 0 0,1-2-1,52 16 1,-15-11-135,1-2 1,128 11-1,-93-21 131,0-3 1,1-5-1,-1-5 0,136-27 0,-146 15 36,0-3-1,-2-5 1,-1-4 0,158-81-1,-205 91-2,-2-2 0,0-2 0,-2-1 0,-1-2 0,56-59 0,-74 67 0,-1 0 0,-1-1 0,0 0 0,-2-2 0,-1 1 0,-1-2 0,-1 0 0,-1 0 0,-1-1 0,-1 0 0,4-29 0,-8 29 0,-2-1 0,0 0 0,-2 1 0,-1-1 0,-1 0 0,-1 1 0,-1 0 0,-2 0 0,-1 0 0,0 0 0,-2 1 0,-1 0 0,-1 1 0,-1 0 0,-26-37 0,19 34 0,-1 2 0,-2 0 0,0 1 0,-2 1 0,0 1 0,-1 2 0,-2 0 0,0 2 0,0 0 0,-2 2 0,0 2 0,-46-17 0,22 14-113,0 3-1,-2 2 1,0 3-1,-103-5 1,61 13-531,-184 23 0,143-1-4786</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5.218"/>
    </inkml:context>
    <inkml:brush xml:id="br0">
      <inkml:brushProperty name="width" value="0.05" units="cm"/>
      <inkml:brushProperty name="height" value="0.05" units="cm"/>
      <inkml:brushProperty name="color" value="#FF0066"/>
    </inkml:brush>
  </inkml:definitions>
  <inkml:trace contextRef="#ctx0" brushRef="#br0">1837 78 24575,'-68'1'0,"1"3"0,-1 3 0,1 3 0,-80 23 0,-19 14 0,-233 101 0,296-101 0,2 5 0,2 4 0,-115 86 0,163-103 0,-87 87 0,120-106 0,0 0 0,1 1 0,2 1 0,0 0 0,1 1 0,1 1 0,-12 31 0,22-46 0,1-1 0,-1 1 0,1 0 0,1 0 0,0 0 0,0 0 0,1 0 0,0 0 0,0 0 0,1 0 0,0 0 0,1 0 0,0 0 0,6 16 0,-3-14 0,1 1 0,0-1 0,0 0 0,1-1 0,1 0 0,0 0 0,0-1 0,1 0 0,0 0 0,12 8 0,12 7 5,1-2 1,0-1-1,2-1 0,0-3 0,40 14 1,5-4-85,113 24 1,-76-28-59,1-6 0,0-4 1,1-6-1,206-14 1,-232-2 143,-1-4 1,-1-4 0,-1-4 0,0-4 0,-2-4 0,136-64 0,-174 66-16,-1-1 1,-2-3 0,-1-2-1,-1-1 1,-2-3 0,-1-2-1,60-71 1,-80 81 0,-1-2 0,-1 0 1,-2-2-1,-1 0 0,17-45 0,-25 51 5,-2 0 0,-1 0 0,-1-1-1,-1 0 1,-1 0 0,-2 0-1,-1-48 1,-2 56 2,-2 1 0,0-1 0,-1 0 0,0 1 0,-2 0 0,0 0 0,-2 0 0,0 1 0,-1 0 0,0 1 0,-2-1 0,0 2 0,-1 0 0,0 0 0,-1 1 0,-1 1 0,0 0 0,-2 1 0,1 0 0,-1 2 0,-1-1 0,-31-14 0,11 10 5,-2 1 0,1 2 1,-2 2-1,1 2 0,-80-9 0,14 11 11,-117 7-1,80 7-1245,16 3-4922</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7.727"/>
    </inkml:context>
    <inkml:brush xml:id="br0">
      <inkml:brushProperty name="width" value="0.05" units="cm"/>
      <inkml:brushProperty name="height" value="0.05" units="cm"/>
      <inkml:brushProperty name="color" value="#FF0066"/>
    </inkml:brush>
  </inkml:definitions>
  <inkml:trace contextRef="#ctx0" brushRef="#br0">0 360 24575,'1'0'0,"-1"1"0,0 0 0,0-1 0,0 1 0,1-1 0,-1 1 0,0-1 0,1 1 0,-1-1 0,0 1 0,1-1 0,-1 1 0,0-1 0,1 1 0,-1-1 0,1 1 0,-1-1 0,1 0 0,-1 1 0,1-1 0,0 0 0,-1 0 0,1 1 0,-1-1 0,1 0 0,-1 0 0,1 0 0,0 0 0,-1 0 0,1 0 0,0 0 0,-1 0 0,1 0 0,0 0 0,27-2 0,-24 1 0,211-36 0,-86 13 0,566-90-429,86-15-80,-744 123 509,-11 2 0,-1-1 0,44-14 0,-52 9 123,-17 9-141,0 1 0,1 0 1,-1-1-1,0 1 0,0 0 1,0-1-1,0 1 0,1 0 1,-1-1-1,0 1 0,0-1 1,0 1-1,0 0 0,0-1 1,0 1-1,0 0 0,0-1 1,0 1-1,0-1 1,0 1-1,0 0 0,-1-1 1,1 1-1,0 0 0,0-1 1,0 1-1,0-1 0,-1 1 1,1 0-1,0 0 0,0-1 1,-1 1-1,1 0 0,0-1 1,0 1-1,-1 0 0,1 0 1,0-1-1,-1 1 1,-9-6-6653</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8.234"/>
    </inkml:context>
    <inkml:brush xml:id="br0">
      <inkml:brushProperty name="width" value="0.05" units="cm"/>
      <inkml:brushProperty name="height" value="0.05" units="cm"/>
      <inkml:brushProperty name="color" value="#FF0066"/>
    </inkml:brush>
  </inkml:definitions>
  <inkml:trace contextRef="#ctx0" brushRef="#br0">0 2 24575,'50'-1'0,"70"1"0,-104 1 0,0 1 0,0 0 0,0 1 0,-1 1 0,22 8 0,-33-11 0,-1 1 0,1 0 0,0 0 0,-1 0 0,0 0 0,1 0 0,-1 0 0,0 1 0,0 0 0,-1 0 0,1 0 0,0 0 0,-1 0 0,0 0 0,0 0 0,0 1 0,0-1 0,0 1 0,-1 0 0,1-1 0,-1 1 0,0 0 0,0 4 0,0-1 0,-1 0 0,0 0 0,-1 0 0,1 1 0,-1-1 0,-1 0 0,0-1 0,0 1 0,0 0 0,0 0 0,-1-1 0,-4 8 0,-7 8-341,0-2 0,-1 1-1,-31 30 1,15-18-6485</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8.852"/>
    </inkml:context>
    <inkml:brush xml:id="br0">
      <inkml:brushProperty name="width" value="0.05" units="cm"/>
      <inkml:brushProperty name="height" value="0.05" units="cm"/>
      <inkml:brushProperty name="color" value="#FF0066"/>
    </inkml:brush>
  </inkml:definitions>
  <inkml:trace contextRef="#ctx0" brushRef="#br0">4 190 24575,'0'-6'0,"1"1"0,0 0 0,1 0 0,-1 0 0,1 0 0,0 1 0,0-1 0,0 0 0,1 1 0,0-1 0,0 1 0,0 0 0,0 0 0,7-6 0,5-4 0,0 0 0,23-15 0,-26 21 0,0 0 0,1 0 0,0 1 0,1 1 0,15-5 0,-24 9 0,-1 1 0,1-1 0,0 1 0,-1 0 0,1 1 0,0-1 0,0 1 0,-1 0 0,1 0 0,0 0 0,0 1 0,-1 0 0,1 0 0,0 0 0,-1 0 0,1 1 0,-1 0 0,1 0 0,6 4 0,-8-4 0,-1 1 0,0-1 0,1 1 0,-1-1 0,0 1 0,0 0 0,-1-1 0,1 1 0,0 0 0,-1 0 0,0 0 0,0 1 0,0-1 0,0 0 0,0 0 0,-1 1 0,1-1 0,-1 0 0,0 1 0,0-1 0,0 0 0,-1 1 0,1-1 0,-2 4 0,-1 7 0,0-1 0,-2 0 0,1 1 0,-10 16 0,1-6 0,-1-1 0,-1 0 0,-2-1 0,0-1 0,-1-1 0,0 0 0,-2-1 0,0-1 0,-2-1 0,-32 20 0,48-34 0,0 0 0,1 0 0,-1 0 0,0-1 0,-10 2 0,15-3 0,1-1 0,-1 0 0,0 0 0,0 1 0,0-1 0,1 0 0,-1 0 0,0 0 0,0 0 0,1 0 0,-1 0 0,0 0 0,0 0 0,0-1 0,1 1 0,-1 0 0,0 0 0,0-1 0,1 1 0,-1 0 0,0-1 0,1 1 0,-1-1 0,0 1 0,1-1 0,-1 1 0,1-1 0,-1 1 0,1-1 0,-1 0 0,1 1 0,-1-1 0,1 0 0,-1 1 0,1-1 0,0 0 0,0 1 0,-1-1 0,1 0 0,0 0 0,0 0 0,0 1 0,0-1 0,0 0 0,0 0 0,0 1 0,0-1 0,0 0 0,0 0 0,0 0 0,0 1 0,1-1 0,-1 0 0,0 0 0,1-1 0,1-3 0,0-1 0,0 1 0,1 0 0,0-1 0,0 1 0,0 0 0,0 0 0,1 1 0,0-1 0,0 1 0,0 0 0,0 0 0,6-4 0,-1 2 0,0-1 0,1 1 0,0 0 0,0 1 0,21-8 0,-26 12 0,1-1 0,0 1 0,-1 0 0,1 0 0,0 0 0,0 1 0,0 0 0,0 0 0,0 1 0,0 0 0,0 0 0,-1 0 0,1 1 0,0-1 0,-1 1 0,1 1 0,-1-1 0,0 1 0,0 0 0,0 0 0,8 7 0,4 5 0,-1 1 0,-1 0 0,0 1 0,16 26 0,-17-24 0,-9-13-273,1 1 0,-1-1 0,1 0 0,7 5 0,1-1-6553</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9.228"/>
    </inkml:context>
    <inkml:brush xml:id="br0">
      <inkml:brushProperty name="width" value="0.05" units="cm"/>
      <inkml:brushProperty name="height" value="0.05" units="cm"/>
      <inkml:brushProperty name="color" value="#FF0066"/>
    </inkml:brush>
  </inkml:definitions>
  <inkml:trace contextRef="#ctx0" brushRef="#br0">764 56 24575,'-7'-5'0,"1"0"0,-1 0 0,0 0 0,-1 1 0,1 0 0,-1 0 0,0 1 0,0-1 0,0 2 0,-12-3 0,2 1 0,0 1 0,0 1 0,-33 1 0,25 3 0,1 1 0,0 2 0,0 0 0,0 2 0,1 0 0,-1 2 0,2 1 0,0 0 0,0 2 0,1 1 0,0 0 0,1 2 0,1 0 0,0 2 0,-27 29 0,29-28 0,2 1 0,0 1 0,1 0 0,1 2 0,1-1 0,1 1 0,1 1 0,1 0 0,1 1 0,1 0 0,1 0 0,1 1 0,1 0 0,1 0 0,-1 44 0,7-42 0,0-1 0,2 0 0,1 0 0,1 0 0,1-1 0,1 0 0,1 0 0,1-1 0,1 0 0,2-1 0,0 0 0,1-1 0,2 0 0,33 36 0,-35-43 0,2 0 0,-1-2 0,2 0 0,0 0 0,0-2 0,1 0 0,0-1 0,1-1 0,0-1 0,1 0 0,0-1 0,0-2 0,0 0 0,1-1 0,-1-1 0,1-1 0,0 0 0,0-2 0,25-2 0,-25-1 0,0-1 0,0-1 0,0 0 0,0-2 0,-1 0 0,0-1 0,-1-1 0,0-1 0,0-1 0,-1-1 0,-1 0 0,0-1 0,0-1 0,-1-1 0,14-17 0,-12 11 0,-1-1 0,-1-1 0,-1-1 0,-2 0 0,0-1 0,-1 0 0,-2-1 0,0 0 0,-2-1 0,-1 0 0,4-32 0,-7 29 0,-1 0 0,-1 0 0,-2 0 0,-2-1 0,0 1 0,-2 0 0,-1 1 0,-17-53 0,17 65 0,-2 1 0,0 0 0,-1 1 0,-1 0 0,0 0 0,-1 1 0,-14-15 0,15 19 0,-1 1 0,0 0 0,0 0 0,-1 1 0,0 1 0,0 0 0,-1 1 0,0 0 0,0 0 0,-16-4 0,12 6-136,0 0-1,0 1 1,-1 1-1,1 0 1,-1 1-1,0 1 1,1 1-1,-1 0 0,-16 4 1,-17 6-6690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49.725"/>
    </inkml:context>
    <inkml:brush xml:id="br0">
      <inkml:brushProperty name="width" value="0.05" units="cm"/>
      <inkml:brushProperty name="height" value="0.05" units="cm"/>
      <inkml:brushProperty name="color" value="#FF0066"/>
    </inkml:brush>
  </inkml:definitions>
  <inkml:trace contextRef="#ctx0" brushRef="#br0">326 439 24575,'-1'-6'0,"1"-1"0,-2 1 0,1-1 0,-1 1 0,0 0 0,0 0 0,0 0 0,-4-7 0,-1 1 0,0 0 0,-15-19 0,20 27 0,-1 1 0,0 0 0,0-1 0,0 1 0,0 0 0,0 0 0,-1 1 0,1-1 0,-1 1 0,0-1 0,0 1 0,0 1 0,0-1 0,0 0 0,0 1 0,0 0 0,0 0 0,-1 0 0,1 0 0,-1 1 0,1 0 0,0 0 0,-1 0 0,1 0 0,0 1 0,-1-1 0,1 1 0,0 0 0,0 1 0,-1-1 0,1 1 0,0 0 0,0 0 0,1 0 0,-1 0 0,0 1 0,-3 3 0,-4 2 0,1 2 0,0 0 0,0 0 0,2 1 0,-1 0 0,1 0 0,0 1 0,1 0 0,1 0 0,0 1 0,-4 13 0,6-16 0,0 1 0,1 0 0,1 0 0,0 1 0,0-1 0,1 0 0,0 1 0,1-1 0,0 0 0,1 1 0,1-1 0,0 0 0,5 20 0,-6-28 0,0 1 0,1-1 0,-1 0 0,1 0 0,-1 0 0,1 0 0,0 0 0,0 0 0,0 0 0,1-1 0,-1 1 0,1-1 0,-1 0 0,1 0 0,0 1 0,0-2 0,0 1 0,0 0 0,0-1 0,0 1 0,0-1 0,0 0 0,1 0 0,-1 0 0,1 0 0,-1-1 0,0 0 0,1 1 0,-1-1 0,7-1 0,-2 0 0,0-1 0,0 0 0,1-1 0,-1 1 0,-1-2 0,1 1 0,0-1 0,-1 0 0,0-1 0,0 1 0,10-10 0,-4 2 0,0-1 0,-1 0 0,0-1 0,-2 0 0,1-1 0,-2 0 0,11-23 0,-9 13 0,-1 0 0,-1-1 0,-1 0 0,5-34 0,-5-4 0,-3-1 0,-2 0 0,-8-78 0,17 215 0,23 77 0,-17-78 0,10 52-1365,-16-72-5461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0.380"/>
    </inkml:context>
    <inkml:brush xml:id="br0">
      <inkml:brushProperty name="width" value="0.05" units="cm"/>
      <inkml:brushProperty name="height" value="0.05" units="cm"/>
      <inkml:brushProperty name="color" value="#FF0066"/>
    </inkml:brush>
  </inkml:definitions>
  <inkml:trace contextRef="#ctx0" brushRef="#br0">0 299 24575,'0'2'0,"1"0"0,-1 0 0,1 0 0,-1-1 0,1 1 0,0 0 0,0 0 0,0 0 0,0-1 0,0 1 0,0-1 0,0 1 0,0-1 0,1 1 0,-1-1 0,1 1 0,-1-1 0,1 0 0,-1 0 0,1 0 0,0 0 0,-1 0 0,1 0 0,2 0 0,3 2 0,-1-1 0,0 0 0,1 0 0,-1-1 0,12 2 0,-9-3 0,-1-1 0,1 1 0,0-2 0,-1 1 0,1-1 0,-1-1 0,1 1 0,-1-1 0,0-1 0,0 0 0,-1 0 0,1 0 0,-1-1 0,0 0 0,0-1 0,0 1 0,-1-1 0,9-11 0,-10 11 0,0 1 0,-1-1 0,0-1 0,0 1 0,-1 0 0,0-1 0,0 0 0,-1 0 0,1 0 0,0-7 0,-2 9 0,0-1 0,-1 1 0,0 0 0,0 0 0,0 0 0,-1-1 0,1 1 0,-1 0 0,-1 0 0,1 0 0,-1 0 0,1 0 0,-2 0 0,-4-8 0,6 10 0,-1 0 0,0 1 0,0-1 0,0 1 0,0-1 0,0 1 0,0 0 0,-1 0 0,1 0 0,-1 0 0,1 0 0,-1 1 0,0-1 0,1 1 0,-1 0 0,0 0 0,0 0 0,0 0 0,0 0 0,0 0 0,-1 1 0,1 0 0,0 0 0,-5 0 0,4 0 0,-1 1 0,1 0 0,0 0 0,-1 1 0,1-1 0,0 1 0,0 0 0,0 0 0,0 0 0,0 1 0,0 0 0,0-1 0,1 1 0,0 0 0,-1 1 0,-2 3 0,0 1 0,1 0 0,-1 0 0,2 0 0,-1 0 0,1 1 0,0 0 0,1 0 0,0 0 0,0 0 0,1 1 0,0-1 0,1 1 0,0-1 0,1 1 0,0 9 0,0-13 0,1-1 0,0 0 0,0 0 0,0 0 0,0 0 0,1 0 0,0 0 0,0 0 0,0 0 0,1-1 0,-1 1 0,1-1 0,0 0 0,1 0 0,-1 0 0,1 0 0,-1 0 0,1-1 0,0 1 0,1-1 0,-1 0 0,0-1 0,1 1 0,0-1 0,0 1 0,-1-2 0,1 1 0,9 2 0,-4-3 0,0 1 0,0-2 0,0 1 0,0-1 0,0-1 0,0 0 0,0 0 0,0-1 0,0-1 0,0 1 0,-1-1 0,13-6 0,-6 1 0,0 0 0,-1 0 0,0-2 0,0 0 0,-1 0 0,15-16 0,-17 15 0,-1-1 0,-1 0 0,-1-1 0,1 0 0,-2 0 0,0-1 0,-1 0 0,0-1 0,-1 1 0,0-1 0,-2-1 0,1 1 0,-2-1 0,3-28 0,-6 41 0,0 1 0,0 0 0,0 0 0,0 0 0,0 0 0,-1 0 0,1 0 0,-1 0 0,1 0 0,-1 0 0,0 0 0,0 0 0,0 1 0,0-1 0,0 0 0,-1-1 0,1 2 0,0 0 0,0 0 0,0 0 0,-1 1 0,1-1 0,0 1 0,0-1 0,0 1 0,-1-1 0,1 1 0,0-1 0,0 1 0,-1 0 0,1 0 0,0 0 0,0 0 0,-1 0 0,1 0 0,-2 0 0,-1 1 0,0 0 0,0 0 0,0 1 0,0-1 0,0 1 0,0 0 0,1 0 0,-1 0 0,1 1 0,-1-1 0,1 1 0,0 0 0,0 0 0,-3 3 0,3-2 0,0 0 0,0 1 0,0 0 0,0-1 0,1 1 0,0 0 0,0 0 0,0 0 0,0 0 0,1 1 0,0-1 0,0 0 0,1 0 0,-1 1 0,1-1 0,0 1 0,1-1 0,-1 0 0,1 1 0,0-1 0,0 0 0,1 0 0,-1 1 0,1-1 0,1-1 0,-1 1 0,5 7 0,1 1 0,1-1 0,0 1 0,1-2 0,1 1 0,0-1 0,0-1 0,1 0 0,19 13 0,-28-22 0,0 1 0,-1 0 0,1 0 0,0 0 0,-1 1 0,0-1 0,1 0 0,2 5 0,-5-7 0,0 1 0,1 0 0,-1 0 0,0 0 0,0 0 0,0 0 0,1 0 0,-1 0 0,0 0 0,0 0 0,0 0 0,-1 0 0,1 0 0,0 0 0,0 0 0,0 0 0,-1-1 0,1 1 0,0 0 0,-1 0 0,1 0 0,-1 0 0,1 0 0,-1-1 0,0 1 0,1 0 0,-1 0 0,0-1 0,1 1 0,-1-1 0,0 1 0,0 0 0,-1 0 0,-2 2-105,0 1 0,-1-1 0,0 0 0,0-1 0,0 1 0,0-1 0,0 0 0,-1 0 0,1 0 0,0-1 0,-1 0 0,-10 1 0,-2-2-6721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0.566"/>
    </inkml:context>
    <inkml:brush xml:id="br0">
      <inkml:brushProperty name="width" value="0.05" units="cm"/>
      <inkml:brushProperty name="height" value="0.05" units="cm"/>
      <inkml:brushProperty name="color" value="#FF0066"/>
    </inkml:brush>
  </inkml:definitions>
  <inkml:trace contextRef="#ctx0" brushRef="#br0">1 70 24575,'4'-8'0,"16"-29"0,-19 35 0,1 0 0,-1 0 0,1 0 0,-1 0 0,1 0 0,0 1 0,-1-1 0,1 0 0,0 1 0,0-1 0,0 1 0,5-2 0,-6 3 0,0 0 0,0 0 0,0 0 0,0 0 0,0 0 0,0 0 0,-1 0 0,1 0 0,0 0 0,0 1 0,0-1 0,0 0 0,0 1 0,0-1 0,0 1 0,0-1 0,-1 1 0,1 0 0,0-1 0,0 1 0,-1-1 0,1 1 0,0 0 0,0 1 0,15 22 0,-15-22 0,26 51 0,20 58 0,4 9 0,54 90-1365,-89-171-5461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0.724"/>
    </inkml:context>
    <inkml:brush xml:id="br0">
      <inkml:brushProperty name="width" value="0.05" units="cm"/>
      <inkml:brushProperty name="height" value="0.05" units="cm"/>
      <inkml:brushProperty name="color" value="#FF0066"/>
    </inkml:brush>
  </inkml:definitions>
  <inkml:trace contextRef="#ctx0" brushRef="#br0">1 193 24575,'0'-6'0,"0"-8"0,3-7 0,7-3 0,7-4 0,8 0 0,7 6 0,8 2 0,5 5 0,5 6 0,-1 3 0,-5 7 0,-11 2-8191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1.775"/>
    </inkml:context>
    <inkml:brush xml:id="br0">
      <inkml:brushProperty name="width" value="0.05" units="cm"/>
      <inkml:brushProperty name="height" value="0.05" units="cm"/>
      <inkml:brushProperty name="color" value="#FF0066"/>
    </inkml:brush>
  </inkml:definitions>
  <inkml:trace contextRef="#ctx0" brushRef="#br0">49 390 24575,'-1'-1'0,"-1"1"0,0-1 0,1 1 0,-1-1 0,1 0 0,-1 1 0,1-1 0,-1 0 0,1 0 0,-1 0 0,1 0 0,0 0 0,-1-1 0,1 1 0,0 0 0,0 0 0,0-1 0,0 1 0,-1-3 0,-14-29 0,15 26 0,0 0 0,0 0 0,0 1 0,1-1 0,0 0 0,0 0 0,1 0 0,0 0 0,0 0 0,0 1 0,1-1 0,0 0 0,0 1 0,1 0 0,0-1 0,0 1 0,1 0 0,-1 0 0,1 1 0,0-1 0,8-7 0,-11 12 0,0 0 0,0 0 0,1 0 0,-1 0 0,0 0 0,0 1 0,0-1 0,1 0 0,-1 1 0,0-1 0,1 1 0,-1-1 0,0 1 0,1 0 0,-1 0 0,1-1 0,-1 1 0,0 0 0,1 0 0,-1 1 0,1-1 0,-1 0 0,2 1 0,0 0 0,-1 0 0,1 0 0,-1 0 0,0 1 0,1 0 0,-1-1 0,0 1 0,0 0 0,0 0 0,0 0 0,2 3 0,4 6 0,-1 0 0,0 1 0,9 21 0,-16-32 0,16 33 0,1 3 0,16 51 0,-33-87 0,4 11 0,-5-16 0,-5-27 0,2-18 0,7-85 0,-2 113 0,2 1 0,1 0 0,0 0 0,2 1 0,0-1 0,17-35 0,-21 51 0,0 1 0,0-1 0,1 0 0,-1 1 0,1 0 0,0-1 0,-1 1 0,2 0 0,-1 1 0,0-1 0,4-2 0,-5 4 0,-1 1 0,0-1 0,1 1 0,-1-1 0,1 1 0,-1 0 0,1-1 0,-1 1 0,0 0 0,1 0 0,-1 0 0,1 0 0,-1 1 0,1-1 0,-1 0 0,1 0 0,-1 1 0,1-1 0,-1 1 0,0 0 0,1-1 0,-1 1 0,0 0 0,1 0 0,-1-1 0,0 1 0,0 0 0,0 0 0,0 0 0,0 1 0,0-1 0,0 0 0,0 0 0,1 3 0,6 10 0,0 1 0,-1 0 0,0 1 0,-2 0 0,8 29 0,1 4 0,-4-19 0,-3-8 0,1 0 0,17 35 0,-25-57 0,0 0 0,0 1 0,0-1 0,0 0 0,0 1 0,1-1 0,-1 1 0,0-1 0,0 0 0,0 1 0,1-1 0,-1 0 0,0 0 0,0 1 0,1-1 0,-1 0 0,0 0 0,1 1 0,-1-1 0,0 0 0,1 0 0,-1 0 0,0 1 0,1-1 0,-1 0 0,0 0 0,1 0 0,-1 0 0,1 0 0,-1 0 0,0 0 0,1 0 0,4-11 0,-2-24 0,-3 34 0,1-29 0,1 0 0,7-31 0,-5 45 0,-1 0 0,2 1 0,0-1 0,1 2 0,12-24 0,-16 35 0,0-1 0,0 1 0,1 0 0,0 0 0,-1 0 0,1 0 0,6-5 0,-8 8 0,-1-1 0,1 1 0,0-1 0,0 1 0,0-1 0,1 1 0,-1-1 0,0 1 0,0 0 0,0-1 0,0 1 0,0 0 0,0 0 0,0 0 0,1 0 0,-1 0 0,0 0 0,0 0 0,0 1 0,0-1 0,0 0 0,0 1 0,0-1 0,0 0 0,0 1 0,0 0 0,0-1 0,0 1 0,0-1 0,0 1 0,1 1 0,7 8 33,-1 0 0,0 1 0,0 0 1,-1 0-1,-1 1 0,0 0 0,6 17 0,-3-9-848,14 25 0,-9-24-6011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2.356"/>
    </inkml:context>
    <inkml:brush xml:id="br0">
      <inkml:brushProperty name="width" value="0.05" units="cm"/>
      <inkml:brushProperty name="height" value="0.05" units="cm"/>
      <inkml:brushProperty name="color" value="#FF0066"/>
    </inkml:brush>
  </inkml:definitions>
  <inkml:trace contextRef="#ctx0" brushRef="#br0">87 204 24575,'5'-8'0,"-1"0"0,0-1 0,-1 0 0,0 0 0,0 0 0,-1 0 0,2-15 0,-4 21 0,0-1 0,0 0 0,-1 1 0,1-1 0,-1 0 0,0 1 0,1-1 0,-2 1 0,1-1 0,0 1 0,-1 0 0,0-1 0,1 1 0,-1 0 0,-1 0 0,1 0 0,0 0 0,-1 1 0,1-1 0,-1 1 0,0-1 0,-4-2 0,6 4 0,0 0 0,0 1 0,0-1 0,0 0 0,0 1 0,0-1 0,0 1 0,-1-1 0,1 1 0,0 0 0,0-1 0,0 1 0,-1 0 0,1 0 0,0 0 0,0 0 0,-1 0 0,1 0 0,0 0 0,0 0 0,-1 1 0,-1 0 0,2 0 0,-1 0 0,0 0 0,1 0 0,-1 0 0,0 1 0,1-1 0,-1 0 0,1 1 0,0 0 0,0-1 0,0 1 0,-2 3 0,-1 3 0,0 0 0,1 1 0,0 0 0,-3 18 0,3-13 0,1 1 0,1 0 0,0 0 0,1 0 0,1 0 0,0 0 0,5 21 0,-4-30 0,-1-1 0,1 1 0,0-1 0,1 0 0,-1 0 0,1 0 0,0 0 0,0 0 0,8 8 0,-8-10 0,0-1 0,0 1 0,0-1 0,0 0 0,1 0 0,-1 0 0,1 0 0,-1-1 0,1 1 0,0-1 0,-1 0 0,1 0 0,0 0 0,0 0 0,7-1 0,-8 0 0,0 0 0,1-1 0,-1 1 0,0-1 0,0 0 0,0 0 0,0 0 0,0 0 0,0 0 0,0-1 0,-1 0 0,1 1 0,0-1 0,-1 0 0,1 0 0,-1 0 0,0-1 0,0 1 0,1 0 0,-2-1 0,1 0 0,0 1 0,0-1 0,1-5 0,2-1 0,-1-1 0,-1 1 0,0-1 0,0 1 0,-1-1 0,2-16 0,-1-92 0,3 138 0,2-2 0,0 1 0,1-1 0,1-1 0,1 1 0,0-2 0,25 29 0,-32-41 0,-1-1 0,1 1 0,0-1 0,0 0 0,0-1 0,0 1 0,1 0 0,-1-1 0,1 0 0,-1 0 0,1-1 0,0 1 0,-1-1 0,11 1 0,-13-2 0,1 0 0,-1 0 0,1 0 0,-1-1 0,1 1 0,-1-1 0,1 1 0,-1-1 0,1 0 0,-1 0 0,0 0 0,0-1 0,1 1 0,-1 0 0,0-1 0,0 1 0,0-1 0,0 0 0,-1 0 0,1 0 0,0 0 0,-1 0 0,1 0 0,-1 0 0,0 0 0,0 0 0,0-1 0,0 1 0,0-1 0,0-2 0,3-10 0,-1-1 0,-1 0 0,0 0 0,-1 0 0,-1 1 0,-1-1 0,0 0 0,-1 0 0,0 0 0,-2 1 0,1-1 0,-2 1 0,-8-20 0,12 33 0,0 0 0,0 1 0,0-1 0,0 0 0,0 0 0,0 1 0,0-1 0,-1 1 0,1-1 0,-1 1 0,-1-2 0,3 3 0,0 0 0,0 0 0,0 0 0,-1 0 0,1-1 0,0 1 0,0 0 0,0 0 0,0 0 0,0 0 0,-1 0 0,1 0 0,0 0 0,0 0 0,0 0 0,0 0 0,-1 0 0,1 0 0,0 0 0,0 0 0,0 1 0,0-1 0,0 0 0,-1 0 0,1 0 0,0 0 0,0 0 0,0 0 0,0 0 0,0 0 0,0 0 0,-1 0 0,1 1 0,0-1 0,0 0 0,0 0 0,0 0 0,0 0 0,0 0 0,0 1 0,0-1 0,0 0 0,-1 16 0,3 0 57,2 0 0,-1 0 0,2 0 0,0-1 0,12 25 0,-14-32-189,2 0 1,-1 0 0,1-1-1,0 0 1,0 0 0,1 0 0,0 0-1,1-1 1,-1 0 0,1 0 0,0-1-1,9 5 1,4 0-6695</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2.533"/>
    </inkml:context>
    <inkml:brush xml:id="br0">
      <inkml:brushProperty name="width" value="0.05" units="cm"/>
      <inkml:brushProperty name="height" value="0.05" units="cm"/>
      <inkml:brushProperty name="color" value="#FF0066"/>
    </inkml:brush>
  </inkml:definitions>
  <inkml:trace contextRef="#ctx0" brushRef="#br0">71 52 24575,'-9'-9'0,"-5"-6"0,-4 0 0,1 5 0,7 8 0,7 3 0,6 6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3T03:48:52.726"/>
    </inkml:context>
    <inkml:brush xml:id="br0">
      <inkml:brushProperty name="width" value="0.05" units="cm"/>
      <inkml:brushProperty name="height" value="0.05" units="cm"/>
      <inkml:brushProperty name="color" value="#FF0066"/>
    </inkml:brush>
  </inkml:definitions>
  <inkml:trace contextRef="#ctx0" brushRef="#br0">1 34 24575,'3'-3'0,"1"-3"0,3-2 0,-1-2 0,3 4 0,3 6 0,1 8 0,2 9 0,2 11 0,3 9 0,2 8 0,3 4 0,2 3 0,1 2 0,-2-3 0,-3-4 0,-5-7 0,-5-10-8191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3/3/2026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2.xml"/><Relationship Id="rId1" Type="http://schemas.openxmlformats.org/officeDocument/2006/relationships/themeOverride" Target="../theme/themeOverride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3/3/2026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67662" y="1498600"/>
            <a:ext cx="7008574" cy="711200"/>
          </a:xfrm>
          <a:prstGeom prst="rect">
            <a:avLst/>
          </a:prstGeom>
        </p:spPr>
        <p:txBody>
          <a:bodyPr vert="horz" lIns="91440" tIns="45720" rIns="91440" bIns="45720" rtlCol="0" anchor="ctr">
            <a:noAutofit/>
          </a:bodyPr>
          <a:lstStyle>
            <a:lvl1pPr algn="r">
              <a:defRPr lang="en-US" sz="4799" dirty="0"/>
            </a:lvl1pPr>
          </a:lstStyle>
          <a:p>
            <a:pPr lvl="0"/>
            <a:r>
              <a:rPr lang="en-US" dirty="0"/>
              <a:t>Click to edit title</a:t>
            </a:r>
          </a:p>
        </p:txBody>
      </p:sp>
      <p:sp>
        <p:nvSpPr>
          <p:cNvPr id="3" name="Subtitle 2"/>
          <p:cNvSpPr>
            <a:spLocks noGrp="1"/>
          </p:cNvSpPr>
          <p:nvPr>
            <p:ph type="subTitle" idx="1"/>
          </p:nvPr>
        </p:nvSpPr>
        <p:spPr>
          <a:xfrm>
            <a:off x="4367662" y="2209800"/>
            <a:ext cx="7008574" cy="1219200"/>
          </a:xfrm>
        </p:spPr>
        <p:txBody>
          <a:bodyPr/>
          <a:lstStyle>
            <a:lvl1pPr marL="0" indent="0" algn="r">
              <a:buNone/>
              <a:defRPr>
                <a:solidFill>
                  <a:schemeClr val="bg1">
                    <a:lumMod val="50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525244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609441" y="6356351"/>
            <a:ext cx="2844059" cy="365125"/>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4619795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2833" y="4406901"/>
            <a:ext cx="10360501" cy="1362075"/>
          </a:xfrm>
          <a:prstGeom prst="rect">
            <a:avLst/>
          </a:prstGeom>
        </p:spPr>
        <p:txBody>
          <a:bodyPr anchor="t"/>
          <a:lstStyle>
            <a:lvl1pPr algn="l">
              <a:defRPr sz="4266" b="1" cap="none"/>
            </a:lvl1pPr>
          </a:lstStyle>
          <a:p>
            <a:r>
              <a:rPr lang="en-US"/>
              <a:t>Click to edit title style</a:t>
            </a:r>
            <a:endParaRPr lang="en-US" dirty="0"/>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666">
                <a:solidFill>
                  <a:schemeClr val="tx1">
                    <a:tint val="75000"/>
                  </a:schemeClr>
                </a:solidFill>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304721" y="6356351"/>
            <a:ext cx="2844059" cy="365125"/>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652699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76201"/>
            <a:ext cx="10969943" cy="8128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5383398"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6195986" y="1295400"/>
            <a:ext cx="5383398" cy="4876800"/>
          </a:xfrm>
        </p:spPr>
        <p:txBody>
          <a:bodyPr>
            <a:normAutofit/>
          </a:bodyPr>
          <a:lstStyle>
            <a:lvl1pPr marL="0" inden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196421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8024310"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74661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0461964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203147" y="6375400"/>
            <a:ext cx="2844059" cy="365125"/>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222045" y="279401"/>
            <a:ext cx="10969943" cy="711201"/>
          </a:xfrm>
          <a:prstGeom prst="rect">
            <a:avLst/>
          </a:prstGeom>
        </p:spPr>
        <p:txBody>
          <a:bodyPr/>
          <a:lstStyle>
            <a:lvl1pPr>
              <a:defRPr sz="3466">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77810" y="76201"/>
            <a:ext cx="658210" cy="650287"/>
          </a:xfrm>
          <a:prstGeom prst="rect">
            <a:avLst/>
          </a:prstGeom>
        </p:spPr>
      </p:pic>
    </p:spTree>
    <p:extLst>
      <p:ext uri="{BB962C8B-B14F-4D97-AF65-F5344CB8AC3E}">
        <p14:creationId xmlns:p14="http://schemas.microsoft.com/office/powerpoint/2010/main" val="8626525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203147" y="6356351"/>
            <a:ext cx="2844059" cy="365125"/>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6365134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1092200"/>
            <a:ext cx="4010039" cy="1162051"/>
          </a:xfrm>
          <a:prstGeom prst="rect">
            <a:avLst/>
          </a:prstGeom>
        </p:spPr>
        <p:txBody>
          <a:bodyPr anchor="b"/>
          <a:lstStyle>
            <a:lvl1pPr algn="l">
              <a:defRPr sz="2666" b="1"/>
            </a:lvl1pPr>
          </a:lstStyle>
          <a:p>
            <a:r>
              <a:rPr lang="en-US"/>
              <a:t>Click to edit Master title style</a:t>
            </a:r>
          </a:p>
        </p:txBody>
      </p:sp>
      <p:sp>
        <p:nvSpPr>
          <p:cNvPr id="3" name="Content Placeholder 2"/>
          <p:cNvSpPr>
            <a:spLocks noGrp="1"/>
          </p:cNvSpPr>
          <p:nvPr>
            <p:ph idx="1"/>
          </p:nvPr>
        </p:nvSpPr>
        <p:spPr>
          <a:xfrm>
            <a:off x="4765492" y="1092201"/>
            <a:ext cx="6813892" cy="5033964"/>
          </a:xfrm>
        </p:spPr>
        <p:txBody>
          <a:bodyPr>
            <a:normAutofit/>
          </a:bodyPr>
          <a:lstStyle>
            <a:lvl1pPr>
              <a:defRPr sz="3199"/>
            </a:lvl1pPr>
            <a:lvl2pPr>
              <a:defRPr sz="2666"/>
            </a:lvl2pPr>
            <a:lvl3pPr>
              <a:defRPr sz="2399"/>
            </a:lvl3pPr>
            <a:lvl4pPr>
              <a:defRPr sz="2133"/>
            </a:lvl4pPr>
            <a:lvl5pPr>
              <a:defRPr sz="2133"/>
            </a:lvl5pPr>
            <a:lvl6pPr>
              <a:defRPr sz="2666"/>
            </a:lvl6pPr>
            <a:lvl7pPr>
              <a:defRPr sz="2666"/>
            </a:lvl7pPr>
            <a:lvl8pPr>
              <a:defRPr sz="2666"/>
            </a:lvl8pPr>
            <a:lvl9pPr>
              <a:defRPr sz="266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443" y="2311401"/>
            <a:ext cx="4010039" cy="3814764"/>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9712732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a:prstGeom prst="rect">
            <a:avLst/>
          </a:prstGeom>
        </p:spPr>
        <p:txBody>
          <a:bodyPr anchor="b"/>
          <a:lstStyle>
            <a:lvl1pPr algn="l">
              <a:defRPr sz="2666" b="1"/>
            </a:lvl1pPr>
          </a:lstStyle>
          <a:p>
            <a:r>
              <a:rPr lang="en-US"/>
              <a:t>Click to edit Master title style</a:t>
            </a:r>
          </a:p>
        </p:txBody>
      </p:sp>
      <p:sp>
        <p:nvSpPr>
          <p:cNvPr id="3" name="Picture Placeholder 2"/>
          <p:cNvSpPr>
            <a:spLocks noGrp="1"/>
          </p:cNvSpPr>
          <p:nvPr>
            <p:ph type="pic" idx="1"/>
          </p:nvPr>
        </p:nvSpPr>
        <p:spPr>
          <a:xfrm>
            <a:off x="2389095" y="1193799"/>
            <a:ext cx="7313295" cy="3533775"/>
          </a:xfrm>
        </p:spPr>
        <p:txBody>
          <a:bodyPr/>
          <a:lstStyle>
            <a:lvl1pPr marL="0" indent="0">
              <a:buNone/>
              <a:defRPr sz="4266"/>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endParaRPr lang="en-US"/>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3111484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4600282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6898" y="1396999"/>
            <a:ext cx="2742486" cy="4729164"/>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609441" y="1396999"/>
            <a:ext cx="8024310" cy="47291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4851510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441" y="1803400"/>
            <a:ext cx="10969943" cy="1727200"/>
          </a:xfrm>
          <a:prstGeom prst="rect">
            <a:avLst/>
          </a:prstGeom>
        </p:spPr>
        <p:txBody>
          <a:bodyPr/>
          <a:lstStyle>
            <a:lvl1pPr algn="l">
              <a:defRPr sz="7998"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609441" y="3530600"/>
            <a:ext cx="10969943" cy="1219200"/>
          </a:xfrm>
        </p:spPr>
        <p:txBody>
          <a:bodyPr/>
          <a:lstStyle>
            <a:lvl1pPr marL="0" indent="0" algn="l">
              <a:buNone/>
              <a:defRPr>
                <a:solidFill>
                  <a:schemeClr val="tx1">
                    <a:lumMod val="85000"/>
                    <a:lumOff val="15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31811354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3/3/2026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441" y="1295401"/>
            <a:ext cx="10969943" cy="483076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940CB006-912F-44E1-9560-9CBFEBE946EF}" type="datetime4">
              <a:rPr lang="en-US" smtClean="0"/>
              <a:t>March 3, 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2657815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hdr="0"/>
  <p:txStyles>
    <p:titleStyle>
      <a:lvl1pPr algn="l" defTabSz="1218895" rtl="0" eaLnBrk="1" latinLnBrk="0" hangingPunct="1">
        <a:spcBef>
          <a:spcPct val="0"/>
        </a:spcBef>
        <a:buNone/>
        <a:defRPr lang="en-US" sz="3732"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457086" indent="-457086" algn="l" defTabSz="1218895" rtl="0" eaLnBrk="1" latinLnBrk="0" hangingPunct="1">
        <a:spcBef>
          <a:spcPct val="20000"/>
        </a:spcBef>
        <a:buFont typeface="Arial" pitchFamily="34" charset="0"/>
        <a:buChar char="•"/>
        <a:defRPr sz="3199" kern="1200">
          <a:solidFill>
            <a:schemeClr val="tx1"/>
          </a:solidFill>
          <a:latin typeface="+mn-lt"/>
          <a:ea typeface="+mn-ea"/>
          <a:cs typeface="+mn-cs"/>
        </a:defRPr>
      </a:lvl1pPr>
      <a:lvl2pPr marL="990352" indent="-380905"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2pPr>
      <a:lvl3pPr marL="1523619" indent="-304724" algn="l" defTabSz="1218895"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2133067"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4pPr>
      <a:lvl5pPr marL="2742514"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5pPr>
      <a:lvl6pPr marL="3351962"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409"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85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305"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sap.com/products/technology-platform/build.html" TargetMode="Externa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17" Type="http://schemas.openxmlformats.org/officeDocument/2006/relationships/image" Target="../media/image67.png"/><Relationship Id="rId299" Type="http://schemas.openxmlformats.org/officeDocument/2006/relationships/image" Target="../media/image158.png"/><Relationship Id="rId21" Type="http://schemas.openxmlformats.org/officeDocument/2006/relationships/image" Target="../media/image20.png"/><Relationship Id="rId63" Type="http://schemas.openxmlformats.org/officeDocument/2006/relationships/image" Target="../media/image41.png"/><Relationship Id="rId159" Type="http://schemas.openxmlformats.org/officeDocument/2006/relationships/image" Target="../media/image88.png"/><Relationship Id="rId170" Type="http://schemas.openxmlformats.org/officeDocument/2006/relationships/customXml" Target="../ink/ink86.xml"/><Relationship Id="rId226" Type="http://schemas.openxmlformats.org/officeDocument/2006/relationships/customXml" Target="../ink/ink114.xml"/><Relationship Id="rId268" Type="http://schemas.openxmlformats.org/officeDocument/2006/relationships/customXml" Target="../ink/ink135.xml"/><Relationship Id="rId32" Type="http://schemas.openxmlformats.org/officeDocument/2006/relationships/customXml" Target="../ink/ink16.xml"/><Relationship Id="rId74" Type="http://schemas.openxmlformats.org/officeDocument/2006/relationships/customXml" Target="../ink/ink37.xml"/><Relationship Id="rId128" Type="http://schemas.openxmlformats.org/officeDocument/2006/relationships/customXml" Target="../ink/ink65.xml"/><Relationship Id="rId5" Type="http://schemas.openxmlformats.org/officeDocument/2006/relationships/image" Target="../media/image12.png"/><Relationship Id="rId181" Type="http://schemas.openxmlformats.org/officeDocument/2006/relationships/image" Target="../media/image99.png"/><Relationship Id="rId237" Type="http://schemas.openxmlformats.org/officeDocument/2006/relationships/image" Target="../media/image127.png"/><Relationship Id="rId279" Type="http://schemas.openxmlformats.org/officeDocument/2006/relationships/image" Target="../media/image148.png"/><Relationship Id="rId43" Type="http://schemas.openxmlformats.org/officeDocument/2006/relationships/image" Target="../media/image31.png"/><Relationship Id="rId139" Type="http://schemas.openxmlformats.org/officeDocument/2006/relationships/image" Target="../media/image78.png"/><Relationship Id="rId290" Type="http://schemas.openxmlformats.org/officeDocument/2006/relationships/customXml" Target="../ink/ink146.xml"/><Relationship Id="rId304" Type="http://schemas.openxmlformats.org/officeDocument/2006/relationships/customXml" Target="../ink/ink153.xml"/><Relationship Id="rId85" Type="http://schemas.openxmlformats.org/officeDocument/2006/relationships/image" Target="../media/image51.png"/><Relationship Id="rId150" Type="http://schemas.openxmlformats.org/officeDocument/2006/relationships/customXml" Target="../ink/ink76.xml"/><Relationship Id="rId192" Type="http://schemas.openxmlformats.org/officeDocument/2006/relationships/customXml" Target="../ink/ink97.xml"/><Relationship Id="rId206" Type="http://schemas.openxmlformats.org/officeDocument/2006/relationships/customXml" Target="../ink/ink104.xml"/><Relationship Id="rId248" Type="http://schemas.openxmlformats.org/officeDocument/2006/relationships/customXml" Target="../ink/ink125.xml"/><Relationship Id="rId12" Type="http://schemas.openxmlformats.org/officeDocument/2006/relationships/customXml" Target="../ink/ink6.xml"/><Relationship Id="rId108" Type="http://schemas.openxmlformats.org/officeDocument/2006/relationships/customXml" Target="../ink/ink55.xml"/><Relationship Id="rId54" Type="http://schemas.openxmlformats.org/officeDocument/2006/relationships/customXml" Target="../ink/ink27.xml"/><Relationship Id="rId96" Type="http://schemas.openxmlformats.org/officeDocument/2006/relationships/customXml" Target="../ink/ink49.xml"/><Relationship Id="rId161" Type="http://schemas.openxmlformats.org/officeDocument/2006/relationships/image" Target="../media/image89.png"/><Relationship Id="rId217" Type="http://schemas.openxmlformats.org/officeDocument/2006/relationships/image" Target="../media/image117.png"/><Relationship Id="rId259" Type="http://schemas.openxmlformats.org/officeDocument/2006/relationships/image" Target="../media/image138.png"/><Relationship Id="rId23" Type="http://schemas.openxmlformats.org/officeDocument/2006/relationships/image" Target="../media/image21.png"/><Relationship Id="rId119" Type="http://schemas.openxmlformats.org/officeDocument/2006/relationships/image" Target="../media/image68.png"/><Relationship Id="rId270" Type="http://schemas.openxmlformats.org/officeDocument/2006/relationships/customXml" Target="../ink/ink136.xml"/><Relationship Id="rId291" Type="http://schemas.openxmlformats.org/officeDocument/2006/relationships/image" Target="../media/image154.png"/><Relationship Id="rId305" Type="http://schemas.openxmlformats.org/officeDocument/2006/relationships/image" Target="../media/image161.png"/><Relationship Id="rId44" Type="http://schemas.openxmlformats.org/officeDocument/2006/relationships/customXml" Target="../ink/ink22.xml"/><Relationship Id="rId65" Type="http://schemas.openxmlformats.org/officeDocument/2006/relationships/image" Target="../media/image42.png"/><Relationship Id="rId86" Type="http://schemas.openxmlformats.org/officeDocument/2006/relationships/customXml" Target="../ink/ink44.xml"/><Relationship Id="rId130" Type="http://schemas.openxmlformats.org/officeDocument/2006/relationships/customXml" Target="../ink/ink66.xml"/><Relationship Id="rId151" Type="http://schemas.openxmlformats.org/officeDocument/2006/relationships/image" Target="../media/image84.png"/><Relationship Id="rId172" Type="http://schemas.openxmlformats.org/officeDocument/2006/relationships/customXml" Target="../ink/ink87.xml"/><Relationship Id="rId193" Type="http://schemas.openxmlformats.org/officeDocument/2006/relationships/image" Target="../media/image105.png"/><Relationship Id="rId207" Type="http://schemas.openxmlformats.org/officeDocument/2006/relationships/image" Target="../media/image112.png"/><Relationship Id="rId228" Type="http://schemas.openxmlformats.org/officeDocument/2006/relationships/customXml" Target="../ink/ink115.xml"/><Relationship Id="rId249" Type="http://schemas.openxmlformats.org/officeDocument/2006/relationships/image" Target="../media/image133.png"/><Relationship Id="rId13" Type="http://schemas.openxmlformats.org/officeDocument/2006/relationships/image" Target="../media/image16.png"/><Relationship Id="rId109" Type="http://schemas.openxmlformats.org/officeDocument/2006/relationships/image" Target="../media/image63.png"/><Relationship Id="rId260" Type="http://schemas.openxmlformats.org/officeDocument/2006/relationships/customXml" Target="../ink/ink131.xml"/><Relationship Id="rId281" Type="http://schemas.openxmlformats.org/officeDocument/2006/relationships/image" Target="../media/image149.png"/><Relationship Id="rId34" Type="http://schemas.openxmlformats.org/officeDocument/2006/relationships/customXml" Target="../ink/ink17.xml"/><Relationship Id="rId55" Type="http://schemas.openxmlformats.org/officeDocument/2006/relationships/image" Target="../media/image37.png"/><Relationship Id="rId76" Type="http://schemas.openxmlformats.org/officeDocument/2006/relationships/customXml" Target="../ink/ink38.xml"/><Relationship Id="rId97" Type="http://schemas.openxmlformats.org/officeDocument/2006/relationships/image" Target="../media/image57.png"/><Relationship Id="rId120" Type="http://schemas.openxmlformats.org/officeDocument/2006/relationships/customXml" Target="../ink/ink61.xml"/><Relationship Id="rId141" Type="http://schemas.openxmlformats.org/officeDocument/2006/relationships/image" Target="../media/image79.png"/><Relationship Id="rId7" Type="http://schemas.openxmlformats.org/officeDocument/2006/relationships/image" Target="../media/image13.png"/><Relationship Id="rId162" Type="http://schemas.openxmlformats.org/officeDocument/2006/relationships/customXml" Target="../ink/ink82.xml"/><Relationship Id="rId183" Type="http://schemas.openxmlformats.org/officeDocument/2006/relationships/image" Target="../media/image100.png"/><Relationship Id="rId218" Type="http://schemas.openxmlformats.org/officeDocument/2006/relationships/customXml" Target="../ink/ink110.xml"/><Relationship Id="rId239" Type="http://schemas.openxmlformats.org/officeDocument/2006/relationships/image" Target="../media/image128.png"/><Relationship Id="rId250" Type="http://schemas.openxmlformats.org/officeDocument/2006/relationships/customXml" Target="../ink/ink126.xml"/><Relationship Id="rId271" Type="http://schemas.openxmlformats.org/officeDocument/2006/relationships/image" Target="../media/image144.png"/><Relationship Id="rId292" Type="http://schemas.openxmlformats.org/officeDocument/2006/relationships/customXml" Target="../ink/ink147.xml"/><Relationship Id="rId24" Type="http://schemas.openxmlformats.org/officeDocument/2006/relationships/customXml" Target="../ink/ink12.xml"/><Relationship Id="rId45" Type="http://schemas.openxmlformats.org/officeDocument/2006/relationships/image" Target="../media/image32.png"/><Relationship Id="rId66" Type="http://schemas.openxmlformats.org/officeDocument/2006/relationships/customXml" Target="../ink/ink33.xml"/><Relationship Id="rId87" Type="http://schemas.openxmlformats.org/officeDocument/2006/relationships/image" Target="../media/image52.png"/><Relationship Id="rId110" Type="http://schemas.openxmlformats.org/officeDocument/2006/relationships/customXml" Target="../ink/ink56.xml"/><Relationship Id="rId131" Type="http://schemas.openxmlformats.org/officeDocument/2006/relationships/image" Target="../media/image74.png"/><Relationship Id="rId152" Type="http://schemas.openxmlformats.org/officeDocument/2006/relationships/customXml" Target="../ink/ink77.xml"/><Relationship Id="rId173" Type="http://schemas.openxmlformats.org/officeDocument/2006/relationships/image" Target="../media/image95.png"/><Relationship Id="rId194" Type="http://schemas.openxmlformats.org/officeDocument/2006/relationships/customXml" Target="../ink/ink98.xml"/><Relationship Id="rId208" Type="http://schemas.openxmlformats.org/officeDocument/2006/relationships/customXml" Target="../ink/ink105.xml"/><Relationship Id="rId229" Type="http://schemas.openxmlformats.org/officeDocument/2006/relationships/image" Target="../media/image123.png"/><Relationship Id="rId240" Type="http://schemas.openxmlformats.org/officeDocument/2006/relationships/customXml" Target="../ink/ink121.xml"/><Relationship Id="rId261" Type="http://schemas.openxmlformats.org/officeDocument/2006/relationships/image" Target="../media/image139.png"/><Relationship Id="rId14" Type="http://schemas.openxmlformats.org/officeDocument/2006/relationships/customXml" Target="../ink/ink7.xml"/><Relationship Id="rId35" Type="http://schemas.openxmlformats.org/officeDocument/2006/relationships/image" Target="../media/image27.png"/><Relationship Id="rId56" Type="http://schemas.openxmlformats.org/officeDocument/2006/relationships/customXml" Target="../ink/ink28.xml"/><Relationship Id="rId77" Type="http://schemas.openxmlformats.org/officeDocument/2006/relationships/image" Target="../media/image48.png"/><Relationship Id="rId100" Type="http://schemas.openxmlformats.org/officeDocument/2006/relationships/customXml" Target="../ink/ink51.xml"/><Relationship Id="rId282" Type="http://schemas.openxmlformats.org/officeDocument/2006/relationships/customXml" Target="../ink/ink142.xml"/><Relationship Id="rId8" Type="http://schemas.openxmlformats.org/officeDocument/2006/relationships/customXml" Target="../ink/ink4.xml"/><Relationship Id="rId98" Type="http://schemas.openxmlformats.org/officeDocument/2006/relationships/customXml" Target="../ink/ink50.xml"/><Relationship Id="rId121" Type="http://schemas.openxmlformats.org/officeDocument/2006/relationships/image" Target="../media/image69.png"/><Relationship Id="rId142" Type="http://schemas.openxmlformats.org/officeDocument/2006/relationships/customXml" Target="../ink/ink72.xml"/><Relationship Id="rId163" Type="http://schemas.openxmlformats.org/officeDocument/2006/relationships/image" Target="../media/image90.png"/><Relationship Id="rId184" Type="http://schemas.openxmlformats.org/officeDocument/2006/relationships/customXml" Target="../ink/ink93.xml"/><Relationship Id="rId219" Type="http://schemas.openxmlformats.org/officeDocument/2006/relationships/image" Target="../media/image118.png"/><Relationship Id="rId230" Type="http://schemas.openxmlformats.org/officeDocument/2006/relationships/customXml" Target="../ink/ink116.xml"/><Relationship Id="rId251" Type="http://schemas.openxmlformats.org/officeDocument/2006/relationships/image" Target="../media/image134.png"/><Relationship Id="rId25" Type="http://schemas.openxmlformats.org/officeDocument/2006/relationships/image" Target="../media/image22.png"/><Relationship Id="rId46" Type="http://schemas.openxmlformats.org/officeDocument/2006/relationships/customXml" Target="../ink/ink23.xml"/><Relationship Id="rId67" Type="http://schemas.openxmlformats.org/officeDocument/2006/relationships/image" Target="../media/image43.png"/><Relationship Id="rId272" Type="http://schemas.openxmlformats.org/officeDocument/2006/relationships/customXml" Target="../ink/ink137.xml"/><Relationship Id="rId293" Type="http://schemas.openxmlformats.org/officeDocument/2006/relationships/image" Target="../media/image155.png"/><Relationship Id="rId88" Type="http://schemas.openxmlformats.org/officeDocument/2006/relationships/customXml" Target="../ink/ink45.xml"/><Relationship Id="rId111" Type="http://schemas.openxmlformats.org/officeDocument/2006/relationships/image" Target="../media/image64.png"/><Relationship Id="rId132" Type="http://schemas.openxmlformats.org/officeDocument/2006/relationships/customXml" Target="../ink/ink67.xml"/><Relationship Id="rId153" Type="http://schemas.openxmlformats.org/officeDocument/2006/relationships/image" Target="../media/image85.png"/><Relationship Id="rId174" Type="http://schemas.openxmlformats.org/officeDocument/2006/relationships/customXml" Target="../ink/ink88.xml"/><Relationship Id="rId195" Type="http://schemas.openxmlformats.org/officeDocument/2006/relationships/image" Target="../media/image106.png"/><Relationship Id="rId209" Type="http://schemas.openxmlformats.org/officeDocument/2006/relationships/image" Target="../media/image113.png"/><Relationship Id="rId220" Type="http://schemas.openxmlformats.org/officeDocument/2006/relationships/customXml" Target="../ink/ink111.xml"/><Relationship Id="rId241" Type="http://schemas.openxmlformats.org/officeDocument/2006/relationships/image" Target="../media/image129.png"/><Relationship Id="rId15" Type="http://schemas.openxmlformats.org/officeDocument/2006/relationships/image" Target="../media/image17.png"/><Relationship Id="rId36" Type="http://schemas.openxmlformats.org/officeDocument/2006/relationships/customXml" Target="../ink/ink18.xml"/><Relationship Id="rId57" Type="http://schemas.openxmlformats.org/officeDocument/2006/relationships/image" Target="../media/image38.png"/><Relationship Id="rId262" Type="http://schemas.openxmlformats.org/officeDocument/2006/relationships/customXml" Target="../ink/ink132.xml"/><Relationship Id="rId283" Type="http://schemas.openxmlformats.org/officeDocument/2006/relationships/image" Target="../media/image150.png"/><Relationship Id="rId78" Type="http://schemas.openxmlformats.org/officeDocument/2006/relationships/customXml" Target="../ink/ink39.xml"/><Relationship Id="rId99" Type="http://schemas.openxmlformats.org/officeDocument/2006/relationships/image" Target="../media/image58.png"/><Relationship Id="rId101" Type="http://schemas.openxmlformats.org/officeDocument/2006/relationships/image" Target="../media/image59.png"/><Relationship Id="rId122" Type="http://schemas.openxmlformats.org/officeDocument/2006/relationships/customXml" Target="../ink/ink62.xml"/><Relationship Id="rId143" Type="http://schemas.openxmlformats.org/officeDocument/2006/relationships/image" Target="../media/image80.png"/><Relationship Id="rId164" Type="http://schemas.openxmlformats.org/officeDocument/2006/relationships/customXml" Target="../ink/ink83.xml"/><Relationship Id="rId185" Type="http://schemas.openxmlformats.org/officeDocument/2006/relationships/image" Target="../media/image101.png"/><Relationship Id="rId9" Type="http://schemas.openxmlformats.org/officeDocument/2006/relationships/image" Target="../media/image14.png"/><Relationship Id="rId210" Type="http://schemas.openxmlformats.org/officeDocument/2006/relationships/customXml" Target="../ink/ink106.xml"/><Relationship Id="rId26" Type="http://schemas.openxmlformats.org/officeDocument/2006/relationships/customXml" Target="../ink/ink13.xml"/><Relationship Id="rId231" Type="http://schemas.openxmlformats.org/officeDocument/2006/relationships/image" Target="../media/image124.png"/><Relationship Id="rId252" Type="http://schemas.openxmlformats.org/officeDocument/2006/relationships/customXml" Target="../ink/ink127.xml"/><Relationship Id="rId273" Type="http://schemas.openxmlformats.org/officeDocument/2006/relationships/image" Target="../media/image145.png"/><Relationship Id="rId294" Type="http://schemas.openxmlformats.org/officeDocument/2006/relationships/customXml" Target="../ink/ink148.xml"/><Relationship Id="rId47" Type="http://schemas.openxmlformats.org/officeDocument/2006/relationships/image" Target="../media/image33.png"/><Relationship Id="rId68" Type="http://schemas.openxmlformats.org/officeDocument/2006/relationships/customXml" Target="../ink/ink34.xml"/><Relationship Id="rId89" Type="http://schemas.openxmlformats.org/officeDocument/2006/relationships/image" Target="../media/image53.png"/><Relationship Id="rId112" Type="http://schemas.openxmlformats.org/officeDocument/2006/relationships/customXml" Target="../ink/ink57.xml"/><Relationship Id="rId133" Type="http://schemas.openxmlformats.org/officeDocument/2006/relationships/image" Target="../media/image75.png"/><Relationship Id="rId154" Type="http://schemas.openxmlformats.org/officeDocument/2006/relationships/customXml" Target="../ink/ink78.xml"/><Relationship Id="rId175" Type="http://schemas.openxmlformats.org/officeDocument/2006/relationships/image" Target="../media/image96.png"/><Relationship Id="rId196" Type="http://schemas.openxmlformats.org/officeDocument/2006/relationships/customXml" Target="../ink/ink99.xml"/><Relationship Id="rId200" Type="http://schemas.openxmlformats.org/officeDocument/2006/relationships/customXml" Target="../ink/ink101.xml"/><Relationship Id="rId16" Type="http://schemas.openxmlformats.org/officeDocument/2006/relationships/customXml" Target="../ink/ink8.xml"/><Relationship Id="rId221" Type="http://schemas.openxmlformats.org/officeDocument/2006/relationships/image" Target="../media/image119.png"/><Relationship Id="rId242" Type="http://schemas.openxmlformats.org/officeDocument/2006/relationships/customXml" Target="../ink/ink122.xml"/><Relationship Id="rId263" Type="http://schemas.openxmlformats.org/officeDocument/2006/relationships/image" Target="../media/image140.png"/><Relationship Id="rId284" Type="http://schemas.openxmlformats.org/officeDocument/2006/relationships/customXml" Target="../ink/ink143.xml"/><Relationship Id="rId37" Type="http://schemas.openxmlformats.org/officeDocument/2006/relationships/image" Target="../media/image28.png"/><Relationship Id="rId58" Type="http://schemas.openxmlformats.org/officeDocument/2006/relationships/customXml" Target="../ink/ink29.xml"/><Relationship Id="rId79" Type="http://schemas.openxmlformats.org/officeDocument/2006/relationships/image" Target="../media/image49.png"/><Relationship Id="rId102" Type="http://schemas.openxmlformats.org/officeDocument/2006/relationships/customXml" Target="../ink/ink52.xml"/><Relationship Id="rId123" Type="http://schemas.openxmlformats.org/officeDocument/2006/relationships/image" Target="../media/image70.png"/><Relationship Id="rId144" Type="http://schemas.openxmlformats.org/officeDocument/2006/relationships/customXml" Target="../ink/ink73.xml"/><Relationship Id="rId90" Type="http://schemas.openxmlformats.org/officeDocument/2006/relationships/customXml" Target="../ink/ink46.xml"/><Relationship Id="rId165" Type="http://schemas.openxmlformats.org/officeDocument/2006/relationships/image" Target="../media/image91.png"/><Relationship Id="rId186" Type="http://schemas.openxmlformats.org/officeDocument/2006/relationships/customXml" Target="../ink/ink94.xml"/><Relationship Id="rId211" Type="http://schemas.openxmlformats.org/officeDocument/2006/relationships/image" Target="../media/image114.png"/><Relationship Id="rId232" Type="http://schemas.openxmlformats.org/officeDocument/2006/relationships/customXml" Target="../ink/ink117.xml"/><Relationship Id="rId253" Type="http://schemas.openxmlformats.org/officeDocument/2006/relationships/image" Target="../media/image135.png"/><Relationship Id="rId274" Type="http://schemas.openxmlformats.org/officeDocument/2006/relationships/customXml" Target="../ink/ink138.xml"/><Relationship Id="rId295" Type="http://schemas.openxmlformats.org/officeDocument/2006/relationships/image" Target="../media/image156.png"/><Relationship Id="rId27" Type="http://schemas.openxmlformats.org/officeDocument/2006/relationships/image" Target="../media/image23.png"/><Relationship Id="rId48" Type="http://schemas.openxmlformats.org/officeDocument/2006/relationships/customXml" Target="../ink/ink24.xml"/><Relationship Id="rId69" Type="http://schemas.openxmlformats.org/officeDocument/2006/relationships/image" Target="../media/image44.png"/><Relationship Id="rId113" Type="http://schemas.openxmlformats.org/officeDocument/2006/relationships/image" Target="../media/image65.png"/><Relationship Id="rId134" Type="http://schemas.openxmlformats.org/officeDocument/2006/relationships/customXml" Target="../ink/ink68.xml"/><Relationship Id="rId80" Type="http://schemas.openxmlformats.org/officeDocument/2006/relationships/customXml" Target="../ink/ink40.xml"/><Relationship Id="rId155" Type="http://schemas.openxmlformats.org/officeDocument/2006/relationships/image" Target="../media/image86.png"/><Relationship Id="rId176" Type="http://schemas.openxmlformats.org/officeDocument/2006/relationships/customXml" Target="../ink/ink89.xml"/><Relationship Id="rId197" Type="http://schemas.openxmlformats.org/officeDocument/2006/relationships/image" Target="../media/image107.png"/><Relationship Id="rId201" Type="http://schemas.openxmlformats.org/officeDocument/2006/relationships/image" Target="../media/image109.png"/><Relationship Id="rId222" Type="http://schemas.openxmlformats.org/officeDocument/2006/relationships/customXml" Target="../ink/ink112.xml"/><Relationship Id="rId243" Type="http://schemas.openxmlformats.org/officeDocument/2006/relationships/image" Target="../media/image130.png"/><Relationship Id="rId264" Type="http://schemas.openxmlformats.org/officeDocument/2006/relationships/customXml" Target="../ink/ink133.xml"/><Relationship Id="rId285" Type="http://schemas.openxmlformats.org/officeDocument/2006/relationships/image" Target="../media/image151.png"/><Relationship Id="rId17" Type="http://schemas.openxmlformats.org/officeDocument/2006/relationships/image" Target="../media/image18.png"/><Relationship Id="rId38" Type="http://schemas.openxmlformats.org/officeDocument/2006/relationships/customXml" Target="../ink/ink19.xml"/><Relationship Id="rId59" Type="http://schemas.openxmlformats.org/officeDocument/2006/relationships/image" Target="../media/image39.png"/><Relationship Id="rId103" Type="http://schemas.openxmlformats.org/officeDocument/2006/relationships/image" Target="../media/image60.png"/><Relationship Id="rId124" Type="http://schemas.openxmlformats.org/officeDocument/2006/relationships/customXml" Target="../ink/ink63.xml"/><Relationship Id="rId70" Type="http://schemas.openxmlformats.org/officeDocument/2006/relationships/customXml" Target="../ink/ink35.xml"/><Relationship Id="rId91" Type="http://schemas.openxmlformats.org/officeDocument/2006/relationships/image" Target="../media/image54.png"/><Relationship Id="rId145" Type="http://schemas.openxmlformats.org/officeDocument/2006/relationships/image" Target="../media/image81.png"/><Relationship Id="rId166" Type="http://schemas.openxmlformats.org/officeDocument/2006/relationships/customXml" Target="../ink/ink84.xml"/><Relationship Id="rId187" Type="http://schemas.openxmlformats.org/officeDocument/2006/relationships/image" Target="../media/image102.png"/><Relationship Id="rId1" Type="http://schemas.openxmlformats.org/officeDocument/2006/relationships/slideLayout" Target="../slideLayouts/slideLayout18.xml"/><Relationship Id="rId212" Type="http://schemas.openxmlformats.org/officeDocument/2006/relationships/customXml" Target="../ink/ink107.xml"/><Relationship Id="rId233" Type="http://schemas.openxmlformats.org/officeDocument/2006/relationships/image" Target="../media/image125.png"/><Relationship Id="rId254" Type="http://schemas.openxmlformats.org/officeDocument/2006/relationships/customXml" Target="../ink/ink128.xml"/><Relationship Id="rId28" Type="http://schemas.openxmlformats.org/officeDocument/2006/relationships/customXml" Target="../ink/ink14.xml"/><Relationship Id="rId49" Type="http://schemas.openxmlformats.org/officeDocument/2006/relationships/image" Target="../media/image34.png"/><Relationship Id="rId114" Type="http://schemas.openxmlformats.org/officeDocument/2006/relationships/customXml" Target="../ink/ink58.xml"/><Relationship Id="rId275" Type="http://schemas.openxmlformats.org/officeDocument/2006/relationships/image" Target="../media/image146.png"/><Relationship Id="rId296" Type="http://schemas.openxmlformats.org/officeDocument/2006/relationships/customXml" Target="../ink/ink149.xml"/><Relationship Id="rId300" Type="http://schemas.openxmlformats.org/officeDocument/2006/relationships/customXml" Target="../ink/ink151.xml"/><Relationship Id="rId60" Type="http://schemas.openxmlformats.org/officeDocument/2006/relationships/customXml" Target="../ink/ink30.xml"/><Relationship Id="rId81" Type="http://schemas.openxmlformats.org/officeDocument/2006/relationships/customXml" Target="../ink/ink41.xml"/><Relationship Id="rId135" Type="http://schemas.openxmlformats.org/officeDocument/2006/relationships/image" Target="../media/image76.png"/><Relationship Id="rId156" Type="http://schemas.openxmlformats.org/officeDocument/2006/relationships/customXml" Target="../ink/ink79.xml"/><Relationship Id="rId177" Type="http://schemas.openxmlformats.org/officeDocument/2006/relationships/image" Target="../media/image97.png"/><Relationship Id="rId198" Type="http://schemas.openxmlformats.org/officeDocument/2006/relationships/customXml" Target="../ink/ink100.xml"/><Relationship Id="rId202" Type="http://schemas.openxmlformats.org/officeDocument/2006/relationships/customXml" Target="../ink/ink102.xml"/><Relationship Id="rId223" Type="http://schemas.openxmlformats.org/officeDocument/2006/relationships/image" Target="../media/image120.png"/><Relationship Id="rId244" Type="http://schemas.openxmlformats.org/officeDocument/2006/relationships/customXml" Target="../ink/ink123.xml"/><Relationship Id="rId18" Type="http://schemas.openxmlformats.org/officeDocument/2006/relationships/customXml" Target="../ink/ink9.xml"/><Relationship Id="rId39" Type="http://schemas.openxmlformats.org/officeDocument/2006/relationships/image" Target="../media/image29.png"/><Relationship Id="rId265" Type="http://schemas.openxmlformats.org/officeDocument/2006/relationships/image" Target="../media/image141.png"/><Relationship Id="rId286" Type="http://schemas.openxmlformats.org/officeDocument/2006/relationships/customXml" Target="../ink/ink144.xml"/><Relationship Id="rId50" Type="http://schemas.openxmlformats.org/officeDocument/2006/relationships/customXml" Target="../ink/ink25.xml"/><Relationship Id="rId104" Type="http://schemas.openxmlformats.org/officeDocument/2006/relationships/customXml" Target="../ink/ink53.xml"/><Relationship Id="rId125" Type="http://schemas.openxmlformats.org/officeDocument/2006/relationships/image" Target="../media/image71.png"/><Relationship Id="rId146" Type="http://schemas.openxmlformats.org/officeDocument/2006/relationships/customXml" Target="../ink/ink74.xml"/><Relationship Id="rId167" Type="http://schemas.openxmlformats.org/officeDocument/2006/relationships/image" Target="../media/image92.png"/><Relationship Id="rId188" Type="http://schemas.openxmlformats.org/officeDocument/2006/relationships/customXml" Target="../ink/ink95.xml"/><Relationship Id="rId71" Type="http://schemas.openxmlformats.org/officeDocument/2006/relationships/image" Target="../media/image45.png"/><Relationship Id="rId92" Type="http://schemas.openxmlformats.org/officeDocument/2006/relationships/customXml" Target="../ink/ink47.xml"/><Relationship Id="rId213" Type="http://schemas.openxmlformats.org/officeDocument/2006/relationships/image" Target="../media/image115.png"/><Relationship Id="rId234" Type="http://schemas.openxmlformats.org/officeDocument/2006/relationships/customXml" Target="../ink/ink118.xml"/><Relationship Id="rId2" Type="http://schemas.openxmlformats.org/officeDocument/2006/relationships/customXml" Target="../ink/ink1.xml"/><Relationship Id="rId29" Type="http://schemas.openxmlformats.org/officeDocument/2006/relationships/image" Target="../media/image24.png"/><Relationship Id="rId255" Type="http://schemas.openxmlformats.org/officeDocument/2006/relationships/image" Target="../media/image136.png"/><Relationship Id="rId276" Type="http://schemas.openxmlformats.org/officeDocument/2006/relationships/customXml" Target="../ink/ink139.xml"/><Relationship Id="rId297" Type="http://schemas.openxmlformats.org/officeDocument/2006/relationships/image" Target="../media/image157.png"/><Relationship Id="rId40" Type="http://schemas.openxmlformats.org/officeDocument/2006/relationships/customXml" Target="../ink/ink20.xml"/><Relationship Id="rId115" Type="http://schemas.openxmlformats.org/officeDocument/2006/relationships/image" Target="../media/image66.png"/><Relationship Id="rId136" Type="http://schemas.openxmlformats.org/officeDocument/2006/relationships/customXml" Target="../ink/ink69.xml"/><Relationship Id="rId157" Type="http://schemas.openxmlformats.org/officeDocument/2006/relationships/image" Target="../media/image87.png"/><Relationship Id="rId178" Type="http://schemas.openxmlformats.org/officeDocument/2006/relationships/customXml" Target="../ink/ink90.xml"/><Relationship Id="rId301" Type="http://schemas.openxmlformats.org/officeDocument/2006/relationships/image" Target="../media/image159.png"/><Relationship Id="rId61" Type="http://schemas.openxmlformats.org/officeDocument/2006/relationships/image" Target="../media/image40.png"/><Relationship Id="rId82" Type="http://schemas.openxmlformats.org/officeDocument/2006/relationships/customXml" Target="../ink/ink42.xml"/><Relationship Id="rId199" Type="http://schemas.openxmlformats.org/officeDocument/2006/relationships/image" Target="../media/image108.png"/><Relationship Id="rId203" Type="http://schemas.openxmlformats.org/officeDocument/2006/relationships/image" Target="../media/image110.png"/><Relationship Id="rId19" Type="http://schemas.openxmlformats.org/officeDocument/2006/relationships/image" Target="../media/image19.png"/><Relationship Id="rId224" Type="http://schemas.openxmlformats.org/officeDocument/2006/relationships/customXml" Target="../ink/ink113.xml"/><Relationship Id="rId245" Type="http://schemas.openxmlformats.org/officeDocument/2006/relationships/image" Target="../media/image131.png"/><Relationship Id="rId266" Type="http://schemas.openxmlformats.org/officeDocument/2006/relationships/customXml" Target="../ink/ink134.xml"/><Relationship Id="rId287" Type="http://schemas.openxmlformats.org/officeDocument/2006/relationships/image" Target="../media/image152.png"/><Relationship Id="rId30" Type="http://schemas.openxmlformats.org/officeDocument/2006/relationships/customXml" Target="../ink/ink15.xml"/><Relationship Id="rId105" Type="http://schemas.openxmlformats.org/officeDocument/2006/relationships/image" Target="../media/image61.png"/><Relationship Id="rId126" Type="http://schemas.openxmlformats.org/officeDocument/2006/relationships/customXml" Target="../ink/ink64.xml"/><Relationship Id="rId147" Type="http://schemas.openxmlformats.org/officeDocument/2006/relationships/image" Target="../media/image82.png"/><Relationship Id="rId168" Type="http://schemas.openxmlformats.org/officeDocument/2006/relationships/customXml" Target="../ink/ink85.xml"/><Relationship Id="rId51" Type="http://schemas.openxmlformats.org/officeDocument/2006/relationships/image" Target="../media/image35.png"/><Relationship Id="rId72" Type="http://schemas.openxmlformats.org/officeDocument/2006/relationships/customXml" Target="../ink/ink36.xml"/><Relationship Id="rId93" Type="http://schemas.openxmlformats.org/officeDocument/2006/relationships/image" Target="../media/image55.png"/><Relationship Id="rId189" Type="http://schemas.openxmlformats.org/officeDocument/2006/relationships/image" Target="../media/image103.png"/><Relationship Id="rId3" Type="http://schemas.openxmlformats.org/officeDocument/2006/relationships/image" Target="../media/image11.png"/><Relationship Id="rId214" Type="http://schemas.openxmlformats.org/officeDocument/2006/relationships/customXml" Target="../ink/ink108.xml"/><Relationship Id="rId235" Type="http://schemas.openxmlformats.org/officeDocument/2006/relationships/image" Target="../media/image126.png"/><Relationship Id="rId256" Type="http://schemas.openxmlformats.org/officeDocument/2006/relationships/customXml" Target="../ink/ink129.xml"/><Relationship Id="rId277" Type="http://schemas.openxmlformats.org/officeDocument/2006/relationships/image" Target="../media/image147.png"/><Relationship Id="rId298" Type="http://schemas.openxmlformats.org/officeDocument/2006/relationships/customXml" Target="../ink/ink150.xml"/><Relationship Id="rId116" Type="http://schemas.openxmlformats.org/officeDocument/2006/relationships/customXml" Target="../ink/ink59.xml"/><Relationship Id="rId137" Type="http://schemas.openxmlformats.org/officeDocument/2006/relationships/image" Target="../media/image77.png"/><Relationship Id="rId158" Type="http://schemas.openxmlformats.org/officeDocument/2006/relationships/customXml" Target="../ink/ink80.xml"/><Relationship Id="rId302" Type="http://schemas.openxmlformats.org/officeDocument/2006/relationships/customXml" Target="../ink/ink152.xml"/><Relationship Id="rId20" Type="http://schemas.openxmlformats.org/officeDocument/2006/relationships/customXml" Target="../ink/ink10.xml"/><Relationship Id="rId41" Type="http://schemas.openxmlformats.org/officeDocument/2006/relationships/image" Target="../media/image30.png"/><Relationship Id="rId62" Type="http://schemas.openxmlformats.org/officeDocument/2006/relationships/customXml" Target="../ink/ink31.xml"/><Relationship Id="rId83" Type="http://schemas.openxmlformats.org/officeDocument/2006/relationships/image" Target="../media/image50.png"/><Relationship Id="rId179" Type="http://schemas.openxmlformats.org/officeDocument/2006/relationships/image" Target="../media/image98.png"/><Relationship Id="rId190" Type="http://schemas.openxmlformats.org/officeDocument/2006/relationships/customXml" Target="../ink/ink96.xml"/><Relationship Id="rId204" Type="http://schemas.openxmlformats.org/officeDocument/2006/relationships/customXml" Target="../ink/ink103.xml"/><Relationship Id="rId225" Type="http://schemas.openxmlformats.org/officeDocument/2006/relationships/image" Target="../media/image121.png"/><Relationship Id="rId246" Type="http://schemas.openxmlformats.org/officeDocument/2006/relationships/customXml" Target="../ink/ink124.xml"/><Relationship Id="rId267" Type="http://schemas.openxmlformats.org/officeDocument/2006/relationships/image" Target="../media/image142.png"/><Relationship Id="rId288" Type="http://schemas.openxmlformats.org/officeDocument/2006/relationships/customXml" Target="../ink/ink145.xml"/><Relationship Id="rId106" Type="http://schemas.openxmlformats.org/officeDocument/2006/relationships/customXml" Target="../ink/ink54.xml"/><Relationship Id="rId127" Type="http://schemas.openxmlformats.org/officeDocument/2006/relationships/image" Target="../media/image72.png"/><Relationship Id="rId10" Type="http://schemas.openxmlformats.org/officeDocument/2006/relationships/customXml" Target="../ink/ink5.xml"/><Relationship Id="rId31" Type="http://schemas.openxmlformats.org/officeDocument/2006/relationships/image" Target="../media/image25.png"/><Relationship Id="rId52" Type="http://schemas.openxmlformats.org/officeDocument/2006/relationships/customXml" Target="../ink/ink26.xml"/><Relationship Id="rId73" Type="http://schemas.openxmlformats.org/officeDocument/2006/relationships/image" Target="../media/image46.png"/><Relationship Id="rId94" Type="http://schemas.openxmlformats.org/officeDocument/2006/relationships/customXml" Target="../ink/ink48.xml"/><Relationship Id="rId148" Type="http://schemas.openxmlformats.org/officeDocument/2006/relationships/customXml" Target="../ink/ink75.xml"/><Relationship Id="rId169" Type="http://schemas.openxmlformats.org/officeDocument/2006/relationships/image" Target="../media/image93.png"/><Relationship Id="rId4" Type="http://schemas.openxmlformats.org/officeDocument/2006/relationships/customXml" Target="../ink/ink2.xml"/><Relationship Id="rId180" Type="http://schemas.openxmlformats.org/officeDocument/2006/relationships/customXml" Target="../ink/ink91.xml"/><Relationship Id="rId215" Type="http://schemas.openxmlformats.org/officeDocument/2006/relationships/image" Target="../media/image116.png"/><Relationship Id="rId236" Type="http://schemas.openxmlformats.org/officeDocument/2006/relationships/customXml" Target="../ink/ink119.xml"/><Relationship Id="rId257" Type="http://schemas.openxmlformats.org/officeDocument/2006/relationships/image" Target="../media/image137.png"/><Relationship Id="rId278" Type="http://schemas.openxmlformats.org/officeDocument/2006/relationships/customXml" Target="../ink/ink140.xml"/><Relationship Id="rId303" Type="http://schemas.openxmlformats.org/officeDocument/2006/relationships/image" Target="../media/image160.png"/><Relationship Id="rId42" Type="http://schemas.openxmlformats.org/officeDocument/2006/relationships/customXml" Target="../ink/ink21.xml"/><Relationship Id="rId84" Type="http://schemas.openxmlformats.org/officeDocument/2006/relationships/customXml" Target="../ink/ink43.xml"/><Relationship Id="rId138" Type="http://schemas.openxmlformats.org/officeDocument/2006/relationships/customXml" Target="../ink/ink70.xml"/><Relationship Id="rId191" Type="http://schemas.openxmlformats.org/officeDocument/2006/relationships/image" Target="../media/image104.png"/><Relationship Id="rId205" Type="http://schemas.openxmlformats.org/officeDocument/2006/relationships/image" Target="../media/image111.png"/><Relationship Id="rId247" Type="http://schemas.openxmlformats.org/officeDocument/2006/relationships/image" Target="../media/image132.png"/><Relationship Id="rId107" Type="http://schemas.openxmlformats.org/officeDocument/2006/relationships/image" Target="../media/image62.png"/><Relationship Id="rId289" Type="http://schemas.openxmlformats.org/officeDocument/2006/relationships/image" Target="../media/image153.png"/><Relationship Id="rId11" Type="http://schemas.openxmlformats.org/officeDocument/2006/relationships/image" Target="../media/image15.png"/><Relationship Id="rId53" Type="http://schemas.openxmlformats.org/officeDocument/2006/relationships/image" Target="../media/image36.png"/><Relationship Id="rId149" Type="http://schemas.openxmlformats.org/officeDocument/2006/relationships/image" Target="../media/image83.png"/><Relationship Id="rId95" Type="http://schemas.openxmlformats.org/officeDocument/2006/relationships/image" Target="../media/image56.png"/><Relationship Id="rId160" Type="http://schemas.openxmlformats.org/officeDocument/2006/relationships/customXml" Target="../ink/ink81.xml"/><Relationship Id="rId216" Type="http://schemas.openxmlformats.org/officeDocument/2006/relationships/customXml" Target="../ink/ink109.xml"/><Relationship Id="rId258" Type="http://schemas.openxmlformats.org/officeDocument/2006/relationships/customXml" Target="../ink/ink130.xml"/><Relationship Id="rId22" Type="http://schemas.openxmlformats.org/officeDocument/2006/relationships/customXml" Target="../ink/ink11.xml"/><Relationship Id="rId64" Type="http://schemas.openxmlformats.org/officeDocument/2006/relationships/customXml" Target="../ink/ink32.xml"/><Relationship Id="rId118" Type="http://schemas.openxmlformats.org/officeDocument/2006/relationships/customXml" Target="../ink/ink60.xml"/><Relationship Id="rId171" Type="http://schemas.openxmlformats.org/officeDocument/2006/relationships/image" Target="../media/image94.png"/><Relationship Id="rId227" Type="http://schemas.openxmlformats.org/officeDocument/2006/relationships/image" Target="../media/image122.png"/><Relationship Id="rId269" Type="http://schemas.openxmlformats.org/officeDocument/2006/relationships/image" Target="../media/image143.png"/><Relationship Id="rId33" Type="http://schemas.openxmlformats.org/officeDocument/2006/relationships/image" Target="../media/image26.png"/><Relationship Id="rId129" Type="http://schemas.openxmlformats.org/officeDocument/2006/relationships/image" Target="../media/image73.png"/><Relationship Id="rId280" Type="http://schemas.openxmlformats.org/officeDocument/2006/relationships/customXml" Target="../ink/ink141.xml"/><Relationship Id="rId75" Type="http://schemas.openxmlformats.org/officeDocument/2006/relationships/image" Target="../media/image47.png"/><Relationship Id="rId140" Type="http://schemas.openxmlformats.org/officeDocument/2006/relationships/customXml" Target="../ink/ink71.xml"/><Relationship Id="rId182" Type="http://schemas.openxmlformats.org/officeDocument/2006/relationships/customXml" Target="../ink/ink92.xml"/><Relationship Id="rId6" Type="http://schemas.openxmlformats.org/officeDocument/2006/relationships/customXml" Target="../ink/ink3.xml"/><Relationship Id="rId238" Type="http://schemas.openxmlformats.org/officeDocument/2006/relationships/customXml" Target="../ink/ink120.xml"/></Relationships>
</file>

<file path=ppt/slides/_rels/slide10.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64.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65.png"/><Relationship Id="rId4" Type="http://schemas.openxmlformats.org/officeDocument/2006/relationships/hyperlink" Target="http://www.dribbble.com/"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71.jpeg"/><Relationship Id="rId3" Type="http://schemas.openxmlformats.org/officeDocument/2006/relationships/image" Target="../media/image166.jpeg"/><Relationship Id="rId7" Type="http://schemas.openxmlformats.org/officeDocument/2006/relationships/image" Target="../media/image170.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69.tiff"/><Relationship Id="rId5" Type="http://schemas.openxmlformats.org/officeDocument/2006/relationships/image" Target="../media/image168.tiff"/><Relationship Id="rId4" Type="http://schemas.openxmlformats.org/officeDocument/2006/relationships/image" Target="../media/image167.tiff"/><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31</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31</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083774"/>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Build Process Automation</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dirty="0">
                  <a:solidFill>
                    <a:srgbClr val="FFFFFF"/>
                  </a:solidFill>
                  <a:latin typeface="Segoe UI" panose="020B0502040204020203" pitchFamily="34" charset="0"/>
                  <a:ea typeface="Calibri Light" panose="020F0302020204030204" pitchFamily="34" charset="0"/>
                  <a:cs typeface="Segoe UI" panose="020B0502040204020203" pitchFamily="34" charset="0"/>
                </a:rPr>
                <a:t>Use Case</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Create and Deploy process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BAB68-5FC2-14DE-8E6C-1434727C211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DABA5B4-EF5E-86D2-A2E3-3D235EE17AB2}"/>
              </a:ext>
            </a:extLst>
          </p:cNvPr>
          <p:cNvSpPr>
            <a:spLocks noGrp="1"/>
          </p:cNvSpPr>
          <p:nvPr>
            <p:ph type="title"/>
          </p:nvPr>
        </p:nvSpPr>
        <p:spPr>
          <a:xfrm>
            <a:off x="609443" y="1092809"/>
            <a:ext cx="4010039" cy="1161748"/>
          </a:xfrm>
        </p:spPr>
        <p:txBody>
          <a:bodyPr anchor="b">
            <a:normAutofit/>
          </a:bodyPr>
          <a:lstStyle/>
          <a:p>
            <a:r>
              <a:rPr lang="en-US" b="1" kern="1200" dirty="0">
                <a:latin typeface="Arial" pitchFamily="34" charset="0"/>
                <a:ea typeface="+mj-ea"/>
                <a:cs typeface="Arial" pitchFamily="34" charset="0"/>
                <a:hlinkClick r:id="rId2"/>
              </a:rPr>
              <a:t>What is SAP Build?</a:t>
            </a:r>
            <a:endParaRPr lang="en-US" b="1" kern="1200" dirty="0">
              <a:latin typeface="Arial" pitchFamily="34" charset="0"/>
              <a:ea typeface="+mj-ea"/>
              <a:cs typeface="Arial" pitchFamily="34" charset="0"/>
            </a:endParaRPr>
          </a:p>
        </p:txBody>
      </p:sp>
      <p:pic>
        <p:nvPicPr>
          <p:cNvPr id="1026" name="Picture 2">
            <a:extLst>
              <a:ext uri="{FF2B5EF4-FFF2-40B4-BE49-F238E27FC236}">
                <a16:creationId xmlns:a16="http://schemas.microsoft.com/office/drawing/2014/main" id="{36FF75DD-F839-5B12-4F71-F93242EFE24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65491" y="1692729"/>
            <a:ext cx="6813892" cy="3832814"/>
          </a:xfrm>
          <a:prstGeom prst="rect">
            <a:avLst/>
          </a:prstGeom>
          <a:solidFill>
            <a:srgbClr val="FFFFFF"/>
          </a:solidFill>
        </p:spPr>
      </p:pic>
      <p:sp>
        <p:nvSpPr>
          <p:cNvPr id="6" name="TextBox 5">
            <a:extLst>
              <a:ext uri="{FF2B5EF4-FFF2-40B4-BE49-F238E27FC236}">
                <a16:creationId xmlns:a16="http://schemas.microsoft.com/office/drawing/2014/main" id="{1F3165B0-26D5-F09C-1C44-B710C15C84DE}"/>
              </a:ext>
            </a:extLst>
          </p:cNvPr>
          <p:cNvSpPr txBox="1"/>
          <p:nvPr/>
        </p:nvSpPr>
        <p:spPr>
          <a:xfrm>
            <a:off x="609443" y="2311691"/>
            <a:ext cx="4010039" cy="3813771"/>
          </a:xfrm>
          <a:prstGeom prst="rect">
            <a:avLst/>
          </a:prstGeom>
        </p:spPr>
        <p:txBody>
          <a:bodyPr vert="horz" lIns="121888" tIns="60944" rIns="121888" bIns="60944" rtlCol="0">
            <a:normAutofit/>
          </a:bodyPr>
          <a:lstStyle/>
          <a:p>
            <a:pPr defTabSz="1218895">
              <a:spcBef>
                <a:spcPct val="20000"/>
              </a:spcBef>
            </a:pPr>
            <a:r>
              <a:rPr lang="en-US" sz="1866" dirty="0">
                <a:solidFill>
                  <a:prstClr val="black"/>
                </a:solidFill>
                <a:latin typeface="Calibri"/>
              </a:rPr>
              <a:t>SAP Build is a user-friendly low-code/no-code platform within the SAP Business Technology Platform (SAP BTP), designed to empower users to create, customize, and enhance applications, automate workflows, and build business sites without the need for advanced coding skills. It includes three primary components:</a:t>
            </a:r>
          </a:p>
        </p:txBody>
      </p:sp>
      <p:sp>
        <p:nvSpPr>
          <p:cNvPr id="3" name="Footer Placeholder 2">
            <a:extLst>
              <a:ext uri="{FF2B5EF4-FFF2-40B4-BE49-F238E27FC236}">
                <a16:creationId xmlns:a16="http://schemas.microsoft.com/office/drawing/2014/main" id="{6578A131-FA27-9248-F207-3AAD054D9FBA}"/>
              </a:ext>
            </a:extLst>
          </p:cNvPr>
          <p:cNvSpPr>
            <a:spLocks noGrp="1"/>
          </p:cNvSpPr>
          <p:nvPr>
            <p:ph type="ftr" sz="quarter" idx="11"/>
          </p:nvPr>
        </p:nvSpPr>
        <p:spPr>
          <a:xfrm>
            <a:off x="4164515" y="6355588"/>
            <a:ext cx="3859795" cy="365030"/>
          </a:xfrm>
        </p:spPr>
        <p:txBody>
          <a:bodyPr vert="horz" lIns="121888" tIns="60944" rIns="121888" bIns="60944" rtlCol="0" anchor="ctr">
            <a:normAutofit/>
          </a:bodyPr>
          <a:lstStyle/>
          <a:p>
            <a:pPr defTabSz="1218895">
              <a:lnSpc>
                <a:spcPct val="90000"/>
              </a:lnSpc>
              <a:spcAft>
                <a:spcPts val="800"/>
              </a:spcAft>
            </a:pPr>
            <a:r>
              <a:rPr lang="en-US">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5B505CC5-8DCC-CA30-9D2C-E6689D7FA228}"/>
              </a:ext>
            </a:extLst>
          </p:cNvPr>
          <p:cNvSpPr>
            <a:spLocks noGrp="1"/>
          </p:cNvSpPr>
          <p:nvPr>
            <p:ph type="sldNum" sz="quarter" idx="12"/>
          </p:nvPr>
        </p:nvSpPr>
        <p:spPr>
          <a:xfrm>
            <a:off x="8735324" y="6355588"/>
            <a:ext cx="2844059" cy="365030"/>
          </a:xfrm>
        </p:spPr>
        <p:txBody>
          <a:bodyPr vert="horz" lIns="121888" tIns="60944" rIns="121888" bIns="60944" rtlCol="0" anchor="ctr">
            <a:normAutofit/>
          </a:bodyPr>
          <a:lstStyle/>
          <a:p>
            <a:pPr defTabSz="1218895">
              <a:lnSpc>
                <a:spcPct val="90000"/>
              </a:lnSpc>
              <a:spcAft>
                <a:spcPts val="800"/>
              </a:spcAft>
            </a:pPr>
            <a:fld id="{B6F15528-21DE-4FAA-801E-634DDDAF4B2B}" type="slidenum">
              <a:rPr lang="en-US">
                <a:solidFill>
                  <a:prstClr val="black">
                    <a:tint val="75000"/>
                  </a:prstClr>
                </a:solidFill>
                <a:latin typeface="Calibri"/>
              </a:rPr>
              <a:pPr defTabSz="1218895">
                <a:lnSpc>
                  <a:spcPct val="90000"/>
                </a:lnSpc>
                <a:spcAft>
                  <a:spcPts val="800"/>
                </a:spcAft>
              </a:pPr>
              <a:t>4</a:t>
            </a:fld>
            <a:endParaRPr lang="en-US">
              <a:solidFill>
                <a:prstClr val="black">
                  <a:tint val="75000"/>
                </a:prstClr>
              </a:solidFill>
              <a:latin typeface="Calibri"/>
            </a:endParaRPr>
          </a:p>
        </p:txBody>
      </p:sp>
    </p:spTree>
    <p:extLst>
      <p:ext uri="{BB962C8B-B14F-4D97-AF65-F5344CB8AC3E}">
        <p14:creationId xmlns:p14="http://schemas.microsoft.com/office/powerpoint/2010/main" val="1637593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26"/>
                                        </p:tgtEl>
                                        <p:attrNameLst>
                                          <p:attrName>style.visibility</p:attrName>
                                        </p:attrNameLst>
                                      </p:cBhvr>
                                      <p:to>
                                        <p:strVal val="visible"/>
                                      </p:to>
                                    </p:set>
                                    <p:animEffect transition="in" filter="fade">
                                      <p:cBhvr>
                                        <p:cTn id="19" dur="1000"/>
                                        <p:tgtEl>
                                          <p:spTgt spid="1026"/>
                                        </p:tgtEl>
                                      </p:cBhvr>
                                    </p:animEffect>
                                    <p:anim calcmode="lin" valueType="num">
                                      <p:cBhvr>
                                        <p:cTn id="20" dur="1000" fill="hold"/>
                                        <p:tgtEl>
                                          <p:spTgt spid="1026"/>
                                        </p:tgtEl>
                                        <p:attrNameLst>
                                          <p:attrName>ppt_x</p:attrName>
                                        </p:attrNameLst>
                                      </p:cBhvr>
                                      <p:tavLst>
                                        <p:tav tm="0">
                                          <p:val>
                                            <p:strVal val="#ppt_x"/>
                                          </p:val>
                                        </p:tav>
                                        <p:tav tm="100000">
                                          <p:val>
                                            <p:strVal val="#ppt_x"/>
                                          </p:val>
                                        </p:tav>
                                      </p:tavLst>
                                    </p:anim>
                                    <p:anim calcmode="lin" valueType="num">
                                      <p:cBhvr>
                                        <p:cTn id="21"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2F5D4-BB09-A682-378C-98AC7EDEF26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8BB3335-BF05-D02B-DC9C-E64C4DB55D03}"/>
              </a:ext>
            </a:extLst>
          </p:cNvPr>
          <p:cNvSpPr>
            <a:spLocks noGrp="1"/>
          </p:cNvSpPr>
          <p:nvPr>
            <p:ph type="ftr" sz="quarter" idx="11"/>
          </p:nvPr>
        </p:nvSpPr>
        <p:spPr/>
        <p:txBody>
          <a:bodyPr/>
          <a:lstStyle/>
          <a:p>
            <a:pPr defTabSz="1218895"/>
            <a:r>
              <a:rPr lang="en-US" dirty="0">
                <a:solidFill>
                  <a:prstClr val="black">
                    <a:tint val="75000"/>
                  </a:prstClr>
                </a:solidFill>
                <a:latin typeface="Calibri"/>
              </a:rPr>
              <a:t>www.anubhavtrainings.com</a:t>
            </a:r>
          </a:p>
        </p:txBody>
      </p:sp>
      <p:sp>
        <p:nvSpPr>
          <p:cNvPr id="4" name="Slide Number Placeholder 3">
            <a:extLst>
              <a:ext uri="{FF2B5EF4-FFF2-40B4-BE49-F238E27FC236}">
                <a16:creationId xmlns:a16="http://schemas.microsoft.com/office/drawing/2014/main" id="{44B3C5AC-BE0B-1738-31D6-CE1994652733}"/>
              </a:ext>
            </a:extLst>
          </p:cNvPr>
          <p:cNvSpPr>
            <a:spLocks noGrp="1"/>
          </p:cNvSpPr>
          <p:nvPr>
            <p:ph type="sldNum" sz="quarter" idx="12"/>
          </p:nvPr>
        </p:nvSpPr>
        <p:spPr>
          <a:xfrm>
            <a:off x="203147" y="6374633"/>
            <a:ext cx="609441" cy="365030"/>
          </a:xfrm>
        </p:spPr>
        <p:txBody>
          <a:bodyPr/>
          <a:lstStyle/>
          <a:p>
            <a:pPr defTabSz="1218895"/>
            <a:fld id="{B6F15528-21DE-4FAA-801E-634DDDAF4B2B}" type="slidenum">
              <a:rPr lang="en-US">
                <a:solidFill>
                  <a:prstClr val="black">
                    <a:tint val="75000"/>
                  </a:prstClr>
                </a:solidFill>
                <a:latin typeface="Calibri"/>
              </a:rPr>
              <a:pPr defTabSz="1218895"/>
              <a:t>5</a:t>
            </a:fld>
            <a:endParaRPr lang="en-US" dirty="0">
              <a:solidFill>
                <a:prstClr val="black">
                  <a:tint val="75000"/>
                </a:prstClr>
              </a:solidFill>
              <a:latin typeface="Calibri"/>
            </a:endParaRPr>
          </a:p>
        </p:txBody>
      </p:sp>
      <p:sp>
        <p:nvSpPr>
          <p:cNvPr id="5" name="Title 4">
            <a:extLst>
              <a:ext uri="{FF2B5EF4-FFF2-40B4-BE49-F238E27FC236}">
                <a16:creationId xmlns:a16="http://schemas.microsoft.com/office/drawing/2014/main" id="{1C904701-5D28-CDDE-8638-2ECBBCBE0A7D}"/>
              </a:ext>
            </a:extLst>
          </p:cNvPr>
          <p:cNvSpPr>
            <a:spLocks noGrp="1"/>
          </p:cNvSpPr>
          <p:nvPr>
            <p:ph type="title"/>
          </p:nvPr>
        </p:nvSpPr>
        <p:spPr>
          <a:xfrm>
            <a:off x="101573" y="178647"/>
            <a:ext cx="10969943" cy="711016"/>
          </a:xfrm>
        </p:spPr>
        <p:txBody>
          <a:bodyPr/>
          <a:lstStyle/>
          <a:p>
            <a:r>
              <a:rPr lang="en-IN" sz="3333" dirty="0"/>
              <a:t>SAP Build Offerings?</a:t>
            </a:r>
          </a:p>
        </p:txBody>
      </p:sp>
      <p:sp>
        <p:nvSpPr>
          <p:cNvPr id="7" name="Rectangle 6">
            <a:extLst>
              <a:ext uri="{FF2B5EF4-FFF2-40B4-BE49-F238E27FC236}">
                <a16:creationId xmlns:a16="http://schemas.microsoft.com/office/drawing/2014/main" id="{2D4645BB-3A2A-F65C-F16C-5940DC1FF1FE}"/>
              </a:ext>
            </a:extLst>
          </p:cNvPr>
          <p:cNvSpPr/>
          <p:nvPr/>
        </p:nvSpPr>
        <p:spPr>
          <a:xfrm>
            <a:off x="101573" y="1092809"/>
            <a:ext cx="3501205" cy="5484971"/>
          </a:xfrm>
          <a:prstGeom prst="rect">
            <a:avLst/>
          </a:prstGeom>
          <a:gradFill flip="none" rotWithShape="1">
            <a:gsLst>
              <a:gs pos="12000">
                <a:schemeClr val="accent1"/>
              </a:gs>
              <a:gs pos="100000">
                <a:schemeClr val="accent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8" name="Rectangle 7">
            <a:extLst>
              <a:ext uri="{FF2B5EF4-FFF2-40B4-BE49-F238E27FC236}">
                <a16:creationId xmlns:a16="http://schemas.microsoft.com/office/drawing/2014/main" id="{E148CD1E-E062-8D8D-4F27-3A1302208063}"/>
              </a:ext>
            </a:extLst>
          </p:cNvPr>
          <p:cNvSpPr/>
          <p:nvPr/>
        </p:nvSpPr>
        <p:spPr>
          <a:xfrm>
            <a:off x="4319957" y="1092809"/>
            <a:ext cx="3501205" cy="5484971"/>
          </a:xfrm>
          <a:prstGeom prst="rect">
            <a:avLst/>
          </a:prstGeom>
          <a:gradFill flip="none" rotWithShape="1">
            <a:gsLst>
              <a:gs pos="12000">
                <a:schemeClr val="accent3"/>
              </a:gs>
              <a:gs pos="100000">
                <a:schemeClr val="accent4"/>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9" name="Rectangle 8">
            <a:extLst>
              <a:ext uri="{FF2B5EF4-FFF2-40B4-BE49-F238E27FC236}">
                <a16:creationId xmlns:a16="http://schemas.microsoft.com/office/drawing/2014/main" id="{12B9D0C5-DC7A-6F07-2053-4020B337752C}"/>
              </a:ext>
            </a:extLst>
          </p:cNvPr>
          <p:cNvSpPr/>
          <p:nvPr/>
        </p:nvSpPr>
        <p:spPr>
          <a:xfrm>
            <a:off x="8538342" y="1092809"/>
            <a:ext cx="3501205" cy="5484971"/>
          </a:xfrm>
          <a:prstGeom prst="rect">
            <a:avLst/>
          </a:prstGeom>
          <a:gradFill flip="none" rotWithShape="1">
            <a:gsLst>
              <a:gs pos="12000">
                <a:schemeClr val="accent5"/>
              </a:gs>
              <a:gs pos="71000">
                <a:schemeClr val="accent6"/>
              </a:gs>
              <a:gs pos="100000">
                <a:schemeClr val="accent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grpSp>
        <p:nvGrpSpPr>
          <p:cNvPr id="10" name="Group 9">
            <a:extLst>
              <a:ext uri="{FF2B5EF4-FFF2-40B4-BE49-F238E27FC236}">
                <a16:creationId xmlns:a16="http://schemas.microsoft.com/office/drawing/2014/main" id="{C737550D-FF4D-9586-2DA4-4BAF4E2094D9}"/>
              </a:ext>
            </a:extLst>
          </p:cNvPr>
          <p:cNvGrpSpPr/>
          <p:nvPr/>
        </p:nvGrpSpPr>
        <p:grpSpPr>
          <a:xfrm>
            <a:off x="1466294" y="1092809"/>
            <a:ext cx="1188225" cy="1388010"/>
            <a:chOff x="7264401" y="465138"/>
            <a:chExt cx="781050" cy="1000125"/>
          </a:xfrm>
          <a:solidFill>
            <a:schemeClr val="bg1"/>
          </a:solidFill>
        </p:grpSpPr>
        <p:sp>
          <p:nvSpPr>
            <p:cNvPr id="11" name="Freeform 7">
              <a:extLst>
                <a:ext uri="{FF2B5EF4-FFF2-40B4-BE49-F238E27FC236}">
                  <a16:creationId xmlns:a16="http://schemas.microsoft.com/office/drawing/2014/main" id="{143E7C46-73F4-B4E0-2F4D-459A11BFCE33}"/>
                </a:ext>
              </a:extLst>
            </p:cNvPr>
            <p:cNvSpPr>
              <a:spLocks noEditPoints="1"/>
            </p:cNvSpPr>
            <p:nvPr/>
          </p:nvSpPr>
          <p:spPr bwMode="auto">
            <a:xfrm>
              <a:off x="7264401" y="465138"/>
              <a:ext cx="781050" cy="1000125"/>
            </a:xfrm>
            <a:custGeom>
              <a:avLst/>
              <a:gdLst>
                <a:gd name="T0" fmla="*/ 443 w 459"/>
                <a:gd name="T1" fmla="*/ 35 h 587"/>
                <a:gd name="T2" fmla="*/ 358 w 459"/>
                <a:gd name="T3" fmla="*/ 121 h 587"/>
                <a:gd name="T4" fmla="*/ 353 w 459"/>
                <a:gd name="T5" fmla="*/ 154 h 587"/>
                <a:gd name="T6" fmla="*/ 327 w 459"/>
                <a:gd name="T7" fmla="*/ 192 h 587"/>
                <a:gd name="T8" fmla="*/ 323 w 459"/>
                <a:gd name="T9" fmla="*/ 211 h 587"/>
                <a:gd name="T10" fmla="*/ 231 w 459"/>
                <a:gd name="T11" fmla="*/ 349 h 587"/>
                <a:gd name="T12" fmla="*/ 227 w 459"/>
                <a:gd name="T13" fmla="*/ 340 h 587"/>
                <a:gd name="T14" fmla="*/ 249 w 459"/>
                <a:gd name="T15" fmla="*/ 291 h 587"/>
                <a:gd name="T16" fmla="*/ 250 w 459"/>
                <a:gd name="T17" fmla="*/ 291 h 587"/>
                <a:gd name="T18" fmla="*/ 280 w 459"/>
                <a:gd name="T19" fmla="*/ 247 h 587"/>
                <a:gd name="T20" fmla="*/ 239 w 459"/>
                <a:gd name="T21" fmla="*/ 191 h 587"/>
                <a:gd name="T22" fmla="*/ 2 w 459"/>
                <a:gd name="T23" fmla="*/ 371 h 587"/>
                <a:gd name="T24" fmla="*/ 350 w 459"/>
                <a:gd name="T25" fmla="*/ 284 h 587"/>
                <a:gd name="T26" fmla="*/ 334 w 459"/>
                <a:gd name="T27" fmla="*/ 248 h 587"/>
                <a:gd name="T28" fmla="*/ 348 w 459"/>
                <a:gd name="T29" fmla="*/ 229 h 587"/>
                <a:gd name="T30" fmla="*/ 365 w 459"/>
                <a:gd name="T31" fmla="*/ 219 h 587"/>
                <a:gd name="T32" fmla="*/ 392 w 459"/>
                <a:gd name="T33" fmla="*/ 181 h 587"/>
                <a:gd name="T34" fmla="*/ 421 w 459"/>
                <a:gd name="T35" fmla="*/ 165 h 587"/>
                <a:gd name="T36" fmla="*/ 443 w 459"/>
                <a:gd name="T37" fmla="*/ 35 h 587"/>
                <a:gd name="T38" fmla="*/ 81 w 459"/>
                <a:gd name="T39" fmla="*/ 404 h 587"/>
                <a:gd name="T40" fmla="*/ 52 w 459"/>
                <a:gd name="T41" fmla="*/ 392 h 587"/>
                <a:gd name="T42" fmla="*/ 63 w 459"/>
                <a:gd name="T43" fmla="*/ 363 h 587"/>
                <a:gd name="T44" fmla="*/ 93 w 459"/>
                <a:gd name="T45" fmla="*/ 374 h 587"/>
                <a:gd name="T46" fmla="*/ 81 w 459"/>
                <a:gd name="T47" fmla="*/ 404 h 587"/>
                <a:gd name="T48" fmla="*/ 103 w 459"/>
                <a:gd name="T49" fmla="*/ 313 h 587"/>
                <a:gd name="T50" fmla="*/ 68 w 459"/>
                <a:gd name="T51" fmla="*/ 300 h 587"/>
                <a:gd name="T52" fmla="*/ 82 w 459"/>
                <a:gd name="T53" fmla="*/ 265 h 587"/>
                <a:gd name="T54" fmla="*/ 116 w 459"/>
                <a:gd name="T55" fmla="*/ 278 h 587"/>
                <a:gd name="T56" fmla="*/ 103 w 459"/>
                <a:gd name="T57" fmla="*/ 313 h 587"/>
                <a:gd name="T58" fmla="*/ 168 w 459"/>
                <a:gd name="T59" fmla="*/ 237 h 587"/>
                <a:gd name="T60" fmla="*/ 127 w 459"/>
                <a:gd name="T61" fmla="*/ 222 h 587"/>
                <a:gd name="T62" fmla="*/ 142 w 459"/>
                <a:gd name="T63" fmla="*/ 181 h 587"/>
                <a:gd name="T64" fmla="*/ 183 w 459"/>
                <a:gd name="T65" fmla="*/ 196 h 587"/>
                <a:gd name="T66" fmla="*/ 168 w 459"/>
                <a:gd name="T67" fmla="*/ 237 h 587"/>
                <a:gd name="T68" fmla="*/ 276 w 459"/>
                <a:gd name="T69" fmla="*/ 363 h 587"/>
                <a:gd name="T70" fmla="*/ 250 w 459"/>
                <a:gd name="T71" fmla="*/ 363 h 587"/>
                <a:gd name="T72" fmla="*/ 293 w 459"/>
                <a:gd name="T73" fmla="*/ 304 h 587"/>
                <a:gd name="T74" fmla="*/ 298 w 459"/>
                <a:gd name="T75" fmla="*/ 313 h 587"/>
                <a:gd name="T76" fmla="*/ 276 w 459"/>
                <a:gd name="T77" fmla="*/ 363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59" h="587">
                  <a:moveTo>
                    <a:pt x="443" y="35"/>
                  </a:moveTo>
                  <a:cubicBezTo>
                    <a:pt x="424" y="77"/>
                    <a:pt x="371" y="103"/>
                    <a:pt x="358" y="121"/>
                  </a:cubicBezTo>
                  <a:cubicBezTo>
                    <a:pt x="351" y="131"/>
                    <a:pt x="350" y="143"/>
                    <a:pt x="353" y="154"/>
                  </a:cubicBezTo>
                  <a:cubicBezTo>
                    <a:pt x="327" y="192"/>
                    <a:pt x="327" y="192"/>
                    <a:pt x="327" y="192"/>
                  </a:cubicBezTo>
                  <a:cubicBezTo>
                    <a:pt x="323" y="198"/>
                    <a:pt x="322" y="205"/>
                    <a:pt x="323" y="211"/>
                  </a:cubicBezTo>
                  <a:cubicBezTo>
                    <a:pt x="231" y="349"/>
                    <a:pt x="231" y="349"/>
                    <a:pt x="231" y="349"/>
                  </a:cubicBezTo>
                  <a:cubicBezTo>
                    <a:pt x="230" y="346"/>
                    <a:pt x="228" y="343"/>
                    <a:pt x="227" y="340"/>
                  </a:cubicBezTo>
                  <a:cubicBezTo>
                    <a:pt x="220" y="321"/>
                    <a:pt x="229" y="299"/>
                    <a:pt x="249" y="291"/>
                  </a:cubicBezTo>
                  <a:cubicBezTo>
                    <a:pt x="250" y="291"/>
                    <a:pt x="250" y="291"/>
                    <a:pt x="250" y="291"/>
                  </a:cubicBezTo>
                  <a:cubicBezTo>
                    <a:pt x="280" y="247"/>
                    <a:pt x="280" y="247"/>
                    <a:pt x="280" y="247"/>
                  </a:cubicBezTo>
                  <a:cubicBezTo>
                    <a:pt x="252" y="251"/>
                    <a:pt x="229" y="249"/>
                    <a:pt x="239" y="191"/>
                  </a:cubicBezTo>
                  <a:cubicBezTo>
                    <a:pt x="274" y="0"/>
                    <a:pt x="0" y="160"/>
                    <a:pt x="2" y="371"/>
                  </a:cubicBezTo>
                  <a:cubicBezTo>
                    <a:pt x="5" y="587"/>
                    <a:pt x="357" y="439"/>
                    <a:pt x="350" y="284"/>
                  </a:cubicBezTo>
                  <a:cubicBezTo>
                    <a:pt x="349" y="264"/>
                    <a:pt x="343" y="253"/>
                    <a:pt x="334" y="248"/>
                  </a:cubicBezTo>
                  <a:cubicBezTo>
                    <a:pt x="348" y="229"/>
                    <a:pt x="348" y="229"/>
                    <a:pt x="348" y="229"/>
                  </a:cubicBezTo>
                  <a:cubicBezTo>
                    <a:pt x="355" y="228"/>
                    <a:pt x="361" y="225"/>
                    <a:pt x="365" y="219"/>
                  </a:cubicBezTo>
                  <a:cubicBezTo>
                    <a:pt x="392" y="181"/>
                    <a:pt x="392" y="181"/>
                    <a:pt x="392" y="181"/>
                  </a:cubicBezTo>
                  <a:cubicBezTo>
                    <a:pt x="403" y="181"/>
                    <a:pt x="414" y="175"/>
                    <a:pt x="421" y="165"/>
                  </a:cubicBezTo>
                  <a:cubicBezTo>
                    <a:pt x="453" y="120"/>
                    <a:pt x="459" y="64"/>
                    <a:pt x="443" y="35"/>
                  </a:cubicBezTo>
                  <a:close/>
                  <a:moveTo>
                    <a:pt x="81" y="404"/>
                  </a:moveTo>
                  <a:cubicBezTo>
                    <a:pt x="70" y="409"/>
                    <a:pt x="57" y="404"/>
                    <a:pt x="52" y="392"/>
                  </a:cubicBezTo>
                  <a:cubicBezTo>
                    <a:pt x="47" y="381"/>
                    <a:pt x="52" y="368"/>
                    <a:pt x="63" y="363"/>
                  </a:cubicBezTo>
                  <a:cubicBezTo>
                    <a:pt x="74" y="358"/>
                    <a:pt x="87" y="363"/>
                    <a:pt x="93" y="374"/>
                  </a:cubicBezTo>
                  <a:cubicBezTo>
                    <a:pt x="98" y="385"/>
                    <a:pt x="93" y="398"/>
                    <a:pt x="81" y="404"/>
                  </a:cubicBezTo>
                  <a:close/>
                  <a:moveTo>
                    <a:pt x="103" y="313"/>
                  </a:moveTo>
                  <a:cubicBezTo>
                    <a:pt x="90" y="319"/>
                    <a:pt x="74" y="313"/>
                    <a:pt x="68" y="300"/>
                  </a:cubicBezTo>
                  <a:cubicBezTo>
                    <a:pt x="62" y="287"/>
                    <a:pt x="68" y="271"/>
                    <a:pt x="82" y="265"/>
                  </a:cubicBezTo>
                  <a:cubicBezTo>
                    <a:pt x="95" y="259"/>
                    <a:pt x="110" y="265"/>
                    <a:pt x="116" y="278"/>
                  </a:cubicBezTo>
                  <a:cubicBezTo>
                    <a:pt x="122" y="292"/>
                    <a:pt x="117" y="307"/>
                    <a:pt x="103" y="313"/>
                  </a:cubicBezTo>
                  <a:close/>
                  <a:moveTo>
                    <a:pt x="168" y="237"/>
                  </a:moveTo>
                  <a:cubicBezTo>
                    <a:pt x="152" y="244"/>
                    <a:pt x="134" y="237"/>
                    <a:pt x="127" y="222"/>
                  </a:cubicBezTo>
                  <a:cubicBezTo>
                    <a:pt x="120" y="206"/>
                    <a:pt x="127" y="188"/>
                    <a:pt x="142" y="181"/>
                  </a:cubicBezTo>
                  <a:cubicBezTo>
                    <a:pt x="158" y="173"/>
                    <a:pt x="176" y="180"/>
                    <a:pt x="183" y="196"/>
                  </a:cubicBezTo>
                  <a:cubicBezTo>
                    <a:pt x="191" y="212"/>
                    <a:pt x="184" y="230"/>
                    <a:pt x="168" y="237"/>
                  </a:cubicBezTo>
                  <a:close/>
                  <a:moveTo>
                    <a:pt x="276" y="363"/>
                  </a:moveTo>
                  <a:cubicBezTo>
                    <a:pt x="267" y="366"/>
                    <a:pt x="258" y="366"/>
                    <a:pt x="250" y="363"/>
                  </a:cubicBezTo>
                  <a:cubicBezTo>
                    <a:pt x="293" y="304"/>
                    <a:pt x="293" y="304"/>
                    <a:pt x="293" y="304"/>
                  </a:cubicBezTo>
                  <a:cubicBezTo>
                    <a:pt x="295" y="307"/>
                    <a:pt x="297" y="310"/>
                    <a:pt x="298" y="313"/>
                  </a:cubicBezTo>
                  <a:cubicBezTo>
                    <a:pt x="306" y="333"/>
                    <a:pt x="296" y="355"/>
                    <a:pt x="276" y="363"/>
                  </a:cubicBezTo>
                  <a:close/>
                </a:path>
              </a:pathLst>
            </a:custGeom>
            <a:grpFill/>
            <a:ln>
              <a:noFill/>
            </a:ln>
          </p:spPr>
          <p:txBody>
            <a:bodyPr vert="horz" wrap="square" lIns="124364" tIns="62182" rIns="124364" bIns="62182" numCol="1" anchor="t" anchorCtr="0" compatLnSpc="1">
              <a:prstTxWarp prst="textNoShape">
                <a:avLst/>
              </a:prstTxWarp>
            </a:bodyPr>
            <a:lstStyle/>
            <a:p>
              <a:pPr defTabSz="1218895"/>
              <a:endParaRPr lang="de-DE" sz="2449">
                <a:solidFill>
                  <a:prstClr val="black"/>
                </a:solidFill>
                <a:latin typeface="Calibri"/>
              </a:endParaRPr>
            </a:p>
          </p:txBody>
        </p:sp>
        <p:sp>
          <p:nvSpPr>
            <p:cNvPr id="12" name="Freeform 8">
              <a:extLst>
                <a:ext uri="{FF2B5EF4-FFF2-40B4-BE49-F238E27FC236}">
                  <a16:creationId xmlns:a16="http://schemas.microsoft.com/office/drawing/2014/main" id="{EABD1C5C-4B3F-3B25-B4CA-CD20ED06A4E1}"/>
                </a:ext>
              </a:extLst>
            </p:cNvPr>
            <p:cNvSpPr>
              <a:spLocks/>
            </p:cNvSpPr>
            <p:nvPr/>
          </p:nvSpPr>
          <p:spPr bwMode="auto">
            <a:xfrm>
              <a:off x="7453313" y="1290638"/>
              <a:ext cx="82550" cy="90488"/>
            </a:xfrm>
            <a:custGeom>
              <a:avLst/>
              <a:gdLst>
                <a:gd name="T0" fmla="*/ 2 w 49"/>
                <a:gd name="T1" fmla="*/ 41 h 53"/>
                <a:gd name="T2" fmla="*/ 4 w 49"/>
                <a:gd name="T3" fmla="*/ 51 h 53"/>
                <a:gd name="T4" fmla="*/ 14 w 49"/>
                <a:gd name="T5" fmla="*/ 49 h 53"/>
                <a:gd name="T6" fmla="*/ 49 w 49"/>
                <a:gd name="T7" fmla="*/ 0 h 53"/>
                <a:gd name="T8" fmla="*/ 26 w 49"/>
                <a:gd name="T9" fmla="*/ 5 h 53"/>
                <a:gd name="T10" fmla="*/ 2 w 49"/>
                <a:gd name="T11" fmla="*/ 41 h 53"/>
              </a:gdLst>
              <a:ahLst/>
              <a:cxnLst>
                <a:cxn ang="0">
                  <a:pos x="T0" y="T1"/>
                </a:cxn>
                <a:cxn ang="0">
                  <a:pos x="T2" y="T3"/>
                </a:cxn>
                <a:cxn ang="0">
                  <a:pos x="T4" y="T5"/>
                </a:cxn>
                <a:cxn ang="0">
                  <a:pos x="T6" y="T7"/>
                </a:cxn>
                <a:cxn ang="0">
                  <a:pos x="T8" y="T9"/>
                </a:cxn>
                <a:cxn ang="0">
                  <a:pos x="T10" y="T11"/>
                </a:cxn>
              </a:cxnLst>
              <a:rect l="0" t="0" r="r" b="b"/>
              <a:pathLst>
                <a:path w="49" h="53">
                  <a:moveTo>
                    <a:pt x="2" y="41"/>
                  </a:moveTo>
                  <a:cubicBezTo>
                    <a:pt x="0" y="44"/>
                    <a:pt x="0" y="48"/>
                    <a:pt x="4" y="51"/>
                  </a:cubicBezTo>
                  <a:cubicBezTo>
                    <a:pt x="7" y="53"/>
                    <a:pt x="11" y="52"/>
                    <a:pt x="14" y="49"/>
                  </a:cubicBezTo>
                  <a:cubicBezTo>
                    <a:pt x="49" y="0"/>
                    <a:pt x="49" y="0"/>
                    <a:pt x="49" y="0"/>
                  </a:cubicBezTo>
                  <a:cubicBezTo>
                    <a:pt x="41" y="2"/>
                    <a:pt x="34" y="4"/>
                    <a:pt x="26" y="5"/>
                  </a:cubicBezTo>
                  <a:lnTo>
                    <a:pt x="2" y="41"/>
                  </a:lnTo>
                  <a:close/>
                </a:path>
              </a:pathLst>
            </a:custGeom>
            <a:grpFill/>
            <a:ln>
              <a:noFill/>
            </a:ln>
          </p:spPr>
          <p:txBody>
            <a:bodyPr vert="horz" wrap="square" lIns="124364" tIns="62182" rIns="124364" bIns="62182" numCol="1" anchor="t" anchorCtr="0" compatLnSpc="1">
              <a:prstTxWarp prst="textNoShape">
                <a:avLst/>
              </a:prstTxWarp>
            </a:bodyPr>
            <a:lstStyle/>
            <a:p>
              <a:pPr defTabSz="1218895"/>
              <a:endParaRPr lang="de-DE" sz="2449">
                <a:solidFill>
                  <a:prstClr val="black"/>
                </a:solidFill>
                <a:latin typeface="Calibri"/>
              </a:endParaRPr>
            </a:p>
          </p:txBody>
        </p:sp>
      </p:grpSp>
      <p:sp>
        <p:nvSpPr>
          <p:cNvPr id="13" name="Freeform 28">
            <a:extLst>
              <a:ext uri="{FF2B5EF4-FFF2-40B4-BE49-F238E27FC236}">
                <a16:creationId xmlns:a16="http://schemas.microsoft.com/office/drawing/2014/main" id="{9AEAAEE0-90FC-6E33-9D60-CDB34D776D2F}"/>
              </a:ext>
            </a:extLst>
          </p:cNvPr>
          <p:cNvSpPr>
            <a:spLocks noEditPoints="1"/>
          </p:cNvSpPr>
          <p:nvPr/>
        </p:nvSpPr>
        <p:spPr bwMode="auto">
          <a:xfrm>
            <a:off x="5489432" y="1092809"/>
            <a:ext cx="1209961" cy="1059736"/>
          </a:xfrm>
          <a:custGeom>
            <a:avLst/>
            <a:gdLst>
              <a:gd name="T0" fmla="*/ 458 w 467"/>
              <a:gd name="T1" fmla="*/ 449 h 449"/>
              <a:gd name="T2" fmla="*/ 298 w 467"/>
              <a:gd name="T3" fmla="*/ 381 h 449"/>
              <a:gd name="T4" fmla="*/ 286 w 467"/>
              <a:gd name="T5" fmla="*/ 343 h 449"/>
              <a:gd name="T6" fmla="*/ 245 w 467"/>
              <a:gd name="T7" fmla="*/ 302 h 449"/>
              <a:gd name="T8" fmla="*/ 289 w 467"/>
              <a:gd name="T9" fmla="*/ 259 h 449"/>
              <a:gd name="T10" fmla="*/ 330 w 467"/>
              <a:gd name="T11" fmla="*/ 300 h 449"/>
              <a:gd name="T12" fmla="*/ 367 w 467"/>
              <a:gd name="T13" fmla="*/ 311 h 449"/>
              <a:gd name="T14" fmla="*/ 458 w 467"/>
              <a:gd name="T15" fmla="*/ 449 h 449"/>
              <a:gd name="T16" fmla="*/ 430 w 467"/>
              <a:gd name="T17" fmla="*/ 98 h 449"/>
              <a:gd name="T18" fmla="*/ 116 w 467"/>
              <a:gd name="T19" fmla="*/ 411 h 449"/>
              <a:gd name="T20" fmla="*/ 52 w 467"/>
              <a:gd name="T21" fmla="*/ 435 h 449"/>
              <a:gd name="T22" fmla="*/ 32 w 467"/>
              <a:gd name="T23" fmla="*/ 415 h 449"/>
              <a:gd name="T24" fmla="*/ 56 w 467"/>
              <a:gd name="T25" fmla="*/ 351 h 449"/>
              <a:gd name="T26" fmla="*/ 176 w 467"/>
              <a:gd name="T27" fmla="*/ 231 h 449"/>
              <a:gd name="T28" fmla="*/ 15 w 467"/>
              <a:gd name="T29" fmla="*/ 28 h 449"/>
              <a:gd name="T30" fmla="*/ 218 w 467"/>
              <a:gd name="T31" fmla="*/ 189 h 449"/>
              <a:gd name="T32" fmla="*/ 323 w 467"/>
              <a:gd name="T33" fmla="*/ 84 h 449"/>
              <a:gd name="T34" fmla="*/ 324 w 467"/>
              <a:gd name="T35" fmla="*/ 84 h 449"/>
              <a:gd name="T36" fmla="*/ 359 w 467"/>
              <a:gd name="T37" fmla="*/ 109 h 449"/>
              <a:gd name="T38" fmla="*/ 384 w 467"/>
              <a:gd name="T39" fmla="*/ 83 h 449"/>
              <a:gd name="T40" fmla="*/ 350 w 467"/>
              <a:gd name="T41" fmla="*/ 57 h 449"/>
              <a:gd name="T42" fmla="*/ 369 w 467"/>
              <a:gd name="T43" fmla="*/ 37 h 449"/>
              <a:gd name="T44" fmla="*/ 430 w 467"/>
              <a:gd name="T45" fmla="*/ 98 h 449"/>
              <a:gd name="T46" fmla="*/ 92 w 467"/>
              <a:gd name="T47" fmla="*/ 375 h 449"/>
              <a:gd name="T48" fmla="*/ 64 w 467"/>
              <a:gd name="T49" fmla="*/ 358 h 449"/>
              <a:gd name="T50" fmla="*/ 46 w 467"/>
              <a:gd name="T51" fmla="*/ 406 h 449"/>
              <a:gd name="T52" fmla="*/ 55 w 467"/>
              <a:gd name="T53" fmla="*/ 412 h 449"/>
              <a:gd name="T54" fmla="*/ 92 w 467"/>
              <a:gd name="T55" fmla="*/ 375 h 449"/>
              <a:gd name="T56" fmla="*/ 320 w 467"/>
              <a:gd name="T57" fmla="*/ 123 h 449"/>
              <a:gd name="T58" fmla="*/ 306 w 467"/>
              <a:gd name="T59" fmla="*/ 123 h 449"/>
              <a:gd name="T60" fmla="*/ 277 w 467"/>
              <a:gd name="T61" fmla="*/ 153 h 449"/>
              <a:gd name="T62" fmla="*/ 277 w 467"/>
              <a:gd name="T63" fmla="*/ 166 h 449"/>
              <a:gd name="T64" fmla="*/ 284 w 467"/>
              <a:gd name="T65" fmla="*/ 168 h 449"/>
              <a:gd name="T66" fmla="*/ 290 w 467"/>
              <a:gd name="T67" fmla="*/ 166 h 449"/>
              <a:gd name="T68" fmla="*/ 320 w 467"/>
              <a:gd name="T69" fmla="*/ 136 h 449"/>
              <a:gd name="T70" fmla="*/ 320 w 467"/>
              <a:gd name="T71" fmla="*/ 123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7" h="449">
                <a:moveTo>
                  <a:pt x="458" y="449"/>
                </a:moveTo>
                <a:cubicBezTo>
                  <a:pt x="363" y="437"/>
                  <a:pt x="317" y="400"/>
                  <a:pt x="298" y="381"/>
                </a:cubicBezTo>
                <a:cubicBezTo>
                  <a:pt x="288" y="370"/>
                  <a:pt x="284" y="356"/>
                  <a:pt x="286" y="343"/>
                </a:cubicBezTo>
                <a:cubicBezTo>
                  <a:pt x="272" y="329"/>
                  <a:pt x="259" y="316"/>
                  <a:pt x="245" y="302"/>
                </a:cubicBezTo>
                <a:cubicBezTo>
                  <a:pt x="289" y="259"/>
                  <a:pt x="289" y="259"/>
                  <a:pt x="289" y="259"/>
                </a:cubicBezTo>
                <a:cubicBezTo>
                  <a:pt x="302" y="272"/>
                  <a:pt x="316" y="286"/>
                  <a:pt x="330" y="300"/>
                </a:cubicBezTo>
                <a:cubicBezTo>
                  <a:pt x="343" y="298"/>
                  <a:pt x="357" y="301"/>
                  <a:pt x="367" y="311"/>
                </a:cubicBezTo>
                <a:cubicBezTo>
                  <a:pt x="386" y="330"/>
                  <a:pt x="419" y="409"/>
                  <a:pt x="458" y="449"/>
                </a:cubicBezTo>
                <a:close/>
                <a:moveTo>
                  <a:pt x="430" y="98"/>
                </a:moveTo>
                <a:cubicBezTo>
                  <a:pt x="116" y="411"/>
                  <a:pt x="116" y="411"/>
                  <a:pt x="116" y="411"/>
                </a:cubicBezTo>
                <a:cubicBezTo>
                  <a:pt x="52" y="435"/>
                  <a:pt x="52" y="435"/>
                  <a:pt x="52" y="435"/>
                </a:cubicBezTo>
                <a:cubicBezTo>
                  <a:pt x="31" y="442"/>
                  <a:pt x="25" y="436"/>
                  <a:pt x="32" y="415"/>
                </a:cubicBezTo>
                <a:cubicBezTo>
                  <a:pt x="56" y="351"/>
                  <a:pt x="56" y="351"/>
                  <a:pt x="56" y="351"/>
                </a:cubicBezTo>
                <a:cubicBezTo>
                  <a:pt x="176" y="231"/>
                  <a:pt x="176" y="231"/>
                  <a:pt x="176" y="231"/>
                </a:cubicBezTo>
                <a:cubicBezTo>
                  <a:pt x="75" y="127"/>
                  <a:pt x="0" y="43"/>
                  <a:pt x="15" y="28"/>
                </a:cubicBezTo>
                <a:cubicBezTo>
                  <a:pt x="30" y="13"/>
                  <a:pt x="114" y="88"/>
                  <a:pt x="218" y="189"/>
                </a:cubicBezTo>
                <a:cubicBezTo>
                  <a:pt x="323" y="84"/>
                  <a:pt x="323" y="84"/>
                  <a:pt x="323" y="84"/>
                </a:cubicBezTo>
                <a:cubicBezTo>
                  <a:pt x="323" y="84"/>
                  <a:pt x="323" y="84"/>
                  <a:pt x="324" y="84"/>
                </a:cubicBezTo>
                <a:cubicBezTo>
                  <a:pt x="331" y="85"/>
                  <a:pt x="345" y="96"/>
                  <a:pt x="359" y="109"/>
                </a:cubicBezTo>
                <a:cubicBezTo>
                  <a:pt x="384" y="83"/>
                  <a:pt x="384" y="83"/>
                  <a:pt x="384" y="83"/>
                </a:cubicBezTo>
                <a:cubicBezTo>
                  <a:pt x="373" y="73"/>
                  <a:pt x="361" y="63"/>
                  <a:pt x="350" y="57"/>
                </a:cubicBezTo>
                <a:cubicBezTo>
                  <a:pt x="369" y="37"/>
                  <a:pt x="369" y="37"/>
                  <a:pt x="369" y="37"/>
                </a:cubicBezTo>
                <a:cubicBezTo>
                  <a:pt x="407" y="0"/>
                  <a:pt x="467" y="60"/>
                  <a:pt x="430" y="98"/>
                </a:cubicBezTo>
                <a:close/>
                <a:moveTo>
                  <a:pt x="92" y="375"/>
                </a:moveTo>
                <a:cubicBezTo>
                  <a:pt x="80" y="362"/>
                  <a:pt x="64" y="358"/>
                  <a:pt x="64" y="358"/>
                </a:cubicBezTo>
                <a:cubicBezTo>
                  <a:pt x="46" y="406"/>
                  <a:pt x="46" y="406"/>
                  <a:pt x="46" y="406"/>
                </a:cubicBezTo>
                <a:cubicBezTo>
                  <a:pt x="50" y="407"/>
                  <a:pt x="53" y="409"/>
                  <a:pt x="55" y="412"/>
                </a:cubicBezTo>
                <a:lnTo>
                  <a:pt x="92" y="375"/>
                </a:lnTo>
                <a:close/>
                <a:moveTo>
                  <a:pt x="320" y="123"/>
                </a:moveTo>
                <a:cubicBezTo>
                  <a:pt x="316" y="119"/>
                  <a:pt x="310" y="119"/>
                  <a:pt x="306" y="123"/>
                </a:cubicBezTo>
                <a:cubicBezTo>
                  <a:pt x="277" y="153"/>
                  <a:pt x="277" y="153"/>
                  <a:pt x="277" y="153"/>
                </a:cubicBezTo>
                <a:cubicBezTo>
                  <a:pt x="273" y="156"/>
                  <a:pt x="273" y="162"/>
                  <a:pt x="277" y="166"/>
                </a:cubicBezTo>
                <a:cubicBezTo>
                  <a:pt x="279" y="167"/>
                  <a:pt x="281" y="168"/>
                  <a:pt x="284" y="168"/>
                </a:cubicBezTo>
                <a:cubicBezTo>
                  <a:pt x="286" y="168"/>
                  <a:pt x="288" y="167"/>
                  <a:pt x="290" y="166"/>
                </a:cubicBezTo>
                <a:cubicBezTo>
                  <a:pt x="320" y="136"/>
                  <a:pt x="320" y="136"/>
                  <a:pt x="320" y="136"/>
                </a:cubicBezTo>
                <a:cubicBezTo>
                  <a:pt x="323" y="133"/>
                  <a:pt x="323" y="127"/>
                  <a:pt x="320" y="123"/>
                </a:cubicBezTo>
                <a:close/>
              </a:path>
            </a:pathLst>
          </a:custGeom>
          <a:solidFill>
            <a:schemeClr val="bg1"/>
          </a:solidFill>
          <a:ln>
            <a:noFill/>
          </a:ln>
        </p:spPr>
        <p:txBody>
          <a:bodyPr vert="horz" wrap="square" lIns="124364" tIns="62182" rIns="124364" bIns="62182" numCol="1" anchor="t" anchorCtr="0" compatLnSpc="1">
            <a:prstTxWarp prst="textNoShape">
              <a:avLst/>
            </a:prstTxWarp>
          </a:bodyPr>
          <a:lstStyle/>
          <a:p>
            <a:pPr defTabSz="1218895"/>
            <a:endParaRPr lang="de-DE" sz="2449">
              <a:solidFill>
                <a:prstClr val="black"/>
              </a:solidFill>
              <a:latin typeface="Calibri"/>
            </a:endParaRPr>
          </a:p>
        </p:txBody>
      </p:sp>
      <p:grpSp>
        <p:nvGrpSpPr>
          <p:cNvPr id="14" name="Group 13">
            <a:extLst>
              <a:ext uri="{FF2B5EF4-FFF2-40B4-BE49-F238E27FC236}">
                <a16:creationId xmlns:a16="http://schemas.microsoft.com/office/drawing/2014/main" id="{5C1616E8-F884-C628-D96F-431BF7E320E3}"/>
              </a:ext>
            </a:extLst>
          </p:cNvPr>
          <p:cNvGrpSpPr/>
          <p:nvPr/>
        </p:nvGrpSpPr>
        <p:grpSpPr>
          <a:xfrm>
            <a:off x="9712366" y="1257338"/>
            <a:ext cx="1118689" cy="730675"/>
            <a:chOff x="3210927" y="3806552"/>
            <a:chExt cx="665197" cy="476261"/>
          </a:xfrm>
          <a:solidFill>
            <a:schemeClr val="bg1"/>
          </a:solidFill>
        </p:grpSpPr>
        <p:sp>
          <p:nvSpPr>
            <p:cNvPr id="15" name="Freeform 98">
              <a:extLst>
                <a:ext uri="{FF2B5EF4-FFF2-40B4-BE49-F238E27FC236}">
                  <a16:creationId xmlns:a16="http://schemas.microsoft.com/office/drawing/2014/main" id="{4C107B8D-772F-DD86-7BEE-D8D318DD1950}"/>
                </a:ext>
              </a:extLst>
            </p:cNvPr>
            <p:cNvSpPr/>
            <p:nvPr/>
          </p:nvSpPr>
          <p:spPr>
            <a:xfrm rot="16200000">
              <a:off x="3210927" y="3806552"/>
              <a:ext cx="476261" cy="476261"/>
            </a:xfrm>
            <a:custGeom>
              <a:avLst/>
              <a:gdLst>
                <a:gd name="connsiteX0" fmla="*/ 1174858 w 1550100"/>
                <a:gd name="connsiteY0" fmla="*/ 1208506 h 1550100"/>
                <a:gd name="connsiteX1" fmla="*/ 1174857 w 1550100"/>
                <a:gd name="connsiteY1" fmla="*/ 1372601 h 1550100"/>
                <a:gd name="connsiteX2" fmla="*/ 1126951 w 1550100"/>
                <a:gd name="connsiteY2" fmla="*/ 1420507 h 1550100"/>
                <a:gd name="connsiteX3" fmla="*/ 1126952 w 1550100"/>
                <a:gd name="connsiteY3" fmla="*/ 1420506 h 1550100"/>
                <a:gd name="connsiteX4" fmla="*/ 1079046 w 1550100"/>
                <a:gd name="connsiteY4" fmla="*/ 1372600 h 1550100"/>
                <a:gd name="connsiteX5" fmla="*/ 1079046 w 1550100"/>
                <a:gd name="connsiteY5" fmla="*/ 1208506 h 1550100"/>
                <a:gd name="connsiteX6" fmla="*/ 1126952 w 1550100"/>
                <a:gd name="connsiteY6" fmla="*/ 1160600 h 1550100"/>
                <a:gd name="connsiteX7" fmla="*/ 1174858 w 1550100"/>
                <a:gd name="connsiteY7" fmla="*/ 1208506 h 1550100"/>
                <a:gd name="connsiteX8" fmla="*/ 1174858 w 1550100"/>
                <a:gd name="connsiteY8" fmla="*/ 864839 h 1550100"/>
                <a:gd name="connsiteX9" fmla="*/ 1174857 w 1550100"/>
                <a:gd name="connsiteY9" fmla="*/ 1028934 h 1550100"/>
                <a:gd name="connsiteX10" fmla="*/ 1126951 w 1550100"/>
                <a:gd name="connsiteY10" fmla="*/ 1076840 h 1550100"/>
                <a:gd name="connsiteX11" fmla="*/ 1126952 w 1550100"/>
                <a:gd name="connsiteY11" fmla="*/ 1076839 h 1550100"/>
                <a:gd name="connsiteX12" fmla="*/ 1079046 w 1550100"/>
                <a:gd name="connsiteY12" fmla="*/ 1028933 h 1550100"/>
                <a:gd name="connsiteX13" fmla="*/ 1079046 w 1550100"/>
                <a:gd name="connsiteY13" fmla="*/ 864839 h 1550100"/>
                <a:gd name="connsiteX14" fmla="*/ 1126952 w 1550100"/>
                <a:gd name="connsiteY14" fmla="*/ 816933 h 1550100"/>
                <a:gd name="connsiteX15" fmla="*/ 1174858 w 1550100"/>
                <a:gd name="connsiteY15" fmla="*/ 864839 h 1550100"/>
                <a:gd name="connsiteX16" fmla="*/ 1174858 w 1550100"/>
                <a:gd name="connsiteY16" fmla="*/ 521171 h 1550100"/>
                <a:gd name="connsiteX17" fmla="*/ 1174857 w 1550100"/>
                <a:gd name="connsiteY17" fmla="*/ 685266 h 1550100"/>
                <a:gd name="connsiteX18" fmla="*/ 1126951 w 1550100"/>
                <a:gd name="connsiteY18" fmla="*/ 733172 h 1550100"/>
                <a:gd name="connsiteX19" fmla="*/ 1126952 w 1550100"/>
                <a:gd name="connsiteY19" fmla="*/ 733171 h 1550100"/>
                <a:gd name="connsiteX20" fmla="*/ 1079046 w 1550100"/>
                <a:gd name="connsiteY20" fmla="*/ 685265 h 1550100"/>
                <a:gd name="connsiteX21" fmla="*/ 1079046 w 1550100"/>
                <a:gd name="connsiteY21" fmla="*/ 521171 h 1550100"/>
                <a:gd name="connsiteX22" fmla="*/ 1126952 w 1550100"/>
                <a:gd name="connsiteY22" fmla="*/ 473265 h 1550100"/>
                <a:gd name="connsiteX23" fmla="*/ 1174858 w 1550100"/>
                <a:gd name="connsiteY23" fmla="*/ 521171 h 1550100"/>
                <a:gd name="connsiteX24" fmla="*/ 1174858 w 1550100"/>
                <a:gd name="connsiteY24" fmla="*/ 177502 h 1550100"/>
                <a:gd name="connsiteX25" fmla="*/ 1174857 w 1550100"/>
                <a:gd name="connsiteY25" fmla="*/ 341597 h 1550100"/>
                <a:gd name="connsiteX26" fmla="*/ 1126951 w 1550100"/>
                <a:gd name="connsiteY26" fmla="*/ 389503 h 1550100"/>
                <a:gd name="connsiteX27" fmla="*/ 1126952 w 1550100"/>
                <a:gd name="connsiteY27" fmla="*/ 389502 h 1550100"/>
                <a:gd name="connsiteX28" fmla="*/ 1079046 w 1550100"/>
                <a:gd name="connsiteY28" fmla="*/ 341596 h 1550100"/>
                <a:gd name="connsiteX29" fmla="*/ 1079046 w 1550100"/>
                <a:gd name="connsiteY29" fmla="*/ 177502 h 1550100"/>
                <a:gd name="connsiteX30" fmla="*/ 1126952 w 1550100"/>
                <a:gd name="connsiteY30" fmla="*/ 129596 h 1550100"/>
                <a:gd name="connsiteX31" fmla="*/ 1174858 w 1550100"/>
                <a:gd name="connsiteY31" fmla="*/ 177502 h 1550100"/>
                <a:gd name="connsiteX32" fmla="*/ 1260406 w 1550100"/>
                <a:gd name="connsiteY32" fmla="*/ 61323 h 1550100"/>
                <a:gd name="connsiteX33" fmla="*/ 61322 w 1550100"/>
                <a:gd name="connsiteY33" fmla="*/ 61323 h 1550100"/>
                <a:gd name="connsiteX34" fmla="*/ 61322 w 1550100"/>
                <a:gd name="connsiteY34" fmla="*/ 1488778 h 1550100"/>
                <a:gd name="connsiteX35" fmla="*/ 1260406 w 1550100"/>
                <a:gd name="connsiteY35" fmla="*/ 1488778 h 1550100"/>
                <a:gd name="connsiteX36" fmla="*/ 1440400 w 1550100"/>
                <a:gd name="connsiteY36" fmla="*/ 109229 h 1550100"/>
                <a:gd name="connsiteX37" fmla="*/ 1392494 w 1550100"/>
                <a:gd name="connsiteY37" fmla="*/ 61323 h 1550100"/>
                <a:gd name="connsiteX38" fmla="*/ 1344588 w 1550100"/>
                <a:gd name="connsiteY38" fmla="*/ 109229 h 1550100"/>
                <a:gd name="connsiteX39" fmla="*/ 1344588 w 1550100"/>
                <a:gd name="connsiteY39" fmla="*/ 472029 h 1550100"/>
                <a:gd name="connsiteX40" fmla="*/ 1392494 w 1550100"/>
                <a:gd name="connsiteY40" fmla="*/ 519935 h 1550100"/>
                <a:gd name="connsiteX41" fmla="*/ 1392493 w 1550100"/>
                <a:gd name="connsiteY41" fmla="*/ 519936 h 1550100"/>
                <a:gd name="connsiteX42" fmla="*/ 1440399 w 1550100"/>
                <a:gd name="connsiteY42" fmla="*/ 472030 h 1550100"/>
                <a:gd name="connsiteX43" fmla="*/ 1440400 w 1550100"/>
                <a:gd name="connsiteY43" fmla="*/ 109229 h 1550100"/>
                <a:gd name="connsiteX44" fmla="*/ 1550100 w 1550100"/>
                <a:gd name="connsiteY44" fmla="*/ 88805 h 1550100"/>
                <a:gd name="connsiteX45" fmla="*/ 1550100 w 1550100"/>
                <a:gd name="connsiteY45" fmla="*/ 1461295 h 1550100"/>
                <a:gd name="connsiteX46" fmla="*/ 1461295 w 1550100"/>
                <a:gd name="connsiteY46" fmla="*/ 1550100 h 1550100"/>
                <a:gd name="connsiteX47" fmla="*/ 1260406 w 1550100"/>
                <a:gd name="connsiteY47" fmla="*/ 1550100 h 1550100"/>
                <a:gd name="connsiteX48" fmla="*/ 88805 w 1550100"/>
                <a:gd name="connsiteY48" fmla="*/ 1550100 h 1550100"/>
                <a:gd name="connsiteX49" fmla="*/ 0 w 1550100"/>
                <a:gd name="connsiteY49" fmla="*/ 1461295 h 1550100"/>
                <a:gd name="connsiteX50" fmla="*/ 0 w 1550100"/>
                <a:gd name="connsiteY50" fmla="*/ 88805 h 1550100"/>
                <a:gd name="connsiteX51" fmla="*/ 88805 w 1550100"/>
                <a:gd name="connsiteY51" fmla="*/ 0 h 1550100"/>
                <a:gd name="connsiteX52" fmla="*/ 1260406 w 1550100"/>
                <a:gd name="connsiteY52" fmla="*/ 0 h 1550100"/>
                <a:gd name="connsiteX53" fmla="*/ 1461295 w 1550100"/>
                <a:gd name="connsiteY53" fmla="*/ 0 h 1550100"/>
                <a:gd name="connsiteX54" fmla="*/ 1550100 w 1550100"/>
                <a:gd name="connsiteY54" fmla="*/ 88805 h 155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550100" h="1550100">
                  <a:moveTo>
                    <a:pt x="1174858" y="1208506"/>
                  </a:moveTo>
                  <a:cubicBezTo>
                    <a:pt x="1174858" y="1263204"/>
                    <a:pt x="1174857" y="1317903"/>
                    <a:pt x="1174857" y="1372601"/>
                  </a:cubicBezTo>
                  <a:cubicBezTo>
                    <a:pt x="1174857" y="1399059"/>
                    <a:pt x="1153409" y="1420507"/>
                    <a:pt x="1126951" y="1420507"/>
                  </a:cubicBezTo>
                  <a:lnTo>
                    <a:pt x="1126952" y="1420506"/>
                  </a:lnTo>
                  <a:cubicBezTo>
                    <a:pt x="1100494" y="1420506"/>
                    <a:pt x="1079046" y="1399058"/>
                    <a:pt x="1079046" y="1372600"/>
                  </a:cubicBezTo>
                  <a:lnTo>
                    <a:pt x="1079046" y="1208506"/>
                  </a:lnTo>
                  <a:cubicBezTo>
                    <a:pt x="1079046" y="1182048"/>
                    <a:pt x="1100494" y="1160600"/>
                    <a:pt x="1126952" y="1160600"/>
                  </a:cubicBezTo>
                  <a:cubicBezTo>
                    <a:pt x="1153410" y="1160600"/>
                    <a:pt x="1174858" y="1182048"/>
                    <a:pt x="1174858" y="1208506"/>
                  </a:cubicBezTo>
                  <a:close/>
                  <a:moveTo>
                    <a:pt x="1174858" y="864839"/>
                  </a:moveTo>
                  <a:cubicBezTo>
                    <a:pt x="1174858" y="919537"/>
                    <a:pt x="1174857" y="974236"/>
                    <a:pt x="1174857" y="1028934"/>
                  </a:cubicBezTo>
                  <a:cubicBezTo>
                    <a:pt x="1174857" y="1055392"/>
                    <a:pt x="1153409" y="1076840"/>
                    <a:pt x="1126951" y="1076840"/>
                  </a:cubicBezTo>
                  <a:lnTo>
                    <a:pt x="1126952" y="1076839"/>
                  </a:lnTo>
                  <a:cubicBezTo>
                    <a:pt x="1100494" y="1076839"/>
                    <a:pt x="1079046" y="1055391"/>
                    <a:pt x="1079046" y="1028933"/>
                  </a:cubicBezTo>
                  <a:lnTo>
                    <a:pt x="1079046" y="864839"/>
                  </a:lnTo>
                  <a:cubicBezTo>
                    <a:pt x="1079046" y="838381"/>
                    <a:pt x="1100494" y="816933"/>
                    <a:pt x="1126952" y="816933"/>
                  </a:cubicBezTo>
                  <a:cubicBezTo>
                    <a:pt x="1153410" y="816933"/>
                    <a:pt x="1174858" y="838381"/>
                    <a:pt x="1174858" y="864839"/>
                  </a:cubicBezTo>
                  <a:close/>
                  <a:moveTo>
                    <a:pt x="1174858" y="521171"/>
                  </a:moveTo>
                  <a:cubicBezTo>
                    <a:pt x="1174858" y="575869"/>
                    <a:pt x="1174857" y="630568"/>
                    <a:pt x="1174857" y="685266"/>
                  </a:cubicBezTo>
                  <a:cubicBezTo>
                    <a:pt x="1174857" y="711724"/>
                    <a:pt x="1153409" y="733172"/>
                    <a:pt x="1126951" y="733172"/>
                  </a:cubicBezTo>
                  <a:lnTo>
                    <a:pt x="1126952" y="733171"/>
                  </a:lnTo>
                  <a:cubicBezTo>
                    <a:pt x="1100494" y="733171"/>
                    <a:pt x="1079046" y="711723"/>
                    <a:pt x="1079046" y="685265"/>
                  </a:cubicBezTo>
                  <a:lnTo>
                    <a:pt x="1079046" y="521171"/>
                  </a:lnTo>
                  <a:cubicBezTo>
                    <a:pt x="1079046" y="494713"/>
                    <a:pt x="1100494" y="473265"/>
                    <a:pt x="1126952" y="473265"/>
                  </a:cubicBezTo>
                  <a:cubicBezTo>
                    <a:pt x="1153410" y="473265"/>
                    <a:pt x="1174858" y="494713"/>
                    <a:pt x="1174858" y="521171"/>
                  </a:cubicBezTo>
                  <a:close/>
                  <a:moveTo>
                    <a:pt x="1174858" y="177502"/>
                  </a:moveTo>
                  <a:cubicBezTo>
                    <a:pt x="1174858" y="232200"/>
                    <a:pt x="1174857" y="286899"/>
                    <a:pt x="1174857" y="341597"/>
                  </a:cubicBezTo>
                  <a:cubicBezTo>
                    <a:pt x="1174857" y="368055"/>
                    <a:pt x="1153409" y="389503"/>
                    <a:pt x="1126951" y="389503"/>
                  </a:cubicBezTo>
                  <a:lnTo>
                    <a:pt x="1126952" y="389502"/>
                  </a:lnTo>
                  <a:cubicBezTo>
                    <a:pt x="1100494" y="389502"/>
                    <a:pt x="1079046" y="368054"/>
                    <a:pt x="1079046" y="341596"/>
                  </a:cubicBezTo>
                  <a:lnTo>
                    <a:pt x="1079046" y="177502"/>
                  </a:lnTo>
                  <a:cubicBezTo>
                    <a:pt x="1079046" y="151044"/>
                    <a:pt x="1100494" y="129596"/>
                    <a:pt x="1126952" y="129596"/>
                  </a:cubicBezTo>
                  <a:cubicBezTo>
                    <a:pt x="1153410" y="129596"/>
                    <a:pt x="1174858" y="151044"/>
                    <a:pt x="1174858" y="177502"/>
                  </a:cubicBezTo>
                  <a:close/>
                  <a:moveTo>
                    <a:pt x="1260406" y="61323"/>
                  </a:moveTo>
                  <a:lnTo>
                    <a:pt x="61322" y="61323"/>
                  </a:lnTo>
                  <a:lnTo>
                    <a:pt x="61322" y="1488778"/>
                  </a:lnTo>
                  <a:lnTo>
                    <a:pt x="1260406" y="1488778"/>
                  </a:lnTo>
                  <a:close/>
                  <a:moveTo>
                    <a:pt x="1440400" y="109229"/>
                  </a:moveTo>
                  <a:cubicBezTo>
                    <a:pt x="1440400" y="82771"/>
                    <a:pt x="1418952" y="61323"/>
                    <a:pt x="1392494" y="61323"/>
                  </a:cubicBezTo>
                  <a:cubicBezTo>
                    <a:pt x="1366036" y="61323"/>
                    <a:pt x="1344588" y="82771"/>
                    <a:pt x="1344588" y="109229"/>
                  </a:cubicBezTo>
                  <a:lnTo>
                    <a:pt x="1344588" y="472029"/>
                  </a:lnTo>
                  <a:cubicBezTo>
                    <a:pt x="1344588" y="498487"/>
                    <a:pt x="1366036" y="519935"/>
                    <a:pt x="1392494" y="519935"/>
                  </a:cubicBezTo>
                  <a:lnTo>
                    <a:pt x="1392493" y="519936"/>
                  </a:lnTo>
                  <a:cubicBezTo>
                    <a:pt x="1418951" y="519936"/>
                    <a:pt x="1440399" y="498488"/>
                    <a:pt x="1440399" y="472030"/>
                  </a:cubicBezTo>
                  <a:cubicBezTo>
                    <a:pt x="1440399" y="351097"/>
                    <a:pt x="1440400" y="230163"/>
                    <a:pt x="1440400" y="109229"/>
                  </a:cubicBezTo>
                  <a:close/>
                  <a:moveTo>
                    <a:pt x="1550100" y="88805"/>
                  </a:moveTo>
                  <a:lnTo>
                    <a:pt x="1550100" y="1461295"/>
                  </a:lnTo>
                  <a:cubicBezTo>
                    <a:pt x="1550100" y="1510341"/>
                    <a:pt x="1510341" y="1550100"/>
                    <a:pt x="1461295" y="1550100"/>
                  </a:cubicBezTo>
                  <a:lnTo>
                    <a:pt x="1260406" y="1550100"/>
                  </a:lnTo>
                  <a:lnTo>
                    <a:pt x="88805" y="1550100"/>
                  </a:lnTo>
                  <a:cubicBezTo>
                    <a:pt x="39759" y="1550100"/>
                    <a:pt x="0" y="1510341"/>
                    <a:pt x="0" y="1461295"/>
                  </a:cubicBezTo>
                  <a:lnTo>
                    <a:pt x="0" y="88805"/>
                  </a:lnTo>
                  <a:cubicBezTo>
                    <a:pt x="0" y="39759"/>
                    <a:pt x="39759" y="0"/>
                    <a:pt x="88805" y="0"/>
                  </a:cubicBezTo>
                  <a:lnTo>
                    <a:pt x="1260406" y="0"/>
                  </a:lnTo>
                  <a:lnTo>
                    <a:pt x="1461295" y="0"/>
                  </a:lnTo>
                  <a:cubicBezTo>
                    <a:pt x="1510341" y="0"/>
                    <a:pt x="1550100" y="39759"/>
                    <a:pt x="1550100" y="88805"/>
                  </a:cubicBezTo>
                  <a:close/>
                </a:path>
              </a:pathLst>
            </a:custGeom>
            <a:grpFill/>
            <a:ln w="9525" cap="flat" cmpd="sng" algn="ctr">
              <a:noFill/>
              <a:prstDash val="solid"/>
            </a:ln>
            <a:effectLst/>
          </p:spPr>
          <p:txBody>
            <a:bodyPr rot="0" spcFirstLastPara="0" vertOverflow="overflow" horzOverflow="overflow" vert="horz" wrap="square" lIns="124364" tIns="62182" rIns="124364" bIns="62182" numCol="1" spcCol="0" rtlCol="0" fromWordArt="0" anchor="ctr" anchorCtr="0" forceAA="0" compatLnSpc="1">
              <a:prstTxWarp prst="textNoShape">
                <a:avLst/>
              </a:prstTxWarp>
              <a:noAutofit/>
            </a:bodyPr>
            <a:lstStyle/>
            <a:p>
              <a:pPr algn="ctr" defTabSz="1218895">
                <a:defRPr/>
              </a:pPr>
              <a:endParaRPr lang="de-DE" sz="2449" kern="0" dirty="0" err="1">
                <a:solidFill>
                  <a:srgbClr val="000000"/>
                </a:solidFill>
                <a:latin typeface="TKTypeMedium"/>
                <a:ea typeface="ＭＳ Ｐゴシック"/>
              </a:endParaRPr>
            </a:p>
          </p:txBody>
        </p:sp>
        <p:sp>
          <p:nvSpPr>
            <p:cNvPr id="16" name="Cube 15">
              <a:extLst>
                <a:ext uri="{FF2B5EF4-FFF2-40B4-BE49-F238E27FC236}">
                  <a16:creationId xmlns:a16="http://schemas.microsoft.com/office/drawing/2014/main" id="{74E5513F-23D0-6C36-AD61-EC34A43A57EF}"/>
                </a:ext>
              </a:extLst>
            </p:cNvPr>
            <p:cNvSpPr/>
            <p:nvPr/>
          </p:nvSpPr>
          <p:spPr>
            <a:xfrm>
              <a:off x="3329302" y="3997811"/>
              <a:ext cx="211087" cy="211086"/>
            </a:xfrm>
            <a:prstGeom prst="cube">
              <a:avLst/>
            </a:prstGeom>
            <a:grpFill/>
            <a:ln w="9525" cap="flat" cmpd="sng" algn="ctr">
              <a:noFill/>
              <a:prstDash val="solid"/>
            </a:ln>
            <a:effectLst/>
          </p:spPr>
          <p:txBody>
            <a:bodyPr rot="0" spcFirstLastPara="0" vertOverflow="overflow" horzOverflow="overflow" vert="horz" wrap="square" lIns="124364" tIns="62182" rIns="124364" bIns="62182" numCol="1" spcCol="0" rtlCol="0" fromWordArt="0" anchor="ctr" anchorCtr="0" forceAA="0" compatLnSpc="1">
              <a:prstTxWarp prst="textNoShape">
                <a:avLst/>
              </a:prstTxWarp>
              <a:noAutofit/>
            </a:bodyPr>
            <a:lstStyle/>
            <a:p>
              <a:pPr algn="ctr" defTabSz="1218895">
                <a:defRPr/>
              </a:pPr>
              <a:endParaRPr lang="de-DE" sz="2449" kern="0" dirty="0" err="1">
                <a:solidFill>
                  <a:srgbClr val="000000"/>
                </a:solidFill>
                <a:latin typeface="TKTypeMedium"/>
                <a:ea typeface="ＭＳ Ｐゴシック"/>
              </a:endParaRPr>
            </a:p>
          </p:txBody>
        </p:sp>
        <p:sp>
          <p:nvSpPr>
            <p:cNvPr id="17" name="Rectangle 200">
              <a:extLst>
                <a:ext uri="{FF2B5EF4-FFF2-40B4-BE49-F238E27FC236}">
                  <a16:creationId xmlns:a16="http://schemas.microsoft.com/office/drawing/2014/main" id="{EFC281CC-7302-B261-2E87-03EBD0381588}"/>
                </a:ext>
              </a:extLst>
            </p:cNvPr>
            <p:cNvSpPr>
              <a:spLocks/>
            </p:cNvSpPr>
            <p:nvPr/>
          </p:nvSpPr>
          <p:spPr>
            <a:xfrm>
              <a:off x="3759946" y="3820278"/>
              <a:ext cx="116178" cy="460803"/>
            </a:xfrm>
            <a:custGeom>
              <a:avLst/>
              <a:gdLst/>
              <a:ahLst/>
              <a:cxnLst/>
              <a:rect l="l" t="t" r="r" b="b"/>
              <a:pathLst>
                <a:path w="188362" h="747111">
                  <a:moveTo>
                    <a:pt x="35260" y="134552"/>
                  </a:moveTo>
                  <a:lnTo>
                    <a:pt x="35260" y="563238"/>
                  </a:lnTo>
                  <a:lnTo>
                    <a:pt x="0" y="563238"/>
                  </a:lnTo>
                  <a:lnTo>
                    <a:pt x="0" y="134552"/>
                  </a:lnTo>
                  <a:close/>
                  <a:moveTo>
                    <a:pt x="111811" y="134552"/>
                  </a:moveTo>
                  <a:lnTo>
                    <a:pt x="111811" y="563238"/>
                  </a:lnTo>
                  <a:lnTo>
                    <a:pt x="76551" y="563238"/>
                  </a:lnTo>
                  <a:lnTo>
                    <a:pt x="76551" y="134552"/>
                  </a:lnTo>
                  <a:close/>
                  <a:moveTo>
                    <a:pt x="136437" y="677561"/>
                  </a:moveTo>
                  <a:lnTo>
                    <a:pt x="94180" y="747111"/>
                  </a:lnTo>
                  <a:lnTo>
                    <a:pt x="51923" y="677561"/>
                  </a:lnTo>
                  <a:close/>
                  <a:moveTo>
                    <a:pt x="188362" y="592102"/>
                  </a:moveTo>
                  <a:lnTo>
                    <a:pt x="148755" y="657290"/>
                  </a:lnTo>
                  <a:lnTo>
                    <a:pt x="39608" y="657290"/>
                  </a:lnTo>
                  <a:lnTo>
                    <a:pt x="0" y="592102"/>
                  </a:lnTo>
                  <a:close/>
                  <a:moveTo>
                    <a:pt x="188362" y="134552"/>
                  </a:moveTo>
                  <a:lnTo>
                    <a:pt x="188362" y="563238"/>
                  </a:lnTo>
                  <a:lnTo>
                    <a:pt x="153102" y="563238"/>
                  </a:lnTo>
                  <a:lnTo>
                    <a:pt x="153102" y="134552"/>
                  </a:lnTo>
                  <a:close/>
                  <a:moveTo>
                    <a:pt x="188362" y="12693"/>
                  </a:moveTo>
                  <a:lnTo>
                    <a:pt x="188362" y="32140"/>
                  </a:lnTo>
                  <a:lnTo>
                    <a:pt x="188362" y="63463"/>
                  </a:lnTo>
                  <a:lnTo>
                    <a:pt x="188362" y="108296"/>
                  </a:lnTo>
                  <a:lnTo>
                    <a:pt x="0" y="108296"/>
                  </a:lnTo>
                  <a:lnTo>
                    <a:pt x="0" y="63463"/>
                  </a:lnTo>
                  <a:lnTo>
                    <a:pt x="0" y="32140"/>
                  </a:lnTo>
                  <a:lnTo>
                    <a:pt x="0" y="12693"/>
                  </a:lnTo>
                  <a:cubicBezTo>
                    <a:pt x="0" y="5683"/>
                    <a:pt x="5683" y="0"/>
                    <a:pt x="12693" y="0"/>
                  </a:cubicBezTo>
                  <a:lnTo>
                    <a:pt x="175669" y="0"/>
                  </a:lnTo>
                  <a:cubicBezTo>
                    <a:pt x="182679" y="0"/>
                    <a:pt x="188362" y="5683"/>
                    <a:pt x="188362" y="12693"/>
                  </a:cubicBezTo>
                  <a:close/>
                </a:path>
              </a:pathLst>
            </a:custGeom>
            <a:grpFill/>
            <a:ln w="9525" cap="flat" cmpd="sng" algn="ctr">
              <a:noFill/>
              <a:prstDash val="solid"/>
            </a:ln>
            <a:effectLst/>
          </p:spPr>
          <p:txBody>
            <a:bodyPr rot="0" spcFirstLastPara="0" vertOverflow="overflow" horzOverflow="overflow" vert="horz" wrap="square" lIns="124364" tIns="62182" rIns="124364" bIns="62182" numCol="1" spcCol="0" rtlCol="0" fromWordArt="0" anchor="ctr" anchorCtr="0" forceAA="0" compatLnSpc="1">
              <a:prstTxWarp prst="textNoShape">
                <a:avLst/>
              </a:prstTxWarp>
              <a:noAutofit/>
            </a:bodyPr>
            <a:lstStyle/>
            <a:p>
              <a:pPr algn="ctr" defTabSz="1218895">
                <a:defRPr/>
              </a:pPr>
              <a:endParaRPr lang="en-US" sz="2449" kern="0" dirty="0" err="1">
                <a:solidFill>
                  <a:srgbClr val="000000"/>
                </a:solidFill>
                <a:latin typeface="TKTypeMedium"/>
                <a:ea typeface="ＭＳ Ｐゴシック"/>
              </a:endParaRPr>
            </a:p>
          </p:txBody>
        </p:sp>
      </p:grpSp>
      <p:sp>
        <p:nvSpPr>
          <p:cNvPr id="18" name="TextBox 17">
            <a:extLst>
              <a:ext uri="{FF2B5EF4-FFF2-40B4-BE49-F238E27FC236}">
                <a16:creationId xmlns:a16="http://schemas.microsoft.com/office/drawing/2014/main" id="{36272E63-4F5C-6611-4684-B11DA021B7D0}"/>
              </a:ext>
            </a:extLst>
          </p:cNvPr>
          <p:cNvSpPr txBox="1"/>
          <p:nvPr/>
        </p:nvSpPr>
        <p:spPr>
          <a:xfrm>
            <a:off x="304869" y="2923246"/>
            <a:ext cx="3199759" cy="3600986"/>
          </a:xfrm>
          <a:prstGeom prst="rect">
            <a:avLst/>
          </a:prstGeom>
          <a:noFill/>
        </p:spPr>
        <p:txBody>
          <a:bodyPr wrap="square" rtlCol="0">
            <a:spAutoFit/>
          </a:bodyPr>
          <a:lstStyle/>
          <a:p>
            <a:pPr defTabSz="1218895"/>
            <a:r>
              <a:rPr lang="en-US" sz="1200" kern="0" dirty="0">
                <a:solidFill>
                  <a:prstClr val="white"/>
                </a:solidFill>
                <a:latin typeface="Arial" pitchFamily="34" charset="0"/>
                <a:cs typeface="Arial" pitchFamily="34" charset="0"/>
              </a:rPr>
              <a:t>Purpose: Simplify the development of enterprise applications through an intuitive interface.</a:t>
            </a:r>
            <a:br>
              <a:rPr lang="en-US" sz="1200" kern="0" dirty="0">
                <a:solidFill>
                  <a:prstClr val="white"/>
                </a:solidFill>
                <a:latin typeface="Arial" pitchFamily="34" charset="0"/>
                <a:cs typeface="Arial" pitchFamily="34" charset="0"/>
              </a:rPr>
            </a:br>
            <a:r>
              <a:rPr lang="en-US" sz="1200" b="1" kern="0" dirty="0">
                <a:solidFill>
                  <a:srgbClr val="FFFF00"/>
                </a:solidFill>
                <a:latin typeface="Arial" pitchFamily="34" charset="0"/>
                <a:cs typeface="Arial" pitchFamily="34" charset="0"/>
              </a:rPr>
              <a:t>Key Features:</a:t>
            </a:r>
          </a:p>
          <a:p>
            <a:pPr defTabSz="1218895"/>
            <a:r>
              <a:rPr lang="en-US" sz="1200" kern="0" dirty="0">
                <a:solidFill>
                  <a:prstClr val="white"/>
                </a:solidFill>
                <a:latin typeface="Arial" pitchFamily="34" charset="0"/>
                <a:cs typeface="Arial" pitchFamily="34" charset="0"/>
              </a:rPr>
              <a:t>Visual Development: Create UI, workflows, and logic using a drag-and-drop approach.</a:t>
            </a:r>
          </a:p>
          <a:p>
            <a:pPr defTabSz="1218895"/>
            <a:r>
              <a:rPr lang="en-US" sz="1200" kern="0" dirty="0">
                <a:solidFill>
                  <a:prstClr val="white"/>
                </a:solidFill>
                <a:latin typeface="Arial" pitchFamily="34" charset="0"/>
                <a:cs typeface="Arial" pitchFamily="34" charset="0"/>
              </a:rPr>
              <a:t>Prebuilt Templates: Leverage templates for common business scenarios.</a:t>
            </a:r>
          </a:p>
          <a:p>
            <a:pPr defTabSz="1218895"/>
            <a:r>
              <a:rPr lang="en-US" sz="1200" kern="0" dirty="0">
                <a:solidFill>
                  <a:prstClr val="white"/>
                </a:solidFill>
                <a:latin typeface="Arial" pitchFamily="34" charset="0"/>
                <a:cs typeface="Arial" pitchFamily="34" charset="0"/>
              </a:rPr>
              <a:t>Data Integration: Connect seamlessly with SAP and external systems through APIs.</a:t>
            </a:r>
          </a:p>
          <a:p>
            <a:pPr defTabSz="1218895"/>
            <a:r>
              <a:rPr lang="en-US" sz="1200" kern="0" dirty="0">
                <a:solidFill>
                  <a:prstClr val="white"/>
                </a:solidFill>
                <a:latin typeface="Arial" pitchFamily="34" charset="0"/>
                <a:cs typeface="Arial" pitchFamily="34" charset="0"/>
              </a:rPr>
              <a:t>Multi-Channel Deployment: Develop apps for both web and mobile platforms.</a:t>
            </a:r>
          </a:p>
          <a:p>
            <a:pPr defTabSz="1218895"/>
            <a:r>
              <a:rPr lang="en-US" sz="1200" kern="0" dirty="0">
                <a:solidFill>
                  <a:prstClr val="white"/>
                </a:solidFill>
                <a:latin typeface="Arial" pitchFamily="34" charset="0"/>
                <a:cs typeface="Arial" pitchFamily="34" charset="0"/>
              </a:rPr>
              <a:t>Collaboration Tools: Facilitate teamwork during the app-building process.</a:t>
            </a:r>
            <a:br>
              <a:rPr lang="en-US" sz="1200" kern="0" dirty="0">
                <a:solidFill>
                  <a:prstClr val="white"/>
                </a:solidFill>
                <a:latin typeface="Arial" pitchFamily="34" charset="0"/>
                <a:cs typeface="Arial" pitchFamily="34" charset="0"/>
              </a:rPr>
            </a:br>
            <a:r>
              <a:rPr lang="en-US" sz="1200" b="1" kern="0" dirty="0">
                <a:solidFill>
                  <a:srgbClr val="FFFF00"/>
                </a:solidFill>
                <a:latin typeface="Arial" pitchFamily="34" charset="0"/>
                <a:cs typeface="Arial" pitchFamily="34" charset="0"/>
              </a:rPr>
              <a:t>Use Cases:</a:t>
            </a:r>
          </a:p>
          <a:p>
            <a:pPr defTabSz="1218895"/>
            <a:r>
              <a:rPr lang="en-US" sz="1200" kern="0" dirty="0">
                <a:solidFill>
                  <a:prstClr val="white"/>
                </a:solidFill>
                <a:latin typeface="Arial" pitchFamily="34" charset="0"/>
                <a:cs typeface="Arial" pitchFamily="34" charset="0"/>
              </a:rPr>
              <a:t>Developing HR onboarding solutions.</a:t>
            </a:r>
          </a:p>
          <a:p>
            <a:pPr defTabSz="1218895"/>
            <a:r>
              <a:rPr lang="en-US" sz="1200" kern="0" dirty="0">
                <a:solidFill>
                  <a:prstClr val="white"/>
                </a:solidFill>
                <a:latin typeface="Arial" pitchFamily="34" charset="0"/>
                <a:cs typeface="Arial" pitchFamily="34" charset="0"/>
              </a:rPr>
              <a:t>Building custom KPI tracking dashboards.</a:t>
            </a:r>
          </a:p>
          <a:p>
            <a:pPr defTabSz="1218895"/>
            <a:r>
              <a:rPr lang="en-US" sz="1200" kern="0" dirty="0">
                <a:solidFill>
                  <a:prstClr val="white"/>
                </a:solidFill>
                <a:latin typeface="Arial" pitchFamily="34" charset="0"/>
                <a:cs typeface="Arial" pitchFamily="34" charset="0"/>
              </a:rPr>
              <a:t>Creating customer-facing applications for feedback collection.</a:t>
            </a:r>
          </a:p>
        </p:txBody>
      </p:sp>
      <p:sp>
        <p:nvSpPr>
          <p:cNvPr id="19" name="TextBox 18">
            <a:extLst>
              <a:ext uri="{FF2B5EF4-FFF2-40B4-BE49-F238E27FC236}">
                <a16:creationId xmlns:a16="http://schemas.microsoft.com/office/drawing/2014/main" id="{E563FCB9-2EAD-DBC3-CFDF-9B89260E9233}"/>
              </a:ext>
            </a:extLst>
          </p:cNvPr>
          <p:cNvSpPr txBox="1"/>
          <p:nvPr/>
        </p:nvSpPr>
        <p:spPr>
          <a:xfrm>
            <a:off x="440442" y="2415793"/>
            <a:ext cx="3103232" cy="461537"/>
          </a:xfrm>
          <a:prstGeom prst="rect">
            <a:avLst/>
          </a:prstGeom>
          <a:noFill/>
        </p:spPr>
        <p:txBody>
          <a:bodyPr wrap="square" rtlCol="0" anchor="b">
            <a:spAutoFit/>
          </a:bodyPr>
          <a:lstStyle/>
          <a:p>
            <a:pPr algn="ctr" defTabSz="1218895"/>
            <a:r>
              <a:rPr lang="en-US" sz="2399" b="1" kern="0" dirty="0">
                <a:solidFill>
                  <a:prstClr val="white"/>
                </a:solidFill>
                <a:latin typeface="Arial" pitchFamily="34" charset="0"/>
                <a:cs typeface="Arial" pitchFamily="34" charset="0"/>
              </a:rPr>
              <a:t>SAP Build Apps</a:t>
            </a:r>
          </a:p>
        </p:txBody>
      </p:sp>
      <p:sp>
        <p:nvSpPr>
          <p:cNvPr id="21" name="TextBox 20">
            <a:extLst>
              <a:ext uri="{FF2B5EF4-FFF2-40B4-BE49-F238E27FC236}">
                <a16:creationId xmlns:a16="http://schemas.microsoft.com/office/drawing/2014/main" id="{5EE892DB-60AA-5D1B-E985-1C841220A824}"/>
              </a:ext>
            </a:extLst>
          </p:cNvPr>
          <p:cNvSpPr txBox="1"/>
          <p:nvPr/>
        </p:nvSpPr>
        <p:spPr>
          <a:xfrm>
            <a:off x="4664092" y="2036076"/>
            <a:ext cx="3103232" cy="830740"/>
          </a:xfrm>
          <a:prstGeom prst="rect">
            <a:avLst/>
          </a:prstGeom>
          <a:noFill/>
        </p:spPr>
        <p:txBody>
          <a:bodyPr wrap="square" rtlCol="0" anchor="b">
            <a:spAutoFit/>
          </a:bodyPr>
          <a:lstStyle/>
          <a:p>
            <a:pPr algn="ctr" defTabSz="1218895"/>
            <a:r>
              <a:rPr lang="en-US" sz="2399" b="1" kern="0" dirty="0">
                <a:solidFill>
                  <a:prstClr val="white"/>
                </a:solidFill>
                <a:latin typeface="Arial" pitchFamily="34" charset="0"/>
                <a:cs typeface="Arial" pitchFamily="34" charset="0"/>
              </a:rPr>
              <a:t>SAP Build Process Automation</a:t>
            </a:r>
          </a:p>
        </p:txBody>
      </p:sp>
      <p:sp>
        <p:nvSpPr>
          <p:cNvPr id="23" name="TextBox 22">
            <a:extLst>
              <a:ext uri="{FF2B5EF4-FFF2-40B4-BE49-F238E27FC236}">
                <a16:creationId xmlns:a16="http://schemas.microsoft.com/office/drawing/2014/main" id="{79ECA516-3AC4-B591-B962-7C6C16EEBF08}"/>
              </a:ext>
            </a:extLst>
          </p:cNvPr>
          <p:cNvSpPr txBox="1"/>
          <p:nvPr/>
        </p:nvSpPr>
        <p:spPr>
          <a:xfrm>
            <a:off x="8862360" y="1939789"/>
            <a:ext cx="3103232" cy="830740"/>
          </a:xfrm>
          <a:prstGeom prst="rect">
            <a:avLst/>
          </a:prstGeom>
          <a:noFill/>
        </p:spPr>
        <p:txBody>
          <a:bodyPr wrap="square" rtlCol="0" anchor="b">
            <a:spAutoFit/>
          </a:bodyPr>
          <a:lstStyle/>
          <a:p>
            <a:pPr algn="ctr" defTabSz="1218895"/>
            <a:r>
              <a:rPr lang="en-US" sz="2399" b="1" kern="0" dirty="0">
                <a:solidFill>
                  <a:prstClr val="white"/>
                </a:solidFill>
                <a:latin typeface="Arial" pitchFamily="34" charset="0"/>
                <a:cs typeface="Arial" pitchFamily="34" charset="0"/>
              </a:rPr>
              <a:t>SAP Build WorkZone</a:t>
            </a:r>
          </a:p>
        </p:txBody>
      </p:sp>
      <p:sp>
        <p:nvSpPr>
          <p:cNvPr id="24" name="Oval 23">
            <a:extLst>
              <a:ext uri="{FF2B5EF4-FFF2-40B4-BE49-F238E27FC236}">
                <a16:creationId xmlns:a16="http://schemas.microsoft.com/office/drawing/2014/main" id="{EB0CDBAC-0DF4-7E0C-C5EA-FD5B992BD3B8}"/>
              </a:ext>
            </a:extLst>
          </p:cNvPr>
          <p:cNvSpPr/>
          <p:nvPr/>
        </p:nvSpPr>
        <p:spPr>
          <a:xfrm>
            <a:off x="1609480" y="6644336"/>
            <a:ext cx="126163" cy="115094"/>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5" name="Oval 24">
            <a:extLst>
              <a:ext uri="{FF2B5EF4-FFF2-40B4-BE49-F238E27FC236}">
                <a16:creationId xmlns:a16="http://schemas.microsoft.com/office/drawing/2014/main" id="{F6D49E10-698A-01BF-ADBA-39BD16F08C43}"/>
              </a:ext>
            </a:extLst>
          </p:cNvPr>
          <p:cNvSpPr/>
          <p:nvPr/>
        </p:nvSpPr>
        <p:spPr>
          <a:xfrm>
            <a:off x="1771861"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6" name="Oval 25">
            <a:extLst>
              <a:ext uri="{FF2B5EF4-FFF2-40B4-BE49-F238E27FC236}">
                <a16:creationId xmlns:a16="http://schemas.microsoft.com/office/drawing/2014/main" id="{39B3212C-A401-7E2D-288F-15B555B6964B}"/>
              </a:ext>
            </a:extLst>
          </p:cNvPr>
          <p:cNvSpPr/>
          <p:nvPr/>
        </p:nvSpPr>
        <p:spPr>
          <a:xfrm>
            <a:off x="1934244"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7" name="Oval 26">
            <a:extLst>
              <a:ext uri="{FF2B5EF4-FFF2-40B4-BE49-F238E27FC236}">
                <a16:creationId xmlns:a16="http://schemas.microsoft.com/office/drawing/2014/main" id="{09A94C15-9E5C-A774-C0EE-733E5F0CB6A4}"/>
              </a:ext>
            </a:extLst>
          </p:cNvPr>
          <p:cNvSpPr/>
          <p:nvPr/>
        </p:nvSpPr>
        <p:spPr>
          <a:xfrm>
            <a:off x="5827864"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8" name="Oval 27">
            <a:extLst>
              <a:ext uri="{FF2B5EF4-FFF2-40B4-BE49-F238E27FC236}">
                <a16:creationId xmlns:a16="http://schemas.microsoft.com/office/drawing/2014/main" id="{578DEF51-000A-F08A-3F66-0681C78C5B37}"/>
              </a:ext>
            </a:extLst>
          </p:cNvPr>
          <p:cNvSpPr/>
          <p:nvPr/>
        </p:nvSpPr>
        <p:spPr>
          <a:xfrm>
            <a:off x="5990245" y="6644336"/>
            <a:ext cx="126163" cy="115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29" name="Oval 28">
            <a:extLst>
              <a:ext uri="{FF2B5EF4-FFF2-40B4-BE49-F238E27FC236}">
                <a16:creationId xmlns:a16="http://schemas.microsoft.com/office/drawing/2014/main" id="{2ABCBD90-93A3-C3DA-5069-2DE1AC49DA27}"/>
              </a:ext>
            </a:extLst>
          </p:cNvPr>
          <p:cNvSpPr/>
          <p:nvPr/>
        </p:nvSpPr>
        <p:spPr>
          <a:xfrm>
            <a:off x="6152628"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30" name="Oval 29">
            <a:extLst>
              <a:ext uri="{FF2B5EF4-FFF2-40B4-BE49-F238E27FC236}">
                <a16:creationId xmlns:a16="http://schemas.microsoft.com/office/drawing/2014/main" id="{EBBDB39D-3C17-380B-099B-A00A008A4881}"/>
              </a:ext>
            </a:extLst>
          </p:cNvPr>
          <p:cNvSpPr/>
          <p:nvPr/>
        </p:nvSpPr>
        <p:spPr>
          <a:xfrm>
            <a:off x="10046249"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31" name="Oval 30">
            <a:extLst>
              <a:ext uri="{FF2B5EF4-FFF2-40B4-BE49-F238E27FC236}">
                <a16:creationId xmlns:a16="http://schemas.microsoft.com/office/drawing/2014/main" id="{2B5D1F2E-A667-A273-61C8-1C952AB3BF30}"/>
              </a:ext>
            </a:extLst>
          </p:cNvPr>
          <p:cNvSpPr/>
          <p:nvPr/>
        </p:nvSpPr>
        <p:spPr>
          <a:xfrm>
            <a:off x="10208630" y="6644336"/>
            <a:ext cx="126163" cy="115094"/>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32" name="Oval 31">
            <a:extLst>
              <a:ext uri="{FF2B5EF4-FFF2-40B4-BE49-F238E27FC236}">
                <a16:creationId xmlns:a16="http://schemas.microsoft.com/office/drawing/2014/main" id="{1096F089-C2F7-BC44-2570-841630F2594E}"/>
              </a:ext>
            </a:extLst>
          </p:cNvPr>
          <p:cNvSpPr/>
          <p:nvPr/>
        </p:nvSpPr>
        <p:spPr>
          <a:xfrm>
            <a:off x="10371013" y="6644336"/>
            <a:ext cx="126163" cy="115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895"/>
            <a:endParaRPr lang="en-GB" sz="2399">
              <a:solidFill>
                <a:prstClr val="white"/>
              </a:solidFill>
              <a:latin typeface="Calibri"/>
            </a:endParaRPr>
          </a:p>
        </p:txBody>
      </p:sp>
      <p:sp>
        <p:nvSpPr>
          <p:cNvPr id="34" name="TextBox 33">
            <a:extLst>
              <a:ext uri="{FF2B5EF4-FFF2-40B4-BE49-F238E27FC236}">
                <a16:creationId xmlns:a16="http://schemas.microsoft.com/office/drawing/2014/main" id="{9B914C4C-628F-AED6-267C-276B4A876617}"/>
              </a:ext>
            </a:extLst>
          </p:cNvPr>
          <p:cNvSpPr txBox="1"/>
          <p:nvPr/>
        </p:nvSpPr>
        <p:spPr>
          <a:xfrm>
            <a:off x="4494531" y="2804256"/>
            <a:ext cx="3199759" cy="3044680"/>
          </a:xfrm>
          <a:prstGeom prst="rect">
            <a:avLst/>
          </a:prstGeom>
          <a:noFill/>
        </p:spPr>
        <p:txBody>
          <a:bodyPr wrap="square" rtlCol="0">
            <a:spAutoFit/>
          </a:bodyPr>
          <a:lstStyle/>
          <a:p>
            <a:pPr defTabSz="1218895"/>
            <a:r>
              <a:rPr lang="en-US" sz="1066" kern="0" dirty="0">
                <a:solidFill>
                  <a:prstClr val="white"/>
                </a:solidFill>
                <a:latin typeface="Arial" pitchFamily="34" charset="0"/>
                <a:cs typeface="Arial" pitchFamily="34" charset="0"/>
              </a:rPr>
              <a:t>Purpose: Streamline business processes using workflows and robotic process automation (RPA).</a:t>
            </a:r>
            <a:br>
              <a:rPr lang="en-US" sz="1066" kern="0" dirty="0">
                <a:solidFill>
                  <a:prstClr val="white"/>
                </a:solidFill>
                <a:latin typeface="Arial" pitchFamily="34" charset="0"/>
                <a:cs typeface="Arial" pitchFamily="34" charset="0"/>
              </a:rPr>
            </a:br>
            <a:r>
              <a:rPr lang="en-US" sz="1066" b="1" kern="0" dirty="0">
                <a:solidFill>
                  <a:srgbClr val="FFFF00"/>
                </a:solidFill>
                <a:latin typeface="Arial" pitchFamily="34" charset="0"/>
                <a:cs typeface="Arial" pitchFamily="34" charset="0"/>
              </a:rPr>
              <a:t>Key Features:</a:t>
            </a:r>
          </a:p>
          <a:p>
            <a:pPr defTabSz="1218895"/>
            <a:r>
              <a:rPr lang="en-US" sz="1066" kern="0" dirty="0">
                <a:solidFill>
                  <a:prstClr val="white"/>
                </a:solidFill>
                <a:latin typeface="Arial" pitchFamily="34" charset="0"/>
                <a:cs typeface="Arial" pitchFamily="34" charset="0"/>
              </a:rPr>
              <a:t>Workflow Automation: Manage approvals, notifications, and document routing automatically.</a:t>
            </a:r>
          </a:p>
          <a:p>
            <a:pPr defTabSz="1218895"/>
            <a:r>
              <a:rPr lang="en-US" sz="1066" kern="0" dirty="0">
                <a:solidFill>
                  <a:prstClr val="white"/>
                </a:solidFill>
                <a:latin typeface="Arial" pitchFamily="34" charset="0"/>
                <a:cs typeface="Arial" pitchFamily="34" charset="0"/>
              </a:rPr>
              <a:t>Prebuilt Bots: Access a library of bots to handle repetitive tasks like data entry.</a:t>
            </a:r>
          </a:p>
          <a:p>
            <a:pPr defTabSz="1218895"/>
            <a:r>
              <a:rPr lang="en-US" sz="1066" kern="0" dirty="0">
                <a:solidFill>
                  <a:prstClr val="white"/>
                </a:solidFill>
                <a:latin typeface="Arial" pitchFamily="34" charset="0"/>
                <a:cs typeface="Arial" pitchFamily="34" charset="0"/>
              </a:rPr>
              <a:t>Business Rules Management: Easily define and update business logic.</a:t>
            </a:r>
          </a:p>
          <a:p>
            <a:pPr defTabSz="1218895"/>
            <a:r>
              <a:rPr lang="en-US" sz="1066" kern="0" dirty="0">
                <a:solidFill>
                  <a:prstClr val="white"/>
                </a:solidFill>
                <a:latin typeface="Arial" pitchFamily="34" charset="0"/>
                <a:cs typeface="Arial" pitchFamily="34" charset="0"/>
              </a:rPr>
              <a:t>Process Visibility: Track and optimize workflows in real-time.</a:t>
            </a:r>
          </a:p>
          <a:p>
            <a:pPr defTabSz="1218895"/>
            <a:r>
              <a:rPr lang="en-US" sz="1066" kern="0" dirty="0">
                <a:solidFill>
                  <a:prstClr val="white"/>
                </a:solidFill>
                <a:latin typeface="Arial" pitchFamily="34" charset="0"/>
                <a:cs typeface="Arial" pitchFamily="34" charset="0"/>
              </a:rPr>
              <a:t>AI Integration: Utilize AI capabilities such as document recognition for enhanced automation.</a:t>
            </a:r>
            <a:br>
              <a:rPr lang="en-US" sz="1066" kern="0" dirty="0">
                <a:solidFill>
                  <a:prstClr val="white"/>
                </a:solidFill>
                <a:latin typeface="Arial" pitchFamily="34" charset="0"/>
                <a:cs typeface="Arial" pitchFamily="34" charset="0"/>
              </a:rPr>
            </a:br>
            <a:r>
              <a:rPr lang="en-US" sz="1066" b="1" kern="0" dirty="0">
                <a:solidFill>
                  <a:srgbClr val="FFFF00"/>
                </a:solidFill>
                <a:latin typeface="Arial" pitchFamily="34" charset="0"/>
                <a:cs typeface="Arial" pitchFamily="34" charset="0"/>
              </a:rPr>
              <a:t>Use Cases:</a:t>
            </a:r>
          </a:p>
          <a:p>
            <a:pPr defTabSz="1218895"/>
            <a:r>
              <a:rPr lang="en-US" sz="1066" kern="0" dirty="0">
                <a:solidFill>
                  <a:prstClr val="white"/>
                </a:solidFill>
                <a:latin typeface="Arial" pitchFamily="34" charset="0"/>
                <a:cs typeface="Arial" pitchFamily="34" charset="0"/>
              </a:rPr>
              <a:t>Automating invoice approval workflows.</a:t>
            </a:r>
          </a:p>
          <a:p>
            <a:pPr defTabSz="1218895"/>
            <a:r>
              <a:rPr lang="en-US" sz="1066" kern="0" dirty="0">
                <a:solidFill>
                  <a:prstClr val="white"/>
                </a:solidFill>
                <a:latin typeface="Arial" pitchFamily="34" charset="0"/>
                <a:cs typeface="Arial" pitchFamily="34" charset="0"/>
              </a:rPr>
              <a:t>Managing employee leave requests.</a:t>
            </a:r>
          </a:p>
          <a:p>
            <a:pPr defTabSz="1218895"/>
            <a:r>
              <a:rPr lang="en-US" sz="1066" kern="0" dirty="0">
                <a:solidFill>
                  <a:prstClr val="white"/>
                </a:solidFill>
                <a:latin typeface="Arial" pitchFamily="34" charset="0"/>
                <a:cs typeface="Arial" pitchFamily="34" charset="0"/>
              </a:rPr>
              <a:t>Connecting and streamlining repetitive processes across systems.</a:t>
            </a:r>
          </a:p>
        </p:txBody>
      </p:sp>
      <p:sp>
        <p:nvSpPr>
          <p:cNvPr id="35" name="TextBox 34">
            <a:extLst>
              <a:ext uri="{FF2B5EF4-FFF2-40B4-BE49-F238E27FC236}">
                <a16:creationId xmlns:a16="http://schemas.microsoft.com/office/drawing/2014/main" id="{46C2CD0C-2F45-8FC6-6AE0-1C9B298C11D3}"/>
              </a:ext>
            </a:extLst>
          </p:cNvPr>
          <p:cNvSpPr txBox="1"/>
          <p:nvPr/>
        </p:nvSpPr>
        <p:spPr>
          <a:xfrm>
            <a:off x="8839789" y="2804257"/>
            <a:ext cx="3199759" cy="3600986"/>
          </a:xfrm>
          <a:prstGeom prst="rect">
            <a:avLst/>
          </a:prstGeom>
          <a:noFill/>
        </p:spPr>
        <p:txBody>
          <a:bodyPr wrap="square" rtlCol="0">
            <a:spAutoFit/>
          </a:bodyPr>
          <a:lstStyle/>
          <a:p>
            <a:pPr defTabSz="1218895"/>
            <a:r>
              <a:rPr lang="en-US" sz="1200" kern="0" dirty="0">
                <a:solidFill>
                  <a:prstClr val="white"/>
                </a:solidFill>
                <a:latin typeface="Arial" pitchFamily="34" charset="0"/>
                <a:cs typeface="Arial" pitchFamily="34" charset="0"/>
              </a:rPr>
              <a:t>Purpose: Design tailored business sites and portals for employees, customers, or partners.</a:t>
            </a:r>
            <a:br>
              <a:rPr lang="en-US" sz="1200" kern="0" dirty="0">
                <a:solidFill>
                  <a:prstClr val="white"/>
                </a:solidFill>
                <a:latin typeface="Arial" pitchFamily="34" charset="0"/>
                <a:cs typeface="Arial" pitchFamily="34" charset="0"/>
              </a:rPr>
            </a:br>
            <a:r>
              <a:rPr lang="en-US" sz="1200" b="1" kern="0" dirty="0">
                <a:solidFill>
                  <a:srgbClr val="FFFF00"/>
                </a:solidFill>
                <a:latin typeface="Arial" pitchFamily="34" charset="0"/>
                <a:cs typeface="Arial" pitchFamily="34" charset="0"/>
              </a:rPr>
              <a:t>Key Features:</a:t>
            </a:r>
          </a:p>
          <a:p>
            <a:pPr defTabSz="1218895"/>
            <a:r>
              <a:rPr lang="en-US" sz="1200" kern="0" dirty="0">
                <a:solidFill>
                  <a:prstClr val="white"/>
                </a:solidFill>
                <a:latin typeface="Arial" pitchFamily="34" charset="0"/>
                <a:cs typeface="Arial" pitchFamily="34" charset="0"/>
              </a:rPr>
              <a:t>Prebuilt Templates: Quickly create branded portals.</a:t>
            </a:r>
          </a:p>
          <a:p>
            <a:pPr defTabSz="1218895"/>
            <a:r>
              <a:rPr lang="en-US" sz="1200" kern="0" dirty="0">
                <a:solidFill>
                  <a:prstClr val="white"/>
                </a:solidFill>
                <a:latin typeface="Arial" pitchFamily="34" charset="0"/>
                <a:cs typeface="Arial" pitchFamily="34" charset="0"/>
              </a:rPr>
              <a:t>Content Integration: Combine apps, dashboards, and workflows in a unified portal.</a:t>
            </a:r>
          </a:p>
          <a:p>
            <a:pPr defTabSz="1218895"/>
            <a:r>
              <a:rPr lang="en-US" sz="1200" kern="0" dirty="0">
                <a:solidFill>
                  <a:prstClr val="white"/>
                </a:solidFill>
                <a:latin typeface="Arial" pitchFamily="34" charset="0"/>
                <a:cs typeface="Arial" pitchFamily="34" charset="0"/>
              </a:rPr>
              <a:t>Role-Based Access: Customize content and permissions according to user roles.</a:t>
            </a:r>
          </a:p>
          <a:p>
            <a:pPr defTabSz="1218895"/>
            <a:r>
              <a:rPr lang="en-US" sz="1200" kern="0" dirty="0">
                <a:solidFill>
                  <a:prstClr val="white"/>
                </a:solidFill>
                <a:latin typeface="Arial" pitchFamily="34" charset="0"/>
                <a:cs typeface="Arial" pitchFamily="34" charset="0"/>
              </a:rPr>
              <a:t>Collaboration Features: Incorporate chat, forums, and knowledge-sharing tools.</a:t>
            </a:r>
          </a:p>
          <a:p>
            <a:pPr defTabSz="1218895"/>
            <a:r>
              <a:rPr lang="en-US" sz="1200" kern="0" dirty="0">
                <a:solidFill>
                  <a:prstClr val="white"/>
                </a:solidFill>
                <a:latin typeface="Arial" pitchFamily="34" charset="0"/>
                <a:cs typeface="Arial" pitchFamily="34" charset="0"/>
              </a:rPr>
              <a:t>Mobile-Friendly Design: Ensure accessibility across all devices.</a:t>
            </a:r>
            <a:br>
              <a:rPr lang="en-US" sz="1200" kern="0" dirty="0">
                <a:solidFill>
                  <a:prstClr val="white"/>
                </a:solidFill>
                <a:latin typeface="Arial" pitchFamily="34" charset="0"/>
                <a:cs typeface="Arial" pitchFamily="34" charset="0"/>
              </a:rPr>
            </a:br>
            <a:r>
              <a:rPr lang="en-US" sz="1200" b="1" kern="0" dirty="0">
                <a:solidFill>
                  <a:srgbClr val="FFFF00"/>
                </a:solidFill>
                <a:latin typeface="Arial" pitchFamily="34" charset="0"/>
                <a:cs typeface="Arial" pitchFamily="34" charset="0"/>
              </a:rPr>
              <a:t>Use Cases:</a:t>
            </a:r>
          </a:p>
          <a:p>
            <a:pPr defTabSz="1218895"/>
            <a:r>
              <a:rPr lang="en-US" sz="1200" kern="0" dirty="0">
                <a:solidFill>
                  <a:prstClr val="white"/>
                </a:solidFill>
                <a:latin typeface="Arial" pitchFamily="34" charset="0"/>
                <a:cs typeface="Arial" pitchFamily="34" charset="0"/>
              </a:rPr>
              <a:t>Developing employee self-service platforms.</a:t>
            </a:r>
          </a:p>
          <a:p>
            <a:pPr defTabSz="1218895"/>
            <a:r>
              <a:rPr lang="en-US" sz="1200" kern="0" dirty="0">
                <a:solidFill>
                  <a:prstClr val="white"/>
                </a:solidFill>
                <a:latin typeface="Arial" pitchFamily="34" charset="0"/>
                <a:cs typeface="Arial" pitchFamily="34" charset="0"/>
              </a:rPr>
              <a:t>Creating customer support portals.</a:t>
            </a:r>
          </a:p>
          <a:p>
            <a:pPr defTabSz="1218895"/>
            <a:r>
              <a:rPr lang="en-US" sz="1200" kern="0" dirty="0">
                <a:solidFill>
                  <a:prstClr val="white"/>
                </a:solidFill>
                <a:latin typeface="Arial" pitchFamily="34" charset="0"/>
                <a:cs typeface="Arial" pitchFamily="34" charset="0"/>
              </a:rPr>
              <a:t>Building collaboration hubs for partners.</a:t>
            </a:r>
          </a:p>
        </p:txBody>
      </p:sp>
    </p:spTree>
    <p:extLst>
      <p:ext uri="{BB962C8B-B14F-4D97-AF65-F5344CB8AC3E}">
        <p14:creationId xmlns:p14="http://schemas.microsoft.com/office/powerpoint/2010/main" val="3277403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66E87-7996-22E7-C8F4-3BB04C7C1E9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2E6596-39B5-ACC3-D2CB-773BEA319ADF}"/>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40E2F47D-F0A7-25E8-7A57-232EF1ACC0F2}"/>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6</a:t>
            </a:fld>
            <a:endParaRPr lang="en-US" dirty="0"/>
          </a:p>
        </p:txBody>
      </p:sp>
      <p:sp>
        <p:nvSpPr>
          <p:cNvPr id="5" name="Title 4">
            <a:extLst>
              <a:ext uri="{FF2B5EF4-FFF2-40B4-BE49-F238E27FC236}">
                <a16:creationId xmlns:a16="http://schemas.microsoft.com/office/drawing/2014/main" id="{24F6E4FF-D8B1-F30D-AE81-FE5B4F6A5272}"/>
              </a:ext>
            </a:extLst>
          </p:cNvPr>
          <p:cNvSpPr>
            <a:spLocks noGrp="1"/>
          </p:cNvSpPr>
          <p:nvPr>
            <p:ph type="title"/>
          </p:nvPr>
        </p:nvSpPr>
        <p:spPr>
          <a:xfrm>
            <a:off x="101573" y="178647"/>
            <a:ext cx="10969943" cy="711016"/>
          </a:xfrm>
        </p:spPr>
        <p:txBody>
          <a:bodyPr/>
          <a:lstStyle/>
          <a:p>
            <a:r>
              <a:rPr lang="en-IN" sz="3333" dirty="0"/>
              <a:t>SAP BTP Build Process Automation</a:t>
            </a:r>
          </a:p>
        </p:txBody>
      </p:sp>
      <p:sp>
        <p:nvSpPr>
          <p:cNvPr id="8" name="TextBox 7">
            <a:extLst>
              <a:ext uri="{FF2B5EF4-FFF2-40B4-BE49-F238E27FC236}">
                <a16:creationId xmlns:a16="http://schemas.microsoft.com/office/drawing/2014/main" id="{3E6F95A9-2EF3-6962-61B8-739B7A4F6D5F}"/>
              </a:ext>
            </a:extLst>
          </p:cNvPr>
          <p:cNvSpPr txBox="1"/>
          <p:nvPr/>
        </p:nvSpPr>
        <p:spPr>
          <a:xfrm>
            <a:off x="203146" y="1302293"/>
            <a:ext cx="11376237" cy="5016758"/>
          </a:xfrm>
          <a:prstGeom prst="rect">
            <a:avLst/>
          </a:prstGeom>
          <a:noFill/>
        </p:spPr>
        <p:txBody>
          <a:bodyPr wrap="square" rtlCol="0">
            <a:spAutoFit/>
          </a:bodyPr>
          <a:lstStyle/>
          <a:p>
            <a:pPr algn="l"/>
            <a:r>
              <a:rPr lang="en-US" sz="1600" dirty="0">
                <a:solidFill>
                  <a:srgbClr val="333333"/>
                </a:solidFill>
                <a:latin typeface="72" panose="020B0503030000000003" pitchFamily="34" charset="0"/>
              </a:rPr>
              <a:t>SAP Build Process Automation is a citizen developer solution to adapt, improve, and innovate business processes with no-code workflow management and robotic process automation capabilities.</a:t>
            </a:r>
          </a:p>
          <a:p>
            <a:pPr algn="l"/>
            <a:endParaRPr lang="en-US" sz="1600" dirty="0">
              <a:solidFill>
                <a:srgbClr val="333333"/>
              </a:solidFill>
              <a:latin typeface="72" panose="020B0503030000000003" pitchFamily="34" charset="0"/>
            </a:endParaRPr>
          </a:p>
          <a:p>
            <a:pPr algn="l"/>
            <a:r>
              <a:rPr lang="en-US" sz="1600" dirty="0">
                <a:solidFill>
                  <a:srgbClr val="333333"/>
                </a:solidFill>
                <a:latin typeface="72" panose="020B0503030000000003" pitchFamily="34" charset="0"/>
              </a:rPr>
              <a:t>SAP Build Process Automation enables business users and technologists to become citizen developers. With powerful yet intuitive low-code and no-code capabilities, the solution supports you in driving automation by tapping into the expertise of citizen developers.</a:t>
            </a:r>
          </a:p>
          <a:p>
            <a:pPr algn="l"/>
            <a:endParaRPr lang="en-US" sz="1600" dirty="0">
              <a:solidFill>
                <a:srgbClr val="333333"/>
              </a:solidFill>
              <a:latin typeface="72" panose="020B0503030000000003" pitchFamily="34" charset="0"/>
            </a:endParaRPr>
          </a:p>
          <a:p>
            <a:pPr algn="l"/>
            <a:r>
              <a:rPr lang="en-US" sz="1600" b="1" dirty="0">
                <a:solidFill>
                  <a:srgbClr val="333333"/>
                </a:solidFill>
                <a:latin typeface="72" panose="020B0503030000000003" pitchFamily="34" charset="0"/>
              </a:rPr>
              <a:t>Features</a:t>
            </a:r>
          </a:p>
          <a:p>
            <a:pPr algn="l">
              <a:buFont typeface="Arial" panose="020B0604020202020204" pitchFamily="34" charset="0"/>
              <a:buChar char="•"/>
            </a:pPr>
            <a:r>
              <a:rPr lang="en-US" sz="1600" dirty="0">
                <a:solidFill>
                  <a:srgbClr val="333333"/>
                </a:solidFill>
                <a:latin typeface="72" panose="020B0503030000000003" pitchFamily="34" charset="0"/>
              </a:rPr>
              <a:t> Build or adapt processes with an intuitive graphical interface.</a:t>
            </a:r>
          </a:p>
          <a:p>
            <a:pPr algn="l">
              <a:buFont typeface="Arial" panose="020B0604020202020204" pitchFamily="34" charset="0"/>
              <a:buChar char="•"/>
            </a:pPr>
            <a:r>
              <a:rPr lang="en-US" sz="1600" dirty="0">
                <a:solidFill>
                  <a:srgbClr val="333333"/>
                </a:solidFill>
                <a:latin typeface="72" panose="020B0503030000000003" pitchFamily="34" charset="0"/>
              </a:rPr>
              <a:t> Create forms-based workflows using drag-and-drop functionality.</a:t>
            </a:r>
          </a:p>
          <a:p>
            <a:pPr algn="l">
              <a:buFont typeface="Arial" panose="020B0604020202020204" pitchFamily="34" charset="0"/>
              <a:buChar char="•"/>
            </a:pPr>
            <a:r>
              <a:rPr lang="en-US" sz="1600" dirty="0">
                <a:solidFill>
                  <a:srgbClr val="333333"/>
                </a:solidFill>
                <a:latin typeface="72" panose="020B0503030000000003" pitchFamily="34" charset="0"/>
              </a:rPr>
              <a:t> Develop and manage decision logic in tabular, spreadsheet-like decision tables.</a:t>
            </a:r>
          </a:p>
          <a:p>
            <a:pPr algn="l">
              <a:buFont typeface="Arial" panose="020B0604020202020204" pitchFamily="34" charset="0"/>
              <a:buChar char="•"/>
            </a:pPr>
            <a:r>
              <a:rPr lang="en-US" sz="1600" dirty="0">
                <a:solidFill>
                  <a:srgbClr val="333333"/>
                </a:solidFill>
                <a:latin typeface="72" panose="020B0503030000000003" pitchFamily="34" charset="0"/>
              </a:rPr>
              <a:t> Automate repetitive tasks within existing process flows using robotic process automation.</a:t>
            </a:r>
          </a:p>
          <a:p>
            <a:pPr algn="l">
              <a:buFont typeface="Arial" panose="020B0604020202020204" pitchFamily="34" charset="0"/>
              <a:buChar char="•"/>
            </a:pPr>
            <a:r>
              <a:rPr lang="en-US" sz="1600" dirty="0">
                <a:solidFill>
                  <a:srgbClr val="333333"/>
                </a:solidFill>
                <a:latin typeface="72" panose="020B0503030000000003" pitchFamily="34" charset="0"/>
              </a:rPr>
              <a:t> Create intelligent actions and recommendations using machine learning capabilities.</a:t>
            </a:r>
          </a:p>
          <a:p>
            <a:pPr algn="l">
              <a:buFont typeface="Arial" panose="020B0604020202020204" pitchFamily="34" charset="0"/>
              <a:buChar char="•"/>
            </a:pPr>
            <a:r>
              <a:rPr lang="en-US" sz="1600" dirty="0">
                <a:solidFill>
                  <a:srgbClr val="333333"/>
                </a:solidFill>
                <a:latin typeface="72" panose="020B0503030000000003" pitchFamily="34" charset="0"/>
              </a:rPr>
              <a:t> Work efficiently from a unified launchpad and task center.</a:t>
            </a:r>
          </a:p>
          <a:p>
            <a:pPr algn="l">
              <a:buFont typeface="Arial" panose="020B0604020202020204" pitchFamily="34" charset="0"/>
              <a:buChar char="•"/>
            </a:pPr>
            <a:r>
              <a:rPr lang="en-US" sz="1600" dirty="0">
                <a:solidFill>
                  <a:srgbClr val="333333"/>
                </a:solidFill>
                <a:latin typeface="72" panose="020B0503030000000003" pitchFamily="34" charset="0"/>
              </a:rPr>
              <a:t> Hand over projects to professional developers, who can embed actions and advanced workflows into projects initiated by citizen developers.</a:t>
            </a:r>
          </a:p>
          <a:p>
            <a:pPr algn="l">
              <a:buFont typeface="Arial" panose="020B0604020202020204" pitchFamily="34" charset="0"/>
              <a:buChar char="•"/>
            </a:pPr>
            <a:r>
              <a:rPr lang="en-US" sz="1600" dirty="0">
                <a:solidFill>
                  <a:srgbClr val="333333"/>
                </a:solidFill>
                <a:latin typeface="72" panose="020B0503030000000003" pitchFamily="34" charset="0"/>
              </a:rPr>
              <a:t> Support real-time, event-driven transparency into comprehensive processes and process instances with process visibility dashboards.</a:t>
            </a:r>
          </a:p>
          <a:p>
            <a:pPr algn="l"/>
            <a:r>
              <a:rPr lang="en-US" sz="1600" dirty="0">
                <a:solidFill>
                  <a:srgbClr val="333333"/>
                </a:solidFill>
                <a:latin typeface="72" panose="020B0503030000000003" pitchFamily="34" charset="0"/>
              </a:rPr>
              <a:t>In addition, SAP Build Process Automation offers prebuilt content and features – such as bots, process steps, business rules, and workflow components.</a:t>
            </a:r>
          </a:p>
        </p:txBody>
      </p:sp>
    </p:spTree>
    <p:extLst>
      <p:ext uri="{BB962C8B-B14F-4D97-AF65-F5344CB8AC3E}">
        <p14:creationId xmlns:p14="http://schemas.microsoft.com/office/powerpoint/2010/main" val="2121179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animEffect transition="in" filter="randombar(horizontal)">
                                      <p:cBhvr>
                                        <p:cTn id="25" dur="500"/>
                                        <p:tgtEl>
                                          <p:spTgt spid="8">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8">
                                            <p:txEl>
                                              <p:pRg st="6" end="6"/>
                                            </p:txEl>
                                          </p:spTgt>
                                        </p:tgtEl>
                                        <p:attrNameLst>
                                          <p:attrName>style.visibility</p:attrName>
                                        </p:attrNameLst>
                                      </p:cBhvr>
                                      <p:to>
                                        <p:strVal val="visible"/>
                                      </p:to>
                                    </p:set>
                                    <p:animEffect transition="in" filter="randombar(horizontal)">
                                      <p:cBhvr>
                                        <p:cTn id="30" dur="500"/>
                                        <p:tgtEl>
                                          <p:spTgt spid="8">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animEffect transition="in" filter="randombar(horizontal)">
                                      <p:cBhvr>
                                        <p:cTn id="35" dur="500"/>
                                        <p:tgtEl>
                                          <p:spTgt spid="8">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8">
                                            <p:txEl>
                                              <p:pRg st="8" end="8"/>
                                            </p:txEl>
                                          </p:spTgt>
                                        </p:tgtEl>
                                        <p:attrNameLst>
                                          <p:attrName>style.visibility</p:attrName>
                                        </p:attrNameLst>
                                      </p:cBhvr>
                                      <p:to>
                                        <p:strVal val="visible"/>
                                      </p:to>
                                    </p:set>
                                    <p:animEffect transition="in" filter="randombar(horizontal)">
                                      <p:cBhvr>
                                        <p:cTn id="40" dur="500"/>
                                        <p:tgtEl>
                                          <p:spTgt spid="8">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8">
                                            <p:txEl>
                                              <p:pRg st="9" end="9"/>
                                            </p:txEl>
                                          </p:spTgt>
                                        </p:tgtEl>
                                        <p:attrNameLst>
                                          <p:attrName>style.visibility</p:attrName>
                                        </p:attrNameLst>
                                      </p:cBhvr>
                                      <p:to>
                                        <p:strVal val="visible"/>
                                      </p:to>
                                    </p:set>
                                    <p:animEffect transition="in" filter="randombar(horizontal)">
                                      <p:cBhvr>
                                        <p:cTn id="45" dur="500"/>
                                        <p:tgtEl>
                                          <p:spTgt spid="8">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nodeType="clickEffect">
                                  <p:stCondLst>
                                    <p:cond delay="0"/>
                                  </p:stCondLst>
                                  <p:childTnLst>
                                    <p:set>
                                      <p:cBhvr>
                                        <p:cTn id="49" dur="1" fill="hold">
                                          <p:stCondLst>
                                            <p:cond delay="0"/>
                                          </p:stCondLst>
                                        </p:cTn>
                                        <p:tgtEl>
                                          <p:spTgt spid="8">
                                            <p:txEl>
                                              <p:pRg st="10" end="10"/>
                                            </p:txEl>
                                          </p:spTgt>
                                        </p:tgtEl>
                                        <p:attrNameLst>
                                          <p:attrName>style.visibility</p:attrName>
                                        </p:attrNameLst>
                                      </p:cBhvr>
                                      <p:to>
                                        <p:strVal val="visible"/>
                                      </p:to>
                                    </p:set>
                                    <p:animEffect transition="in" filter="randombar(horizontal)">
                                      <p:cBhvr>
                                        <p:cTn id="50" dur="500"/>
                                        <p:tgtEl>
                                          <p:spTgt spid="8">
                                            <p:txEl>
                                              <p:pRg st="10" end="1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8">
                                            <p:txEl>
                                              <p:pRg st="11" end="11"/>
                                            </p:txEl>
                                          </p:spTgt>
                                        </p:tgtEl>
                                        <p:attrNameLst>
                                          <p:attrName>style.visibility</p:attrName>
                                        </p:attrNameLst>
                                      </p:cBhvr>
                                      <p:to>
                                        <p:strVal val="visible"/>
                                      </p:to>
                                    </p:set>
                                    <p:animEffect transition="in" filter="randombar(horizontal)">
                                      <p:cBhvr>
                                        <p:cTn id="55" dur="500"/>
                                        <p:tgtEl>
                                          <p:spTgt spid="8">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4" presetClass="entr" presetSubtype="10" fill="hold" nodeType="clickEffect">
                                  <p:stCondLst>
                                    <p:cond delay="0"/>
                                  </p:stCondLst>
                                  <p:childTnLst>
                                    <p:set>
                                      <p:cBhvr>
                                        <p:cTn id="59" dur="1" fill="hold">
                                          <p:stCondLst>
                                            <p:cond delay="0"/>
                                          </p:stCondLst>
                                        </p:cTn>
                                        <p:tgtEl>
                                          <p:spTgt spid="8">
                                            <p:txEl>
                                              <p:pRg st="12" end="12"/>
                                            </p:txEl>
                                          </p:spTgt>
                                        </p:tgtEl>
                                        <p:attrNameLst>
                                          <p:attrName>style.visibility</p:attrName>
                                        </p:attrNameLst>
                                      </p:cBhvr>
                                      <p:to>
                                        <p:strVal val="visible"/>
                                      </p:to>
                                    </p:set>
                                    <p:animEffect transition="in" filter="randombar(horizontal)">
                                      <p:cBhvr>
                                        <p:cTn id="60" dur="500"/>
                                        <p:tgtEl>
                                          <p:spTgt spid="8">
                                            <p:txEl>
                                              <p:pRg st="12" end="1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4" presetClass="entr" presetSubtype="10" fill="hold" nodeType="clickEffect">
                                  <p:stCondLst>
                                    <p:cond delay="0"/>
                                  </p:stCondLst>
                                  <p:childTnLst>
                                    <p:set>
                                      <p:cBhvr>
                                        <p:cTn id="64" dur="1" fill="hold">
                                          <p:stCondLst>
                                            <p:cond delay="0"/>
                                          </p:stCondLst>
                                        </p:cTn>
                                        <p:tgtEl>
                                          <p:spTgt spid="8">
                                            <p:txEl>
                                              <p:pRg st="13" end="13"/>
                                            </p:txEl>
                                          </p:spTgt>
                                        </p:tgtEl>
                                        <p:attrNameLst>
                                          <p:attrName>style.visibility</p:attrName>
                                        </p:attrNameLst>
                                      </p:cBhvr>
                                      <p:to>
                                        <p:strVal val="visible"/>
                                      </p:to>
                                    </p:set>
                                    <p:animEffect transition="in" filter="randombar(horizontal)">
                                      <p:cBhvr>
                                        <p:cTn id="65" dur="500"/>
                                        <p:tgtEl>
                                          <p:spTgt spid="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5B9C-880A-6C9C-5B1C-1CFAC6B5D76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B0930A1-BFDC-7423-6F75-FDEB9B2A5A81}"/>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014C0387-3DF0-F601-F19F-1AFDE247F093}"/>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7</a:t>
            </a:fld>
            <a:endParaRPr lang="en-US" dirty="0"/>
          </a:p>
        </p:txBody>
      </p:sp>
      <p:sp>
        <p:nvSpPr>
          <p:cNvPr id="5" name="Title 4">
            <a:extLst>
              <a:ext uri="{FF2B5EF4-FFF2-40B4-BE49-F238E27FC236}">
                <a16:creationId xmlns:a16="http://schemas.microsoft.com/office/drawing/2014/main" id="{8016B7C2-D5F2-E63F-F090-68573DC21F4D}"/>
              </a:ext>
            </a:extLst>
          </p:cNvPr>
          <p:cNvSpPr>
            <a:spLocks noGrp="1"/>
          </p:cNvSpPr>
          <p:nvPr>
            <p:ph type="title"/>
          </p:nvPr>
        </p:nvSpPr>
        <p:spPr>
          <a:xfrm>
            <a:off x="203146" y="362595"/>
            <a:ext cx="10969943" cy="711016"/>
          </a:xfrm>
        </p:spPr>
        <p:txBody>
          <a:bodyPr/>
          <a:lstStyle/>
          <a:p>
            <a:r>
              <a:rPr lang="en-IN" sz="3333" dirty="0"/>
              <a:t>Product Overview</a:t>
            </a:r>
          </a:p>
        </p:txBody>
      </p:sp>
      <p:pic>
        <p:nvPicPr>
          <p:cNvPr id="13314" name="Picture 2" descr="The figure illustrates the three components of SAP Build Process Automation">
            <a:extLst>
              <a:ext uri="{FF2B5EF4-FFF2-40B4-BE49-F238E27FC236}">
                <a16:creationId xmlns:a16="http://schemas.microsoft.com/office/drawing/2014/main" id="{8C1EE60A-53F8-997F-32A7-69F6EDE0591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89095" y="1795610"/>
            <a:ext cx="5811477" cy="245575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E9A8FC7-8B78-937F-3D7A-E4D1B6E419C6}"/>
              </a:ext>
            </a:extLst>
          </p:cNvPr>
          <p:cNvSpPr txBox="1"/>
          <p:nvPr/>
        </p:nvSpPr>
        <p:spPr>
          <a:xfrm>
            <a:off x="228540" y="1702250"/>
            <a:ext cx="6094413" cy="2800767"/>
          </a:xfrm>
          <a:prstGeom prst="rect">
            <a:avLst/>
          </a:prstGeom>
          <a:noFill/>
        </p:spPr>
        <p:txBody>
          <a:bodyPr wrap="square">
            <a:spAutoFit/>
          </a:bodyPr>
          <a:lstStyle/>
          <a:p>
            <a:r>
              <a:rPr lang="en-US" sz="1600" dirty="0">
                <a:solidFill>
                  <a:srgbClr val="223548"/>
                </a:solidFill>
                <a:latin typeface="72 Brand Variable"/>
              </a:rPr>
              <a:t>SAP Build Process Automation is a solution that evolved out of the former stand-alone SAP products - SAP Workflow Management and SAP Intelligent Robotic Process Automation. It provides a new citizen developer experience that didn't exist in either of the two former products.</a:t>
            </a:r>
          </a:p>
          <a:p>
            <a:endParaRPr lang="en-US" sz="1600" dirty="0">
              <a:solidFill>
                <a:srgbClr val="223548"/>
              </a:solidFill>
              <a:latin typeface="72 Brand Variable"/>
            </a:endParaRPr>
          </a:p>
          <a:p>
            <a:r>
              <a:rPr lang="en-US" sz="1600" dirty="0">
                <a:solidFill>
                  <a:srgbClr val="223548"/>
                </a:solidFill>
                <a:latin typeface="72 Brand Variable"/>
              </a:rPr>
              <a:t>As you or your company might have used SAP Workflow Management or SAP Intelligent Robotic Process Automation in the past, you are looking for a path into the joined solution. Fortunately, SAP Build Process Automation is fully compatible with all workflow and automation artifacts that you have created.</a:t>
            </a:r>
            <a:endParaRPr lang="en-IN" sz="1600" dirty="0"/>
          </a:p>
        </p:txBody>
      </p:sp>
    </p:spTree>
    <p:extLst>
      <p:ext uri="{BB962C8B-B14F-4D97-AF65-F5344CB8AC3E}">
        <p14:creationId xmlns:p14="http://schemas.microsoft.com/office/powerpoint/2010/main" val="51704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314"/>
                                        </p:tgtEl>
                                        <p:attrNameLst>
                                          <p:attrName>style.visibility</p:attrName>
                                        </p:attrNameLst>
                                      </p:cBhvr>
                                      <p:to>
                                        <p:strVal val="visible"/>
                                      </p:to>
                                    </p:set>
                                    <p:anim calcmode="lin" valueType="num">
                                      <p:cBhvr additive="base">
                                        <p:cTn id="11" dur="500" fill="hold"/>
                                        <p:tgtEl>
                                          <p:spTgt spid="13314"/>
                                        </p:tgtEl>
                                        <p:attrNameLst>
                                          <p:attrName>ppt_x</p:attrName>
                                        </p:attrNameLst>
                                      </p:cBhvr>
                                      <p:tavLst>
                                        <p:tav tm="0">
                                          <p:val>
                                            <p:strVal val="#ppt_x"/>
                                          </p:val>
                                        </p:tav>
                                        <p:tav tm="100000">
                                          <p:val>
                                            <p:strVal val="#ppt_x"/>
                                          </p:val>
                                        </p:tav>
                                      </p:tavLst>
                                    </p:anim>
                                    <p:anim calcmode="lin" valueType="num">
                                      <p:cBhvr additive="base">
                                        <p:cTn id="12" dur="500" fill="hold"/>
                                        <p:tgtEl>
                                          <p:spTgt spid="133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63B7F-D73C-B314-685F-FE5912A656F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15BAD24-F3AE-4B53-2ADD-4DAA336403D9}"/>
              </a:ext>
            </a:extLst>
          </p:cNvPr>
          <p:cNvSpPr>
            <a:spLocks noGrp="1"/>
          </p:cNvSpPr>
          <p:nvPr>
            <p:ph type="ftr" sz="quarter" idx="11"/>
          </p:nvPr>
        </p:nvSpPr>
        <p:spPr/>
        <p:txBody>
          <a:bodyPr/>
          <a:lstStyle/>
          <a:p>
            <a:r>
              <a:rPr lang="en-US"/>
              <a:t>www.anubhavtrainings.com</a:t>
            </a:r>
            <a:endParaRPr lang="en-US" dirty="0"/>
          </a:p>
        </p:txBody>
      </p:sp>
      <p:sp>
        <p:nvSpPr>
          <p:cNvPr id="4" name="Slide Number Placeholder 3">
            <a:extLst>
              <a:ext uri="{FF2B5EF4-FFF2-40B4-BE49-F238E27FC236}">
                <a16:creationId xmlns:a16="http://schemas.microsoft.com/office/drawing/2014/main" id="{53F6C8C1-160D-9728-CAB8-063F64A79E1E}"/>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8</a:t>
            </a:fld>
            <a:endParaRPr lang="en-US" dirty="0"/>
          </a:p>
        </p:txBody>
      </p:sp>
      <p:sp>
        <p:nvSpPr>
          <p:cNvPr id="5" name="Title 4">
            <a:extLst>
              <a:ext uri="{FF2B5EF4-FFF2-40B4-BE49-F238E27FC236}">
                <a16:creationId xmlns:a16="http://schemas.microsoft.com/office/drawing/2014/main" id="{CF9AD0A5-FBCE-4FE0-50ED-4BD18899F096}"/>
              </a:ext>
            </a:extLst>
          </p:cNvPr>
          <p:cNvSpPr>
            <a:spLocks noGrp="1"/>
          </p:cNvSpPr>
          <p:nvPr>
            <p:ph type="title"/>
          </p:nvPr>
        </p:nvSpPr>
        <p:spPr>
          <a:xfrm>
            <a:off x="101573" y="178647"/>
            <a:ext cx="10969943" cy="711016"/>
          </a:xfrm>
        </p:spPr>
        <p:txBody>
          <a:bodyPr/>
          <a:lstStyle/>
          <a:p>
            <a:r>
              <a:rPr lang="en-US" sz="3333" dirty="0"/>
              <a:t>Scenario – Supplier App</a:t>
            </a:r>
            <a:endParaRPr lang="en-IN" sz="3333" dirty="0"/>
          </a:p>
        </p:txBody>
      </p:sp>
      <p:sp>
        <p:nvSpPr>
          <p:cNvPr id="7" name="TextBox 6">
            <a:extLst>
              <a:ext uri="{FF2B5EF4-FFF2-40B4-BE49-F238E27FC236}">
                <a16:creationId xmlns:a16="http://schemas.microsoft.com/office/drawing/2014/main" id="{7F3CBDE5-5451-80AE-5C54-56D7560461F2}"/>
              </a:ext>
            </a:extLst>
          </p:cNvPr>
          <p:cNvSpPr txBox="1"/>
          <p:nvPr/>
        </p:nvSpPr>
        <p:spPr>
          <a:xfrm>
            <a:off x="203147" y="1438037"/>
            <a:ext cx="11680957" cy="2676502"/>
          </a:xfrm>
          <a:prstGeom prst="rect">
            <a:avLst/>
          </a:prstGeom>
          <a:noFill/>
        </p:spPr>
        <p:txBody>
          <a:bodyPr wrap="square">
            <a:spAutoFit/>
          </a:bodyPr>
          <a:lstStyle/>
          <a:p>
            <a:pPr>
              <a:buNone/>
            </a:pPr>
            <a:r>
              <a:rPr lang="en-US" sz="1866" b="1" dirty="0"/>
              <a:t>🧑‍💼 Persona: </a:t>
            </a:r>
            <a:r>
              <a:rPr lang="en-US" sz="1866" b="1"/>
              <a:t>Jack Dowson </a:t>
            </a:r>
            <a:r>
              <a:rPr lang="en-US" sz="1866" b="1" dirty="0"/>
              <a:t>– Procurement Manager</a:t>
            </a:r>
          </a:p>
          <a:p>
            <a:pPr>
              <a:buFont typeface="Arial" panose="020B0604020202020204" pitchFamily="34" charset="0"/>
              <a:buChar char="•"/>
            </a:pPr>
            <a:r>
              <a:rPr lang="en-US" sz="1866" b="1" dirty="0"/>
              <a:t> Age:</a:t>
            </a:r>
            <a:r>
              <a:rPr lang="en-US" sz="1866" dirty="0"/>
              <a:t> 34</a:t>
            </a:r>
          </a:p>
          <a:p>
            <a:pPr>
              <a:buFont typeface="Arial" panose="020B0604020202020204" pitchFamily="34" charset="0"/>
              <a:buChar char="•"/>
            </a:pPr>
            <a:r>
              <a:rPr lang="en-US" sz="1866" b="1" dirty="0"/>
              <a:t> Location:</a:t>
            </a:r>
            <a:r>
              <a:rPr lang="en-US" sz="1866" dirty="0"/>
              <a:t> Chicago, USA</a:t>
            </a:r>
          </a:p>
          <a:p>
            <a:pPr>
              <a:buFont typeface="Arial" panose="020B0604020202020204" pitchFamily="34" charset="0"/>
              <a:buChar char="•"/>
            </a:pPr>
            <a:r>
              <a:rPr lang="en-US" sz="1866" b="1" dirty="0"/>
              <a:t> Industry:</a:t>
            </a:r>
            <a:r>
              <a:rPr lang="en-US" sz="1866" dirty="0"/>
              <a:t> Manufacturing</a:t>
            </a:r>
          </a:p>
          <a:p>
            <a:pPr>
              <a:buFont typeface="Arial" panose="020B0604020202020204" pitchFamily="34" charset="0"/>
              <a:buChar char="•"/>
            </a:pPr>
            <a:r>
              <a:rPr lang="en-US" sz="1866" b="1" dirty="0"/>
              <a:t> Role:</a:t>
            </a:r>
            <a:r>
              <a:rPr lang="en-US" sz="1866" dirty="0"/>
              <a:t> Manages procurement for factory suppliers</a:t>
            </a:r>
          </a:p>
          <a:p>
            <a:pPr>
              <a:buFont typeface="Arial" panose="020B0604020202020204" pitchFamily="34" charset="0"/>
              <a:buChar char="•"/>
            </a:pPr>
            <a:r>
              <a:rPr lang="en-US" sz="1866" b="1" dirty="0"/>
              <a:t> Goals:</a:t>
            </a:r>
            <a:endParaRPr lang="en-US" sz="1866" dirty="0"/>
          </a:p>
          <a:p>
            <a:pPr marL="990352" lvl="1" indent="-380905">
              <a:buFont typeface="Arial" panose="020B0604020202020204" pitchFamily="34" charset="0"/>
              <a:buChar char="•"/>
            </a:pPr>
            <a:r>
              <a:rPr lang="en-US" sz="1866" dirty="0"/>
              <a:t>Quickly find suppliers</a:t>
            </a:r>
          </a:p>
          <a:p>
            <a:pPr marL="990352" lvl="1" indent="-380905">
              <a:buFont typeface="Arial" panose="020B0604020202020204" pitchFamily="34" charset="0"/>
              <a:buChar char="•"/>
            </a:pPr>
            <a:r>
              <a:rPr lang="en-US" sz="1866" dirty="0"/>
              <a:t>Ensure availability to take orders based on size</a:t>
            </a:r>
          </a:p>
          <a:p>
            <a:pPr marL="990352" lvl="1" indent="-380905">
              <a:buFont typeface="Arial" panose="020B0604020202020204" pitchFamily="34" charset="0"/>
              <a:buChar char="•"/>
            </a:pPr>
            <a:r>
              <a:rPr lang="en-US" sz="1866" dirty="0"/>
              <a:t>On-board new suppliers with approvals</a:t>
            </a:r>
          </a:p>
        </p:txBody>
      </p:sp>
      <p:sp>
        <p:nvSpPr>
          <p:cNvPr id="9" name="TextBox 8">
            <a:extLst>
              <a:ext uri="{FF2B5EF4-FFF2-40B4-BE49-F238E27FC236}">
                <a16:creationId xmlns:a16="http://schemas.microsoft.com/office/drawing/2014/main" id="{78D09F02-65AB-62F5-1542-AD95FB99E009}"/>
              </a:ext>
            </a:extLst>
          </p:cNvPr>
          <p:cNvSpPr txBox="1"/>
          <p:nvPr/>
        </p:nvSpPr>
        <p:spPr>
          <a:xfrm>
            <a:off x="203146" y="4347565"/>
            <a:ext cx="6094413" cy="1815112"/>
          </a:xfrm>
          <a:prstGeom prst="rect">
            <a:avLst/>
          </a:prstGeom>
          <a:noFill/>
        </p:spPr>
        <p:txBody>
          <a:bodyPr wrap="square">
            <a:spAutoFit/>
          </a:bodyPr>
          <a:lstStyle/>
          <a:p>
            <a:pPr>
              <a:buNone/>
            </a:pPr>
            <a:r>
              <a:rPr lang="en-US" sz="1866" b="1" dirty="0"/>
              <a:t>🎯 Objective</a:t>
            </a:r>
          </a:p>
          <a:p>
            <a:pPr>
              <a:buNone/>
            </a:pPr>
            <a:r>
              <a:rPr lang="en-US" sz="1866" dirty="0"/>
              <a:t>Design a user-friendly </a:t>
            </a:r>
            <a:r>
              <a:rPr lang="en-US" sz="1866" b="1" dirty="0"/>
              <a:t>process </a:t>
            </a:r>
            <a:r>
              <a:rPr lang="en-US" sz="1866" dirty="0"/>
              <a:t>that allows Alex to:</a:t>
            </a:r>
          </a:p>
          <a:p>
            <a:pPr>
              <a:buFont typeface="Arial" panose="020B0604020202020204" pitchFamily="34" charset="0"/>
              <a:buChar char="•"/>
            </a:pPr>
            <a:r>
              <a:rPr lang="en-US" sz="1866" dirty="0"/>
              <a:t> Enter product Id</a:t>
            </a:r>
          </a:p>
          <a:p>
            <a:pPr>
              <a:buFont typeface="Arial" panose="020B0604020202020204" pitchFamily="34" charset="0"/>
              <a:buChar char="•"/>
            </a:pPr>
            <a:r>
              <a:rPr lang="en-US" sz="1866" dirty="0"/>
              <a:t> Enter Supplier Id</a:t>
            </a:r>
          </a:p>
          <a:p>
            <a:pPr>
              <a:buFont typeface="Arial" panose="020B0604020202020204" pitchFamily="34" charset="0"/>
              <a:buChar char="•"/>
            </a:pPr>
            <a:r>
              <a:rPr lang="en-US" sz="1866" dirty="0"/>
              <a:t> Create approval request to procurement head</a:t>
            </a:r>
          </a:p>
          <a:p>
            <a:pPr>
              <a:buFont typeface="Arial" panose="020B0604020202020204" pitchFamily="34" charset="0"/>
              <a:buChar char="•"/>
            </a:pPr>
            <a:r>
              <a:rPr lang="en-US" sz="1866" dirty="0"/>
              <a:t> Once Approved, get notified</a:t>
            </a:r>
          </a:p>
        </p:txBody>
      </p:sp>
      <p:pic>
        <p:nvPicPr>
          <p:cNvPr id="1026" name="Picture 2" descr="Ceo Avatar PSD, High Quality Free PSD Templates for Download | Freepik">
            <a:extLst>
              <a:ext uri="{FF2B5EF4-FFF2-40B4-BE49-F238E27FC236}">
                <a16:creationId xmlns:a16="http://schemas.microsoft.com/office/drawing/2014/main" id="{8EDCFC9E-DCE1-FBC3-505A-A52327399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6580" y="2060848"/>
            <a:ext cx="3717032" cy="3717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181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7B5069-19B4-7626-8B75-87C4293AD612}"/>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65192F96-23CA-1C9A-56FD-3B64768EDAB5}"/>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4" name="Title 3">
            <a:extLst>
              <a:ext uri="{FF2B5EF4-FFF2-40B4-BE49-F238E27FC236}">
                <a16:creationId xmlns:a16="http://schemas.microsoft.com/office/drawing/2014/main" id="{E4B3B530-F652-04D6-7929-11ED7E54ABB2}"/>
              </a:ext>
            </a:extLst>
          </p:cNvPr>
          <p:cNvSpPr>
            <a:spLocks noGrp="1"/>
          </p:cNvSpPr>
          <p:nvPr>
            <p:ph type="title"/>
          </p:nvPr>
        </p:nvSpPr>
        <p:spPr/>
        <p:txBody>
          <a:bodyPr/>
          <a:lstStyle/>
          <a:p>
            <a:endParaRPr lang="en-IN"/>
          </a:p>
        </p:txBody>
      </p:sp>
      <mc:AlternateContent xmlns:mc="http://schemas.openxmlformats.org/markup-compatibility/2006">
        <mc:Choice xmlns:p14="http://schemas.microsoft.com/office/powerpoint/2010/main" Requires="p14">
          <p:contentPart p14:bwMode="auto" r:id="rId2">
            <p14:nvContentPartPr>
              <p14:cNvPr id="48" name="Ink 47">
                <a:extLst>
                  <a:ext uri="{FF2B5EF4-FFF2-40B4-BE49-F238E27FC236}">
                    <a16:creationId xmlns:a16="http://schemas.microsoft.com/office/drawing/2014/main" id="{A373C842-D3AF-7B98-B0EB-7F2127C97A1A}"/>
                  </a:ext>
                </a:extLst>
              </p14:cNvPr>
              <p14:cNvContentPartPr/>
              <p14:nvPr/>
            </p14:nvContentPartPr>
            <p14:xfrm>
              <a:off x="3882758" y="2749103"/>
              <a:ext cx="22320" cy="408600"/>
            </p14:xfrm>
          </p:contentPart>
        </mc:Choice>
        <mc:Fallback>
          <p:pic>
            <p:nvPicPr>
              <p:cNvPr id="48" name="Ink 47">
                <a:extLst>
                  <a:ext uri="{FF2B5EF4-FFF2-40B4-BE49-F238E27FC236}">
                    <a16:creationId xmlns:a16="http://schemas.microsoft.com/office/drawing/2014/main" id="{A373C842-D3AF-7B98-B0EB-7F2127C97A1A}"/>
                  </a:ext>
                </a:extLst>
              </p:cNvPr>
              <p:cNvPicPr/>
              <p:nvPr/>
            </p:nvPicPr>
            <p:blipFill>
              <a:blip r:embed="rId3"/>
              <a:stretch>
                <a:fillRect/>
              </a:stretch>
            </p:blipFill>
            <p:spPr>
              <a:xfrm>
                <a:off x="3874118" y="2740463"/>
                <a:ext cx="39960" cy="4262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9" name="Ink 48">
                <a:extLst>
                  <a:ext uri="{FF2B5EF4-FFF2-40B4-BE49-F238E27FC236}">
                    <a16:creationId xmlns:a16="http://schemas.microsoft.com/office/drawing/2014/main" id="{9ADAD150-1122-171C-6FB8-CBEAF0DF93F7}"/>
                  </a:ext>
                </a:extLst>
              </p14:cNvPr>
              <p14:cNvContentPartPr/>
              <p14:nvPr/>
            </p14:nvContentPartPr>
            <p14:xfrm>
              <a:off x="3214958" y="3230783"/>
              <a:ext cx="1546560" cy="702720"/>
            </p14:xfrm>
          </p:contentPart>
        </mc:Choice>
        <mc:Fallback>
          <p:pic>
            <p:nvPicPr>
              <p:cNvPr id="49" name="Ink 48">
                <a:extLst>
                  <a:ext uri="{FF2B5EF4-FFF2-40B4-BE49-F238E27FC236}">
                    <a16:creationId xmlns:a16="http://schemas.microsoft.com/office/drawing/2014/main" id="{9ADAD150-1122-171C-6FB8-CBEAF0DF93F7}"/>
                  </a:ext>
                </a:extLst>
              </p:cNvPr>
              <p:cNvPicPr/>
              <p:nvPr/>
            </p:nvPicPr>
            <p:blipFill>
              <a:blip r:embed="rId5"/>
              <a:stretch>
                <a:fillRect/>
              </a:stretch>
            </p:blipFill>
            <p:spPr>
              <a:xfrm>
                <a:off x="3205958" y="3221783"/>
                <a:ext cx="1564200" cy="720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1" name="Ink 50">
                <a:extLst>
                  <a:ext uri="{FF2B5EF4-FFF2-40B4-BE49-F238E27FC236}">
                    <a16:creationId xmlns:a16="http://schemas.microsoft.com/office/drawing/2014/main" id="{A992CF1D-67D5-3569-E09A-2903F74A9926}"/>
                  </a:ext>
                </a:extLst>
              </p14:cNvPr>
              <p14:cNvContentPartPr/>
              <p14:nvPr/>
            </p14:nvContentPartPr>
            <p14:xfrm>
              <a:off x="3257078" y="3262823"/>
              <a:ext cx="56160" cy="115200"/>
            </p14:xfrm>
          </p:contentPart>
        </mc:Choice>
        <mc:Fallback>
          <p:pic>
            <p:nvPicPr>
              <p:cNvPr id="51" name="Ink 50">
                <a:extLst>
                  <a:ext uri="{FF2B5EF4-FFF2-40B4-BE49-F238E27FC236}">
                    <a16:creationId xmlns:a16="http://schemas.microsoft.com/office/drawing/2014/main" id="{A992CF1D-67D5-3569-E09A-2903F74A9926}"/>
                  </a:ext>
                </a:extLst>
              </p:cNvPr>
              <p:cNvPicPr/>
              <p:nvPr/>
            </p:nvPicPr>
            <p:blipFill>
              <a:blip r:embed="rId7"/>
              <a:stretch>
                <a:fillRect/>
              </a:stretch>
            </p:blipFill>
            <p:spPr>
              <a:xfrm>
                <a:off x="3248078" y="3254183"/>
                <a:ext cx="7380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3" name="Ink 52">
                <a:extLst>
                  <a:ext uri="{FF2B5EF4-FFF2-40B4-BE49-F238E27FC236}">
                    <a16:creationId xmlns:a16="http://schemas.microsoft.com/office/drawing/2014/main" id="{0AAA9A14-C549-03F7-5F2C-221B3525F0DF}"/>
                  </a:ext>
                </a:extLst>
              </p14:cNvPr>
              <p14:cNvContentPartPr/>
              <p14:nvPr/>
            </p14:nvContentPartPr>
            <p14:xfrm>
              <a:off x="3424478" y="3438863"/>
              <a:ext cx="168840" cy="242280"/>
            </p14:xfrm>
          </p:contentPart>
        </mc:Choice>
        <mc:Fallback>
          <p:pic>
            <p:nvPicPr>
              <p:cNvPr id="53" name="Ink 52">
                <a:extLst>
                  <a:ext uri="{FF2B5EF4-FFF2-40B4-BE49-F238E27FC236}">
                    <a16:creationId xmlns:a16="http://schemas.microsoft.com/office/drawing/2014/main" id="{0AAA9A14-C549-03F7-5F2C-221B3525F0DF}"/>
                  </a:ext>
                </a:extLst>
              </p:cNvPr>
              <p:cNvPicPr/>
              <p:nvPr/>
            </p:nvPicPr>
            <p:blipFill>
              <a:blip r:embed="rId9"/>
              <a:stretch>
                <a:fillRect/>
              </a:stretch>
            </p:blipFill>
            <p:spPr>
              <a:xfrm>
                <a:off x="3415478" y="3430223"/>
                <a:ext cx="18648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4" name="Ink 53">
                <a:extLst>
                  <a:ext uri="{FF2B5EF4-FFF2-40B4-BE49-F238E27FC236}">
                    <a16:creationId xmlns:a16="http://schemas.microsoft.com/office/drawing/2014/main" id="{ACBD50D8-0114-129F-7C1B-8AEA8F597F99}"/>
                  </a:ext>
                </a:extLst>
              </p14:cNvPr>
              <p14:cNvContentPartPr/>
              <p14:nvPr/>
            </p14:nvContentPartPr>
            <p14:xfrm>
              <a:off x="3638678" y="3426263"/>
              <a:ext cx="220680" cy="234360"/>
            </p14:xfrm>
          </p:contentPart>
        </mc:Choice>
        <mc:Fallback>
          <p:pic>
            <p:nvPicPr>
              <p:cNvPr id="54" name="Ink 53">
                <a:extLst>
                  <a:ext uri="{FF2B5EF4-FFF2-40B4-BE49-F238E27FC236}">
                    <a16:creationId xmlns:a16="http://schemas.microsoft.com/office/drawing/2014/main" id="{ACBD50D8-0114-129F-7C1B-8AEA8F597F99}"/>
                  </a:ext>
                </a:extLst>
              </p:cNvPr>
              <p:cNvPicPr/>
              <p:nvPr/>
            </p:nvPicPr>
            <p:blipFill>
              <a:blip r:embed="rId11"/>
              <a:stretch>
                <a:fillRect/>
              </a:stretch>
            </p:blipFill>
            <p:spPr>
              <a:xfrm>
                <a:off x="3630038" y="3417623"/>
                <a:ext cx="23832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55" name="Ink 54">
                <a:extLst>
                  <a:ext uri="{FF2B5EF4-FFF2-40B4-BE49-F238E27FC236}">
                    <a16:creationId xmlns:a16="http://schemas.microsoft.com/office/drawing/2014/main" id="{8F31EE55-8FBF-D5A7-49A9-756D5DEB5676}"/>
                  </a:ext>
                </a:extLst>
              </p14:cNvPr>
              <p14:cNvContentPartPr/>
              <p14:nvPr/>
            </p14:nvContentPartPr>
            <p14:xfrm>
              <a:off x="3826598" y="3505463"/>
              <a:ext cx="230760" cy="114840"/>
            </p14:xfrm>
          </p:contentPart>
        </mc:Choice>
        <mc:Fallback>
          <p:pic>
            <p:nvPicPr>
              <p:cNvPr id="55" name="Ink 54">
                <a:extLst>
                  <a:ext uri="{FF2B5EF4-FFF2-40B4-BE49-F238E27FC236}">
                    <a16:creationId xmlns:a16="http://schemas.microsoft.com/office/drawing/2014/main" id="{8F31EE55-8FBF-D5A7-49A9-756D5DEB5676}"/>
                  </a:ext>
                </a:extLst>
              </p:cNvPr>
              <p:cNvPicPr/>
              <p:nvPr/>
            </p:nvPicPr>
            <p:blipFill>
              <a:blip r:embed="rId13"/>
              <a:stretch>
                <a:fillRect/>
              </a:stretch>
            </p:blipFill>
            <p:spPr>
              <a:xfrm>
                <a:off x="3817958" y="3496823"/>
                <a:ext cx="24840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6" name="Ink 55">
                <a:extLst>
                  <a:ext uri="{FF2B5EF4-FFF2-40B4-BE49-F238E27FC236}">
                    <a16:creationId xmlns:a16="http://schemas.microsoft.com/office/drawing/2014/main" id="{42E79CCB-588A-FF18-F8BB-FC41F3C59EDE}"/>
                  </a:ext>
                </a:extLst>
              </p14:cNvPr>
              <p14:cNvContentPartPr/>
              <p14:nvPr/>
            </p14:nvContentPartPr>
            <p14:xfrm>
              <a:off x="3881678" y="3726863"/>
              <a:ext cx="164520" cy="99000"/>
            </p14:xfrm>
          </p:contentPart>
        </mc:Choice>
        <mc:Fallback>
          <p:pic>
            <p:nvPicPr>
              <p:cNvPr id="56" name="Ink 55">
                <a:extLst>
                  <a:ext uri="{FF2B5EF4-FFF2-40B4-BE49-F238E27FC236}">
                    <a16:creationId xmlns:a16="http://schemas.microsoft.com/office/drawing/2014/main" id="{42E79CCB-588A-FF18-F8BB-FC41F3C59EDE}"/>
                  </a:ext>
                </a:extLst>
              </p:cNvPr>
              <p:cNvPicPr/>
              <p:nvPr/>
            </p:nvPicPr>
            <p:blipFill>
              <a:blip r:embed="rId15"/>
              <a:stretch>
                <a:fillRect/>
              </a:stretch>
            </p:blipFill>
            <p:spPr>
              <a:xfrm>
                <a:off x="3872678" y="3717863"/>
                <a:ext cx="18216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7" name="Ink 56">
                <a:extLst>
                  <a:ext uri="{FF2B5EF4-FFF2-40B4-BE49-F238E27FC236}">
                    <a16:creationId xmlns:a16="http://schemas.microsoft.com/office/drawing/2014/main" id="{3DB25B48-AD30-68EA-1178-52301DC93262}"/>
                  </a:ext>
                </a:extLst>
              </p14:cNvPr>
              <p14:cNvContentPartPr/>
              <p14:nvPr/>
            </p14:nvContentPartPr>
            <p14:xfrm>
              <a:off x="4106678" y="3696983"/>
              <a:ext cx="98640" cy="117720"/>
            </p14:xfrm>
          </p:contentPart>
        </mc:Choice>
        <mc:Fallback>
          <p:pic>
            <p:nvPicPr>
              <p:cNvPr id="57" name="Ink 56">
                <a:extLst>
                  <a:ext uri="{FF2B5EF4-FFF2-40B4-BE49-F238E27FC236}">
                    <a16:creationId xmlns:a16="http://schemas.microsoft.com/office/drawing/2014/main" id="{3DB25B48-AD30-68EA-1178-52301DC93262}"/>
                  </a:ext>
                </a:extLst>
              </p:cNvPr>
              <p:cNvPicPr/>
              <p:nvPr/>
            </p:nvPicPr>
            <p:blipFill>
              <a:blip r:embed="rId17"/>
              <a:stretch>
                <a:fillRect/>
              </a:stretch>
            </p:blipFill>
            <p:spPr>
              <a:xfrm>
                <a:off x="4098038" y="3688343"/>
                <a:ext cx="11628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58" name="Ink 57">
                <a:extLst>
                  <a:ext uri="{FF2B5EF4-FFF2-40B4-BE49-F238E27FC236}">
                    <a16:creationId xmlns:a16="http://schemas.microsoft.com/office/drawing/2014/main" id="{E9123A00-6930-4CFE-470B-9F0904201C80}"/>
                  </a:ext>
                </a:extLst>
              </p14:cNvPr>
              <p14:cNvContentPartPr/>
              <p14:nvPr/>
            </p14:nvContentPartPr>
            <p14:xfrm>
              <a:off x="4239518" y="3627503"/>
              <a:ext cx="36720" cy="182520"/>
            </p14:xfrm>
          </p:contentPart>
        </mc:Choice>
        <mc:Fallback>
          <p:pic>
            <p:nvPicPr>
              <p:cNvPr id="58" name="Ink 57">
                <a:extLst>
                  <a:ext uri="{FF2B5EF4-FFF2-40B4-BE49-F238E27FC236}">
                    <a16:creationId xmlns:a16="http://schemas.microsoft.com/office/drawing/2014/main" id="{E9123A00-6930-4CFE-470B-9F0904201C80}"/>
                  </a:ext>
                </a:extLst>
              </p:cNvPr>
              <p:cNvPicPr/>
              <p:nvPr/>
            </p:nvPicPr>
            <p:blipFill>
              <a:blip r:embed="rId19"/>
              <a:stretch>
                <a:fillRect/>
              </a:stretch>
            </p:blipFill>
            <p:spPr>
              <a:xfrm>
                <a:off x="4230518" y="3618863"/>
                <a:ext cx="5436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59" name="Ink 58">
                <a:extLst>
                  <a:ext uri="{FF2B5EF4-FFF2-40B4-BE49-F238E27FC236}">
                    <a16:creationId xmlns:a16="http://schemas.microsoft.com/office/drawing/2014/main" id="{EA181AB9-1D24-53E9-6629-CA02366B8E2B}"/>
                  </a:ext>
                </a:extLst>
              </p14:cNvPr>
              <p14:cNvContentPartPr/>
              <p14:nvPr/>
            </p14:nvContentPartPr>
            <p14:xfrm>
              <a:off x="4257518" y="3709583"/>
              <a:ext cx="107640" cy="79200"/>
            </p14:xfrm>
          </p:contentPart>
        </mc:Choice>
        <mc:Fallback>
          <p:pic>
            <p:nvPicPr>
              <p:cNvPr id="59" name="Ink 58">
                <a:extLst>
                  <a:ext uri="{FF2B5EF4-FFF2-40B4-BE49-F238E27FC236}">
                    <a16:creationId xmlns:a16="http://schemas.microsoft.com/office/drawing/2014/main" id="{EA181AB9-1D24-53E9-6629-CA02366B8E2B}"/>
                  </a:ext>
                </a:extLst>
              </p:cNvPr>
              <p:cNvPicPr/>
              <p:nvPr/>
            </p:nvPicPr>
            <p:blipFill>
              <a:blip r:embed="rId21"/>
              <a:stretch>
                <a:fillRect/>
              </a:stretch>
            </p:blipFill>
            <p:spPr>
              <a:xfrm>
                <a:off x="4248878" y="3700943"/>
                <a:ext cx="12528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60" name="Ink 59">
                <a:extLst>
                  <a:ext uri="{FF2B5EF4-FFF2-40B4-BE49-F238E27FC236}">
                    <a16:creationId xmlns:a16="http://schemas.microsoft.com/office/drawing/2014/main" id="{941D965F-7A9E-99B6-63C7-996E64ABDB0F}"/>
                  </a:ext>
                </a:extLst>
              </p14:cNvPr>
              <p14:cNvContentPartPr/>
              <p14:nvPr/>
            </p14:nvContentPartPr>
            <p14:xfrm>
              <a:off x="4393958" y="3573863"/>
              <a:ext cx="2880" cy="39960"/>
            </p14:xfrm>
          </p:contentPart>
        </mc:Choice>
        <mc:Fallback>
          <p:pic>
            <p:nvPicPr>
              <p:cNvPr id="60" name="Ink 59">
                <a:extLst>
                  <a:ext uri="{FF2B5EF4-FFF2-40B4-BE49-F238E27FC236}">
                    <a16:creationId xmlns:a16="http://schemas.microsoft.com/office/drawing/2014/main" id="{941D965F-7A9E-99B6-63C7-996E64ABDB0F}"/>
                  </a:ext>
                </a:extLst>
              </p:cNvPr>
              <p:cNvPicPr/>
              <p:nvPr/>
            </p:nvPicPr>
            <p:blipFill>
              <a:blip r:embed="rId23"/>
              <a:stretch>
                <a:fillRect/>
              </a:stretch>
            </p:blipFill>
            <p:spPr>
              <a:xfrm>
                <a:off x="4385318" y="3565223"/>
                <a:ext cx="2052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61" name="Ink 60">
                <a:extLst>
                  <a:ext uri="{FF2B5EF4-FFF2-40B4-BE49-F238E27FC236}">
                    <a16:creationId xmlns:a16="http://schemas.microsoft.com/office/drawing/2014/main" id="{AE4B2927-3380-E424-0E50-F2EEDA06CA25}"/>
                  </a:ext>
                </a:extLst>
              </p14:cNvPr>
              <p14:cNvContentPartPr/>
              <p14:nvPr/>
            </p14:nvContentPartPr>
            <p14:xfrm>
              <a:off x="4428158" y="3653063"/>
              <a:ext cx="227880" cy="155520"/>
            </p14:xfrm>
          </p:contentPart>
        </mc:Choice>
        <mc:Fallback>
          <p:pic>
            <p:nvPicPr>
              <p:cNvPr id="61" name="Ink 60">
                <a:extLst>
                  <a:ext uri="{FF2B5EF4-FFF2-40B4-BE49-F238E27FC236}">
                    <a16:creationId xmlns:a16="http://schemas.microsoft.com/office/drawing/2014/main" id="{AE4B2927-3380-E424-0E50-F2EEDA06CA25}"/>
                  </a:ext>
                </a:extLst>
              </p:cNvPr>
              <p:cNvPicPr/>
              <p:nvPr/>
            </p:nvPicPr>
            <p:blipFill>
              <a:blip r:embed="rId25"/>
              <a:stretch>
                <a:fillRect/>
              </a:stretch>
            </p:blipFill>
            <p:spPr>
              <a:xfrm>
                <a:off x="4419158" y="3644423"/>
                <a:ext cx="245520" cy="173160"/>
              </a:xfrm>
              <a:prstGeom prst="rect">
                <a:avLst/>
              </a:prstGeom>
            </p:spPr>
          </p:pic>
        </mc:Fallback>
      </mc:AlternateContent>
      <p:grpSp>
        <p:nvGrpSpPr>
          <p:cNvPr id="88" name="Group 87">
            <a:extLst>
              <a:ext uri="{FF2B5EF4-FFF2-40B4-BE49-F238E27FC236}">
                <a16:creationId xmlns:a16="http://schemas.microsoft.com/office/drawing/2014/main" id="{81E7DB9D-E673-80F6-4112-D88039F6C217}"/>
              </a:ext>
            </a:extLst>
          </p:cNvPr>
          <p:cNvGrpSpPr/>
          <p:nvPr/>
        </p:nvGrpSpPr>
        <p:grpSpPr>
          <a:xfrm>
            <a:off x="4709678" y="1578743"/>
            <a:ext cx="6071040" cy="2154240"/>
            <a:chOff x="4709678" y="1578743"/>
            <a:chExt cx="6071040" cy="2154240"/>
          </a:xfrm>
        </p:grpSpPr>
        <mc:AlternateContent xmlns:mc="http://schemas.openxmlformats.org/markup-compatibility/2006">
          <mc:Choice xmlns:p14="http://schemas.microsoft.com/office/powerpoint/2010/main" Requires="p14">
            <p:contentPart p14:bwMode="auto" r:id="rId26">
              <p14:nvContentPartPr>
                <p14:cNvPr id="38" name="Ink 37">
                  <a:extLst>
                    <a:ext uri="{FF2B5EF4-FFF2-40B4-BE49-F238E27FC236}">
                      <a16:creationId xmlns:a16="http://schemas.microsoft.com/office/drawing/2014/main" id="{834D5952-7A6B-C2F8-5794-79D8A3AFE176}"/>
                    </a:ext>
                  </a:extLst>
                </p14:cNvPr>
                <p14:cNvContentPartPr/>
                <p14:nvPr/>
              </p14:nvContentPartPr>
              <p14:xfrm>
                <a:off x="5038718" y="2160503"/>
                <a:ext cx="14760" cy="133560"/>
              </p14:xfrm>
            </p:contentPart>
          </mc:Choice>
          <mc:Fallback>
            <p:pic>
              <p:nvPicPr>
                <p:cNvPr id="38" name="Ink 37">
                  <a:extLst>
                    <a:ext uri="{FF2B5EF4-FFF2-40B4-BE49-F238E27FC236}">
                      <a16:creationId xmlns:a16="http://schemas.microsoft.com/office/drawing/2014/main" id="{834D5952-7A6B-C2F8-5794-79D8A3AFE176}"/>
                    </a:ext>
                  </a:extLst>
                </p:cNvPr>
                <p:cNvPicPr/>
                <p:nvPr/>
              </p:nvPicPr>
              <p:blipFill>
                <a:blip r:embed="rId27"/>
                <a:stretch>
                  <a:fillRect/>
                </a:stretch>
              </p:blipFill>
              <p:spPr>
                <a:xfrm>
                  <a:off x="5029718" y="2151503"/>
                  <a:ext cx="3240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9" name="Ink 38">
                  <a:extLst>
                    <a:ext uri="{FF2B5EF4-FFF2-40B4-BE49-F238E27FC236}">
                      <a16:creationId xmlns:a16="http://schemas.microsoft.com/office/drawing/2014/main" id="{148238DE-E962-B2D6-25B2-31C2CD613840}"/>
                    </a:ext>
                  </a:extLst>
                </p14:cNvPr>
                <p14:cNvContentPartPr/>
                <p14:nvPr/>
              </p14:nvContentPartPr>
              <p14:xfrm>
                <a:off x="5042678" y="2059343"/>
                <a:ext cx="104760" cy="164880"/>
              </p14:xfrm>
            </p:contentPart>
          </mc:Choice>
          <mc:Fallback>
            <p:pic>
              <p:nvPicPr>
                <p:cNvPr id="39" name="Ink 38">
                  <a:extLst>
                    <a:ext uri="{FF2B5EF4-FFF2-40B4-BE49-F238E27FC236}">
                      <a16:creationId xmlns:a16="http://schemas.microsoft.com/office/drawing/2014/main" id="{148238DE-E962-B2D6-25B2-31C2CD613840}"/>
                    </a:ext>
                  </a:extLst>
                </p:cNvPr>
                <p:cNvPicPr/>
                <p:nvPr/>
              </p:nvPicPr>
              <p:blipFill>
                <a:blip r:embed="rId29"/>
                <a:stretch>
                  <a:fillRect/>
                </a:stretch>
              </p:blipFill>
              <p:spPr>
                <a:xfrm>
                  <a:off x="5034038" y="2050343"/>
                  <a:ext cx="12240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40" name="Ink 39">
                  <a:extLst>
                    <a:ext uri="{FF2B5EF4-FFF2-40B4-BE49-F238E27FC236}">
                      <a16:creationId xmlns:a16="http://schemas.microsoft.com/office/drawing/2014/main" id="{05636D0D-5AC0-6B75-0C02-DEF5C5D6D08C}"/>
                    </a:ext>
                  </a:extLst>
                </p14:cNvPr>
                <p14:cNvContentPartPr/>
                <p14:nvPr/>
              </p14:nvContentPartPr>
              <p14:xfrm>
                <a:off x="5210798" y="2197943"/>
                <a:ext cx="16560" cy="115560"/>
              </p14:xfrm>
            </p:contentPart>
          </mc:Choice>
          <mc:Fallback>
            <p:pic>
              <p:nvPicPr>
                <p:cNvPr id="40" name="Ink 39">
                  <a:extLst>
                    <a:ext uri="{FF2B5EF4-FFF2-40B4-BE49-F238E27FC236}">
                      <a16:creationId xmlns:a16="http://schemas.microsoft.com/office/drawing/2014/main" id="{05636D0D-5AC0-6B75-0C02-DEF5C5D6D08C}"/>
                    </a:ext>
                  </a:extLst>
                </p:cNvPr>
                <p:cNvPicPr/>
                <p:nvPr/>
              </p:nvPicPr>
              <p:blipFill>
                <a:blip r:embed="rId31"/>
                <a:stretch>
                  <a:fillRect/>
                </a:stretch>
              </p:blipFill>
              <p:spPr>
                <a:xfrm>
                  <a:off x="5201798" y="2189303"/>
                  <a:ext cx="3420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41" name="Ink 40">
                  <a:extLst>
                    <a:ext uri="{FF2B5EF4-FFF2-40B4-BE49-F238E27FC236}">
                      <a16:creationId xmlns:a16="http://schemas.microsoft.com/office/drawing/2014/main" id="{B0CE8DD2-C109-7903-AD5D-B7ECD29276A4}"/>
                    </a:ext>
                  </a:extLst>
                </p14:cNvPr>
                <p14:cNvContentPartPr/>
                <p14:nvPr/>
              </p14:nvContentPartPr>
              <p14:xfrm>
                <a:off x="5238518" y="2139263"/>
                <a:ext cx="3960" cy="2880"/>
              </p14:xfrm>
            </p:contentPart>
          </mc:Choice>
          <mc:Fallback>
            <p:pic>
              <p:nvPicPr>
                <p:cNvPr id="41" name="Ink 40">
                  <a:extLst>
                    <a:ext uri="{FF2B5EF4-FFF2-40B4-BE49-F238E27FC236}">
                      <a16:creationId xmlns:a16="http://schemas.microsoft.com/office/drawing/2014/main" id="{B0CE8DD2-C109-7903-AD5D-B7ECD29276A4}"/>
                    </a:ext>
                  </a:extLst>
                </p:cNvPr>
                <p:cNvPicPr/>
                <p:nvPr/>
              </p:nvPicPr>
              <p:blipFill>
                <a:blip r:embed="rId33"/>
                <a:stretch>
                  <a:fillRect/>
                </a:stretch>
              </p:blipFill>
              <p:spPr>
                <a:xfrm>
                  <a:off x="5229518" y="2130263"/>
                  <a:ext cx="2160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2" name="Ink 41">
                  <a:extLst>
                    <a:ext uri="{FF2B5EF4-FFF2-40B4-BE49-F238E27FC236}">
                      <a16:creationId xmlns:a16="http://schemas.microsoft.com/office/drawing/2014/main" id="{8DB91F46-7A73-36BF-3CBC-19EC5AAEF49D}"/>
                    </a:ext>
                  </a:extLst>
                </p14:cNvPr>
                <p14:cNvContentPartPr/>
                <p14:nvPr/>
              </p14:nvContentPartPr>
              <p14:xfrm>
                <a:off x="5297918" y="2072303"/>
                <a:ext cx="147960" cy="250560"/>
              </p14:xfrm>
            </p:contentPart>
          </mc:Choice>
          <mc:Fallback>
            <p:pic>
              <p:nvPicPr>
                <p:cNvPr id="42" name="Ink 41">
                  <a:extLst>
                    <a:ext uri="{FF2B5EF4-FFF2-40B4-BE49-F238E27FC236}">
                      <a16:creationId xmlns:a16="http://schemas.microsoft.com/office/drawing/2014/main" id="{8DB91F46-7A73-36BF-3CBC-19EC5AAEF49D}"/>
                    </a:ext>
                  </a:extLst>
                </p:cNvPr>
                <p:cNvPicPr/>
                <p:nvPr/>
              </p:nvPicPr>
              <p:blipFill>
                <a:blip r:embed="rId35"/>
                <a:stretch>
                  <a:fillRect/>
                </a:stretch>
              </p:blipFill>
              <p:spPr>
                <a:xfrm>
                  <a:off x="5289278" y="2063303"/>
                  <a:ext cx="16560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3" name="Ink 42">
                  <a:extLst>
                    <a:ext uri="{FF2B5EF4-FFF2-40B4-BE49-F238E27FC236}">
                      <a16:creationId xmlns:a16="http://schemas.microsoft.com/office/drawing/2014/main" id="{1CC6B8E3-A9E7-5F25-91EC-EFE49E42D8F0}"/>
                    </a:ext>
                  </a:extLst>
                </p14:cNvPr>
                <p14:cNvContentPartPr/>
                <p14:nvPr/>
              </p14:nvContentPartPr>
              <p14:xfrm>
                <a:off x="5035478" y="2461103"/>
                <a:ext cx="149400" cy="208080"/>
              </p14:xfrm>
            </p:contentPart>
          </mc:Choice>
          <mc:Fallback>
            <p:pic>
              <p:nvPicPr>
                <p:cNvPr id="43" name="Ink 42">
                  <a:extLst>
                    <a:ext uri="{FF2B5EF4-FFF2-40B4-BE49-F238E27FC236}">
                      <a16:creationId xmlns:a16="http://schemas.microsoft.com/office/drawing/2014/main" id="{1CC6B8E3-A9E7-5F25-91EC-EFE49E42D8F0}"/>
                    </a:ext>
                  </a:extLst>
                </p:cNvPr>
                <p:cNvPicPr/>
                <p:nvPr/>
              </p:nvPicPr>
              <p:blipFill>
                <a:blip r:embed="rId37"/>
                <a:stretch>
                  <a:fillRect/>
                </a:stretch>
              </p:blipFill>
              <p:spPr>
                <a:xfrm>
                  <a:off x="5026838" y="2452103"/>
                  <a:ext cx="16704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4" name="Ink 43">
                  <a:extLst>
                    <a:ext uri="{FF2B5EF4-FFF2-40B4-BE49-F238E27FC236}">
                      <a16:creationId xmlns:a16="http://schemas.microsoft.com/office/drawing/2014/main" id="{D0BC1403-51EB-8117-CADB-13FA7B4C5884}"/>
                    </a:ext>
                  </a:extLst>
                </p14:cNvPr>
                <p14:cNvContentPartPr/>
                <p14:nvPr/>
              </p14:nvContentPartPr>
              <p14:xfrm>
                <a:off x="5242118" y="2561183"/>
                <a:ext cx="74520" cy="124560"/>
              </p14:xfrm>
            </p:contentPart>
          </mc:Choice>
          <mc:Fallback>
            <p:pic>
              <p:nvPicPr>
                <p:cNvPr id="44" name="Ink 43">
                  <a:extLst>
                    <a:ext uri="{FF2B5EF4-FFF2-40B4-BE49-F238E27FC236}">
                      <a16:creationId xmlns:a16="http://schemas.microsoft.com/office/drawing/2014/main" id="{D0BC1403-51EB-8117-CADB-13FA7B4C5884}"/>
                    </a:ext>
                  </a:extLst>
                </p:cNvPr>
                <p:cNvPicPr/>
                <p:nvPr/>
              </p:nvPicPr>
              <p:blipFill>
                <a:blip r:embed="rId39"/>
                <a:stretch>
                  <a:fillRect/>
                </a:stretch>
              </p:blipFill>
              <p:spPr>
                <a:xfrm>
                  <a:off x="5233118" y="2552543"/>
                  <a:ext cx="9216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5" name="Ink 44">
                  <a:extLst>
                    <a:ext uri="{FF2B5EF4-FFF2-40B4-BE49-F238E27FC236}">
                      <a16:creationId xmlns:a16="http://schemas.microsoft.com/office/drawing/2014/main" id="{89AED7C3-2926-0B87-DA20-DD91C667FD07}"/>
                    </a:ext>
                  </a:extLst>
                </p14:cNvPr>
                <p14:cNvContentPartPr/>
                <p14:nvPr/>
              </p14:nvContentPartPr>
              <p14:xfrm>
                <a:off x="5299718" y="2502503"/>
                <a:ext cx="11520" cy="9000"/>
              </p14:xfrm>
            </p:contentPart>
          </mc:Choice>
          <mc:Fallback>
            <p:pic>
              <p:nvPicPr>
                <p:cNvPr id="45" name="Ink 44">
                  <a:extLst>
                    <a:ext uri="{FF2B5EF4-FFF2-40B4-BE49-F238E27FC236}">
                      <a16:creationId xmlns:a16="http://schemas.microsoft.com/office/drawing/2014/main" id="{89AED7C3-2926-0B87-DA20-DD91C667FD07}"/>
                    </a:ext>
                  </a:extLst>
                </p:cNvPr>
                <p:cNvPicPr/>
                <p:nvPr/>
              </p:nvPicPr>
              <p:blipFill>
                <a:blip r:embed="rId41"/>
                <a:stretch>
                  <a:fillRect/>
                </a:stretch>
              </p:blipFill>
              <p:spPr>
                <a:xfrm>
                  <a:off x="5290718" y="2493863"/>
                  <a:ext cx="2916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6" name="Ink 45">
                  <a:extLst>
                    <a:ext uri="{FF2B5EF4-FFF2-40B4-BE49-F238E27FC236}">
                      <a16:creationId xmlns:a16="http://schemas.microsoft.com/office/drawing/2014/main" id="{F5AD11D1-6264-5A20-1E73-35CD760AF257}"/>
                    </a:ext>
                  </a:extLst>
                </p14:cNvPr>
                <p14:cNvContentPartPr/>
                <p14:nvPr/>
              </p14:nvContentPartPr>
              <p14:xfrm>
                <a:off x="5334638" y="2429783"/>
                <a:ext cx="171000" cy="247680"/>
              </p14:xfrm>
            </p:contentPart>
          </mc:Choice>
          <mc:Fallback>
            <p:pic>
              <p:nvPicPr>
                <p:cNvPr id="46" name="Ink 45">
                  <a:extLst>
                    <a:ext uri="{FF2B5EF4-FFF2-40B4-BE49-F238E27FC236}">
                      <a16:creationId xmlns:a16="http://schemas.microsoft.com/office/drawing/2014/main" id="{F5AD11D1-6264-5A20-1E73-35CD760AF257}"/>
                    </a:ext>
                  </a:extLst>
                </p:cNvPr>
                <p:cNvPicPr/>
                <p:nvPr/>
              </p:nvPicPr>
              <p:blipFill>
                <a:blip r:embed="rId43"/>
                <a:stretch>
                  <a:fillRect/>
                </a:stretch>
              </p:blipFill>
              <p:spPr>
                <a:xfrm>
                  <a:off x="5325638" y="2420783"/>
                  <a:ext cx="188640" cy="2653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63" name="Ink 62">
                  <a:extLst>
                    <a:ext uri="{FF2B5EF4-FFF2-40B4-BE49-F238E27FC236}">
                      <a16:creationId xmlns:a16="http://schemas.microsoft.com/office/drawing/2014/main" id="{272D9DF6-E81F-BCC4-45FE-C3E8E70F4F62}"/>
                    </a:ext>
                  </a:extLst>
                </p14:cNvPr>
                <p14:cNvContentPartPr/>
                <p14:nvPr/>
              </p14:nvContentPartPr>
              <p14:xfrm>
                <a:off x="4709678" y="2268863"/>
                <a:ext cx="4012200" cy="1207080"/>
              </p14:xfrm>
            </p:contentPart>
          </mc:Choice>
          <mc:Fallback>
            <p:pic>
              <p:nvPicPr>
                <p:cNvPr id="63" name="Ink 62">
                  <a:extLst>
                    <a:ext uri="{FF2B5EF4-FFF2-40B4-BE49-F238E27FC236}">
                      <a16:creationId xmlns:a16="http://schemas.microsoft.com/office/drawing/2014/main" id="{272D9DF6-E81F-BCC4-45FE-C3E8E70F4F62}"/>
                    </a:ext>
                  </a:extLst>
                </p:cNvPr>
                <p:cNvPicPr/>
                <p:nvPr/>
              </p:nvPicPr>
              <p:blipFill>
                <a:blip r:embed="rId45"/>
                <a:stretch>
                  <a:fillRect/>
                </a:stretch>
              </p:blipFill>
              <p:spPr>
                <a:xfrm>
                  <a:off x="4701038" y="2260223"/>
                  <a:ext cx="4029840" cy="12247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64" name="Ink 63">
                  <a:extLst>
                    <a:ext uri="{FF2B5EF4-FFF2-40B4-BE49-F238E27FC236}">
                      <a16:creationId xmlns:a16="http://schemas.microsoft.com/office/drawing/2014/main" id="{6C3D0BEA-1AFA-977C-3A01-7E72B3768AAC}"/>
                    </a:ext>
                  </a:extLst>
                </p14:cNvPr>
                <p14:cNvContentPartPr/>
                <p14:nvPr/>
              </p14:nvContentPartPr>
              <p14:xfrm>
                <a:off x="8681198" y="2196863"/>
                <a:ext cx="132840" cy="152640"/>
              </p14:xfrm>
            </p:contentPart>
          </mc:Choice>
          <mc:Fallback>
            <p:pic>
              <p:nvPicPr>
                <p:cNvPr id="64" name="Ink 63">
                  <a:extLst>
                    <a:ext uri="{FF2B5EF4-FFF2-40B4-BE49-F238E27FC236}">
                      <a16:creationId xmlns:a16="http://schemas.microsoft.com/office/drawing/2014/main" id="{6C3D0BEA-1AFA-977C-3A01-7E72B3768AAC}"/>
                    </a:ext>
                  </a:extLst>
                </p:cNvPr>
                <p:cNvPicPr/>
                <p:nvPr/>
              </p:nvPicPr>
              <p:blipFill>
                <a:blip r:embed="rId47"/>
                <a:stretch>
                  <a:fillRect/>
                </a:stretch>
              </p:blipFill>
              <p:spPr>
                <a:xfrm>
                  <a:off x="8672558" y="2187863"/>
                  <a:ext cx="15048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65" name="Ink 64">
                  <a:extLst>
                    <a:ext uri="{FF2B5EF4-FFF2-40B4-BE49-F238E27FC236}">
                      <a16:creationId xmlns:a16="http://schemas.microsoft.com/office/drawing/2014/main" id="{4B0FEE8A-13F7-EA84-1600-65AC6FA5B737}"/>
                    </a:ext>
                  </a:extLst>
                </p14:cNvPr>
                <p14:cNvContentPartPr/>
                <p14:nvPr/>
              </p14:nvContentPartPr>
              <p14:xfrm>
                <a:off x="8983238" y="1578743"/>
                <a:ext cx="1797480" cy="1150920"/>
              </p14:xfrm>
            </p:contentPart>
          </mc:Choice>
          <mc:Fallback>
            <p:pic>
              <p:nvPicPr>
                <p:cNvPr id="65" name="Ink 64">
                  <a:extLst>
                    <a:ext uri="{FF2B5EF4-FFF2-40B4-BE49-F238E27FC236}">
                      <a16:creationId xmlns:a16="http://schemas.microsoft.com/office/drawing/2014/main" id="{4B0FEE8A-13F7-EA84-1600-65AC6FA5B737}"/>
                    </a:ext>
                  </a:extLst>
                </p:cNvPr>
                <p:cNvPicPr/>
                <p:nvPr/>
              </p:nvPicPr>
              <p:blipFill>
                <a:blip r:embed="rId49"/>
                <a:stretch>
                  <a:fillRect/>
                </a:stretch>
              </p:blipFill>
              <p:spPr>
                <a:xfrm>
                  <a:off x="8974598" y="1569743"/>
                  <a:ext cx="1815120" cy="11685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66" name="Ink 65">
                  <a:extLst>
                    <a:ext uri="{FF2B5EF4-FFF2-40B4-BE49-F238E27FC236}">
                      <a16:creationId xmlns:a16="http://schemas.microsoft.com/office/drawing/2014/main" id="{36558D35-92D8-B686-76D4-D5D7B824D0A7}"/>
                    </a:ext>
                  </a:extLst>
                </p14:cNvPr>
                <p14:cNvContentPartPr/>
                <p14:nvPr/>
              </p14:nvContentPartPr>
              <p14:xfrm>
                <a:off x="9188438" y="2025503"/>
                <a:ext cx="61200" cy="174600"/>
              </p14:xfrm>
            </p:contentPart>
          </mc:Choice>
          <mc:Fallback>
            <p:pic>
              <p:nvPicPr>
                <p:cNvPr id="66" name="Ink 65">
                  <a:extLst>
                    <a:ext uri="{FF2B5EF4-FFF2-40B4-BE49-F238E27FC236}">
                      <a16:creationId xmlns:a16="http://schemas.microsoft.com/office/drawing/2014/main" id="{36558D35-92D8-B686-76D4-D5D7B824D0A7}"/>
                    </a:ext>
                  </a:extLst>
                </p:cNvPr>
                <p:cNvPicPr/>
                <p:nvPr/>
              </p:nvPicPr>
              <p:blipFill>
                <a:blip r:embed="rId51"/>
                <a:stretch>
                  <a:fillRect/>
                </a:stretch>
              </p:blipFill>
              <p:spPr>
                <a:xfrm>
                  <a:off x="9179438" y="2016863"/>
                  <a:ext cx="7884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67" name="Ink 66">
                  <a:extLst>
                    <a:ext uri="{FF2B5EF4-FFF2-40B4-BE49-F238E27FC236}">
                      <a16:creationId xmlns:a16="http://schemas.microsoft.com/office/drawing/2014/main" id="{29581B9E-8A1E-B6A6-1EC5-866E456AF218}"/>
                    </a:ext>
                  </a:extLst>
                </p14:cNvPr>
                <p14:cNvContentPartPr/>
                <p14:nvPr/>
              </p14:nvContentPartPr>
              <p14:xfrm>
                <a:off x="9231638" y="1926863"/>
                <a:ext cx="195840" cy="247320"/>
              </p14:xfrm>
            </p:contentPart>
          </mc:Choice>
          <mc:Fallback>
            <p:pic>
              <p:nvPicPr>
                <p:cNvPr id="67" name="Ink 66">
                  <a:extLst>
                    <a:ext uri="{FF2B5EF4-FFF2-40B4-BE49-F238E27FC236}">
                      <a16:creationId xmlns:a16="http://schemas.microsoft.com/office/drawing/2014/main" id="{29581B9E-8A1E-B6A6-1EC5-866E456AF218}"/>
                    </a:ext>
                  </a:extLst>
                </p:cNvPr>
                <p:cNvPicPr/>
                <p:nvPr/>
              </p:nvPicPr>
              <p:blipFill>
                <a:blip r:embed="rId53"/>
                <a:stretch>
                  <a:fillRect/>
                </a:stretch>
              </p:blipFill>
              <p:spPr>
                <a:xfrm>
                  <a:off x="9222638" y="1918223"/>
                  <a:ext cx="21348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68" name="Ink 67">
                  <a:extLst>
                    <a:ext uri="{FF2B5EF4-FFF2-40B4-BE49-F238E27FC236}">
                      <a16:creationId xmlns:a16="http://schemas.microsoft.com/office/drawing/2014/main" id="{66D4FC48-2E67-1C05-8027-2614D652A268}"/>
                    </a:ext>
                  </a:extLst>
                </p14:cNvPr>
                <p14:cNvContentPartPr/>
                <p14:nvPr/>
              </p14:nvContentPartPr>
              <p14:xfrm>
                <a:off x="9489758" y="2058263"/>
                <a:ext cx="92880" cy="132840"/>
              </p14:xfrm>
            </p:contentPart>
          </mc:Choice>
          <mc:Fallback>
            <p:pic>
              <p:nvPicPr>
                <p:cNvPr id="68" name="Ink 67">
                  <a:extLst>
                    <a:ext uri="{FF2B5EF4-FFF2-40B4-BE49-F238E27FC236}">
                      <a16:creationId xmlns:a16="http://schemas.microsoft.com/office/drawing/2014/main" id="{66D4FC48-2E67-1C05-8027-2614D652A268}"/>
                    </a:ext>
                  </a:extLst>
                </p:cNvPr>
                <p:cNvPicPr/>
                <p:nvPr/>
              </p:nvPicPr>
              <p:blipFill>
                <a:blip r:embed="rId55"/>
                <a:stretch>
                  <a:fillRect/>
                </a:stretch>
              </p:blipFill>
              <p:spPr>
                <a:xfrm>
                  <a:off x="9481118" y="2049623"/>
                  <a:ext cx="11052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69" name="Ink 68">
                  <a:extLst>
                    <a:ext uri="{FF2B5EF4-FFF2-40B4-BE49-F238E27FC236}">
                      <a16:creationId xmlns:a16="http://schemas.microsoft.com/office/drawing/2014/main" id="{85378B02-DCEA-3B4B-210C-5583F7B1A356}"/>
                    </a:ext>
                  </a:extLst>
                </p14:cNvPr>
                <p14:cNvContentPartPr/>
                <p14:nvPr/>
              </p14:nvContentPartPr>
              <p14:xfrm>
                <a:off x="9613598" y="2056823"/>
                <a:ext cx="74880" cy="115560"/>
              </p14:xfrm>
            </p:contentPart>
          </mc:Choice>
          <mc:Fallback>
            <p:pic>
              <p:nvPicPr>
                <p:cNvPr id="69" name="Ink 68">
                  <a:extLst>
                    <a:ext uri="{FF2B5EF4-FFF2-40B4-BE49-F238E27FC236}">
                      <a16:creationId xmlns:a16="http://schemas.microsoft.com/office/drawing/2014/main" id="{85378B02-DCEA-3B4B-210C-5583F7B1A356}"/>
                    </a:ext>
                  </a:extLst>
                </p:cNvPr>
                <p:cNvPicPr/>
                <p:nvPr/>
              </p:nvPicPr>
              <p:blipFill>
                <a:blip r:embed="rId57"/>
                <a:stretch>
                  <a:fillRect/>
                </a:stretch>
              </p:blipFill>
              <p:spPr>
                <a:xfrm>
                  <a:off x="9604598" y="2047823"/>
                  <a:ext cx="9252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70" name="Ink 69">
                  <a:extLst>
                    <a:ext uri="{FF2B5EF4-FFF2-40B4-BE49-F238E27FC236}">
                      <a16:creationId xmlns:a16="http://schemas.microsoft.com/office/drawing/2014/main" id="{52837763-3D6F-3D1D-A2A5-66D43706215E}"/>
                    </a:ext>
                  </a:extLst>
                </p14:cNvPr>
                <p14:cNvContentPartPr/>
                <p14:nvPr/>
              </p14:nvContentPartPr>
              <p14:xfrm>
                <a:off x="9738518" y="1980503"/>
                <a:ext cx="25560" cy="188280"/>
              </p14:xfrm>
            </p:contentPart>
          </mc:Choice>
          <mc:Fallback>
            <p:pic>
              <p:nvPicPr>
                <p:cNvPr id="70" name="Ink 69">
                  <a:extLst>
                    <a:ext uri="{FF2B5EF4-FFF2-40B4-BE49-F238E27FC236}">
                      <a16:creationId xmlns:a16="http://schemas.microsoft.com/office/drawing/2014/main" id="{52837763-3D6F-3D1D-A2A5-66D43706215E}"/>
                    </a:ext>
                  </a:extLst>
                </p:cNvPr>
                <p:cNvPicPr/>
                <p:nvPr/>
              </p:nvPicPr>
              <p:blipFill>
                <a:blip r:embed="rId59"/>
                <a:stretch>
                  <a:fillRect/>
                </a:stretch>
              </p:blipFill>
              <p:spPr>
                <a:xfrm>
                  <a:off x="9729878" y="1971863"/>
                  <a:ext cx="4320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71" name="Ink 70">
                  <a:extLst>
                    <a:ext uri="{FF2B5EF4-FFF2-40B4-BE49-F238E27FC236}">
                      <a16:creationId xmlns:a16="http://schemas.microsoft.com/office/drawing/2014/main" id="{54E636D8-8A1F-073C-E5FE-ED16D172E0F5}"/>
                    </a:ext>
                  </a:extLst>
                </p14:cNvPr>
                <p14:cNvContentPartPr/>
                <p14:nvPr/>
              </p14:nvContentPartPr>
              <p14:xfrm>
                <a:off x="9763718" y="1986983"/>
                <a:ext cx="175680" cy="192240"/>
              </p14:xfrm>
            </p:contentPart>
          </mc:Choice>
          <mc:Fallback>
            <p:pic>
              <p:nvPicPr>
                <p:cNvPr id="71" name="Ink 70">
                  <a:extLst>
                    <a:ext uri="{FF2B5EF4-FFF2-40B4-BE49-F238E27FC236}">
                      <a16:creationId xmlns:a16="http://schemas.microsoft.com/office/drawing/2014/main" id="{54E636D8-8A1F-073C-E5FE-ED16D172E0F5}"/>
                    </a:ext>
                  </a:extLst>
                </p:cNvPr>
                <p:cNvPicPr/>
                <p:nvPr/>
              </p:nvPicPr>
              <p:blipFill>
                <a:blip r:embed="rId61"/>
                <a:stretch>
                  <a:fillRect/>
                </a:stretch>
              </p:blipFill>
              <p:spPr>
                <a:xfrm>
                  <a:off x="9755078" y="1977983"/>
                  <a:ext cx="19332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72" name="Ink 71">
                  <a:extLst>
                    <a:ext uri="{FF2B5EF4-FFF2-40B4-BE49-F238E27FC236}">
                      <a16:creationId xmlns:a16="http://schemas.microsoft.com/office/drawing/2014/main" id="{9CD1AAC2-5CDE-F7E6-8311-42D813115F42}"/>
                    </a:ext>
                  </a:extLst>
                </p14:cNvPr>
                <p14:cNvContentPartPr/>
                <p14:nvPr/>
              </p14:nvContentPartPr>
              <p14:xfrm>
                <a:off x="9995558" y="2044943"/>
                <a:ext cx="157680" cy="133560"/>
              </p14:xfrm>
            </p:contentPart>
          </mc:Choice>
          <mc:Fallback>
            <p:pic>
              <p:nvPicPr>
                <p:cNvPr id="72" name="Ink 71">
                  <a:extLst>
                    <a:ext uri="{FF2B5EF4-FFF2-40B4-BE49-F238E27FC236}">
                      <a16:creationId xmlns:a16="http://schemas.microsoft.com/office/drawing/2014/main" id="{9CD1AAC2-5CDE-F7E6-8311-42D813115F42}"/>
                    </a:ext>
                  </a:extLst>
                </p:cNvPr>
                <p:cNvPicPr/>
                <p:nvPr/>
              </p:nvPicPr>
              <p:blipFill>
                <a:blip r:embed="rId63"/>
                <a:stretch>
                  <a:fillRect/>
                </a:stretch>
              </p:blipFill>
              <p:spPr>
                <a:xfrm>
                  <a:off x="9986558" y="2035943"/>
                  <a:ext cx="17532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73" name="Ink 72">
                  <a:extLst>
                    <a:ext uri="{FF2B5EF4-FFF2-40B4-BE49-F238E27FC236}">
                      <a16:creationId xmlns:a16="http://schemas.microsoft.com/office/drawing/2014/main" id="{20136FF3-A0A3-D5F1-FDEE-66CF98277EC2}"/>
                    </a:ext>
                  </a:extLst>
                </p14:cNvPr>
                <p14:cNvContentPartPr/>
                <p14:nvPr/>
              </p14:nvContentPartPr>
              <p14:xfrm>
                <a:off x="10215518" y="2086703"/>
                <a:ext cx="24840" cy="70920"/>
              </p14:xfrm>
            </p:contentPart>
          </mc:Choice>
          <mc:Fallback>
            <p:pic>
              <p:nvPicPr>
                <p:cNvPr id="73" name="Ink 72">
                  <a:extLst>
                    <a:ext uri="{FF2B5EF4-FFF2-40B4-BE49-F238E27FC236}">
                      <a16:creationId xmlns:a16="http://schemas.microsoft.com/office/drawing/2014/main" id="{20136FF3-A0A3-D5F1-FDEE-66CF98277EC2}"/>
                    </a:ext>
                  </a:extLst>
                </p:cNvPr>
                <p:cNvPicPr/>
                <p:nvPr/>
              </p:nvPicPr>
              <p:blipFill>
                <a:blip r:embed="rId65"/>
                <a:stretch>
                  <a:fillRect/>
                </a:stretch>
              </p:blipFill>
              <p:spPr>
                <a:xfrm>
                  <a:off x="10206518" y="2077703"/>
                  <a:ext cx="4248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74" name="Ink 73">
                  <a:extLst>
                    <a:ext uri="{FF2B5EF4-FFF2-40B4-BE49-F238E27FC236}">
                      <a16:creationId xmlns:a16="http://schemas.microsoft.com/office/drawing/2014/main" id="{4C2E5D37-07D0-539B-A41B-F4FF77F1365E}"/>
                    </a:ext>
                  </a:extLst>
                </p14:cNvPr>
                <p14:cNvContentPartPr/>
                <p14:nvPr/>
              </p14:nvContentPartPr>
              <p14:xfrm>
                <a:off x="10271318" y="1992743"/>
                <a:ext cx="360" cy="11520"/>
              </p14:xfrm>
            </p:contentPart>
          </mc:Choice>
          <mc:Fallback>
            <p:pic>
              <p:nvPicPr>
                <p:cNvPr id="74" name="Ink 73">
                  <a:extLst>
                    <a:ext uri="{FF2B5EF4-FFF2-40B4-BE49-F238E27FC236}">
                      <a16:creationId xmlns:a16="http://schemas.microsoft.com/office/drawing/2014/main" id="{4C2E5D37-07D0-539B-A41B-F4FF77F1365E}"/>
                    </a:ext>
                  </a:extLst>
                </p:cNvPr>
                <p:cNvPicPr/>
                <p:nvPr/>
              </p:nvPicPr>
              <p:blipFill>
                <a:blip r:embed="rId67"/>
                <a:stretch>
                  <a:fillRect/>
                </a:stretch>
              </p:blipFill>
              <p:spPr>
                <a:xfrm>
                  <a:off x="10262318" y="1983743"/>
                  <a:ext cx="1800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75" name="Ink 74">
                  <a:extLst>
                    <a:ext uri="{FF2B5EF4-FFF2-40B4-BE49-F238E27FC236}">
                      <a16:creationId xmlns:a16="http://schemas.microsoft.com/office/drawing/2014/main" id="{12E2ECE5-3C8B-CEFE-0601-C3E6661723C9}"/>
                    </a:ext>
                  </a:extLst>
                </p14:cNvPr>
                <p14:cNvContentPartPr/>
                <p14:nvPr/>
              </p14:nvContentPartPr>
              <p14:xfrm>
                <a:off x="10303718" y="2078423"/>
                <a:ext cx="81000" cy="56160"/>
              </p14:xfrm>
            </p:contentPart>
          </mc:Choice>
          <mc:Fallback>
            <p:pic>
              <p:nvPicPr>
                <p:cNvPr id="75" name="Ink 74">
                  <a:extLst>
                    <a:ext uri="{FF2B5EF4-FFF2-40B4-BE49-F238E27FC236}">
                      <a16:creationId xmlns:a16="http://schemas.microsoft.com/office/drawing/2014/main" id="{12E2ECE5-3C8B-CEFE-0601-C3E6661723C9}"/>
                    </a:ext>
                  </a:extLst>
                </p:cNvPr>
                <p:cNvPicPr/>
                <p:nvPr/>
              </p:nvPicPr>
              <p:blipFill>
                <a:blip r:embed="rId69"/>
                <a:stretch>
                  <a:fillRect/>
                </a:stretch>
              </p:blipFill>
              <p:spPr>
                <a:xfrm>
                  <a:off x="10295078" y="2069783"/>
                  <a:ext cx="9864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76" name="Ink 75">
                  <a:extLst>
                    <a:ext uri="{FF2B5EF4-FFF2-40B4-BE49-F238E27FC236}">
                      <a16:creationId xmlns:a16="http://schemas.microsoft.com/office/drawing/2014/main" id="{BC419876-9234-A186-F732-3ADC93BFF577}"/>
                    </a:ext>
                  </a:extLst>
                </p14:cNvPr>
                <p14:cNvContentPartPr/>
                <p14:nvPr/>
              </p14:nvContentPartPr>
              <p14:xfrm>
                <a:off x="10427198" y="1912103"/>
                <a:ext cx="225360" cy="243360"/>
              </p14:xfrm>
            </p:contentPart>
          </mc:Choice>
          <mc:Fallback>
            <p:pic>
              <p:nvPicPr>
                <p:cNvPr id="76" name="Ink 75">
                  <a:extLst>
                    <a:ext uri="{FF2B5EF4-FFF2-40B4-BE49-F238E27FC236}">
                      <a16:creationId xmlns:a16="http://schemas.microsoft.com/office/drawing/2014/main" id="{BC419876-9234-A186-F732-3ADC93BFF577}"/>
                    </a:ext>
                  </a:extLst>
                </p:cNvPr>
                <p:cNvPicPr/>
                <p:nvPr/>
              </p:nvPicPr>
              <p:blipFill>
                <a:blip r:embed="rId71"/>
                <a:stretch>
                  <a:fillRect/>
                </a:stretch>
              </p:blipFill>
              <p:spPr>
                <a:xfrm>
                  <a:off x="10418558" y="1903463"/>
                  <a:ext cx="24300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8" name="Ink 77">
                  <a:extLst>
                    <a:ext uri="{FF2B5EF4-FFF2-40B4-BE49-F238E27FC236}">
                      <a16:creationId xmlns:a16="http://schemas.microsoft.com/office/drawing/2014/main" id="{0B998E37-A6EB-A0E5-8F52-50D0FFCF149D}"/>
                    </a:ext>
                  </a:extLst>
                </p14:cNvPr>
                <p14:cNvContentPartPr/>
                <p14:nvPr/>
              </p14:nvContentPartPr>
              <p14:xfrm>
                <a:off x="9701078" y="1654343"/>
                <a:ext cx="229320" cy="169200"/>
              </p14:xfrm>
            </p:contentPart>
          </mc:Choice>
          <mc:Fallback>
            <p:pic>
              <p:nvPicPr>
                <p:cNvPr id="78" name="Ink 77">
                  <a:extLst>
                    <a:ext uri="{FF2B5EF4-FFF2-40B4-BE49-F238E27FC236}">
                      <a16:creationId xmlns:a16="http://schemas.microsoft.com/office/drawing/2014/main" id="{0B998E37-A6EB-A0E5-8F52-50D0FFCF149D}"/>
                    </a:ext>
                  </a:extLst>
                </p:cNvPr>
                <p:cNvPicPr/>
                <p:nvPr/>
              </p:nvPicPr>
              <p:blipFill>
                <a:blip r:embed="rId73"/>
                <a:stretch>
                  <a:fillRect/>
                </a:stretch>
              </p:blipFill>
              <p:spPr>
                <a:xfrm>
                  <a:off x="9692078" y="1645343"/>
                  <a:ext cx="24696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9" name="Ink 78">
                  <a:extLst>
                    <a:ext uri="{FF2B5EF4-FFF2-40B4-BE49-F238E27FC236}">
                      <a16:creationId xmlns:a16="http://schemas.microsoft.com/office/drawing/2014/main" id="{BE4FF007-037B-EBF3-51BC-A64667B22BBD}"/>
                    </a:ext>
                  </a:extLst>
                </p14:cNvPr>
                <p14:cNvContentPartPr/>
                <p14:nvPr/>
              </p14:nvContentPartPr>
              <p14:xfrm>
                <a:off x="9913838" y="1634543"/>
                <a:ext cx="81000" cy="119520"/>
              </p14:xfrm>
            </p:contentPart>
          </mc:Choice>
          <mc:Fallback>
            <p:pic>
              <p:nvPicPr>
                <p:cNvPr id="79" name="Ink 78">
                  <a:extLst>
                    <a:ext uri="{FF2B5EF4-FFF2-40B4-BE49-F238E27FC236}">
                      <a16:creationId xmlns:a16="http://schemas.microsoft.com/office/drawing/2014/main" id="{BE4FF007-037B-EBF3-51BC-A64667B22BBD}"/>
                    </a:ext>
                  </a:extLst>
                </p:cNvPr>
                <p:cNvPicPr/>
                <p:nvPr/>
              </p:nvPicPr>
              <p:blipFill>
                <a:blip r:embed="rId75"/>
                <a:stretch>
                  <a:fillRect/>
                </a:stretch>
              </p:blipFill>
              <p:spPr>
                <a:xfrm>
                  <a:off x="9905198" y="1625903"/>
                  <a:ext cx="9864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80" name="Ink 79">
                  <a:extLst>
                    <a:ext uri="{FF2B5EF4-FFF2-40B4-BE49-F238E27FC236}">
                      <a16:creationId xmlns:a16="http://schemas.microsoft.com/office/drawing/2014/main" id="{85E1F7D5-4CCF-86C8-BA65-1F43DC4A3BDF}"/>
                    </a:ext>
                  </a:extLst>
                </p14:cNvPr>
                <p14:cNvContentPartPr/>
                <p14:nvPr/>
              </p14:nvContentPartPr>
              <p14:xfrm>
                <a:off x="9802598" y="1812023"/>
                <a:ext cx="141120" cy="86040"/>
              </p14:xfrm>
            </p:contentPart>
          </mc:Choice>
          <mc:Fallback>
            <p:pic>
              <p:nvPicPr>
                <p:cNvPr id="80" name="Ink 79">
                  <a:extLst>
                    <a:ext uri="{FF2B5EF4-FFF2-40B4-BE49-F238E27FC236}">
                      <a16:creationId xmlns:a16="http://schemas.microsoft.com/office/drawing/2014/main" id="{85E1F7D5-4CCF-86C8-BA65-1F43DC4A3BDF}"/>
                    </a:ext>
                  </a:extLst>
                </p:cNvPr>
                <p:cNvPicPr/>
                <p:nvPr/>
              </p:nvPicPr>
              <p:blipFill>
                <a:blip r:embed="rId77"/>
                <a:stretch>
                  <a:fillRect/>
                </a:stretch>
              </p:blipFill>
              <p:spPr>
                <a:xfrm>
                  <a:off x="9793598" y="1803023"/>
                  <a:ext cx="15876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81" name="Ink 80">
                  <a:extLst>
                    <a:ext uri="{FF2B5EF4-FFF2-40B4-BE49-F238E27FC236}">
                      <a16:creationId xmlns:a16="http://schemas.microsoft.com/office/drawing/2014/main" id="{4228ECE7-EE90-6CAF-06E9-B65AB8895C95}"/>
                    </a:ext>
                  </a:extLst>
                </p14:cNvPr>
                <p14:cNvContentPartPr/>
                <p14:nvPr/>
              </p14:nvContentPartPr>
              <p14:xfrm>
                <a:off x="9921038" y="1845503"/>
                <a:ext cx="74880" cy="64800"/>
              </p14:xfrm>
            </p:contentPart>
          </mc:Choice>
          <mc:Fallback>
            <p:pic>
              <p:nvPicPr>
                <p:cNvPr id="81" name="Ink 80">
                  <a:extLst>
                    <a:ext uri="{FF2B5EF4-FFF2-40B4-BE49-F238E27FC236}">
                      <a16:creationId xmlns:a16="http://schemas.microsoft.com/office/drawing/2014/main" id="{4228ECE7-EE90-6CAF-06E9-B65AB8895C95}"/>
                    </a:ext>
                  </a:extLst>
                </p:cNvPr>
                <p:cNvPicPr/>
                <p:nvPr/>
              </p:nvPicPr>
              <p:blipFill>
                <a:blip r:embed="rId79"/>
                <a:stretch>
                  <a:fillRect/>
                </a:stretch>
              </p:blipFill>
              <p:spPr>
                <a:xfrm>
                  <a:off x="9912038" y="1836863"/>
                  <a:ext cx="92520" cy="824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83" name="Ink 82">
                  <a:extLst>
                    <a:ext uri="{FF2B5EF4-FFF2-40B4-BE49-F238E27FC236}">
                      <a16:creationId xmlns:a16="http://schemas.microsoft.com/office/drawing/2014/main" id="{A44F38A7-9EBB-271D-1305-A67D0A33C6EB}"/>
                    </a:ext>
                  </a:extLst>
                </p14:cNvPr>
                <p14:cNvContentPartPr/>
                <p14:nvPr/>
              </p14:nvContentPartPr>
              <p14:xfrm>
                <a:off x="8943278" y="2461103"/>
                <a:ext cx="360" cy="360"/>
              </p14:xfrm>
            </p:contentPart>
          </mc:Choice>
          <mc:Fallback>
            <p:pic>
              <p:nvPicPr>
                <p:cNvPr id="83" name="Ink 82">
                  <a:extLst>
                    <a:ext uri="{FF2B5EF4-FFF2-40B4-BE49-F238E27FC236}">
                      <a16:creationId xmlns:a16="http://schemas.microsoft.com/office/drawing/2014/main" id="{A44F38A7-9EBB-271D-1305-A67D0A33C6EB}"/>
                    </a:ext>
                  </a:extLst>
                </p:cNvPr>
                <p:cNvPicPr/>
                <p:nvPr/>
              </p:nvPicPr>
              <p:blipFill>
                <a:blip r:embed="rId33"/>
                <a:stretch>
                  <a:fillRect/>
                </a:stretch>
              </p:blipFill>
              <p:spPr>
                <a:xfrm>
                  <a:off x="8934278" y="2452463"/>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84" name="Ink 83">
                  <a:extLst>
                    <a:ext uri="{FF2B5EF4-FFF2-40B4-BE49-F238E27FC236}">
                      <a16:creationId xmlns:a16="http://schemas.microsoft.com/office/drawing/2014/main" id="{3A511103-D916-66C1-CEDC-BF2E90667464}"/>
                    </a:ext>
                  </a:extLst>
                </p14:cNvPr>
                <p14:cNvContentPartPr/>
                <p14:nvPr/>
              </p14:nvContentPartPr>
              <p14:xfrm>
                <a:off x="8911958" y="2467583"/>
                <a:ext cx="360" cy="1440"/>
              </p14:xfrm>
            </p:contentPart>
          </mc:Choice>
          <mc:Fallback>
            <p:pic>
              <p:nvPicPr>
                <p:cNvPr id="84" name="Ink 83">
                  <a:extLst>
                    <a:ext uri="{FF2B5EF4-FFF2-40B4-BE49-F238E27FC236}">
                      <a16:creationId xmlns:a16="http://schemas.microsoft.com/office/drawing/2014/main" id="{3A511103-D916-66C1-CEDC-BF2E90667464}"/>
                    </a:ext>
                  </a:extLst>
                </p:cNvPr>
                <p:cNvPicPr/>
                <p:nvPr/>
              </p:nvPicPr>
              <p:blipFill>
                <a:blip r:embed="rId33"/>
                <a:stretch>
                  <a:fillRect/>
                </a:stretch>
              </p:blipFill>
              <p:spPr>
                <a:xfrm>
                  <a:off x="8903318" y="2458943"/>
                  <a:ext cx="1800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86" name="Ink 85">
                  <a:extLst>
                    <a:ext uri="{FF2B5EF4-FFF2-40B4-BE49-F238E27FC236}">
                      <a16:creationId xmlns:a16="http://schemas.microsoft.com/office/drawing/2014/main" id="{0EFF7D45-9AB6-8513-F8A0-9044EA1416C7}"/>
                    </a:ext>
                  </a:extLst>
                </p14:cNvPr>
                <p14:cNvContentPartPr/>
                <p14:nvPr/>
              </p14:nvContentPartPr>
              <p14:xfrm>
                <a:off x="4942238" y="2454983"/>
                <a:ext cx="3957480" cy="1165680"/>
              </p14:xfrm>
            </p:contentPart>
          </mc:Choice>
          <mc:Fallback>
            <p:pic>
              <p:nvPicPr>
                <p:cNvPr id="86" name="Ink 85">
                  <a:extLst>
                    <a:ext uri="{FF2B5EF4-FFF2-40B4-BE49-F238E27FC236}">
                      <a16:creationId xmlns:a16="http://schemas.microsoft.com/office/drawing/2014/main" id="{0EFF7D45-9AB6-8513-F8A0-9044EA1416C7}"/>
                    </a:ext>
                  </a:extLst>
                </p:cNvPr>
                <p:cNvPicPr/>
                <p:nvPr/>
              </p:nvPicPr>
              <p:blipFill>
                <a:blip r:embed="rId83"/>
                <a:stretch>
                  <a:fillRect/>
                </a:stretch>
              </p:blipFill>
              <p:spPr>
                <a:xfrm>
                  <a:off x="4933598" y="2445983"/>
                  <a:ext cx="3975120" cy="11833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87" name="Ink 86">
                  <a:extLst>
                    <a:ext uri="{FF2B5EF4-FFF2-40B4-BE49-F238E27FC236}">
                      <a16:creationId xmlns:a16="http://schemas.microsoft.com/office/drawing/2014/main" id="{3EBB2577-3CCA-212A-2258-B8036A8E1BF6}"/>
                    </a:ext>
                  </a:extLst>
                </p14:cNvPr>
                <p14:cNvContentPartPr/>
                <p14:nvPr/>
              </p14:nvContentPartPr>
              <p14:xfrm>
                <a:off x="4917758" y="3529583"/>
                <a:ext cx="73800" cy="203400"/>
              </p14:xfrm>
            </p:contentPart>
          </mc:Choice>
          <mc:Fallback>
            <p:pic>
              <p:nvPicPr>
                <p:cNvPr id="87" name="Ink 86">
                  <a:extLst>
                    <a:ext uri="{FF2B5EF4-FFF2-40B4-BE49-F238E27FC236}">
                      <a16:creationId xmlns:a16="http://schemas.microsoft.com/office/drawing/2014/main" id="{3EBB2577-3CCA-212A-2258-B8036A8E1BF6}"/>
                    </a:ext>
                  </a:extLst>
                </p:cNvPr>
                <p:cNvPicPr/>
                <p:nvPr/>
              </p:nvPicPr>
              <p:blipFill>
                <a:blip r:embed="rId85"/>
                <a:stretch>
                  <a:fillRect/>
                </a:stretch>
              </p:blipFill>
              <p:spPr>
                <a:xfrm>
                  <a:off x="4908758" y="3520583"/>
                  <a:ext cx="91440" cy="221040"/>
                </a:xfrm>
                <a:prstGeom prst="rect">
                  <a:avLst/>
                </a:prstGeom>
              </p:spPr>
            </p:pic>
          </mc:Fallback>
        </mc:AlternateContent>
      </p:grpSp>
      <p:grpSp>
        <p:nvGrpSpPr>
          <p:cNvPr id="98" name="Group 97">
            <a:extLst>
              <a:ext uri="{FF2B5EF4-FFF2-40B4-BE49-F238E27FC236}">
                <a16:creationId xmlns:a16="http://schemas.microsoft.com/office/drawing/2014/main" id="{C752F473-D887-E398-8C59-7E9F99926921}"/>
              </a:ext>
            </a:extLst>
          </p:cNvPr>
          <p:cNvGrpSpPr/>
          <p:nvPr/>
        </p:nvGrpSpPr>
        <p:grpSpPr>
          <a:xfrm>
            <a:off x="3280118" y="3945383"/>
            <a:ext cx="1603440" cy="1059840"/>
            <a:chOff x="3280118" y="3945383"/>
            <a:chExt cx="1603440" cy="1059840"/>
          </a:xfrm>
        </p:grpSpPr>
        <mc:AlternateContent xmlns:mc="http://schemas.openxmlformats.org/markup-compatibility/2006">
          <mc:Choice xmlns:p14="http://schemas.microsoft.com/office/powerpoint/2010/main" Requires="p14">
            <p:contentPart p14:bwMode="auto" r:id="rId86">
              <p14:nvContentPartPr>
                <p14:cNvPr id="89" name="Ink 88">
                  <a:extLst>
                    <a:ext uri="{FF2B5EF4-FFF2-40B4-BE49-F238E27FC236}">
                      <a16:creationId xmlns:a16="http://schemas.microsoft.com/office/drawing/2014/main" id="{F2AA5CCE-0CA3-3091-8573-E8950F76E15B}"/>
                    </a:ext>
                  </a:extLst>
                </p14:cNvPr>
                <p14:cNvContentPartPr/>
                <p14:nvPr/>
              </p14:nvContentPartPr>
              <p14:xfrm>
                <a:off x="3870518" y="3945383"/>
                <a:ext cx="25920" cy="367920"/>
              </p14:xfrm>
            </p:contentPart>
          </mc:Choice>
          <mc:Fallback>
            <p:pic>
              <p:nvPicPr>
                <p:cNvPr id="89" name="Ink 88">
                  <a:extLst>
                    <a:ext uri="{FF2B5EF4-FFF2-40B4-BE49-F238E27FC236}">
                      <a16:creationId xmlns:a16="http://schemas.microsoft.com/office/drawing/2014/main" id="{F2AA5CCE-0CA3-3091-8573-E8950F76E15B}"/>
                    </a:ext>
                  </a:extLst>
                </p:cNvPr>
                <p:cNvPicPr/>
                <p:nvPr/>
              </p:nvPicPr>
              <p:blipFill>
                <a:blip r:embed="rId87"/>
                <a:stretch>
                  <a:fillRect/>
                </a:stretch>
              </p:blipFill>
              <p:spPr>
                <a:xfrm>
                  <a:off x="3861518" y="3936743"/>
                  <a:ext cx="43560" cy="3855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90" name="Ink 89">
                  <a:extLst>
                    <a:ext uri="{FF2B5EF4-FFF2-40B4-BE49-F238E27FC236}">
                      <a16:creationId xmlns:a16="http://schemas.microsoft.com/office/drawing/2014/main" id="{DF8A1D49-CA02-7BB5-E0F6-A470F4F7FD72}"/>
                    </a:ext>
                  </a:extLst>
                </p14:cNvPr>
                <p14:cNvContentPartPr/>
                <p14:nvPr/>
              </p14:nvContentPartPr>
              <p14:xfrm>
                <a:off x="3808958" y="4245983"/>
                <a:ext cx="146160" cy="74880"/>
              </p14:xfrm>
            </p:contentPart>
          </mc:Choice>
          <mc:Fallback>
            <p:pic>
              <p:nvPicPr>
                <p:cNvPr id="90" name="Ink 89">
                  <a:extLst>
                    <a:ext uri="{FF2B5EF4-FFF2-40B4-BE49-F238E27FC236}">
                      <a16:creationId xmlns:a16="http://schemas.microsoft.com/office/drawing/2014/main" id="{DF8A1D49-CA02-7BB5-E0F6-A470F4F7FD72}"/>
                    </a:ext>
                  </a:extLst>
                </p:cNvPr>
                <p:cNvPicPr/>
                <p:nvPr/>
              </p:nvPicPr>
              <p:blipFill>
                <a:blip r:embed="rId89"/>
                <a:stretch>
                  <a:fillRect/>
                </a:stretch>
              </p:blipFill>
              <p:spPr>
                <a:xfrm>
                  <a:off x="3800318" y="4236983"/>
                  <a:ext cx="16380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91" name="Ink 90">
                  <a:extLst>
                    <a:ext uri="{FF2B5EF4-FFF2-40B4-BE49-F238E27FC236}">
                      <a16:creationId xmlns:a16="http://schemas.microsoft.com/office/drawing/2014/main" id="{C913DB5B-4F38-D2BB-E237-3E6367291702}"/>
                    </a:ext>
                  </a:extLst>
                </p14:cNvPr>
                <p14:cNvContentPartPr/>
                <p14:nvPr/>
              </p14:nvContentPartPr>
              <p14:xfrm>
                <a:off x="3280118" y="4351823"/>
                <a:ext cx="1603440" cy="653400"/>
              </p14:xfrm>
            </p:contentPart>
          </mc:Choice>
          <mc:Fallback>
            <p:pic>
              <p:nvPicPr>
                <p:cNvPr id="91" name="Ink 90">
                  <a:extLst>
                    <a:ext uri="{FF2B5EF4-FFF2-40B4-BE49-F238E27FC236}">
                      <a16:creationId xmlns:a16="http://schemas.microsoft.com/office/drawing/2014/main" id="{C913DB5B-4F38-D2BB-E237-3E6367291702}"/>
                    </a:ext>
                  </a:extLst>
                </p:cNvPr>
                <p:cNvPicPr/>
                <p:nvPr/>
              </p:nvPicPr>
              <p:blipFill>
                <a:blip r:embed="rId91"/>
                <a:stretch>
                  <a:fillRect/>
                </a:stretch>
              </p:blipFill>
              <p:spPr>
                <a:xfrm>
                  <a:off x="3271478" y="4342823"/>
                  <a:ext cx="1621080" cy="6710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92" name="Ink 91">
                  <a:extLst>
                    <a:ext uri="{FF2B5EF4-FFF2-40B4-BE49-F238E27FC236}">
                      <a16:creationId xmlns:a16="http://schemas.microsoft.com/office/drawing/2014/main" id="{125DD5DC-4AFD-2009-755D-F702EB747D07}"/>
                    </a:ext>
                  </a:extLst>
                </p14:cNvPr>
                <p14:cNvContentPartPr/>
                <p14:nvPr/>
              </p14:nvContentPartPr>
              <p14:xfrm>
                <a:off x="3621398" y="4597343"/>
                <a:ext cx="19800" cy="122040"/>
              </p14:xfrm>
            </p:contentPart>
          </mc:Choice>
          <mc:Fallback>
            <p:pic>
              <p:nvPicPr>
                <p:cNvPr id="92" name="Ink 91">
                  <a:extLst>
                    <a:ext uri="{FF2B5EF4-FFF2-40B4-BE49-F238E27FC236}">
                      <a16:creationId xmlns:a16="http://schemas.microsoft.com/office/drawing/2014/main" id="{125DD5DC-4AFD-2009-755D-F702EB747D07}"/>
                    </a:ext>
                  </a:extLst>
                </p:cNvPr>
                <p:cNvPicPr/>
                <p:nvPr/>
              </p:nvPicPr>
              <p:blipFill>
                <a:blip r:embed="rId93"/>
                <a:stretch>
                  <a:fillRect/>
                </a:stretch>
              </p:blipFill>
              <p:spPr>
                <a:xfrm>
                  <a:off x="3612398" y="4588703"/>
                  <a:ext cx="3744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93" name="Ink 92">
                  <a:extLst>
                    <a:ext uri="{FF2B5EF4-FFF2-40B4-BE49-F238E27FC236}">
                      <a16:creationId xmlns:a16="http://schemas.microsoft.com/office/drawing/2014/main" id="{8CCCB9B2-4A4D-93D1-1D5B-BC933CABF98A}"/>
                    </a:ext>
                  </a:extLst>
                </p14:cNvPr>
                <p14:cNvContentPartPr/>
                <p14:nvPr/>
              </p14:nvContentPartPr>
              <p14:xfrm>
                <a:off x="3651278" y="4495103"/>
                <a:ext cx="163440" cy="89280"/>
              </p14:xfrm>
            </p:contentPart>
          </mc:Choice>
          <mc:Fallback>
            <p:pic>
              <p:nvPicPr>
                <p:cNvPr id="93" name="Ink 92">
                  <a:extLst>
                    <a:ext uri="{FF2B5EF4-FFF2-40B4-BE49-F238E27FC236}">
                      <a16:creationId xmlns:a16="http://schemas.microsoft.com/office/drawing/2014/main" id="{8CCCB9B2-4A4D-93D1-1D5B-BC933CABF98A}"/>
                    </a:ext>
                  </a:extLst>
                </p:cNvPr>
                <p:cNvPicPr/>
                <p:nvPr/>
              </p:nvPicPr>
              <p:blipFill>
                <a:blip r:embed="rId95"/>
                <a:stretch>
                  <a:fillRect/>
                </a:stretch>
              </p:blipFill>
              <p:spPr>
                <a:xfrm>
                  <a:off x="3642278" y="4486463"/>
                  <a:ext cx="18108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94" name="Ink 93">
                  <a:extLst>
                    <a:ext uri="{FF2B5EF4-FFF2-40B4-BE49-F238E27FC236}">
                      <a16:creationId xmlns:a16="http://schemas.microsoft.com/office/drawing/2014/main" id="{184C539E-6BD1-BE18-BA6A-20FCE33442FF}"/>
                    </a:ext>
                  </a:extLst>
                </p14:cNvPr>
                <p14:cNvContentPartPr/>
                <p14:nvPr/>
              </p14:nvContentPartPr>
              <p14:xfrm>
                <a:off x="3667478" y="4616423"/>
                <a:ext cx="97560" cy="25920"/>
              </p14:xfrm>
            </p:contentPart>
          </mc:Choice>
          <mc:Fallback>
            <p:pic>
              <p:nvPicPr>
                <p:cNvPr id="94" name="Ink 93">
                  <a:extLst>
                    <a:ext uri="{FF2B5EF4-FFF2-40B4-BE49-F238E27FC236}">
                      <a16:creationId xmlns:a16="http://schemas.microsoft.com/office/drawing/2014/main" id="{184C539E-6BD1-BE18-BA6A-20FCE33442FF}"/>
                    </a:ext>
                  </a:extLst>
                </p:cNvPr>
                <p:cNvPicPr/>
                <p:nvPr/>
              </p:nvPicPr>
              <p:blipFill>
                <a:blip r:embed="rId97"/>
                <a:stretch>
                  <a:fillRect/>
                </a:stretch>
              </p:blipFill>
              <p:spPr>
                <a:xfrm>
                  <a:off x="3658478" y="4607783"/>
                  <a:ext cx="11520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95" name="Ink 94">
                  <a:extLst>
                    <a:ext uri="{FF2B5EF4-FFF2-40B4-BE49-F238E27FC236}">
                      <a16:creationId xmlns:a16="http://schemas.microsoft.com/office/drawing/2014/main" id="{EC45DC6A-E17E-6841-A266-359CF6363783}"/>
                    </a:ext>
                  </a:extLst>
                </p14:cNvPr>
                <p14:cNvContentPartPr/>
                <p14:nvPr/>
              </p14:nvContentPartPr>
              <p14:xfrm>
                <a:off x="3775118" y="4571063"/>
                <a:ext cx="127440" cy="127800"/>
              </p14:xfrm>
            </p:contentPart>
          </mc:Choice>
          <mc:Fallback>
            <p:pic>
              <p:nvPicPr>
                <p:cNvPr id="95" name="Ink 94">
                  <a:extLst>
                    <a:ext uri="{FF2B5EF4-FFF2-40B4-BE49-F238E27FC236}">
                      <a16:creationId xmlns:a16="http://schemas.microsoft.com/office/drawing/2014/main" id="{EC45DC6A-E17E-6841-A266-359CF6363783}"/>
                    </a:ext>
                  </a:extLst>
                </p:cNvPr>
                <p:cNvPicPr/>
                <p:nvPr/>
              </p:nvPicPr>
              <p:blipFill>
                <a:blip r:embed="rId99"/>
                <a:stretch>
                  <a:fillRect/>
                </a:stretch>
              </p:blipFill>
              <p:spPr>
                <a:xfrm>
                  <a:off x="3766478" y="4562423"/>
                  <a:ext cx="14508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96" name="Ink 95">
                  <a:extLst>
                    <a:ext uri="{FF2B5EF4-FFF2-40B4-BE49-F238E27FC236}">
                      <a16:creationId xmlns:a16="http://schemas.microsoft.com/office/drawing/2014/main" id="{5177713C-B7B2-446C-FA52-C8D885FA2603}"/>
                    </a:ext>
                  </a:extLst>
                </p14:cNvPr>
                <p14:cNvContentPartPr/>
                <p14:nvPr/>
              </p14:nvContentPartPr>
              <p14:xfrm>
                <a:off x="3920198" y="4551263"/>
                <a:ext cx="95760" cy="131760"/>
              </p14:xfrm>
            </p:contentPart>
          </mc:Choice>
          <mc:Fallback>
            <p:pic>
              <p:nvPicPr>
                <p:cNvPr id="96" name="Ink 95">
                  <a:extLst>
                    <a:ext uri="{FF2B5EF4-FFF2-40B4-BE49-F238E27FC236}">
                      <a16:creationId xmlns:a16="http://schemas.microsoft.com/office/drawing/2014/main" id="{5177713C-B7B2-446C-FA52-C8D885FA2603}"/>
                    </a:ext>
                  </a:extLst>
                </p:cNvPr>
                <p:cNvPicPr/>
                <p:nvPr/>
              </p:nvPicPr>
              <p:blipFill>
                <a:blip r:embed="rId101"/>
                <a:stretch>
                  <a:fillRect/>
                </a:stretch>
              </p:blipFill>
              <p:spPr>
                <a:xfrm>
                  <a:off x="3911198" y="4542263"/>
                  <a:ext cx="11340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97" name="Ink 96">
                  <a:extLst>
                    <a:ext uri="{FF2B5EF4-FFF2-40B4-BE49-F238E27FC236}">
                      <a16:creationId xmlns:a16="http://schemas.microsoft.com/office/drawing/2014/main" id="{E50CF857-4245-D0BD-6665-67AF896847BD}"/>
                    </a:ext>
                  </a:extLst>
                </p14:cNvPr>
                <p14:cNvContentPartPr/>
                <p14:nvPr/>
              </p14:nvContentPartPr>
              <p14:xfrm>
                <a:off x="4049078" y="4560263"/>
                <a:ext cx="264240" cy="90000"/>
              </p14:xfrm>
            </p:contentPart>
          </mc:Choice>
          <mc:Fallback>
            <p:pic>
              <p:nvPicPr>
                <p:cNvPr id="97" name="Ink 96">
                  <a:extLst>
                    <a:ext uri="{FF2B5EF4-FFF2-40B4-BE49-F238E27FC236}">
                      <a16:creationId xmlns:a16="http://schemas.microsoft.com/office/drawing/2014/main" id="{E50CF857-4245-D0BD-6665-67AF896847BD}"/>
                    </a:ext>
                  </a:extLst>
                </p:cNvPr>
                <p:cNvPicPr/>
                <p:nvPr/>
              </p:nvPicPr>
              <p:blipFill>
                <a:blip r:embed="rId103"/>
                <a:stretch>
                  <a:fillRect/>
                </a:stretch>
              </p:blipFill>
              <p:spPr>
                <a:xfrm>
                  <a:off x="4040438" y="4551623"/>
                  <a:ext cx="281880" cy="107640"/>
                </a:xfrm>
                <a:prstGeom prst="rect">
                  <a:avLst/>
                </a:prstGeom>
              </p:spPr>
            </p:pic>
          </mc:Fallback>
        </mc:AlternateContent>
      </p:grpSp>
      <p:grpSp>
        <p:nvGrpSpPr>
          <p:cNvPr id="128" name="Group 127">
            <a:extLst>
              <a:ext uri="{FF2B5EF4-FFF2-40B4-BE49-F238E27FC236}">
                <a16:creationId xmlns:a16="http://schemas.microsoft.com/office/drawing/2014/main" id="{35B95803-2F56-0ED8-DB54-1A1C3E3ADE55}"/>
              </a:ext>
            </a:extLst>
          </p:cNvPr>
          <p:cNvGrpSpPr/>
          <p:nvPr/>
        </p:nvGrpSpPr>
        <p:grpSpPr>
          <a:xfrm>
            <a:off x="670478" y="1281023"/>
            <a:ext cx="4060800" cy="1510920"/>
            <a:chOff x="670478" y="1281023"/>
            <a:chExt cx="4060800" cy="1510920"/>
          </a:xfrm>
        </p:grpSpPr>
        <mc:AlternateContent xmlns:mc="http://schemas.openxmlformats.org/markup-compatibility/2006">
          <mc:Choice xmlns:p14="http://schemas.microsoft.com/office/powerpoint/2010/main" Requires="p14">
            <p:contentPart p14:bwMode="auto" r:id="rId104">
              <p14:nvContentPartPr>
                <p14:cNvPr id="5" name="Ink 4">
                  <a:extLst>
                    <a:ext uri="{FF2B5EF4-FFF2-40B4-BE49-F238E27FC236}">
                      <a16:creationId xmlns:a16="http://schemas.microsoft.com/office/drawing/2014/main" id="{4C41A5EB-99F8-C3B8-FAF0-9F5BB377619C}"/>
                    </a:ext>
                  </a:extLst>
                </p14:cNvPr>
                <p14:cNvContentPartPr/>
                <p14:nvPr/>
              </p14:nvContentPartPr>
              <p14:xfrm>
                <a:off x="3600158" y="1281023"/>
                <a:ext cx="306000" cy="277560"/>
              </p14:xfrm>
            </p:contentPart>
          </mc:Choice>
          <mc:Fallback>
            <p:pic>
              <p:nvPicPr>
                <p:cNvPr id="5" name="Ink 4">
                  <a:extLst>
                    <a:ext uri="{FF2B5EF4-FFF2-40B4-BE49-F238E27FC236}">
                      <a16:creationId xmlns:a16="http://schemas.microsoft.com/office/drawing/2014/main" id="{4C41A5EB-99F8-C3B8-FAF0-9F5BB377619C}"/>
                    </a:ext>
                  </a:extLst>
                </p:cNvPr>
                <p:cNvPicPr/>
                <p:nvPr/>
              </p:nvPicPr>
              <p:blipFill>
                <a:blip r:embed="rId105"/>
                <a:stretch>
                  <a:fillRect/>
                </a:stretch>
              </p:blipFill>
              <p:spPr>
                <a:xfrm>
                  <a:off x="3591158" y="1272383"/>
                  <a:ext cx="323640" cy="2952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 name="Ink 5">
                  <a:extLst>
                    <a:ext uri="{FF2B5EF4-FFF2-40B4-BE49-F238E27FC236}">
                      <a16:creationId xmlns:a16="http://schemas.microsoft.com/office/drawing/2014/main" id="{6D72F101-F3AC-A391-FE92-D8E5C9C620E5}"/>
                    </a:ext>
                  </a:extLst>
                </p14:cNvPr>
                <p14:cNvContentPartPr/>
                <p14:nvPr/>
              </p14:nvContentPartPr>
              <p14:xfrm>
                <a:off x="3704918" y="1346543"/>
                <a:ext cx="102240" cy="126360"/>
              </p14:xfrm>
            </p:contentPart>
          </mc:Choice>
          <mc:Fallback>
            <p:pic>
              <p:nvPicPr>
                <p:cNvPr id="6" name="Ink 5">
                  <a:extLst>
                    <a:ext uri="{FF2B5EF4-FFF2-40B4-BE49-F238E27FC236}">
                      <a16:creationId xmlns:a16="http://schemas.microsoft.com/office/drawing/2014/main" id="{6D72F101-F3AC-A391-FE92-D8E5C9C620E5}"/>
                    </a:ext>
                  </a:extLst>
                </p:cNvPr>
                <p:cNvPicPr/>
                <p:nvPr/>
              </p:nvPicPr>
              <p:blipFill>
                <a:blip r:embed="rId107"/>
                <a:stretch>
                  <a:fillRect/>
                </a:stretch>
              </p:blipFill>
              <p:spPr>
                <a:xfrm>
                  <a:off x="3695918" y="1337903"/>
                  <a:ext cx="11988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 name="Ink 6">
                  <a:extLst>
                    <a:ext uri="{FF2B5EF4-FFF2-40B4-BE49-F238E27FC236}">
                      <a16:creationId xmlns:a16="http://schemas.microsoft.com/office/drawing/2014/main" id="{2D6CE4DA-7071-A417-FD30-CCF81ACBF309}"/>
                    </a:ext>
                  </a:extLst>
                </p14:cNvPr>
                <p14:cNvContentPartPr/>
                <p14:nvPr/>
              </p14:nvContentPartPr>
              <p14:xfrm>
                <a:off x="3751358" y="1547063"/>
                <a:ext cx="7560" cy="477000"/>
              </p14:xfrm>
            </p:contentPart>
          </mc:Choice>
          <mc:Fallback>
            <p:pic>
              <p:nvPicPr>
                <p:cNvPr id="7" name="Ink 6">
                  <a:extLst>
                    <a:ext uri="{FF2B5EF4-FFF2-40B4-BE49-F238E27FC236}">
                      <a16:creationId xmlns:a16="http://schemas.microsoft.com/office/drawing/2014/main" id="{2D6CE4DA-7071-A417-FD30-CCF81ACBF309}"/>
                    </a:ext>
                  </a:extLst>
                </p:cNvPr>
                <p:cNvPicPr/>
                <p:nvPr/>
              </p:nvPicPr>
              <p:blipFill>
                <a:blip r:embed="rId109"/>
                <a:stretch>
                  <a:fillRect/>
                </a:stretch>
              </p:blipFill>
              <p:spPr>
                <a:xfrm>
                  <a:off x="3742718" y="1538063"/>
                  <a:ext cx="25200" cy="4946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9" name="Ink 8">
                  <a:extLst>
                    <a:ext uri="{FF2B5EF4-FFF2-40B4-BE49-F238E27FC236}">
                      <a16:creationId xmlns:a16="http://schemas.microsoft.com/office/drawing/2014/main" id="{429742CE-53E2-80B5-BF5F-41DC9DDEB340}"/>
                    </a:ext>
                  </a:extLst>
                </p14:cNvPr>
                <p14:cNvContentPartPr/>
                <p14:nvPr/>
              </p14:nvContentPartPr>
              <p14:xfrm>
                <a:off x="3219998" y="2016143"/>
                <a:ext cx="1511280" cy="775800"/>
              </p14:xfrm>
            </p:contentPart>
          </mc:Choice>
          <mc:Fallback>
            <p:pic>
              <p:nvPicPr>
                <p:cNvPr id="9" name="Ink 8">
                  <a:extLst>
                    <a:ext uri="{FF2B5EF4-FFF2-40B4-BE49-F238E27FC236}">
                      <a16:creationId xmlns:a16="http://schemas.microsoft.com/office/drawing/2014/main" id="{429742CE-53E2-80B5-BF5F-41DC9DDEB340}"/>
                    </a:ext>
                  </a:extLst>
                </p:cNvPr>
                <p:cNvPicPr/>
                <p:nvPr/>
              </p:nvPicPr>
              <p:blipFill>
                <a:blip r:embed="rId111"/>
                <a:stretch>
                  <a:fillRect/>
                </a:stretch>
              </p:blipFill>
              <p:spPr>
                <a:xfrm>
                  <a:off x="3211358" y="2007503"/>
                  <a:ext cx="1528920" cy="7934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1" name="Ink 10">
                  <a:extLst>
                    <a:ext uri="{FF2B5EF4-FFF2-40B4-BE49-F238E27FC236}">
                      <a16:creationId xmlns:a16="http://schemas.microsoft.com/office/drawing/2014/main" id="{EA2314D5-816B-4AAA-1D39-2B96F7070DD0}"/>
                    </a:ext>
                  </a:extLst>
                </p14:cNvPr>
                <p14:cNvContentPartPr/>
                <p14:nvPr/>
              </p14:nvContentPartPr>
              <p14:xfrm>
                <a:off x="3427358" y="2248343"/>
                <a:ext cx="36360" cy="169920"/>
              </p14:xfrm>
            </p:contentPart>
          </mc:Choice>
          <mc:Fallback>
            <p:pic>
              <p:nvPicPr>
                <p:cNvPr id="11" name="Ink 10">
                  <a:extLst>
                    <a:ext uri="{FF2B5EF4-FFF2-40B4-BE49-F238E27FC236}">
                      <a16:creationId xmlns:a16="http://schemas.microsoft.com/office/drawing/2014/main" id="{EA2314D5-816B-4AAA-1D39-2B96F7070DD0}"/>
                    </a:ext>
                  </a:extLst>
                </p:cNvPr>
                <p:cNvPicPr/>
                <p:nvPr/>
              </p:nvPicPr>
              <p:blipFill>
                <a:blip r:embed="rId113"/>
                <a:stretch>
                  <a:fillRect/>
                </a:stretch>
              </p:blipFill>
              <p:spPr>
                <a:xfrm>
                  <a:off x="3418718" y="2239343"/>
                  <a:ext cx="5400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2" name="Ink 11">
                  <a:extLst>
                    <a:ext uri="{FF2B5EF4-FFF2-40B4-BE49-F238E27FC236}">
                      <a16:creationId xmlns:a16="http://schemas.microsoft.com/office/drawing/2014/main" id="{55CFE076-E5C9-73F0-A6C1-98D307F8C328}"/>
                    </a:ext>
                  </a:extLst>
                </p14:cNvPr>
                <p14:cNvContentPartPr/>
                <p14:nvPr/>
              </p14:nvContentPartPr>
              <p14:xfrm>
                <a:off x="3481718" y="2176343"/>
                <a:ext cx="100080" cy="187560"/>
              </p14:xfrm>
            </p:contentPart>
          </mc:Choice>
          <mc:Fallback>
            <p:pic>
              <p:nvPicPr>
                <p:cNvPr id="12" name="Ink 11">
                  <a:extLst>
                    <a:ext uri="{FF2B5EF4-FFF2-40B4-BE49-F238E27FC236}">
                      <a16:creationId xmlns:a16="http://schemas.microsoft.com/office/drawing/2014/main" id="{55CFE076-E5C9-73F0-A6C1-98D307F8C328}"/>
                    </a:ext>
                  </a:extLst>
                </p:cNvPr>
                <p:cNvPicPr/>
                <p:nvPr/>
              </p:nvPicPr>
              <p:blipFill>
                <a:blip r:embed="rId115"/>
                <a:stretch>
                  <a:fillRect/>
                </a:stretch>
              </p:blipFill>
              <p:spPr>
                <a:xfrm>
                  <a:off x="3473078" y="2167343"/>
                  <a:ext cx="11772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3" name="Ink 12">
                  <a:extLst>
                    <a:ext uri="{FF2B5EF4-FFF2-40B4-BE49-F238E27FC236}">
                      <a16:creationId xmlns:a16="http://schemas.microsoft.com/office/drawing/2014/main" id="{5799CACE-D18F-7B3B-8FF5-0C17ED89E5F2}"/>
                    </a:ext>
                  </a:extLst>
                </p14:cNvPr>
                <p14:cNvContentPartPr/>
                <p14:nvPr/>
              </p14:nvContentPartPr>
              <p14:xfrm>
                <a:off x="3479198" y="2277863"/>
                <a:ext cx="92880" cy="27000"/>
              </p14:xfrm>
            </p:contentPart>
          </mc:Choice>
          <mc:Fallback>
            <p:pic>
              <p:nvPicPr>
                <p:cNvPr id="13" name="Ink 12">
                  <a:extLst>
                    <a:ext uri="{FF2B5EF4-FFF2-40B4-BE49-F238E27FC236}">
                      <a16:creationId xmlns:a16="http://schemas.microsoft.com/office/drawing/2014/main" id="{5799CACE-D18F-7B3B-8FF5-0C17ED89E5F2}"/>
                    </a:ext>
                  </a:extLst>
                </p:cNvPr>
                <p:cNvPicPr/>
                <p:nvPr/>
              </p:nvPicPr>
              <p:blipFill>
                <a:blip r:embed="rId117"/>
                <a:stretch>
                  <a:fillRect/>
                </a:stretch>
              </p:blipFill>
              <p:spPr>
                <a:xfrm>
                  <a:off x="3470558" y="2268863"/>
                  <a:ext cx="11052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4" name="Ink 13">
                  <a:extLst>
                    <a:ext uri="{FF2B5EF4-FFF2-40B4-BE49-F238E27FC236}">
                      <a16:creationId xmlns:a16="http://schemas.microsoft.com/office/drawing/2014/main" id="{BA92B322-53E5-9ED6-336C-6AC93AA8469D}"/>
                    </a:ext>
                  </a:extLst>
                </p14:cNvPr>
                <p14:cNvContentPartPr/>
                <p14:nvPr/>
              </p14:nvContentPartPr>
              <p14:xfrm>
                <a:off x="3645878" y="2241503"/>
                <a:ext cx="48240" cy="245520"/>
              </p14:xfrm>
            </p:contentPart>
          </mc:Choice>
          <mc:Fallback>
            <p:pic>
              <p:nvPicPr>
                <p:cNvPr id="14" name="Ink 13">
                  <a:extLst>
                    <a:ext uri="{FF2B5EF4-FFF2-40B4-BE49-F238E27FC236}">
                      <a16:creationId xmlns:a16="http://schemas.microsoft.com/office/drawing/2014/main" id="{BA92B322-53E5-9ED6-336C-6AC93AA8469D}"/>
                    </a:ext>
                  </a:extLst>
                </p:cNvPr>
                <p:cNvPicPr/>
                <p:nvPr/>
              </p:nvPicPr>
              <p:blipFill>
                <a:blip r:embed="rId119"/>
                <a:stretch>
                  <a:fillRect/>
                </a:stretch>
              </p:blipFill>
              <p:spPr>
                <a:xfrm>
                  <a:off x="3637238" y="2232863"/>
                  <a:ext cx="6588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5" name="Ink 14">
                  <a:extLst>
                    <a:ext uri="{FF2B5EF4-FFF2-40B4-BE49-F238E27FC236}">
                      <a16:creationId xmlns:a16="http://schemas.microsoft.com/office/drawing/2014/main" id="{71F9D750-A730-7887-5A58-2CA6F88D5941}"/>
                    </a:ext>
                  </a:extLst>
                </p14:cNvPr>
                <p14:cNvContentPartPr/>
                <p14:nvPr/>
              </p14:nvContentPartPr>
              <p14:xfrm>
                <a:off x="3739118" y="2234303"/>
                <a:ext cx="55800" cy="237600"/>
              </p14:xfrm>
            </p:contentPart>
          </mc:Choice>
          <mc:Fallback>
            <p:pic>
              <p:nvPicPr>
                <p:cNvPr id="15" name="Ink 14">
                  <a:extLst>
                    <a:ext uri="{FF2B5EF4-FFF2-40B4-BE49-F238E27FC236}">
                      <a16:creationId xmlns:a16="http://schemas.microsoft.com/office/drawing/2014/main" id="{71F9D750-A730-7887-5A58-2CA6F88D5941}"/>
                    </a:ext>
                  </a:extLst>
                </p:cNvPr>
                <p:cNvPicPr/>
                <p:nvPr/>
              </p:nvPicPr>
              <p:blipFill>
                <a:blip r:embed="rId121"/>
                <a:stretch>
                  <a:fillRect/>
                </a:stretch>
              </p:blipFill>
              <p:spPr>
                <a:xfrm>
                  <a:off x="3730118" y="2225663"/>
                  <a:ext cx="7344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6" name="Ink 15">
                  <a:extLst>
                    <a:ext uri="{FF2B5EF4-FFF2-40B4-BE49-F238E27FC236}">
                      <a16:creationId xmlns:a16="http://schemas.microsoft.com/office/drawing/2014/main" id="{A0EBFF12-F717-09E4-8CC9-E10C1560D3E2}"/>
                    </a:ext>
                  </a:extLst>
                </p14:cNvPr>
                <p14:cNvContentPartPr/>
                <p14:nvPr/>
              </p14:nvContentPartPr>
              <p14:xfrm>
                <a:off x="3857918" y="2234303"/>
                <a:ext cx="74160" cy="144360"/>
              </p14:xfrm>
            </p:contentPart>
          </mc:Choice>
          <mc:Fallback>
            <p:pic>
              <p:nvPicPr>
                <p:cNvPr id="16" name="Ink 15">
                  <a:extLst>
                    <a:ext uri="{FF2B5EF4-FFF2-40B4-BE49-F238E27FC236}">
                      <a16:creationId xmlns:a16="http://schemas.microsoft.com/office/drawing/2014/main" id="{A0EBFF12-F717-09E4-8CC9-E10C1560D3E2}"/>
                    </a:ext>
                  </a:extLst>
                </p:cNvPr>
                <p:cNvPicPr/>
                <p:nvPr/>
              </p:nvPicPr>
              <p:blipFill>
                <a:blip r:embed="rId123"/>
                <a:stretch>
                  <a:fillRect/>
                </a:stretch>
              </p:blipFill>
              <p:spPr>
                <a:xfrm>
                  <a:off x="3849278" y="2225663"/>
                  <a:ext cx="9180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7" name="Ink 16">
                  <a:extLst>
                    <a:ext uri="{FF2B5EF4-FFF2-40B4-BE49-F238E27FC236}">
                      <a16:creationId xmlns:a16="http://schemas.microsoft.com/office/drawing/2014/main" id="{42F7502D-3623-16B2-D95F-E3C4ECB12D0B}"/>
                    </a:ext>
                  </a:extLst>
                </p14:cNvPr>
                <p14:cNvContentPartPr/>
                <p14:nvPr/>
              </p14:nvContentPartPr>
              <p14:xfrm>
                <a:off x="3976358" y="2266343"/>
                <a:ext cx="27360" cy="93240"/>
              </p14:xfrm>
            </p:contentPart>
          </mc:Choice>
          <mc:Fallback>
            <p:pic>
              <p:nvPicPr>
                <p:cNvPr id="17" name="Ink 16">
                  <a:extLst>
                    <a:ext uri="{FF2B5EF4-FFF2-40B4-BE49-F238E27FC236}">
                      <a16:creationId xmlns:a16="http://schemas.microsoft.com/office/drawing/2014/main" id="{42F7502D-3623-16B2-D95F-E3C4ECB12D0B}"/>
                    </a:ext>
                  </a:extLst>
                </p:cNvPr>
                <p:cNvPicPr/>
                <p:nvPr/>
              </p:nvPicPr>
              <p:blipFill>
                <a:blip r:embed="rId125"/>
                <a:stretch>
                  <a:fillRect/>
                </a:stretch>
              </p:blipFill>
              <p:spPr>
                <a:xfrm>
                  <a:off x="3967358" y="2257703"/>
                  <a:ext cx="4500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8" name="Ink 17">
                  <a:extLst>
                    <a:ext uri="{FF2B5EF4-FFF2-40B4-BE49-F238E27FC236}">
                      <a16:creationId xmlns:a16="http://schemas.microsoft.com/office/drawing/2014/main" id="{31BF147B-17E2-868B-5B86-87DF7959945A}"/>
                    </a:ext>
                  </a:extLst>
                </p14:cNvPr>
                <p14:cNvContentPartPr/>
                <p14:nvPr/>
              </p14:nvContentPartPr>
              <p14:xfrm>
                <a:off x="4058078" y="2243303"/>
                <a:ext cx="76320" cy="109440"/>
              </p14:xfrm>
            </p:contentPart>
          </mc:Choice>
          <mc:Fallback>
            <p:pic>
              <p:nvPicPr>
                <p:cNvPr id="18" name="Ink 17">
                  <a:extLst>
                    <a:ext uri="{FF2B5EF4-FFF2-40B4-BE49-F238E27FC236}">
                      <a16:creationId xmlns:a16="http://schemas.microsoft.com/office/drawing/2014/main" id="{31BF147B-17E2-868B-5B86-87DF7959945A}"/>
                    </a:ext>
                  </a:extLst>
                </p:cNvPr>
                <p:cNvPicPr/>
                <p:nvPr/>
              </p:nvPicPr>
              <p:blipFill>
                <a:blip r:embed="rId127"/>
                <a:stretch>
                  <a:fillRect/>
                </a:stretch>
              </p:blipFill>
              <p:spPr>
                <a:xfrm>
                  <a:off x="4049438" y="2234663"/>
                  <a:ext cx="9396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9" name="Ink 18">
                  <a:extLst>
                    <a:ext uri="{FF2B5EF4-FFF2-40B4-BE49-F238E27FC236}">
                      <a16:creationId xmlns:a16="http://schemas.microsoft.com/office/drawing/2014/main" id="{0160FB95-AF57-12B5-68F2-1E01CF04A5F8}"/>
                    </a:ext>
                  </a:extLst>
                </p14:cNvPr>
                <p14:cNvContentPartPr/>
                <p14:nvPr/>
              </p14:nvContentPartPr>
              <p14:xfrm>
                <a:off x="4179038" y="2098943"/>
                <a:ext cx="200520" cy="261360"/>
              </p14:xfrm>
            </p:contentPart>
          </mc:Choice>
          <mc:Fallback>
            <p:pic>
              <p:nvPicPr>
                <p:cNvPr id="19" name="Ink 18">
                  <a:extLst>
                    <a:ext uri="{FF2B5EF4-FFF2-40B4-BE49-F238E27FC236}">
                      <a16:creationId xmlns:a16="http://schemas.microsoft.com/office/drawing/2014/main" id="{0160FB95-AF57-12B5-68F2-1E01CF04A5F8}"/>
                    </a:ext>
                  </a:extLst>
                </p:cNvPr>
                <p:cNvPicPr/>
                <p:nvPr/>
              </p:nvPicPr>
              <p:blipFill>
                <a:blip r:embed="rId129"/>
                <a:stretch>
                  <a:fillRect/>
                </a:stretch>
              </p:blipFill>
              <p:spPr>
                <a:xfrm>
                  <a:off x="4170038" y="2090303"/>
                  <a:ext cx="21816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20" name="Ink 19">
                  <a:extLst>
                    <a:ext uri="{FF2B5EF4-FFF2-40B4-BE49-F238E27FC236}">
                      <a16:creationId xmlns:a16="http://schemas.microsoft.com/office/drawing/2014/main" id="{A0B187F3-CAD5-8164-B0FC-ADAD221AFBA8}"/>
                    </a:ext>
                  </a:extLst>
                </p14:cNvPr>
                <p14:cNvContentPartPr/>
                <p14:nvPr/>
              </p14:nvContentPartPr>
              <p14:xfrm>
                <a:off x="3895358" y="2532383"/>
                <a:ext cx="6480" cy="151200"/>
              </p14:xfrm>
            </p:contentPart>
          </mc:Choice>
          <mc:Fallback>
            <p:pic>
              <p:nvPicPr>
                <p:cNvPr id="20" name="Ink 19">
                  <a:extLst>
                    <a:ext uri="{FF2B5EF4-FFF2-40B4-BE49-F238E27FC236}">
                      <a16:creationId xmlns:a16="http://schemas.microsoft.com/office/drawing/2014/main" id="{A0B187F3-CAD5-8164-B0FC-ADAD221AFBA8}"/>
                    </a:ext>
                  </a:extLst>
                </p:cNvPr>
                <p:cNvPicPr/>
                <p:nvPr/>
              </p:nvPicPr>
              <p:blipFill>
                <a:blip r:embed="rId131"/>
                <a:stretch>
                  <a:fillRect/>
                </a:stretch>
              </p:blipFill>
              <p:spPr>
                <a:xfrm>
                  <a:off x="3886358" y="2523383"/>
                  <a:ext cx="2412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21" name="Ink 20">
                  <a:extLst>
                    <a:ext uri="{FF2B5EF4-FFF2-40B4-BE49-F238E27FC236}">
                      <a16:creationId xmlns:a16="http://schemas.microsoft.com/office/drawing/2014/main" id="{4961A00A-D2AA-9C73-CA93-F2E006524E7F}"/>
                    </a:ext>
                  </a:extLst>
                </p14:cNvPr>
                <p14:cNvContentPartPr/>
                <p14:nvPr/>
              </p14:nvContentPartPr>
              <p14:xfrm>
                <a:off x="3882758" y="2469023"/>
                <a:ext cx="81360" cy="17640"/>
              </p14:xfrm>
            </p:contentPart>
          </mc:Choice>
          <mc:Fallback>
            <p:pic>
              <p:nvPicPr>
                <p:cNvPr id="21" name="Ink 20">
                  <a:extLst>
                    <a:ext uri="{FF2B5EF4-FFF2-40B4-BE49-F238E27FC236}">
                      <a16:creationId xmlns:a16="http://schemas.microsoft.com/office/drawing/2014/main" id="{4961A00A-D2AA-9C73-CA93-F2E006524E7F}"/>
                    </a:ext>
                  </a:extLst>
                </p:cNvPr>
                <p:cNvPicPr/>
                <p:nvPr/>
              </p:nvPicPr>
              <p:blipFill>
                <a:blip r:embed="rId133"/>
                <a:stretch>
                  <a:fillRect/>
                </a:stretch>
              </p:blipFill>
              <p:spPr>
                <a:xfrm>
                  <a:off x="3874118" y="2460023"/>
                  <a:ext cx="9900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22" name="Ink 21">
                  <a:extLst>
                    <a:ext uri="{FF2B5EF4-FFF2-40B4-BE49-F238E27FC236}">
                      <a16:creationId xmlns:a16="http://schemas.microsoft.com/office/drawing/2014/main" id="{63F3252A-63DC-35CB-F3C9-49A87D8E81C1}"/>
                    </a:ext>
                  </a:extLst>
                </p14:cNvPr>
                <p14:cNvContentPartPr/>
                <p14:nvPr/>
              </p14:nvContentPartPr>
              <p14:xfrm>
                <a:off x="3901838" y="2548943"/>
                <a:ext cx="37800" cy="32040"/>
              </p14:xfrm>
            </p:contentPart>
          </mc:Choice>
          <mc:Fallback>
            <p:pic>
              <p:nvPicPr>
                <p:cNvPr id="22" name="Ink 21">
                  <a:extLst>
                    <a:ext uri="{FF2B5EF4-FFF2-40B4-BE49-F238E27FC236}">
                      <a16:creationId xmlns:a16="http://schemas.microsoft.com/office/drawing/2014/main" id="{63F3252A-63DC-35CB-F3C9-49A87D8E81C1}"/>
                    </a:ext>
                  </a:extLst>
                </p:cNvPr>
                <p:cNvPicPr/>
                <p:nvPr/>
              </p:nvPicPr>
              <p:blipFill>
                <a:blip r:embed="rId135"/>
                <a:stretch>
                  <a:fillRect/>
                </a:stretch>
              </p:blipFill>
              <p:spPr>
                <a:xfrm>
                  <a:off x="3892838" y="2539943"/>
                  <a:ext cx="5544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23" name="Ink 22">
                  <a:extLst>
                    <a:ext uri="{FF2B5EF4-FFF2-40B4-BE49-F238E27FC236}">
                      <a16:creationId xmlns:a16="http://schemas.microsoft.com/office/drawing/2014/main" id="{FF041D94-211F-4077-0D31-A9374C02CC42}"/>
                    </a:ext>
                  </a:extLst>
                </p14:cNvPr>
                <p14:cNvContentPartPr/>
                <p14:nvPr/>
              </p14:nvContentPartPr>
              <p14:xfrm>
                <a:off x="4053038" y="2552903"/>
                <a:ext cx="131400" cy="126720"/>
              </p14:xfrm>
            </p:contentPart>
          </mc:Choice>
          <mc:Fallback>
            <p:pic>
              <p:nvPicPr>
                <p:cNvPr id="23" name="Ink 22">
                  <a:extLst>
                    <a:ext uri="{FF2B5EF4-FFF2-40B4-BE49-F238E27FC236}">
                      <a16:creationId xmlns:a16="http://schemas.microsoft.com/office/drawing/2014/main" id="{FF041D94-211F-4077-0D31-A9374C02CC42}"/>
                    </a:ext>
                  </a:extLst>
                </p:cNvPr>
                <p:cNvPicPr/>
                <p:nvPr/>
              </p:nvPicPr>
              <p:blipFill>
                <a:blip r:embed="rId137"/>
                <a:stretch>
                  <a:fillRect/>
                </a:stretch>
              </p:blipFill>
              <p:spPr>
                <a:xfrm>
                  <a:off x="4044038" y="2544263"/>
                  <a:ext cx="14904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24" name="Ink 23">
                  <a:extLst>
                    <a:ext uri="{FF2B5EF4-FFF2-40B4-BE49-F238E27FC236}">
                      <a16:creationId xmlns:a16="http://schemas.microsoft.com/office/drawing/2014/main" id="{84DDB4FA-CA8A-B850-B6A5-58D6F3D43ED9}"/>
                    </a:ext>
                  </a:extLst>
                </p14:cNvPr>
                <p14:cNvContentPartPr/>
                <p14:nvPr/>
              </p14:nvContentPartPr>
              <p14:xfrm>
                <a:off x="4267598" y="2492063"/>
                <a:ext cx="102960" cy="186480"/>
              </p14:xfrm>
            </p:contentPart>
          </mc:Choice>
          <mc:Fallback>
            <p:pic>
              <p:nvPicPr>
                <p:cNvPr id="24" name="Ink 23">
                  <a:extLst>
                    <a:ext uri="{FF2B5EF4-FFF2-40B4-BE49-F238E27FC236}">
                      <a16:creationId xmlns:a16="http://schemas.microsoft.com/office/drawing/2014/main" id="{84DDB4FA-CA8A-B850-B6A5-58D6F3D43ED9}"/>
                    </a:ext>
                  </a:extLst>
                </p:cNvPr>
                <p:cNvPicPr/>
                <p:nvPr/>
              </p:nvPicPr>
              <p:blipFill>
                <a:blip r:embed="rId139"/>
                <a:stretch>
                  <a:fillRect/>
                </a:stretch>
              </p:blipFill>
              <p:spPr>
                <a:xfrm>
                  <a:off x="4258958" y="2483063"/>
                  <a:ext cx="12060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25" name="Ink 24">
                  <a:extLst>
                    <a:ext uri="{FF2B5EF4-FFF2-40B4-BE49-F238E27FC236}">
                      <a16:creationId xmlns:a16="http://schemas.microsoft.com/office/drawing/2014/main" id="{A064AEFA-E882-07AD-9190-0860475190F0}"/>
                    </a:ext>
                  </a:extLst>
                </p14:cNvPr>
                <p14:cNvContentPartPr/>
                <p14:nvPr/>
              </p14:nvContentPartPr>
              <p14:xfrm>
                <a:off x="4415198" y="2555783"/>
                <a:ext cx="131400" cy="114120"/>
              </p14:xfrm>
            </p:contentPart>
          </mc:Choice>
          <mc:Fallback>
            <p:pic>
              <p:nvPicPr>
                <p:cNvPr id="25" name="Ink 24">
                  <a:extLst>
                    <a:ext uri="{FF2B5EF4-FFF2-40B4-BE49-F238E27FC236}">
                      <a16:creationId xmlns:a16="http://schemas.microsoft.com/office/drawing/2014/main" id="{A064AEFA-E882-07AD-9190-0860475190F0}"/>
                    </a:ext>
                  </a:extLst>
                </p:cNvPr>
                <p:cNvPicPr/>
                <p:nvPr/>
              </p:nvPicPr>
              <p:blipFill>
                <a:blip r:embed="rId141"/>
                <a:stretch>
                  <a:fillRect/>
                </a:stretch>
              </p:blipFill>
              <p:spPr>
                <a:xfrm>
                  <a:off x="4406558" y="2546783"/>
                  <a:ext cx="14904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27" name="Ink 26">
                  <a:extLst>
                    <a:ext uri="{FF2B5EF4-FFF2-40B4-BE49-F238E27FC236}">
                      <a16:creationId xmlns:a16="http://schemas.microsoft.com/office/drawing/2014/main" id="{CE3FF070-0017-A779-0C3E-ED33E519E710}"/>
                    </a:ext>
                  </a:extLst>
                </p14:cNvPr>
                <p14:cNvContentPartPr/>
                <p14:nvPr/>
              </p14:nvContentPartPr>
              <p14:xfrm>
                <a:off x="1355558" y="1733903"/>
                <a:ext cx="322920" cy="288360"/>
              </p14:xfrm>
            </p:contentPart>
          </mc:Choice>
          <mc:Fallback>
            <p:pic>
              <p:nvPicPr>
                <p:cNvPr id="27" name="Ink 26">
                  <a:extLst>
                    <a:ext uri="{FF2B5EF4-FFF2-40B4-BE49-F238E27FC236}">
                      <a16:creationId xmlns:a16="http://schemas.microsoft.com/office/drawing/2014/main" id="{CE3FF070-0017-A779-0C3E-ED33E519E710}"/>
                    </a:ext>
                  </a:extLst>
                </p:cNvPr>
                <p:cNvPicPr/>
                <p:nvPr/>
              </p:nvPicPr>
              <p:blipFill>
                <a:blip r:embed="rId143"/>
                <a:stretch>
                  <a:fillRect/>
                </a:stretch>
              </p:blipFill>
              <p:spPr>
                <a:xfrm>
                  <a:off x="1346558" y="1725263"/>
                  <a:ext cx="34056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28" name="Ink 27">
                  <a:extLst>
                    <a:ext uri="{FF2B5EF4-FFF2-40B4-BE49-F238E27FC236}">
                      <a16:creationId xmlns:a16="http://schemas.microsoft.com/office/drawing/2014/main" id="{C6372D25-9AC2-36EC-AC8D-B55016970CA2}"/>
                    </a:ext>
                  </a:extLst>
                </p14:cNvPr>
                <p14:cNvContentPartPr/>
                <p14:nvPr/>
              </p14:nvContentPartPr>
              <p14:xfrm>
                <a:off x="1398038" y="2044583"/>
                <a:ext cx="280440" cy="225720"/>
              </p14:xfrm>
            </p:contentPart>
          </mc:Choice>
          <mc:Fallback>
            <p:pic>
              <p:nvPicPr>
                <p:cNvPr id="28" name="Ink 27">
                  <a:extLst>
                    <a:ext uri="{FF2B5EF4-FFF2-40B4-BE49-F238E27FC236}">
                      <a16:creationId xmlns:a16="http://schemas.microsoft.com/office/drawing/2014/main" id="{C6372D25-9AC2-36EC-AC8D-B55016970CA2}"/>
                    </a:ext>
                  </a:extLst>
                </p:cNvPr>
                <p:cNvPicPr/>
                <p:nvPr/>
              </p:nvPicPr>
              <p:blipFill>
                <a:blip r:embed="rId145"/>
                <a:stretch>
                  <a:fillRect/>
                </a:stretch>
              </p:blipFill>
              <p:spPr>
                <a:xfrm>
                  <a:off x="1389038" y="2035943"/>
                  <a:ext cx="29808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29" name="Ink 28">
                  <a:extLst>
                    <a:ext uri="{FF2B5EF4-FFF2-40B4-BE49-F238E27FC236}">
                      <a16:creationId xmlns:a16="http://schemas.microsoft.com/office/drawing/2014/main" id="{41F199A4-36A2-D35B-C827-4622499E0BA2}"/>
                    </a:ext>
                  </a:extLst>
                </p14:cNvPr>
                <p14:cNvContentPartPr/>
                <p14:nvPr/>
              </p14:nvContentPartPr>
              <p14:xfrm>
                <a:off x="1546718" y="2013983"/>
                <a:ext cx="164160" cy="257760"/>
              </p14:xfrm>
            </p:contentPart>
          </mc:Choice>
          <mc:Fallback>
            <p:pic>
              <p:nvPicPr>
                <p:cNvPr id="29" name="Ink 28">
                  <a:extLst>
                    <a:ext uri="{FF2B5EF4-FFF2-40B4-BE49-F238E27FC236}">
                      <a16:creationId xmlns:a16="http://schemas.microsoft.com/office/drawing/2014/main" id="{41F199A4-36A2-D35B-C827-4622499E0BA2}"/>
                    </a:ext>
                  </a:extLst>
                </p:cNvPr>
                <p:cNvPicPr/>
                <p:nvPr/>
              </p:nvPicPr>
              <p:blipFill>
                <a:blip r:embed="rId147"/>
                <a:stretch>
                  <a:fillRect/>
                </a:stretch>
              </p:blipFill>
              <p:spPr>
                <a:xfrm>
                  <a:off x="1538078" y="2004983"/>
                  <a:ext cx="181800" cy="2754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31" name="Ink 30">
                  <a:extLst>
                    <a:ext uri="{FF2B5EF4-FFF2-40B4-BE49-F238E27FC236}">
                      <a16:creationId xmlns:a16="http://schemas.microsoft.com/office/drawing/2014/main" id="{ED416436-FD6B-6F95-9E81-DB2A05AFB69C}"/>
                    </a:ext>
                  </a:extLst>
                </p14:cNvPr>
                <p14:cNvContentPartPr/>
                <p14:nvPr/>
              </p14:nvContentPartPr>
              <p14:xfrm>
                <a:off x="670478" y="2284343"/>
                <a:ext cx="169560" cy="295920"/>
              </p14:xfrm>
            </p:contentPart>
          </mc:Choice>
          <mc:Fallback>
            <p:pic>
              <p:nvPicPr>
                <p:cNvPr id="31" name="Ink 30">
                  <a:extLst>
                    <a:ext uri="{FF2B5EF4-FFF2-40B4-BE49-F238E27FC236}">
                      <a16:creationId xmlns:a16="http://schemas.microsoft.com/office/drawing/2014/main" id="{ED416436-FD6B-6F95-9E81-DB2A05AFB69C}"/>
                    </a:ext>
                  </a:extLst>
                </p:cNvPr>
                <p:cNvPicPr/>
                <p:nvPr/>
              </p:nvPicPr>
              <p:blipFill>
                <a:blip r:embed="rId149"/>
                <a:stretch>
                  <a:fillRect/>
                </a:stretch>
              </p:blipFill>
              <p:spPr>
                <a:xfrm>
                  <a:off x="661478" y="2275343"/>
                  <a:ext cx="187200" cy="3135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32" name="Ink 31">
                  <a:extLst>
                    <a:ext uri="{FF2B5EF4-FFF2-40B4-BE49-F238E27FC236}">
                      <a16:creationId xmlns:a16="http://schemas.microsoft.com/office/drawing/2014/main" id="{C0835B87-B9C6-0E02-0001-6EA3130C283C}"/>
                    </a:ext>
                  </a:extLst>
                </p14:cNvPr>
                <p14:cNvContentPartPr/>
                <p14:nvPr/>
              </p14:nvContentPartPr>
              <p14:xfrm>
                <a:off x="783878" y="2321783"/>
                <a:ext cx="168480" cy="201240"/>
              </p14:xfrm>
            </p:contentPart>
          </mc:Choice>
          <mc:Fallback>
            <p:pic>
              <p:nvPicPr>
                <p:cNvPr id="32" name="Ink 31">
                  <a:extLst>
                    <a:ext uri="{FF2B5EF4-FFF2-40B4-BE49-F238E27FC236}">
                      <a16:creationId xmlns:a16="http://schemas.microsoft.com/office/drawing/2014/main" id="{C0835B87-B9C6-0E02-0001-6EA3130C283C}"/>
                    </a:ext>
                  </a:extLst>
                </p:cNvPr>
                <p:cNvPicPr/>
                <p:nvPr/>
              </p:nvPicPr>
              <p:blipFill>
                <a:blip r:embed="rId151"/>
                <a:stretch>
                  <a:fillRect/>
                </a:stretch>
              </p:blipFill>
              <p:spPr>
                <a:xfrm>
                  <a:off x="774878" y="2312783"/>
                  <a:ext cx="18612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33" name="Ink 32">
                  <a:extLst>
                    <a:ext uri="{FF2B5EF4-FFF2-40B4-BE49-F238E27FC236}">
                      <a16:creationId xmlns:a16="http://schemas.microsoft.com/office/drawing/2014/main" id="{01269955-3ACE-555B-74ED-640CB9883885}"/>
                    </a:ext>
                  </a:extLst>
                </p14:cNvPr>
                <p14:cNvContentPartPr/>
                <p14:nvPr/>
              </p14:nvContentPartPr>
              <p14:xfrm>
                <a:off x="1061438" y="2362823"/>
                <a:ext cx="108000" cy="182880"/>
              </p14:xfrm>
            </p:contentPart>
          </mc:Choice>
          <mc:Fallback>
            <p:pic>
              <p:nvPicPr>
                <p:cNvPr id="33" name="Ink 32">
                  <a:extLst>
                    <a:ext uri="{FF2B5EF4-FFF2-40B4-BE49-F238E27FC236}">
                      <a16:creationId xmlns:a16="http://schemas.microsoft.com/office/drawing/2014/main" id="{01269955-3ACE-555B-74ED-640CB9883885}"/>
                    </a:ext>
                  </a:extLst>
                </p:cNvPr>
                <p:cNvPicPr/>
                <p:nvPr/>
              </p:nvPicPr>
              <p:blipFill>
                <a:blip r:embed="rId153"/>
                <a:stretch>
                  <a:fillRect/>
                </a:stretch>
              </p:blipFill>
              <p:spPr>
                <a:xfrm>
                  <a:off x="1052438" y="2353823"/>
                  <a:ext cx="12564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34" name="Ink 33">
                  <a:extLst>
                    <a:ext uri="{FF2B5EF4-FFF2-40B4-BE49-F238E27FC236}">
                      <a16:creationId xmlns:a16="http://schemas.microsoft.com/office/drawing/2014/main" id="{4FDE94BA-DF58-F7D4-5384-79F185225BCD}"/>
                    </a:ext>
                  </a:extLst>
                </p14:cNvPr>
                <p14:cNvContentPartPr/>
                <p14:nvPr/>
              </p14:nvContentPartPr>
              <p14:xfrm>
                <a:off x="1215158" y="2384063"/>
                <a:ext cx="108720" cy="144000"/>
              </p14:xfrm>
            </p:contentPart>
          </mc:Choice>
          <mc:Fallback>
            <p:pic>
              <p:nvPicPr>
                <p:cNvPr id="34" name="Ink 33">
                  <a:extLst>
                    <a:ext uri="{FF2B5EF4-FFF2-40B4-BE49-F238E27FC236}">
                      <a16:creationId xmlns:a16="http://schemas.microsoft.com/office/drawing/2014/main" id="{4FDE94BA-DF58-F7D4-5384-79F185225BCD}"/>
                    </a:ext>
                  </a:extLst>
                </p:cNvPr>
                <p:cNvPicPr/>
                <p:nvPr/>
              </p:nvPicPr>
              <p:blipFill>
                <a:blip r:embed="rId155"/>
                <a:stretch>
                  <a:fillRect/>
                </a:stretch>
              </p:blipFill>
              <p:spPr>
                <a:xfrm>
                  <a:off x="1206518" y="2375423"/>
                  <a:ext cx="12636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35" name="Ink 34">
                  <a:extLst>
                    <a:ext uri="{FF2B5EF4-FFF2-40B4-BE49-F238E27FC236}">
                      <a16:creationId xmlns:a16="http://schemas.microsoft.com/office/drawing/2014/main" id="{7DF84AF3-A724-E299-72D6-064E11C92AE3}"/>
                    </a:ext>
                  </a:extLst>
                </p14:cNvPr>
                <p14:cNvContentPartPr/>
                <p14:nvPr/>
              </p14:nvContentPartPr>
              <p14:xfrm>
                <a:off x="1907438" y="2009663"/>
                <a:ext cx="1361160" cy="547920"/>
              </p14:xfrm>
            </p:contentPart>
          </mc:Choice>
          <mc:Fallback>
            <p:pic>
              <p:nvPicPr>
                <p:cNvPr id="35" name="Ink 34">
                  <a:extLst>
                    <a:ext uri="{FF2B5EF4-FFF2-40B4-BE49-F238E27FC236}">
                      <a16:creationId xmlns:a16="http://schemas.microsoft.com/office/drawing/2014/main" id="{7DF84AF3-A724-E299-72D6-064E11C92AE3}"/>
                    </a:ext>
                  </a:extLst>
                </p:cNvPr>
                <p:cNvPicPr/>
                <p:nvPr/>
              </p:nvPicPr>
              <p:blipFill>
                <a:blip r:embed="rId157"/>
                <a:stretch>
                  <a:fillRect/>
                </a:stretch>
              </p:blipFill>
              <p:spPr>
                <a:xfrm>
                  <a:off x="1898798" y="2001023"/>
                  <a:ext cx="1378800" cy="5655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36" name="Ink 35">
                  <a:extLst>
                    <a:ext uri="{FF2B5EF4-FFF2-40B4-BE49-F238E27FC236}">
                      <a16:creationId xmlns:a16="http://schemas.microsoft.com/office/drawing/2014/main" id="{9AFDCDBA-2EB3-348E-7659-7884CB0EA03A}"/>
                    </a:ext>
                  </a:extLst>
                </p14:cNvPr>
                <p14:cNvContentPartPr/>
                <p14:nvPr/>
              </p14:nvContentPartPr>
              <p14:xfrm>
                <a:off x="3193718" y="2432303"/>
                <a:ext cx="68400" cy="163440"/>
              </p14:xfrm>
            </p:contentPart>
          </mc:Choice>
          <mc:Fallback>
            <p:pic>
              <p:nvPicPr>
                <p:cNvPr id="36" name="Ink 35">
                  <a:extLst>
                    <a:ext uri="{FF2B5EF4-FFF2-40B4-BE49-F238E27FC236}">
                      <a16:creationId xmlns:a16="http://schemas.microsoft.com/office/drawing/2014/main" id="{9AFDCDBA-2EB3-348E-7659-7884CB0EA03A}"/>
                    </a:ext>
                  </a:extLst>
                </p:cNvPr>
                <p:cNvPicPr/>
                <p:nvPr/>
              </p:nvPicPr>
              <p:blipFill>
                <a:blip r:embed="rId159"/>
                <a:stretch>
                  <a:fillRect/>
                </a:stretch>
              </p:blipFill>
              <p:spPr>
                <a:xfrm>
                  <a:off x="3185078" y="2423303"/>
                  <a:ext cx="8604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27" name="Ink 126">
                  <a:extLst>
                    <a:ext uri="{FF2B5EF4-FFF2-40B4-BE49-F238E27FC236}">
                      <a16:creationId xmlns:a16="http://schemas.microsoft.com/office/drawing/2014/main" id="{EDF49613-648A-E4E7-5F91-9B97942E67D5}"/>
                    </a:ext>
                  </a:extLst>
                </p14:cNvPr>
                <p14:cNvContentPartPr/>
                <p14:nvPr/>
              </p14:nvContentPartPr>
              <p14:xfrm>
                <a:off x="1169798" y="1614743"/>
                <a:ext cx="728640" cy="799200"/>
              </p14:xfrm>
            </p:contentPart>
          </mc:Choice>
          <mc:Fallback>
            <p:pic>
              <p:nvPicPr>
                <p:cNvPr id="127" name="Ink 126">
                  <a:extLst>
                    <a:ext uri="{FF2B5EF4-FFF2-40B4-BE49-F238E27FC236}">
                      <a16:creationId xmlns:a16="http://schemas.microsoft.com/office/drawing/2014/main" id="{EDF49613-648A-E4E7-5F91-9B97942E67D5}"/>
                    </a:ext>
                  </a:extLst>
                </p:cNvPr>
                <p:cNvPicPr/>
                <p:nvPr/>
              </p:nvPicPr>
              <p:blipFill>
                <a:blip r:embed="rId161"/>
                <a:stretch>
                  <a:fillRect/>
                </a:stretch>
              </p:blipFill>
              <p:spPr>
                <a:xfrm>
                  <a:off x="1161158" y="1605743"/>
                  <a:ext cx="746280" cy="816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62">
            <p14:nvContentPartPr>
              <p14:cNvPr id="129" name="Ink 128">
                <a:extLst>
                  <a:ext uri="{FF2B5EF4-FFF2-40B4-BE49-F238E27FC236}">
                    <a16:creationId xmlns:a16="http://schemas.microsoft.com/office/drawing/2014/main" id="{F18B2DE2-8370-5D1D-E9E6-BA9B153583DB}"/>
                  </a:ext>
                </a:extLst>
              </p14:cNvPr>
              <p14:cNvContentPartPr/>
              <p14:nvPr/>
            </p14:nvContentPartPr>
            <p14:xfrm>
              <a:off x="6609038" y="4138343"/>
              <a:ext cx="1006200" cy="872640"/>
            </p14:xfrm>
          </p:contentPart>
        </mc:Choice>
        <mc:Fallback>
          <p:pic>
            <p:nvPicPr>
              <p:cNvPr id="129" name="Ink 128">
                <a:extLst>
                  <a:ext uri="{FF2B5EF4-FFF2-40B4-BE49-F238E27FC236}">
                    <a16:creationId xmlns:a16="http://schemas.microsoft.com/office/drawing/2014/main" id="{F18B2DE2-8370-5D1D-E9E6-BA9B153583DB}"/>
                  </a:ext>
                </a:extLst>
              </p:cNvPr>
              <p:cNvPicPr/>
              <p:nvPr/>
            </p:nvPicPr>
            <p:blipFill>
              <a:blip r:embed="rId163"/>
              <a:stretch>
                <a:fillRect/>
              </a:stretch>
            </p:blipFill>
            <p:spPr>
              <a:xfrm>
                <a:off x="6600038" y="4129343"/>
                <a:ext cx="1023840" cy="890280"/>
              </a:xfrm>
              <a:prstGeom prst="rect">
                <a:avLst/>
              </a:prstGeom>
            </p:spPr>
          </p:pic>
        </mc:Fallback>
      </mc:AlternateContent>
      <p:grpSp>
        <p:nvGrpSpPr>
          <p:cNvPr id="133" name="Group 132">
            <a:extLst>
              <a:ext uri="{FF2B5EF4-FFF2-40B4-BE49-F238E27FC236}">
                <a16:creationId xmlns:a16="http://schemas.microsoft.com/office/drawing/2014/main" id="{214F39E5-CFD4-E898-9F74-09316232C0DC}"/>
              </a:ext>
            </a:extLst>
          </p:cNvPr>
          <p:cNvGrpSpPr/>
          <p:nvPr/>
        </p:nvGrpSpPr>
        <p:grpSpPr>
          <a:xfrm>
            <a:off x="5031518" y="4154183"/>
            <a:ext cx="4532400" cy="824760"/>
            <a:chOff x="5031518" y="4154183"/>
            <a:chExt cx="4532400" cy="824760"/>
          </a:xfrm>
        </p:grpSpPr>
        <mc:AlternateContent xmlns:mc="http://schemas.openxmlformats.org/markup-compatibility/2006">
          <mc:Choice xmlns:p14="http://schemas.microsoft.com/office/powerpoint/2010/main" Requires="p14">
            <p:contentPart p14:bwMode="auto" r:id="rId164">
              <p14:nvContentPartPr>
                <p14:cNvPr id="99" name="Ink 98">
                  <a:extLst>
                    <a:ext uri="{FF2B5EF4-FFF2-40B4-BE49-F238E27FC236}">
                      <a16:creationId xmlns:a16="http://schemas.microsoft.com/office/drawing/2014/main" id="{98A71339-50EB-A6FA-0137-2D392DB27021}"/>
                    </a:ext>
                  </a:extLst>
                </p14:cNvPr>
                <p14:cNvContentPartPr/>
                <p14:nvPr/>
              </p14:nvContentPartPr>
              <p14:xfrm>
                <a:off x="5031518" y="4533983"/>
                <a:ext cx="1614600" cy="25920"/>
              </p14:xfrm>
            </p:contentPart>
          </mc:Choice>
          <mc:Fallback>
            <p:pic>
              <p:nvPicPr>
                <p:cNvPr id="99" name="Ink 98">
                  <a:extLst>
                    <a:ext uri="{FF2B5EF4-FFF2-40B4-BE49-F238E27FC236}">
                      <a16:creationId xmlns:a16="http://schemas.microsoft.com/office/drawing/2014/main" id="{98A71339-50EB-A6FA-0137-2D392DB27021}"/>
                    </a:ext>
                  </a:extLst>
                </p:cNvPr>
                <p:cNvPicPr/>
                <p:nvPr/>
              </p:nvPicPr>
              <p:blipFill>
                <a:blip r:embed="rId165"/>
                <a:stretch>
                  <a:fillRect/>
                </a:stretch>
              </p:blipFill>
              <p:spPr>
                <a:xfrm>
                  <a:off x="5022878" y="4524983"/>
                  <a:ext cx="163224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0" name="Ink 99">
                  <a:extLst>
                    <a:ext uri="{FF2B5EF4-FFF2-40B4-BE49-F238E27FC236}">
                      <a16:creationId xmlns:a16="http://schemas.microsoft.com/office/drawing/2014/main" id="{4B57823C-B94D-29BD-C558-3C2D2A9BB6AE}"/>
                    </a:ext>
                  </a:extLst>
                </p14:cNvPr>
                <p14:cNvContentPartPr/>
                <p14:nvPr/>
              </p14:nvContentPartPr>
              <p14:xfrm>
                <a:off x="6542438" y="4425623"/>
                <a:ext cx="137520" cy="187200"/>
              </p14:xfrm>
            </p:contentPart>
          </mc:Choice>
          <mc:Fallback>
            <p:pic>
              <p:nvPicPr>
                <p:cNvPr id="100" name="Ink 99">
                  <a:extLst>
                    <a:ext uri="{FF2B5EF4-FFF2-40B4-BE49-F238E27FC236}">
                      <a16:creationId xmlns:a16="http://schemas.microsoft.com/office/drawing/2014/main" id="{4B57823C-B94D-29BD-C558-3C2D2A9BB6AE}"/>
                    </a:ext>
                  </a:extLst>
                </p:cNvPr>
                <p:cNvPicPr/>
                <p:nvPr/>
              </p:nvPicPr>
              <p:blipFill>
                <a:blip r:embed="rId167"/>
                <a:stretch>
                  <a:fillRect/>
                </a:stretch>
              </p:blipFill>
              <p:spPr>
                <a:xfrm>
                  <a:off x="6533438" y="4416623"/>
                  <a:ext cx="15516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1" name="Ink 100">
                  <a:extLst>
                    <a:ext uri="{FF2B5EF4-FFF2-40B4-BE49-F238E27FC236}">
                      <a16:creationId xmlns:a16="http://schemas.microsoft.com/office/drawing/2014/main" id="{E2C5254E-A430-9012-2AF0-4BF8C1B9EA50}"/>
                    </a:ext>
                  </a:extLst>
                </p14:cNvPr>
                <p14:cNvContentPartPr/>
                <p14:nvPr/>
              </p14:nvContentPartPr>
              <p14:xfrm>
                <a:off x="6917918" y="4276583"/>
                <a:ext cx="461520" cy="304560"/>
              </p14:xfrm>
            </p:contentPart>
          </mc:Choice>
          <mc:Fallback>
            <p:pic>
              <p:nvPicPr>
                <p:cNvPr id="101" name="Ink 100">
                  <a:extLst>
                    <a:ext uri="{FF2B5EF4-FFF2-40B4-BE49-F238E27FC236}">
                      <a16:creationId xmlns:a16="http://schemas.microsoft.com/office/drawing/2014/main" id="{E2C5254E-A430-9012-2AF0-4BF8C1B9EA50}"/>
                    </a:ext>
                  </a:extLst>
                </p:cNvPr>
                <p:cNvPicPr/>
                <p:nvPr/>
              </p:nvPicPr>
              <p:blipFill>
                <a:blip r:embed="rId169"/>
                <a:stretch>
                  <a:fillRect/>
                </a:stretch>
              </p:blipFill>
              <p:spPr>
                <a:xfrm>
                  <a:off x="6908918" y="4267583"/>
                  <a:ext cx="479160" cy="3222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2" name="Ink 101">
                  <a:extLst>
                    <a:ext uri="{FF2B5EF4-FFF2-40B4-BE49-F238E27FC236}">
                      <a16:creationId xmlns:a16="http://schemas.microsoft.com/office/drawing/2014/main" id="{3873DD2B-2EDA-C5DA-7080-243F71B89287}"/>
                    </a:ext>
                  </a:extLst>
                </p14:cNvPr>
                <p14:cNvContentPartPr/>
                <p14:nvPr/>
              </p14:nvContentPartPr>
              <p14:xfrm>
                <a:off x="6930158" y="4609223"/>
                <a:ext cx="108000" cy="172080"/>
              </p14:xfrm>
            </p:contentPart>
          </mc:Choice>
          <mc:Fallback>
            <p:pic>
              <p:nvPicPr>
                <p:cNvPr id="102" name="Ink 101">
                  <a:extLst>
                    <a:ext uri="{FF2B5EF4-FFF2-40B4-BE49-F238E27FC236}">
                      <a16:creationId xmlns:a16="http://schemas.microsoft.com/office/drawing/2014/main" id="{3873DD2B-2EDA-C5DA-7080-243F71B89287}"/>
                    </a:ext>
                  </a:extLst>
                </p:cNvPr>
                <p:cNvPicPr/>
                <p:nvPr/>
              </p:nvPicPr>
              <p:blipFill>
                <a:blip r:embed="rId171"/>
                <a:stretch>
                  <a:fillRect/>
                </a:stretch>
              </p:blipFill>
              <p:spPr>
                <a:xfrm>
                  <a:off x="6921158" y="4600583"/>
                  <a:ext cx="12564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3" name="Ink 102">
                  <a:extLst>
                    <a:ext uri="{FF2B5EF4-FFF2-40B4-BE49-F238E27FC236}">
                      <a16:creationId xmlns:a16="http://schemas.microsoft.com/office/drawing/2014/main" id="{97A2E585-6742-E733-7578-67A8789A34FF}"/>
                    </a:ext>
                  </a:extLst>
                </p14:cNvPr>
                <p14:cNvContentPartPr/>
                <p14:nvPr/>
              </p14:nvContentPartPr>
              <p14:xfrm>
                <a:off x="7120958" y="4560983"/>
                <a:ext cx="92880" cy="91800"/>
              </p14:xfrm>
            </p:contentPart>
          </mc:Choice>
          <mc:Fallback>
            <p:pic>
              <p:nvPicPr>
                <p:cNvPr id="103" name="Ink 102">
                  <a:extLst>
                    <a:ext uri="{FF2B5EF4-FFF2-40B4-BE49-F238E27FC236}">
                      <a16:creationId xmlns:a16="http://schemas.microsoft.com/office/drawing/2014/main" id="{97A2E585-6742-E733-7578-67A8789A34FF}"/>
                    </a:ext>
                  </a:extLst>
                </p:cNvPr>
                <p:cNvPicPr/>
                <p:nvPr/>
              </p:nvPicPr>
              <p:blipFill>
                <a:blip r:embed="rId173"/>
                <a:stretch>
                  <a:fillRect/>
                </a:stretch>
              </p:blipFill>
              <p:spPr>
                <a:xfrm>
                  <a:off x="7111958" y="4552343"/>
                  <a:ext cx="11052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4" name="Ink 103">
                  <a:extLst>
                    <a:ext uri="{FF2B5EF4-FFF2-40B4-BE49-F238E27FC236}">
                      <a16:creationId xmlns:a16="http://schemas.microsoft.com/office/drawing/2014/main" id="{06ECCDB0-0208-8723-7CF6-0C184EDF4013}"/>
                    </a:ext>
                  </a:extLst>
                </p14:cNvPr>
                <p14:cNvContentPartPr/>
                <p14:nvPr/>
              </p14:nvContentPartPr>
              <p14:xfrm>
                <a:off x="7140038" y="4653143"/>
                <a:ext cx="77760" cy="275760"/>
              </p14:xfrm>
            </p:contentPart>
          </mc:Choice>
          <mc:Fallback>
            <p:pic>
              <p:nvPicPr>
                <p:cNvPr id="104" name="Ink 103">
                  <a:extLst>
                    <a:ext uri="{FF2B5EF4-FFF2-40B4-BE49-F238E27FC236}">
                      <a16:creationId xmlns:a16="http://schemas.microsoft.com/office/drawing/2014/main" id="{06ECCDB0-0208-8723-7CF6-0C184EDF4013}"/>
                    </a:ext>
                  </a:extLst>
                </p:cNvPr>
                <p:cNvPicPr/>
                <p:nvPr/>
              </p:nvPicPr>
              <p:blipFill>
                <a:blip r:embed="rId175"/>
                <a:stretch>
                  <a:fillRect/>
                </a:stretch>
              </p:blipFill>
              <p:spPr>
                <a:xfrm>
                  <a:off x="7131398" y="4644143"/>
                  <a:ext cx="9540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5" name="Ink 104">
                  <a:extLst>
                    <a:ext uri="{FF2B5EF4-FFF2-40B4-BE49-F238E27FC236}">
                      <a16:creationId xmlns:a16="http://schemas.microsoft.com/office/drawing/2014/main" id="{5A1322B0-AEBF-7898-C2BE-15A6E70C7D70}"/>
                    </a:ext>
                  </a:extLst>
                </p14:cNvPr>
                <p14:cNvContentPartPr/>
                <p14:nvPr/>
              </p14:nvContentPartPr>
              <p14:xfrm>
                <a:off x="7145798" y="4634783"/>
                <a:ext cx="63000" cy="312120"/>
              </p14:xfrm>
            </p:contentPart>
          </mc:Choice>
          <mc:Fallback>
            <p:pic>
              <p:nvPicPr>
                <p:cNvPr id="105" name="Ink 104">
                  <a:extLst>
                    <a:ext uri="{FF2B5EF4-FFF2-40B4-BE49-F238E27FC236}">
                      <a16:creationId xmlns:a16="http://schemas.microsoft.com/office/drawing/2014/main" id="{5A1322B0-AEBF-7898-C2BE-15A6E70C7D70}"/>
                    </a:ext>
                  </a:extLst>
                </p:cNvPr>
                <p:cNvPicPr/>
                <p:nvPr/>
              </p:nvPicPr>
              <p:blipFill>
                <a:blip r:embed="rId177"/>
                <a:stretch>
                  <a:fillRect/>
                </a:stretch>
              </p:blipFill>
              <p:spPr>
                <a:xfrm>
                  <a:off x="7137158" y="4625783"/>
                  <a:ext cx="80640" cy="3297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6" name="Ink 105">
                  <a:extLst>
                    <a:ext uri="{FF2B5EF4-FFF2-40B4-BE49-F238E27FC236}">
                      <a16:creationId xmlns:a16="http://schemas.microsoft.com/office/drawing/2014/main" id="{604E37D5-E0BC-852F-3724-A833C20C9D0C}"/>
                    </a:ext>
                  </a:extLst>
                </p14:cNvPr>
                <p14:cNvContentPartPr/>
                <p14:nvPr/>
              </p14:nvContentPartPr>
              <p14:xfrm>
                <a:off x="7327598" y="4565663"/>
                <a:ext cx="201960" cy="279360"/>
              </p14:xfrm>
            </p:contentPart>
          </mc:Choice>
          <mc:Fallback>
            <p:pic>
              <p:nvPicPr>
                <p:cNvPr id="106" name="Ink 105">
                  <a:extLst>
                    <a:ext uri="{FF2B5EF4-FFF2-40B4-BE49-F238E27FC236}">
                      <a16:creationId xmlns:a16="http://schemas.microsoft.com/office/drawing/2014/main" id="{604E37D5-E0BC-852F-3724-A833C20C9D0C}"/>
                    </a:ext>
                  </a:extLst>
                </p:cNvPr>
                <p:cNvPicPr/>
                <p:nvPr/>
              </p:nvPicPr>
              <p:blipFill>
                <a:blip r:embed="rId179"/>
                <a:stretch>
                  <a:fillRect/>
                </a:stretch>
              </p:blipFill>
              <p:spPr>
                <a:xfrm>
                  <a:off x="7318958" y="4557023"/>
                  <a:ext cx="21960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7" name="Ink 106">
                  <a:extLst>
                    <a:ext uri="{FF2B5EF4-FFF2-40B4-BE49-F238E27FC236}">
                      <a16:creationId xmlns:a16="http://schemas.microsoft.com/office/drawing/2014/main" id="{DF40A80F-292C-9E8E-64C2-0D37893F20E5}"/>
                    </a:ext>
                  </a:extLst>
                </p14:cNvPr>
                <p14:cNvContentPartPr/>
                <p14:nvPr/>
              </p14:nvContentPartPr>
              <p14:xfrm>
                <a:off x="6906758" y="4844303"/>
                <a:ext cx="596520" cy="34200"/>
              </p14:xfrm>
            </p:contentPart>
          </mc:Choice>
          <mc:Fallback>
            <p:pic>
              <p:nvPicPr>
                <p:cNvPr id="107" name="Ink 106">
                  <a:extLst>
                    <a:ext uri="{FF2B5EF4-FFF2-40B4-BE49-F238E27FC236}">
                      <a16:creationId xmlns:a16="http://schemas.microsoft.com/office/drawing/2014/main" id="{DF40A80F-292C-9E8E-64C2-0D37893F20E5}"/>
                    </a:ext>
                  </a:extLst>
                </p:cNvPr>
                <p:cNvPicPr/>
                <p:nvPr/>
              </p:nvPicPr>
              <p:blipFill>
                <a:blip r:embed="rId181"/>
                <a:stretch>
                  <a:fillRect/>
                </a:stretch>
              </p:blipFill>
              <p:spPr>
                <a:xfrm>
                  <a:off x="6898118" y="4835663"/>
                  <a:ext cx="6141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9" name="Ink 108">
                  <a:extLst>
                    <a:ext uri="{FF2B5EF4-FFF2-40B4-BE49-F238E27FC236}">
                      <a16:creationId xmlns:a16="http://schemas.microsoft.com/office/drawing/2014/main" id="{87AFC68D-EF36-A7C6-03D1-6A1694004EB6}"/>
                    </a:ext>
                  </a:extLst>
                </p14:cNvPr>
                <p14:cNvContentPartPr/>
                <p14:nvPr/>
              </p14:nvContentPartPr>
              <p14:xfrm>
                <a:off x="7521638" y="4271543"/>
                <a:ext cx="30960" cy="117720"/>
              </p14:xfrm>
            </p:contentPart>
          </mc:Choice>
          <mc:Fallback>
            <p:pic>
              <p:nvPicPr>
                <p:cNvPr id="109" name="Ink 108">
                  <a:extLst>
                    <a:ext uri="{FF2B5EF4-FFF2-40B4-BE49-F238E27FC236}">
                      <a16:creationId xmlns:a16="http://schemas.microsoft.com/office/drawing/2014/main" id="{87AFC68D-EF36-A7C6-03D1-6A1694004EB6}"/>
                    </a:ext>
                  </a:extLst>
                </p:cNvPr>
                <p:cNvPicPr/>
                <p:nvPr/>
              </p:nvPicPr>
              <p:blipFill>
                <a:blip r:embed="rId183"/>
                <a:stretch>
                  <a:fillRect/>
                </a:stretch>
              </p:blipFill>
              <p:spPr>
                <a:xfrm>
                  <a:off x="7512638" y="4262543"/>
                  <a:ext cx="4860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2" name="Ink 111">
                  <a:extLst>
                    <a:ext uri="{FF2B5EF4-FFF2-40B4-BE49-F238E27FC236}">
                      <a16:creationId xmlns:a16="http://schemas.microsoft.com/office/drawing/2014/main" id="{9F98BEDF-104E-F6DF-E155-B4CCAA981D0C}"/>
                    </a:ext>
                  </a:extLst>
                </p14:cNvPr>
                <p14:cNvContentPartPr/>
                <p14:nvPr/>
              </p14:nvContentPartPr>
              <p14:xfrm>
                <a:off x="7584278" y="4250303"/>
                <a:ext cx="163440" cy="149040"/>
              </p14:xfrm>
            </p:contentPart>
          </mc:Choice>
          <mc:Fallback>
            <p:pic>
              <p:nvPicPr>
                <p:cNvPr id="112" name="Ink 111">
                  <a:extLst>
                    <a:ext uri="{FF2B5EF4-FFF2-40B4-BE49-F238E27FC236}">
                      <a16:creationId xmlns:a16="http://schemas.microsoft.com/office/drawing/2014/main" id="{9F98BEDF-104E-F6DF-E155-B4CCAA981D0C}"/>
                    </a:ext>
                  </a:extLst>
                </p:cNvPr>
                <p:cNvPicPr/>
                <p:nvPr/>
              </p:nvPicPr>
              <p:blipFill>
                <a:blip r:embed="rId185"/>
                <a:stretch>
                  <a:fillRect/>
                </a:stretch>
              </p:blipFill>
              <p:spPr>
                <a:xfrm>
                  <a:off x="7575638" y="4241663"/>
                  <a:ext cx="18108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3" name="Ink 112">
                  <a:extLst>
                    <a:ext uri="{FF2B5EF4-FFF2-40B4-BE49-F238E27FC236}">
                      <a16:creationId xmlns:a16="http://schemas.microsoft.com/office/drawing/2014/main" id="{4E96995E-EABF-8E6C-2CBB-BE5F3A8467EF}"/>
                    </a:ext>
                  </a:extLst>
                </p14:cNvPr>
                <p14:cNvContentPartPr/>
                <p14:nvPr/>
              </p14:nvContentPartPr>
              <p14:xfrm>
                <a:off x="7815758" y="4267583"/>
                <a:ext cx="309240" cy="143640"/>
              </p14:xfrm>
            </p:contentPart>
          </mc:Choice>
          <mc:Fallback>
            <p:pic>
              <p:nvPicPr>
                <p:cNvPr id="113" name="Ink 112">
                  <a:extLst>
                    <a:ext uri="{FF2B5EF4-FFF2-40B4-BE49-F238E27FC236}">
                      <a16:creationId xmlns:a16="http://schemas.microsoft.com/office/drawing/2014/main" id="{4E96995E-EABF-8E6C-2CBB-BE5F3A8467EF}"/>
                    </a:ext>
                  </a:extLst>
                </p:cNvPr>
                <p:cNvPicPr/>
                <p:nvPr/>
              </p:nvPicPr>
              <p:blipFill>
                <a:blip r:embed="rId187"/>
                <a:stretch>
                  <a:fillRect/>
                </a:stretch>
              </p:blipFill>
              <p:spPr>
                <a:xfrm>
                  <a:off x="7807118" y="4258583"/>
                  <a:ext cx="32688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4" name="Ink 113">
                  <a:extLst>
                    <a:ext uri="{FF2B5EF4-FFF2-40B4-BE49-F238E27FC236}">
                      <a16:creationId xmlns:a16="http://schemas.microsoft.com/office/drawing/2014/main" id="{E3CD2415-AEA3-B993-7591-11954247FB6E}"/>
                    </a:ext>
                  </a:extLst>
                </p14:cNvPr>
                <p14:cNvContentPartPr/>
                <p14:nvPr/>
              </p14:nvContentPartPr>
              <p14:xfrm>
                <a:off x="8160278" y="4154183"/>
                <a:ext cx="178200" cy="244800"/>
              </p14:xfrm>
            </p:contentPart>
          </mc:Choice>
          <mc:Fallback>
            <p:pic>
              <p:nvPicPr>
                <p:cNvPr id="114" name="Ink 113">
                  <a:extLst>
                    <a:ext uri="{FF2B5EF4-FFF2-40B4-BE49-F238E27FC236}">
                      <a16:creationId xmlns:a16="http://schemas.microsoft.com/office/drawing/2014/main" id="{E3CD2415-AEA3-B993-7591-11954247FB6E}"/>
                    </a:ext>
                  </a:extLst>
                </p:cNvPr>
                <p:cNvPicPr/>
                <p:nvPr/>
              </p:nvPicPr>
              <p:blipFill>
                <a:blip r:embed="rId189"/>
                <a:stretch>
                  <a:fillRect/>
                </a:stretch>
              </p:blipFill>
              <p:spPr>
                <a:xfrm>
                  <a:off x="8151638" y="4145543"/>
                  <a:ext cx="19584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6" name="Ink 115">
                  <a:extLst>
                    <a:ext uri="{FF2B5EF4-FFF2-40B4-BE49-F238E27FC236}">
                      <a16:creationId xmlns:a16="http://schemas.microsoft.com/office/drawing/2014/main" id="{517FC610-A5AD-6306-B554-74095183D92D}"/>
                    </a:ext>
                  </a:extLst>
                </p14:cNvPr>
                <p14:cNvContentPartPr/>
                <p14:nvPr/>
              </p14:nvContentPartPr>
              <p14:xfrm>
                <a:off x="8303918" y="4675463"/>
                <a:ext cx="26280" cy="138600"/>
              </p14:xfrm>
            </p:contentPart>
          </mc:Choice>
          <mc:Fallback>
            <p:pic>
              <p:nvPicPr>
                <p:cNvPr id="116" name="Ink 115">
                  <a:extLst>
                    <a:ext uri="{FF2B5EF4-FFF2-40B4-BE49-F238E27FC236}">
                      <a16:creationId xmlns:a16="http://schemas.microsoft.com/office/drawing/2014/main" id="{517FC610-A5AD-6306-B554-74095183D92D}"/>
                    </a:ext>
                  </a:extLst>
                </p:cNvPr>
                <p:cNvPicPr/>
                <p:nvPr/>
              </p:nvPicPr>
              <p:blipFill>
                <a:blip r:embed="rId191"/>
                <a:stretch>
                  <a:fillRect/>
                </a:stretch>
              </p:blipFill>
              <p:spPr>
                <a:xfrm>
                  <a:off x="8294918" y="4666463"/>
                  <a:ext cx="4392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7" name="Ink 116">
                  <a:extLst>
                    <a:ext uri="{FF2B5EF4-FFF2-40B4-BE49-F238E27FC236}">
                      <a16:creationId xmlns:a16="http://schemas.microsoft.com/office/drawing/2014/main" id="{89A493FF-6890-9298-5278-CFBA80A8FE10}"/>
                    </a:ext>
                  </a:extLst>
                </p14:cNvPr>
                <p14:cNvContentPartPr/>
                <p14:nvPr/>
              </p14:nvContentPartPr>
              <p14:xfrm>
                <a:off x="8317238" y="4654583"/>
                <a:ext cx="210240" cy="140040"/>
              </p14:xfrm>
            </p:contentPart>
          </mc:Choice>
          <mc:Fallback>
            <p:pic>
              <p:nvPicPr>
                <p:cNvPr id="117" name="Ink 116">
                  <a:extLst>
                    <a:ext uri="{FF2B5EF4-FFF2-40B4-BE49-F238E27FC236}">
                      <a16:creationId xmlns:a16="http://schemas.microsoft.com/office/drawing/2014/main" id="{89A493FF-6890-9298-5278-CFBA80A8FE10}"/>
                    </a:ext>
                  </a:extLst>
                </p:cNvPr>
                <p:cNvPicPr/>
                <p:nvPr/>
              </p:nvPicPr>
              <p:blipFill>
                <a:blip r:embed="rId193"/>
                <a:stretch>
                  <a:fillRect/>
                </a:stretch>
              </p:blipFill>
              <p:spPr>
                <a:xfrm>
                  <a:off x="8308598" y="4645583"/>
                  <a:ext cx="22788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8" name="Ink 117">
                  <a:extLst>
                    <a:ext uri="{FF2B5EF4-FFF2-40B4-BE49-F238E27FC236}">
                      <a16:creationId xmlns:a16="http://schemas.microsoft.com/office/drawing/2014/main" id="{DF024693-0793-2FD9-6F03-3DAD1554F8C3}"/>
                    </a:ext>
                  </a:extLst>
                </p14:cNvPr>
                <p14:cNvContentPartPr/>
                <p14:nvPr/>
              </p14:nvContentPartPr>
              <p14:xfrm>
                <a:off x="8505158" y="4676903"/>
                <a:ext cx="86760" cy="131400"/>
              </p14:xfrm>
            </p:contentPart>
          </mc:Choice>
          <mc:Fallback>
            <p:pic>
              <p:nvPicPr>
                <p:cNvPr id="118" name="Ink 117">
                  <a:extLst>
                    <a:ext uri="{FF2B5EF4-FFF2-40B4-BE49-F238E27FC236}">
                      <a16:creationId xmlns:a16="http://schemas.microsoft.com/office/drawing/2014/main" id="{DF024693-0793-2FD9-6F03-3DAD1554F8C3}"/>
                    </a:ext>
                  </a:extLst>
                </p:cNvPr>
                <p:cNvPicPr/>
                <p:nvPr/>
              </p:nvPicPr>
              <p:blipFill>
                <a:blip r:embed="rId195"/>
                <a:stretch>
                  <a:fillRect/>
                </a:stretch>
              </p:blipFill>
              <p:spPr>
                <a:xfrm>
                  <a:off x="8496158" y="4667903"/>
                  <a:ext cx="10440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9" name="Ink 118">
                  <a:extLst>
                    <a:ext uri="{FF2B5EF4-FFF2-40B4-BE49-F238E27FC236}">
                      <a16:creationId xmlns:a16="http://schemas.microsoft.com/office/drawing/2014/main" id="{B84EBDD4-2C71-DC1B-BB0E-304C4364EF3C}"/>
                    </a:ext>
                  </a:extLst>
                </p14:cNvPr>
                <p14:cNvContentPartPr/>
                <p14:nvPr/>
              </p14:nvContentPartPr>
              <p14:xfrm>
                <a:off x="8693078" y="4704263"/>
                <a:ext cx="142920" cy="274680"/>
              </p14:xfrm>
            </p:contentPart>
          </mc:Choice>
          <mc:Fallback>
            <p:pic>
              <p:nvPicPr>
                <p:cNvPr id="119" name="Ink 118">
                  <a:extLst>
                    <a:ext uri="{FF2B5EF4-FFF2-40B4-BE49-F238E27FC236}">
                      <a16:creationId xmlns:a16="http://schemas.microsoft.com/office/drawing/2014/main" id="{B84EBDD4-2C71-DC1B-BB0E-304C4364EF3C}"/>
                    </a:ext>
                  </a:extLst>
                </p:cNvPr>
                <p:cNvPicPr/>
                <p:nvPr/>
              </p:nvPicPr>
              <p:blipFill>
                <a:blip r:embed="rId197"/>
                <a:stretch>
                  <a:fillRect/>
                </a:stretch>
              </p:blipFill>
              <p:spPr>
                <a:xfrm>
                  <a:off x="8684078" y="4695623"/>
                  <a:ext cx="16056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0" name="Ink 119">
                  <a:extLst>
                    <a:ext uri="{FF2B5EF4-FFF2-40B4-BE49-F238E27FC236}">
                      <a16:creationId xmlns:a16="http://schemas.microsoft.com/office/drawing/2014/main" id="{88F4BB57-6909-FEE1-990D-BB5259A88A66}"/>
                    </a:ext>
                  </a:extLst>
                </p14:cNvPr>
                <p14:cNvContentPartPr/>
                <p14:nvPr/>
              </p14:nvContentPartPr>
              <p14:xfrm>
                <a:off x="8968478" y="4650263"/>
                <a:ext cx="21600" cy="158400"/>
              </p14:xfrm>
            </p:contentPart>
          </mc:Choice>
          <mc:Fallback>
            <p:pic>
              <p:nvPicPr>
                <p:cNvPr id="120" name="Ink 119">
                  <a:extLst>
                    <a:ext uri="{FF2B5EF4-FFF2-40B4-BE49-F238E27FC236}">
                      <a16:creationId xmlns:a16="http://schemas.microsoft.com/office/drawing/2014/main" id="{88F4BB57-6909-FEE1-990D-BB5259A88A66}"/>
                    </a:ext>
                  </a:extLst>
                </p:cNvPr>
                <p:cNvPicPr/>
                <p:nvPr/>
              </p:nvPicPr>
              <p:blipFill>
                <a:blip r:embed="rId199"/>
                <a:stretch>
                  <a:fillRect/>
                </a:stretch>
              </p:blipFill>
              <p:spPr>
                <a:xfrm>
                  <a:off x="8959838" y="4641623"/>
                  <a:ext cx="3924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1" name="Ink 120">
                  <a:extLst>
                    <a:ext uri="{FF2B5EF4-FFF2-40B4-BE49-F238E27FC236}">
                      <a16:creationId xmlns:a16="http://schemas.microsoft.com/office/drawing/2014/main" id="{E61B76D7-0728-2E09-C2DA-B01AAA24A29B}"/>
                    </a:ext>
                  </a:extLst>
                </p14:cNvPr>
                <p14:cNvContentPartPr/>
                <p14:nvPr/>
              </p14:nvContentPartPr>
              <p14:xfrm>
                <a:off x="9068558" y="4727303"/>
                <a:ext cx="97200" cy="88200"/>
              </p14:xfrm>
            </p:contentPart>
          </mc:Choice>
          <mc:Fallback>
            <p:pic>
              <p:nvPicPr>
                <p:cNvPr id="121" name="Ink 120">
                  <a:extLst>
                    <a:ext uri="{FF2B5EF4-FFF2-40B4-BE49-F238E27FC236}">
                      <a16:creationId xmlns:a16="http://schemas.microsoft.com/office/drawing/2014/main" id="{E61B76D7-0728-2E09-C2DA-B01AAA24A29B}"/>
                    </a:ext>
                  </a:extLst>
                </p:cNvPr>
                <p:cNvPicPr/>
                <p:nvPr/>
              </p:nvPicPr>
              <p:blipFill>
                <a:blip r:embed="rId201"/>
                <a:stretch>
                  <a:fillRect/>
                </a:stretch>
              </p:blipFill>
              <p:spPr>
                <a:xfrm>
                  <a:off x="9059918" y="4718303"/>
                  <a:ext cx="11484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2" name="Ink 121">
                  <a:extLst>
                    <a:ext uri="{FF2B5EF4-FFF2-40B4-BE49-F238E27FC236}">
                      <a16:creationId xmlns:a16="http://schemas.microsoft.com/office/drawing/2014/main" id="{DB15DF1A-652B-697B-1AC8-589A5E972ABA}"/>
                    </a:ext>
                  </a:extLst>
                </p14:cNvPr>
                <p14:cNvContentPartPr/>
                <p14:nvPr/>
              </p14:nvContentPartPr>
              <p14:xfrm>
                <a:off x="9250358" y="4621463"/>
                <a:ext cx="112320" cy="202680"/>
              </p14:xfrm>
            </p:contentPart>
          </mc:Choice>
          <mc:Fallback>
            <p:pic>
              <p:nvPicPr>
                <p:cNvPr id="122" name="Ink 121">
                  <a:extLst>
                    <a:ext uri="{FF2B5EF4-FFF2-40B4-BE49-F238E27FC236}">
                      <a16:creationId xmlns:a16="http://schemas.microsoft.com/office/drawing/2014/main" id="{DB15DF1A-652B-697B-1AC8-589A5E972ABA}"/>
                    </a:ext>
                  </a:extLst>
                </p:cNvPr>
                <p:cNvPicPr/>
                <p:nvPr/>
              </p:nvPicPr>
              <p:blipFill>
                <a:blip r:embed="rId203"/>
                <a:stretch>
                  <a:fillRect/>
                </a:stretch>
              </p:blipFill>
              <p:spPr>
                <a:xfrm>
                  <a:off x="9241718" y="4612463"/>
                  <a:ext cx="12996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3" name="Ink 122">
                  <a:extLst>
                    <a:ext uri="{FF2B5EF4-FFF2-40B4-BE49-F238E27FC236}">
                      <a16:creationId xmlns:a16="http://schemas.microsoft.com/office/drawing/2014/main" id="{B79A2149-7C22-7B82-1724-A5A554B69A0E}"/>
                    </a:ext>
                  </a:extLst>
                </p14:cNvPr>
                <p14:cNvContentPartPr/>
                <p14:nvPr/>
              </p14:nvContentPartPr>
              <p14:xfrm>
                <a:off x="9393998" y="4702823"/>
                <a:ext cx="101160" cy="89280"/>
              </p14:xfrm>
            </p:contentPart>
          </mc:Choice>
          <mc:Fallback>
            <p:pic>
              <p:nvPicPr>
                <p:cNvPr id="123" name="Ink 122">
                  <a:extLst>
                    <a:ext uri="{FF2B5EF4-FFF2-40B4-BE49-F238E27FC236}">
                      <a16:creationId xmlns:a16="http://schemas.microsoft.com/office/drawing/2014/main" id="{B79A2149-7C22-7B82-1724-A5A554B69A0E}"/>
                    </a:ext>
                  </a:extLst>
                </p:cNvPr>
                <p:cNvPicPr/>
                <p:nvPr/>
              </p:nvPicPr>
              <p:blipFill>
                <a:blip r:embed="rId205"/>
                <a:stretch>
                  <a:fillRect/>
                </a:stretch>
              </p:blipFill>
              <p:spPr>
                <a:xfrm>
                  <a:off x="9385358" y="4693823"/>
                  <a:ext cx="11880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4" name="Ink 123">
                  <a:extLst>
                    <a:ext uri="{FF2B5EF4-FFF2-40B4-BE49-F238E27FC236}">
                      <a16:creationId xmlns:a16="http://schemas.microsoft.com/office/drawing/2014/main" id="{CA47636E-612F-1F6B-7888-CC7C9A3C7FA4}"/>
                    </a:ext>
                  </a:extLst>
                </p14:cNvPr>
                <p14:cNvContentPartPr/>
                <p14:nvPr/>
              </p14:nvContentPartPr>
              <p14:xfrm>
                <a:off x="9494798" y="4681223"/>
                <a:ext cx="65880" cy="65160"/>
              </p14:xfrm>
            </p:contentPart>
          </mc:Choice>
          <mc:Fallback>
            <p:pic>
              <p:nvPicPr>
                <p:cNvPr id="124" name="Ink 123">
                  <a:extLst>
                    <a:ext uri="{FF2B5EF4-FFF2-40B4-BE49-F238E27FC236}">
                      <a16:creationId xmlns:a16="http://schemas.microsoft.com/office/drawing/2014/main" id="{CA47636E-612F-1F6B-7888-CC7C9A3C7FA4}"/>
                    </a:ext>
                  </a:extLst>
                </p:cNvPr>
                <p:cNvPicPr/>
                <p:nvPr/>
              </p:nvPicPr>
              <p:blipFill>
                <a:blip r:embed="rId207"/>
                <a:stretch>
                  <a:fillRect/>
                </a:stretch>
              </p:blipFill>
              <p:spPr>
                <a:xfrm>
                  <a:off x="9485798" y="4672223"/>
                  <a:ext cx="8352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5" name="Ink 124">
                  <a:extLst>
                    <a:ext uri="{FF2B5EF4-FFF2-40B4-BE49-F238E27FC236}">
                      <a16:creationId xmlns:a16="http://schemas.microsoft.com/office/drawing/2014/main" id="{F15C2CDE-731A-C060-45C2-5E1EF8E7EDDF}"/>
                    </a:ext>
                  </a:extLst>
                </p14:cNvPr>
                <p14:cNvContentPartPr/>
                <p14:nvPr/>
              </p14:nvContentPartPr>
              <p14:xfrm>
                <a:off x="9497678" y="4688063"/>
                <a:ext cx="66240" cy="112680"/>
              </p14:xfrm>
            </p:contentPart>
          </mc:Choice>
          <mc:Fallback>
            <p:pic>
              <p:nvPicPr>
                <p:cNvPr id="125" name="Ink 124">
                  <a:extLst>
                    <a:ext uri="{FF2B5EF4-FFF2-40B4-BE49-F238E27FC236}">
                      <a16:creationId xmlns:a16="http://schemas.microsoft.com/office/drawing/2014/main" id="{F15C2CDE-731A-C060-45C2-5E1EF8E7EDDF}"/>
                    </a:ext>
                  </a:extLst>
                </p:cNvPr>
                <p:cNvPicPr/>
                <p:nvPr/>
              </p:nvPicPr>
              <p:blipFill>
                <a:blip r:embed="rId209"/>
                <a:stretch>
                  <a:fillRect/>
                </a:stretch>
              </p:blipFill>
              <p:spPr>
                <a:xfrm>
                  <a:off x="9488678" y="4679063"/>
                  <a:ext cx="8388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31" name="Ink 130">
                  <a:extLst>
                    <a:ext uri="{FF2B5EF4-FFF2-40B4-BE49-F238E27FC236}">
                      <a16:creationId xmlns:a16="http://schemas.microsoft.com/office/drawing/2014/main" id="{E48DD365-8C20-FD5E-2700-95EF91232D20}"/>
                    </a:ext>
                  </a:extLst>
                </p14:cNvPr>
                <p14:cNvContentPartPr/>
                <p14:nvPr/>
              </p14:nvContentPartPr>
              <p14:xfrm>
                <a:off x="5134118" y="4747103"/>
                <a:ext cx="1536480" cy="44640"/>
              </p14:xfrm>
            </p:contentPart>
          </mc:Choice>
          <mc:Fallback>
            <p:pic>
              <p:nvPicPr>
                <p:cNvPr id="131" name="Ink 130">
                  <a:extLst>
                    <a:ext uri="{FF2B5EF4-FFF2-40B4-BE49-F238E27FC236}">
                      <a16:creationId xmlns:a16="http://schemas.microsoft.com/office/drawing/2014/main" id="{E48DD365-8C20-FD5E-2700-95EF91232D20}"/>
                    </a:ext>
                  </a:extLst>
                </p:cNvPr>
                <p:cNvPicPr/>
                <p:nvPr/>
              </p:nvPicPr>
              <p:blipFill>
                <a:blip r:embed="rId211"/>
                <a:stretch>
                  <a:fillRect/>
                </a:stretch>
              </p:blipFill>
              <p:spPr>
                <a:xfrm>
                  <a:off x="5125118" y="4738463"/>
                  <a:ext cx="155412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32" name="Ink 131">
                  <a:extLst>
                    <a:ext uri="{FF2B5EF4-FFF2-40B4-BE49-F238E27FC236}">
                      <a16:creationId xmlns:a16="http://schemas.microsoft.com/office/drawing/2014/main" id="{63C80EAE-5F80-CC0F-3242-ECDF43F31617}"/>
                    </a:ext>
                  </a:extLst>
                </p14:cNvPr>
                <p14:cNvContentPartPr/>
                <p14:nvPr/>
              </p14:nvContentPartPr>
              <p14:xfrm>
                <a:off x="5125838" y="4715423"/>
                <a:ext cx="82800" cy="196200"/>
              </p14:xfrm>
            </p:contentPart>
          </mc:Choice>
          <mc:Fallback>
            <p:pic>
              <p:nvPicPr>
                <p:cNvPr id="132" name="Ink 131">
                  <a:extLst>
                    <a:ext uri="{FF2B5EF4-FFF2-40B4-BE49-F238E27FC236}">
                      <a16:creationId xmlns:a16="http://schemas.microsoft.com/office/drawing/2014/main" id="{63C80EAE-5F80-CC0F-3242-ECDF43F31617}"/>
                    </a:ext>
                  </a:extLst>
                </p:cNvPr>
                <p:cNvPicPr/>
                <p:nvPr/>
              </p:nvPicPr>
              <p:blipFill>
                <a:blip r:embed="rId213"/>
                <a:stretch>
                  <a:fillRect/>
                </a:stretch>
              </p:blipFill>
              <p:spPr>
                <a:xfrm>
                  <a:off x="5116838" y="4706423"/>
                  <a:ext cx="100440" cy="213840"/>
                </a:xfrm>
                <a:prstGeom prst="rect">
                  <a:avLst/>
                </a:prstGeom>
              </p:spPr>
            </p:pic>
          </mc:Fallback>
        </mc:AlternateContent>
      </p:grpSp>
      <p:grpSp>
        <p:nvGrpSpPr>
          <p:cNvPr id="155" name="Group 154">
            <a:extLst>
              <a:ext uri="{FF2B5EF4-FFF2-40B4-BE49-F238E27FC236}">
                <a16:creationId xmlns:a16="http://schemas.microsoft.com/office/drawing/2014/main" id="{88E16B1F-9EC9-94B9-5CE3-74426439F4CE}"/>
              </a:ext>
            </a:extLst>
          </p:cNvPr>
          <p:cNvGrpSpPr/>
          <p:nvPr/>
        </p:nvGrpSpPr>
        <p:grpSpPr>
          <a:xfrm>
            <a:off x="2478398" y="5026103"/>
            <a:ext cx="3283920" cy="1520280"/>
            <a:chOff x="2478398" y="5026103"/>
            <a:chExt cx="3283920" cy="1520280"/>
          </a:xfrm>
        </p:grpSpPr>
        <mc:AlternateContent xmlns:mc="http://schemas.openxmlformats.org/markup-compatibility/2006">
          <mc:Choice xmlns:p14="http://schemas.microsoft.com/office/powerpoint/2010/main" Requires="p14">
            <p:contentPart p14:bwMode="auto" r:id="rId214">
              <p14:nvContentPartPr>
                <p14:cNvPr id="134" name="Ink 133">
                  <a:extLst>
                    <a:ext uri="{FF2B5EF4-FFF2-40B4-BE49-F238E27FC236}">
                      <a16:creationId xmlns:a16="http://schemas.microsoft.com/office/drawing/2014/main" id="{B8AD5895-B43F-714E-B67A-F7E5B9A63865}"/>
                    </a:ext>
                  </a:extLst>
                </p14:cNvPr>
                <p14:cNvContentPartPr/>
                <p14:nvPr/>
              </p14:nvContentPartPr>
              <p14:xfrm>
                <a:off x="3926678" y="5026103"/>
                <a:ext cx="6480" cy="203040"/>
              </p14:xfrm>
            </p:contentPart>
          </mc:Choice>
          <mc:Fallback>
            <p:pic>
              <p:nvPicPr>
                <p:cNvPr id="134" name="Ink 133">
                  <a:extLst>
                    <a:ext uri="{FF2B5EF4-FFF2-40B4-BE49-F238E27FC236}">
                      <a16:creationId xmlns:a16="http://schemas.microsoft.com/office/drawing/2014/main" id="{B8AD5895-B43F-714E-B67A-F7E5B9A63865}"/>
                    </a:ext>
                  </a:extLst>
                </p:cNvPr>
                <p:cNvPicPr/>
                <p:nvPr/>
              </p:nvPicPr>
              <p:blipFill>
                <a:blip r:embed="rId215"/>
                <a:stretch>
                  <a:fillRect/>
                </a:stretch>
              </p:blipFill>
              <p:spPr>
                <a:xfrm>
                  <a:off x="3917678" y="5017103"/>
                  <a:ext cx="2412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35" name="Ink 134">
                  <a:extLst>
                    <a:ext uri="{FF2B5EF4-FFF2-40B4-BE49-F238E27FC236}">
                      <a16:creationId xmlns:a16="http://schemas.microsoft.com/office/drawing/2014/main" id="{D6D40B45-9F92-87C9-FA66-E29AEA453663}"/>
                    </a:ext>
                  </a:extLst>
                </p14:cNvPr>
                <p14:cNvContentPartPr/>
                <p14:nvPr/>
              </p14:nvContentPartPr>
              <p14:xfrm>
                <a:off x="3857918" y="5210423"/>
                <a:ext cx="119880" cy="37800"/>
              </p14:xfrm>
            </p:contentPart>
          </mc:Choice>
          <mc:Fallback>
            <p:pic>
              <p:nvPicPr>
                <p:cNvPr id="135" name="Ink 134">
                  <a:extLst>
                    <a:ext uri="{FF2B5EF4-FFF2-40B4-BE49-F238E27FC236}">
                      <a16:creationId xmlns:a16="http://schemas.microsoft.com/office/drawing/2014/main" id="{D6D40B45-9F92-87C9-FA66-E29AEA453663}"/>
                    </a:ext>
                  </a:extLst>
                </p:cNvPr>
                <p:cNvPicPr/>
                <p:nvPr/>
              </p:nvPicPr>
              <p:blipFill>
                <a:blip r:embed="rId217"/>
                <a:stretch>
                  <a:fillRect/>
                </a:stretch>
              </p:blipFill>
              <p:spPr>
                <a:xfrm>
                  <a:off x="3848918" y="5201783"/>
                  <a:ext cx="13752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36" name="Ink 135">
                  <a:extLst>
                    <a:ext uri="{FF2B5EF4-FFF2-40B4-BE49-F238E27FC236}">
                      <a16:creationId xmlns:a16="http://schemas.microsoft.com/office/drawing/2014/main" id="{3F873498-959B-48E4-4EC4-0E1A93095787}"/>
                    </a:ext>
                  </a:extLst>
                </p14:cNvPr>
                <p14:cNvContentPartPr/>
                <p14:nvPr/>
              </p14:nvContentPartPr>
              <p14:xfrm>
                <a:off x="3082118" y="5267663"/>
                <a:ext cx="836640" cy="304920"/>
              </p14:xfrm>
            </p:contentPart>
          </mc:Choice>
          <mc:Fallback>
            <p:pic>
              <p:nvPicPr>
                <p:cNvPr id="136" name="Ink 135">
                  <a:extLst>
                    <a:ext uri="{FF2B5EF4-FFF2-40B4-BE49-F238E27FC236}">
                      <a16:creationId xmlns:a16="http://schemas.microsoft.com/office/drawing/2014/main" id="{3F873498-959B-48E4-4EC4-0E1A93095787}"/>
                    </a:ext>
                  </a:extLst>
                </p:cNvPr>
                <p:cNvPicPr/>
                <p:nvPr/>
              </p:nvPicPr>
              <p:blipFill>
                <a:blip r:embed="rId219"/>
                <a:stretch>
                  <a:fillRect/>
                </a:stretch>
              </p:blipFill>
              <p:spPr>
                <a:xfrm>
                  <a:off x="3073478" y="5258663"/>
                  <a:ext cx="854280" cy="32256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7" name="Ink 136">
                  <a:extLst>
                    <a:ext uri="{FF2B5EF4-FFF2-40B4-BE49-F238E27FC236}">
                      <a16:creationId xmlns:a16="http://schemas.microsoft.com/office/drawing/2014/main" id="{C11FFD7C-6BB5-B9C8-B923-5AE9C4943B16}"/>
                    </a:ext>
                  </a:extLst>
                </p14:cNvPr>
                <p14:cNvContentPartPr/>
                <p14:nvPr/>
              </p14:nvContentPartPr>
              <p14:xfrm>
                <a:off x="3986798" y="5260463"/>
                <a:ext cx="1181880" cy="339840"/>
              </p14:xfrm>
            </p:contentPart>
          </mc:Choice>
          <mc:Fallback>
            <p:pic>
              <p:nvPicPr>
                <p:cNvPr id="137" name="Ink 136">
                  <a:extLst>
                    <a:ext uri="{FF2B5EF4-FFF2-40B4-BE49-F238E27FC236}">
                      <a16:creationId xmlns:a16="http://schemas.microsoft.com/office/drawing/2014/main" id="{C11FFD7C-6BB5-B9C8-B923-5AE9C4943B16}"/>
                    </a:ext>
                  </a:extLst>
                </p:cNvPr>
                <p:cNvPicPr/>
                <p:nvPr/>
              </p:nvPicPr>
              <p:blipFill>
                <a:blip r:embed="rId221"/>
                <a:stretch>
                  <a:fillRect/>
                </a:stretch>
              </p:blipFill>
              <p:spPr>
                <a:xfrm>
                  <a:off x="3977798" y="5251823"/>
                  <a:ext cx="1199520" cy="3574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8" name="Ink 137">
                  <a:extLst>
                    <a:ext uri="{FF2B5EF4-FFF2-40B4-BE49-F238E27FC236}">
                      <a16:creationId xmlns:a16="http://schemas.microsoft.com/office/drawing/2014/main" id="{03FFEBD7-E6FC-7D4F-9A60-C2F13E655200}"/>
                    </a:ext>
                  </a:extLst>
                </p14:cNvPr>
                <p14:cNvContentPartPr/>
                <p14:nvPr/>
              </p14:nvContentPartPr>
              <p14:xfrm>
                <a:off x="3246638" y="5136983"/>
                <a:ext cx="139320" cy="147600"/>
              </p14:xfrm>
            </p:contentPart>
          </mc:Choice>
          <mc:Fallback>
            <p:pic>
              <p:nvPicPr>
                <p:cNvPr id="138" name="Ink 137">
                  <a:extLst>
                    <a:ext uri="{FF2B5EF4-FFF2-40B4-BE49-F238E27FC236}">
                      <a16:creationId xmlns:a16="http://schemas.microsoft.com/office/drawing/2014/main" id="{03FFEBD7-E6FC-7D4F-9A60-C2F13E655200}"/>
                    </a:ext>
                  </a:extLst>
                </p:cNvPr>
                <p:cNvPicPr/>
                <p:nvPr/>
              </p:nvPicPr>
              <p:blipFill>
                <a:blip r:embed="rId223"/>
                <a:stretch>
                  <a:fillRect/>
                </a:stretch>
              </p:blipFill>
              <p:spPr>
                <a:xfrm>
                  <a:off x="3237998" y="5127983"/>
                  <a:ext cx="15696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9" name="Ink 138">
                  <a:extLst>
                    <a:ext uri="{FF2B5EF4-FFF2-40B4-BE49-F238E27FC236}">
                      <a16:creationId xmlns:a16="http://schemas.microsoft.com/office/drawing/2014/main" id="{363ABD6C-59C3-751A-B3B4-F696299BF89D}"/>
                    </a:ext>
                  </a:extLst>
                </p14:cNvPr>
                <p14:cNvContentPartPr/>
                <p14:nvPr/>
              </p14:nvContentPartPr>
              <p14:xfrm>
                <a:off x="3272918" y="5203223"/>
                <a:ext cx="166680" cy="45360"/>
              </p14:xfrm>
            </p:contentPart>
          </mc:Choice>
          <mc:Fallback>
            <p:pic>
              <p:nvPicPr>
                <p:cNvPr id="139" name="Ink 138">
                  <a:extLst>
                    <a:ext uri="{FF2B5EF4-FFF2-40B4-BE49-F238E27FC236}">
                      <a16:creationId xmlns:a16="http://schemas.microsoft.com/office/drawing/2014/main" id="{363ABD6C-59C3-751A-B3B4-F696299BF89D}"/>
                    </a:ext>
                  </a:extLst>
                </p:cNvPr>
                <p:cNvPicPr/>
                <p:nvPr/>
              </p:nvPicPr>
              <p:blipFill>
                <a:blip r:embed="rId225"/>
                <a:stretch>
                  <a:fillRect/>
                </a:stretch>
              </p:blipFill>
              <p:spPr>
                <a:xfrm>
                  <a:off x="3263918" y="5194583"/>
                  <a:ext cx="18432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40" name="Ink 139">
                  <a:extLst>
                    <a:ext uri="{FF2B5EF4-FFF2-40B4-BE49-F238E27FC236}">
                      <a16:creationId xmlns:a16="http://schemas.microsoft.com/office/drawing/2014/main" id="{4DE95ABA-B8D0-31DF-1AF5-18290DC72D43}"/>
                    </a:ext>
                  </a:extLst>
                </p14:cNvPr>
                <p14:cNvContentPartPr/>
                <p14:nvPr/>
              </p14:nvContentPartPr>
              <p14:xfrm>
                <a:off x="4634438" y="5241023"/>
                <a:ext cx="13320" cy="105480"/>
              </p14:xfrm>
            </p:contentPart>
          </mc:Choice>
          <mc:Fallback>
            <p:pic>
              <p:nvPicPr>
                <p:cNvPr id="140" name="Ink 139">
                  <a:extLst>
                    <a:ext uri="{FF2B5EF4-FFF2-40B4-BE49-F238E27FC236}">
                      <a16:creationId xmlns:a16="http://schemas.microsoft.com/office/drawing/2014/main" id="{4DE95ABA-B8D0-31DF-1AF5-18290DC72D43}"/>
                    </a:ext>
                  </a:extLst>
                </p:cNvPr>
                <p:cNvPicPr/>
                <p:nvPr/>
              </p:nvPicPr>
              <p:blipFill>
                <a:blip r:embed="rId227"/>
                <a:stretch>
                  <a:fillRect/>
                </a:stretch>
              </p:blipFill>
              <p:spPr>
                <a:xfrm>
                  <a:off x="4625798" y="5232023"/>
                  <a:ext cx="3096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41" name="Ink 140">
                  <a:extLst>
                    <a:ext uri="{FF2B5EF4-FFF2-40B4-BE49-F238E27FC236}">
                      <a16:creationId xmlns:a16="http://schemas.microsoft.com/office/drawing/2014/main" id="{DFA63C21-18F9-EB58-C3F1-6996C62D72AD}"/>
                    </a:ext>
                  </a:extLst>
                </p14:cNvPr>
                <p14:cNvContentPartPr/>
                <p14:nvPr/>
              </p14:nvContentPartPr>
              <p14:xfrm>
                <a:off x="4645238" y="5183423"/>
                <a:ext cx="164880" cy="155880"/>
              </p14:xfrm>
            </p:contentPart>
          </mc:Choice>
          <mc:Fallback>
            <p:pic>
              <p:nvPicPr>
                <p:cNvPr id="141" name="Ink 140">
                  <a:extLst>
                    <a:ext uri="{FF2B5EF4-FFF2-40B4-BE49-F238E27FC236}">
                      <a16:creationId xmlns:a16="http://schemas.microsoft.com/office/drawing/2014/main" id="{DFA63C21-18F9-EB58-C3F1-6996C62D72AD}"/>
                    </a:ext>
                  </a:extLst>
                </p:cNvPr>
                <p:cNvPicPr/>
                <p:nvPr/>
              </p:nvPicPr>
              <p:blipFill>
                <a:blip r:embed="rId229"/>
                <a:stretch>
                  <a:fillRect/>
                </a:stretch>
              </p:blipFill>
              <p:spPr>
                <a:xfrm>
                  <a:off x="4636238" y="5174783"/>
                  <a:ext cx="18252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43" name="Ink 142">
                  <a:extLst>
                    <a:ext uri="{FF2B5EF4-FFF2-40B4-BE49-F238E27FC236}">
                      <a16:creationId xmlns:a16="http://schemas.microsoft.com/office/drawing/2014/main" id="{C5EBCBBF-139E-2487-7737-33333AFE822C}"/>
                    </a:ext>
                  </a:extLst>
                </p14:cNvPr>
                <p14:cNvContentPartPr/>
                <p14:nvPr/>
              </p14:nvContentPartPr>
              <p14:xfrm>
                <a:off x="2478398" y="5564663"/>
                <a:ext cx="978480" cy="417600"/>
              </p14:xfrm>
            </p:contentPart>
          </mc:Choice>
          <mc:Fallback>
            <p:pic>
              <p:nvPicPr>
                <p:cNvPr id="143" name="Ink 142">
                  <a:extLst>
                    <a:ext uri="{FF2B5EF4-FFF2-40B4-BE49-F238E27FC236}">
                      <a16:creationId xmlns:a16="http://schemas.microsoft.com/office/drawing/2014/main" id="{C5EBCBBF-139E-2487-7737-33333AFE822C}"/>
                    </a:ext>
                  </a:extLst>
                </p:cNvPr>
                <p:cNvPicPr/>
                <p:nvPr/>
              </p:nvPicPr>
              <p:blipFill>
                <a:blip r:embed="rId231"/>
                <a:stretch>
                  <a:fillRect/>
                </a:stretch>
              </p:blipFill>
              <p:spPr>
                <a:xfrm>
                  <a:off x="2469398" y="5556023"/>
                  <a:ext cx="996120" cy="43524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44" name="Ink 143">
                  <a:extLst>
                    <a:ext uri="{FF2B5EF4-FFF2-40B4-BE49-F238E27FC236}">
                      <a16:creationId xmlns:a16="http://schemas.microsoft.com/office/drawing/2014/main" id="{02FA8FCD-D94F-44CD-4A8F-C22601D0C6B5}"/>
                    </a:ext>
                  </a:extLst>
                </p14:cNvPr>
                <p14:cNvContentPartPr/>
                <p14:nvPr/>
              </p14:nvContentPartPr>
              <p14:xfrm>
                <a:off x="2670278" y="5713343"/>
                <a:ext cx="160200" cy="115560"/>
              </p14:xfrm>
            </p:contentPart>
          </mc:Choice>
          <mc:Fallback>
            <p:pic>
              <p:nvPicPr>
                <p:cNvPr id="144" name="Ink 143">
                  <a:extLst>
                    <a:ext uri="{FF2B5EF4-FFF2-40B4-BE49-F238E27FC236}">
                      <a16:creationId xmlns:a16="http://schemas.microsoft.com/office/drawing/2014/main" id="{02FA8FCD-D94F-44CD-4A8F-C22601D0C6B5}"/>
                    </a:ext>
                  </a:extLst>
                </p:cNvPr>
                <p:cNvPicPr/>
                <p:nvPr/>
              </p:nvPicPr>
              <p:blipFill>
                <a:blip r:embed="rId233"/>
                <a:stretch>
                  <a:fillRect/>
                </a:stretch>
              </p:blipFill>
              <p:spPr>
                <a:xfrm>
                  <a:off x="2661278" y="5704703"/>
                  <a:ext cx="17784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5" name="Ink 144">
                  <a:extLst>
                    <a:ext uri="{FF2B5EF4-FFF2-40B4-BE49-F238E27FC236}">
                      <a16:creationId xmlns:a16="http://schemas.microsoft.com/office/drawing/2014/main" id="{5FEA34C4-798E-A466-EC60-3259613900DF}"/>
                    </a:ext>
                  </a:extLst>
                </p14:cNvPr>
                <p14:cNvContentPartPr/>
                <p14:nvPr/>
              </p14:nvContentPartPr>
              <p14:xfrm>
                <a:off x="2867558" y="5734943"/>
                <a:ext cx="193680" cy="95400"/>
              </p14:xfrm>
            </p:contentPart>
          </mc:Choice>
          <mc:Fallback>
            <p:pic>
              <p:nvPicPr>
                <p:cNvPr id="145" name="Ink 144">
                  <a:extLst>
                    <a:ext uri="{FF2B5EF4-FFF2-40B4-BE49-F238E27FC236}">
                      <a16:creationId xmlns:a16="http://schemas.microsoft.com/office/drawing/2014/main" id="{5FEA34C4-798E-A466-EC60-3259613900DF}"/>
                    </a:ext>
                  </a:extLst>
                </p:cNvPr>
                <p:cNvPicPr/>
                <p:nvPr/>
              </p:nvPicPr>
              <p:blipFill>
                <a:blip r:embed="rId235"/>
                <a:stretch>
                  <a:fillRect/>
                </a:stretch>
              </p:blipFill>
              <p:spPr>
                <a:xfrm>
                  <a:off x="2858918" y="5726303"/>
                  <a:ext cx="21132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46" name="Ink 145">
                  <a:extLst>
                    <a:ext uri="{FF2B5EF4-FFF2-40B4-BE49-F238E27FC236}">
                      <a16:creationId xmlns:a16="http://schemas.microsoft.com/office/drawing/2014/main" id="{1C0C3218-7B3F-DC63-CD6F-2FFB9823CEAB}"/>
                    </a:ext>
                  </a:extLst>
                </p14:cNvPr>
                <p14:cNvContentPartPr/>
                <p14:nvPr/>
              </p14:nvContentPartPr>
              <p14:xfrm>
                <a:off x="3043958" y="5648903"/>
                <a:ext cx="12600" cy="4320"/>
              </p14:xfrm>
            </p:contentPart>
          </mc:Choice>
          <mc:Fallback>
            <p:pic>
              <p:nvPicPr>
                <p:cNvPr id="146" name="Ink 145">
                  <a:extLst>
                    <a:ext uri="{FF2B5EF4-FFF2-40B4-BE49-F238E27FC236}">
                      <a16:creationId xmlns:a16="http://schemas.microsoft.com/office/drawing/2014/main" id="{1C0C3218-7B3F-DC63-CD6F-2FFB9823CEAB}"/>
                    </a:ext>
                  </a:extLst>
                </p:cNvPr>
                <p:cNvPicPr/>
                <p:nvPr/>
              </p:nvPicPr>
              <p:blipFill>
                <a:blip r:embed="rId237"/>
                <a:stretch>
                  <a:fillRect/>
                </a:stretch>
              </p:blipFill>
              <p:spPr>
                <a:xfrm>
                  <a:off x="3034958" y="5640263"/>
                  <a:ext cx="3024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7" name="Ink 146">
                  <a:extLst>
                    <a:ext uri="{FF2B5EF4-FFF2-40B4-BE49-F238E27FC236}">
                      <a16:creationId xmlns:a16="http://schemas.microsoft.com/office/drawing/2014/main" id="{973EE19A-5DC7-C652-A205-3DDB768FD2F7}"/>
                    </a:ext>
                  </a:extLst>
                </p14:cNvPr>
                <p14:cNvContentPartPr/>
                <p14:nvPr/>
              </p14:nvContentPartPr>
              <p14:xfrm>
                <a:off x="3156278" y="5698943"/>
                <a:ext cx="24840" cy="72720"/>
              </p14:xfrm>
            </p:contentPart>
          </mc:Choice>
          <mc:Fallback>
            <p:pic>
              <p:nvPicPr>
                <p:cNvPr id="147" name="Ink 146">
                  <a:extLst>
                    <a:ext uri="{FF2B5EF4-FFF2-40B4-BE49-F238E27FC236}">
                      <a16:creationId xmlns:a16="http://schemas.microsoft.com/office/drawing/2014/main" id="{973EE19A-5DC7-C652-A205-3DDB768FD2F7}"/>
                    </a:ext>
                  </a:extLst>
                </p:cNvPr>
                <p:cNvPicPr/>
                <p:nvPr/>
              </p:nvPicPr>
              <p:blipFill>
                <a:blip r:embed="rId239"/>
                <a:stretch>
                  <a:fillRect/>
                </a:stretch>
              </p:blipFill>
              <p:spPr>
                <a:xfrm>
                  <a:off x="3147638" y="5690303"/>
                  <a:ext cx="4248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8" name="Ink 147">
                  <a:extLst>
                    <a:ext uri="{FF2B5EF4-FFF2-40B4-BE49-F238E27FC236}">
                      <a16:creationId xmlns:a16="http://schemas.microsoft.com/office/drawing/2014/main" id="{92763355-DC71-6508-8DEF-CAE0A8CBC9B5}"/>
                    </a:ext>
                  </a:extLst>
                </p14:cNvPr>
                <p14:cNvContentPartPr/>
                <p14:nvPr/>
              </p14:nvContentPartPr>
              <p14:xfrm>
                <a:off x="4759718" y="5573303"/>
                <a:ext cx="1002600" cy="348840"/>
              </p14:xfrm>
            </p:contentPart>
          </mc:Choice>
          <mc:Fallback>
            <p:pic>
              <p:nvPicPr>
                <p:cNvPr id="148" name="Ink 147">
                  <a:extLst>
                    <a:ext uri="{FF2B5EF4-FFF2-40B4-BE49-F238E27FC236}">
                      <a16:creationId xmlns:a16="http://schemas.microsoft.com/office/drawing/2014/main" id="{92763355-DC71-6508-8DEF-CAE0A8CBC9B5}"/>
                    </a:ext>
                  </a:extLst>
                </p:cNvPr>
                <p:cNvPicPr/>
                <p:nvPr/>
              </p:nvPicPr>
              <p:blipFill>
                <a:blip r:embed="rId241"/>
                <a:stretch>
                  <a:fillRect/>
                </a:stretch>
              </p:blipFill>
              <p:spPr>
                <a:xfrm>
                  <a:off x="4751078" y="5564303"/>
                  <a:ext cx="1020240" cy="36648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9" name="Ink 148">
                  <a:extLst>
                    <a:ext uri="{FF2B5EF4-FFF2-40B4-BE49-F238E27FC236}">
                      <a16:creationId xmlns:a16="http://schemas.microsoft.com/office/drawing/2014/main" id="{C67A7F6F-274F-7031-9FD2-B4C64AD26F61}"/>
                    </a:ext>
                  </a:extLst>
                </p14:cNvPr>
                <p14:cNvContentPartPr/>
                <p14:nvPr/>
              </p14:nvContentPartPr>
              <p14:xfrm>
                <a:off x="4976078" y="5723423"/>
                <a:ext cx="389880" cy="113760"/>
              </p14:xfrm>
            </p:contentPart>
          </mc:Choice>
          <mc:Fallback>
            <p:pic>
              <p:nvPicPr>
                <p:cNvPr id="149" name="Ink 148">
                  <a:extLst>
                    <a:ext uri="{FF2B5EF4-FFF2-40B4-BE49-F238E27FC236}">
                      <a16:creationId xmlns:a16="http://schemas.microsoft.com/office/drawing/2014/main" id="{C67A7F6F-274F-7031-9FD2-B4C64AD26F61}"/>
                    </a:ext>
                  </a:extLst>
                </p:cNvPr>
                <p:cNvPicPr/>
                <p:nvPr/>
              </p:nvPicPr>
              <p:blipFill>
                <a:blip r:embed="rId243"/>
                <a:stretch>
                  <a:fillRect/>
                </a:stretch>
              </p:blipFill>
              <p:spPr>
                <a:xfrm>
                  <a:off x="4967078" y="5714423"/>
                  <a:ext cx="40752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50" name="Ink 149">
                  <a:extLst>
                    <a:ext uri="{FF2B5EF4-FFF2-40B4-BE49-F238E27FC236}">
                      <a16:creationId xmlns:a16="http://schemas.microsoft.com/office/drawing/2014/main" id="{2A23F56B-EAD4-0EBF-CF62-67E371AF97AE}"/>
                    </a:ext>
                  </a:extLst>
                </p14:cNvPr>
                <p14:cNvContentPartPr/>
                <p14:nvPr/>
              </p14:nvContentPartPr>
              <p14:xfrm>
                <a:off x="5373518" y="5655383"/>
                <a:ext cx="360" cy="29880"/>
              </p14:xfrm>
            </p:contentPart>
          </mc:Choice>
          <mc:Fallback>
            <p:pic>
              <p:nvPicPr>
                <p:cNvPr id="150" name="Ink 149">
                  <a:extLst>
                    <a:ext uri="{FF2B5EF4-FFF2-40B4-BE49-F238E27FC236}">
                      <a16:creationId xmlns:a16="http://schemas.microsoft.com/office/drawing/2014/main" id="{2A23F56B-EAD4-0EBF-CF62-67E371AF97AE}"/>
                    </a:ext>
                  </a:extLst>
                </p:cNvPr>
                <p:cNvPicPr/>
                <p:nvPr/>
              </p:nvPicPr>
              <p:blipFill>
                <a:blip r:embed="rId245"/>
                <a:stretch>
                  <a:fillRect/>
                </a:stretch>
              </p:blipFill>
              <p:spPr>
                <a:xfrm>
                  <a:off x="5364518" y="5646743"/>
                  <a:ext cx="1800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51" name="Ink 150">
                  <a:extLst>
                    <a:ext uri="{FF2B5EF4-FFF2-40B4-BE49-F238E27FC236}">
                      <a16:creationId xmlns:a16="http://schemas.microsoft.com/office/drawing/2014/main" id="{95E3FFBF-A1D7-088F-721B-C7522B38D129}"/>
                    </a:ext>
                  </a:extLst>
                </p14:cNvPr>
                <p14:cNvContentPartPr/>
                <p14:nvPr/>
              </p14:nvContentPartPr>
              <p14:xfrm>
                <a:off x="5517518" y="5661503"/>
                <a:ext cx="11880" cy="65880"/>
              </p14:xfrm>
            </p:contentPart>
          </mc:Choice>
          <mc:Fallback>
            <p:pic>
              <p:nvPicPr>
                <p:cNvPr id="151" name="Ink 150">
                  <a:extLst>
                    <a:ext uri="{FF2B5EF4-FFF2-40B4-BE49-F238E27FC236}">
                      <a16:creationId xmlns:a16="http://schemas.microsoft.com/office/drawing/2014/main" id="{95E3FFBF-A1D7-088F-721B-C7522B38D129}"/>
                    </a:ext>
                  </a:extLst>
                </p:cNvPr>
                <p:cNvPicPr/>
                <p:nvPr/>
              </p:nvPicPr>
              <p:blipFill>
                <a:blip r:embed="rId247"/>
                <a:stretch>
                  <a:fillRect/>
                </a:stretch>
              </p:blipFill>
              <p:spPr>
                <a:xfrm>
                  <a:off x="5508878" y="5652503"/>
                  <a:ext cx="2952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52" name="Ink 151">
                  <a:extLst>
                    <a:ext uri="{FF2B5EF4-FFF2-40B4-BE49-F238E27FC236}">
                      <a16:creationId xmlns:a16="http://schemas.microsoft.com/office/drawing/2014/main" id="{125A43A9-1324-4D6D-FB5F-D09AA66AE90D}"/>
                    </a:ext>
                  </a:extLst>
                </p14:cNvPr>
                <p14:cNvContentPartPr/>
                <p14:nvPr/>
              </p14:nvContentPartPr>
              <p14:xfrm>
                <a:off x="3150158" y="5892983"/>
                <a:ext cx="1881000" cy="397800"/>
              </p14:xfrm>
            </p:contentPart>
          </mc:Choice>
          <mc:Fallback>
            <p:pic>
              <p:nvPicPr>
                <p:cNvPr id="152" name="Ink 151">
                  <a:extLst>
                    <a:ext uri="{FF2B5EF4-FFF2-40B4-BE49-F238E27FC236}">
                      <a16:creationId xmlns:a16="http://schemas.microsoft.com/office/drawing/2014/main" id="{125A43A9-1324-4D6D-FB5F-D09AA66AE90D}"/>
                    </a:ext>
                  </a:extLst>
                </p:cNvPr>
                <p:cNvPicPr/>
                <p:nvPr/>
              </p:nvPicPr>
              <p:blipFill>
                <a:blip r:embed="rId249"/>
                <a:stretch>
                  <a:fillRect/>
                </a:stretch>
              </p:blipFill>
              <p:spPr>
                <a:xfrm>
                  <a:off x="3141158" y="5883983"/>
                  <a:ext cx="1898640" cy="41544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53" name="Ink 152">
                  <a:extLst>
                    <a:ext uri="{FF2B5EF4-FFF2-40B4-BE49-F238E27FC236}">
                      <a16:creationId xmlns:a16="http://schemas.microsoft.com/office/drawing/2014/main" id="{11945C93-EDDA-C500-8939-9D9F0E1C1B08}"/>
                    </a:ext>
                  </a:extLst>
                </p14:cNvPr>
                <p14:cNvContentPartPr/>
                <p14:nvPr/>
              </p14:nvContentPartPr>
              <p14:xfrm>
                <a:off x="4158158" y="6268823"/>
                <a:ext cx="24840" cy="111600"/>
              </p14:xfrm>
            </p:contentPart>
          </mc:Choice>
          <mc:Fallback>
            <p:pic>
              <p:nvPicPr>
                <p:cNvPr id="153" name="Ink 152">
                  <a:extLst>
                    <a:ext uri="{FF2B5EF4-FFF2-40B4-BE49-F238E27FC236}">
                      <a16:creationId xmlns:a16="http://schemas.microsoft.com/office/drawing/2014/main" id="{11945C93-EDDA-C500-8939-9D9F0E1C1B08}"/>
                    </a:ext>
                  </a:extLst>
                </p:cNvPr>
                <p:cNvPicPr/>
                <p:nvPr/>
              </p:nvPicPr>
              <p:blipFill>
                <a:blip r:embed="rId251"/>
                <a:stretch>
                  <a:fillRect/>
                </a:stretch>
              </p:blipFill>
              <p:spPr>
                <a:xfrm>
                  <a:off x="4149518" y="6260183"/>
                  <a:ext cx="4248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4" name="Ink 153">
                  <a:extLst>
                    <a:ext uri="{FF2B5EF4-FFF2-40B4-BE49-F238E27FC236}">
                      <a16:creationId xmlns:a16="http://schemas.microsoft.com/office/drawing/2014/main" id="{D4D2AFFA-ADFE-53E8-CB13-39EDBD921809}"/>
                    </a:ext>
                  </a:extLst>
                </p14:cNvPr>
                <p14:cNvContentPartPr/>
                <p14:nvPr/>
              </p14:nvContentPartPr>
              <p14:xfrm>
                <a:off x="4153118" y="6443063"/>
                <a:ext cx="174240" cy="103320"/>
              </p14:xfrm>
            </p:contentPart>
          </mc:Choice>
          <mc:Fallback>
            <p:pic>
              <p:nvPicPr>
                <p:cNvPr id="154" name="Ink 153">
                  <a:extLst>
                    <a:ext uri="{FF2B5EF4-FFF2-40B4-BE49-F238E27FC236}">
                      <a16:creationId xmlns:a16="http://schemas.microsoft.com/office/drawing/2014/main" id="{D4D2AFFA-ADFE-53E8-CB13-39EDBD921809}"/>
                    </a:ext>
                  </a:extLst>
                </p:cNvPr>
                <p:cNvPicPr/>
                <p:nvPr/>
              </p:nvPicPr>
              <p:blipFill>
                <a:blip r:embed="rId253"/>
                <a:stretch>
                  <a:fillRect/>
                </a:stretch>
              </p:blipFill>
              <p:spPr>
                <a:xfrm>
                  <a:off x="4144478" y="6434423"/>
                  <a:ext cx="191880" cy="120960"/>
                </a:xfrm>
                <a:prstGeom prst="rect">
                  <a:avLst/>
                </a:prstGeom>
              </p:spPr>
            </p:pic>
          </mc:Fallback>
        </mc:AlternateContent>
      </p:grpSp>
      <p:grpSp>
        <p:nvGrpSpPr>
          <p:cNvPr id="158" name="Group 157">
            <a:extLst>
              <a:ext uri="{FF2B5EF4-FFF2-40B4-BE49-F238E27FC236}">
                <a16:creationId xmlns:a16="http://schemas.microsoft.com/office/drawing/2014/main" id="{6D9079E6-E0A0-F817-DDDE-9168E2E158E5}"/>
              </a:ext>
            </a:extLst>
          </p:cNvPr>
          <p:cNvGrpSpPr/>
          <p:nvPr/>
        </p:nvGrpSpPr>
        <p:grpSpPr>
          <a:xfrm>
            <a:off x="6807758" y="2755583"/>
            <a:ext cx="475920" cy="453960"/>
            <a:chOff x="6807758" y="2755583"/>
            <a:chExt cx="475920" cy="453960"/>
          </a:xfrm>
        </p:grpSpPr>
        <mc:AlternateContent xmlns:mc="http://schemas.openxmlformats.org/markup-compatibility/2006">
          <mc:Choice xmlns:p14="http://schemas.microsoft.com/office/powerpoint/2010/main" Requires="p14">
            <p:contentPart p14:bwMode="auto" r:id="rId254">
              <p14:nvContentPartPr>
                <p14:cNvPr id="156" name="Ink 155">
                  <a:extLst>
                    <a:ext uri="{FF2B5EF4-FFF2-40B4-BE49-F238E27FC236}">
                      <a16:creationId xmlns:a16="http://schemas.microsoft.com/office/drawing/2014/main" id="{06615EB2-E996-79A3-A6A6-E4E7D24E3A59}"/>
                    </a:ext>
                  </a:extLst>
                </p14:cNvPr>
                <p14:cNvContentPartPr/>
                <p14:nvPr/>
              </p14:nvContentPartPr>
              <p14:xfrm>
                <a:off x="7020518" y="2890583"/>
                <a:ext cx="31680" cy="181800"/>
              </p14:xfrm>
            </p:contentPart>
          </mc:Choice>
          <mc:Fallback>
            <p:pic>
              <p:nvPicPr>
                <p:cNvPr id="156" name="Ink 155">
                  <a:extLst>
                    <a:ext uri="{FF2B5EF4-FFF2-40B4-BE49-F238E27FC236}">
                      <a16:creationId xmlns:a16="http://schemas.microsoft.com/office/drawing/2014/main" id="{06615EB2-E996-79A3-A6A6-E4E7D24E3A59}"/>
                    </a:ext>
                  </a:extLst>
                </p:cNvPr>
                <p:cNvPicPr/>
                <p:nvPr/>
              </p:nvPicPr>
              <p:blipFill>
                <a:blip r:embed="rId255"/>
                <a:stretch>
                  <a:fillRect/>
                </a:stretch>
              </p:blipFill>
              <p:spPr>
                <a:xfrm>
                  <a:off x="7011878" y="2881583"/>
                  <a:ext cx="4932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7" name="Ink 156">
                  <a:extLst>
                    <a:ext uri="{FF2B5EF4-FFF2-40B4-BE49-F238E27FC236}">
                      <a16:creationId xmlns:a16="http://schemas.microsoft.com/office/drawing/2014/main" id="{20B05EDA-0FEF-7339-F864-6581CEC438DA}"/>
                    </a:ext>
                  </a:extLst>
                </p14:cNvPr>
                <p14:cNvContentPartPr/>
                <p14:nvPr/>
              </p14:nvContentPartPr>
              <p14:xfrm>
                <a:off x="6807758" y="2755583"/>
                <a:ext cx="475920" cy="453960"/>
              </p14:xfrm>
            </p:contentPart>
          </mc:Choice>
          <mc:Fallback>
            <p:pic>
              <p:nvPicPr>
                <p:cNvPr id="157" name="Ink 156">
                  <a:extLst>
                    <a:ext uri="{FF2B5EF4-FFF2-40B4-BE49-F238E27FC236}">
                      <a16:creationId xmlns:a16="http://schemas.microsoft.com/office/drawing/2014/main" id="{20B05EDA-0FEF-7339-F864-6581CEC438DA}"/>
                    </a:ext>
                  </a:extLst>
                </p:cNvPr>
                <p:cNvPicPr/>
                <p:nvPr/>
              </p:nvPicPr>
              <p:blipFill>
                <a:blip r:embed="rId257"/>
                <a:stretch>
                  <a:fillRect/>
                </a:stretch>
              </p:blipFill>
              <p:spPr>
                <a:xfrm>
                  <a:off x="6798758" y="2746583"/>
                  <a:ext cx="493560" cy="471600"/>
                </a:xfrm>
                <a:prstGeom prst="rect">
                  <a:avLst/>
                </a:prstGeom>
              </p:spPr>
            </p:pic>
          </mc:Fallback>
        </mc:AlternateContent>
      </p:grpSp>
      <p:grpSp>
        <p:nvGrpSpPr>
          <p:cNvPr id="165" name="Group 164">
            <a:extLst>
              <a:ext uri="{FF2B5EF4-FFF2-40B4-BE49-F238E27FC236}">
                <a16:creationId xmlns:a16="http://schemas.microsoft.com/office/drawing/2014/main" id="{39150E59-E1F7-B315-5A8A-F620E0D32C11}"/>
              </a:ext>
            </a:extLst>
          </p:cNvPr>
          <p:cNvGrpSpPr/>
          <p:nvPr/>
        </p:nvGrpSpPr>
        <p:grpSpPr>
          <a:xfrm>
            <a:off x="9745358" y="1307303"/>
            <a:ext cx="426240" cy="202320"/>
            <a:chOff x="9745358" y="1307303"/>
            <a:chExt cx="426240" cy="202320"/>
          </a:xfrm>
        </p:grpSpPr>
        <mc:AlternateContent xmlns:mc="http://schemas.openxmlformats.org/markup-compatibility/2006">
          <mc:Choice xmlns:p14="http://schemas.microsoft.com/office/powerpoint/2010/main" Requires="p14">
            <p:contentPart p14:bwMode="auto" r:id="rId258">
              <p14:nvContentPartPr>
                <p14:cNvPr id="159" name="Ink 158">
                  <a:extLst>
                    <a:ext uri="{FF2B5EF4-FFF2-40B4-BE49-F238E27FC236}">
                      <a16:creationId xmlns:a16="http://schemas.microsoft.com/office/drawing/2014/main" id="{5B4FE6D7-D5B3-35D1-C8D1-CD639135F4D0}"/>
                    </a:ext>
                  </a:extLst>
                </p14:cNvPr>
                <p14:cNvContentPartPr/>
                <p14:nvPr/>
              </p14:nvContentPartPr>
              <p14:xfrm>
                <a:off x="9745358" y="1307303"/>
                <a:ext cx="189000" cy="201960"/>
              </p14:xfrm>
            </p:contentPart>
          </mc:Choice>
          <mc:Fallback>
            <p:pic>
              <p:nvPicPr>
                <p:cNvPr id="159" name="Ink 158">
                  <a:extLst>
                    <a:ext uri="{FF2B5EF4-FFF2-40B4-BE49-F238E27FC236}">
                      <a16:creationId xmlns:a16="http://schemas.microsoft.com/office/drawing/2014/main" id="{5B4FE6D7-D5B3-35D1-C8D1-CD639135F4D0}"/>
                    </a:ext>
                  </a:extLst>
                </p:cNvPr>
                <p:cNvPicPr/>
                <p:nvPr/>
              </p:nvPicPr>
              <p:blipFill>
                <a:blip r:embed="rId259"/>
                <a:stretch>
                  <a:fillRect/>
                </a:stretch>
              </p:blipFill>
              <p:spPr>
                <a:xfrm>
                  <a:off x="9736718" y="1298303"/>
                  <a:ext cx="20664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60" name="Ink 159">
                  <a:extLst>
                    <a:ext uri="{FF2B5EF4-FFF2-40B4-BE49-F238E27FC236}">
                      <a16:creationId xmlns:a16="http://schemas.microsoft.com/office/drawing/2014/main" id="{A1F3BB95-F5E2-1B03-3CFE-15D1F5881521}"/>
                    </a:ext>
                  </a:extLst>
                </p14:cNvPr>
                <p14:cNvContentPartPr/>
                <p14:nvPr/>
              </p14:nvContentPartPr>
              <p14:xfrm>
                <a:off x="9941558" y="1413863"/>
                <a:ext cx="65160" cy="91800"/>
              </p14:xfrm>
            </p:contentPart>
          </mc:Choice>
          <mc:Fallback>
            <p:pic>
              <p:nvPicPr>
                <p:cNvPr id="160" name="Ink 159">
                  <a:extLst>
                    <a:ext uri="{FF2B5EF4-FFF2-40B4-BE49-F238E27FC236}">
                      <a16:creationId xmlns:a16="http://schemas.microsoft.com/office/drawing/2014/main" id="{A1F3BB95-F5E2-1B03-3CFE-15D1F5881521}"/>
                    </a:ext>
                  </a:extLst>
                </p:cNvPr>
                <p:cNvPicPr/>
                <p:nvPr/>
              </p:nvPicPr>
              <p:blipFill>
                <a:blip r:embed="rId261"/>
                <a:stretch>
                  <a:fillRect/>
                </a:stretch>
              </p:blipFill>
              <p:spPr>
                <a:xfrm>
                  <a:off x="9932918" y="1404863"/>
                  <a:ext cx="8280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61" name="Ink 160">
                  <a:extLst>
                    <a:ext uri="{FF2B5EF4-FFF2-40B4-BE49-F238E27FC236}">
                      <a16:creationId xmlns:a16="http://schemas.microsoft.com/office/drawing/2014/main" id="{CEEDC3EB-FEA2-BEB7-8E4F-594C346C025F}"/>
                    </a:ext>
                  </a:extLst>
                </p14:cNvPr>
                <p14:cNvContentPartPr/>
                <p14:nvPr/>
              </p14:nvContentPartPr>
              <p14:xfrm>
                <a:off x="9932918" y="1422143"/>
                <a:ext cx="56880" cy="58680"/>
              </p14:xfrm>
            </p:contentPart>
          </mc:Choice>
          <mc:Fallback>
            <p:pic>
              <p:nvPicPr>
                <p:cNvPr id="161" name="Ink 160">
                  <a:extLst>
                    <a:ext uri="{FF2B5EF4-FFF2-40B4-BE49-F238E27FC236}">
                      <a16:creationId xmlns:a16="http://schemas.microsoft.com/office/drawing/2014/main" id="{CEEDC3EB-FEA2-BEB7-8E4F-594C346C025F}"/>
                    </a:ext>
                  </a:extLst>
                </p:cNvPr>
                <p:cNvPicPr/>
                <p:nvPr/>
              </p:nvPicPr>
              <p:blipFill>
                <a:blip r:embed="rId263"/>
                <a:stretch>
                  <a:fillRect/>
                </a:stretch>
              </p:blipFill>
              <p:spPr>
                <a:xfrm>
                  <a:off x="9924278" y="1413143"/>
                  <a:ext cx="7452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62" name="Ink 161">
                  <a:extLst>
                    <a:ext uri="{FF2B5EF4-FFF2-40B4-BE49-F238E27FC236}">
                      <a16:creationId xmlns:a16="http://schemas.microsoft.com/office/drawing/2014/main" id="{54F8653B-7B83-13EF-98C4-DF1728734770}"/>
                    </a:ext>
                  </a:extLst>
                </p14:cNvPr>
                <p14:cNvContentPartPr/>
                <p14:nvPr/>
              </p14:nvContentPartPr>
              <p14:xfrm>
                <a:off x="10026878" y="1363103"/>
                <a:ext cx="36360" cy="99720"/>
              </p14:xfrm>
            </p:contentPart>
          </mc:Choice>
          <mc:Fallback>
            <p:pic>
              <p:nvPicPr>
                <p:cNvPr id="162" name="Ink 161">
                  <a:extLst>
                    <a:ext uri="{FF2B5EF4-FFF2-40B4-BE49-F238E27FC236}">
                      <a16:creationId xmlns:a16="http://schemas.microsoft.com/office/drawing/2014/main" id="{54F8653B-7B83-13EF-98C4-DF1728734770}"/>
                    </a:ext>
                  </a:extLst>
                </p:cNvPr>
                <p:cNvPicPr/>
                <p:nvPr/>
              </p:nvPicPr>
              <p:blipFill>
                <a:blip r:embed="rId265"/>
                <a:stretch>
                  <a:fillRect/>
                </a:stretch>
              </p:blipFill>
              <p:spPr>
                <a:xfrm>
                  <a:off x="10018238" y="1354463"/>
                  <a:ext cx="5400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63" name="Ink 162">
                  <a:extLst>
                    <a:ext uri="{FF2B5EF4-FFF2-40B4-BE49-F238E27FC236}">
                      <a16:creationId xmlns:a16="http://schemas.microsoft.com/office/drawing/2014/main" id="{6C4B856A-C157-9AA4-E0F7-22AAD5C86F65}"/>
                    </a:ext>
                  </a:extLst>
                </p14:cNvPr>
                <p14:cNvContentPartPr/>
                <p14:nvPr/>
              </p14:nvContentPartPr>
              <p14:xfrm>
                <a:off x="10070798" y="1416023"/>
                <a:ext cx="40680" cy="37080"/>
              </p14:xfrm>
            </p:contentPart>
          </mc:Choice>
          <mc:Fallback>
            <p:pic>
              <p:nvPicPr>
                <p:cNvPr id="163" name="Ink 162">
                  <a:extLst>
                    <a:ext uri="{FF2B5EF4-FFF2-40B4-BE49-F238E27FC236}">
                      <a16:creationId xmlns:a16="http://schemas.microsoft.com/office/drawing/2014/main" id="{6C4B856A-C157-9AA4-E0F7-22AAD5C86F65}"/>
                    </a:ext>
                  </a:extLst>
                </p:cNvPr>
                <p:cNvPicPr/>
                <p:nvPr/>
              </p:nvPicPr>
              <p:blipFill>
                <a:blip r:embed="rId267"/>
                <a:stretch>
                  <a:fillRect/>
                </a:stretch>
              </p:blipFill>
              <p:spPr>
                <a:xfrm>
                  <a:off x="10061798" y="1407023"/>
                  <a:ext cx="5832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64" name="Ink 163">
                  <a:extLst>
                    <a:ext uri="{FF2B5EF4-FFF2-40B4-BE49-F238E27FC236}">
                      <a16:creationId xmlns:a16="http://schemas.microsoft.com/office/drawing/2014/main" id="{D1E408D1-428C-8E6C-7E4D-DC37774549CC}"/>
                    </a:ext>
                  </a:extLst>
                </p14:cNvPr>
                <p14:cNvContentPartPr/>
                <p14:nvPr/>
              </p14:nvContentPartPr>
              <p14:xfrm>
                <a:off x="10170158" y="1509263"/>
                <a:ext cx="1440" cy="360"/>
              </p14:xfrm>
            </p:contentPart>
          </mc:Choice>
          <mc:Fallback>
            <p:pic>
              <p:nvPicPr>
                <p:cNvPr id="164" name="Ink 163">
                  <a:extLst>
                    <a:ext uri="{FF2B5EF4-FFF2-40B4-BE49-F238E27FC236}">
                      <a16:creationId xmlns:a16="http://schemas.microsoft.com/office/drawing/2014/main" id="{D1E408D1-428C-8E6C-7E4D-DC37774549CC}"/>
                    </a:ext>
                  </a:extLst>
                </p:cNvPr>
                <p:cNvPicPr/>
                <p:nvPr/>
              </p:nvPicPr>
              <p:blipFill>
                <a:blip r:embed="rId269"/>
                <a:stretch>
                  <a:fillRect/>
                </a:stretch>
              </p:blipFill>
              <p:spPr>
                <a:xfrm>
                  <a:off x="10161158" y="1500623"/>
                  <a:ext cx="19080" cy="18000"/>
                </a:xfrm>
                <a:prstGeom prst="rect">
                  <a:avLst/>
                </a:prstGeom>
              </p:spPr>
            </p:pic>
          </mc:Fallback>
        </mc:AlternateContent>
      </p:grpSp>
      <p:grpSp>
        <p:nvGrpSpPr>
          <p:cNvPr id="170" name="Group 169">
            <a:extLst>
              <a:ext uri="{FF2B5EF4-FFF2-40B4-BE49-F238E27FC236}">
                <a16:creationId xmlns:a16="http://schemas.microsoft.com/office/drawing/2014/main" id="{7435925B-CDCB-E191-1D80-B8A5E4DAD79C}"/>
              </a:ext>
            </a:extLst>
          </p:cNvPr>
          <p:cNvGrpSpPr/>
          <p:nvPr/>
        </p:nvGrpSpPr>
        <p:grpSpPr>
          <a:xfrm>
            <a:off x="7470878" y="2736863"/>
            <a:ext cx="828360" cy="314280"/>
            <a:chOff x="7470878" y="2736863"/>
            <a:chExt cx="828360" cy="314280"/>
          </a:xfrm>
        </p:grpSpPr>
        <mc:AlternateContent xmlns:mc="http://schemas.openxmlformats.org/markup-compatibility/2006">
          <mc:Choice xmlns:p14="http://schemas.microsoft.com/office/powerpoint/2010/main" Requires="p14">
            <p:contentPart p14:bwMode="auto" r:id="rId270">
              <p14:nvContentPartPr>
                <p14:cNvPr id="166" name="Ink 165">
                  <a:extLst>
                    <a:ext uri="{FF2B5EF4-FFF2-40B4-BE49-F238E27FC236}">
                      <a16:creationId xmlns:a16="http://schemas.microsoft.com/office/drawing/2014/main" id="{E823698A-E3CD-1C25-EA31-2CDB45E0D980}"/>
                    </a:ext>
                  </a:extLst>
                </p14:cNvPr>
                <p14:cNvContentPartPr/>
                <p14:nvPr/>
              </p14:nvContentPartPr>
              <p14:xfrm>
                <a:off x="7470878" y="2753063"/>
                <a:ext cx="200880" cy="298080"/>
              </p14:xfrm>
            </p:contentPart>
          </mc:Choice>
          <mc:Fallback>
            <p:pic>
              <p:nvPicPr>
                <p:cNvPr id="166" name="Ink 165">
                  <a:extLst>
                    <a:ext uri="{FF2B5EF4-FFF2-40B4-BE49-F238E27FC236}">
                      <a16:creationId xmlns:a16="http://schemas.microsoft.com/office/drawing/2014/main" id="{E823698A-E3CD-1C25-EA31-2CDB45E0D980}"/>
                    </a:ext>
                  </a:extLst>
                </p:cNvPr>
                <p:cNvPicPr/>
                <p:nvPr/>
              </p:nvPicPr>
              <p:blipFill>
                <a:blip r:embed="rId271"/>
                <a:stretch>
                  <a:fillRect/>
                </a:stretch>
              </p:blipFill>
              <p:spPr>
                <a:xfrm>
                  <a:off x="7462238" y="2744423"/>
                  <a:ext cx="218520" cy="31572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67" name="Ink 166">
                  <a:extLst>
                    <a:ext uri="{FF2B5EF4-FFF2-40B4-BE49-F238E27FC236}">
                      <a16:creationId xmlns:a16="http://schemas.microsoft.com/office/drawing/2014/main" id="{A6BAE231-9AEB-AD4D-5FA8-B193A30AAAC8}"/>
                    </a:ext>
                  </a:extLst>
                </p14:cNvPr>
                <p14:cNvContentPartPr/>
                <p14:nvPr/>
              </p14:nvContentPartPr>
              <p14:xfrm>
                <a:off x="7722158" y="2832263"/>
                <a:ext cx="269640" cy="187200"/>
              </p14:xfrm>
            </p:contentPart>
          </mc:Choice>
          <mc:Fallback>
            <p:pic>
              <p:nvPicPr>
                <p:cNvPr id="167" name="Ink 166">
                  <a:extLst>
                    <a:ext uri="{FF2B5EF4-FFF2-40B4-BE49-F238E27FC236}">
                      <a16:creationId xmlns:a16="http://schemas.microsoft.com/office/drawing/2014/main" id="{A6BAE231-9AEB-AD4D-5FA8-B193A30AAAC8}"/>
                    </a:ext>
                  </a:extLst>
                </p:cNvPr>
                <p:cNvPicPr/>
                <p:nvPr/>
              </p:nvPicPr>
              <p:blipFill>
                <a:blip r:embed="rId273"/>
                <a:stretch>
                  <a:fillRect/>
                </a:stretch>
              </p:blipFill>
              <p:spPr>
                <a:xfrm>
                  <a:off x="7713518" y="2823263"/>
                  <a:ext cx="28728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8" name="Ink 167">
                  <a:extLst>
                    <a:ext uri="{FF2B5EF4-FFF2-40B4-BE49-F238E27FC236}">
                      <a16:creationId xmlns:a16="http://schemas.microsoft.com/office/drawing/2014/main" id="{56065B31-36C4-5CE6-3C82-A5B7BC10CEBD}"/>
                    </a:ext>
                  </a:extLst>
                </p14:cNvPr>
                <p14:cNvContentPartPr/>
                <p14:nvPr/>
              </p14:nvContentPartPr>
              <p14:xfrm>
                <a:off x="7991438" y="2736863"/>
                <a:ext cx="94320" cy="260640"/>
              </p14:xfrm>
            </p:contentPart>
          </mc:Choice>
          <mc:Fallback>
            <p:pic>
              <p:nvPicPr>
                <p:cNvPr id="168" name="Ink 167">
                  <a:extLst>
                    <a:ext uri="{FF2B5EF4-FFF2-40B4-BE49-F238E27FC236}">
                      <a16:creationId xmlns:a16="http://schemas.microsoft.com/office/drawing/2014/main" id="{56065B31-36C4-5CE6-3C82-A5B7BC10CEBD}"/>
                    </a:ext>
                  </a:extLst>
                </p:cNvPr>
                <p:cNvPicPr/>
                <p:nvPr/>
              </p:nvPicPr>
              <p:blipFill>
                <a:blip r:embed="rId275"/>
                <a:stretch>
                  <a:fillRect/>
                </a:stretch>
              </p:blipFill>
              <p:spPr>
                <a:xfrm>
                  <a:off x="7982438" y="2727863"/>
                  <a:ext cx="111960" cy="27828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9" name="Ink 168">
                  <a:extLst>
                    <a:ext uri="{FF2B5EF4-FFF2-40B4-BE49-F238E27FC236}">
                      <a16:creationId xmlns:a16="http://schemas.microsoft.com/office/drawing/2014/main" id="{FB6485D9-EFB7-A354-DDC3-5BE591114565}"/>
                    </a:ext>
                  </a:extLst>
                </p14:cNvPr>
                <p14:cNvContentPartPr/>
                <p14:nvPr/>
              </p14:nvContentPartPr>
              <p14:xfrm>
                <a:off x="8060198" y="2860343"/>
                <a:ext cx="239040" cy="45720"/>
              </p14:xfrm>
            </p:contentPart>
          </mc:Choice>
          <mc:Fallback>
            <p:pic>
              <p:nvPicPr>
                <p:cNvPr id="169" name="Ink 168">
                  <a:extLst>
                    <a:ext uri="{FF2B5EF4-FFF2-40B4-BE49-F238E27FC236}">
                      <a16:creationId xmlns:a16="http://schemas.microsoft.com/office/drawing/2014/main" id="{FB6485D9-EFB7-A354-DDC3-5BE591114565}"/>
                    </a:ext>
                  </a:extLst>
                </p:cNvPr>
                <p:cNvPicPr/>
                <p:nvPr/>
              </p:nvPicPr>
              <p:blipFill>
                <a:blip r:embed="rId277"/>
                <a:stretch>
                  <a:fillRect/>
                </a:stretch>
              </p:blipFill>
              <p:spPr>
                <a:xfrm>
                  <a:off x="8051558" y="2851343"/>
                  <a:ext cx="256680" cy="63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78">
            <p14:nvContentPartPr>
              <p14:cNvPr id="172" name="Ink 171">
                <a:extLst>
                  <a:ext uri="{FF2B5EF4-FFF2-40B4-BE49-F238E27FC236}">
                    <a16:creationId xmlns:a16="http://schemas.microsoft.com/office/drawing/2014/main" id="{4E09EC46-8AD0-F796-6811-4D8ABC84EE8D}"/>
                  </a:ext>
                </a:extLst>
              </p14:cNvPr>
              <p14:cNvContentPartPr/>
              <p14:nvPr/>
            </p14:nvContentPartPr>
            <p14:xfrm>
              <a:off x="2626358" y="5471783"/>
              <a:ext cx="869760" cy="573480"/>
            </p14:xfrm>
          </p:contentPart>
        </mc:Choice>
        <mc:Fallback>
          <p:pic>
            <p:nvPicPr>
              <p:cNvPr id="172" name="Ink 171">
                <a:extLst>
                  <a:ext uri="{FF2B5EF4-FFF2-40B4-BE49-F238E27FC236}">
                    <a16:creationId xmlns:a16="http://schemas.microsoft.com/office/drawing/2014/main" id="{4E09EC46-8AD0-F796-6811-4D8ABC84EE8D}"/>
                  </a:ext>
                </a:extLst>
              </p:cNvPr>
              <p:cNvPicPr/>
              <p:nvPr/>
            </p:nvPicPr>
            <p:blipFill>
              <a:blip r:embed="rId279"/>
              <a:stretch>
                <a:fillRect/>
              </a:stretch>
            </p:blipFill>
            <p:spPr>
              <a:xfrm>
                <a:off x="2617718" y="5462783"/>
                <a:ext cx="887400" cy="591120"/>
              </a:xfrm>
              <a:prstGeom prst="rect">
                <a:avLst/>
              </a:prstGeom>
            </p:spPr>
          </p:pic>
        </mc:Fallback>
      </mc:AlternateContent>
      <p:grpSp>
        <p:nvGrpSpPr>
          <p:cNvPr id="185" name="Group 184">
            <a:extLst>
              <a:ext uri="{FF2B5EF4-FFF2-40B4-BE49-F238E27FC236}">
                <a16:creationId xmlns:a16="http://schemas.microsoft.com/office/drawing/2014/main" id="{CE33FEF4-0EBE-050F-4419-5367DF478D7A}"/>
              </a:ext>
            </a:extLst>
          </p:cNvPr>
          <p:cNvGrpSpPr/>
          <p:nvPr/>
        </p:nvGrpSpPr>
        <p:grpSpPr>
          <a:xfrm>
            <a:off x="4756118" y="5172983"/>
            <a:ext cx="3063600" cy="857880"/>
            <a:chOff x="4756118" y="5172983"/>
            <a:chExt cx="3063600" cy="857880"/>
          </a:xfrm>
        </p:grpSpPr>
        <mc:AlternateContent xmlns:mc="http://schemas.openxmlformats.org/markup-compatibility/2006">
          <mc:Choice xmlns:p14="http://schemas.microsoft.com/office/powerpoint/2010/main" Requires="p14">
            <p:contentPart p14:bwMode="auto" r:id="rId280">
              <p14:nvContentPartPr>
                <p14:cNvPr id="171" name="Ink 170">
                  <a:extLst>
                    <a:ext uri="{FF2B5EF4-FFF2-40B4-BE49-F238E27FC236}">
                      <a16:creationId xmlns:a16="http://schemas.microsoft.com/office/drawing/2014/main" id="{5C2144C2-7A7E-66F9-899A-D816F6FAD52F}"/>
                    </a:ext>
                  </a:extLst>
                </p14:cNvPr>
                <p14:cNvContentPartPr/>
                <p14:nvPr/>
              </p14:nvContentPartPr>
              <p14:xfrm>
                <a:off x="4756118" y="5476823"/>
                <a:ext cx="1015920" cy="554040"/>
              </p14:xfrm>
            </p:contentPart>
          </mc:Choice>
          <mc:Fallback>
            <p:pic>
              <p:nvPicPr>
                <p:cNvPr id="171" name="Ink 170">
                  <a:extLst>
                    <a:ext uri="{FF2B5EF4-FFF2-40B4-BE49-F238E27FC236}">
                      <a16:creationId xmlns:a16="http://schemas.microsoft.com/office/drawing/2014/main" id="{5C2144C2-7A7E-66F9-899A-D816F6FAD52F}"/>
                    </a:ext>
                  </a:extLst>
                </p:cNvPr>
                <p:cNvPicPr/>
                <p:nvPr/>
              </p:nvPicPr>
              <p:blipFill>
                <a:blip r:embed="rId281"/>
                <a:stretch>
                  <a:fillRect/>
                </a:stretch>
              </p:blipFill>
              <p:spPr>
                <a:xfrm>
                  <a:off x="4747478" y="5468183"/>
                  <a:ext cx="1033560" cy="57168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3" name="Ink 172">
                  <a:extLst>
                    <a:ext uri="{FF2B5EF4-FFF2-40B4-BE49-F238E27FC236}">
                      <a16:creationId xmlns:a16="http://schemas.microsoft.com/office/drawing/2014/main" id="{FC2E7731-A200-EEB8-8BA9-69AC4671E7FE}"/>
                    </a:ext>
                  </a:extLst>
                </p14:cNvPr>
                <p14:cNvContentPartPr/>
                <p14:nvPr/>
              </p14:nvContentPartPr>
              <p14:xfrm>
                <a:off x="5830718" y="5469623"/>
                <a:ext cx="736200" cy="133920"/>
              </p14:xfrm>
            </p:contentPart>
          </mc:Choice>
          <mc:Fallback>
            <p:pic>
              <p:nvPicPr>
                <p:cNvPr id="173" name="Ink 172">
                  <a:extLst>
                    <a:ext uri="{FF2B5EF4-FFF2-40B4-BE49-F238E27FC236}">
                      <a16:creationId xmlns:a16="http://schemas.microsoft.com/office/drawing/2014/main" id="{FC2E7731-A200-EEB8-8BA9-69AC4671E7FE}"/>
                    </a:ext>
                  </a:extLst>
                </p:cNvPr>
                <p:cNvPicPr/>
                <p:nvPr/>
              </p:nvPicPr>
              <p:blipFill>
                <a:blip r:embed="rId283"/>
                <a:stretch>
                  <a:fillRect/>
                </a:stretch>
              </p:blipFill>
              <p:spPr>
                <a:xfrm>
                  <a:off x="5821718" y="5460623"/>
                  <a:ext cx="75384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74" name="Ink 173">
                  <a:extLst>
                    <a:ext uri="{FF2B5EF4-FFF2-40B4-BE49-F238E27FC236}">
                      <a16:creationId xmlns:a16="http://schemas.microsoft.com/office/drawing/2014/main" id="{BFE9D3EE-507C-18CB-29B2-CC8267460EAE}"/>
                    </a:ext>
                  </a:extLst>
                </p14:cNvPr>
                <p14:cNvContentPartPr/>
                <p14:nvPr/>
              </p14:nvContentPartPr>
              <p14:xfrm>
                <a:off x="6457118" y="5398343"/>
                <a:ext cx="125280" cy="123480"/>
              </p14:xfrm>
            </p:contentPart>
          </mc:Choice>
          <mc:Fallback>
            <p:pic>
              <p:nvPicPr>
                <p:cNvPr id="174" name="Ink 173">
                  <a:extLst>
                    <a:ext uri="{FF2B5EF4-FFF2-40B4-BE49-F238E27FC236}">
                      <a16:creationId xmlns:a16="http://schemas.microsoft.com/office/drawing/2014/main" id="{BFE9D3EE-507C-18CB-29B2-CC8267460EAE}"/>
                    </a:ext>
                  </a:extLst>
                </p:cNvPr>
                <p:cNvPicPr/>
                <p:nvPr/>
              </p:nvPicPr>
              <p:blipFill>
                <a:blip r:embed="rId285"/>
                <a:stretch>
                  <a:fillRect/>
                </a:stretch>
              </p:blipFill>
              <p:spPr>
                <a:xfrm>
                  <a:off x="6448118" y="5389703"/>
                  <a:ext cx="14292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75" name="Ink 174">
                  <a:extLst>
                    <a:ext uri="{FF2B5EF4-FFF2-40B4-BE49-F238E27FC236}">
                      <a16:creationId xmlns:a16="http://schemas.microsoft.com/office/drawing/2014/main" id="{F6CB533C-4A1C-D2D2-8B71-CC199019A4E1}"/>
                    </a:ext>
                  </a:extLst>
                </p14:cNvPr>
                <p14:cNvContentPartPr/>
                <p14:nvPr/>
              </p14:nvContentPartPr>
              <p14:xfrm>
                <a:off x="6731438" y="5330663"/>
                <a:ext cx="151560" cy="180360"/>
              </p14:xfrm>
            </p:contentPart>
          </mc:Choice>
          <mc:Fallback>
            <p:pic>
              <p:nvPicPr>
                <p:cNvPr id="175" name="Ink 174">
                  <a:extLst>
                    <a:ext uri="{FF2B5EF4-FFF2-40B4-BE49-F238E27FC236}">
                      <a16:creationId xmlns:a16="http://schemas.microsoft.com/office/drawing/2014/main" id="{F6CB533C-4A1C-D2D2-8B71-CC199019A4E1}"/>
                    </a:ext>
                  </a:extLst>
                </p:cNvPr>
                <p:cNvPicPr/>
                <p:nvPr/>
              </p:nvPicPr>
              <p:blipFill>
                <a:blip r:embed="rId287"/>
                <a:stretch>
                  <a:fillRect/>
                </a:stretch>
              </p:blipFill>
              <p:spPr>
                <a:xfrm>
                  <a:off x="6722798" y="5322023"/>
                  <a:ext cx="16920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6" name="Ink 175">
                  <a:extLst>
                    <a:ext uri="{FF2B5EF4-FFF2-40B4-BE49-F238E27FC236}">
                      <a16:creationId xmlns:a16="http://schemas.microsoft.com/office/drawing/2014/main" id="{DC5DCDA7-E6DF-F9A1-BADF-0BAF1F30333A}"/>
                    </a:ext>
                  </a:extLst>
                </p14:cNvPr>
                <p14:cNvContentPartPr/>
                <p14:nvPr/>
              </p14:nvContentPartPr>
              <p14:xfrm>
                <a:off x="6614438" y="5228063"/>
                <a:ext cx="376200" cy="414000"/>
              </p14:xfrm>
            </p:contentPart>
          </mc:Choice>
          <mc:Fallback>
            <p:pic>
              <p:nvPicPr>
                <p:cNvPr id="176" name="Ink 175">
                  <a:extLst>
                    <a:ext uri="{FF2B5EF4-FFF2-40B4-BE49-F238E27FC236}">
                      <a16:creationId xmlns:a16="http://schemas.microsoft.com/office/drawing/2014/main" id="{DC5DCDA7-E6DF-F9A1-BADF-0BAF1F30333A}"/>
                    </a:ext>
                  </a:extLst>
                </p:cNvPr>
                <p:cNvPicPr/>
                <p:nvPr/>
              </p:nvPicPr>
              <p:blipFill>
                <a:blip r:embed="rId289"/>
                <a:stretch>
                  <a:fillRect/>
                </a:stretch>
              </p:blipFill>
              <p:spPr>
                <a:xfrm>
                  <a:off x="6605438" y="5219063"/>
                  <a:ext cx="393840" cy="43164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77" name="Ink 176">
                  <a:extLst>
                    <a:ext uri="{FF2B5EF4-FFF2-40B4-BE49-F238E27FC236}">
                      <a16:creationId xmlns:a16="http://schemas.microsoft.com/office/drawing/2014/main" id="{432138BB-3637-31BB-0559-74F46C8C5A2B}"/>
                    </a:ext>
                  </a:extLst>
                </p14:cNvPr>
                <p14:cNvContentPartPr/>
                <p14:nvPr/>
              </p14:nvContentPartPr>
              <p14:xfrm>
                <a:off x="7154078" y="5246783"/>
                <a:ext cx="168840" cy="245520"/>
              </p14:xfrm>
            </p:contentPart>
          </mc:Choice>
          <mc:Fallback>
            <p:pic>
              <p:nvPicPr>
                <p:cNvPr id="177" name="Ink 176">
                  <a:extLst>
                    <a:ext uri="{FF2B5EF4-FFF2-40B4-BE49-F238E27FC236}">
                      <a16:creationId xmlns:a16="http://schemas.microsoft.com/office/drawing/2014/main" id="{432138BB-3637-31BB-0559-74F46C8C5A2B}"/>
                    </a:ext>
                  </a:extLst>
                </p:cNvPr>
                <p:cNvPicPr/>
                <p:nvPr/>
              </p:nvPicPr>
              <p:blipFill>
                <a:blip r:embed="rId291"/>
                <a:stretch>
                  <a:fillRect/>
                </a:stretch>
              </p:blipFill>
              <p:spPr>
                <a:xfrm>
                  <a:off x="7145078" y="5237783"/>
                  <a:ext cx="18648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78" name="Ink 177">
                  <a:extLst>
                    <a:ext uri="{FF2B5EF4-FFF2-40B4-BE49-F238E27FC236}">
                      <a16:creationId xmlns:a16="http://schemas.microsoft.com/office/drawing/2014/main" id="{F4B24097-3FB2-FE3E-3E11-4B4CBF0E6EB9}"/>
                    </a:ext>
                  </a:extLst>
                </p14:cNvPr>
                <p14:cNvContentPartPr/>
                <p14:nvPr/>
              </p14:nvContentPartPr>
              <p14:xfrm>
                <a:off x="7371518" y="5253623"/>
                <a:ext cx="209880" cy="137880"/>
              </p14:xfrm>
            </p:contentPart>
          </mc:Choice>
          <mc:Fallback>
            <p:pic>
              <p:nvPicPr>
                <p:cNvPr id="178" name="Ink 177">
                  <a:extLst>
                    <a:ext uri="{FF2B5EF4-FFF2-40B4-BE49-F238E27FC236}">
                      <a16:creationId xmlns:a16="http://schemas.microsoft.com/office/drawing/2014/main" id="{F4B24097-3FB2-FE3E-3E11-4B4CBF0E6EB9}"/>
                    </a:ext>
                  </a:extLst>
                </p:cNvPr>
                <p:cNvPicPr/>
                <p:nvPr/>
              </p:nvPicPr>
              <p:blipFill>
                <a:blip r:embed="rId293"/>
                <a:stretch>
                  <a:fillRect/>
                </a:stretch>
              </p:blipFill>
              <p:spPr>
                <a:xfrm>
                  <a:off x="7362518" y="5244983"/>
                  <a:ext cx="22752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79" name="Ink 178">
                  <a:extLst>
                    <a:ext uri="{FF2B5EF4-FFF2-40B4-BE49-F238E27FC236}">
                      <a16:creationId xmlns:a16="http://schemas.microsoft.com/office/drawing/2014/main" id="{FF16AE55-D24B-2B03-0863-FA586E923362}"/>
                    </a:ext>
                  </a:extLst>
                </p14:cNvPr>
                <p14:cNvContentPartPr/>
                <p14:nvPr/>
              </p14:nvContentPartPr>
              <p14:xfrm>
                <a:off x="7590398" y="5172983"/>
                <a:ext cx="121680" cy="205200"/>
              </p14:xfrm>
            </p:contentPart>
          </mc:Choice>
          <mc:Fallback>
            <p:pic>
              <p:nvPicPr>
                <p:cNvPr id="179" name="Ink 178">
                  <a:extLst>
                    <a:ext uri="{FF2B5EF4-FFF2-40B4-BE49-F238E27FC236}">
                      <a16:creationId xmlns:a16="http://schemas.microsoft.com/office/drawing/2014/main" id="{FF16AE55-D24B-2B03-0863-FA586E923362}"/>
                    </a:ext>
                  </a:extLst>
                </p:cNvPr>
                <p:cNvPicPr/>
                <p:nvPr/>
              </p:nvPicPr>
              <p:blipFill>
                <a:blip r:embed="rId295"/>
                <a:stretch>
                  <a:fillRect/>
                </a:stretch>
              </p:blipFill>
              <p:spPr>
                <a:xfrm>
                  <a:off x="7581758" y="5164343"/>
                  <a:ext cx="13932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80" name="Ink 179">
                  <a:extLst>
                    <a:ext uri="{FF2B5EF4-FFF2-40B4-BE49-F238E27FC236}">
                      <a16:creationId xmlns:a16="http://schemas.microsoft.com/office/drawing/2014/main" id="{C38AA771-70A4-DA86-384B-0EC510574CBF}"/>
                    </a:ext>
                  </a:extLst>
                </p14:cNvPr>
                <p14:cNvContentPartPr/>
                <p14:nvPr/>
              </p14:nvContentPartPr>
              <p14:xfrm>
                <a:off x="7634318" y="5266583"/>
                <a:ext cx="125640" cy="69840"/>
              </p14:xfrm>
            </p:contentPart>
          </mc:Choice>
          <mc:Fallback>
            <p:pic>
              <p:nvPicPr>
                <p:cNvPr id="180" name="Ink 179">
                  <a:extLst>
                    <a:ext uri="{FF2B5EF4-FFF2-40B4-BE49-F238E27FC236}">
                      <a16:creationId xmlns:a16="http://schemas.microsoft.com/office/drawing/2014/main" id="{C38AA771-70A4-DA86-384B-0EC510574CBF}"/>
                    </a:ext>
                  </a:extLst>
                </p:cNvPr>
                <p:cNvPicPr/>
                <p:nvPr/>
              </p:nvPicPr>
              <p:blipFill>
                <a:blip r:embed="rId297"/>
                <a:stretch>
                  <a:fillRect/>
                </a:stretch>
              </p:blipFill>
              <p:spPr>
                <a:xfrm>
                  <a:off x="7625678" y="5257583"/>
                  <a:ext cx="14328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81" name="Ink 180">
                  <a:extLst>
                    <a:ext uri="{FF2B5EF4-FFF2-40B4-BE49-F238E27FC236}">
                      <a16:creationId xmlns:a16="http://schemas.microsoft.com/office/drawing/2014/main" id="{1301EE2D-4A2F-4DD3-E980-A2B460A42D6B}"/>
                    </a:ext>
                  </a:extLst>
                </p14:cNvPr>
                <p14:cNvContentPartPr/>
                <p14:nvPr/>
              </p14:nvContentPartPr>
              <p14:xfrm>
                <a:off x="7215998" y="5565383"/>
                <a:ext cx="248760" cy="158040"/>
              </p14:xfrm>
            </p:contentPart>
          </mc:Choice>
          <mc:Fallback>
            <p:pic>
              <p:nvPicPr>
                <p:cNvPr id="181" name="Ink 180">
                  <a:extLst>
                    <a:ext uri="{FF2B5EF4-FFF2-40B4-BE49-F238E27FC236}">
                      <a16:creationId xmlns:a16="http://schemas.microsoft.com/office/drawing/2014/main" id="{1301EE2D-4A2F-4DD3-E980-A2B460A42D6B}"/>
                    </a:ext>
                  </a:extLst>
                </p:cNvPr>
                <p:cNvPicPr/>
                <p:nvPr/>
              </p:nvPicPr>
              <p:blipFill>
                <a:blip r:embed="rId299"/>
                <a:stretch>
                  <a:fillRect/>
                </a:stretch>
              </p:blipFill>
              <p:spPr>
                <a:xfrm>
                  <a:off x="7207358" y="5556383"/>
                  <a:ext cx="26640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82" name="Ink 181">
                  <a:extLst>
                    <a:ext uri="{FF2B5EF4-FFF2-40B4-BE49-F238E27FC236}">
                      <a16:creationId xmlns:a16="http://schemas.microsoft.com/office/drawing/2014/main" id="{E204EB5A-FE4D-4458-8F8F-79FC5240C57B}"/>
                    </a:ext>
                  </a:extLst>
                </p14:cNvPr>
                <p14:cNvContentPartPr/>
                <p14:nvPr/>
              </p14:nvContentPartPr>
              <p14:xfrm>
                <a:off x="7515518" y="5538023"/>
                <a:ext cx="189360" cy="124920"/>
              </p14:xfrm>
            </p:contentPart>
          </mc:Choice>
          <mc:Fallback>
            <p:pic>
              <p:nvPicPr>
                <p:cNvPr id="182" name="Ink 181">
                  <a:extLst>
                    <a:ext uri="{FF2B5EF4-FFF2-40B4-BE49-F238E27FC236}">
                      <a16:creationId xmlns:a16="http://schemas.microsoft.com/office/drawing/2014/main" id="{E204EB5A-FE4D-4458-8F8F-79FC5240C57B}"/>
                    </a:ext>
                  </a:extLst>
                </p:cNvPr>
                <p:cNvPicPr/>
                <p:nvPr/>
              </p:nvPicPr>
              <p:blipFill>
                <a:blip r:embed="rId301"/>
                <a:stretch>
                  <a:fillRect/>
                </a:stretch>
              </p:blipFill>
              <p:spPr>
                <a:xfrm>
                  <a:off x="7506518" y="5529023"/>
                  <a:ext cx="20700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83" name="Ink 182">
                  <a:extLst>
                    <a:ext uri="{FF2B5EF4-FFF2-40B4-BE49-F238E27FC236}">
                      <a16:creationId xmlns:a16="http://schemas.microsoft.com/office/drawing/2014/main" id="{A356E578-1A52-6007-DB01-496AB082D5C0}"/>
                    </a:ext>
                  </a:extLst>
                </p14:cNvPr>
                <p14:cNvContentPartPr/>
                <p14:nvPr/>
              </p14:nvContentPartPr>
              <p14:xfrm>
                <a:off x="7633958" y="5442623"/>
                <a:ext cx="25920" cy="18720"/>
              </p14:xfrm>
            </p:contentPart>
          </mc:Choice>
          <mc:Fallback>
            <p:pic>
              <p:nvPicPr>
                <p:cNvPr id="183" name="Ink 182">
                  <a:extLst>
                    <a:ext uri="{FF2B5EF4-FFF2-40B4-BE49-F238E27FC236}">
                      <a16:creationId xmlns:a16="http://schemas.microsoft.com/office/drawing/2014/main" id="{A356E578-1A52-6007-DB01-496AB082D5C0}"/>
                    </a:ext>
                  </a:extLst>
                </p:cNvPr>
                <p:cNvPicPr/>
                <p:nvPr/>
              </p:nvPicPr>
              <p:blipFill>
                <a:blip r:embed="rId303"/>
                <a:stretch>
                  <a:fillRect/>
                </a:stretch>
              </p:blipFill>
              <p:spPr>
                <a:xfrm>
                  <a:off x="7624958" y="5433983"/>
                  <a:ext cx="4356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84" name="Ink 183">
                  <a:extLst>
                    <a:ext uri="{FF2B5EF4-FFF2-40B4-BE49-F238E27FC236}">
                      <a16:creationId xmlns:a16="http://schemas.microsoft.com/office/drawing/2014/main" id="{63140832-2439-7066-9F93-72FF0898983E}"/>
                    </a:ext>
                  </a:extLst>
                </p14:cNvPr>
                <p14:cNvContentPartPr/>
                <p14:nvPr/>
              </p14:nvContentPartPr>
              <p14:xfrm>
                <a:off x="7715678" y="5467823"/>
                <a:ext cx="104040" cy="165240"/>
              </p14:xfrm>
            </p:contentPart>
          </mc:Choice>
          <mc:Fallback>
            <p:pic>
              <p:nvPicPr>
                <p:cNvPr id="184" name="Ink 183">
                  <a:extLst>
                    <a:ext uri="{FF2B5EF4-FFF2-40B4-BE49-F238E27FC236}">
                      <a16:creationId xmlns:a16="http://schemas.microsoft.com/office/drawing/2014/main" id="{63140832-2439-7066-9F93-72FF0898983E}"/>
                    </a:ext>
                  </a:extLst>
                </p:cNvPr>
                <p:cNvPicPr/>
                <p:nvPr/>
              </p:nvPicPr>
              <p:blipFill>
                <a:blip r:embed="rId305"/>
                <a:stretch>
                  <a:fillRect/>
                </a:stretch>
              </p:blipFill>
              <p:spPr>
                <a:xfrm>
                  <a:off x="7707038" y="5459183"/>
                  <a:ext cx="121680" cy="182880"/>
                </a:xfrm>
                <a:prstGeom prst="rect">
                  <a:avLst/>
                </a:prstGeom>
              </p:spPr>
            </p:pic>
          </mc:Fallback>
        </mc:AlternateContent>
      </p:grpSp>
    </p:spTree>
    <p:extLst>
      <p:ext uri="{BB962C8B-B14F-4D97-AF65-F5344CB8AC3E}">
        <p14:creationId xmlns:p14="http://schemas.microsoft.com/office/powerpoint/2010/main" val="1394928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FF936-5D85-DD7F-A65D-9D0E2646F7DA}"/>
            </a:ext>
          </a:extLst>
        </p:cNvPr>
        <p:cNvGrpSpPr/>
        <p:nvPr/>
      </p:nvGrpSpPr>
      <p:grpSpPr>
        <a:xfrm>
          <a:off x="0" y="0"/>
          <a:ext cx="0" cy="0"/>
          <a:chOff x="0" y="0"/>
          <a:chExt cx="0" cy="0"/>
        </a:xfrm>
      </p:grpSpPr>
      <p:pic>
        <p:nvPicPr>
          <p:cNvPr id="2" name="Picture 2" descr="A person smiling at a computer&#10;&#10;Description automatically generated">
            <a:extLst>
              <a:ext uri="{FF2B5EF4-FFF2-40B4-BE49-F238E27FC236}">
                <a16:creationId xmlns:a16="http://schemas.microsoft.com/office/drawing/2014/main" id="{C5ADDAA8-09C4-2AD3-B045-D91BD84DAD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1950"/>
          <a:stretch/>
        </p:blipFill>
        <p:spPr bwMode="auto">
          <a:xfrm>
            <a:off x="609441" y="1295956"/>
            <a:ext cx="10969943" cy="4829506"/>
          </a:xfrm>
          <a:prstGeom prst="rect">
            <a:avLst/>
          </a:prstGeom>
          <a:solidFill>
            <a:srgbClr val="FFFFFF"/>
          </a:solidFill>
        </p:spPr>
      </p:pic>
      <p:sp>
        <p:nvSpPr>
          <p:cNvPr id="3" name="Footer Placeholder 2">
            <a:extLst>
              <a:ext uri="{FF2B5EF4-FFF2-40B4-BE49-F238E27FC236}">
                <a16:creationId xmlns:a16="http://schemas.microsoft.com/office/drawing/2014/main" id="{573C06EE-9546-B2F7-B405-F9DEF20D24CC}"/>
              </a:ext>
            </a:extLst>
          </p:cNvPr>
          <p:cNvSpPr>
            <a:spLocks noGrp="1"/>
          </p:cNvSpPr>
          <p:nvPr>
            <p:ph type="ftr" sz="quarter" idx="11"/>
          </p:nvPr>
        </p:nvSpPr>
        <p:spPr>
          <a:xfrm>
            <a:off x="4164515" y="6355588"/>
            <a:ext cx="3859795" cy="365030"/>
          </a:xfrm>
        </p:spPr>
        <p:txBody>
          <a:bodyPr anchor="ctr">
            <a:normAutofit/>
          </a:bodyPr>
          <a:lstStyle/>
          <a:p>
            <a:pPr>
              <a:lnSpc>
                <a:spcPct val="90000"/>
              </a:lnSpc>
              <a:spcAft>
                <a:spcPts val="800"/>
              </a:spcAft>
            </a:pPr>
            <a:r>
              <a:rPr lang="en-US" dirty="0"/>
              <a:t>www.anubhavtrainings.com</a:t>
            </a:r>
            <a:endParaRPr lang="en-US"/>
          </a:p>
        </p:txBody>
      </p:sp>
      <p:sp>
        <p:nvSpPr>
          <p:cNvPr id="4" name="Slide Number Placeholder 3">
            <a:extLst>
              <a:ext uri="{FF2B5EF4-FFF2-40B4-BE49-F238E27FC236}">
                <a16:creationId xmlns:a16="http://schemas.microsoft.com/office/drawing/2014/main" id="{4C5BB865-FBB8-C99B-578D-A06188192290}"/>
              </a:ext>
            </a:extLst>
          </p:cNvPr>
          <p:cNvSpPr>
            <a:spLocks noGrp="1"/>
          </p:cNvSpPr>
          <p:nvPr>
            <p:ph type="sldNum" sz="quarter" idx="12"/>
          </p:nvPr>
        </p:nvSpPr>
        <p:spPr>
          <a:xfrm>
            <a:off x="609441" y="6355588"/>
            <a:ext cx="2844059" cy="365030"/>
          </a:xfrm>
        </p:spPr>
        <p:txBody>
          <a:bodyPr anchor="ctr">
            <a:normAutofit/>
          </a:bodyPr>
          <a:lstStyle/>
          <a:p>
            <a:pPr>
              <a:lnSpc>
                <a:spcPct val="90000"/>
              </a:lnSpc>
              <a:spcAft>
                <a:spcPts val="800"/>
              </a:spcAft>
            </a:pPr>
            <a:fld id="{B6F15528-21DE-4FAA-801E-634DDDAF4B2B}" type="slidenum">
              <a:rPr lang="en-US" smtClean="0"/>
              <a:pPr>
                <a:lnSpc>
                  <a:spcPct val="90000"/>
                </a:lnSpc>
                <a:spcAft>
                  <a:spcPts val="800"/>
                </a:spcAft>
              </a:pPr>
              <a:t>10</a:t>
            </a:fld>
            <a:endParaRPr lang="en-US"/>
          </a:p>
        </p:txBody>
      </p:sp>
      <p:sp>
        <p:nvSpPr>
          <p:cNvPr id="5" name="Title 4">
            <a:extLst>
              <a:ext uri="{FF2B5EF4-FFF2-40B4-BE49-F238E27FC236}">
                <a16:creationId xmlns:a16="http://schemas.microsoft.com/office/drawing/2014/main" id="{7C3E2BCE-2B31-8239-DE9D-0379C0E515B8}"/>
              </a:ext>
            </a:extLst>
          </p:cNvPr>
          <p:cNvSpPr>
            <a:spLocks noGrp="1"/>
          </p:cNvSpPr>
          <p:nvPr>
            <p:ph type="title"/>
          </p:nvPr>
        </p:nvSpPr>
        <p:spPr>
          <a:xfrm>
            <a:off x="609441" y="584942"/>
            <a:ext cx="10969943" cy="711016"/>
          </a:xfrm>
        </p:spPr>
        <p:txBody>
          <a:bodyPr>
            <a:normAutofit/>
          </a:bodyPr>
          <a:lstStyle/>
          <a:p>
            <a:r>
              <a:rPr lang="en-IN" dirty="0"/>
              <a:t>Hands-on Create process for Alex</a:t>
            </a:r>
          </a:p>
        </p:txBody>
      </p:sp>
    </p:spTree>
    <p:extLst>
      <p:ext uri="{BB962C8B-B14F-4D97-AF65-F5344CB8AC3E}">
        <p14:creationId xmlns:p14="http://schemas.microsoft.com/office/powerpoint/2010/main" val="4263989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D26BE-246E-3CB9-BEC5-4CAE6312C25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F6D2150-2174-5A7B-C866-29655357145F}"/>
              </a:ext>
            </a:extLst>
          </p:cNvPr>
          <p:cNvSpPr>
            <a:spLocks noGrp="1"/>
          </p:cNvSpPr>
          <p:nvPr>
            <p:ph type="ftr" sz="quarter" idx="11"/>
          </p:nvPr>
        </p:nvSpPr>
        <p:spPr/>
        <p:txBody>
          <a:bodyPr/>
          <a:lstStyle/>
          <a:p>
            <a:r>
              <a:rPr lang="en-US"/>
              <a:t>www.anubhavtrainings.com</a:t>
            </a:r>
            <a:endParaRPr lang="en-US" dirty="0"/>
          </a:p>
        </p:txBody>
      </p:sp>
      <p:sp>
        <p:nvSpPr>
          <p:cNvPr id="4" name="Slide Number Placeholder 3">
            <a:extLst>
              <a:ext uri="{FF2B5EF4-FFF2-40B4-BE49-F238E27FC236}">
                <a16:creationId xmlns:a16="http://schemas.microsoft.com/office/drawing/2014/main" id="{4559C181-96E2-152C-800E-5C611BD1B8FB}"/>
              </a:ext>
            </a:extLst>
          </p:cNvPr>
          <p:cNvSpPr>
            <a:spLocks noGrp="1"/>
          </p:cNvSpPr>
          <p:nvPr>
            <p:ph type="sldNum" sz="quarter" idx="12"/>
          </p:nvPr>
        </p:nvSpPr>
        <p:spPr>
          <a:xfrm>
            <a:off x="203147" y="6374633"/>
            <a:ext cx="609441" cy="365030"/>
          </a:xfrm>
        </p:spPr>
        <p:txBody>
          <a:bodyPr/>
          <a:lstStyle/>
          <a:p>
            <a:fld id="{B6F15528-21DE-4FAA-801E-634DDDAF4B2B}" type="slidenum">
              <a:rPr lang="en-US" smtClean="0"/>
              <a:pPr/>
              <a:t>11</a:t>
            </a:fld>
            <a:endParaRPr lang="en-US" dirty="0"/>
          </a:p>
        </p:txBody>
      </p:sp>
      <p:sp>
        <p:nvSpPr>
          <p:cNvPr id="5" name="Title 4">
            <a:extLst>
              <a:ext uri="{FF2B5EF4-FFF2-40B4-BE49-F238E27FC236}">
                <a16:creationId xmlns:a16="http://schemas.microsoft.com/office/drawing/2014/main" id="{0596141A-E48C-8765-287D-40A518F1B3AB}"/>
              </a:ext>
            </a:extLst>
          </p:cNvPr>
          <p:cNvSpPr>
            <a:spLocks noGrp="1"/>
          </p:cNvSpPr>
          <p:nvPr>
            <p:ph type="title"/>
          </p:nvPr>
        </p:nvSpPr>
        <p:spPr>
          <a:xfrm>
            <a:off x="101573" y="178647"/>
            <a:ext cx="10969943" cy="711016"/>
          </a:xfrm>
        </p:spPr>
        <p:txBody>
          <a:bodyPr/>
          <a:lstStyle/>
          <a:p>
            <a:r>
              <a:rPr lang="en-IN" sz="3333"/>
              <a:t>Core Components</a:t>
            </a:r>
            <a:endParaRPr lang="en-IN" sz="3333" dirty="0"/>
          </a:p>
        </p:txBody>
      </p:sp>
      <p:pic>
        <p:nvPicPr>
          <p:cNvPr id="11268" name="Picture 4">
            <a:extLst>
              <a:ext uri="{FF2B5EF4-FFF2-40B4-BE49-F238E27FC236}">
                <a16:creationId xmlns:a16="http://schemas.microsoft.com/office/drawing/2014/main" id="{BE8420CB-0CFF-4329-14A1-702F057FA32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91265" y="1864133"/>
            <a:ext cx="6094413" cy="325035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84D922D-6FA8-68E0-B4AC-D0A585E10AF5}"/>
              </a:ext>
            </a:extLst>
          </p:cNvPr>
          <p:cNvSpPr txBox="1"/>
          <p:nvPr/>
        </p:nvSpPr>
        <p:spPr>
          <a:xfrm>
            <a:off x="304720" y="1662573"/>
            <a:ext cx="5383398" cy="4875530"/>
          </a:xfrm>
          <a:prstGeom prst="rect">
            <a:avLst/>
          </a:prstGeom>
        </p:spPr>
        <p:txBody>
          <a:bodyPr vert="horz" lIns="121888" tIns="60944" rIns="121888" bIns="60944" rtlCol="0">
            <a:normAutofit/>
          </a:bodyPr>
          <a:lstStyle/>
          <a:p>
            <a:pPr>
              <a:spcBef>
                <a:spcPct val="20000"/>
              </a:spcBef>
              <a:buFont typeface="Arial" pitchFamily="34" charset="0"/>
            </a:pPr>
            <a:r>
              <a:rPr lang="en-US" sz="1866" b="1" dirty="0"/>
              <a:t>Lobby </a:t>
            </a:r>
            <a:r>
              <a:rPr lang="en-US" sz="1866" dirty="0"/>
              <a:t>– Centrally view and manage all build apps and business processes.</a:t>
            </a:r>
          </a:p>
          <a:p>
            <a:pPr>
              <a:spcBef>
                <a:spcPct val="20000"/>
              </a:spcBef>
              <a:buFont typeface="Arial" pitchFamily="34" charset="0"/>
            </a:pPr>
            <a:r>
              <a:rPr lang="en-US" sz="1866" b="1" dirty="0"/>
              <a:t>Process Builder- </a:t>
            </a:r>
            <a:r>
              <a:rPr lang="en-US" sz="1866" dirty="0"/>
              <a:t>a LCNC design studio to design the business process and add multiple tasks</a:t>
            </a:r>
          </a:p>
          <a:p>
            <a:pPr>
              <a:spcBef>
                <a:spcPct val="20000"/>
              </a:spcBef>
              <a:buFont typeface="Arial" pitchFamily="34" charset="0"/>
            </a:pPr>
            <a:r>
              <a:rPr lang="en-US" sz="1866" b="1" dirty="0"/>
              <a:t>Connectors</a:t>
            </a:r>
            <a:r>
              <a:rPr lang="en-US" sz="1866" dirty="0"/>
              <a:t> – configure connections with the systems</a:t>
            </a:r>
          </a:p>
          <a:p>
            <a:pPr>
              <a:spcBef>
                <a:spcPct val="20000"/>
              </a:spcBef>
              <a:buFont typeface="Arial" pitchFamily="34" charset="0"/>
            </a:pPr>
            <a:r>
              <a:rPr lang="en-US" sz="1866" b="1" dirty="0"/>
              <a:t>Store</a:t>
            </a:r>
            <a:r>
              <a:rPr lang="en-US" sz="1866" dirty="0"/>
              <a:t> – Explore and import pre-built SAP standard process content</a:t>
            </a:r>
          </a:p>
          <a:p>
            <a:pPr>
              <a:spcBef>
                <a:spcPct val="20000"/>
              </a:spcBef>
              <a:buFont typeface="Arial" pitchFamily="34" charset="0"/>
            </a:pPr>
            <a:r>
              <a:rPr lang="en-US" sz="1866" b="1" dirty="0"/>
              <a:t>Monitoring</a:t>
            </a:r>
            <a:r>
              <a:rPr lang="en-US" sz="1866" dirty="0"/>
              <a:t> – Analyze and monitor the on-going processes</a:t>
            </a:r>
          </a:p>
          <a:p>
            <a:pPr>
              <a:spcBef>
                <a:spcPct val="20000"/>
              </a:spcBef>
              <a:buFont typeface="Arial" pitchFamily="34" charset="0"/>
            </a:pPr>
            <a:r>
              <a:rPr lang="en-US" sz="1866" b="1" dirty="0"/>
              <a:t>Control Tower </a:t>
            </a:r>
            <a:r>
              <a:rPr lang="en-US" sz="1866" dirty="0"/>
              <a:t>– Discover the implementation guide and configure IRPA desktop agents</a:t>
            </a:r>
          </a:p>
        </p:txBody>
      </p:sp>
    </p:spTree>
    <p:extLst>
      <p:ext uri="{BB962C8B-B14F-4D97-AF65-F5344CB8AC3E}">
        <p14:creationId xmlns:p14="http://schemas.microsoft.com/office/powerpoint/2010/main" val="3429135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20</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8352</TotalTime>
  <Words>1026</Words>
  <Application>Microsoft Office PowerPoint</Application>
  <PresentationFormat>Custom</PresentationFormat>
  <Paragraphs>127</Paragraphs>
  <Slides>14</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14</vt:i4>
      </vt:variant>
    </vt:vector>
  </HeadingPairs>
  <TitlesOfParts>
    <vt:vector size="26" baseType="lpstr">
      <vt:lpstr>72</vt:lpstr>
      <vt:lpstr>72 Brand Variable</vt:lpstr>
      <vt:lpstr>Amasis MT Pro Black</vt:lpstr>
      <vt:lpstr>Arial</vt:lpstr>
      <vt:lpstr>Arial Black</vt:lpstr>
      <vt:lpstr>Calibri</vt:lpstr>
      <vt:lpstr>Cooper Black</vt:lpstr>
      <vt:lpstr>Segoe UI</vt:lpstr>
      <vt:lpstr>Segoe UI Light</vt:lpstr>
      <vt:lpstr>TKTypeMedium</vt:lpstr>
      <vt:lpstr>Office Theme</vt:lpstr>
      <vt:lpstr>1_Office Theme</vt:lpstr>
      <vt:lpstr>SAP BTP Extension Suite Training</vt:lpstr>
      <vt:lpstr>PowerPoint Presentation</vt:lpstr>
      <vt:lpstr>Agenda – Day 31</vt:lpstr>
      <vt:lpstr>What is SAP Build?</vt:lpstr>
      <vt:lpstr>SAP Build Offerings?</vt:lpstr>
      <vt:lpstr>SAP BTP Build Process Automation</vt:lpstr>
      <vt:lpstr>Product Overview</vt:lpstr>
      <vt:lpstr>Scenario – Supplier App</vt:lpstr>
      <vt:lpstr>PowerPoint Presentation</vt:lpstr>
      <vt:lpstr>Hands-on Create process for Alex</vt:lpstr>
      <vt:lpstr>Core Components</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341</cp:revision>
  <dcterms:created xsi:type="dcterms:W3CDTF">2013-09-12T13:05:01Z</dcterms:created>
  <dcterms:modified xsi:type="dcterms:W3CDTF">2026-03-03T04:01:01Z</dcterms:modified>
</cp:coreProperties>
</file>