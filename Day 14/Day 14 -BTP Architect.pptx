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6" r:id="rId2"/>
    <p:sldId id="4122" r:id="rId3"/>
    <p:sldId id="277" r:id="rId4"/>
    <p:sldId id="4733" r:id="rId5"/>
    <p:sldId id="4734" r:id="rId6"/>
    <p:sldId id="4759" r:id="rId7"/>
    <p:sldId id="4749" r:id="rId8"/>
    <p:sldId id="4817" r:id="rId9"/>
    <p:sldId id="4818" r:id="rId10"/>
    <p:sldId id="4825" r:id="rId11"/>
    <p:sldId id="4746" r:id="rId12"/>
    <p:sldId id="4750" r:id="rId13"/>
    <p:sldId id="4751" r:id="rId14"/>
    <p:sldId id="4758" r:id="rId15"/>
    <p:sldId id="4819" r:id="rId16"/>
    <p:sldId id="4820" r:id="rId17"/>
    <p:sldId id="4821" r:id="rId18"/>
    <p:sldId id="4822" r:id="rId19"/>
    <p:sldId id="282" r:id="rId20"/>
    <p:sldId id="280" r:id="rId21"/>
    <p:sldId id="4711" r:id="rId22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240" autoAdjust="0"/>
    <p:restoredTop sz="95033" autoAdjust="0"/>
  </p:normalViewPr>
  <p:slideViewPr>
    <p:cSldViewPr>
      <p:cViewPr varScale="1">
        <p:scale>
          <a:sx n="102" d="100"/>
          <a:sy n="102" d="100"/>
        </p:scale>
        <p:origin x="640" y="288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07T06:08:20.486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0 86 24575,'10'-5'0,"11"-1"0,12 0 0,10 2 0,11-9 0,6-2 0,2 2 0,5 3 0,-5 3 0,1 3 0,-6 2 0,-12 1-8191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1-07T06:08:20.886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1 1 24575,'4'0'0,"12"0"0,16 0 0,22 0 0,15 0 0,15 0 0,2 0 0,10 0 0,2 0 0,-1 0 0,-13 0 0,-16 0 0,-19 0-8191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28T14:23:08.6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18 24575,'0'-1'0,"0"1"0,0 0 0,0-1 0,0 1 0,0-1 0,0 1 0,1-1 0,-1 1 0,0-1 0,0 1 0,0-1 0,0 1 0,1 0 0,-1-1 0,0 1 0,0-1 0,1 1 0,-1 0 0,0-1 0,1 1 0,-1 0 0,0-1 0,1 1 0,0 0 0,-1 0 0,0 0 0,0 0 0,0 0 0,1 0 0,-1 0 0,0 0 0,0 0 0,1 0 0,-1 0 0,0 0 0,0 0 0,0 0 0,1 0 0,-1 0 0,0 0 0,0 0 0,0 1 0,1-1 0,-1 0 0,0 0 0,0 0 0,0 0 0,1 0 0,-1 1 0,0-1 0,0 0 0,0 0 0,0 0 0,0 1 0,0-1 0,0 0 0,0 0 0,1 1 0,-1-1 0,0 0 0,0 0 0,0 0 0,0 1 0,0-1 0,0 0 0,0 0 0,0 1 0,0-1 0,0 0 0,-1 0 0,1 1 0,1 0 0,-1 1 0,0 0 0,0-1 0,1 1 0,-1 0 0,-1 0 0,1-1 0,0 1 0,0 0 0,-1-1 0,1 1 0,0-1 0,-1 1 0,0 0 0,1-1 0,-1 1 0,0-1 0,0 1 0,0-1 0,0 0 0,0 1 0,0-1 0,0 0 0,0 0 0,-1 0 0,1 0 0,0 0 0,-1 0 0,1 0 0,-1 0 0,1 0 0,-1-1 0,0 1 0,1-1 0,-1 1 0,1-1 0,-1 1 0,-2-1 0,-2-2 0,13-2 0,15-3 0,21 9 0,-42-2 0,0 0 0,0 1 0,0-1 0,0 0 0,0 0 0,0 1 0,0-1 0,-1 1 0,1-1 0,0 1 0,0-1 0,0 1 0,-1-1 0,1 1 0,0 0 0,1 1 0,-2-2 0,0 1 0,0 0 0,0-1 0,0 1 0,0 0 0,0-1 0,-1 1 0,1 0 0,0-1 0,0 1 0,0 0 0,-1-1 0,1 1 0,0-1 0,-1 1 0,1-1 0,0 1 0,-1 0 0,1-1 0,-1 1 0,1-1 0,-1 0 0,1 1 0,-1-1 0,1 1 0,-1-1 0,0 0 0,0 1 0,-1 0 0,0 0 0,0 0 0,0 0 0,0 0 0,-1 0 0,1-1 0,0 1 0,0-1 0,-1 1 0,1-1 0,0 0 0,0 0 0,-1 0 0,1 0 0,0 0 0,-1-1 0,1 1 0,-4-2 0,5 2 0,0 0 0,0-1 0,0 1 0,1-1 0,-1 1 0,0 0 0,0-1 0,1 0 0,-1 1 0,0-1 0,1 1 0,-1-1 0,0 0 0,1 1 0,-1-1 0,1 0 0,-1 0 0,1 1 0,-1-1 0,1 0 0,0 0 0,-1 0 0,1 0 0,0 1 0,0-1 0,0 0 0,-1 0 0,1 0 0,0 0 0,0 0 0,0 0 0,1 0 0,-1 0 0,0 1 0,0-1 0,0 0 0,1 0 0,-1 0 0,0 0 0,1 0 0,-1 1 0,1-1 0,-1 0 0,1 0 0,-1 1 0,1-1 0,-1 0 0,1 1 0,1-2 0,-1 1 0,0-1 0,0 1 0,0 0 0,1-1 0,-1 1 0,0 0 0,1 0 0,-1 0 0,1 0 0,0 0 0,-1 0 0,1 0 0,0 1 0,0-1 0,-1 0 0,1 1 0,0 0 0,0-1 0,0 1 0,0 0 0,-1 0 0,1 0 0,0 0 0,0 0 0,0 0 0,0 1 0,-1-1 0,4 1 0,-5 0 0,1-1 0,0 0 0,-1 1 0,1-1 0,0 1 0,-1-1 0,1 1 0,0-1 0,-1 1 0,1-1 0,-1 1 0,1 0 0,-1-1 0,0 1 0,1 0 0,-1-1 0,1 1 0,-1 0 0,0 0 0,0-1 0,0 1 0,1 0 0,-1 0 0,0 1 0,0-1 0,-1 1 0,1 0 0,0-1 0,-1 1 0,0 0 0,1-1 0,-1 1 0,0-1 0,0 1 0,0-1 0,0 1 0,0-1 0,0 0 0,0 1 0,0-1 0,-2 2 0,-1-1 0,1 0 0,0 0 0,-1 0 0,1 0 0,-1 0 0,0-1 0,0 1 0,1-1 0,-1 0 0,0-1 0,0 1 0,0 0 0,0-1 0,0 0 0,0 0 0,0 0 0,0-1 0,-4 0 0,6 1 0,1-1 0,-1 1 0,1-1 0,-1 1 0,1-1 0,-1 1 0,1-1 0,0 0 0,-1 0 0,1 0 0,0 0 0,-1 0 0,1 0 0,0 0 0,0 0 0,0 0 0,0-1 0,-1-1 0,1 1 0,1 0 0,-1 0 0,1 0 0,0 1 0,0-1 0,-1 0 0,1 0 0,1 0 0,-1 0 0,0 1 0,0-1 0,1 0 0,-1 0 0,1 1 0,-1-1 0,1 0 0,0 0 0,0 1 0,0-1 0,1-1 0,0 0-68,-1 1 0,1 0-1,0-1 1,0 1 0,-1 0 0,1 0-1,1 0 1,-1 1 0,0-1 0,0 1-1,1-1 1,-1 1 0,0-1 0,1 1-1,0 0 1,-1 0 0,1 1-1,0-1 1,3 0 0,10 1-6758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600" units="cm"/>
          <inkml:channel name="T" type="integer" max="2.14748E9" units="dev"/>
        </inkml:traceFormat>
        <inkml:channelProperties>
          <inkml:channelProperty channel="X" name="resolution" value="74.2029" units="1/cm"/>
          <inkml:channelProperty channel="Y" name="resolution" value="74.4186" units="1/cm"/>
          <inkml:channelProperty channel="T" name="resolution" value="1" units="1/dev"/>
        </inkml:channelProperties>
      </inkml:inkSource>
      <inkml:timestamp xml:id="ts0" timeString="2025-05-12T04:15:25.357"/>
    </inkml:context>
    <inkml:brush xml:id="br0">
      <inkml:brushProperty name="width" value="0.05292" units="cm"/>
      <inkml:brushProperty name="height" value="0.05292" units="cm"/>
      <inkml:brushProperty name="color" value="#FFFF00"/>
    </inkml:brush>
  </inkml:definitions>
  <inkml:trace contextRef="#ctx0" brushRef="#br0">1481 2407 0,'-13'0'15,"26"0"-15,-26-26 16,13 13-1,40-14 1,-27 27 0,13 0-1,-26 53 17,-13-40-17,13 14-15,-26 65 16,13-65-1,-1 92 1,14-106-16,0 27 31,0-54-15,27-78 0,-14 52-1,27-171 1,-1 52-1,67 40 17,-93 132-17,67 133 1,-67-107 0,27 173-1,-27-173 1,-13 1-16,0 53 15,0-67-15,0 14 32</inkml:trace>
  <inkml:trace contextRef="#ctx0" brushRef="#br0" timeOffset="1500.51">1653 2500 0,'0'0'0,"-53"-40"15,67 14 17,-1 26-17,13-14-15,40 1 16,-39 0 0,-1 13-16,40-13 15,-26 66 16,-27-40-15,27 93 0,-27-67-1,0 54 1,-13-80 0,0 14-1,0-41 1,14-65-1,-1 66 1,27-93 0,-27 93-1,26 0 1,-39 26 0,14 40-1,25 13 16,-39-53-31,14 0 16,25 27 0,-26-40-16,1 0 15,39-13 1,-40-1 0,27-52-1,-54-26 16,14 65-15,-13 14-16,0-13 16,13-14 15,-13 27 0,26 39 47,13 120-46,-26-120-17,40 80 1,13-66 15,13-93 0,-53 39-31,-13-12 16,13-53 0,-13 52-16,0 1 15,-13-27 1,0 40-16,13 39 31,53 120 0,13-41 1,27-131-1,-80-1-31,0 1 15,0-186 17,-13 173-32,-26-27 31,52 132 0,67 145 0,-53-92 1,-40-79-1,0-53-31,0-14 16,0-52-1,52-66 16,-12 131-15,39 67 0,-39 66 15,-106-66 0,53-53-31,-14 0 16,-39-40 15,93 27-15</inkml:trace>
  <inkml:trace contextRef="#ctx0" brushRef="#br0" timeOffset="2580.82">3254 2460 0,'0'0'0,"0"-13"16,0-14-16,-53-39 31,53 53-31,-14 13 31,120 198 1,-79-158-32,39 119 31,-53-133-31,-13 14 15,0-66 17,26-173-1,54 67 0,-54 132-31,27 79 31,0 93 1,26-132-1,54-106 0,-107 52-31,67-65 31,-54-27 1,-39 93-32,-92-27 31,-27 133 0,106 39 0,79-92 1,-53-40-32,66-66 31,-13-40 0,-66 132 0,0 54 1,53-41-1,13-78 0,-26-27 0,-13-14 1,-14 160-1,26 78 0,-39-118-31,53 13 31,27-146 1,-41-65-1,-25 92 0,-14 79-15</inkml:trace>
  <inkml:trace contextRef="#ctx0" brushRef="#br0" timeOffset="6056.92">4100 4457 0,'0'13'31,"26"-13"32,93-13-32,53 0 0,-79 13-15,-40-13-16,172 13 31,52 0 0,-65 0 0,13 0 1,-172 0-32,-14 0 0,1 0 15,172 13 17,-14 0-1,-13-13 0,-13-13 0,13 13-15,-145 0 0,132 13-1,-119-13 1,106 0-1,-133 0 1,14 0-16,66 0 16,-1 0 15,-78 0-15,39-13-1,-53 13 1,0 0-16,14 0 15,-14 0 32</inkml:trace>
  <inkml:trace contextRef="#ctx0" brushRef="#br0" timeOffset="8078.7">8927 4457 0,'0'13'47,"14"-13"-15,-1 0-17,0 0-15,13 0 16,1 0-1,-14 0-15,53-13 16,-26 0 0,132 0-1,-132 13 1,132-14 0,-133 14-1,160 0 1,-147 0-1,173 0 1,-172 0 0,238 0-1,-40 27 17,-211-27-17,119 0 1,-133 0-1,120 0 1,-93 0-16,105 13 31,-118 0-15,13-13-16,92 13 16,80 1 15,-172-14-16,199 13 1,-186 0 0,198 0-1,-184-13 1,171 14 0,-185-14-1,265 13 1,-265-13-1,172 0 1,-185 0 0,145 0-1,-158 0 1,132 0 0,-119 0-1,105 0 1,-131 0-1,12 0-15,67 0 16,-79 0 0,12 0-16,80-13 15,-92 13 1,105-14 0,-92 14-1,92-13 1,-106 13-1,14 0-15,39 0 16,-52 0 0,66 0-1,-54-13 1,41 13 0,-67 0-1,53 0 1,-26 0 15,-14 0 0,-13 0 47,27 0-46,-27 0-17,14 0 1,-14 0 0,13 0-1,-12 0 1,12 0-1,-13 0 1,14 0 0,-27-13 46,0-1-46</inkml:trace>
  <inkml:trace contextRef="#ctx0" brushRef="#br0" timeOffset="8443.58">15249 4298 0,'-13'0'32,"26"0"-1,-13 14-15,40 12-1,0-13 1,-1 40-1,-25-53 1,-1 40 0,-13-27-1,-27 53 1,14-39 0,0-1-16,-53 40 15</inkml:trace>
  <inkml:trace contextRef="#ctx0" brushRef="#br0" timeOffset="13194.64">16982 5740 0,'13'0'32,"14"0"-1,-27 13 16,26 27-16,27 52-15,-40-65-1,66 52 1,-65-52 0,105 12-1,-93-26 1,120-13-1,-107-13 1,-12 13-16,65-66 16,-26-53 31,-66 93-47,27-67 15,-27 80 1,0-14-1,0 41 32</inkml:trace>
  <inkml:trace contextRef="#ctx0" brushRef="#br0" timeOffset="14030.18">17074 5251 0,'14'-27'16,"-1"14"15,0 13-15,14 0-1,-14 13 1,26 27 0,-25-40-1,-1 53 1,-13-40 0,-13 13-1,-1-26 1,-12 14-16,-53-14 15,65 0 1,-38-14 0,38 1-1,1-40 1,13 40 0,27-40-1,39 40 16,-53 13-15,0 0 0,0 0-1,-13 13-15</inkml:trace>
  <inkml:trace contextRef="#ctx0" brushRef="#br0" timeOffset="14960.83">17736 5237 0,'13'0'16,"0"-13"0,14 13-1,-14 0 1,13 0 0,-13 13-1,14 14 1,-14-14-1,14 27 1,-27-27 0,0 27-1,-14-40 1,-25 13 0,25 0-1,-25-13 1,26 0-1,-27-26 1,40 12-16,-27-25 31,14 25-15,13-12 0,13 13-1,14 0 1,13 13 15,-27 0-15,0 0-16,13 0 15,-12 0 17</inkml:trace>
  <inkml:trace contextRef="#ctx0" brushRef="#br0" timeOffset="18029.72">17207 2354 0,'0'14'31,"13"52"0,-13 39 0,0-25 1,0-54-1,26-79 0,-12 27-31,-1-1 16,26-197 15,28 65 0,12 119 1,-66 40-32,40 80 31,-40 78 0,-13-39 0,-26-66 1,39-79-1,27-80 0,-27 66-31,13 14 0,41-93 31,-15 79-15,-38 40 0,-1 27-16,13 39 15,-12-40 1,-1 146-1,-13-145 1,0 39 0,0-53-16,-13 40 15,13-40-15</inkml:trace>
  <inkml:trace contextRef="#ctx0" brushRef="#br0" timeOffset="19075.5">18053 2434 0,'0'0'0,"27"-53"16,-54 26 30,14 27-46,-53 14 16,53-14 0,-27 66-1,27-53 1,13 79 0,0-65-1,26 26 1,-13-40-16,40-13 31,-26-26-15,-1-27-1,-13 13 1,14-53 0,-27 80-1,0 0 1,0 66 15,0-40-15,0 14-16,26 25 15,-26-38 1,40 12 0,-27-26-1,53-13 1,-39 0-1,12-40 1,-25 26 0,-14 1-16,13-67 15,-13 80 1,-13 13 0,-1 27-1,-12 78 1,26-78-1,26 79 1,-12-93 0,12 26-1,-13-39 1,40-39 0,-40 26-1,1-14-15,12-52 16,-13 66-1,-13-14 1,-13 93 15,13-39-15,0 131 0,0-131-1,0 52 1,0-66-1,-26 1 1,-1-14 0,-52-40 15,13 0 0,52 40-31</inkml:trace>
  <inkml:trace contextRef="#ctx0" brushRef="#br0" timeOffset="19439.75">19005 2169 0,'0'0'0,"-13"-13"16,13 26 30,0 14-46,27 145 16,-27 26 15,0-158-15,-14 39 15,1-79-31</inkml:trace>
  <inkml:trace contextRef="#ctx0" brushRef="#br0" timeOffset="19654.41">18833 2553 0,'0'0'0,"-26"-14"32,66 14-1,118 0-16,-25 0 17,-120 0-17,0 0-15</inkml:trace>
  <inkml:trace contextRef="#ctx0" brushRef="#br0" timeOffset="19875.59">18807 2169 0,'66'-53'31,"-132"106"-31,251-119 31,-145 79-31,26 1 0</inkml:trace>
  <inkml:trace contextRef="#ctx0" brushRef="#br0" timeOffset="20363.13">19508 2077 0,'0'0'0,"0"0"31,40 158 1,-27 67-17,0-185 1,-13 39 15,-13-66-31,0 1 31,39-107 1,-13 67-32,1-14 0,52-53 15,0 93 17,-66 14-17,13 78 1,-13-13 15</inkml:trace>
  <inkml:trace contextRef="#ctx0" brushRef="#br0" timeOffset="20790">19852 2368 0,'0'0'0,"-13"26"16,52 14 15,-26-40-15,80 0-1,-66 0 1,39-27-1,-66 14 1,-14-40 0,-12 27-16,-53-40 31,52 52-15,1 14-16,-14 40 15,27 0 1,13 92-1,13-106 1,66 40 0,-52-52-1,92-28 1</inkml:trace>
  <inkml:trace contextRef="#ctx0" brushRef="#br0" timeOffset="21060.87">20262 2235 0,'0'0'0,"-13"-105"31,-1 91-15,14 1 0,0 26-16,-26 80 31,26-27-16,0-40-15,13 133 32,0-132-17,53 39 1,-39-66 0,13 0-16</inkml:trace>
  <inkml:trace contextRef="#ctx0" brushRef="#br0" timeOffset="21551.61">20473 2460 0,'0'0'0,"0"-13"0,0-53 16,0 53 15,-13 65 0,13-38-15,0 91-1,0-78 1,13 65 0,-13-65-1,27 26 1,-27-80 15,0-118 0,0 105-15,0-79 0,0 93-1,13 13-15,0-14 16,1 27 0,52 53-1,-53-40 1,13 40-1,-39 13 1,0-53-16,-106 1 31,66-54 1</inkml:trace>
  <inkml:trace contextRef="#ctx0" brushRef="#br0" timeOffset="22197.86">20910 2222 0,'-13'-26'16,"26"52"-16,-40-66 15,14 14 1,13 66 15,0-27-15,27 66 0,-14-52-1,0-14-15,27 27 16,-14-27-1,1 0-15,52-13 16,-66 0 0,27-53-1,-40 27-15,0-67 32,0 80-17,-13 13 1,13 13-16,-14 14 0,14-14 15,0 26-15,0-12 16,0 13-16,0-1 0,0 1 16,0 0-16,14-1 0,-14 120 47,-80-119-32,54-40 1,-80-53-1,93 26 1,13-79 0,13 80-1,0 0-15,120-54 16,-107 54 0</inkml:trace>
  <inkml:trace contextRef="#ctx0" brushRef="#br0" timeOffset="23034.42">21320 2249 0,'0'0'16,"-27"0"0,14 0-1,13 39 16,0 54 1,40-14-1,26-66 0,-13-79 0,-80-26 1,-25 52-1,38 40 0,41 13 0,105 0 1,-119-13-17,40 0 1,-40 0-16,-13 27 94,14 39-63,-1-53-31,27 40 16,-27-40-1,0-13-15,66 14 31,1-54 1,-67-66-1,-13 80-31,-27-27 31,27 40-31,-26 39 31,39 106 1,53-39-1</inkml:trace>
  <inkml:trace contextRef="#ctx0" brushRef="#br0" timeOffset="23394.2">22047 2130 0,'0'0'0,"-26"-40"16,13-13-1,52 26 17,-25 27-32,118 27 31,-40 39 0,-105 40 0,-40 26 1,40-53-17</inkml:trace>
  <inkml:trace contextRef="#ctx0" brushRef="#br0" timeOffset="23562.5">22193 2658 0,'0'0'0,"0"14"16,13-1 31</inkml:trace>
  <inkml:trace contextRef="#ctx0" brushRef="#br0" timeOffset="47584.43">15408 5065 0,'-13'0'31,"-14"-13"1,14 13-17,-13-13 1,12 13 0,-52-13 15,53 13-31,-66-14 31,-1 14 0,1-13 1,13 13-1,53 0-31,-54 0 31,-38-13 0,-54 0 1,13 0-1,14-1 0,26 1 0,1 13 1,91 0-32,-91-13 31,-94 0 0,27 13 0,-13-14 1,0 1-1,13 0 0,132 0-31,-132 0 31,14 13 1,131-14-32,-39 14 15,-40 0 1</inkml:trace>
  <inkml:trace contextRef="#ctx0" brushRef="#br0" timeOffset="47999.97">9866 4867 0,'-26'0'0</inkml:trace>
  <inkml:trace contextRef="#ctx0" brushRef="#br0" timeOffset="48029.88">9747 4867 0,'66'0'0,"-158"0"0</inkml:trace>
  <inkml:trace contextRef="#ctx0" brushRef="#br0" timeOffset="48137.71">9483 4880 0,'-27'0'16</inkml:trace>
  <inkml:trace contextRef="#ctx0" brushRef="#br0" timeOffset="48861.06">9417 4880 0,'-14'0'16,"28"0"-16,-80 0 16,52 0-1,-25 13 1,25-13 31,1 0 93,26 0-93,54 0-16,-28 0-15,160-13 0,-54 13-1,133-13 1,-186 13 0,1-13-16,291 0 15,39 13 16,-344 0-15,199 0 0,-212 0-1,-13 0-15,132 0 16,-132 13 0,0-13-16,106 0 15,-106 0-15,224 0 31,-224 0-15,185 13 0,-185-13-1,132 13 1,-158-13 0,79 13-1,-93-13 16</inkml:trace>
  <inkml:trace contextRef="#ctx0" brushRef="#br0" timeOffset="49662.15">9364 4880 0,'0'0'0,"-146"27"31,120-27-15,-133 13 0,-13 0 15,93-13 0,66 0 0</inkml:trace>
  <inkml:trace contextRef="#ctx0" brushRef="#br0" timeOffset="50001.65">8808 4814 0,'0'-13'15,"-13"39"48,-66 54-32,52-67-31,-39 40 31,106-27 0,145 40 1</inkml:trace>
  <inkml:trace contextRef="#ctx0" brushRef="#br0" timeOffset="51391.92">7539 4893 0,'0'0'0,"-27"-13"63,14 13-48,-53 0 1,26 0 0,-132 0-1,119 0 1,-198 0 0,106 0-1,65 0 1,-303 13-1,317-13 1,-278 0 15,291 0-31,-119 0 16,132 0 0,-79 0-1,79 0 1,-65 0-1,78 0 1,-79 0 0,80 0-16,-133 14 31,-13-14 0,133 0-15,-94 13-1,-25-13 17,131 0-17,-65 0 1,65 0 0,-52 0-1,52 0 1,-26 13-1,40-13 1,-13 0 0,13 0 15,-1 0 0,-12 0 0,13 0 1,13-13-32</inkml:trace>
  <inkml:trace contextRef="#ctx0" brushRef="#br0" timeOffset="51772.06">4325 4761 0,'0'0'0,"0"13"62,-13 1-46,-1-1-16,-25 27 15,-1-1 1,-66 41 15,93-80-15,0 13 0,79 13 15,-53-13-16,93 54 1,-93-54-16,40 53 31</inkml:trace>
  <inkml:trace contextRef="#ctx0" brushRef="#br0" timeOffset="64375.66">2579 6811 0,'0'26'78,"0"107"-47,0 78 0,0 41 1,0-186-17,0 26 1,0 1 15,0-27 0,0-53-31,0 14 32,0-14-1,0 0 0</inkml:trace>
  <inkml:trace contextRef="#ctx0" brushRef="#br0" timeOffset="64789.43">2420 7671 0,'0'0'0,"40"26"32,-40-13-32,13-13 15,27 40 17,-27-40-32,14 13 31,-1-39 0,-13-14 0,0 27-31</inkml:trace>
  <inkml:trace contextRef="#ctx0" brushRef="#br0" timeOffset="64910.1">2619 7657 0,'13'0'0,"-26"0"16,39 0 15,-26 14 0,0-1-31,-53 40 31,14-14-15</inkml:trace>
  <inkml:trace contextRef="#ctx0" brushRef="#br0" timeOffset="66162.78">2738 9059 0,'0'13'47,"0"1"-31,0 39-1,0-40 1,13 145 0,-13 28 15,13-147-16,-13 107 1,0-107 0,0 94-1,0-107 1,0 1-16,0 39 16,0-53-16,13 27 31,-13-27-16,0 0 1,0 0 0,0 0-1,0 1 1,0 12 0,0-13 15,0-39 16,0 13-32</inkml:trace>
  <inkml:trace contextRef="#ctx0" brushRef="#br0" timeOffset="66397.72">2672 9998 0,'0'0'0,"13"27"16,0-14-16,13 40 31,-12-40-15,12 13-1</inkml:trace>
  <inkml:trace contextRef="#ctx0" brushRef="#br0" timeOffset="66736.72">2857 10025 0,'13'0'31,"-26"0"-31,13 26 62,-40 53-30,27-52-1,13-40 31</inkml:trace>
  <inkml:trace contextRef="#ctx0" brushRef="#br0" timeOffset="76711.53">2566 11506 0,'0'0'0,"0"-13"31,13 13 0,27 0 47,65-14-46,-91 14-32,78-13 15,-78 0 1,12 13 0</inkml:trace>
  <inkml:trace contextRef="#ctx0" brushRef="#br0" timeOffset="77090.22">2698 11651 0,'0'0'0,"13"0"16,53-13-1,-39 13 1,65-26 0,-39 26-1,-13-14 1</inkml:trace>
  <inkml:trace contextRef="#ctx0" brushRef="#br0" timeOffset="80354.62">3240 13860 0,'14'13'93,"-14"27"-61,0 26-1,0 53 0,13 26 0,-13-13 1,0-13-1,0 14 0,0-107-31,0 106 31,13 27 1,-13 26-1,0-13 0,0-26 0,0-120-31,0 53 32,0 14-1,13-40 0,0-13 0,-13-27-31,0 0 32,0 0-17,0-26 1,0-40-1</inkml:trace>
  <inkml:trace contextRef="#ctx0" brushRef="#br0" timeOffset="80611.58">3055 15566 0,'13'0'31,"14"39"0,79 14 0,-93-40-31,27-13 16</inkml:trace>
  <inkml:trace contextRef="#ctx0" brushRef="#br0" timeOffset="80951.69">3478 15539 0,'-26'27'31,"52"-54"-31,-65 80 31,25-40-31,14 1 0,-13-1 16,-40 40 15,40-53-31,-27 39 31,14-12 1</inkml:trace>
  <inkml:trace contextRef="#ctx0" brushRef="#br0" timeOffset="82875.41">5449 16782 0,'0'-13'31,"0"0"-15,-13 13-16,13-53 15,13 0 17,-13 27-17,0 12 1,-53-25 0,40 39-1,-27 39 1,27-12-1,-40 79 1,40-80 0,0 67-1,13-80-15,26 27 32,1-40-17,39-14 1,-53 1-1,27-66 1,-14-27 15,-13 106-15,-13-13 0,0 26-1,0 13 1,0 41-1,0-54 1,0 13-16,13 1 0,-13-14 16,27 40-1,-14-40 1,0-13-16,27 13 16,-27-13-1,40-39 1,-40 12-1,1-65 1,-1-14 15,-13 66 1,-13 93-1,26 79 0,27-39 0,12-54 1,15-91-1,-28-81 0,-39 120-15,0-40-1,0 66 17,13 54-1,27 12 0,26-39 0,-53-40-15,40-40 0,0-79 15,-39-79 0,-14 171-31,0-39 31,0 79-15,0 106 0,39 80 15,-26-160-16,1-12-15,12 39 16,-26-40-16</inkml:trace>
  <inkml:trace contextRef="#ctx0" brushRef="#br0" timeOffset="83634.2">6110 16822 0,'0'-13'0,"0"26"0,0-39 31,40-1 0,-27 14-31,14 13 16,39-27 0,26-25 15,-92 38-31,0-12 15,-13-80 17,0 119-1,39 159 0,-26-132-31,14 13 0,12 66 31,-13-66 1,0-106-1,27-66 0,-40 106-31,27-1 16,-1 14-1,-13 14-15,40 91 32,-13-39-1,26-66 0,27-79 0,-80 53-31,13-54 32,-39 54-1,0 79 0,13 39 0,79-39 1</inkml:trace>
  <inkml:trace contextRef="#ctx0" brushRef="#br0" timeOffset="84447.73">7010 16729 0,'-14'-13'31,"28"0"1,-1 53-1,13 92 0,-26-66 0,0-53 1,14-105-1,38-14 0,-52 93-31,27 39 31,13 106 1,-14-52-17</inkml:trace>
  <inkml:trace contextRef="#ctx0" brushRef="#br0" timeOffset="84688.76">7314 16425 0,'-13'80'31,"13"-27"-31,0 145 32,0-145-32,26 105 31,-13-131-31</inkml:trace>
  <inkml:trace contextRef="#ctx0" brushRef="#br0" timeOffset="85000.76">7261 16782 0,'-13'0'31,"26"0"-31,40 14 31,-27-14-31,-12 13 16,78-26 15,-79 13-31,14-53 31,-14 0 1,-13 132-1,13 80 0,0-133-31,1 14 16</inkml:trace>
  <inkml:trace contextRef="#ctx0" brushRef="#br0" timeOffset="85161.8">7552 16518 0,'0'0'0,"-13"0"31,13 13-31,0 14 16</inkml:trace>
  <inkml:trace contextRef="#ctx0" brushRef="#br0" timeOffset="85455.83">7816 16835 0,'0'0'16,"27"-26"-1,-27-1-15,-27-26 31,-65 53 1,39 80-1,66-1 0,0-66-31,27 1 16</inkml:trace>
  <inkml:trace contextRef="#ctx0" brushRef="#br0" timeOffset="85869.4">8002 16835 0,'-14'-53'32,"28"106"-32,-94-145 31,67 92-31,0 0 15,-27 53 17,40-1-1,40-38 0,-14-14 0,1 0 1,-1 0-1,14 13 0,-27-13-31,80-13 31,-27-40-15</inkml:trace>
  <inkml:trace contextRef="#ctx0" brushRef="#br0" timeOffset="86036.49">8121 16478 0,'13'199'32,"-26"-398"-32,79 609 31</inkml:trace>
  <inkml:trace contextRef="#ctx0" brushRef="#br0" timeOffset="86410.72">8279 16782 0,'27'0'0,"-54"0"0,146-13 31,-105 0-31,-1 13 0,0-13 16,13-53 15,-26 52-31,-39-52 32,26 66-32,-67 40 31,67-14-31,0 93 31,132-13 0,-27-106-15</inkml:trace>
  <inkml:trace contextRef="#ctx0" brushRef="#br0" timeOffset="89547.93">1640 15738 0,'13'0'31,"-13"-14"47,0 1-46,0 0-17,13-14 1,-13-39 15,0 53-15,14-93-1,-14 67 1,26-107 0,-26 107-16,13-120 31,-13 119-15,0-119-1,-13 27 16,13 106-15,-13-80 0,13 93-1,0-80 1,0 67 0,-13-80-1,13 93 1,-14-93-1,14 79 1,0-65 0,-13 79-1,13-40 1,0 26 15,0 14 0,0 0 1,0 0-17,0-1 17,0 1 30</inkml:trace>
  <inkml:trace contextRef="#ctx0" brushRef="#br0" timeOffset="90165.87">1614 13966 0,'13'0'16,"-26"0"-16,-14 39 47,14-26-32,0 14-15,-14-1 16,-39 93 0,53-105-1,-14 38 1,14-38 15,53-54 0,-27 27-31,0-14 16,27-26 0,26-52 15,-53 78-31,14-26 31,26 40 0,13 92 1,40 40-1,-80-92-16,40 39 1,-39-40 15</inkml:trace>
  <inkml:trace contextRef="#ctx0" brushRef="#br0" timeOffset="92592.66">1825 10368 0,'0'-13'16,"0"0"15,13-27 0,14-39 0,-1-119 1,1-27-1,-14-40 0,0 27 0,-39 13 1,-14-39-1,40 66 0,13 26 0,-13 13 1,0 40-1,0 106-31,-26-53 31,-1 39 0,14 14 1</inkml:trace>
  <inkml:trace contextRef="#ctx0" brushRef="#br0" timeOffset="92865.94">1719 8305 0,'-26'80'15,"52"-160"-15,-79 318 16,53-224 0,-13 25-1,26-52 32</inkml:trace>
  <inkml:trace contextRef="#ctx0" brushRef="#br0" timeOffset="93047.58">2010 8213 0,'0'0'0,"93"132"15,-67-79 1,27 26-16</inkml:trace>
  <inkml:trace contextRef="#ctx0" brushRef="#br0" timeOffset="93753.89">1957 6718 0,'0'0'0,"-13"53"31,13 0-15,-13 53-1,13-66 1,0-14-16,0 67 16</inkml:trace>
  <inkml:trace contextRef="#ctx0" brushRef="#br0" timeOffset="94086.24">1878 6652 0,'0'0'16,"79"0"0,-52 14-16,-1-1 15</inkml:trace>
  <inkml:trace contextRef="#ctx0" brushRef="#br0" timeOffset="95010.01">79 9509 0,'0'0'0,"-53"0"31,67 0-15,105-27-1,-93 14-15,14 13 0,0-13 16,131 0-1,-52-1 17</inkml:trace>
  <inkml:trace contextRef="#ctx0" brushRef="#br0" timeOffset="95232.41">331 9615 0,'0'26'16,"0"-52"-16,0 277 31,0-225-31,0-12 15,-14-1-15,14 13 0</inkml:trace>
  <inkml:trace contextRef="#ctx0" brushRef="#br0" timeOffset="95626.54">384 9654 0,'13'0'0,"-26"0"0,39-13 16,-13 13-16,0 0 16,-13 106 15,40 13 0,13-79 0,-40-40-31,0 0 0,1 0 16,-14-14-16,53-65 31,-67-53 1,1 119-32,-13-1 15,-1 28 16,27-1-31,0 0 0,-79 13 32</inkml:trace>
  <inkml:trace contextRef="#ctx0" brushRef="#br0" timeOffset="95879.99">661 9575 0,'0'-13'0,"0"-1"0,0 41 0,-13-67 16,0 40-16,26 13 31,40 186 0,-40-67 0,14-79 1</inkml:trace>
  <inkml:trace contextRef="#ctx0" brushRef="#br0" timeOffset="96157.81">807 9787 0,'13'-67'31,"-26"134"-31,26-147 0,-13 54 31,0 39-31,-13 0 16,-27 40 15,27-40-15,26 1 15,0-14-31,40 26 31,-40-13-31,1-13 16,91 27 15</inkml:trace>
  <inkml:trace contextRef="#ctx0" brushRef="#br0" timeOffset="96532.15">1032 9760 0,'0'0'0,"-14"0"15,14-13-15,-26 13 32,39 0-1,0 0-31,27-13 31,-27-1-31,27-12 31,-66-27 1,-41 27-1,41 79 0,39 52 0,0-78-31,14-14 16</inkml:trace>
  <inkml:trace contextRef="#ctx0" brushRef="#br0" timeOffset="96884.25">1336 9601 0,'0'0'0,"13"27"16,-13 118 0</inkml:trace>
  <inkml:trace contextRef="#ctx0" brushRef="#br0" timeOffset="99332.21">4219 5938 0,'0'0'0,"13"0"31,14 0-15,-14 0-16,119 0 15,318 0 17,-331 0-32,0 0 15,238 0 1,-238 0-16,291 0 31,-304 0-31,-27 0 16,265 0-1,26 13 17,-184-13-1,-120 0 0,-66-13 63</inkml:trace>
  <inkml:trace contextRef="#ctx0" brushRef="#br0" timeOffset="100731.88">10356 5978 0,'13'0'31,"-13"13"0,13-13 0,159 0 1,185-13-1,93 0 0,66-1-15,-397 14-1,317 14 17,133-14-1,-199-14 0,-66-12 0,-251 26-31,185-26 32,-39 26-1,-160 0-31,120 0 31,-119 0-31,171 0 31,-12-14 1,-80 1-1,-53 13 0,-66-13 0,0 0 47</inkml:trace>
  <inkml:trace contextRef="#ctx0" brushRef="#br0" timeOffset="101300.56">14813 5621 0,'-13'0'31,"13"13"-31,39 13 31,107 54 0,-93-67-31,105 53 32,-25-26-1,-120-27-16,-40 0 32,-52 40-15,53-40-32,-1 14 15,-65 26 1,12-14 15,41-12 0,25-27 1</inkml:trace>
  <inkml:trace contextRef="#ctx0" brushRef="#br0" timeOffset="107593.16">15858 7181 0,'0'-26'31,"0"52"-31,0-118 16,0 79 0,0-14 15,0 14-31,-14 66 62,14-40-62,-26 93 16,26-80 0,0 93 15,0-92-31,-13 118 15,13-118 1,-13 131 0,13-131-16,-14 145 31,14-133-15,-26 80 15,13-92-31,-1 92 15,14-80 1,-13 94 15,13-94-31,0 147 32,-13-15-1,0-38 0,-1-41 0,14-12 1,0-1-1,0 0 0,0-13 0,0-39 1,0-14-1,14-13 0,-14-13 32,-14 13-1,14 13-31,14-13 16,65 0-16,-52 13-31,158 14 32,53 12-1,-146-39 0,-105 0 0,-93-26 1,-26 26-1,92-13-31,-65 13 31,-41 0 0,67 0 1,26 0-1,13 0 0,67 0 16,65 0-16,27 0 1,0 0-1,-106 0-31,27-13 31,-53 13-15,0 0-1,-40 0 1,-13 0 15,26 0-15</inkml:trace>
  <inkml:trace contextRef="#ctx0" brushRef="#br0" timeOffset="108648.72">15911 7142 0,'0'0'16,"-14"13"15,14 13-15,-13-12-16,0 78 16,0 120 15,13-159-16,0-14-15,-14 107 16,1 79 15,0-173-31,13-12 16,0 132 0,0-132-1,0 145 1,0-145-1,-26 131 1,26-131 0,-14 106-1,14-120 1,0 106 0,0-105-16,0 118 31,-13-132-16,13 80 1,-13 13 15,13-93-15,0 13 0,0-12-1,0-28 63</inkml:trace>
  <inkml:trace contextRef="#ctx0" brushRef="#br0" timeOffset="129660.89">17855 9919 0,'-14'132'31,"28"-264"-31,-41 357 16,14-40-1,13 198 17,0-317-17,0 212 1,0-212-16,0 0 15,0 93 1,0-66 0,-13 26-1,13 53 17,0-146-17,0 40 1,0-13 15,0-40-15,0 0 15,0 1 0,0-1 0,0 0-15,0 0 0,-13 1 171,-1 12-156,1-26 1,-40 0-1,40 0-31,-13-13 16,-80 13-1,-106-13 16,80 26 1,119 0-1</inkml:trace>
  <inkml:trace contextRef="#ctx0" brushRef="#br0" timeOffset="131851.7">15739 11969 0,'-27'-14'109,"-118"14"-78,-120 0 1,-105-13-1,-67 13 0,-12-13 0,383 13-31,-159 0 32,0 0-1,40 0 0,0 13 0,-40-13 1,185 0-32,-13 13 0,-132-13 31,-53 14 0,13-14 0,40-14 1,92 14-17,-26 0 17,53 0-1,53 0 0,0 0 0,-14 0 1,14 0-1</inkml:trace>
  <inkml:trace contextRef="#ctx0" brushRef="#br0" timeOffset="134264.19">9761 11995 0,'0'0'15,"-186"0"17,147 0-32,-226 0 31,-39 13 0,-27-13-15,54 0 31,52 0-16,198 0-31,-105-13 31,106 13-31,-107 0 16,-12 0 31,-1 0-16,-25 0-16,144 0 1,-92 0 15,93 0-31,-93 0 32,0 0-17,-1 13 16,94-13-15,-53 0 0,65 0-1,-52 0 1,13 0 31,-26 0-16,53 0-31,-67 0 31,-52 0-15,118 0 0,-79 0-1,80 0 1,-1 0-16,-65 0 15,-27 0 17,92 0-17,-65 13 1,79-13 0,-40 0-1,26 0 16,14 0 1,0 0-17,-53 0 1,26 0 0,-53 0-1,67 0 1,-40 14-1,53-14 1,-27 0 0,27 0 15,-1 0 0,1 0 79,0-14-79,0 14 0,-1 0-15,1 0-1,0 0 1,-13-13 0,12 13-1,-12 0 16,13 0-15,-14 0 0,-12 0 15,-14 0 0,39 0-15,1 0-1,0 0 110</inkml:trace>
  <inkml:trace contextRef="#ctx0" brushRef="#br0" timeOffset="150406.49">15342 6520 0,'0'0'0,"-106"-13"31,80 13-31,-1 0 16,-251-13 15,-65 13 0,-81-27 0,345 27-31,-265-13 32,251 13-32,-369-13 31,12 13 0,27 13 0,92 0 1,0 0-1,120-13 0,52 0 0,14 0 1,118 0-32,-105 0 31,-66-13 0,52 13 0,93 0 1</inkml:trace>
  <inkml:trace contextRef="#ctx0" brushRef="#br0" timeOffset="150796.94">10779 6322 0,'13'0'31,"-52"13"0,-81 40 0,1 0 1,106-53-32,-13 39 31,145 41 0,106 12 0,-186-65-31</inkml:trace>
  <inkml:trace contextRef="#ctx0" brushRef="#br0" timeOffset="152717.48">8954 6547 0,'0'0'16,"-13"0"47,-14 0-48,-92 0 16,-66 0 1,132 0-32,-145 13 31,145-13-31,-251 0 31,-1 0 0,28 0 1,52-13-1,198 13-31,-65 0 31,79 0-31,-67 0 31,-92 13 1,-39-13-1,-14 0 0,172 0-31,-119 13 31,132-13-31,-105 13 32,-40-13-1,79 0 0,26 13 0,54-13-31,-80 0 32,-39 0-1,118 0-31,-105 0 31,-13 14 0,-14-14 1,40 0-1,106 0-31,-40 0 31,-27 0 0,27 0 1,-26 0-1,66 0-31,-93 0 31,80 0-31,-67 0 31,53 0 1</inkml:trace>
  <inkml:trace contextRef="#ctx0" brushRef="#br0" timeOffset="153094.24">4219 6666 0,'0'0'0,"106"66"31,-67-53-31</inkml:trace>
  <inkml:trace contextRef="#ctx0" brushRef="#br0" timeOffset="153921.68">4179 6679 0,'0'0'0,"-13"0"16,13-40 15,159-26 0,-106 40-15,185-54 0,-53 27 15</inkml:trace>
  <inkml:trace contextRef="#ctx0" brushRef="#br0" timeOffset="158068.74">3915 7142 0,'0'0'16,"53"13"-1,-40-13-15,13 0 16,67 0 0,145 0 15,-172 0-31,-13-13 15,145 13 1,-131 0-16,316-14 31,80 14 1,-40 0-1,-39 14 0,39-1 0,-119 0 1,-238-13-17,172 13 1,27-13 15,-27 0 0,-198 0-31,-1 0 16,67 0 0,-79 0-16,-1 0 15,53 0 16,-52 0 1,-14-13-1,14 13 0,25 0 0,15 0 1,-1 0-1,-53 0-15,0 0-1,0 0 48,40 0-32,-40 0-15,14 0-1,26-13 16,-27 13 1,-12 0-1</inkml:trace>
  <inkml:trace contextRef="#ctx0" brushRef="#br0" timeOffset="160608.74">8822 7512 0,'0'0'0,"39"278"31,-26 26 1,-13 26-1,-13-250-31,0 277 31,0-40 0,-14-13 1,14 40-1,13-278-31,13 225 31,1 27 0,-14-265-31,-14 251 32,1 26-1,-13-12 0,-1-14 0,14-238-31,-13 172 32,12-172-32,-39 278 31,0-27 0,1-52 0,25-14 1,27-198-32,0 172 31,0-172-31,0 0 0,0 13 15,-26 225 17,12-27-1,14-211-31,-13 159 31,13 145 0,0-27 1,0-25-1,0-253-31,13 134 31,27 78 0,26-66 1,0 14-1,1-27 0,25-53 0,-65-118-31,105 52 32,27-53-1,-1-39 0,41 12 0,-160 1-31,146 13 32,54 13-1,-173-13-31,291 40 31,132-27 0,53 0 1,40-13-1,-449 0-31,343 0 16,-344 0-1,-13 0-15,0 0 16,529 0-1,-13 14 17,-516-1-17,383 0 1,-369 0 0,488 1 15,14-1 0,-26 13 0,-252-12-15,264 12 15,41-13 0,-517-13-31,596 40 32,-120 13-1,-462-40-31,608 53 31,-53 40 0,14-14 1,-583-65-32,596 65 31,13 1 0,0 0 0,13 12 1,-13 1-1,-27-13 0,-595-80-31,0 13 0,239 14 16,-252-27-1,-13-13-15,264 53 16,-26-13 31,-172-14-16,-146-26-31,1 14 31,-41-54 1,-39 0-17,40 40 1,-26-26 0,25 13-1,-25-14 16,25 27-31,-12-26 0</inkml:trace>
  <inkml:trace contextRef="#ctx0" brushRef="#br0" timeOffset="160961.66">28184 17774 0,'0'0'0,"-13"0"16,13 13-1,66 40 1,93 53 15,-120-93-15,14 120-1,-53-94 1,-185 107 0,92-120-1,-436 27 1</inkml:trace>
  <inkml:trace contextRef="#ctx0" brushRef="#br0" timeOffset="183360.26">25605 9205 0,'0'0'16,"0"-14"0,93 1 15,-27 40 0,-53-14-15,13 0-1,-26-26 17,27-80-1,-27 67-15,53-173-1,0-171 16,-40 198-15,-13-13 0,-27 106 15,27 105-31,-13 1 16,-26 184-1,52 120 16,0-265-15,-13-26-16,26 79 16,14-40 15,-27-79-15,14-66-1,26-159 16,-40 172-15,-13 14-16,26-41 16,-26 199 15,0-79-31,0 13 16,0 79-1,0-79-15,0-27 16,27 80-1,-27-93-15</inkml:trace>
  <inkml:trace contextRef="#ctx0" brushRef="#br0" timeOffset="183805.73">26438 8610 0,'0'0'0,"-13"-14"16,-13-39-1,-27 1 17,39 52-32,1 0 15,-40 39 1,27 93 15,39-105-15,14-1-16,39 54 15,92 25 17,-144-78-17,-14 26 1,-27-53-1,-105 26 1,92-26 0,-92-26-1,119 13-15,-1-1 16</inkml:trace>
  <inkml:trace contextRef="#ctx0" brushRef="#br0" timeOffset="184028.63">26769 8464 0,'0'0'0,"13"-13"16,-26 0 0,0 26-1,-1 119 1,14-26-1,0-66 1,0 171 0,0-171-16,0 52 15</inkml:trace>
  <inkml:trace contextRef="#ctx0" brushRef="#br0" timeOffset="184946.83">25724 10845 0,'0'0'0,"0"0"31,0 26 0,13-26 1,0-13-17,40-67 1,40-158 15,-67 172-15,41-238-1,-54 238-15,0 0 16,13-53 0,-26 92-16,0 107 31,0-41-15,-13 186-1,13-172 1,0 0-16,0 106 15,0-120 1,0 67 0,13-93-1,14-52 17,-14 12-17,0-12-15,27-80 16,13 0 15,-40 119-15,0 52-1,1-12-15,-14-13 16,39 92 0,-25-53-1</inkml:trace>
  <inkml:trace contextRef="#ctx0" brushRef="#br0" timeOffset="185351.75">26544 10316 0,'0'-14'31,"0"28"-31,-13-28 32,-53-12-1,39 26-31,-39 26 31,26 54 0,54-67-31,-1 0 16,53 53 0,-40-53-16,1 1 15,39 39 1,-66-14 15,-145-39 0</inkml:trace>
  <inkml:trace contextRef="#ctx0" brushRef="#br0" timeOffset="185811.67">26729 10289 0,'0'0'15,"0"-26"17,13 12-32,54-12 31,38 66 0,-91-27-31,-14 13 16,-14 120 15,-105-14 0,93-106-31,13-12 16,-14 12 15,80-13-15,172 1 15,-172-14-31,-13 0 16,12 13-16</inkml:trace>
  <inkml:trace contextRef="#ctx0" brushRef="#br0" timeOffset="187042.63">25856 13159 0,'-26'53'31,"52"-106"-31,-52 119 31,39-66-31,-13-13 0,40-14 32,105-198-1,-13-198 0,-26-66 0,-79 277 1,-54 318-1,14-53-31,-27 238 31,40-225-31,14 251 31,25-197 1,27-173-1,14-133 0,-67 147-31,13-14 31,-78 119 1,38 53-1,41-53 0,-27-53-31,79-39 31,-66 13-31,80-106 32,-27-93-1,-92 186 0,-27 118 0,39-65-31,28 78 32,-1-78-32,66 79 31,-26-53 0,-119-40 0,-66-40-15</inkml:trace>
  <inkml:trace contextRef="#ctx0" brushRef="#br0" timeOffset="187636.78">26888 12312 0,'0'-66'31,"0"132"-31,40-198 31,-27 119-31,93 13 32,-1 40-1,-118 65 0,-93-12 0,93-80-31,-27 14 32,54-14-1,-1 0-31,53 14 31,40 65 0,-93 14 1,-105-66-1,65-40-31,-66-27 31,54 1-15</inkml:trace>
  <inkml:trace contextRef="#ctx0" brushRef="#br0" timeOffset="189150.49">26213 14614 0,'-13'13'32,"26"-26"-32,-39 26 31,26-26-15,53-67 15,-40 40-16,14 14-15,52-186 32,0-158-17,-66 278 1,14-199 0,-27 238-1,13-27 16,-39 226 1,12-80-32,1 278 15,13-93 17,40-145-1,0-106 0,-27-13-15,66-93-1,-66 66 1,67-66 0,-67 80-1,0 13 1,-26 26-1,-13 66 1,12-52 0,14 52-1,0-52 1,14 12 0,25-39 15,-26-13-16,1 0-15,39-40 16,-40 13 0,0 14-16,27-80 15,-40 80 1,-27-1 0,-26 93 15,53-39-16,0 78 1,80-25 15,-14-1 1,-53-66-17,-13 40 1,-13-40-1,-67 27 1,54-40 0,0 0-16</inkml:trace>
  <inkml:trace contextRef="#ctx0" brushRef="#br0" timeOffset="190204.27">27179 13846 0,'-13'-13'0,"26"26"16,-26-39-16,13 13 16,0 0-1,0 39 16,-14 93 1,14-79-32,0-14 15,27 67 1,-27-80 0,40 0-1,-27-13 1,40-26-1,-27-1 1,27-65 0,-40 52-16,0 14 15,1-80 1,-14 93 0,13-14-16,-13 14 15,-27 172 16,27-120-15,-13 252 15,13-251-31,-13 92 32,13-119-32,0 14 15,0-1 1</inkml:trace>
  <inkml:trace contextRef="#ctx0" brushRef="#br0" timeOffset="191343.44">26055 16491 0,'-27'27'31,"27"-14"-15,0 27-1,13-40 1,14 0-1,-14 0 1,66-80 0,-65 54-1,92-172 1,-93 145-16,13-13 16,54-159-1,-54 145-15,0 14 16,41-185-1,-67 211 1,13 1 0,-26 65-1,-27 106 1,40-79 0,-13 185-1,13 40 16,13-199-15,13-13 0,93-185 15,-105 80-15,65-146-1,-39 52 16,-40 200 1,0-41-17,0 106 1,0-13 15,13-106-15,0 1-1</inkml:trace>
  <inkml:trace contextRef="#ctx0" brushRef="#br0" timeOffset="191751.95">27100 15790 0,'0'0'16,"13"-52"-1,-26 25 17,-67 54-1,67-14-31,0 0 16,-27 27-1,40-27-15,0 13 16,13 27-1,0-39-15,54 65 32,-41 27-1,-26-93-15,-53 13-1,-39-39 16,25-66 1</inkml:trace>
  <inkml:trace contextRef="#ctx0" brushRef="#br0" timeOffset="192436.55">27443 15685 0,'0'-27'31,"0"54"-31,-13-54 31,13 40-15,-13 1-16,0 25 15,-1 54 17,14-67-1,14-12-15,25-1-1,-12 0 1,26 53 15,-66 40 0,-1-93-31,1-13 16,-27 13 0,1-26-16</inkml:trace>
  <inkml:trace contextRef="#ctx0" brushRef="#br0" timeOffset="192604.54">27404 15751 0,'26'-27'15,"-52"54"-15,184-133 32,-131 93-32,-14 13 15,40 0 1,-40 0-16,-13 26 15</inkml:trace>
  <inkml:trace contextRef="#ctx0" brushRef="#br0" timeOffset="201828.73">21095 3928 0,'0'-13'32,"0"66"-1,0-27-15,0 133-1,0-119 1,-40 145-1,40-132 1,-39 79 0,39-119-1,-14 27 17,54-159-1,-27 79-31,27-158 31,-27 145-31,27-212 31,0 120 1,13 264-1,13 172 0,0 0 0,-53-252-31,13 41 32</inkml:trace>
  <inkml:trace contextRef="#ctx0" brushRef="#br0" timeOffset="201985.83">21174 4259 0,'0'0'0,"-13"-27"32,26 27-32,93-13 31,119-13 0</inkml:trace>
  <inkml:trace contextRef="#ctx0" brushRef="#br0" timeOffset="202494.31">21624 4166 0,'0'0'0,"-13"-13"15,0 0 16,39 79 1,-26-27-32,13 120 31,-13 132 0,0-264-31,0 78 31,0-65 1,14-119-17,-14 52 1,0-158 15,0 132-31,0-13 0,13-93 16,0 106-1,53-52 1,-39 105 0,39 39 15,-27 80 0,-52-79-31,-79 66 16,65-93-1,-39 27 1</inkml:trace>
  <inkml:trace contextRef="#ctx0" brushRef="#br0" timeOffset="202990.74">22008 4259 0,'0'0'0,"0"-14"16,13 81 15,0-41-15,14 146 0,-27-132-1,0 13-15,13 92 16,-40-52 15,27-80-15,0-53-1,0 27 1,0-146 0,14 106-1,-1-185 1,0 172-1,-13 13-15,40-92 16,-14 132 0,40 26-1,0 106 17,-66-80-17,-66 67 1,40-93-1,-67 27 1</inkml:trace>
  <inkml:trace contextRef="#ctx0" brushRef="#br0" timeOffset="203712.5">22629 4034 0,'-13'0'16,"26"0"-16,-39 0 0,13 13 16,39 93 15,-13-80-16,14 146 1,-14-132 0,-13 79-1,0-93 1,-13-26 0,13-13-1,-14-106 1,14 79-1,0-184 1,0 158 0,0-186-1,14 186 1,65-106 0,-53 159-1,160 92 1,-94 159 15,-158-52 0,40-147-15,-146 27 0,132-52-1,14-14-15,-27-14 16,119-12 15,13 39-15,53 93-1,-105-66 1,39 145 0,-66-146-1,13-12-15,14 26 16</inkml:trace>
  <inkml:trace contextRef="#ctx0" brushRef="#br0" timeOffset="204628.44">23317 4179 0,'-13'-26'0,"26"52"0,-92-105 31,65 79-31,-12 13 16,-14 40 0,27-26-16,13-1 15,0 80 1,79 26 15,-52-119-31,-1-13 16,67-13-1,-27-119 17,-66 92-17,0 0-15,-40-52 16,-26 26 15,53 66-31,0 13 16,-1 66-1,14-52 1,53 39 0,66-40 15,-79-39-15,26-13-1,-26-1 1,-14-39-1,-26 53 1,14 0-16,-14-1 16,0 41-1,-14 26 1,14 0 0,27 66-1,-14-93 1,40 53-1,-40-65 1,80-14 0,-80 0-16,53-66 31,-53 39-15,1 1-16,-1-67 15,-13 53-15,0-65 31,-13 105-15,-1 26 0,14 1-1,-13 12 1,26 80 0,14 27 15,-27-133-16,13 53 1,-13-53 0,13-13-16</inkml:trace>
  <inkml:trace contextRef="#ctx0" brushRef="#br0" timeOffset="204990.54">24137 3835 0,'0'0'0,"0"-39"15,-13 118 17,26 172-1,-13-198-31,13 13 16,0 106-1,1-119-15,-14 66 31,0-92-15</inkml:trace>
  <inkml:trace contextRef="#ctx0" brushRef="#br0" timeOffset="205359.93">24124 4338 0,'-40'-66'31,"40"53"-31,40 92 0,-67-172 32,199 120-1,-132-27-15,92 0-1,-79-40 16,-79-39 1,-27 79-1,26 40-15,1 52-1,26-13 1,53 14-1,-14-53-15</inkml:trace>
  <inkml:trace contextRef="#ctx0" brushRef="#br0" timeOffset="205779.96">24640 4259 0,'0'0'16,"-40"-159"15,80 185 0,52 120 1,-39 26-1,-66-106 0,0-79 0,26-186 1,0 160-32,53-146 31,27 145 0,-54 159 0,-39-66-31</inkml:trace>
  <inkml:trace contextRef="#ctx0" brushRef="#br0" timeOffset="-198387.7">5198 12656 0,'0'0'0,"13"-13"15,13 13 1,1 13 0,65 93-1,54 106 17,-120-173-17,40 80 1,-52-105-1,-1-1-15</inkml:trace>
  <inkml:trace contextRef="#ctx0" brushRef="#br0" timeOffset="-198125.98">5555 12564 0,'0'0'0,"0"-27"15,-13 67 17,13 0-17,-14-14-15,-25 120 16,12-107 0,14 14-16,-53 66 15,26-53 1,-26 14-1,53-54 1</inkml:trace>
  <inkml:trace contextRef="#ctx0" brushRef="#br0" timeOffset="-197716.93">5952 12683 0,'0'0'0,"66"-93"16,-66 80-1,-40-14 1,27 27 0,-80 27-1,67-14-15,-40 66 31,66-52-15,79 66 0,-39-80-1,118 93 1,-118-93 0,26 79-1,-66-78-15,-106 52 31,27-53-15,-53-53 15,132 14-31</inkml:trace>
  <inkml:trace contextRef="#ctx0" brushRef="#br0" timeOffset="-197323.68">6203 12603 0,'0'0'0,"13"0"15,0 27 1,-13-14 0,14 0-16,-1 53 15,0-39 1,40 118-1,-40-105 1,66 66 0,-65-93-16,-1-13 15,53-13 1,-53 0-16,53-106 31,-52 79-31,-14 0 16,-27-105-1,14 118 1,-53-39 0,53 66-1,-1 27 1,28-14 0</inkml:trace>
  <inkml:trace contextRef="#ctx0" brushRef="#br0" timeOffset="-196994.04">6785 12643 0,'0'-13'0,"0"26"0,0-39 16,0 12 0,13 67 15,0-26-16,27 145 1,0 0 15,-27-133-15,-13-26 0,-40-79 15,27 40-31,0-14 15,-1-52 1,14 65 0</inkml:trace>
  <inkml:trace contextRef="#ctx0" brushRef="#br0" timeOffset="-196591.27">6772 12669 0,'-14'-92'31,"28"65"-31,-14 146 0,66-330 31,-40 198-31,1-14 0,78 14 32,-65 53-17,26 105 1,0 133 15,-26-93 0,-40-159-31</inkml:trace>
  <inkml:trace contextRef="#ctx0" brushRef="#br0" timeOffset="-196368.12">6957 12789 0,'-13'0'0,"26"0"0,-53-14 15,53 1 17,133-27-1,-107 27-31,1 0 15,-13 13-15</inkml:trace>
  <inkml:trace contextRef="#ctx0" brushRef="#br0" timeOffset="-195912.17">7340 12630 0,'0'13'0,"0"-26"31,14-14-31,-14-26 31,0 40-31,13 66 31,26 119 1,-25-132-32,-14-1 15,26 80 17,-26-105-17,0-54 16,0 14-31,0-1 0,-13-13 16,0-198 15,26 14 1,-13 197-32,26 1 31,80 171 0,0 106 0,-53-79 1,-40-145-32,0-1 31</inkml:trace>
  <inkml:trace contextRef="#ctx0" brushRef="#br0" timeOffset="-195702.61">7433 12709 0,'-13'0'0,"26"0"0,-40 0 31,80-13 0,93 0 0,-120 13-31,40-14 16</inkml:trace>
  <inkml:trace contextRef="#ctx0" brushRef="#br0" timeOffset="-194208.88">5370 15738 0,'0'0'16,"0"-14"-16,0 1 15,0 53 32,0-27-31,26 119-1,-13-79 1,1-13-16,12 66 16,-13-67-16,14 67 31</inkml:trace>
  <inkml:trace contextRef="#ctx0" brushRef="#br0" timeOffset="-193993.83">5224 16267 0,'0'0'0,"-13"-14"15,26 1 1,14 0 0,171-40-1,-145 40 1,119 0-1,-146 13 1,1-14 0</inkml:trace>
  <inkml:trace contextRef="#ctx0" brushRef="#br0" timeOffset="-193776.27">5198 15790 0,'0'0'0,"0"-66"16,13 66-1,93-26 1,-67 26 0,120 0-1,-132 0 1,52 0-1</inkml:trace>
  <inkml:trace contextRef="#ctx0" brushRef="#br0" timeOffset="-193519.17">5859 15698 0,'0'-13'15,"0"66"17,13-27-17,0 0-15,27 80 16,-13-26 0,25 39-1,-52-106 1,14 0-16</inkml:trace>
  <inkml:trace contextRef="#ctx0" brushRef="#br0" timeOffset="-193187.93">5727 15790 0,'0'0'0,"-53"-66"16,40 53-16,13-13 15,39-1 1,-25 27-16,197 0 31,-158 13-15,132 67 0,-158-41-1,12 107 1,-39-120-1,-119 80 1,80-93 0,-1 1-16,-92-14 15,118-14 1</inkml:trace>
  <inkml:trace contextRef="#ctx0" brushRef="#br0" timeOffset="-192669.98">6388 15724 0,'0'0'0,"13"-13"16,14 40 15,-27-14-16,13 0-15,27 66 16,-40-52 0,53 118-1,-27-65 17,-39-133-1,0 26-16,-40-118 1,39 105 0,-12-132-1,26 133-15,0-28 32,13 67-17,106 40 1,13 53 15,-118-80-15,-1 27-1,-40-27 1,-52 0 0,53-13-1,-1 0-15,1 0 0</inkml:trace>
  <inkml:trace contextRef="#ctx0" brushRef="#br0" timeOffset="-191495.05">5475 17311 0,'0'0'0,"-39"0"15,-27-13 1,66 0-1,185 13 1,595-13 15,-568 13-15,661-27 0,-675 14-16,-26 0 15,185-14 1,-291 27-16,-26 0 15,-159-13 1,26 26 0</inkml:trace>
  <inkml:trace contextRef="#ctx0" brushRef="#br0" timeOffset="-185412.51">370 14918 0,'27'0'0,"-54"0"0,54-27 32,-40 27-32,13-26 31,-14 26 0,1 0-31,-66 39 31,-14 14 1,93-39-32,0-1 15,13 53 17,14-53-32,13 0 15,65 40 16,-65 27 1,-53-67-32,13 0 0,-27-13 15,1 27 1,26-14-16,-27-13 0,-39-13 31,53-40-15</inkml:trace>
  <inkml:trace contextRef="#ctx0" brushRef="#br0" timeOffset="-184973.31">463 14971 0,'0'0'0,"0"-67"31,0 94 0,13 13-15,27 105 15,-40-105-15,0-27 0,-13-13 15,13-79 0,52-159 0,-12 185 1,53 185-1,-40 13 0,-53-39 0,0-93-31</inkml:trace>
  <inkml:trace contextRef="#ctx0" brushRef="#br0" timeOffset="-184230.28">516 15010 0,'0'0'0,"13"-13"16,0 13-16,80-40 31,26-13 0,-93 53-31,14-26 31,-40 13 1,0 0-1,13 26-31,-13 53 31,27 66 0,-27-92 1,13-53-1,-13-1-31,0-78 31,26-54 0,-12 133-31,-1 13 32,0 13-32,-13 40 31,0-40-31,13 27 31,0-40 0,14-66 1,39 13-1,-53 53-31,1 0 16,25 93 15,-12-1 0,-27-79-31</inkml:trace>
  <inkml:trace contextRef="#ctx0" brushRef="#br0" timeOffset="-184005.21">1177 14812 0,'0'0'0,"0"-66"31,13 92 0,27 106 1,26-39-1,40-80 0,-93-26-31</inkml:trace>
  <inkml:trace contextRef="#ctx0" brushRef="#br0" timeOffset="-181802.19">952 8940 0,'-26'0'0,"52"0"0,-79 0 15,53 13-15,133 14 32,-67-27-17,463 53 1,-318-40 0,887 80-1,264-1 16,-1137-92-31,-40 13 16,199-13 0,-318-39 15,-119 39-15,0 0-16</inkml:trace>
  <inkml:trace contextRef="#ctx0" brushRef="#br0" timeOffset="-181185.11">1495 8861 0,'0'0'0,"0"-13"15,0-1 17,-159 120-1,132-93-31,1 1 16,-133 52-1,120-66 16,144 26 1,-91-26-32,38 27 15,28 39 1,-54-40-16,146 80 16</inkml:trace>
  <inkml:trace contextRef="#ctx0" brushRef="#br0" timeOffset="-180175.37">5661 9006 0,'-53'-26'31,"106"52"-31,-159-52 31,93 26-31,39 0 47,80 0-16,-80-13-31,67-1 31,-53 14-15,-1 0 0,-26 40 15,-13-13-15,0 105-1,14 79 16,-14-158-15,0 13 0,-14-39 15,14-40-31,-13-1 16,-26-52-1,-41-26 16,14 105 1,53-13-32,0 13 15,-1 27 1,67-14 15</inkml:trace>
  <inkml:trace contextRef="#ctx0" brushRef="#br0" timeOffset="-179555.97">6031 9165 0,'0'0'0,"13"-53"16,-13 27 0,13 12-1,-13 28 1,14 65-1,-1-53 1,13 107 0,-26-94-1,14 14 1,-14-40-16,13-13 16,0-13-1,0 0-15,40-66 31,-40 52-31,40-79 32,-40 146-1,1-27-15,12 80-1,40-14 16,27-105 1,-80 13-32,0-1 15,14-105 1,-27 80 0,-66-54-1,-1 67 16,41 52 1,39-26-32,40 27 31,-26-27-31</inkml:trace>
  <inkml:trace contextRef="#ctx0" brushRef="#br0" timeOffset="-179102.56">6639 9112 0,'0'0'15,"-53"-26"17,53-1-1,119 14 0,-79 0-31,92 0 31,-92-1 1,-40 1-1,-13 13-15,-14 53 15,-12 66 0,39-93-31,-14 1 16,14 52-1,-13-52-15,13 26 32,13-27-1,-13-39 16,-13 13-32</inkml:trace>
  <inkml:trace contextRef="#ctx0" brushRef="#br0" timeOffset="-172414.96">17921 9813 0,'13'26'63,"-13"-12"-47,13 52-1,1-40 1,-1 120-1,-13-107 1,0-12-16,0 92 16,0-79-1,0-1-15,0 120 16,0 13 15,0-146-15,0 67-1,0-80 1,13 40 0,-13-13 15,13-40-15,-13 13-1,0-26 1</inkml:trace>
  <inkml:trace contextRef="#ctx0" brushRef="#br0" timeOffset="-170687.96">13821 10937 0,'0'0'0,"-53"0"16,0-13-16,-132 0 15,119-1 1,0 14-16,-331 0 31,331 14-15,-212 39-1,-66 39 17,278-65-32,0-14 15,-132 66 1,131-52-16,-184 118 31,198-119-15,-79 94-1,119-94 1,-40 106 0,79 27 15,1-133-15,-14 14-16,106 39 15,-13-26 1,185 53-1,185-40 17,-370-53-17,383 40 1,-224-39 0,118 12-1,-264-26-15,0 0 16,199-40-1,158-92 17,-423 92-17,105-105 1,-131 105 0,26-132-1,-53 119 1,-80-171-1,-197-120 17,91 212-17,-369-40 1,-27 105 0</inkml:trace>
  <inkml:trace contextRef="#ctx0" brushRef="#br0" timeOffset="-169215.09">11268 12775 0,'0'0'16,"0"-39"15,14 25 0,78 81 0,-65-41-31,39 80 32,-53-93-32,27 53 15</inkml:trace>
  <inkml:trace contextRef="#ctx0" brushRef="#br0" timeOffset="-169024.91">11493 12749 0,'0'0'0,"-26"13"31,12 0-31,1 14 0,-13-1 16,-67 106-1,67-92 1,13-13-16,-27 12 15</inkml:trace>
  <inkml:trace contextRef="#ctx0" brushRef="#br0" timeOffset="-168616.91">11850 12775 0,'0'0'0,"27"-39"31,-120 39 1,27 53-1,66-40-31,26 40 31,67 26-15,-80-66-1,14 0-15,-1 27 32,-92-13-17,40-27 1,-54 0-1,54 0 1,13-27 0</inkml:trace>
  <inkml:trace contextRef="#ctx0" brushRef="#br0" timeOffset="-168255.95">12102 12789 0,'26'-14'32,"-52"28"-32,52-14 31,-26 13-31,13 79 16,40 54 15,-40-133-16,67 13 1,-67-39 0,80-66-1,-80 52 1,13-92 0,-26 106-1,0-13-15,-39-27 16,25 53 15</inkml:trace>
  <inkml:trace contextRef="#ctx0" brushRef="#br0" timeOffset="-167771.38">12657 12841 0,'0'0'0,"13"0"16,0-13-16,-13 0 16,0-13-1,0 12-15,-26 1 32,-67 66-1,93-40-16,-13 67 1,13-54 0,53 27-1,40-53 17,-40-53-1,-53-40 0,-27 67 0,27 119 1,27-1-1,25-65-16</inkml:trace>
  <inkml:trace contextRef="#ctx0" brushRef="#br0" timeOffset="-167134.02">13027 12921 0,'0'0'15,"27"-27"1,-27 14-16,39-40 31,-25 40-15,-14 0-16,-14-27 15,1 14 1,-13 12 0,-1 41 15,27-14-31,-13 14 31,0-14 0,0-13 32,-14 0-32,14 13-31,-27 40 31,27 53 1,26-93-32,53 27 31,40-93 0,-40-53 0,-52 27 1,-14 131-1,0 134 0,13-147-31</inkml:trace>
  <inkml:trace contextRef="#ctx0" brushRef="#br0" timeOffset="-165794.75">11321 13701 0,'0'0'0,"13"-40"31,-13 27-15,27-66-1,-27 66 1,-27-67 0,27 67-16,-66 0 31,53 26-16,-53 132 1,66-105 0,0 106-1,13-133 1,40 40 0,-26-53-1,-14-14-15,40-38 16,-40 25-1,40-105 1,-53 79 0,13-13-1,-26 132 17,13-40-17,-13 93 1,13-105-1,52 52 1,-38-53 0,65-26-1,-26-93 17,-40 66-17,0-52 1,-13 79-1,0 26 1,0 13 0,0 1-16,0 52 15,0-39-15,67 52 32,-1-105-1,-53 0-16,27-93 1,-40 80 0,13-1-16,-13-26 15,-13 80 17,13 12-17,13 67 1,53-53 15,-26-53-15,13-53-1,-40 40 1,13-119 0,-26 92-1,0 14-15,-13-67 16,13 67-1,-13 12-15,13 54 16,0 145 15,13-132-15,0 92 0,0-118-1,-13-14-15,0 0 0</inkml:trace>
  <inkml:trace contextRef="#ctx0" brushRef="#br0" timeOffset="-165339.83">12009 13754 0,'0'-27'0,"0"54"0,-13-93 16,39 39 15,-13 27-15,1 0-16,52-26 15,-40-1 1,14-12 0,-14 12-1,-26-39 1,14 53 0,-14 26-1,0 14 1,13 145-1,-13-120 1,13-12-16,0 66 16,14-66 15,-14-54-15,27-78-1,-14 65 1,53-26-1,40 133 17,-92-54-17,-14 1-15,14-1 0</inkml:trace>
  <inkml:trace contextRef="#ctx0" brushRef="#br0" timeOffset="-158479.09">11784 16306 0,'0'-92'31,"0"184"-31,13-198 16,1 133-1,-14 132 1,0-106-1,13-1-15,0 120 16,-13-92 15,13-160 1,-13 41-17,0-213 1,13 173-1,27-212 1,-13 238 0,105-66-1,-92 119 1,-1 0-16,54 119 16,-146 146 15,-119-67 0,146-171-15,-54 12-1,146-52 17,-39 13-17,-1 0-15,93 66 16,-13 66 15,-93-105-15,14-1-16</inkml:trace>
  <inkml:trace contextRef="#ctx0" brushRef="#br0" timeOffset="-158112.45">12379 16505 0,'0'0'0,"0"-14"16,-13-25 0,53 52 15,-27-13-15,0 13-16,53-13 15,-26 0 1,13-13-1,-53 0 1,-27-27 0,14 27-1,-66-27 1,66 40 0,-53 66-1,66 0 1,0 67-1,13-80 1,0-14-16,106 54 16</inkml:trace>
  <inkml:trace contextRef="#ctx0" brushRef="#br0" timeOffset="-157355.39">12961 16412 0,'0'0'0,"0"-13"16,40-40-1,-27 53 1,-13-13-1,-13-1 1,-93 41 0,66-14-1,-39 80 1,66-67 0,0 80-1,26-80 1,53 27-1,-53-39 1,67-1 0,-54-13-1,-13 0 1,-13-13 62,13-1-62,1-12-1,-14 13 1,13-53 0,-13 39-1,13-145 1,0 132-16,1-158 31,-14 185-15,0-40-1,-27 119 17,27-39-17,0 197 1,0-171-1,13 13-15,27 120 32,0-134-17</inkml:trace>
  <inkml:trace contextRef="#ctx0" brushRef="#br0" timeOffset="-157137.9">13239 16346 0,'0'-27'31,"0"54"-31,0-40 0,0 39 0,13 54 32,14 25-17,26 14 16,-53-105-31,13-14 0</inkml:trace>
  <inkml:trace contextRef="#ctx0" brushRef="#br0" timeOffset="-157006.89">13332 16081 0,'0'0'0,"-53"-52"15,39 52-15,14 13 16</inkml:trace>
  <inkml:trace contextRef="#ctx0" brushRef="#br0" timeOffset="-156634.71">13437 16399 0,'0'0'15,"14"13"1,-1 27 15,0-14-15,27 80 0,-40-80-1,13 41 1,-13-107 15,0 13-15,0 1-16,13-67 15,-13 54 1,13-14-16,40-53 16,-26 66-1,12 27 1,-12 40-1,-14-1-15,0 40 16</inkml:trace>
  <inkml:trace contextRef="#ctx0" brushRef="#br0" timeOffset="-156230.45">13794 16478 0,'0'0'0,"14"-13"47,25 0-16,-39 0-15,53-1 0,-40 14-1,54-13 1,-67 0-1,13-27 1,-13 14-16,-13 12 16,-27-25-1,13 26-15,1 13 16,-80 52 0,53 147 15,80-159-16,-1-1-15,120 54 16,-27-54 0,-53-39-16</inkml:trace>
  <inkml:trace contextRef="#ctx0" brushRef="#br0" timeOffset="-155794.24">14509 16386 0,'0'0'15,"-67"-67"1,54 54 0,-93 66 15,93-26-15,-13 65-1,26-65 1,26 65-1,-13-79-15,67 14 32,-27-40-17,39-80 1,-65 67 0,26-173-1,-14-52 16,-39 225-15,-26 12 0,-27 199 15,79 93 0,-12-225-31,-1-13 0</inkml:trace>
  <inkml:trace contextRef="#ctx0" brushRef="#br0" timeOffset="-155651.27">14694 16386 0,'13'-40'16,"-26"80"-16,105-186 15,-52 120-15,13 12 16,79-12-1</inkml:trace>
  <inkml:trace contextRef="#ctx0" brushRef="#br0" timeOffset="-153417">21241 5594 0,'0'0'0,"39"-39"15,-26 25 1,40-78 0,-39 65-16,-14-12 15,-53-54 1,26 67 0,-145 26-1,-13 145 16,159-105-15,26 0-16,53 79 16,211 13 15,-198-106-15,0-13-16,93 27 15,-159 79 16,-53-92-15,-158 12 0,-14-78 15,185-1-15,27-66 15</inkml:trace>
  <inkml:trace contextRef="#ctx0" brushRef="#br0" timeOffset="-153174.64">21624 5700 0,'0'-13'16,"0"26"-16,0-39 0,13-1 31,1 133 0,-1-66-15,26 105 0,-12-65-1</inkml:trace>
  <inkml:trace contextRef="#ctx0" brushRef="#br0" timeOffset="-153010.1">21664 5462 0,'0'0'0,"0"-79"31,13 118 0</inkml:trace>
  <inkml:trace contextRef="#ctx0" brushRef="#br0" timeOffset="-152120.39">21809 5713 0,'0'14'0,"0"-28"0,27 54 47,12 53-16,-39-80-15,14 40-1,-14-53 16,52-119 1,-25 92-17,52-39 17,-65 66-32,-1 27 15,26 65 1,14 14 15,80-132 0,-1-94 1,-93-12-1,-52 106-31,-13 26 15,-40 0 1,52 0-16,1 13 16,-26 53-1,91 13 17,41-52-1,-80-27-31,40 0 31,-40 66 0,-13 159 1,14 39-1,-67-158 0,26-106-31,1-13 16,-133-133 15,186-92 0,92 106 0,-14 119 1</inkml:trace>
  <inkml:trace contextRef="#ctx0" brushRef="#br0" timeOffset="-151652.5">22722 5489 0,'0'-67'31,"0"134"-31,0-186 32,13 211-1,27 265 0,-1-132 0</inkml:trace>
  <inkml:trace contextRef="#ctx0" brushRef="#br0" timeOffset="-151263.17">22960 5885 0,'0'-13'31,"13"13"-31,-26 13 0,39-26 32,1 0-32,65 0 31,80-1 0,-145 1-31,12-66 31,-105-14 1,40 80-32,-54 39 31,67 1-31,-13 92 31,79 13 0,-14-105-31,54-14 0</inkml:trace>
  <inkml:trace contextRef="#ctx0" brushRef="#br0" timeOffset="-150777.85">24190 5396 0,'0'-26'16,"0"52"-16,-66-158 31,52 132-31,-12 0 16,-119 66 15,118-53-31,-13 106 31,146 27 0,0-107 1,-106-65-1,-13 13-31,-93-14 31,-26 173 0,158 52 1,199-105-1,-66-107-16</inkml:trace>
  <inkml:trace contextRef="#ctx0" brushRef="#br0" timeOffset="-150126.2">24362 5766 0,'-13'-39'0,"26"78"0,-79-171 32,52 106-32,1 12 0,13-12 15,0 13 1,13 13-16,27 53 15,-13 66 17,-27-93-17,13 40 1,-13-53 15,13-39 0,0-1-15,0 1 0,67-106-1,-67 119 1,13 26 0,-26 13-1,0 93 1,0-79-1,14-14-15,12 41 16,-13-54 0,1 0-16,65-26 15,40-133 17,-106 107-17,40-173 1,-53 159-1,0 13-15,0-52 16,-40 158 15,40-26-15,-13 132 0,13-120-1,40 107 1,-40-132-1,13-1-15</inkml:trace>
  <inkml:trace contextRef="#ctx0" brushRef="#br0" timeOffset="-149043.84">24838 5846 0,'0'0'0,"-13"-14"15,-1-12-15,-12-53 16,26 52-1,26-13 1,-12 27 0,91 26-1,-78 1 1,-1-14-16,54 13 16,-67-13-1,0 0-15,14 0 16,-27 53 15,-14-40-15,1 119-1,0-105 1,13-1-16,-13 14 16,13-93 15,0 40-16,13-80 1,-13 67 0,53-54-1,-40 54 1,53-40 0,-53 66-1,14-13 1,-1 39 15,-12-26-15,12 26 15,-26 1 78,40 13-77,-40-27-32,53 0 31,0-13-16,13-53 17,-40 0-1,-26 40-31,0 66 31,-26 211 0,12 93 1,-12-198-1,13-159-31,-53-53 31,52-119 0,41 119-31,184-171 32,-52 184-1,-146 119 0,-52-39-31</inkml:trace>
  <inkml:trace contextRef="#ctx0" brushRef="#br0" timeOffset="-148502.47">22232 6996 0</inkml:trace>
  <inkml:trace contextRef="#ctx0" brushRef="#br0" timeOffset="-147372.52">22232 6970 0,'0'0'0,"0"-27"31,14-12 1,-1 78-1,-13 199 0,0-172-31,0 120 31,0-147-31,0 41 32,0-120-1,0 13-31,-40-211 31,14 172-31,-1-172 16,27 199-1,66-67 1,106 93 15,-132 39-15,53 53 0,-80-52-1,-79 92 16,-80-53 1,133-53-32,26-13 31,146 0 0,-133 0-31,14 0 0,66-26 16,-80 13-1,1 13-15,39-40 16,-66 27 0,-13 13-1,13 13 1,-66 79 15,52-65-31,-25 92 31,144-13 1,-78-106-32,105-14 31,-52-105 0,-120-26-15,27 119-1,-27 12 1,27 14 0,13 66-1,13-39 1,0-14-16,0 14 16,1-14-16,91 13 31,-78-26-31,52-53 15,-66 40 1,1-13-16,25-54 16,-39 67-1,27 13 1,-27 13 0,39 120 15,-25-94-31,52 107 31,-40-133-31</inkml:trace>
  <inkml:trace contextRef="#ctx0" brushRef="#br0" timeOffset="-147260.64">23290 6771 0,'0'0'15,"-13"-26"-15,0 13 0</inkml:trace>
  <inkml:trace contextRef="#ctx0" brushRef="#br0" timeOffset="-146793.37">23449 7115 0,'0'0'0,"27"-39"63,-1 91-47,-13-38-1,-13 12-15,0 1 16,0-14-16,0 40 15,14-80 32,65-79-31,-53 80 0,-12 0-16,12 12 15,0 1-15,54 26 16,-67 1-1,0 105 1,1-93 0,-14 53-1,13-79 1,0 14 0,0-28-1,0 14-15,1-26 0</inkml:trace>
  <inkml:trace contextRef="#ctx0" brushRef="#br0" timeOffset="-145066.02">23846 6705 0,'0'0'0,"26"-26"32,-12 26-32,12 13 31,-26 0-15,0 14-16,-13 65 15,0 14 1,-14 66-1,54 79 17,39-171-1,-40-94-15</inkml:trace>
  <inkml:trace contextRef="#ctx0" brushRef="#br0" timeOffset="-144881.31">23727 7062 0,'0'0'0,"-27"-39"32,41 25-32,25 14 15,80-26 1,-66 26-16,-13-13 15,39-1 1</inkml:trace>
  <inkml:trace contextRef="#ctx0" brushRef="#br0" timeOffset="-137922.47">19746 3611 0,'0'-14'16,"0"-12"15,0 39 0,0 0-15,-40 80 0,27-67-1,-66 133 1,66-132 0,-1-1-16,1 40 15,0-66 1,13 13-16,13 1 15,0-14 1,80-14 0,-67 14-1,40-26 1,-39 13-16,52-14 16,-39 1-1</inkml:trace>
  <inkml:trace contextRef="#ctx0" brushRef="#br0" timeOffset="-137591.16">19561 3849 0,'0'0'0,"-27"0"16,27-14-1,27 1 1,-1-13-16,120-67 16,-54 54-1,14-14-15,542-238 16,-436 198 0,740-224-1,-727 264 1,449-119-1,-568 145 1,66-39 0,-159 53-1,-39 0-15</inkml:trace>
  <inkml:trace contextRef="#ctx0" brushRef="#br0" timeOffset="-133411.23">23171 913 0,'14'0'31,"-1"13"0,66 66 1,120 146-1,12-40 0,-145-132-15</inkml:trace>
  <inkml:trace contextRef="#ctx0" brushRef="#br0" timeOffset="-133110.78">23634 860 0,'0'0'0,"-13"-40"31,0 67 0,-66 105 1,39-92-32,-79 132 31,-53 66 0,145-185-15</inkml:trace>
  <inkml:trace contextRef="#ctx0" brushRef="#br0" timeOffset="-132569.81">24282 953 0,'0'0'0,"14"-53"31,-14 39-31,13-38 31,-13 38-31,-106-12 32,-92 118-1,118 14 0,252 13 0,159 0 1,-291-79-32,26 66 31,-304-53 0,-53-67 0,211-78 1,94 65-32</inkml:trace>
  <inkml:trace contextRef="#ctx0" brushRef="#br0" timeOffset="-132110.1">24825 1164 0,'-40'13'31,"80"-26"-31,-40 26 32,211-26-1,-131 0-16</inkml:trace>
  <inkml:trace contextRef="#ctx0" brushRef="#br0" timeOffset="-131521.35">25830 1124 0,'0'0'16,"40"-52"15,-27 38-31,13-65 31,-26 66-31,-39-93 16,-120 146 15,-66 158 0,185-145-15,14 92-1,26-118 1,119 39 0,-79-66-1,131-27 1,-131 14 0,0-13-16,39-93 31,-52 79-31,12-92 31,-25 105 0,-14 41-31,0 12 0,0 67 16,13-54 0,53 107 15,-40-120-31,67-26 15</inkml:trace>
  <inkml:trace contextRef="#ctx0" brushRef="#br0" timeOffset="-131005.27">26438 1058 0,'0'-26'0,"0"52"0,0-65 15,-13 25 1,0 67 15,13-26-31,0 145 31,0-133-31,0 14 0,13 0 16,13 159 0,-26-186-1,0 1-15,0 12 31,0-52-15,14 0-16,-1-106 16,-13 79-1,-13-158 1,13 145 0,-40-159 15,40 159-31,26-52 15,-12 91 1,118 67 0,-92-26-1,52 145 1,-92-133 0,-66 54-1,40-80 1,-27 0-1,-13-13 1</inkml:trace>
  <inkml:trace contextRef="#ctx0" brushRef="#br0" timeOffset="-130501.05">26888 1032 0,'13'0'0,"-26"0"0,0 79 31,13-52-15,-14 105-1,41 66 17,-27-158-17,13 92 1,0-119-1,-13 27 1,0-119 15,-13 52-15,13-224 0,0 185-1,40-159 1,26 53 15,-53 159-15,53 53-1,-52-1 1,25 94 0,-39-94-1,-66 67 1,0-80 15</inkml:trace>
  <inkml:trace contextRef="#ctx0" brushRef="#br0" timeOffset="-130075.03">27510 1151 0,'0'0'0,"-14"13"16,14 0 46,-26 1-31,-14-14 1,27 0-32,-14-14 15,54-25 17,-14 25-17,14 1 1,-14 26 31,-13 14-16,-13-27-31</inkml:trace>
  <inkml:trace contextRef="#ctx0" brushRef="#br0" timeOffset="-129683.77">28012 939 0,'0'0'0,"-40"-39"15,40 25-15,14 28 32,-1-1-17,53 119 1,-40-79 0,1 198-1,-27-198 1,-53 159-1,40-173-15,-67 54 32,54-80-17,-1-13-15,-118-66 16,105 40 0,1-14-16</inkml:trace>
  <inkml:trace contextRef="#ctx0" brushRef="#br0" timeOffset="-129513.02">27814 622 0,'0'0'0,"26"-13"16,-13 13 15,-13 13-16</inkml:trace>
  <inkml:trace contextRef="#ctx0" brushRef="#br0" timeOffset="-129031.05">28594 1045 0,'0'-40'32,"0"80"-32,-13-93 0,-40 0 31,-53 27 0,80 26-31,12 13 0,-12-13 16,-27 66-1,53-53 1,79 40 0,107 27 15,-160-67-16,53 53 1,-79-40 0,-66 41 15,-119-67-15,145-14-1,-52-39 1</inkml:trace>
  <inkml:trace contextRef="#ctx0" brushRef="#br0" timeOffset="-128586.65">29057 913 0,'0'0'0,"0"13"16,-53 0 0,27 1-1,-1-1-15,-52 26 16,66-25 0,-67 118-1,67-106 1,26 93-1,0-92 1,54 26 0,-54-53-1,79-27 1,-65 1 0,39-67-1,-66 27 1,-27-66-1,27 119 1,-52-27 0,38 66 15</inkml:trace>
  <inkml:trace contextRef="#ctx0" brushRef="#br0" timeOffset="-128104.35">29374 1164 0,'-13'-13'0,"26"26"0,-26-53 16,0-12 0,13 12-1,13 0 1,27 93 15,-40-26-15,39 65-1,-25 1 1,-14-67 0,-14 40-1,-25-66 16,39-13-15,-13 0-16,26-40 16,26 0-1,41-40 1,-54 54 0,1 12-16,52-26 15,-26 93 1,-53-13-16,13 158 31,-39-106-15,-1-26-16</inkml:trace>
  <inkml:trace contextRef="#ctx0" brushRef="#br0" timeOffset="-106920.35">25261 1905 0,'0'0'31,"13"-40"-31,14 40 32,-1 13-1,-26 80 0,-26 118 0,-14 1 1,14-93-1,79-53 0,79-53 0,13-26 1,-79 13-1,-66-13 0</inkml:trace>
  <inkml:trace contextRef="#ctx0" brushRef="#br0" timeOffset="-106603.34">25618 2354 0,'-13'0'31,"26"0"-31,0 14 31,-13-1-31,40 0 16,53 53 15,-67-39-31,67 92 31,-133-27 0,-119-52 1,80-53-17</inkml:trace>
  <inkml:trace contextRef="#ctx0" brushRef="#br0" timeOffset="-106207.97">26280 2288 0,'0'-13'31,"0"39"1,-27 93-1,14-79-31,0 26 16,26 66 15,66-79 0,53-53 0,-105-13-31,-14 0 0</inkml:trace>
  <inkml:trace contextRef="#ctx0" brushRef="#br0" timeOffset="-106022.39">26584 2526 0,'0'0'0,"0"-13"31,0 39 0,39 54 1,-25-54-32,12 14 31,1-27-16</inkml:trace>
  <inkml:trace contextRef="#ctx0" brushRef="#br0" timeOffset="-105903.33">26716 2381 0,'-13'-53'31,"26"106"-31,-26-119 0</inkml:trace>
  <inkml:trace contextRef="#ctx0" brushRef="#br0" timeOffset="-105507.89">27020 2592 0,'0'-26'31,"-53"-40"0,53 53-31,-53-1 16,40 14 0,-40 40-1,40-27 1,26 67-1,0-67 1,133 79 0,-27-52 15,-172-40 0,27-13-15,-93-27-1,92 27 1,14 0-16</inkml:trace>
  <inkml:trace contextRef="#ctx0" brushRef="#br0" timeOffset="-105296.59">27232 2368 0,'0'0'0,"26"-14"16,14-12-1,0 26 1,-40 13-16,13 106 31,0-53-15,0 66 0,-13-52-1</inkml:trace>
  <inkml:trace contextRef="#ctx0" brushRef="#br0" timeOffset="-105108.14">27285 2566 0,'0'0'0,"-14"-27"16,14 14-16,0-26 15,14 25 1,12 14-16,67 0 15,-54 0-15,14 0 16,80 0 0,-94 0-16</inkml:trace>
  <inkml:trace contextRef="#ctx0" brushRef="#br0" timeOffset="-103245.08">28171 2592 0,'0'40'31,"-13"-14"-15,-14 54 0,1 39 15,26-93-31,0-12 15,39-14 1,67-119 15,66-106 1,-145 172-17,39-185 1,-53 79 15,-66 252 0,40-54-31,13 1 16,-27 92 0,27-105-16,0 92 31,0-80 0,0-52 125,0-13-124,-39-1-1,-54 14 0,80 13-31,-67 13 31,-12 93 1,92-80-32,0 41 31,79-28 0,27-65 0,-80 13-31,41-67 32,-28-39-1,-39 106-31,0 0 31,-13 13-31,-13 106 31,39-14 1,0-79-32,53 1 31,-39-14-31,105-53 31,-92 26-31,92-184 31,-106-41 1,-92 226-1,40 52-31,-40 173 15,66-146 1,-14 145 0,28-172-1,38 54 1,-25-80 0,92-40-1,-79 14 1,105-186-1,-92-52 32,-53 224-47,-66 0 16,53 67 0,-40 131-1,53-91 1,0 144-1,13-171 1,0 52 0</inkml:trace>
  <inkml:trace contextRef="#ctx0" brushRef="#br0" timeOffset="-102262.56">29546 2830 0,'0'0'15,"-39"27"1,39-14 31,26-13-16,67-53 0,-67 27-15,93-107 0,-92 81-1,-1-1-15,67-172 16,-67 146-1,40-239 1,-66 278 0,-53 80-1,40 26 1,-53 265 0,66-252-1,-13 172 1,13-211-1,26 53 1,-13-93 0,80-53-1,-53 26 1,145-184 0,-79 65 15,-146 173 0,13-14-15,-25 40-1,38-40 1,1 27 0,53-40 15,-27 0-16,66 0 1,14-27 15,-80 14-15,0 0 0,1 13-1,-14 13 1,0 0-1,13 80 1,0-67 0,40 80-1,-53-93 1,-26 40 0,-14-53-1,-106-26 1,107 13-1,-27-14-15</inkml:trace>
  <inkml:trace contextRef="#ctx0" brushRef="#br0" timeOffset="-101984.95">30882 2672 0,'0'0'16,"40"-27"-1,-40 14 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28T14:23:08.6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18 24575,'0'-1'0,"0"1"0,0 0 0,0-1 0,0 1 0,0-1 0,0 1 0,1-1 0,-1 1 0,0-1 0,0 1 0,0-1 0,0 1 0,1 0 0,-1-1 0,0 1 0,0-1 0,1 1 0,-1 0 0,0-1 0,1 1 0,-1 0 0,0-1 0,1 1 0,0 0 0,-1 0 0,0 0 0,0 0 0,0 0 0,1 0 0,-1 0 0,0 0 0,0 0 0,1 0 0,-1 0 0,0 0 0,0 0 0,0 0 0,1 0 0,-1 0 0,0 0 0,0 0 0,0 1 0,1-1 0,-1 0 0,0 0 0,0 0 0,0 0 0,1 0 0,-1 1 0,0-1 0,0 0 0,0 0 0,0 0 0,0 1 0,0-1 0,0 0 0,0 0 0,1 1 0,-1-1 0,0 0 0,0 0 0,0 0 0,0 1 0,0-1 0,0 0 0,0 0 0,0 1 0,0-1 0,0 0 0,-1 0 0,1 1 0,1 0 0,-1 1 0,0 0 0,0-1 0,1 1 0,-1 0 0,-1 0 0,1-1 0,0 1 0,0 0 0,-1-1 0,1 1 0,0-1 0,-1 1 0,0 0 0,1-1 0,-1 1 0,0-1 0,0 1 0,0-1 0,0 0 0,0 1 0,0-1 0,0 0 0,0 0 0,-1 0 0,1 0 0,0 0 0,-1 0 0,1 0 0,-1 0 0,1 0 0,-1-1 0,0 1 0,1-1 0,-1 1 0,1-1 0,-1 1 0,-2-1 0,-2-2 0,13-2 0,15-3 0,21 9 0,-42-2 0,0 0 0,0 1 0,0-1 0,0 0 0,0 0 0,0 1 0,0-1 0,-1 1 0,1-1 0,0 1 0,0-1 0,0 1 0,-1-1 0,1 1 0,0 0 0,1 1 0,-2-2 0,0 1 0,0 0 0,0-1 0,0 1 0,0 0 0,0-1 0,-1 1 0,1 0 0,0-1 0,0 1 0,0 0 0,-1-1 0,1 1 0,0-1 0,-1 1 0,1-1 0,0 1 0,-1 0 0,1-1 0,-1 1 0,1-1 0,-1 0 0,1 1 0,-1-1 0,1 1 0,-1-1 0,0 0 0,0 1 0,-1 0 0,0 0 0,0 0 0,0 0 0,0 0 0,-1 0 0,1-1 0,0 1 0,0-1 0,-1 1 0,1-1 0,0 0 0,0 0 0,-1 0 0,1 0 0,0 0 0,-1-1 0,1 1 0,-4-2 0,5 2 0,0 0 0,0-1 0,0 1 0,1-1 0,-1 1 0,0 0 0,0-1 0,1 0 0,-1 1 0,0-1 0,1 1 0,-1-1 0,0 0 0,1 1 0,-1-1 0,1 0 0,-1 0 0,1 1 0,-1-1 0,1 0 0,0 0 0,-1 0 0,1 0 0,0 1 0,0-1 0,0 0 0,-1 0 0,1 0 0,0 0 0,0 0 0,0 0 0,1 0 0,-1 0 0,0 1 0,0-1 0,0 0 0,1 0 0,-1 0 0,0 0 0,1 0 0,-1 1 0,1-1 0,-1 0 0,1 0 0,-1 1 0,1-1 0,-1 0 0,1 1 0,1-2 0,-1 1 0,0-1 0,0 1 0,0 0 0,1-1 0,-1 1 0,0 0 0,1 0 0,-1 0 0,1 0 0,0 0 0,-1 0 0,1 0 0,0 1 0,0-1 0,-1 0 0,1 1 0,0 0 0,0-1 0,0 1 0,0 0 0,-1 0 0,1 0 0,0 0 0,0 0 0,0 0 0,0 1 0,-1-1 0,4 1 0,-5 0 0,1-1 0,0 0 0,-1 1 0,1-1 0,0 1 0,-1-1 0,1 1 0,0-1 0,-1 1 0,1-1 0,-1 1 0,1 0 0,-1-1 0,0 1 0,1 0 0,-1-1 0,1 1 0,-1 0 0,0 0 0,0-1 0,0 1 0,1 0 0,-1 0 0,0 1 0,0-1 0,-1 1 0,1 0 0,0-1 0,-1 1 0,0 0 0,1-1 0,-1 1 0,0-1 0,0 1 0,0-1 0,0 1 0,0-1 0,0 0 0,0 1 0,0-1 0,-2 2 0,-1-1 0,1 0 0,0 0 0,-1 0 0,1 0 0,-1 0 0,0-1 0,0 1 0,1-1 0,-1 0 0,0-1 0,0 1 0,0 0 0,0-1 0,0 0 0,0 0 0,0 0 0,0-1 0,-4 0 0,6 1 0,1-1 0,-1 1 0,1-1 0,-1 1 0,1-1 0,-1 1 0,1-1 0,0 0 0,-1 0 0,1 0 0,0 0 0,-1 0 0,1 0 0,0 0 0,0 0 0,0 0 0,0-1 0,-1-1 0,1 1 0,1 0 0,-1 0 0,1 0 0,0 1 0,0-1 0,-1 0 0,1 0 0,1 0 0,-1 0 0,0 1 0,0-1 0,1 0 0,-1 0 0,1 1 0,-1-1 0,1 0 0,0 0 0,0 1 0,0-1 0,1-1 0,0 0-68,-1 1 0,1 0-1,0-1 1,0 1 0,-1 0 0,1 0-1,1 0 1,-1 1 0,0-1 0,0 1-1,1-1 1,-1 1 0,0-1 0,1 1-1,0 0 1,-1 0 0,1 1-1,0-1 1,3 0 0,10 1-6758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80" Type="http://schemas.openxmlformats.org/officeDocument/2006/relationships/customXml" Target="../ink/ink2.xml"/><Relationship Id="rId3" Type="http://schemas.openxmlformats.org/officeDocument/2006/relationships/hyperlink" Target="https://jurnaloftalmologi.org/index.php/announce/viewarticle/122" TargetMode="External"/><Relationship Id="rId7" Type="http://schemas.openxmlformats.org/officeDocument/2006/relationships/hyperlink" Target="https://pixabay.com/en/computer-user-icon-peolpe-avatar-1331579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79" Type="http://schemas.openxmlformats.org/officeDocument/2006/relationships/image" Target="../media/image2031.png"/><Relationship Id="rId5" Type="http://schemas.openxmlformats.org/officeDocument/2006/relationships/image" Target="../media/image6.png"/><Relationship Id="rId81" Type="http://schemas.openxmlformats.org/officeDocument/2006/relationships/image" Target="../media/image204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/3.0/" TargetMode="External"/><Relationship Id="rId13" Type="http://schemas.openxmlformats.org/officeDocument/2006/relationships/customXml" Target="../ink/ink4.xml"/><Relationship Id="rId3" Type="http://schemas.openxmlformats.org/officeDocument/2006/relationships/hyperlink" Target="http://commons.wikimedia.org/wiki/File:User_icon_2.svg" TargetMode="External"/><Relationship Id="rId7" Type="http://schemas.openxmlformats.org/officeDocument/2006/relationships/hyperlink" Target="https://www.flickr.com/photos/jeepersmedia/14765960308/" TargetMode="External"/><Relationship Id="rId12" Type="http://schemas.openxmlformats.org/officeDocument/2006/relationships/image" Target="../media/image200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11" Type="http://schemas.openxmlformats.org/officeDocument/2006/relationships/customXml" Target="../ink/ink3.xml"/><Relationship Id="rId5" Type="http://schemas.openxmlformats.org/officeDocument/2006/relationships/hyperlink" Target="https://pixabay.com/illustrations/icon-business-user-business-icons-1740415/" TargetMode="External"/><Relationship Id="rId10" Type="http://schemas.openxmlformats.org/officeDocument/2006/relationships/hyperlink" Target="https://openclipart.org/detail/22037/notes-by-agone" TargetMode="External"/><Relationship Id="rId4" Type="http://schemas.openxmlformats.org/officeDocument/2006/relationships/image" Target="../media/image10.png"/><Relationship Id="rId9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/3.0/" TargetMode="External"/><Relationship Id="rId3" Type="http://schemas.openxmlformats.org/officeDocument/2006/relationships/hyperlink" Target="http://commons.wikimedia.org/wiki/File:User_icon_2.svg" TargetMode="External"/><Relationship Id="rId7" Type="http://schemas.openxmlformats.org/officeDocument/2006/relationships/hyperlink" Target="https://www.flickr.com/photos/jeepersmedia/14765960308/" TargetMode="External"/><Relationship Id="rId12" Type="http://schemas.openxmlformats.org/officeDocument/2006/relationships/image" Target="../media/image2000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11" Type="http://schemas.openxmlformats.org/officeDocument/2006/relationships/customXml" Target="../ink/ink5.xml"/><Relationship Id="rId5" Type="http://schemas.openxmlformats.org/officeDocument/2006/relationships/hyperlink" Target="https://pixabay.com/illustrations/icon-business-user-business-icons-1740415/" TargetMode="External"/><Relationship Id="rId10" Type="http://schemas.openxmlformats.org/officeDocument/2006/relationships/hyperlink" Target="https://openclipart.org/detail/22037/notes-by-agone" TargetMode="External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hyperlink" Target="https://github.com/soyuztechnologies/BTP_Architect_Training/blob/master/Day%203/04approuter.zip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png"/><Relationship Id="rId4" Type="http://schemas.openxmlformats.org/officeDocument/2006/relationships/hyperlink" Target="http://www.dribbble.com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7.jpeg"/><Relationship Id="rId7" Type="http://schemas.openxmlformats.org/officeDocument/2006/relationships/image" Target="../media/image2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tiff"/><Relationship Id="rId5" Type="http://schemas.openxmlformats.org/officeDocument/2006/relationships/image" Target="../media/image19.tiff"/><Relationship Id="rId4" Type="http://schemas.openxmlformats.org/officeDocument/2006/relationships/image" Target="../media/image18.tiff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Day 14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14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E791A1-2958-78B0-ECDD-F89DDE02F4B6}"/>
              </a:ext>
            </a:extLst>
          </p:cNvPr>
          <p:cNvSpPr/>
          <p:nvPr/>
        </p:nvSpPr>
        <p:spPr>
          <a:xfrm>
            <a:off x="3453886" y="131323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B89E801-E285-EBED-06F5-7E2B1B8E1E7A}"/>
              </a:ext>
            </a:extLst>
          </p:cNvPr>
          <p:cNvSpPr/>
          <p:nvPr/>
        </p:nvSpPr>
        <p:spPr>
          <a:xfrm>
            <a:off x="3453886" y="3068960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AB72EB-5FE6-B5CA-C654-D15CE54000E9}"/>
              </a:ext>
            </a:extLst>
          </p:cNvPr>
          <p:cNvSpPr/>
          <p:nvPr/>
        </p:nvSpPr>
        <p:spPr>
          <a:xfrm>
            <a:off x="3453886" y="4824683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A27EE0E-9853-D0E9-E5A8-87BE731920EA}"/>
              </a:ext>
            </a:extLst>
          </p:cNvPr>
          <p:cNvGrpSpPr/>
          <p:nvPr/>
        </p:nvGrpSpPr>
        <p:grpSpPr>
          <a:xfrm>
            <a:off x="4118571" y="1566251"/>
            <a:ext cx="4359562" cy="922336"/>
            <a:chOff x="1395616" y="871285"/>
            <a:chExt cx="3825734" cy="106413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429D3B-7C38-B33E-067B-835764291C87}"/>
                </a:ext>
              </a:extLst>
            </p:cNvPr>
            <p:cNvSpPr txBox="1"/>
            <p:nvPr/>
          </p:nvSpPr>
          <p:spPr>
            <a:xfrm>
              <a:off x="2984420" y="1243566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Test JWT Token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C39A3-CA2B-146F-D772-D14998B4D672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773B0C-4C36-F5CF-6049-15A22D3353B9}"/>
              </a:ext>
            </a:extLst>
          </p:cNvPr>
          <p:cNvGrpSpPr/>
          <p:nvPr/>
        </p:nvGrpSpPr>
        <p:grpSpPr>
          <a:xfrm>
            <a:off x="4118571" y="3321970"/>
            <a:ext cx="4431570" cy="922336"/>
            <a:chOff x="1395616" y="871285"/>
            <a:chExt cx="3825734" cy="106413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BB80F5-BF50-C0D2-25DF-59F695C70420}"/>
                </a:ext>
              </a:extLst>
            </p:cNvPr>
            <p:cNvSpPr txBox="1"/>
            <p:nvPr/>
          </p:nvSpPr>
          <p:spPr>
            <a:xfrm>
              <a:off x="2984420" y="1243562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Adding App Router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24D9CE-F522-A342-1387-CC55E9C4494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BD1B35-A18B-68D7-E07B-1A1A9AD2E859}"/>
              </a:ext>
            </a:extLst>
          </p:cNvPr>
          <p:cNvGrpSpPr/>
          <p:nvPr/>
        </p:nvGrpSpPr>
        <p:grpSpPr>
          <a:xfrm>
            <a:off x="4118571" y="5077693"/>
            <a:ext cx="4431570" cy="922336"/>
            <a:chOff x="1395616" y="871285"/>
            <a:chExt cx="4290329" cy="106413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EC2032-A77D-A0B0-E149-A23467DC1CAA}"/>
                </a:ext>
              </a:extLst>
            </p:cNvPr>
            <p:cNvSpPr txBox="1"/>
            <p:nvPr/>
          </p:nvSpPr>
          <p:spPr>
            <a:xfrm>
              <a:off x="2984420" y="1243560"/>
              <a:ext cx="2701525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Deploy App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60195D9-2B81-A5CA-17AA-E418FAD1D320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 works behind scenes</a:t>
            </a:r>
            <a:endParaRPr lang="en-IN" dirty="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814846B4-B965-238F-DDE0-4674D196BA3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1512" t="9401" r="10243" b="17538"/>
          <a:stretch/>
        </p:blipFill>
        <p:spPr>
          <a:xfrm>
            <a:off x="306857" y="773693"/>
            <a:ext cx="982807" cy="99111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B771F5C-5323-B558-B82A-B5BD808B9CD2}"/>
              </a:ext>
            </a:extLst>
          </p:cNvPr>
          <p:cNvSpPr/>
          <p:nvPr/>
        </p:nvSpPr>
        <p:spPr>
          <a:xfrm>
            <a:off x="4536797" y="1917179"/>
            <a:ext cx="2015699" cy="86387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399" dirty="0">
                <a:solidFill>
                  <a:prstClr val="white"/>
                </a:solidFill>
                <a:latin typeface="Segoe UI"/>
              </a:rPr>
              <a:t>App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C337487-243A-994B-4FAA-77EE83073B1D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415112" y="2349114"/>
            <a:ext cx="3121686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1E2EEC2-0FD1-4EF2-2CEF-862F70DDF4F5}"/>
              </a:ext>
            </a:extLst>
          </p:cNvPr>
          <p:cNvSpPr/>
          <p:nvPr/>
        </p:nvSpPr>
        <p:spPr>
          <a:xfrm>
            <a:off x="6385145" y="2720139"/>
            <a:ext cx="1511774" cy="43193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399" dirty="0" err="1">
                <a:solidFill>
                  <a:prstClr val="white"/>
                </a:solidFill>
                <a:latin typeface="Segoe UI"/>
              </a:rPr>
              <a:t>ourxsuaa</a:t>
            </a:r>
            <a:endParaRPr lang="en-US" sz="2399" dirty="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496F2E-B052-6CF3-F4F6-A3F880430DE7}"/>
              </a:ext>
            </a:extLst>
          </p:cNvPr>
          <p:cNvSpPr/>
          <p:nvPr/>
        </p:nvSpPr>
        <p:spPr>
          <a:xfrm>
            <a:off x="4766365" y="1643930"/>
            <a:ext cx="1511774" cy="43193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1100" dirty="0">
                <a:solidFill>
                  <a:prstClr val="white"/>
                </a:solidFill>
                <a:latin typeface="Segoe UI"/>
              </a:rPr>
              <a:t>code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E86AEA-54EF-33A3-5854-9BC5C342905A}"/>
              </a:ext>
            </a:extLst>
          </p:cNvPr>
          <p:cNvCxnSpPr>
            <a:cxnSpLocks/>
          </p:cNvCxnSpPr>
          <p:nvPr/>
        </p:nvCxnSpPr>
        <p:spPr>
          <a:xfrm flipH="1">
            <a:off x="1289663" y="2603549"/>
            <a:ext cx="3247134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DD80DE9-A6FA-9AF2-B628-38DF7869A775}"/>
              </a:ext>
            </a:extLst>
          </p:cNvPr>
          <p:cNvSpPr/>
          <p:nvPr/>
        </p:nvSpPr>
        <p:spPr>
          <a:xfrm>
            <a:off x="191294" y="2061206"/>
            <a:ext cx="1151828" cy="71984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1800" dirty="0">
                <a:solidFill>
                  <a:prstClr val="white"/>
                </a:solidFill>
                <a:latin typeface="Segoe UI"/>
              </a:rPr>
              <a:t>Browser</a:t>
            </a:r>
          </a:p>
          <a:p>
            <a:pPr algn="ctr" defTabSz="1218621"/>
            <a:r>
              <a:rPr lang="en-US" sz="1800" dirty="0">
                <a:solidFill>
                  <a:prstClr val="white"/>
                </a:solidFill>
                <a:latin typeface="Segoe UI"/>
              </a:rPr>
              <a:t>postman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1200EF-86F1-DED3-88FA-2AE359C65A33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767209" y="2781052"/>
            <a:ext cx="3769589" cy="146476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44D77AC-6B43-B0F9-C898-A96C51C6F15E}"/>
              </a:ext>
            </a:extLst>
          </p:cNvPr>
          <p:cNvSpPr/>
          <p:nvPr/>
        </p:nvSpPr>
        <p:spPr>
          <a:xfrm>
            <a:off x="4536797" y="4051173"/>
            <a:ext cx="2015699" cy="86387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399" dirty="0">
                <a:solidFill>
                  <a:prstClr val="white"/>
                </a:solidFill>
                <a:latin typeface="Segoe UI"/>
              </a:rPr>
              <a:t>XSUAA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0E1B0E9-F615-7826-1EFF-CC76DA4E6B5A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479252" y="2853088"/>
            <a:ext cx="4057546" cy="163002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A744B89-AE01-1AFE-2D0C-7B80EAD834E7}"/>
              </a:ext>
            </a:extLst>
          </p:cNvPr>
          <p:cNvCxnSpPr/>
          <p:nvPr/>
        </p:nvCxnSpPr>
        <p:spPr>
          <a:xfrm>
            <a:off x="191294" y="2806829"/>
            <a:ext cx="0" cy="263787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DA7D5A2F-2282-43D3-91D7-A4E86F116D4C}"/>
              </a:ext>
            </a:extLst>
          </p:cNvPr>
          <p:cNvSpPr/>
          <p:nvPr/>
        </p:nvSpPr>
        <p:spPr>
          <a:xfrm>
            <a:off x="119304" y="5444701"/>
            <a:ext cx="1655753" cy="71984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399" dirty="0">
                <a:solidFill>
                  <a:prstClr val="white"/>
                </a:solidFill>
                <a:latin typeface="Segoe UI"/>
              </a:rPr>
              <a:t>IdP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6BA8F46-8075-2E91-8004-686B5EF95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0433" y="5114448"/>
            <a:ext cx="2015699" cy="1361082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06141F9-53BD-36FF-9942-866DDB500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7337" y="5075713"/>
            <a:ext cx="2428420" cy="1390183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3A99372-D1C6-AE14-51F0-4C81FB668B99}"/>
              </a:ext>
            </a:extLst>
          </p:cNvPr>
          <p:cNvCxnSpPr/>
          <p:nvPr/>
        </p:nvCxnSpPr>
        <p:spPr>
          <a:xfrm flipV="1">
            <a:off x="479251" y="2806829"/>
            <a:ext cx="0" cy="263787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9FBE10-64FE-EB83-3880-2BD272348A3D}"/>
              </a:ext>
            </a:extLst>
          </p:cNvPr>
          <p:cNvSpPr txBox="1"/>
          <p:nvPr/>
        </p:nvSpPr>
        <p:spPr>
          <a:xfrm>
            <a:off x="623229" y="4652819"/>
            <a:ext cx="1799731" cy="47126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2399" b="1" dirty="0">
                <a:solidFill>
                  <a:prstClr val="white"/>
                </a:solidFill>
                <a:latin typeface="Segoe UI"/>
              </a:rPr>
              <a:t>SAML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AF08C7-9B1E-5055-6265-B06EBF10AFCB}"/>
              </a:ext>
            </a:extLst>
          </p:cNvPr>
          <p:cNvCxnSpPr/>
          <p:nvPr/>
        </p:nvCxnSpPr>
        <p:spPr>
          <a:xfrm flipH="1">
            <a:off x="1775058" y="4854133"/>
            <a:ext cx="2761740" cy="590566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8CCD73E-4261-3A94-70B7-1A81CE4325B8}"/>
              </a:ext>
            </a:extLst>
          </p:cNvPr>
          <p:cNvSpPr txBox="1"/>
          <p:nvPr/>
        </p:nvSpPr>
        <p:spPr>
          <a:xfrm>
            <a:off x="2422960" y="4915045"/>
            <a:ext cx="1079839" cy="4615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2399" b="1" dirty="0">
                <a:solidFill>
                  <a:prstClr val="white"/>
                </a:solidFill>
                <a:latin typeface="Segoe UI"/>
              </a:rPr>
              <a:t>trust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E0A965-EFB8-7809-B73B-AB5E04FB25C2}"/>
              </a:ext>
            </a:extLst>
          </p:cNvPr>
          <p:cNvSpPr txBox="1"/>
          <p:nvPr/>
        </p:nvSpPr>
        <p:spPr>
          <a:xfrm>
            <a:off x="6614252" y="4145382"/>
            <a:ext cx="1243510" cy="4615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2399" b="1" dirty="0">
                <a:solidFill>
                  <a:prstClr val="white"/>
                </a:solidFill>
                <a:latin typeface="Segoe UI"/>
              </a:rPr>
              <a:t>Scope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CF7A11-09D3-9A03-994C-9B5415A0635B}"/>
              </a:ext>
            </a:extLst>
          </p:cNvPr>
          <p:cNvSpPr txBox="1"/>
          <p:nvPr/>
        </p:nvSpPr>
        <p:spPr>
          <a:xfrm>
            <a:off x="1598314" y="3429001"/>
            <a:ext cx="1112605" cy="4615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2399" b="1" dirty="0">
                <a:solidFill>
                  <a:prstClr val="white"/>
                </a:solidFill>
                <a:latin typeface="Segoe UI"/>
              </a:rPr>
              <a:t>JWT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5874FC5-7E19-DFA2-286C-82B3AB00B89A}"/>
              </a:ext>
            </a:extLst>
          </p:cNvPr>
          <p:cNvSpPr txBox="1"/>
          <p:nvPr/>
        </p:nvSpPr>
        <p:spPr>
          <a:xfrm>
            <a:off x="2356928" y="1870833"/>
            <a:ext cx="1112605" cy="4615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2399" b="1" dirty="0">
                <a:solidFill>
                  <a:prstClr val="white"/>
                </a:solidFill>
                <a:latin typeface="Segoe UI"/>
              </a:rPr>
              <a:t>JWT</a:t>
            </a:r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1D0116CF-EE39-A7C8-9798-757DF33C7C88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893292" y="2803430"/>
            <a:ext cx="899099" cy="1596386"/>
          </a:xfrm>
          <a:prstGeom prst="bent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76D3AC8-122B-01F5-F952-46EB61FF54A8}"/>
              </a:ext>
            </a:extLst>
          </p:cNvPr>
          <p:cNvSpPr txBox="1"/>
          <p:nvPr/>
        </p:nvSpPr>
        <p:spPr>
          <a:xfrm>
            <a:off x="6342839" y="3246283"/>
            <a:ext cx="1079839" cy="4615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2399" b="1" dirty="0">
                <a:solidFill>
                  <a:prstClr val="white"/>
                </a:solidFill>
                <a:latin typeface="Segoe UI"/>
              </a:rPr>
              <a:t>trust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AEC2F2-77E4-4A70-FC14-BFC5C17C8189}"/>
              </a:ext>
            </a:extLst>
          </p:cNvPr>
          <p:cNvSpPr txBox="1"/>
          <p:nvPr/>
        </p:nvSpPr>
        <p:spPr>
          <a:xfrm>
            <a:off x="6614251" y="969725"/>
            <a:ext cx="5383280" cy="15687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2399" dirty="0" err="1">
                <a:solidFill>
                  <a:prstClr val="white"/>
                </a:solidFill>
                <a:latin typeface="Segoe UI"/>
              </a:rPr>
              <a:t>xs-security.json</a:t>
            </a:r>
            <a:r>
              <a:rPr lang="en-US" sz="2399" dirty="0">
                <a:solidFill>
                  <a:prstClr val="white"/>
                </a:solidFill>
                <a:latin typeface="Segoe UI"/>
              </a:rPr>
              <a:t> contains information which we need to register to define what are all permissions required in our app</a:t>
            </a:r>
          </a:p>
        </p:txBody>
      </p:sp>
      <p:pic>
        <p:nvPicPr>
          <p:cNvPr id="46" name="Picture 45" descr="Icon&#10;&#10;Description automatically generated">
            <a:extLst>
              <a:ext uri="{FF2B5EF4-FFF2-40B4-BE49-F238E27FC236}">
                <a16:creationId xmlns:a16="http://schemas.microsoft.com/office/drawing/2014/main" id="{C5D15A3F-1701-C50C-9063-827697F8AEE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386852" y="5607186"/>
            <a:ext cx="666351" cy="666351"/>
          </a:xfrm>
          <a:prstGeom prst="rect">
            <a:avLst/>
          </a:prstGeom>
          <a:ln>
            <a:solidFill>
              <a:schemeClr val="bg1"/>
            </a:solidFill>
          </a:ln>
        </p:spPr>
      </p:pic>
      <p:grpSp>
        <p:nvGrpSpPr>
          <p:cNvPr id="77" name="Group 76">
            <a:extLst>
              <a:ext uri="{FF2B5EF4-FFF2-40B4-BE49-F238E27FC236}">
                <a16:creationId xmlns:a16="http://schemas.microsoft.com/office/drawing/2014/main" id="{82C87769-A9DF-260A-AF3D-2A6A14D3CEAC}"/>
              </a:ext>
            </a:extLst>
          </p:cNvPr>
          <p:cNvGrpSpPr/>
          <p:nvPr/>
        </p:nvGrpSpPr>
        <p:grpSpPr>
          <a:xfrm>
            <a:off x="3028444" y="2240396"/>
            <a:ext cx="340560" cy="90000"/>
            <a:chOff x="3028444" y="2240396"/>
            <a:chExt cx="340560" cy="9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AB247B-8F3D-CE30-04A7-1AAF1D694D65}"/>
                    </a:ext>
                  </a:extLst>
                </p14:cNvPr>
                <p14:cNvContentPartPr/>
                <p14:nvPr/>
              </p14:nvContentPartPr>
              <p14:xfrm>
                <a:off x="3028444" y="2240396"/>
                <a:ext cx="208080" cy="30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AB247B-8F3D-CE30-04A7-1AAF1D694D6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19444" y="2231396"/>
                  <a:ext cx="225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2E7DC22-95FD-3714-2E45-AD6B6A1705F5}"/>
                    </a:ext>
                  </a:extLst>
                </p14:cNvPr>
                <p14:cNvContentPartPr/>
                <p14:nvPr/>
              </p14:nvContentPartPr>
              <p14:xfrm>
                <a:off x="3067324" y="2330036"/>
                <a:ext cx="301680" cy="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2E7DC22-95FD-3714-2E45-AD6B6A1705F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058684" y="2321396"/>
                  <a:ext cx="31932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343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Add Security and Test Microservice</a:t>
            </a:r>
          </a:p>
        </p:txBody>
      </p:sp>
      <p:pic>
        <p:nvPicPr>
          <p:cNvPr id="1026" name="Picture 2" descr="Page 34 | Identity Access Management Images - Free Download on Freepik">
            <a:extLst>
              <a:ext uri="{FF2B5EF4-FFF2-40B4-BE49-F238E27FC236}">
                <a16:creationId xmlns:a16="http://schemas.microsoft.com/office/drawing/2014/main" id="{BB81E557-BBEB-08A0-6A2C-2FE38C6F6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8148" y="2132856"/>
            <a:ext cx="3428107" cy="3428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FC04D6-78E0-8064-4A47-0E7C46BB694F}"/>
              </a:ext>
            </a:extLst>
          </p:cNvPr>
          <p:cNvSpPr txBox="1"/>
          <p:nvPr/>
        </p:nvSpPr>
        <p:spPr>
          <a:xfrm>
            <a:off x="189756" y="908720"/>
            <a:ext cx="6048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cds</a:t>
            </a:r>
            <a:r>
              <a:rPr lang="en-US" dirty="0">
                <a:solidFill>
                  <a:schemeClr val="bg1"/>
                </a:solidFill>
              </a:rPr>
              <a:t> add </a:t>
            </a:r>
            <a:r>
              <a:rPr lang="en-US" dirty="0" err="1">
                <a:solidFill>
                  <a:schemeClr val="bg1"/>
                </a:solidFill>
              </a:rPr>
              <a:t>xsuaa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4172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croll: Vertical 2">
            <a:extLst>
              <a:ext uri="{FF2B5EF4-FFF2-40B4-BE49-F238E27FC236}">
                <a16:creationId xmlns:a16="http://schemas.microsoft.com/office/drawing/2014/main" id="{2A3BADB7-FA7C-8578-13B3-A2BA0410264F}"/>
              </a:ext>
            </a:extLst>
          </p:cNvPr>
          <p:cNvSpPr/>
          <p:nvPr/>
        </p:nvSpPr>
        <p:spPr>
          <a:xfrm>
            <a:off x="261764" y="2636912"/>
            <a:ext cx="3816424" cy="3456384"/>
          </a:xfrm>
          <a:prstGeom prst="verticalScrol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Xs-security.json</a:t>
            </a:r>
            <a:endParaRPr lang="en-US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F7B84A3-1EAA-562F-2EB3-4CCBC33BB249}"/>
              </a:ext>
            </a:extLst>
          </p:cNvPr>
          <p:cNvSpPr/>
          <p:nvPr/>
        </p:nvSpPr>
        <p:spPr>
          <a:xfrm>
            <a:off x="3718148" y="3429000"/>
            <a:ext cx="1368152" cy="72008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9CB001-4CAF-65E4-3358-B188C061B1F3}"/>
              </a:ext>
            </a:extLst>
          </p:cNvPr>
          <p:cNvSpPr/>
          <p:nvPr/>
        </p:nvSpPr>
        <p:spPr>
          <a:xfrm>
            <a:off x="5119716" y="3320550"/>
            <a:ext cx="2376264" cy="936104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Xs-uaa</a:t>
            </a:r>
            <a:r>
              <a:rPr lang="en-US" dirty="0"/>
              <a:t> backing service</a:t>
            </a:r>
          </a:p>
        </p:txBody>
      </p:sp>
      <p:sp>
        <p:nvSpPr>
          <p:cNvPr id="6" name="Thought Bubble: Cloud 5">
            <a:extLst>
              <a:ext uri="{FF2B5EF4-FFF2-40B4-BE49-F238E27FC236}">
                <a16:creationId xmlns:a16="http://schemas.microsoft.com/office/drawing/2014/main" id="{5A8E66B9-0E96-A1DD-FC2A-5972B1F7C134}"/>
              </a:ext>
            </a:extLst>
          </p:cNvPr>
          <p:cNvSpPr/>
          <p:nvPr/>
        </p:nvSpPr>
        <p:spPr>
          <a:xfrm>
            <a:off x="9632254" y="3429438"/>
            <a:ext cx="3240360" cy="1944216"/>
          </a:xfrm>
          <a:prstGeom prst="cloudCallout">
            <a:avLst>
              <a:gd name="adj1" fmla="val -8696"/>
              <a:gd name="adj2" fmla="val 39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BTP Account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85C4672-21C3-374C-05E6-F48DE01DDF2F}"/>
              </a:ext>
            </a:extLst>
          </p:cNvPr>
          <p:cNvSpPr/>
          <p:nvPr/>
        </p:nvSpPr>
        <p:spPr>
          <a:xfrm>
            <a:off x="7546655" y="3429438"/>
            <a:ext cx="2220165" cy="72008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152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B15C6-C2BC-F8B3-73CE-FEB48FB66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Microservice from postman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1F1C54-8E03-60C7-9B24-9BC9CF50ED85}"/>
              </a:ext>
            </a:extLst>
          </p:cNvPr>
          <p:cNvSpPr txBox="1"/>
          <p:nvPr/>
        </p:nvSpPr>
        <p:spPr>
          <a:xfrm>
            <a:off x="160139" y="811178"/>
            <a:ext cx="11806237" cy="16307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063" indent="-457063">
              <a:buFontTx/>
              <a:buAutoNum type="arabicPeriod"/>
              <a:defRPr/>
            </a:pPr>
            <a:r>
              <a:rPr lang="en-US" sz="1999" kern="0" dirty="0">
                <a:solidFill>
                  <a:prstClr val="white"/>
                </a:solidFill>
                <a:latin typeface="Segoe UI"/>
              </a:rPr>
              <a:t>After the deployment, we open the postman tool and try to access resource with URL /vendor </a:t>
            </a:r>
            <a:r>
              <a:rPr lang="en-US" sz="1999" kern="0" dirty="0" err="1">
                <a:solidFill>
                  <a:prstClr val="white"/>
                </a:solidFill>
                <a:latin typeface="Segoe UI"/>
              </a:rPr>
              <a:t>url</a:t>
            </a:r>
            <a:r>
              <a:rPr lang="en-US" sz="1999" kern="0" dirty="0">
                <a:solidFill>
                  <a:prstClr val="white"/>
                </a:solidFill>
                <a:latin typeface="Segoe UI"/>
              </a:rPr>
              <a:t>, it gives unauthenticated.</a:t>
            </a:r>
          </a:p>
          <a:p>
            <a:pPr marL="457063" indent="-457063">
              <a:buFontTx/>
              <a:buAutoNum type="arabicPeriod"/>
              <a:defRPr/>
            </a:pPr>
            <a:r>
              <a:rPr lang="en-US" sz="1999" kern="0" dirty="0">
                <a:solidFill>
                  <a:prstClr val="white"/>
                </a:solidFill>
                <a:latin typeface="Segoe UI"/>
              </a:rPr>
              <a:t>We need to obtain access token so we went to authorization table and added the OAuth2.0 option and provided</a:t>
            </a:r>
          </a:p>
          <a:p>
            <a:pPr>
              <a:defRPr/>
            </a:pPr>
            <a:endParaRPr lang="en-IN" sz="1999" kern="0" dirty="0">
              <a:solidFill>
                <a:prstClr val="white"/>
              </a:solidFill>
              <a:latin typeface="Segoe UI"/>
            </a:endParaRPr>
          </a:p>
        </p:txBody>
      </p:sp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A1C8B054-AC28-43FF-46FA-F411BBD3FD51}"/>
              </a:ext>
            </a:extLst>
          </p:cNvPr>
          <p:cNvGraphicFramePr>
            <a:graphicFrameLocks noGrp="1"/>
          </p:cNvGraphicFramePr>
          <p:nvPr/>
        </p:nvGraphicFramePr>
        <p:xfrm>
          <a:off x="180860" y="2236348"/>
          <a:ext cx="11644514" cy="2965944"/>
        </p:xfrm>
        <a:graphic>
          <a:graphicData uri="http://schemas.openxmlformats.org/drawingml/2006/table">
            <a:tbl>
              <a:tblPr firstRow="1" bandRow="1"/>
              <a:tblGrid>
                <a:gridCol w="3290785">
                  <a:extLst>
                    <a:ext uri="{9D8B030D-6E8A-4147-A177-3AD203B41FA5}">
                      <a16:colId xmlns:a16="http://schemas.microsoft.com/office/drawing/2014/main" val="686647361"/>
                    </a:ext>
                  </a:extLst>
                </a:gridCol>
                <a:gridCol w="8353729">
                  <a:extLst>
                    <a:ext uri="{9D8B030D-6E8A-4147-A177-3AD203B41FA5}">
                      <a16:colId xmlns:a16="http://schemas.microsoft.com/office/drawing/2014/main" val="2464886500"/>
                    </a:ext>
                  </a:extLst>
                </a:gridCol>
              </a:tblGrid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Properties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/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b="1" kern="1200">
                          <a:solidFill>
                            <a:schemeClr val="lt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Value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972069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Token Name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BTPJWTToken</a:t>
                      </a:r>
                      <a:endParaRPr lang="en-US" sz="1600" dirty="0"/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289465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Grant Type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Password credentials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752812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Access Token URL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Service key of </a:t>
                      </a:r>
                      <a:r>
                        <a:rPr lang="en-US" sz="1600" dirty="0" err="1"/>
                        <a:t>xsuaa</a:t>
                      </a:r>
                      <a:r>
                        <a:rPr lang="en-US" sz="1600" dirty="0"/>
                        <a:t> – </a:t>
                      </a:r>
                      <a:r>
                        <a:rPr lang="en-US" sz="1600" dirty="0" err="1"/>
                        <a:t>url</a:t>
                      </a:r>
                      <a:r>
                        <a:rPr lang="en-US" sz="1600" dirty="0"/>
                        <a:t>, append </a:t>
                      </a:r>
                      <a:r>
                        <a:rPr lang="en-US" sz="16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6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oauth</a:t>
                      </a:r>
                      <a:r>
                        <a:rPr lang="en-US" sz="16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/token</a:t>
                      </a:r>
                      <a:endParaRPr lang="en-US" sz="1600" b="1" dirty="0"/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3187099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Client Id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Service key – </a:t>
                      </a:r>
                      <a:r>
                        <a:rPr lang="en-US" sz="1600" dirty="0" err="1"/>
                        <a:t>client_id</a:t>
                      </a:r>
                      <a:endParaRPr lang="en-US" sz="1600" dirty="0"/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269835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Client Secret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Service key – </a:t>
                      </a:r>
                      <a:r>
                        <a:rPr lang="en-US" sz="1600" dirty="0" err="1"/>
                        <a:t>client_secret</a:t>
                      </a:r>
                      <a:endParaRPr lang="en-US" sz="1600" dirty="0"/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0203588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Username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Our BTP account user id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5788176"/>
                  </a:ext>
                </a:extLst>
              </a:tr>
              <a:tr h="370743"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Password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1pPr>
                      <a:lvl2pPr marL="60949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2pPr>
                      <a:lvl3pPr marL="121898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3pPr>
                      <a:lvl4pPr marL="182848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4pPr>
                      <a:lvl5pPr marL="243797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5pPr>
                      <a:lvl6pPr marL="304746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6pPr>
                      <a:lvl7pPr marL="3656960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7pPr>
                      <a:lvl8pPr marL="4266453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8pPr>
                      <a:lvl9pPr marL="4875947" algn="l" defTabSz="1218987" rtl="0" eaLnBrk="1" latinLnBrk="0" hangingPunct="1">
                        <a:defRPr sz="2400" kern="1200">
                          <a:solidFill>
                            <a:schemeClr val="dk1"/>
                          </a:solidFill>
                          <a:latin typeface="Segoe UI"/>
                        </a:defRPr>
                      </a:lvl9pPr>
                    </a:lstStyle>
                    <a:p>
                      <a:r>
                        <a:rPr lang="en-US" sz="1600" dirty="0"/>
                        <a:t>Our BTP account password</a:t>
                      </a:r>
                    </a:p>
                  </a:txBody>
                  <a:tcPr marL="91416" marR="91416" marT="45708" marB="45708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2B50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65840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FB5595D-B4F0-BA65-4DAB-48724BA32027}"/>
              </a:ext>
            </a:extLst>
          </p:cNvPr>
          <p:cNvSpPr txBox="1"/>
          <p:nvPr/>
        </p:nvSpPr>
        <p:spPr>
          <a:xfrm>
            <a:off x="160139" y="5234036"/>
            <a:ext cx="11922315" cy="15692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3. Call get token and choose use token button once token was fetched.</a:t>
            </a:r>
          </a:p>
          <a:p>
            <a:pPr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4. Again make get request for /vendor, and we should get response.</a:t>
            </a:r>
          </a:p>
          <a:p>
            <a:pPr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5. If we try </a:t>
            </a:r>
            <a:r>
              <a:rPr lang="en-US" sz="1600" kern="0">
                <a:solidFill>
                  <a:prstClr val="white"/>
                </a:solidFill>
                <a:latin typeface="Segoe UI"/>
              </a:rPr>
              <a:t>/vendor/, </a:t>
            </a:r>
            <a:r>
              <a:rPr lang="en-US" sz="1600" kern="0" dirty="0">
                <a:solidFill>
                  <a:prstClr val="white"/>
                </a:solidFill>
                <a:latin typeface="Segoe UI"/>
              </a:rPr>
              <a:t>it will not work because, we are looking for Role. </a:t>
            </a:r>
          </a:p>
          <a:p>
            <a:pPr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6. Went to BTP subaccount and created a Role collection, added the role template and assign same to our user</a:t>
            </a:r>
          </a:p>
          <a:p>
            <a:pPr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7. Again get the token and try to access end point for OData, this time it works.</a:t>
            </a:r>
          </a:p>
          <a:p>
            <a:pPr>
              <a:defRPr/>
            </a:pPr>
            <a:endParaRPr lang="en-IN" sz="1600" kern="0" dirty="0">
              <a:solidFill>
                <a:prstClr val="white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733546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in Current Approach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796D8E-6200-6FFF-317A-54B3F37144BC}"/>
              </a:ext>
            </a:extLst>
          </p:cNvPr>
          <p:cNvSpPr txBox="1"/>
          <p:nvPr/>
        </p:nvSpPr>
        <p:spPr>
          <a:xfrm>
            <a:off x="191294" y="837387"/>
            <a:ext cx="1180623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797" indent="-342797">
              <a:buFontTx/>
              <a:buChar char="-"/>
              <a:defRPr/>
            </a:pPr>
            <a:r>
              <a:rPr lang="en-US" sz="1800" kern="0" dirty="0">
                <a:solidFill>
                  <a:prstClr val="white"/>
                </a:solidFill>
                <a:latin typeface="Segoe UI"/>
              </a:rPr>
              <a:t>Did you notice, that we need to first pass lots of technical details from service key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Pass all the info in correct manner to postman to obtain token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Once the token expired, we need to reobtain again and again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Our </a:t>
            </a:r>
            <a:r>
              <a:rPr lang="en-IN" sz="1800" b="1" kern="0" dirty="0">
                <a:solidFill>
                  <a:prstClr val="white"/>
                </a:solidFill>
                <a:latin typeface="Segoe UI"/>
              </a:rPr>
              <a:t>end user 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do not know all this. Automate the XSUAA JWT token processing.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In our app, we will have multiple microservices, like java, sap ui5, node app, </a:t>
            </a:r>
            <a:r>
              <a:rPr lang="en-IN" sz="1800" kern="0" dirty="0" err="1">
                <a:solidFill>
                  <a:prstClr val="white"/>
                </a:solidFill>
                <a:latin typeface="Segoe UI"/>
              </a:rPr>
              <a:t>xsuaa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…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Each service produce one end point e.g. /vendors, /index.html, /customers, they all logically belongs to same app. Will you give 3 </a:t>
            </a:r>
            <a:r>
              <a:rPr lang="en-IN" sz="1800" kern="0" dirty="0" err="1">
                <a:solidFill>
                  <a:prstClr val="white"/>
                </a:solidFill>
                <a:latin typeface="Segoe UI"/>
              </a:rPr>
              <a:t>url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 to our user to access these apps?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These microservices also needs to communicate with each other. Provided we give a single end point to access our entire app to end user.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We want to complete redirect mechanism to let user go to login screen, authenticate on IDP and exchange of all the tokens should be seamless behind the scenes.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We need a </a:t>
            </a:r>
            <a:r>
              <a:rPr lang="en-IN" sz="1800" b="1" kern="0" dirty="0">
                <a:solidFill>
                  <a:prstClr val="white"/>
                </a:solidFill>
                <a:latin typeface="Segoe UI"/>
              </a:rPr>
              <a:t>single entry 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point for entire app, </a:t>
            </a:r>
            <a:r>
              <a:rPr lang="en-IN" sz="1800" kern="0" dirty="0" err="1">
                <a:solidFill>
                  <a:prstClr val="white"/>
                </a:solidFill>
                <a:latin typeface="Segoe UI"/>
              </a:rPr>
              <a:t>forwardAuth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 tokens should be done automatic.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0E049D-A442-373C-AC02-8012B77C7E77}"/>
              </a:ext>
            </a:extLst>
          </p:cNvPr>
          <p:cNvSpPr/>
          <p:nvPr/>
        </p:nvSpPr>
        <p:spPr>
          <a:xfrm>
            <a:off x="3070864" y="4569660"/>
            <a:ext cx="5327204" cy="863871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Application router</a:t>
            </a:r>
          </a:p>
          <a:p>
            <a:pPr algn="ctr"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(Provide single entry point, exchange auth token,</a:t>
            </a:r>
          </a:p>
          <a:p>
            <a:pPr algn="ctr"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Communicate between microservices, like a facade)</a:t>
            </a:r>
          </a:p>
        </p:txBody>
      </p:sp>
      <p:sp>
        <p:nvSpPr>
          <p:cNvPr id="5" name="Smiley Face 4">
            <a:extLst>
              <a:ext uri="{FF2B5EF4-FFF2-40B4-BE49-F238E27FC236}">
                <a16:creationId xmlns:a16="http://schemas.microsoft.com/office/drawing/2014/main" id="{ED52A723-E120-C2D3-AF27-A7F5275D1592}"/>
              </a:ext>
            </a:extLst>
          </p:cNvPr>
          <p:cNvSpPr/>
          <p:nvPr/>
        </p:nvSpPr>
        <p:spPr>
          <a:xfrm>
            <a:off x="551240" y="4569660"/>
            <a:ext cx="575914" cy="503925"/>
          </a:xfrm>
          <a:prstGeom prst="smileyFace">
            <a:avLst/>
          </a:prstGeom>
          <a:solidFill>
            <a:srgbClr val="38C6C6"/>
          </a:solidFill>
          <a:ln w="38100" cap="flat" cmpd="sng" algn="ctr">
            <a:solidFill>
              <a:sysClr val="window" lastClr="FFFFFF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sz="2399" kern="0" dirty="0">
              <a:solidFill>
                <a:prstClr val="white"/>
              </a:solidFill>
              <a:latin typeface="Segoe UI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4D211C58-732F-B6F2-EA91-BBD27364F9F8}"/>
              </a:ext>
            </a:extLst>
          </p:cNvPr>
          <p:cNvCxnSpPr>
            <a:stCxn id="5" idx="6"/>
            <a:endCxn id="4" idx="1"/>
          </p:cNvCxnSpPr>
          <p:nvPr/>
        </p:nvCxnSpPr>
        <p:spPr>
          <a:xfrm>
            <a:off x="1127154" y="4821622"/>
            <a:ext cx="1943710" cy="179973"/>
          </a:xfrm>
          <a:prstGeom prst="bentConnector3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08CAFA-0D77-5FB6-FFEA-74B15D948AC0}"/>
              </a:ext>
            </a:extLst>
          </p:cNvPr>
          <p:cNvSpPr txBox="1"/>
          <p:nvPr/>
        </p:nvSpPr>
        <p:spPr>
          <a:xfrm>
            <a:off x="1551735" y="4506861"/>
            <a:ext cx="1176870" cy="46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399" b="1" kern="0" dirty="0" err="1">
                <a:solidFill>
                  <a:prstClr val="white"/>
                </a:solidFill>
                <a:latin typeface="Segoe UI"/>
              </a:rPr>
              <a:t>url</a:t>
            </a:r>
            <a:endParaRPr lang="en-US" sz="2399" b="1" kern="0" dirty="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27F3B-16BC-4EBD-1929-1FB9B9D8263A}"/>
              </a:ext>
            </a:extLst>
          </p:cNvPr>
          <p:cNvSpPr/>
          <p:nvPr/>
        </p:nvSpPr>
        <p:spPr>
          <a:xfrm>
            <a:off x="3070863" y="5865466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Java</a:t>
            </a:r>
          </a:p>
          <a:p>
            <a:pPr algn="ctr">
              <a:defRPr/>
            </a:pPr>
            <a:r>
              <a:rPr lang="en-US" sz="1800" kern="0" dirty="0">
                <a:solidFill>
                  <a:prstClr val="white"/>
                </a:solidFill>
                <a:latin typeface="Segoe UI"/>
              </a:rPr>
              <a:t>/</a:t>
            </a:r>
            <a:r>
              <a:rPr lang="en-US" sz="1800" kern="0" dirty="0" err="1">
                <a:solidFill>
                  <a:prstClr val="white"/>
                </a:solidFill>
                <a:latin typeface="Segoe UI"/>
              </a:rPr>
              <a:t>Anubhav.svc</a:t>
            </a:r>
            <a:endParaRPr lang="en-US" sz="1800" kern="0" dirty="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7A687B-65C1-D483-3BDB-F2A80C69C337}"/>
              </a:ext>
            </a:extLst>
          </p:cNvPr>
          <p:cNvSpPr/>
          <p:nvPr/>
        </p:nvSpPr>
        <p:spPr>
          <a:xfrm>
            <a:off x="4918521" y="5877301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UI5 App</a:t>
            </a:r>
          </a:p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/index.html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35C6B4-D300-0754-D47C-612609044B7E}"/>
              </a:ext>
            </a:extLst>
          </p:cNvPr>
          <p:cNvSpPr/>
          <p:nvPr/>
        </p:nvSpPr>
        <p:spPr>
          <a:xfrm>
            <a:off x="6766179" y="5882708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Node</a:t>
            </a:r>
          </a:p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/customer</a:t>
            </a:r>
          </a:p>
        </p:txBody>
      </p:sp>
      <p:sp>
        <p:nvSpPr>
          <p:cNvPr id="11" name="Arrow: U-Turn 10">
            <a:extLst>
              <a:ext uri="{FF2B5EF4-FFF2-40B4-BE49-F238E27FC236}">
                <a16:creationId xmlns:a16="http://schemas.microsoft.com/office/drawing/2014/main" id="{E4B8BD5C-48FD-A35A-0B18-BD7062293ABD}"/>
              </a:ext>
            </a:extLst>
          </p:cNvPr>
          <p:cNvSpPr/>
          <p:nvPr/>
        </p:nvSpPr>
        <p:spPr>
          <a:xfrm>
            <a:off x="4357055" y="5454742"/>
            <a:ext cx="1403790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sz="2000" kern="0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F56615D-E0AA-8001-F926-EFE113DA1DC8}"/>
              </a:ext>
            </a:extLst>
          </p:cNvPr>
          <p:cNvSpPr/>
          <p:nvPr/>
        </p:nvSpPr>
        <p:spPr>
          <a:xfrm>
            <a:off x="6394452" y="5458737"/>
            <a:ext cx="1403790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sz="2000" kern="0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13" name="Arrow: U-Turn 12">
            <a:extLst>
              <a:ext uri="{FF2B5EF4-FFF2-40B4-BE49-F238E27FC236}">
                <a16:creationId xmlns:a16="http://schemas.microsoft.com/office/drawing/2014/main" id="{1BB3AC61-254F-0D4F-D268-3CE08494DF47}"/>
              </a:ext>
            </a:extLst>
          </p:cNvPr>
          <p:cNvSpPr/>
          <p:nvPr/>
        </p:nvSpPr>
        <p:spPr>
          <a:xfrm flipH="1">
            <a:off x="3403197" y="5470725"/>
            <a:ext cx="1655753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sz="2000" kern="0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0A3C6A81-904C-67EA-C3E0-196F54E4957F}"/>
              </a:ext>
            </a:extLst>
          </p:cNvPr>
          <p:cNvSpPr/>
          <p:nvPr/>
        </p:nvSpPr>
        <p:spPr>
          <a:xfrm flipH="1">
            <a:off x="5205592" y="5495173"/>
            <a:ext cx="2132065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sz="2000" kern="0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F8EA13-DC47-5B7A-30A8-1765E352D908}"/>
              </a:ext>
            </a:extLst>
          </p:cNvPr>
          <p:cNvSpPr/>
          <p:nvPr/>
        </p:nvSpPr>
        <p:spPr>
          <a:xfrm>
            <a:off x="9909842" y="4876096"/>
            <a:ext cx="1727742" cy="594629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2399" kern="0" dirty="0" err="1">
                <a:solidFill>
                  <a:prstClr val="white"/>
                </a:solidFill>
                <a:latin typeface="Segoe UI"/>
              </a:rPr>
              <a:t>xsuaa</a:t>
            </a:r>
            <a:endParaRPr lang="en-US" sz="2399" kern="0" dirty="0">
              <a:solidFill>
                <a:prstClr val="white"/>
              </a:solidFill>
              <a:latin typeface="Segoe UI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0134498-0A01-D1F1-3812-5EB05D8E51B8}"/>
              </a:ext>
            </a:extLst>
          </p:cNvPr>
          <p:cNvCxnSpPr>
            <a:stCxn id="4" idx="3"/>
          </p:cNvCxnSpPr>
          <p:nvPr/>
        </p:nvCxnSpPr>
        <p:spPr>
          <a:xfrm>
            <a:off x="8398068" y="5001595"/>
            <a:ext cx="1511774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8F7DE8-70C0-0093-4FE0-0EB19E88027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8421932" y="5173411"/>
            <a:ext cx="1487910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63102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3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App 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125C8-EE73-BED6-16B3-BB424E7483AB}"/>
              </a:ext>
            </a:extLst>
          </p:cNvPr>
          <p:cNvSpPr txBox="1"/>
          <p:nvPr/>
        </p:nvSpPr>
        <p:spPr>
          <a:xfrm>
            <a:off x="161034" y="909378"/>
            <a:ext cx="11806237" cy="4521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It is a Node JS Application 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It is used to automate the process of authentication, authorization with XSUAA to do token exchange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It sits in the middle of IDP and XSUAA, it will redirect the request to our microservice to </a:t>
            </a:r>
            <a:r>
              <a:rPr lang="en-US" sz="2399" dirty="0" err="1">
                <a:solidFill>
                  <a:prstClr val="white"/>
                </a:solidFill>
                <a:latin typeface="Segoe UI"/>
              </a:rPr>
              <a:t>xsuaa</a:t>
            </a:r>
            <a:r>
              <a:rPr lang="en-US" sz="2399" dirty="0">
                <a:solidFill>
                  <a:prstClr val="white"/>
                </a:solidFill>
                <a:latin typeface="Segoe UI"/>
              </a:rPr>
              <a:t>, and eventually to </a:t>
            </a:r>
            <a:r>
              <a:rPr lang="en-US" sz="2399" dirty="0" err="1">
                <a:solidFill>
                  <a:prstClr val="white"/>
                </a:solidFill>
                <a:latin typeface="Segoe UI"/>
              </a:rPr>
              <a:t>idp</a:t>
            </a:r>
            <a:endParaRPr lang="en-US" sz="2399" dirty="0">
              <a:solidFill>
                <a:prstClr val="white"/>
              </a:solidFill>
              <a:latin typeface="Segoe UI"/>
            </a:endParaRP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IDP sends the login screen to the user, user authenticates, which is taken to XSUAA, XSUAA issues JWT Token, this JWT token is presented to </a:t>
            </a:r>
            <a:r>
              <a:rPr lang="en-US" sz="2399" dirty="0" err="1">
                <a:solidFill>
                  <a:prstClr val="white"/>
                </a:solidFill>
                <a:latin typeface="Segoe UI"/>
              </a:rPr>
              <a:t>api</a:t>
            </a:r>
            <a:r>
              <a:rPr lang="en-US" sz="2399" dirty="0">
                <a:solidFill>
                  <a:prstClr val="white"/>
                </a:solidFill>
                <a:latin typeface="Segoe UI"/>
              </a:rPr>
              <a:t> end points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App Router takes the JWT token from XSUAA and gives it to our microservices and even exchange this token to multiple microservices inside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It Serves as a single entry point for the entire app.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IN" sz="2399" dirty="0">
                <a:solidFill>
                  <a:prstClr val="white"/>
                </a:solidFill>
                <a:latin typeface="Segoe UI"/>
              </a:rPr>
              <a:t>To tell app router about our multiple microservices so that it can re-direct, we need to create a configuration file named as </a:t>
            </a:r>
            <a:r>
              <a:rPr lang="en-IN" sz="2399" b="1" dirty="0" err="1">
                <a:solidFill>
                  <a:prstClr val="white"/>
                </a:solidFill>
                <a:latin typeface="Segoe UI"/>
              </a:rPr>
              <a:t>xs-app.json</a:t>
            </a:r>
            <a:r>
              <a:rPr lang="en-IN" sz="2399" dirty="0">
                <a:solidFill>
                  <a:prstClr val="white"/>
                </a:solidFill>
                <a:latin typeface="Segoe UI"/>
              </a:rPr>
              <a:t> which contains the details.</a:t>
            </a:r>
          </a:p>
        </p:txBody>
      </p:sp>
    </p:spTree>
    <p:extLst>
      <p:ext uri="{BB962C8B-B14F-4D97-AF65-F5344CB8AC3E}">
        <p14:creationId xmlns:p14="http://schemas.microsoft.com/office/powerpoint/2010/main" val="33198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Real World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EA533E-B375-495B-C297-1E34514386FD}"/>
              </a:ext>
            </a:extLst>
          </p:cNvPr>
          <p:cNvSpPr/>
          <p:nvPr/>
        </p:nvSpPr>
        <p:spPr>
          <a:xfrm>
            <a:off x="10028249" y="2829492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Loan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36DB1B-5BB2-1C6B-1C9A-FD527662AD3B}"/>
              </a:ext>
            </a:extLst>
          </p:cNvPr>
          <p:cNvSpPr/>
          <p:nvPr/>
        </p:nvSpPr>
        <p:spPr>
          <a:xfrm>
            <a:off x="10028249" y="346482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Credit Card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9C15EF-FC9E-DC26-ADB2-5A8A7913CF1E}"/>
              </a:ext>
            </a:extLst>
          </p:cNvPr>
          <p:cNvSpPr/>
          <p:nvPr/>
        </p:nvSpPr>
        <p:spPr>
          <a:xfrm>
            <a:off x="10028249" y="410015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Deposit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356AC6-451F-9EFC-F182-E64D4AF591B1}"/>
              </a:ext>
            </a:extLst>
          </p:cNvPr>
          <p:cNvSpPr/>
          <p:nvPr/>
        </p:nvSpPr>
        <p:spPr>
          <a:xfrm>
            <a:off x="10053820" y="4735484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Draft/Cheque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11B6E-46C2-C252-ED42-B0E715054D58}"/>
              </a:ext>
            </a:extLst>
          </p:cNvPr>
          <p:cNvSpPr/>
          <p:nvPr/>
        </p:nvSpPr>
        <p:spPr>
          <a:xfrm>
            <a:off x="10053964" y="5366291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FD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713BAD-A756-CE90-30A2-C455D59C0ACA}"/>
              </a:ext>
            </a:extLst>
          </p:cNvPr>
          <p:cNvSpPr/>
          <p:nvPr/>
        </p:nvSpPr>
        <p:spPr>
          <a:xfrm>
            <a:off x="10053820" y="602061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Locker</a:t>
            </a:r>
          </a:p>
        </p:txBody>
      </p:sp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070111FB-6C2D-B285-7982-7544388F451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7645" y="1353879"/>
            <a:ext cx="1083615" cy="108361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C93980-FD63-3685-BA93-DA4037E2A56F}"/>
              </a:ext>
            </a:extLst>
          </p:cNvPr>
          <p:cNvSpPr txBox="1"/>
          <p:nvPr/>
        </p:nvSpPr>
        <p:spPr>
          <a:xfrm>
            <a:off x="335272" y="1032062"/>
            <a:ext cx="1295806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1400" b="1" dirty="0">
                <a:solidFill>
                  <a:prstClr val="white"/>
                </a:solidFill>
                <a:latin typeface="Segoe UI"/>
              </a:rPr>
              <a:t>Customer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957B6AB-C7CA-2A1B-233F-9F9C7D532060}"/>
              </a:ext>
            </a:extLst>
          </p:cNvPr>
          <p:cNvCxnSpPr>
            <a:cxnSpLocks/>
          </p:cNvCxnSpPr>
          <p:nvPr/>
        </p:nvCxnSpPr>
        <p:spPr>
          <a:xfrm flipV="1">
            <a:off x="1455662" y="1629270"/>
            <a:ext cx="4169229" cy="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">
            <a:extLst>
              <a:ext uri="{FF2B5EF4-FFF2-40B4-BE49-F238E27FC236}">
                <a16:creationId xmlns:a16="http://schemas.microsoft.com/office/drawing/2014/main" id="{4B0383D5-7DD1-02CF-EEBC-88D4D49862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 flipH="1">
            <a:off x="5590487" y="1235015"/>
            <a:ext cx="1655753" cy="228955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82548D8D-B1BC-D516-A585-B01B1881E525}"/>
              </a:ext>
            </a:extLst>
          </p:cNvPr>
          <p:cNvSpPr/>
          <p:nvPr/>
        </p:nvSpPr>
        <p:spPr>
          <a:xfrm>
            <a:off x="2710918" y="140746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1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39DA18-89FF-2842-5B78-64BDA3DF7C96}"/>
              </a:ext>
            </a:extLst>
          </p:cNvPr>
          <p:cNvCxnSpPr/>
          <p:nvPr/>
        </p:nvCxnSpPr>
        <p:spPr>
          <a:xfrm flipH="1">
            <a:off x="1455660" y="1773247"/>
            <a:ext cx="413482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picture containing text, parking, machine, meter&#10;&#10;Description automatically generated">
            <a:extLst>
              <a:ext uri="{FF2B5EF4-FFF2-40B4-BE49-F238E27FC236}">
                <a16:creationId xmlns:a16="http://schemas.microsoft.com/office/drawing/2014/main" id="{BBC0DADA-D9A2-DA21-95E2-18E03C3AFF1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33824" y="3730119"/>
            <a:ext cx="1711332" cy="1231691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8F7EAB-F03E-4A39-6E1E-14A442C77DC0}"/>
              </a:ext>
            </a:extLst>
          </p:cNvPr>
          <p:cNvSpPr txBox="1"/>
          <p:nvPr/>
        </p:nvSpPr>
        <p:spPr>
          <a:xfrm>
            <a:off x="1331345" y="6857107"/>
            <a:ext cx="9526138" cy="21544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800">
                <a:solidFill>
                  <a:prstClr val="black"/>
                </a:solidFill>
                <a:latin typeface="Segoe UI"/>
                <a:hlinkClick r:id="rId7" tooltip="https://www.flickr.com/photos/jeepersmedia/14765960308/"/>
              </a:rPr>
              <a:t>This Photo</a:t>
            </a:r>
            <a:r>
              <a:rPr lang="en-US" sz="800">
                <a:solidFill>
                  <a:prstClr val="black"/>
                </a:solidFill>
                <a:latin typeface="Segoe UI"/>
              </a:rPr>
              <a:t> by Unknown Author is licensed under </a:t>
            </a:r>
            <a:r>
              <a:rPr lang="en-US" sz="800">
                <a:solidFill>
                  <a:prstClr val="black"/>
                </a:solidFill>
                <a:latin typeface="Segoe UI"/>
                <a:hlinkClick r:id="rId8" tooltip="https://creativecommons.org/licenses/by/3.0/"/>
              </a:rPr>
              <a:t>CC BY</a:t>
            </a:r>
            <a:endParaRPr lang="en-US" sz="800">
              <a:solidFill>
                <a:prstClr val="black"/>
              </a:solidFill>
              <a:latin typeface="Segoe UI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A2B9F5-841F-1EDB-859C-2C5C4A5C5C4D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879453" y="2437494"/>
            <a:ext cx="10038" cy="129262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985EF3C-623F-4F13-28C8-8E3CB3B1508E}"/>
              </a:ext>
            </a:extLst>
          </p:cNvPr>
          <p:cNvSpPr/>
          <p:nvPr/>
        </p:nvSpPr>
        <p:spPr>
          <a:xfrm>
            <a:off x="33824" y="5714346"/>
            <a:ext cx="1711332" cy="4037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*******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E0C267-9B09-10B0-9791-36B97BFC1EBE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>
            <a:off x="889490" y="4961810"/>
            <a:ext cx="0" cy="7525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21E8ADA-FBDB-0223-EDFA-0297C75D10B6}"/>
              </a:ext>
            </a:extLst>
          </p:cNvPr>
          <p:cNvCxnSpPr/>
          <p:nvPr/>
        </p:nvCxnSpPr>
        <p:spPr>
          <a:xfrm flipV="1">
            <a:off x="695218" y="4961811"/>
            <a:ext cx="0" cy="69243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AC01570-9A95-69A1-4B28-816A639DDD18}"/>
              </a:ext>
            </a:extLst>
          </p:cNvPr>
          <p:cNvCxnSpPr/>
          <p:nvPr/>
        </p:nvCxnSpPr>
        <p:spPr>
          <a:xfrm flipV="1">
            <a:off x="695218" y="2379793"/>
            <a:ext cx="0" cy="135032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C261E608-4361-CED8-02D4-02A054BCDE60}"/>
              </a:ext>
            </a:extLst>
          </p:cNvPr>
          <p:cNvSpPr/>
          <p:nvPr/>
        </p:nvSpPr>
        <p:spPr>
          <a:xfrm>
            <a:off x="767208" y="2822672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82C6420-EF79-3831-013D-B5E561219E1F}"/>
              </a:ext>
            </a:extLst>
          </p:cNvPr>
          <p:cNvSpPr/>
          <p:nvPr/>
        </p:nvSpPr>
        <p:spPr>
          <a:xfrm>
            <a:off x="767208" y="506962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FC0A25E-C437-DE46-D027-B5EEDF3E96D1}"/>
              </a:ext>
            </a:extLst>
          </p:cNvPr>
          <p:cNvSpPr/>
          <p:nvPr/>
        </p:nvSpPr>
        <p:spPr>
          <a:xfrm>
            <a:off x="353831" y="2497591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4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9305B0-C4D4-BBB5-2BA2-513DB9C20447}"/>
              </a:ext>
            </a:extLst>
          </p:cNvPr>
          <p:cNvCxnSpPr>
            <a:cxnSpLocks/>
          </p:cNvCxnSpPr>
          <p:nvPr/>
        </p:nvCxnSpPr>
        <p:spPr>
          <a:xfrm flipV="1">
            <a:off x="1455662" y="2157385"/>
            <a:ext cx="4169229" cy="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FEABC96-1E27-2553-2C0E-81F675867AD1}"/>
              </a:ext>
            </a:extLst>
          </p:cNvPr>
          <p:cNvSpPr/>
          <p:nvPr/>
        </p:nvSpPr>
        <p:spPr>
          <a:xfrm>
            <a:off x="2710918" y="1935578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5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E5881B-F0FD-D913-199F-D4A478F6245D}"/>
              </a:ext>
            </a:extLst>
          </p:cNvPr>
          <p:cNvCxnSpPr/>
          <p:nvPr/>
        </p:nvCxnSpPr>
        <p:spPr>
          <a:xfrm flipH="1">
            <a:off x="1455660" y="2301362"/>
            <a:ext cx="413482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iamond 27">
            <a:extLst>
              <a:ext uri="{FF2B5EF4-FFF2-40B4-BE49-F238E27FC236}">
                <a16:creationId xmlns:a16="http://schemas.microsoft.com/office/drawing/2014/main" id="{FA6C84D5-C8B3-EF20-9779-10988BAB0E5E}"/>
              </a:ext>
            </a:extLst>
          </p:cNvPr>
          <p:cNvSpPr/>
          <p:nvPr/>
        </p:nvSpPr>
        <p:spPr>
          <a:xfrm>
            <a:off x="3565018" y="4106792"/>
            <a:ext cx="503925" cy="441663"/>
          </a:xfrm>
          <a:prstGeom prst="diamond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000">
              <a:solidFill>
                <a:prstClr val="white"/>
              </a:solidFill>
              <a:latin typeface="Segoe UI"/>
            </a:endParaRP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D03073B4-532F-029D-E7D7-E8DC1BE72DA2}"/>
              </a:ext>
            </a:extLst>
          </p:cNvPr>
          <p:cNvCxnSpPr>
            <a:cxnSpLocks/>
          </p:cNvCxnSpPr>
          <p:nvPr/>
        </p:nvCxnSpPr>
        <p:spPr>
          <a:xfrm rot="5400000">
            <a:off x="3636952" y="1572099"/>
            <a:ext cx="821397" cy="4673208"/>
          </a:xfrm>
          <a:prstGeom prst="bentConnector2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picture containing text&#10;&#10;Description automatically generated">
            <a:extLst>
              <a:ext uri="{FF2B5EF4-FFF2-40B4-BE49-F238E27FC236}">
                <a16:creationId xmlns:a16="http://schemas.microsoft.com/office/drawing/2014/main" id="{610ED705-5F91-9684-7A85-131C1315877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3257768" y="1999585"/>
            <a:ext cx="431936" cy="55974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Picture 30" descr="A picture containing text&#10;&#10;Description automatically generated">
            <a:extLst>
              <a:ext uri="{FF2B5EF4-FFF2-40B4-BE49-F238E27FC236}">
                <a16:creationId xmlns:a16="http://schemas.microsoft.com/office/drawing/2014/main" id="{9D09D388-92C2-4B3D-2938-BA9ADE40A1D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93550" y="2799284"/>
            <a:ext cx="431936" cy="559744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D4978EF-301C-D1F9-60A5-32128B305C89}"/>
              </a:ext>
            </a:extLst>
          </p:cNvPr>
          <p:cNvSpPr txBox="1"/>
          <p:nvPr/>
        </p:nvSpPr>
        <p:spPr>
          <a:xfrm>
            <a:off x="4210611" y="4038269"/>
            <a:ext cx="2604637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1200" b="1" dirty="0">
                <a:solidFill>
                  <a:prstClr val="white"/>
                </a:solidFill>
                <a:latin typeface="Segoe UI"/>
              </a:rPr>
              <a:t>Validate, trust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6BCB7C48-AB34-D89B-8A58-C1CFCFF03C7A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415111" y="2541519"/>
            <a:ext cx="8638710" cy="3767051"/>
          </a:xfrm>
          <a:prstGeom prst="bentConnector3">
            <a:avLst>
              <a:gd name="adj1" fmla="val 2030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9ADEEA6-DAB4-08D6-6030-E0AC8755794A}"/>
              </a:ext>
            </a:extLst>
          </p:cNvPr>
          <p:cNvSpPr/>
          <p:nvPr/>
        </p:nvSpPr>
        <p:spPr>
          <a:xfrm>
            <a:off x="5698471" y="4035271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6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5E616A7-4B52-402C-9497-6CF8B4621C2A}"/>
              </a:ext>
            </a:extLst>
          </p:cNvPr>
          <p:cNvSpPr/>
          <p:nvPr/>
        </p:nvSpPr>
        <p:spPr>
          <a:xfrm>
            <a:off x="6168285" y="601707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7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8EBD12E5-9E62-431B-3017-422731D97512}"/>
                  </a:ext>
                </a:extLst>
              </p14:cNvPr>
              <p14:cNvContentPartPr/>
              <p14:nvPr/>
            </p14:nvContentPartPr>
            <p14:xfrm>
              <a:off x="5551848" y="1753881"/>
              <a:ext cx="43909" cy="33111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8EBD12E5-9E62-431B-3017-422731D9751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42923" y="1744883"/>
                <a:ext cx="61401" cy="5074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416EBF79-9DC3-A659-97A5-FDC818A9E054}"/>
                  </a:ext>
                </a:extLst>
              </p14:cNvPr>
              <p14:cNvContentPartPr/>
              <p14:nvPr/>
            </p14:nvContentPartPr>
            <p14:xfrm>
              <a:off x="9360" y="219240"/>
              <a:ext cx="11122920" cy="638928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416EBF79-9DC3-A659-97A5-FDC818A9E05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0" y="209880"/>
                <a:ext cx="11141640" cy="640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65682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in Current Approach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796D8E-6200-6FFF-317A-54B3F37144BC}"/>
              </a:ext>
            </a:extLst>
          </p:cNvPr>
          <p:cNvSpPr txBox="1"/>
          <p:nvPr/>
        </p:nvSpPr>
        <p:spPr>
          <a:xfrm>
            <a:off x="191294" y="837387"/>
            <a:ext cx="1180623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797" indent="-342797">
              <a:buFontTx/>
              <a:buChar char="-"/>
              <a:defRPr/>
            </a:pPr>
            <a:r>
              <a:rPr lang="en-US" sz="1800" kern="0" dirty="0">
                <a:solidFill>
                  <a:prstClr val="white"/>
                </a:solidFill>
                <a:latin typeface="Segoe UI"/>
              </a:rPr>
              <a:t>Did you notice, that we need to first pass lots of technical details from service key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Pass all the info in correct manner to postman to obtain token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Once the token expired, we need to reobtain again and again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Our </a:t>
            </a:r>
            <a:r>
              <a:rPr lang="en-IN" sz="1800" b="1" kern="0" dirty="0">
                <a:solidFill>
                  <a:prstClr val="white"/>
                </a:solidFill>
                <a:latin typeface="Segoe UI"/>
              </a:rPr>
              <a:t>end user 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do not know all this. Automate the XSUAA JWT token processing.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In our app, we will have multiple microservices, like java, sap ui5, node app, </a:t>
            </a:r>
            <a:r>
              <a:rPr lang="en-IN" sz="1800" kern="0" dirty="0" err="1">
                <a:solidFill>
                  <a:prstClr val="white"/>
                </a:solidFill>
                <a:latin typeface="Segoe UI"/>
              </a:rPr>
              <a:t>xsuaa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…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Each service produce one end point e.g. /vendors, /index.html, /customers, they all logically belongs to same app. Will you give 3 </a:t>
            </a:r>
            <a:r>
              <a:rPr lang="en-IN" sz="1800" kern="0" dirty="0" err="1">
                <a:solidFill>
                  <a:prstClr val="white"/>
                </a:solidFill>
                <a:latin typeface="Segoe UI"/>
              </a:rPr>
              <a:t>url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 to our user to access these apps?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These microservices also needs to communicate with each other. Provided we give a single end point to access our entire app to end user.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We want to complete redirect mechanism to let user go to login screen, authenticate on IDP and exchange of all the tokens should be seamless behind the scenes.</a:t>
            </a:r>
          </a:p>
          <a:p>
            <a:pPr marL="342797" indent="-342797">
              <a:buFontTx/>
              <a:buChar char="-"/>
              <a:defRPr/>
            </a:pPr>
            <a:r>
              <a:rPr lang="en-IN" sz="1800" kern="0" dirty="0">
                <a:solidFill>
                  <a:prstClr val="white"/>
                </a:solidFill>
                <a:latin typeface="Segoe UI"/>
              </a:rPr>
              <a:t>We need a </a:t>
            </a:r>
            <a:r>
              <a:rPr lang="en-IN" sz="1800" b="1" kern="0" dirty="0">
                <a:solidFill>
                  <a:prstClr val="white"/>
                </a:solidFill>
                <a:latin typeface="Segoe UI"/>
              </a:rPr>
              <a:t>single entry 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point for entire app, </a:t>
            </a:r>
            <a:r>
              <a:rPr lang="en-IN" sz="1800" kern="0" dirty="0" err="1">
                <a:solidFill>
                  <a:prstClr val="white"/>
                </a:solidFill>
                <a:latin typeface="Segoe UI"/>
              </a:rPr>
              <a:t>forwardAuth</a:t>
            </a:r>
            <a:r>
              <a:rPr lang="en-IN" sz="1800" kern="0" dirty="0">
                <a:solidFill>
                  <a:prstClr val="white"/>
                </a:solidFill>
                <a:latin typeface="Segoe UI"/>
              </a:rPr>
              <a:t> tokens should be done automatic.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0E049D-A442-373C-AC02-8012B77C7E77}"/>
              </a:ext>
            </a:extLst>
          </p:cNvPr>
          <p:cNvSpPr/>
          <p:nvPr/>
        </p:nvSpPr>
        <p:spPr>
          <a:xfrm>
            <a:off x="3070864" y="4569660"/>
            <a:ext cx="5327204" cy="863871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Application router</a:t>
            </a:r>
          </a:p>
          <a:p>
            <a:pPr algn="ctr"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(Provide single entry point, exchange auth token,</a:t>
            </a:r>
          </a:p>
          <a:p>
            <a:pPr algn="ctr">
              <a:defRPr/>
            </a:pPr>
            <a:r>
              <a:rPr lang="en-US" sz="1600" kern="0" dirty="0">
                <a:solidFill>
                  <a:prstClr val="white"/>
                </a:solidFill>
                <a:latin typeface="Segoe UI"/>
              </a:rPr>
              <a:t>Communicate between microservices, like a facade)</a:t>
            </a:r>
          </a:p>
        </p:txBody>
      </p:sp>
      <p:sp>
        <p:nvSpPr>
          <p:cNvPr id="5" name="Smiley Face 4">
            <a:extLst>
              <a:ext uri="{FF2B5EF4-FFF2-40B4-BE49-F238E27FC236}">
                <a16:creationId xmlns:a16="http://schemas.microsoft.com/office/drawing/2014/main" id="{ED52A723-E120-C2D3-AF27-A7F5275D1592}"/>
              </a:ext>
            </a:extLst>
          </p:cNvPr>
          <p:cNvSpPr/>
          <p:nvPr/>
        </p:nvSpPr>
        <p:spPr>
          <a:xfrm>
            <a:off x="551240" y="4569660"/>
            <a:ext cx="575914" cy="503925"/>
          </a:xfrm>
          <a:prstGeom prst="smileyFace">
            <a:avLst/>
          </a:prstGeom>
          <a:solidFill>
            <a:srgbClr val="38C6C6"/>
          </a:solidFill>
          <a:ln w="38100" cap="flat" cmpd="sng" algn="ctr">
            <a:solidFill>
              <a:sysClr val="window" lastClr="FFFFFF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sz="2399" kern="0" dirty="0">
              <a:solidFill>
                <a:prstClr val="white"/>
              </a:solidFill>
              <a:latin typeface="Segoe UI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4D211C58-732F-B6F2-EA91-BBD27364F9F8}"/>
              </a:ext>
            </a:extLst>
          </p:cNvPr>
          <p:cNvCxnSpPr>
            <a:stCxn id="5" idx="6"/>
            <a:endCxn id="4" idx="1"/>
          </p:cNvCxnSpPr>
          <p:nvPr/>
        </p:nvCxnSpPr>
        <p:spPr>
          <a:xfrm>
            <a:off x="1127154" y="4821622"/>
            <a:ext cx="1943710" cy="179973"/>
          </a:xfrm>
          <a:prstGeom prst="bentConnector3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08CAFA-0D77-5FB6-FFEA-74B15D948AC0}"/>
              </a:ext>
            </a:extLst>
          </p:cNvPr>
          <p:cNvSpPr txBox="1"/>
          <p:nvPr/>
        </p:nvSpPr>
        <p:spPr>
          <a:xfrm>
            <a:off x="1551735" y="4506861"/>
            <a:ext cx="1176870" cy="46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399" b="1" kern="0" dirty="0" err="1">
                <a:solidFill>
                  <a:prstClr val="white"/>
                </a:solidFill>
                <a:latin typeface="Segoe UI"/>
              </a:rPr>
              <a:t>url</a:t>
            </a:r>
            <a:endParaRPr lang="en-US" sz="2399" b="1" kern="0" dirty="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27F3B-16BC-4EBD-1929-1FB9B9D8263A}"/>
              </a:ext>
            </a:extLst>
          </p:cNvPr>
          <p:cNvSpPr/>
          <p:nvPr/>
        </p:nvSpPr>
        <p:spPr>
          <a:xfrm>
            <a:off x="3070863" y="5865466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Java</a:t>
            </a:r>
          </a:p>
          <a:p>
            <a:pPr algn="ctr">
              <a:defRPr/>
            </a:pPr>
            <a:r>
              <a:rPr lang="en-US" sz="1800" kern="0" dirty="0">
                <a:solidFill>
                  <a:prstClr val="white"/>
                </a:solidFill>
                <a:latin typeface="Segoe UI"/>
              </a:rPr>
              <a:t>/</a:t>
            </a:r>
            <a:r>
              <a:rPr lang="en-US" sz="1800" kern="0" dirty="0" err="1">
                <a:solidFill>
                  <a:prstClr val="white"/>
                </a:solidFill>
                <a:latin typeface="Segoe UI"/>
              </a:rPr>
              <a:t>Anubhav.svc</a:t>
            </a:r>
            <a:endParaRPr lang="en-US" sz="1800" kern="0" dirty="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7A687B-65C1-D483-3BDB-F2A80C69C337}"/>
              </a:ext>
            </a:extLst>
          </p:cNvPr>
          <p:cNvSpPr/>
          <p:nvPr/>
        </p:nvSpPr>
        <p:spPr>
          <a:xfrm>
            <a:off x="4918521" y="5877301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UI5 App</a:t>
            </a:r>
          </a:p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/index.html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35C6B4-D300-0754-D47C-612609044B7E}"/>
              </a:ext>
            </a:extLst>
          </p:cNvPr>
          <p:cNvSpPr/>
          <p:nvPr/>
        </p:nvSpPr>
        <p:spPr>
          <a:xfrm>
            <a:off x="6766179" y="5882708"/>
            <a:ext cx="1655753" cy="647903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Node</a:t>
            </a:r>
          </a:p>
          <a:p>
            <a:pPr algn="ctr">
              <a:defRPr/>
            </a:pPr>
            <a:r>
              <a:rPr lang="en-US" sz="2000" kern="0" dirty="0">
                <a:solidFill>
                  <a:prstClr val="white"/>
                </a:solidFill>
                <a:latin typeface="Segoe UI"/>
              </a:rPr>
              <a:t>/customer</a:t>
            </a:r>
          </a:p>
        </p:txBody>
      </p:sp>
      <p:sp>
        <p:nvSpPr>
          <p:cNvPr id="11" name="Arrow: U-Turn 10">
            <a:extLst>
              <a:ext uri="{FF2B5EF4-FFF2-40B4-BE49-F238E27FC236}">
                <a16:creationId xmlns:a16="http://schemas.microsoft.com/office/drawing/2014/main" id="{E4B8BD5C-48FD-A35A-0B18-BD7062293ABD}"/>
              </a:ext>
            </a:extLst>
          </p:cNvPr>
          <p:cNvSpPr/>
          <p:nvPr/>
        </p:nvSpPr>
        <p:spPr>
          <a:xfrm>
            <a:off x="4357055" y="5454742"/>
            <a:ext cx="1403790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sz="2000" kern="0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F56615D-E0AA-8001-F926-EFE113DA1DC8}"/>
              </a:ext>
            </a:extLst>
          </p:cNvPr>
          <p:cNvSpPr/>
          <p:nvPr/>
        </p:nvSpPr>
        <p:spPr>
          <a:xfrm>
            <a:off x="6394452" y="5458737"/>
            <a:ext cx="1403790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sz="2000" kern="0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13" name="Arrow: U-Turn 12">
            <a:extLst>
              <a:ext uri="{FF2B5EF4-FFF2-40B4-BE49-F238E27FC236}">
                <a16:creationId xmlns:a16="http://schemas.microsoft.com/office/drawing/2014/main" id="{1BB3AC61-254F-0D4F-D268-3CE08494DF47}"/>
              </a:ext>
            </a:extLst>
          </p:cNvPr>
          <p:cNvSpPr/>
          <p:nvPr/>
        </p:nvSpPr>
        <p:spPr>
          <a:xfrm flipH="1">
            <a:off x="3403197" y="5470725"/>
            <a:ext cx="1655753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sz="2000" kern="0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0A3C6A81-904C-67EA-C3E0-196F54E4957F}"/>
              </a:ext>
            </a:extLst>
          </p:cNvPr>
          <p:cNvSpPr/>
          <p:nvPr/>
        </p:nvSpPr>
        <p:spPr>
          <a:xfrm flipH="1">
            <a:off x="5205592" y="5495173"/>
            <a:ext cx="2132065" cy="431935"/>
          </a:xfrm>
          <a:prstGeom prst="uturnArrow">
            <a:avLst/>
          </a:prstGeom>
          <a:solidFill>
            <a:srgbClr val="E1E7F2">
              <a:lumMod val="90000"/>
            </a:srgbClr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en-US" sz="2000" kern="0">
              <a:solidFill>
                <a:prstClr val="black"/>
              </a:solidFill>
              <a:latin typeface="Segoe U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F8EA13-DC47-5B7A-30A8-1765E352D908}"/>
              </a:ext>
            </a:extLst>
          </p:cNvPr>
          <p:cNvSpPr/>
          <p:nvPr/>
        </p:nvSpPr>
        <p:spPr>
          <a:xfrm>
            <a:off x="9909842" y="4876096"/>
            <a:ext cx="1727742" cy="594629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rgbClr val="202B50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sz="2399" kern="0" dirty="0" err="1">
                <a:solidFill>
                  <a:prstClr val="white"/>
                </a:solidFill>
                <a:latin typeface="Segoe UI"/>
              </a:rPr>
              <a:t>xsuaa</a:t>
            </a:r>
            <a:endParaRPr lang="en-US" sz="2399" kern="0" dirty="0">
              <a:solidFill>
                <a:prstClr val="white"/>
              </a:solidFill>
              <a:latin typeface="Segoe UI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0134498-0A01-D1F1-3812-5EB05D8E51B8}"/>
              </a:ext>
            </a:extLst>
          </p:cNvPr>
          <p:cNvCxnSpPr>
            <a:stCxn id="4" idx="3"/>
          </p:cNvCxnSpPr>
          <p:nvPr/>
        </p:nvCxnSpPr>
        <p:spPr>
          <a:xfrm>
            <a:off x="8398068" y="5001595"/>
            <a:ext cx="1511774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68F7DE8-70C0-0093-4FE0-0EB19E88027A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8421932" y="5173411"/>
            <a:ext cx="1487910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227290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8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4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9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3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9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App 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125C8-EE73-BED6-16B3-BB424E7483AB}"/>
              </a:ext>
            </a:extLst>
          </p:cNvPr>
          <p:cNvSpPr txBox="1"/>
          <p:nvPr/>
        </p:nvSpPr>
        <p:spPr>
          <a:xfrm>
            <a:off x="161034" y="909378"/>
            <a:ext cx="11806237" cy="4521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It is a Node JS Application 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It is used to automate the process of authentication, authorization with XSUAA to do token exchange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It sits in the middle of IDP and XSUAA, it will redirect the request to our microservice to </a:t>
            </a:r>
            <a:r>
              <a:rPr lang="en-US" sz="2399" dirty="0" err="1">
                <a:solidFill>
                  <a:prstClr val="white"/>
                </a:solidFill>
                <a:latin typeface="Segoe UI"/>
              </a:rPr>
              <a:t>xsuaa</a:t>
            </a:r>
            <a:r>
              <a:rPr lang="en-US" sz="2399" dirty="0">
                <a:solidFill>
                  <a:prstClr val="white"/>
                </a:solidFill>
                <a:latin typeface="Segoe UI"/>
              </a:rPr>
              <a:t>, and eventually to </a:t>
            </a:r>
            <a:r>
              <a:rPr lang="en-US" sz="2399" dirty="0" err="1">
                <a:solidFill>
                  <a:prstClr val="white"/>
                </a:solidFill>
                <a:latin typeface="Segoe UI"/>
              </a:rPr>
              <a:t>idp</a:t>
            </a:r>
            <a:endParaRPr lang="en-US" sz="2399" dirty="0">
              <a:solidFill>
                <a:prstClr val="white"/>
              </a:solidFill>
              <a:latin typeface="Segoe UI"/>
            </a:endParaRP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IDP sends the login screen to the user, user authenticates, which is taken to XSUAA, XSUAA issues JWT Token, this JWT token is presented to </a:t>
            </a:r>
            <a:r>
              <a:rPr lang="en-US" sz="2399" dirty="0" err="1">
                <a:solidFill>
                  <a:prstClr val="white"/>
                </a:solidFill>
                <a:latin typeface="Segoe UI"/>
              </a:rPr>
              <a:t>api</a:t>
            </a:r>
            <a:r>
              <a:rPr lang="en-US" sz="2399" dirty="0">
                <a:solidFill>
                  <a:prstClr val="white"/>
                </a:solidFill>
                <a:latin typeface="Segoe UI"/>
              </a:rPr>
              <a:t> end points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App Router takes the JWT token from XSUAA and gives it to our microservices and even exchange this token to multiple microservices inside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US" sz="2399" dirty="0">
                <a:solidFill>
                  <a:prstClr val="white"/>
                </a:solidFill>
                <a:latin typeface="Segoe UI"/>
              </a:rPr>
              <a:t>It Serves as a single entry point for the entire app.</a:t>
            </a:r>
          </a:p>
          <a:p>
            <a:pPr marL="342797" indent="-342797" defTabSz="1218621">
              <a:buFont typeface="Arial" panose="020B0604020202020204" pitchFamily="34" charset="0"/>
              <a:buChar char="•"/>
            </a:pPr>
            <a:r>
              <a:rPr lang="en-IN" sz="2399" dirty="0">
                <a:solidFill>
                  <a:prstClr val="white"/>
                </a:solidFill>
                <a:latin typeface="Segoe UI"/>
              </a:rPr>
              <a:t>To tell app router about our multiple microservices so that it can re-direct, we need to create a configuration file named as </a:t>
            </a:r>
            <a:r>
              <a:rPr lang="en-IN" sz="2399" b="1" dirty="0" err="1">
                <a:solidFill>
                  <a:prstClr val="white"/>
                </a:solidFill>
                <a:latin typeface="Segoe UI"/>
              </a:rPr>
              <a:t>xs-app.json</a:t>
            </a:r>
            <a:r>
              <a:rPr lang="en-IN" sz="2399" dirty="0">
                <a:solidFill>
                  <a:prstClr val="white"/>
                </a:solidFill>
                <a:latin typeface="Segoe UI"/>
              </a:rPr>
              <a:t> which contains the details.</a:t>
            </a:r>
          </a:p>
        </p:txBody>
      </p:sp>
    </p:spTree>
    <p:extLst>
      <p:ext uri="{BB962C8B-B14F-4D97-AF65-F5344CB8AC3E}">
        <p14:creationId xmlns:p14="http://schemas.microsoft.com/office/powerpoint/2010/main" val="307056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Real World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EA533E-B375-495B-C297-1E34514386FD}"/>
              </a:ext>
            </a:extLst>
          </p:cNvPr>
          <p:cNvSpPr/>
          <p:nvPr/>
        </p:nvSpPr>
        <p:spPr>
          <a:xfrm>
            <a:off x="10028249" y="2829492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Loan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36DB1B-5BB2-1C6B-1C9A-FD527662AD3B}"/>
              </a:ext>
            </a:extLst>
          </p:cNvPr>
          <p:cNvSpPr/>
          <p:nvPr/>
        </p:nvSpPr>
        <p:spPr>
          <a:xfrm>
            <a:off x="10028249" y="346482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Credit Card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9C15EF-FC9E-DC26-ADB2-5A8A7913CF1E}"/>
              </a:ext>
            </a:extLst>
          </p:cNvPr>
          <p:cNvSpPr/>
          <p:nvPr/>
        </p:nvSpPr>
        <p:spPr>
          <a:xfrm>
            <a:off x="10028249" y="410015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Deposit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356AC6-451F-9EFC-F182-E64D4AF591B1}"/>
              </a:ext>
            </a:extLst>
          </p:cNvPr>
          <p:cNvSpPr/>
          <p:nvPr/>
        </p:nvSpPr>
        <p:spPr>
          <a:xfrm>
            <a:off x="10053820" y="4735484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Draft/Cheque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11B6E-46C2-C252-ED42-B0E715054D58}"/>
              </a:ext>
            </a:extLst>
          </p:cNvPr>
          <p:cNvSpPr/>
          <p:nvPr/>
        </p:nvSpPr>
        <p:spPr>
          <a:xfrm>
            <a:off x="10053964" y="5366291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FD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713BAD-A756-CE90-30A2-C455D59C0ACA}"/>
              </a:ext>
            </a:extLst>
          </p:cNvPr>
          <p:cNvSpPr/>
          <p:nvPr/>
        </p:nvSpPr>
        <p:spPr>
          <a:xfrm>
            <a:off x="10053820" y="6020613"/>
            <a:ext cx="1943710" cy="57591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Locker</a:t>
            </a:r>
          </a:p>
        </p:txBody>
      </p:sp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070111FB-6C2D-B285-7982-7544388F451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7645" y="1353879"/>
            <a:ext cx="1083615" cy="1083615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C93980-FD63-3685-BA93-DA4037E2A56F}"/>
              </a:ext>
            </a:extLst>
          </p:cNvPr>
          <p:cNvSpPr txBox="1"/>
          <p:nvPr/>
        </p:nvSpPr>
        <p:spPr>
          <a:xfrm>
            <a:off x="335272" y="1032062"/>
            <a:ext cx="1295806" cy="3077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1400" b="1" dirty="0">
                <a:solidFill>
                  <a:prstClr val="white"/>
                </a:solidFill>
                <a:latin typeface="Segoe UI"/>
              </a:rPr>
              <a:t>Customer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957B6AB-C7CA-2A1B-233F-9F9C7D532060}"/>
              </a:ext>
            </a:extLst>
          </p:cNvPr>
          <p:cNvCxnSpPr>
            <a:cxnSpLocks/>
          </p:cNvCxnSpPr>
          <p:nvPr/>
        </p:nvCxnSpPr>
        <p:spPr>
          <a:xfrm flipV="1">
            <a:off x="1455662" y="1629270"/>
            <a:ext cx="4169229" cy="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Icon&#10;&#10;Description automatically generated">
            <a:extLst>
              <a:ext uri="{FF2B5EF4-FFF2-40B4-BE49-F238E27FC236}">
                <a16:creationId xmlns:a16="http://schemas.microsoft.com/office/drawing/2014/main" id="{4B0383D5-7DD1-02CF-EEBC-88D4D49862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 flipH="1">
            <a:off x="5590487" y="1235015"/>
            <a:ext cx="1655753" cy="228955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82548D8D-B1BC-D516-A585-B01B1881E525}"/>
              </a:ext>
            </a:extLst>
          </p:cNvPr>
          <p:cNvSpPr/>
          <p:nvPr/>
        </p:nvSpPr>
        <p:spPr>
          <a:xfrm>
            <a:off x="2710918" y="140746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1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39DA18-89FF-2842-5B78-64BDA3DF7C96}"/>
              </a:ext>
            </a:extLst>
          </p:cNvPr>
          <p:cNvCxnSpPr/>
          <p:nvPr/>
        </p:nvCxnSpPr>
        <p:spPr>
          <a:xfrm flipH="1">
            <a:off x="1455660" y="1773247"/>
            <a:ext cx="413482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picture containing text, parking, machine, meter&#10;&#10;Description automatically generated">
            <a:extLst>
              <a:ext uri="{FF2B5EF4-FFF2-40B4-BE49-F238E27FC236}">
                <a16:creationId xmlns:a16="http://schemas.microsoft.com/office/drawing/2014/main" id="{BBC0DADA-D9A2-DA21-95E2-18E03C3AFF1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33824" y="3730119"/>
            <a:ext cx="1711332" cy="1231691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8F7EAB-F03E-4A39-6E1E-14A442C77DC0}"/>
              </a:ext>
            </a:extLst>
          </p:cNvPr>
          <p:cNvSpPr txBox="1"/>
          <p:nvPr/>
        </p:nvSpPr>
        <p:spPr>
          <a:xfrm>
            <a:off x="1331345" y="6857107"/>
            <a:ext cx="9526138" cy="21544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800">
                <a:solidFill>
                  <a:prstClr val="black"/>
                </a:solidFill>
                <a:latin typeface="Segoe UI"/>
                <a:hlinkClick r:id="rId7" tooltip="https://www.flickr.com/photos/jeepersmedia/14765960308/"/>
              </a:rPr>
              <a:t>This Photo</a:t>
            </a:r>
            <a:r>
              <a:rPr lang="en-US" sz="800">
                <a:solidFill>
                  <a:prstClr val="black"/>
                </a:solidFill>
                <a:latin typeface="Segoe UI"/>
              </a:rPr>
              <a:t> by Unknown Author is licensed under </a:t>
            </a:r>
            <a:r>
              <a:rPr lang="en-US" sz="800">
                <a:solidFill>
                  <a:prstClr val="black"/>
                </a:solidFill>
                <a:latin typeface="Segoe UI"/>
                <a:hlinkClick r:id="rId8" tooltip="https://creativecommons.org/licenses/by/3.0/"/>
              </a:rPr>
              <a:t>CC BY</a:t>
            </a:r>
            <a:endParaRPr lang="en-US" sz="800">
              <a:solidFill>
                <a:prstClr val="black"/>
              </a:solidFill>
              <a:latin typeface="Segoe UI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A2B9F5-841F-1EDB-859C-2C5C4A5C5C4D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879453" y="2437494"/>
            <a:ext cx="10038" cy="129262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985EF3C-623F-4F13-28C8-8E3CB3B1508E}"/>
              </a:ext>
            </a:extLst>
          </p:cNvPr>
          <p:cNvSpPr/>
          <p:nvPr/>
        </p:nvSpPr>
        <p:spPr>
          <a:xfrm>
            <a:off x="33824" y="5714346"/>
            <a:ext cx="1711332" cy="4037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*******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E0C267-9B09-10B0-9791-36B97BFC1EBE}"/>
              </a:ext>
            </a:extLst>
          </p:cNvPr>
          <p:cNvCxnSpPr>
            <a:stCxn id="15" idx="2"/>
            <a:endCxn id="18" idx="0"/>
          </p:cNvCxnSpPr>
          <p:nvPr/>
        </p:nvCxnSpPr>
        <p:spPr>
          <a:xfrm>
            <a:off x="889490" y="4961810"/>
            <a:ext cx="0" cy="7525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21E8ADA-FBDB-0223-EDFA-0297C75D10B6}"/>
              </a:ext>
            </a:extLst>
          </p:cNvPr>
          <p:cNvCxnSpPr/>
          <p:nvPr/>
        </p:nvCxnSpPr>
        <p:spPr>
          <a:xfrm flipV="1">
            <a:off x="695218" y="4961811"/>
            <a:ext cx="0" cy="69243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AC01570-9A95-69A1-4B28-816A639DDD18}"/>
              </a:ext>
            </a:extLst>
          </p:cNvPr>
          <p:cNvCxnSpPr/>
          <p:nvPr/>
        </p:nvCxnSpPr>
        <p:spPr>
          <a:xfrm flipV="1">
            <a:off x="695218" y="2379793"/>
            <a:ext cx="0" cy="135032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C261E608-4361-CED8-02D4-02A054BCDE60}"/>
              </a:ext>
            </a:extLst>
          </p:cNvPr>
          <p:cNvSpPr/>
          <p:nvPr/>
        </p:nvSpPr>
        <p:spPr>
          <a:xfrm>
            <a:off x="767208" y="2822672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82C6420-EF79-3831-013D-B5E561219E1F}"/>
              </a:ext>
            </a:extLst>
          </p:cNvPr>
          <p:cNvSpPr/>
          <p:nvPr/>
        </p:nvSpPr>
        <p:spPr>
          <a:xfrm>
            <a:off x="767208" y="506962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FC0A25E-C437-DE46-D027-B5EEDF3E96D1}"/>
              </a:ext>
            </a:extLst>
          </p:cNvPr>
          <p:cNvSpPr/>
          <p:nvPr/>
        </p:nvSpPr>
        <p:spPr>
          <a:xfrm>
            <a:off x="353831" y="2497591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4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9305B0-C4D4-BBB5-2BA2-513DB9C20447}"/>
              </a:ext>
            </a:extLst>
          </p:cNvPr>
          <p:cNvCxnSpPr>
            <a:cxnSpLocks/>
          </p:cNvCxnSpPr>
          <p:nvPr/>
        </p:nvCxnSpPr>
        <p:spPr>
          <a:xfrm flipV="1">
            <a:off x="1455662" y="2157385"/>
            <a:ext cx="4169229" cy="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FEABC96-1E27-2553-2C0E-81F675867AD1}"/>
              </a:ext>
            </a:extLst>
          </p:cNvPr>
          <p:cNvSpPr/>
          <p:nvPr/>
        </p:nvSpPr>
        <p:spPr>
          <a:xfrm>
            <a:off x="2710918" y="1935578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5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E5881B-F0FD-D913-199F-D4A478F6245D}"/>
              </a:ext>
            </a:extLst>
          </p:cNvPr>
          <p:cNvCxnSpPr/>
          <p:nvPr/>
        </p:nvCxnSpPr>
        <p:spPr>
          <a:xfrm flipH="1">
            <a:off x="1455660" y="2301362"/>
            <a:ext cx="413482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iamond 27">
            <a:extLst>
              <a:ext uri="{FF2B5EF4-FFF2-40B4-BE49-F238E27FC236}">
                <a16:creationId xmlns:a16="http://schemas.microsoft.com/office/drawing/2014/main" id="{FA6C84D5-C8B3-EF20-9779-10988BAB0E5E}"/>
              </a:ext>
            </a:extLst>
          </p:cNvPr>
          <p:cNvSpPr/>
          <p:nvPr/>
        </p:nvSpPr>
        <p:spPr>
          <a:xfrm>
            <a:off x="3565018" y="4106792"/>
            <a:ext cx="503925" cy="441663"/>
          </a:xfrm>
          <a:prstGeom prst="diamond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endParaRPr lang="en-US" sz="2000">
              <a:solidFill>
                <a:prstClr val="white"/>
              </a:solidFill>
              <a:latin typeface="Segoe UI"/>
            </a:endParaRP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D03073B4-532F-029D-E7D7-E8DC1BE72DA2}"/>
              </a:ext>
            </a:extLst>
          </p:cNvPr>
          <p:cNvCxnSpPr>
            <a:cxnSpLocks/>
          </p:cNvCxnSpPr>
          <p:nvPr/>
        </p:nvCxnSpPr>
        <p:spPr>
          <a:xfrm rot="5400000">
            <a:off x="3636952" y="1572099"/>
            <a:ext cx="821397" cy="4673208"/>
          </a:xfrm>
          <a:prstGeom prst="bentConnector2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picture containing text&#10;&#10;Description automatically generated">
            <a:extLst>
              <a:ext uri="{FF2B5EF4-FFF2-40B4-BE49-F238E27FC236}">
                <a16:creationId xmlns:a16="http://schemas.microsoft.com/office/drawing/2014/main" id="{610ED705-5F91-9684-7A85-131C1315877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3257768" y="1999585"/>
            <a:ext cx="431936" cy="55974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Picture 30" descr="A picture containing text&#10;&#10;Description automatically generated">
            <a:extLst>
              <a:ext uri="{FF2B5EF4-FFF2-40B4-BE49-F238E27FC236}">
                <a16:creationId xmlns:a16="http://schemas.microsoft.com/office/drawing/2014/main" id="{9D09D388-92C2-4B3D-2938-BA9ADE40A1D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93550" y="2799284"/>
            <a:ext cx="431936" cy="559744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D4978EF-301C-D1F9-60A5-32128B305C89}"/>
              </a:ext>
            </a:extLst>
          </p:cNvPr>
          <p:cNvSpPr txBox="1"/>
          <p:nvPr/>
        </p:nvSpPr>
        <p:spPr>
          <a:xfrm>
            <a:off x="4210611" y="4038269"/>
            <a:ext cx="2604637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1218621"/>
            <a:r>
              <a:rPr lang="en-US" sz="1200" b="1" dirty="0">
                <a:solidFill>
                  <a:prstClr val="white"/>
                </a:solidFill>
                <a:latin typeface="Segoe UI"/>
              </a:rPr>
              <a:t>Validate, trust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6BCB7C48-AB34-D89B-8A58-C1CFCFF03C7A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1415111" y="2541519"/>
            <a:ext cx="8638710" cy="3767051"/>
          </a:xfrm>
          <a:prstGeom prst="bentConnector3">
            <a:avLst>
              <a:gd name="adj1" fmla="val 20302"/>
            </a:avLst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9ADEEA6-DAB4-08D6-6030-E0AC8755794A}"/>
              </a:ext>
            </a:extLst>
          </p:cNvPr>
          <p:cNvSpPr/>
          <p:nvPr/>
        </p:nvSpPr>
        <p:spPr>
          <a:xfrm>
            <a:off x="5698471" y="4035271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6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5E616A7-4B52-402C-9497-6CF8B4621C2A}"/>
              </a:ext>
            </a:extLst>
          </p:cNvPr>
          <p:cNvSpPr/>
          <p:nvPr/>
        </p:nvSpPr>
        <p:spPr>
          <a:xfrm>
            <a:off x="6168285" y="6017074"/>
            <a:ext cx="431935" cy="427970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621"/>
            <a:r>
              <a:rPr lang="en-US" sz="2000" dirty="0">
                <a:solidFill>
                  <a:prstClr val="white"/>
                </a:solidFill>
                <a:latin typeface="Segoe UI"/>
              </a:rPr>
              <a:t>7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8EBD12E5-9E62-431B-3017-422731D97512}"/>
                  </a:ext>
                </a:extLst>
              </p14:cNvPr>
              <p14:cNvContentPartPr/>
              <p14:nvPr/>
            </p14:nvContentPartPr>
            <p14:xfrm>
              <a:off x="5551848" y="1753881"/>
              <a:ext cx="43909" cy="33111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8EBD12E5-9E62-431B-3017-422731D9751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42923" y="1744883"/>
                <a:ext cx="61401" cy="5074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1134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4F904-4406-686B-3203-C9A6C5989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on: App Router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BB9971-F9C7-F277-4BC3-F454E1F97CC9}"/>
              </a:ext>
            </a:extLst>
          </p:cNvPr>
          <p:cNvSpPr txBox="1"/>
          <p:nvPr/>
        </p:nvSpPr>
        <p:spPr>
          <a:xfrm>
            <a:off x="191294" y="1053357"/>
            <a:ext cx="11590269" cy="12000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218621"/>
            <a:r>
              <a:rPr lang="en-US" sz="2399" dirty="0">
                <a:solidFill>
                  <a:prstClr val="white"/>
                </a:solidFill>
                <a:latin typeface="Segoe UI"/>
              </a:rPr>
              <a:t>Solution</a:t>
            </a:r>
          </a:p>
          <a:p>
            <a:pPr defTabSz="1218621"/>
            <a:r>
              <a:rPr lang="en-US" sz="2399" dirty="0">
                <a:solidFill>
                  <a:prstClr val="black"/>
                </a:solidFill>
                <a:latin typeface="Segoe UI"/>
                <a:hlinkClick r:id="rId2"/>
              </a:rPr>
              <a:t>https://github.com/soyuztechnologies/BTP_Architect_Training/blob/master/Day%203/04approuter.zip</a:t>
            </a:r>
            <a:r>
              <a:rPr lang="en-US" sz="2399" dirty="0">
                <a:solidFill>
                  <a:prstClr val="black"/>
                </a:solidFill>
                <a:latin typeface="Segoe UI"/>
              </a:rPr>
              <a:t> </a:t>
            </a:r>
          </a:p>
        </p:txBody>
      </p:sp>
      <p:pic>
        <p:nvPicPr>
          <p:cNvPr id="3074" name="Picture 2" descr="SAP Cloud Platform Backend service: Tutorial [26]: App Router (3): route to  Backend service | SAP Blogs">
            <a:extLst>
              <a:ext uri="{FF2B5EF4-FFF2-40B4-BE49-F238E27FC236}">
                <a16:creationId xmlns:a16="http://schemas.microsoft.com/office/drawing/2014/main" id="{4B83CEFD-EBF6-A6F3-77E8-E6278356D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8822" y="2506215"/>
            <a:ext cx="4942188" cy="3809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993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469A4-C44A-E50D-C6AE-C5A543EB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6434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469A4-C44A-E50D-C6AE-C5A543EB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873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469A4-C44A-E50D-C6AE-C5A543EB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786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469A4-C44A-E50D-C6AE-C5A543EB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185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6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60,000+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7776</TotalTime>
  <Words>1254</Words>
  <Application>Microsoft Office PowerPoint</Application>
  <PresentationFormat>Custom</PresentationFormat>
  <Paragraphs>176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Amasis MT Pro Black</vt:lpstr>
      <vt:lpstr>Arial</vt:lpstr>
      <vt:lpstr>Arial Black</vt:lpstr>
      <vt:lpstr>Calibri</vt:lpstr>
      <vt:lpstr>Cooper Black</vt:lpstr>
      <vt:lpstr>Segoe UI</vt:lpstr>
      <vt:lpstr>Segoe UI Light</vt:lpstr>
      <vt:lpstr>Office Theme</vt:lpstr>
      <vt:lpstr>SAP BTP Extension Suite Training</vt:lpstr>
      <vt:lpstr>PowerPoint Presentation</vt:lpstr>
      <vt:lpstr>Agenda – Day 14</vt:lpstr>
      <vt:lpstr>How it works behind scenes</vt:lpstr>
      <vt:lpstr>Hands-on Add Security and Test Microservice</vt:lpstr>
      <vt:lpstr>PowerPoint Presentation</vt:lpstr>
      <vt:lpstr>Testing the Microservice from postman</vt:lpstr>
      <vt:lpstr>Challenges in Current Approach</vt:lpstr>
      <vt:lpstr>Introduction to App Router</vt:lpstr>
      <vt:lpstr>Real World Example</vt:lpstr>
      <vt:lpstr>Challenges in Current Approach</vt:lpstr>
      <vt:lpstr>Introduction to App Router</vt:lpstr>
      <vt:lpstr>Real World Example</vt:lpstr>
      <vt:lpstr>Hands on: App Router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284</cp:revision>
  <dcterms:created xsi:type="dcterms:W3CDTF">2013-09-12T13:05:01Z</dcterms:created>
  <dcterms:modified xsi:type="dcterms:W3CDTF">2025-05-12T05:32:45Z</dcterms:modified>
</cp:coreProperties>
</file>