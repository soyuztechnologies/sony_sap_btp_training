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6" r:id="rId2"/>
    <p:sldId id="4122" r:id="rId3"/>
    <p:sldId id="277" r:id="rId4"/>
    <p:sldId id="4825" r:id="rId5"/>
    <p:sldId id="4799" r:id="rId6"/>
    <p:sldId id="4781" r:id="rId7"/>
    <p:sldId id="4782" r:id="rId8"/>
    <p:sldId id="4783" r:id="rId9"/>
    <p:sldId id="4784" r:id="rId10"/>
    <p:sldId id="4823" r:id="rId11"/>
    <p:sldId id="4824" r:id="rId12"/>
    <p:sldId id="282" r:id="rId13"/>
    <p:sldId id="280" r:id="rId14"/>
    <p:sldId id="4711" r:id="rId15"/>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20.212"/>
    </inkml:context>
    <inkml:brush xml:id="br0">
      <inkml:brushProperty name="width" value="0.05" units="cm"/>
      <inkml:brushProperty name="height" value="0.05" units="cm"/>
      <inkml:brushProperty name="color" value="#FF0066"/>
    </inkml:brush>
  </inkml:definitions>
  <inkml:trace contextRef="#ctx0" brushRef="#br0">366 0 24575,'-5'1'0,"0"0"0,0 0 0,-1 0 0,1 1 0,0 0 0,0 0 0,-9 5 0,3-2 0,-6 3 0,1 0 0,1 2 0,0-1 0,0 2 0,1 0 0,0 1 0,1 0 0,1 1 0,-13 15 0,10-7 0,0 1 0,1 0 0,2 1 0,0 1 0,-14 41 0,12-18 0,1 1 0,3 0 0,3 0 0,1 1 0,2 0 0,4 60 0,4-47 0,3-1 0,2 1 0,3-2 0,3 0 0,26 69 0,7-9 0,91 164 0,60 130 0,-164-323 0,-3 2 0,32 162 0,-49-165 0,7 177 0,-22-210 0,-3 0 0,-2 0 0,-3 0 0,-18 71 0,7-66 0,-3-1 0,-2 0 0,-34 58 0,-107 163 0,39-73 0,122-203 0,-15 27 0,1 1 0,-24 67 0,38-91 0,1 0 0,1 0 0,0 1 0,0-1 0,1 1 0,0-1 0,1 1 0,0-1 0,1 1 0,0-1 0,1 1 0,0-1 0,1 1 0,0-1 0,5 13 0,2-5 69,0 0-1,1-1 0,1 0 0,20 23 1,62 53-1776,-52-56-5119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30.518"/>
    </inkml:context>
    <inkml:brush xml:id="br0">
      <inkml:brushProperty name="width" value="0.05" units="cm"/>
      <inkml:brushProperty name="height" value="0.05" units="cm"/>
      <inkml:brushProperty name="color" value="#FF0066"/>
    </inkml:brush>
  </inkml:definitions>
  <inkml:trace contextRef="#ctx0" brushRef="#br0">0 206 24575,'11'-17'0,"-11"16"0,0 0 0,0 0 0,0 1 0,1-1 0,-1 0 0,0 1 0,0-1 0,1 0 0,-1 1 0,0-1 0,1 1 0,-1-1 0,1 0 0,-1 1 0,1-1 0,-1 1 0,1-1 0,-1 1 0,1 0 0,-1-1 0,1 1 0,0-1 0,-1 1 0,1 0 0,0 0 0,-1-1 0,1 1 0,0 0 0,-1 0 0,1 0 0,0 0 0,0 0 0,-1 0 0,1 0 0,0 0 0,-1 0 0,1 0 0,0 0 0,0 0 0,-1 0 0,1 0 0,0 1 0,-1-1 0,1 0 0,-1 1 0,1-1 0,0 0 0,-1 1 0,1-1 0,0 2 0,14 7 0,0 0 0,-1 1 0,-1 1 0,1 0 0,-2 1 0,0 1 0,20 26 0,-16-17 0,-2 0 0,0 1 0,-1 1 0,13 36 0,-19-38 0,0 1 0,-2 0 0,0 0 0,1 26 0,15-95 0,45-175 0,-38 136 0,-13 37 0,3-1 0,29-58 0,-37 91-1365,-1 5-5461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1:48.802"/>
    </inkml:context>
    <inkml:brush xml:id="br0">
      <inkml:brushProperty name="width" value="0.05" units="cm"/>
      <inkml:brushProperty name="height" value="0.05" units="cm"/>
      <inkml:brushProperty name="color" value="#FF0066"/>
    </inkml:brush>
  </inkml:definitions>
  <inkml:trace contextRef="#ctx0" brushRef="#br0">0 493 24575,'25'-44'0,"3"1"0,34-43 0,-62 86 0,3-4 0,1 0 0,-1 0 0,1 1 0,0-1 0,6-3 0,-10 6 0,1 0 0,-1 1 0,1 0 0,-1-1 0,1 1 0,0-1 0,-1 1 0,1 0 0,0-1 0,-1 1 0,1 0 0,0 0 0,0-1 0,-1 1 0,1 0 0,0 0 0,0 0 0,-1 0 0,1 0 0,0 0 0,-1 0 0,1 0 0,0 1 0,0-1 0,-1 0 0,1 0 0,0 0 0,-1 1 0,1-1 0,0 0 0,-1 1 0,1-1 0,0 1 0,-1-1 0,1 1 0,-1-1 0,1 1 0,-1-1 0,1 1 0,-1 0 0,1-1 0,-1 1 0,0-1 0,1 1 0,-1 0 0,0 0 0,1 0 0,3 15 0,0-1 0,-1 1 0,-1 0 0,1 24 0,2 13 0,-3-43 0,26 148 0,-23-134 0,2-1 0,1 0 0,0-1 0,19 35 0,-24-53 0,-1 0 0,1 0 0,-1 0 0,1 0 0,0 0 0,1-1 0,-1 0 0,8 6 0,-10-8 0,1 0 0,0 0 0,-1-1 0,1 1 0,0 0 0,0-1 0,0 1 0,0-1 0,-1 0 0,1 1 0,0-1 0,0 0 0,0 0 0,0 0 0,0-1 0,0 1 0,0 0 0,0-1 0,-1 1 0,1-1 0,0 0 0,0 1 0,-1-1 0,3-1 0,8-6 0,0-1 0,-1 0 0,0 0 0,0-1 0,17-22 0,-6 8 0,-11 12 0,251-260 0,-184 199 0,132-97 0,9 36-1365,-121 84-5461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09.188"/>
    </inkml:context>
    <inkml:brush xml:id="br0">
      <inkml:brushProperty name="width" value="0.05" units="cm"/>
      <inkml:brushProperty name="height" value="0.05" units="cm"/>
      <inkml:brushProperty name="color" value="#FF0066"/>
    </inkml:brush>
  </inkml:definitions>
  <inkml:trace contextRef="#ctx0" brushRef="#br0">8 1 24575,'-7'0'0,"7"3"0,16 4 0,29 6 0,6-5 0,99 4 0,-98-10 0,-28-1 0,69 5 0,123-9 0,-208 2 44,-3 1-161,-1 0-1,1-1 1,-1 1-1,1-1 1,-1 0 0,1 0-1,-1 0 1,0-1-1,0 0 1,1 0-1,6-4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0.328"/>
    </inkml:context>
    <inkml:brush xml:id="br0">
      <inkml:brushProperty name="width" value="0.05" units="cm"/>
      <inkml:brushProperty name="height" value="0.05" units="cm"/>
      <inkml:brushProperty name="color" value="#FF0066"/>
    </inkml:brush>
  </inkml:definitions>
  <inkml:trace contextRef="#ctx0" brushRef="#br0">564 298 24575,'0'-3'0,"2"0"0,-1 0 0,0 0 0,1 1 0,-1-1 0,1 1 0,0-1 0,0 1 0,0-1 0,0 1 0,0 0 0,5-3 0,4-7 0,-8 9 0,0 0 0,0 0 0,-1 0 0,0-1 0,1 1 0,-1-1 0,0 0 0,-1 0 0,1 0 0,-1 0 0,1 0 0,-1 0 0,-1 0 0,1 0 0,0 0 0,-1 0 0,0 0 0,0-1 0,0 1 0,-1 0 0,1 0 0,-1 0 0,0 0 0,0 0 0,0 0 0,-1 0 0,1 0 0,-1 0 0,0 1 0,0-1 0,-1 0 0,1 1 0,-1 0 0,1-1 0,-1 1 0,0 1 0,0-1 0,-1 0 0,1 1 0,0-1 0,-1 1 0,0 0 0,-6-3 0,0 1 0,-1 1 0,0 0 0,1 0 0,-1 1 0,0 0 0,0 1 0,-1 0 0,1 1 0,0 1 0,0-1 0,0 2 0,0-1 0,0 2 0,0-1 0,-16 8 0,4-2 0,0 2 0,1 0 0,0 2 0,1 1 0,1 0 0,-21 18 0,21-14 0,2 1 0,0 1 0,1 1 0,0 1 0,2 0 0,1 1 0,0 0 0,2 1 0,1 1 0,-10 28 0,14-35 0,2 1 0,0-1 0,1 1 0,1 0 0,1 0 0,0 0 0,1 0 0,1 0 0,1 0 0,1 0 0,0 0 0,1 0 0,1-1 0,1 1 0,10 25 0,-8-30 0,1 1 0,0-2 0,1 1 0,0-1 0,1 0 0,1-1 0,0 0 0,0-1 0,1 0 0,0 0 0,1-2 0,0 1 0,0-2 0,1 0 0,-1 0 0,24 6 0,0-1 0,0-3 0,1 0 0,0-3 0,0-1 0,57-1 0,-58-4 0,0-1 0,-1-3 0,1-1 0,-1-1 0,0-2 0,-1-2 0,0-1 0,0-1 0,64-34 0,-81 35 0,0-1 0,0-1 0,-1 0 0,-1-1 0,0-1 0,-1 0 0,25-33 0,-31 33 0,0 0 0,0 0 0,-2-1 0,0 0 0,0 0 0,-2 0 0,0-1 0,-1 0 0,0 0 0,1-30 0,-4 38 0,-1 0 0,0 0 0,-1 0 0,0-1 0,0 1 0,-1 0 0,0 0 0,-1 1 0,0-1 0,0 0 0,-1 1 0,0 0 0,-10-15 0,10 18 0,0 0 0,0 0 0,-1 1 0,1-1 0,-1 1 0,0 0 0,-1 1 0,1-1 0,0 1 0,-1 0 0,0 1 0,0-1 0,0 1 0,0 0 0,0 0 0,0 1 0,-1 0 0,1 0 0,0 1 0,-12 0 0,7 1 0,-1 0 0,0 1 0,1 1 0,0 0 0,0 1 0,0 0 0,0 0 0,0 1 0,1 1 0,0 0 0,-13 9 0,1 2 0,2 0 0,0 1 0,-33 39 0,38-38 0,1 0 0,1 0 0,1 2 0,0-1 0,-8 25 0,15-35 0,1 1 0,1 0 0,0-1 0,1 1 0,0 0 0,0 0 0,1 1 0,1-1 0,-1 0 0,2 0 0,0 0 0,4 21 0,-4-28 0,1 0 0,-1 0 0,1-1 0,-1 1 0,1 0 0,0-1 0,1 1 0,-1-1 0,1 0 0,-1 0 0,1 0 0,0 0 0,0 0 0,0 0 0,1-1 0,3 3 0,-1-2 0,0 0 0,0-1 0,0 0 0,0 0 0,1 0 0,-1-1 0,0 0 0,1 0 0,10 0 0,-4-2 0,-1 0 0,1 0 0,-1-1 0,1 0 0,-1-2 0,0 1 0,0-1 0,-1-1 0,1 0 0,14-9 0,-15 6 0,0 0 0,-1-1 0,0 0 0,0-1 0,-1 0 0,0-1 0,-1 0 0,9-15 0,-6 7 0,-1-1 0,-1 0 0,-1 0 0,8-29 0,-17 59 0,1 0 0,1 0 0,0 0 0,0 0 0,5 15 0,-3-9 0,2 0 0,0 0 0,14 29 0,-16-39 0,0 0 0,1-1 0,0 1 0,1-1 0,-1 0 0,1 0 0,0 0 0,0-1 0,1 0 0,-1 0 0,1 0 0,0 0 0,0-1 0,7 3 0,-4-3 0,0-1 0,1 1 0,-1-2 0,1 1 0,-1-1 0,1-1 0,-1 1 0,1-2 0,11-1 0,0-1 0,-1-2 0,1 0 0,-1-2 0,0 0 0,0-1 0,-1-1 0,0-1 0,26-18 0,-27 15 0,-1-1 0,0-1 0,-1-1 0,-1 0 0,-1-1 0,0-1 0,-1 0 0,-1 0 0,0-2 0,-2 1 0,0-1 0,-1-1 0,-1 0 0,6-26 0,-8 22 0,-1 0 0,-1 0 0,-2 0 0,0 0 0,-2-1 0,0 1 0,-2-1 0,-1 1 0,-1 0 0,-1 0 0,-1 0 0,-12-31 0,12 42 0,0 0 0,-1 0 0,-11-16 0,15 26 0,0-1 0,0 1 0,-1 0 0,1 0 0,-1 0 0,0 1 0,0-1 0,0 1 0,-1 0 0,1 0 0,-1 1 0,-9-5 0,13 7 0,-1-1 0,1 1 0,-1 0 0,0-1 0,1 1 0,-1 0 0,0 0 0,1 0 0,-1 0 0,0 0 0,1 1 0,-1-1 0,1 0 0,-1 1 0,0-1 0,1 1 0,-1-1 0,1 1 0,-3 2 0,1-1 0,1 0 0,0 0 0,-1 0 0,1 0 0,0 1 0,1-1 0,-1 1 0,0-1 0,1 1 0,-2 3 0,-1 4 0,1 0 0,0 1 0,0-1 0,1 1 0,-1 12 0,1 10 0,2 1 0,2-1 0,0 0 0,2 1 0,11 39 0,57 159 0,-17-101 342,-47-113-627,2-1 1,0 0-1,1-1 1,1 0-1,15 16 1,-5-11-6542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1.293"/>
    </inkml:context>
    <inkml:brush xml:id="br0">
      <inkml:brushProperty name="width" value="0.05" units="cm"/>
      <inkml:brushProperty name="height" value="0.05" units="cm"/>
      <inkml:brushProperty name="color" value="#FF0066"/>
    </inkml:brush>
  </inkml:definitions>
  <inkml:trace contextRef="#ctx0" brushRef="#br0">50 242 24575,'-4'-2'0,"0"0"0,0 0 0,0-1 0,0 0 0,1 0 0,-1 0 0,1 0 0,0 0 0,0-1 0,0 1 0,0-1 0,-3-7 0,6 10 0,-1 1 0,1-1 0,0 1 0,0-1 0,0 1 0,0-1 0,-1 0 0,1 1 0,0-1 0,0 1 0,0-1 0,1 0 0,-1 1 0,0-1 0,0 1 0,0-1 0,0 0 0,0 1 0,1-1 0,-1 1 0,0-1 0,1 1 0,-1-1 0,0 1 0,1-1 0,-1 1 0,0-1 0,1 1 0,-1 0 0,1-1 0,-1 1 0,1-1 0,-1 1 0,1 0 0,-1 0 0,1-1 0,-1 1 0,1 0 0,0 0 0,-1 0 0,1-1 0,0 1 0,30-4 0,-29 4 0,126-3 0,70-7 0,-160 6 0,-16 2 0,0-1 0,0 0 0,0-2 0,0 0 0,37-15 0,-33 3 0,-25 16 0,0 0 0,0 0 0,0 0 0,-1 0 0,1-1 0,0 1 0,0 0 0,-1 0 0,1 0 0,0-1 0,-1 1 0,0 0 0,1-1 0,-1 1 0,0 0 0,1-1 0,-1 1 0,0 0 0,0-2 0,0 2 0,0 1 0,0-1 0,0 1 0,0-1 0,-1 1 0,1 0 0,0-1 0,0 1 0,0-1 0,0 1 0,-1 0 0,1-1 0,0 1 0,-1 0 0,1-1 0,0 1 0,0 0 0,-1-1 0,1 1 0,0 0 0,-1 0 0,1-1 0,-1 1 0,1 0 0,0 0 0,-1 0 0,1-1 0,-1 1 0,1 0 0,-1 0 0,1 0 0,0 0 0,-1 0 0,1 0 0,-1 0 0,1 0 0,-1 0 0,1 0 0,0 0 0,-1 0 0,1 0 0,-1 1 0,1-1 0,-1 0 0,1 0 0,0 0 0,-1 1 0,1-1 0,0 0 0,-1 0 0,1 1 0,0-1 0,-1 0 0,1 1 0,-1 0 0,-21 17 0,10-2 0,0 0 0,1 1 0,1 0 0,1 1 0,0 0 0,1 1 0,1 0 0,1 0 0,1 0 0,0 1 0,2-1 0,0 1 0,0 34 0,3-47 0,1-1 0,-1 1 0,2 0 0,-1-1 0,1 1 0,0-1 0,0 1 0,0-1 0,1 0 0,0 0 0,1 0 0,-1-1 0,1 1 0,0-1 0,1 1 0,-1-1 0,9 7 0,-6-7 0,0 0 0,0-1 0,0 1 0,1-2 0,-1 1 0,1-1 0,0 0 0,0 0 0,0-1 0,0-1 0,0 1 0,1-1 0,15 0 0,-7-1 0,-1-2 0,0 1 0,0-2 0,0 0 0,0-1 0,-1-1 0,0 0 0,0-1 0,0-1 0,0 0 0,-1-1 0,0-1 0,18-14 0,-24 16 0,0 0 0,-1 0 0,1-1 0,-1 0 0,-1 0 0,0-1 0,0 1 0,-1-1 0,0-1 0,0 1 0,-1-1 0,0 0 0,-1 0 0,0 0 0,0 0 0,-2 0 0,1-1 0,-1 1 0,0-1 0,-1 1 0,-2-18 0,1 21 0,0 1 0,0-1 0,-1 1 0,0-1 0,0 1 0,-1 0 0,0 0 0,0 0 0,0 0 0,0 1 0,-1-1 0,0 1 0,-1 0 0,1 0 0,-1 0 0,0 1 0,0-1 0,0 1 0,0 1 0,-1-1 0,0 1 0,0 0 0,0 0 0,0 0 0,0 1 0,0 0 0,-1 0 0,1 1 0,-1-1 0,1 2 0,-1-1 0,0 1 0,1 0 0,-1 0 0,1 0 0,-11 3 0,15-2 0,-1-1 0,1 1 0,0-1 0,0 1 0,0 0 0,0 0 0,0 0 0,0 0 0,0 1 0,0-1 0,0 0 0,0 1 0,0-1 0,1 1 0,-1 0 0,1-1 0,-1 1 0,1 0 0,0 0 0,0 0 0,0 0 0,0 0 0,0 0 0,0 0 0,0 1 0,1-1 0,-1 0 0,0 5 0,1-4 0,1 0 0,-1 0 0,0 0 0,1 0 0,0 0 0,-1 0 0,1 0 0,0 0 0,1 0 0,-1-1 0,0 1 0,1 0 0,0-1 0,-1 1 0,1-1 0,0 1 0,0-1 0,1 0 0,-1 0 0,0 0 0,4 2 0,2 1 0,1 0 0,0-1 0,0 0 0,0-1 0,1 1 0,-1-2 0,1 0 0,0 0 0,0 0 0,0-2 0,12 1 0,13-2 0,63-9 0,-36-1 0,1-3 0,-2-3 0,0-2 0,-1-3 0,-1-2 0,81-47 0,-133 67 0,-3 3 0,-1-1 0,0 0 0,1 0 0,-1 0 0,0 0 0,0 0 0,-1 0 0,1-1 0,0 0 0,-1 1 0,1-1 0,-1 0 0,2-4 0,-4 7 0,1 0 0,-1-1 0,0 1 0,0-1 0,0 1 0,0 0 0,0-1 0,0 1 0,1 0 0,-1-1 0,0 1 0,0-1 0,0 1 0,0 0 0,0-1 0,-1 1 0,1 0 0,0-1 0,0 1 0,0 0 0,0-1 0,0 1 0,0-1 0,-1 1 0,1 0 0,0 0 0,0-1 0,-1 1 0,1 0 0,0-1 0,0 1 0,-1 0 0,1 0 0,0-1 0,-1 1 0,1 0 0,0 0 0,-1 0 0,1 0 0,0-1 0,-1 1 0,1 0 0,0 0 0,-1 0 0,1 0 0,0 0 0,-1 0 0,1 0 0,-1 0 0,1 0 0,0 0 0,-1 0 0,0 0 0,-20 6 0,15-2 0,-1 1 0,1 0 0,1 1 0,-1-1 0,1 1 0,0 0 0,0 1 0,0-1 0,1 1 0,0 0 0,1 0 0,-1 0 0,1 0 0,1 1 0,-1-1 0,1 1 0,-1 13 0,-2 12 0,2 0 0,3 61 0,0-86 0,3 38 0,1 0 0,17 69 0,34 86 0,11 57 0,-63-244 0,-1 0 0,0 0 0,-1 0 0,-1 0 0,-1 19 0,0-30 0,1 0 0,0-1 0,-1 1 0,1-1 0,-1 1 0,0-1 0,0 1 0,0-1 0,0 1 0,0-1 0,-1 0 0,1 0 0,-1 1 0,1-1 0,-1 0 0,0-1 0,0 1 0,0 0 0,0 0 0,0-1 0,0 1 0,0-1 0,-1 0 0,1 1 0,0-1 0,-1 0 0,1-1 0,-1 1 0,1 0 0,-1-1 0,0 1 0,1-1 0,-1 0 0,1 0 0,-1 0 0,-3 0 0,-3-1 0,-1-1 0,1 0 0,0 0 0,-1-1 0,1 0 0,0-1 0,1 0 0,-1 0 0,1-1 0,-13-9 0,4 1 0,1 0 0,0-1 0,-24-28 0,31 31 0,0 0 0,1-1 0,1 0 0,0 0 0,0-1 0,1 0 0,1 0 0,0 0 0,1-1 0,0 1 0,1-1 0,1 0 0,-1-19 0,2 23 0,1 0 0,1 0 0,0 0 0,0 1 0,1-1 0,1 0 0,-1 1 0,1-1 0,1 1 0,0 0 0,0 0 0,1 0 0,0 1 0,0 0 0,1 0 0,0 0 0,1 0 0,-1 1 0,15-11 0,-6 7-151,0 1-1,1 1 0,0 0 0,1 1 1,0 1-1,0 1 0,1 0 1,29-5-1,-29 7-6674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1.804"/>
    </inkml:context>
    <inkml:brush xml:id="br0">
      <inkml:brushProperty name="width" value="0.05" units="cm"/>
      <inkml:brushProperty name="height" value="0.05" units="cm"/>
      <inkml:brushProperty name="color" value="#FF0066"/>
    </inkml:brush>
  </inkml:definitions>
  <inkml:trace contextRef="#ctx0" brushRef="#br0">550 349 24575,'-2'-34'0,"-1"1"0,-2 0 0,-16-55 0,18 77 0,0 1 0,0 0 0,-1-1 0,-1 1 0,0 1 0,0-1 0,-1 1 0,0 0 0,-1 0 0,-10-11 0,12 16 0,0-1 0,-1 1 0,1 0 0,-1 1 0,0-1 0,0 1 0,0 0 0,-1 1 0,1-1 0,-1 1 0,1 0 0,-1 1 0,0 0 0,1 0 0,-1 0 0,0 1 0,-12 1 0,7 0 0,-1 1 0,1 0 0,0 1 0,-1 1 0,1 0 0,1 1 0,-1 0 0,1 0 0,0 1 0,0 1 0,0 0 0,1 1 0,0-1 0,0 2 0,1 0 0,1 0 0,-1 0 0,1 1 0,1 0 0,0 1 0,-9 17 0,10-17 0,1-1 0,1 1 0,0 1 0,0-1 0,1 1 0,0-1 0,1 1 0,1 0 0,0 0 0,0 0 0,1 0 0,0 0 0,1 0 0,1-1 0,0 1 0,1 0 0,0-1 0,0 1 0,1-1 0,1 0 0,0 0 0,12 19 0,-3-11 0,1-1 0,1 0 0,0-2 0,1 0 0,1 0 0,33 21 0,128 63 0,-85-50 0,-88-47 0,1 1 0,-1 0 0,0 0 0,-1 0 0,1 1 0,6 7 0,-11-11 0,-1 0 0,1 0 0,0 0 0,0 0 0,0 1 0,-1-1 0,1 0 0,0 0 0,-1 1 0,0-1 0,1 0 0,-1 1 0,0-1 0,1 1 0,-1-1 0,0 0 0,0 1 0,0-1 0,0 1 0,0-1 0,-1 1 0,1-1 0,0 0 0,-1 1 0,1-1 0,-1 0 0,1 1 0,-1-1 0,0 0 0,1 0 0,-1 1 0,0-1 0,0 0 0,0 0 0,0 0 0,0 0 0,0 0 0,-1 1 0,-3 1 0,1 0 0,-1 0 0,0 0 0,0 0 0,0-1 0,0 0 0,0 0 0,-1 0 0,1-1 0,-8 2 0,-59 3 0,61-5 0,-33 0 0,0-2 0,0-1 0,1-3 0,-1-1 0,-71-21 0,106 24-195,0 0 0,0-1 0,0 1 0,1-2 0,0 1 0,-9-7 0,-4-8-6631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2.524"/>
    </inkml:context>
    <inkml:brush xml:id="br0">
      <inkml:brushProperty name="width" value="0.05" units="cm"/>
      <inkml:brushProperty name="height" value="0.05" units="cm"/>
      <inkml:brushProperty name="color" value="#FF0066"/>
    </inkml:brush>
  </inkml:definitions>
  <inkml:trace contextRef="#ctx0" brushRef="#br0">0 65 24575,'1'-2'0,"-1"1"0,1 0 0,-1 0 0,1 0 0,-1 0 0,1 0 0,0 0 0,-1 0 0,1 0 0,0 0 0,0 0 0,0 0 0,0 0 0,0 0 0,0 0 0,0 1 0,0-1 0,0 0 0,0 1 0,0-1 0,0 1 0,2-1 0,27-9 0,-19 9 0,0 0 0,0 0 0,0 1 0,0 1 0,0 0 0,0 0 0,-1 1 0,1 0 0,0 1 0,-1 0 0,0 1 0,17 8 0,-12-4 0,0 0 0,-1 1 0,-1 0 0,0 1 0,0 1 0,-1 0 0,19 22 0,-20-19 0,0 0 0,-1 1 0,-1 1 0,-1-1 0,0 2 0,-1-1 0,-1 1 0,6 23 0,-10-32 0,-1-1 0,0 1 0,0 0 0,-1 0 0,0 0 0,0 0 0,-1 0 0,0-1 0,-3 11 0,2-13 0,0 1 0,0-1 0,0 0 0,-1 0 0,0 0 0,0 0 0,0-1 0,-1 1 0,1-1 0,-1 0 0,0 0 0,0 0 0,-1-1 0,-5 5 0,6-6 0,-1 1 0,1-1 0,0 0 0,-1 0 0,0-1 0,0 1 0,1-1 0,-1 0 0,0 0 0,0-1 0,0 1 0,0-1 0,0 0 0,0 0 0,0-1 0,0 0 0,1 0 0,-1 0 0,-9-3 0,11 3 0,1 0 0,-1-1 0,1 1 0,-1-1 0,1 0 0,-1 1 0,1-1 0,0 0 0,0 0 0,0 0 0,0-1 0,0 1 0,1 0 0,-1-1 0,1 1 0,-1-1 0,1 0 0,0 1 0,0-1 0,0 0 0,0 0 0,1 0 0,-1 1 0,1-1 0,-1 0 0,1 0 0,0 0 0,0 0 0,1 0 0,-1 0 0,1 0 0,-1 0 0,1 1 0,1-5 0,3-7 0,1 1 0,0 0 0,1 0 0,0 0 0,1 1 0,0 0 0,17-18 0,4 1 0,45-38 0,-45 43 0,2 2 0,0 1 0,2 1 0,0 2 0,1 2 0,44-16 0,-76 31 0,0 0 0,1 1 0,-1-1 0,1 0 0,0 1 0,-1 0 0,1-1 0,-1 1 0,1 0 0,0 0 0,-1 1 0,1-1 0,2 1 0,-4 0 0,0 0 0,1-1 0,-1 1 0,0 0 0,0 0 0,0 0 0,0 0 0,0 0 0,0 0 0,0 0 0,0 0 0,-1 0 0,1 1 0,0-1 0,-1 0 0,1 0 0,-1 1 0,1-1 0,-1 0 0,0 1 0,1-1 0,-1 1 0,0-1 0,0 0 0,0 3 0,3 37 0,-2-9 0,2 0 0,1 0 0,2 0 0,10 33 0,-7-37 0,20 40 0,-25-60 0,1 0 0,-1 0 0,2-1 0,-1 1 0,1-1 0,0 0 0,0-1 0,1 1 0,8 6 0,-13-11 0,1-1 0,0 1 0,-1 0 0,1-1 0,0 1 0,-1-1 0,1 0 0,0 0 0,0 0 0,0 0 0,0-1 0,0 1 0,0-1 0,0 0 0,1 0 0,-1 0 0,0 0 0,0 0 0,0-1 0,0 1 0,0-1 0,0 0 0,0 0 0,0 0 0,-1 0 0,1 0 0,0-1 0,0 1 0,-1-1 0,1 0 0,-1 0 0,0 0 0,1 0 0,-1 0 0,0-1 0,0 1 0,2-3 0,2-5 0,0 0 0,0 0 0,-1 0 0,-1 0 0,1-1 0,-2 0 0,0 0 0,4-20 0,-3 1 0,-1 0 0,-2 0 0,-3-48 0,0 59 0,0 1 0,-2-1 0,0 1 0,-1 0 0,-1 0 0,-15-32 0,21 50 1,-7-15 339,8 14-687,6 7-1012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3.113"/>
    </inkml:context>
    <inkml:brush xml:id="br0">
      <inkml:brushProperty name="width" value="0.05" units="cm"/>
      <inkml:brushProperty name="height" value="0.05" units="cm"/>
      <inkml:brushProperty name="color" value="#FF0066"/>
    </inkml:brush>
  </inkml:definitions>
  <inkml:trace contextRef="#ctx0" brushRef="#br0">104 96 24575,'1'-8'0,"0"0"0,0-1 0,1 1 0,0 0 0,5-13 0,3-13 0,-34 78 0,3 10 0,2 0 0,2 2 0,4 0 0,1 1 0,3 0 0,-2 90 0,10-119 0,1 0 0,1 0 0,2 0 0,11 51 0,-12-70 0,1 0 0,0 0 0,0-1 0,0 0 0,1 1 0,1-1 0,-1-1 0,1 1 0,1-1 0,-1 0 0,1 0 0,0 0 0,1-1 0,-1 0 0,2 0 0,-1-1 0,0 1 0,16 7 0,24 2-1365,-2-6-5461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3.874"/>
    </inkml:context>
    <inkml:brush xml:id="br0">
      <inkml:brushProperty name="width" value="0.05" units="cm"/>
      <inkml:brushProperty name="height" value="0.05" units="cm"/>
      <inkml:brushProperty name="color" value="#FF0066"/>
    </inkml:brush>
  </inkml:definitions>
  <inkml:trace contextRef="#ctx0" brushRef="#br0">83 426 24575,'-3'-4'0,"0"-1"0,0 0 0,0 1 0,-1 0 0,0 0 0,0 0 0,0 0 0,0 1 0,-1 0 0,1 0 0,-1 0 0,0 0 0,-7-3 0,11 6 0,0 0 0,1 0 0,-1 0 0,0 0 0,1 0 0,-1 0 0,0 0 0,1 0 0,-1 0 0,0 0 0,1 0 0,-1 0 0,0 1 0,1-1 0,-1 0 0,1 0 0,-1 1 0,1-1 0,-1 0 0,0 1 0,1-1 0,-1 0 0,1 1 0,-1-1 0,1 1 0,0-1 0,-1 1 0,1-1 0,-1 1 0,1 0 0,0-1 0,0 1 0,-1-1 0,1 1 0,0 0 0,0-1 0,0 1 0,-1-1 0,1 1 0,0 0 0,0-1 0,0 2 0,1 31 0,-1-28 0,29 220 0,-27-199 0,-1-12 0,0 0 0,0-1 0,2 1 0,5 18 0,-8-32 0,0 0 0,0-1 0,0 1 0,0 0 0,0 0 0,0 0 0,0-1 0,0 1 0,0 0 0,0 0 0,0 0 0,0 0 0,0-1 0,0 1 0,0 0 0,0 0 0,0 0 0,1 0 0,-1-1 0,0 1 0,0 0 0,0 0 0,0 0 0,0 0 0,0 0 0,1-1 0,-1 1 0,0 0 0,0 0 0,0 0 0,0 0 0,1 0 0,-1 0 0,0 0 0,0 0 0,0 0 0,1 0 0,-1 0 0,0 0 0,0 0 0,0 0 0,1 0 0,-1 0 0,0 0 0,0 0 0,0 0 0,0 0 0,1 0 0,-1 0 0,0 0 0,0 0 0,0 0 0,1 0 0,-1 1 0,0-1 0,0 0 0,0 0 0,0 0 0,0 0 0,1 0 0,-1 1 0,0-1 0,0 0 0,0 0 0,0 0 0,0 0 0,0 1 0,5-17 0,1-31 0,-2 0 0,-5-82 0,-1 52 0,2 41 0,2 0 0,1 0 0,14-61 0,-13 80 0,1 0 0,1 0 0,1 0 0,0 1 0,1 0 0,1 0 0,0 1 0,1 1 0,19-23 0,-24 32 0,1 0 0,-1-1 0,1 2 0,0-1 0,1 1 0,-1 0 0,1 0 0,0 0 0,0 1 0,0 1 0,0-1 0,0 1 0,12-2 0,-9 3 0,-1 0 0,1 1 0,0 0 0,0 0 0,0 1 0,-1 1 0,1 0 0,-1 0 0,16 6 0,-11-2 0,0 0 0,0 1 0,-1 0 0,0 2 0,0-1 0,-1 2 0,0-1 0,0 2 0,-1-1 0,-1 2 0,0-1 0,0 1 0,9 17 0,-15-21 0,1 0 0,-1 1 0,-1-1 0,0 1 0,0 0 0,-1 0 0,0 0 0,0 0 0,-1 0 0,0 1 0,-1-1 0,0 0 0,0 0 0,-1 1 0,-3 11 0,2-11 0,-2 1 0,0-1 0,0 0 0,0 1 0,-2-2 0,1 1 0,-1-1 0,0 0 0,-1 0 0,0 0 0,-1-1 0,-12 11 0,7-7 0,-1-1 0,0 0 0,-1-1 0,0 0 0,-1-1 0,0-1 0,0 0 0,-28 8 0,35-16 0,16-6 0,15-5 0,-7 5 0,0 1 0,0 0 0,1 1 0,0 1 0,-1 1 0,1 0 0,0 1 0,0 0 0,0 1 0,26 4 0,-33-2 0,1 0 0,0 1 0,-1 0 0,0 1 0,0-1 0,0 2 0,0-1 0,-1 1 0,1 1 0,-1 0 0,-1 0 0,1 0 0,-1 1 0,0 0 0,0 0 0,-1 1 0,0 0 0,7 11 0,-9-12 0,-1 0 0,1 0 0,-1 1 0,0-1 0,-1 0 0,0 1 0,0 0 0,0-1 0,-1 1 0,0 0 0,-1 10 0,0-12 0,-1-1 0,0 0 0,0 1 0,0-1 0,-1 0 0,0 0 0,0 0 0,0 0 0,0 0 0,-1-1 0,0 1 0,0 0 0,0-1 0,-1 0 0,1 0 0,-1 0 0,-6 4 0,0 0 0,0-2 0,-1 1 0,0-1 0,0-1 0,0 0 0,-1 0 0,0-2 0,0 1 0,0-1 0,0-1 0,0 0 0,-1-1 0,-23 0 0,12-2 0,0-1 0,0 0 0,1-2 0,-1-1 0,1-1 0,-29-11 0,36 11 86,1-1-1,0-1 0,-23-15 1,31 18-276,0 0 0,0-1 1,1 0-1,0-1 0,0 1 1,0-1-1,1 0 1,-7-11-1,-3-15-6636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4.282"/>
    </inkml:context>
    <inkml:brush xml:id="br0">
      <inkml:brushProperty name="width" value="0.05" units="cm"/>
      <inkml:brushProperty name="height" value="0.05" units="cm"/>
      <inkml:brushProperty name="color" value="#FF0066"/>
    </inkml:brush>
  </inkml:definitions>
  <inkml:trace contextRef="#ctx0" brushRef="#br0">31 80 24575,'0'-1'0,"0"1"0,0 0 0,0-1 0,0 1 0,0-1 0,0 1 0,0 0 0,0-1 0,-1 1 0,1-1 0,0 1 0,0 0 0,0-1 0,0 1 0,-1 0 0,1-1 0,0 1 0,0 0 0,-1-1 0,1 1 0,0 0 0,-1 0 0,1-1 0,0 1 0,-1 0 0,1 0 0,0-1 0,-1 1 0,1 0 0,0 0 0,-1 0 0,1 0 0,-1 0 0,1 0 0,0 0 0,-1 0 0,1 0 0,-1 0 0,1 0 0,0 0 0,-1 0 0,1 0 0,-1 0 0,1 0 0,0 0 0,-1 0 0,0 1 0,0-1 0,0 0 0,0 1 0,0-1 0,0 0 0,1 1 0,-1-1 0,0 1 0,0-1 0,1 1 0,-1 0 0,0-1 0,1 1 0,-1 0 0,0-1 0,1 1 0,-1 0 0,1 0 0,-1 0 0,1-1 0,-1 3 0,0 10 0,0 0 0,1 1 0,1-1 0,0 0 0,6 27 0,-3-12 0,-1-11 0,1 20 0,3 0 0,20 67 0,-25-96 0,1 1 0,1-1 0,-1 0 0,2 0 0,-1 0 0,1 0 0,0-1 0,0 0 0,1 0 0,0 0 0,1-1 0,-1 0 0,1 0 0,0-1 0,0 0 0,1 0 0,13 7 0,-16-11 0,0 1 0,-1 0 0,1-1 0,0 0 0,0 0 0,0-1 0,0 1 0,-1-1 0,1 0 0,0 0 0,0-1 0,0 1 0,0-1 0,0 0 0,0-1 0,-1 1 0,1-1 0,0 0 0,-1 0 0,0 0 0,1-1 0,-1 1 0,0-1 0,0 0 0,-1 0 0,1-1 0,5-5 0,-2 0 0,-1 0 0,1 0 0,-1 0 0,-1-1 0,0 0 0,0 0 0,-1 0 0,0-1 0,-1 0 0,0 0 0,1-13 0,0-4 0,-1 0 0,-2-1 0,-1 0 0,-1 1 0,-2-1 0,-1 1 0,0 0 0,-3 0 0,-16-46 0,22 69-170,-1 0-1,0 0 0,-1 1 1,1-1-1,-1 1 0,0-1 1,-4-4-1,-4 1-6655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4.689"/>
    </inkml:context>
    <inkml:brush xml:id="br0">
      <inkml:brushProperty name="width" value="0.05" units="cm"/>
      <inkml:brushProperty name="height" value="0.05" units="cm"/>
      <inkml:brushProperty name="color" value="#FF0066"/>
    </inkml:brush>
  </inkml:definitions>
  <inkml:trace contextRef="#ctx0" brushRef="#br0">240 300 24575,'3'-6'0,"0"0"0,0 0 0,0 0 0,0-1 0,-1 1 0,0-1 0,-1 0 0,1 1 0,0-13 0,-1 10 0,1-1 0,-1 0 0,-1 0 0,1 0 0,-2 0 0,1 0 0,-2 0 0,1 0 0,-1 0 0,-1 0 0,0 0 0,0 1 0,-1 0 0,-7-15 0,8 19 0,0 1 0,0 0 0,0-1 0,-1 1 0,1 0 0,-1 1 0,0-1 0,0 1 0,0-1 0,-1 1 0,1 0 0,-1 1 0,0-1 0,0 1 0,0 0 0,0 0 0,0 1 0,0-1 0,0 1 0,0 0 0,-1 1 0,1-1 0,0 1 0,-1 0 0,1 0 0,0 1 0,-7 1 0,6-1 0,1 0 0,0 1 0,0-1 0,0 1 0,0 0 0,0 1 0,0-1 0,1 1 0,-1 0 0,1 0 0,-1 0 0,1 1 0,0 0 0,1-1 0,-1 1 0,1 1 0,-1-1 0,1 0 0,1 1 0,-1 0 0,1-1 0,-1 1 0,1 0 0,1 0 0,-1 1 0,1-1 0,0 0 0,-1 7 0,1-2 0,0 1 0,1-1 0,0 0 0,0 0 0,1 0 0,1 0 0,0 0 0,0 0 0,1 0 0,0-1 0,1 1 0,0-1 0,0 0 0,7 11 0,0-5 0,1 0 0,1-1 0,0 0 0,1-1 0,28 21 0,84 44 0,-45-29 0,-80-49 0,0 1 0,0-1 0,1 1 0,-1 0 0,0 0 0,0 0 0,0-1 0,0 1 0,0 0 0,0 0 0,0 0 0,-1 1 0,1-1 0,1 2 0,-2-2 0,0-1 0,0 0 0,-1 1 0,1-1 0,0 0 0,0 1 0,0-1 0,-1 0 0,1 1 0,0-1 0,-1 0 0,1 0 0,0 1 0,-1-1 0,1 0 0,0 0 0,-1 0 0,1 1 0,0-1 0,-1 0 0,1 0 0,0 0 0,-1 0 0,1 0 0,-1 0 0,1 0 0,0 0 0,-1 0 0,1 0 0,-1 0 0,-43-3 0,11-1-227,0-2-1,0-2 1,1-1-1,0-1 1,-38-18-1,44 14-6598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4.891"/>
    </inkml:context>
    <inkml:brush xml:id="br0">
      <inkml:brushProperty name="width" value="0.05" units="cm"/>
      <inkml:brushProperty name="height" value="0.05" units="cm"/>
      <inkml:brushProperty name="color" value="#FF0066"/>
    </inkml:brush>
  </inkml:definitions>
  <inkml:trace contextRef="#ctx0" brushRef="#br0">1 8 24575,'16'-4'0,"-15"4"0,-1-1 0,1 1 0,0 0 0,0-1 0,0 1 0,0 0 0,-1 0 0,1-1 0,0 1 0,0 0 0,0 0 0,0 0 0,0 0 0,0 0 0,-1 0 0,1 0 0,0 0 0,0 1 0,0-1 0,0 0 0,0 0 0,-1 1 0,1-1 0,0 0 0,0 1 0,-1-1 0,1 1 0,0-1 0,0 1 0,-1 0 0,1-1 0,-1 1 0,1 0 0,0-1 0,-1 1 0,1 0 0,-1 0 0,1 0 0,5 14 0,-1 0 0,0 0 0,-1 1 0,-1-1 0,2 23 0,4 15 0,39 138-1365,-43-171-5461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5.013"/>
    </inkml:context>
    <inkml:brush xml:id="br0">
      <inkml:brushProperty name="width" value="0.05" units="cm"/>
      <inkml:brushProperty name="height" value="0.05" units="cm"/>
      <inkml:brushProperty name="color" value="#FF0066"/>
    </inkml:brush>
  </inkml:definitions>
  <inkml:trace contextRef="#ctx0" brushRef="#br0">3 10 24575,'0'-3'0,"-3"-3"0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6.307"/>
    </inkml:context>
    <inkml:brush xml:id="br0">
      <inkml:brushProperty name="width" value="0.05" units="cm"/>
      <inkml:brushProperty name="height" value="0.05" units="cm"/>
      <inkml:brushProperty name="color" value="#FF0066"/>
    </inkml:brush>
  </inkml:definitions>
  <inkml:trace contextRef="#ctx0" brushRef="#br0">0 243 24575,'2'0'0,"0"-1"0,1 1 0,-1 1 0,0-1 0,0 0 0,0 0 0,0 1 0,0-1 0,0 1 0,0 0 0,0 0 0,0-1 0,0 1 0,0 0 0,0 1 0,0-1 0,1 2 0,-1 0 0,0-1 0,0 1 0,-1 0 0,1 0 0,-1 0 0,0 0 0,0 0 0,0 0 0,0 1 0,1 4 0,14 92 0,-15-105 0,0-1 0,0 1 0,1 0 0,-1 0 0,1 0 0,0 0 0,4-6 0,24-46 0,-26 48 0,17-24 0,0 0 0,39-42 0,-59 72 0,1 1 0,-1 1 0,1-1 0,0 0 0,0 0 0,-1 1 0,1-1 0,1 1 0,-1-1 0,0 1 0,0 0 0,0 0 0,5-1 0,-6 2 0,0-1 0,-1 1 0,1 1 0,0-1 0,-1 0 0,1 0 0,0 0 0,0 0 0,-1 0 0,1 1 0,0-1 0,-1 0 0,1 0 0,-1 1 0,1-1 0,0 1 0,-1-1 0,1 0 0,0 2 0,0-1 0,0 1 0,1-1 0,-1 1 0,0 0 0,0 0 0,0 0 0,-1-1 0,1 1 0,0 3 0,17 63 0,18 60 0,-30-114 0,0 1 0,1-1 0,0 0 0,2-1 0,-1 0 0,18 19 0,-23-29 0,0 1 0,0-1 0,0 0 0,1-1 0,0 1 0,-1-1 0,1 1 0,0-1 0,0 0 0,0 0 0,1-1 0,-1 0 0,0 1 0,9 0 0,-6-1 0,-1-1 0,1 0 0,0-1 0,0 0 0,0 0 0,-1 0 0,1-1 0,12-4 0,0-2 0,-1-2 0,0 0 0,0-1 0,-1 0 0,23-21 0,-18 12 0,0-1 0,-1 0 0,-1-2 0,17-25 0,-26 31 0,0 0 0,-1-1 0,-1 0 0,-1 0 0,0-1 0,9-38 0,-16 54 0,0-1 0,-1 1 0,1-1 0,-1 0 0,0 1 0,0-1 0,0 0 0,-1 1 0,1-1 0,-1 1 0,0-1 0,0 0 0,0 1 0,0 0 0,0-1 0,-1 1 0,-3-6 0,3 7 0,-1-1 0,1 1 0,0 0 0,-1 0 0,0 0 0,1 0 0,-1 0 0,0 0 0,0 1 0,0-1 0,0 1 0,0 0 0,0 0 0,-1 0 0,1 1 0,0-1 0,0 1 0,-1 0 0,-5 0 0,-2 0 0,0 2 0,0-1 0,0 2 0,0-1 0,0 1 0,0 1 0,1 0 0,-1 1 0,1 0 0,0 0 0,1 1 0,-1 0 0,1 1 0,1 0 0,-1 0 0,1 1 0,0 0 0,1 1 0,0 0 0,0 0 0,1 0 0,-6 12 0,7-12 0,0 1 0,0-1 0,1 1 0,0 0 0,1 0 0,0 1 0,1-1 0,0 1 0,1-1 0,0 1 0,0-1 0,1 1 0,1 0 0,0-1 0,0 1 0,1 0 0,0-1 0,1 0 0,0 0 0,1 1 0,0-2 0,0 1 0,9 13 0,-8-16 0,1 0 0,0 0 0,0-1 0,1 0 0,-1 0 0,1 0 0,0-1 0,1 0 0,-1-1 0,1 1 0,0-2 0,0 1 0,1-1 0,-1 0 0,1-1 0,-1 0 0,1 0 0,0-1 0,17 1 0,-13-2 0,0-1 0,1 0 0,-1-1 0,0 0 0,0-1 0,0 0 0,0-1 0,-1-1 0,0 0 0,0 0 0,0-1 0,19-13 0,-16 7 0,-1 0 0,0-1 0,-1-1 0,0 0 0,-1 0 0,0-2 0,-1 1 0,-1-1 0,-1-1 0,0 0 0,-1 0 0,-1-1 0,-1 1 0,0-2 0,-1 1 0,-1-1 0,-1 1 0,2-29 0,-2-3 0,-3 49 0,0 1 0,0 0 0,0 0 0,0-1 0,0 1 0,0 0 0,0 0 0,0-1 0,0 1 0,1 0 0,-1 0 0,0-1 0,0 1 0,0 0 0,0 0 0,0-1 0,0 1 0,1 0 0,-1 0 0,0 0 0,0-1 0,0 1 0,0 0 0,1 0 0,-1 0 0,0 0 0,0 0 0,1-1 0,-1 1 0,0 0 0,0 0 0,1 0 0,-1 0 0,0 0 0,8 6 0,7 20 0,-13-22 0,48 78 0,-25-42 0,29 61 0,-49-88 0,0 0 0,0 0 0,-2 0 0,1 0 0,-2 1 0,1-1 0,-2 1 0,0 0 0,-1 20 0,-1-31 0,1-1 0,-1 1 0,0 0 0,1-1 0,-1 1 0,-1-1 0,1 0 0,0 1 0,0-1 0,-1 0 0,1 0 0,-1 1 0,0-1 0,0-1 0,0 1 0,0 0 0,0 0 0,0-1 0,0 1 0,0-1 0,-1 1 0,1-1 0,-1 0 0,1 0 0,-1 0 0,1-1 0,-1 1 0,0 0 0,1-1 0,-1 0 0,-4 1 0,5-1 0,0 0 0,1 0 0,-1 0 0,0-1 0,0 1 0,0 0 0,0-1 0,1 1 0,-1-1 0,0 1 0,0-1 0,1 0 0,-1 0 0,0 0 0,1 0 0,-1 0 0,1 0 0,0 0 0,-1 0 0,1-1 0,0 1 0,-1 0 0,1-1 0,0 1 0,0-1 0,0 0 0,0 1 0,1-1 0,-1 0 0,0 1 0,1-1 0,-1 0 0,1 0 0,0 0 0,-1 1 0,1-1 0,0 0 0,0 0 0,0 0 0,0 0 0,1 1 0,-1-1 0,0 0 0,1 0 0,0-1 0,2-8 0,1 0 0,0 0 0,1 1 0,0 0 0,8-12 0,36-48 0,-37 53 0,29-36 0,2 1 0,2 3 0,57-50 0,-101 98 0,0 1 0,-1-1 0,1 0 0,0 0 0,0 1 0,-1-1 0,1 0 0,0 1 0,0-1 0,0 1 0,0-1 0,0 1 0,0-1 0,0 1 0,0 0 0,0 0 0,0-1 0,0 1 0,0 0 0,0 0 0,0 0 0,0 0 0,0 0 0,0 0 0,0 1 0,0-1 0,0 0 0,0 0 0,0 1 0,0-1 0,0 0 0,0 1 0,0-1 0,0 1 0,0 0 0,0-1 0,1 2 0,1 2 0,0 1 0,0-1 0,0 1 0,-1 0 0,1 0 0,1 6 0,3 6 0,45 81 0,-33-66 0,-1 2 0,-2 0 0,21 62 0,-36-94 0,-1 1 0,1-1 0,-1 0 0,1 1 0,-1-1 0,0 1 0,0-1 0,0 1 0,0-1 0,0 1 0,0-1 0,-1 1 0,1-1 0,-1 0 0,0 1 0,1-1 0,-1 0 0,0 1 0,-1-1 0,-1 2 0,1-1 0,0-2 0,0 1 0,-1 0 0,1 0 0,-1-1 0,1 1 0,-1-1 0,1 0 0,-1 0 0,0 0 0,0 0 0,0 0 0,0-1 0,0 1 0,1-1 0,-7 0 0,-49-4-1365,30 1-5461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7.524"/>
    </inkml:context>
    <inkml:brush xml:id="br0">
      <inkml:brushProperty name="width" value="0.05" units="cm"/>
      <inkml:brushProperty name="height" value="0.05" units="cm"/>
      <inkml:brushProperty name="color" value="#FF0066"/>
    </inkml:brush>
  </inkml:definitions>
  <inkml:trace contextRef="#ctx0" brushRef="#br0">39 786 24575,'-1'0'0,"-1"0"0,0 0 0,0 0 0,0 0 0,0 1 0,0-1 0,1 0 0,-1 1 0,0-1 0,0 1 0,1 0 0,-1-1 0,0 1 0,1 0 0,-1 0 0,1 0 0,-1 0 0,1 1 0,-1-1 0,-1 2 0,3-1 0,-1-1 0,1 0 0,0 0 0,-1 1 0,1-1 0,0 0 0,0 0 0,0 1 0,0-1 0,0 0 0,1 0 0,-1 1 0,0-1 0,0 0 0,1 0 0,-1 1 0,1-1 0,-1 0 0,1 0 0,0 0 0,-1 0 0,1 0 0,0 0 0,0 0 0,0 0 0,0 0 0,-1 0 0,1-1 0,0 1 0,1 0 0,0 0 0,8 8 0,1-1 0,0-1 0,0 0 0,1 0 0,0-1 0,0-1 0,22 7 0,-27-10 0,-1 0 0,1-1 0,0 0 0,0 0 0,0 0 0,0-1 0,0 0 0,0-1 0,0 1 0,-1-1 0,1-1 0,0 1 0,0-1 0,-1 0 0,1-1 0,9-4 0,-7 1 0,0 0 0,0-1 0,-1 0 0,1-1 0,-2 1 0,1-1 0,-1-1 0,0 0 0,8-13 0,-7 7 0,0 0 0,-1-1 0,-1 0 0,0 0 0,5-25 0,-4 2 0,-2 0 0,-2 0 0,-1-1 0,-6-58 0,0 48 0,-2 0 0,-3 1 0,-1 0 0,-3 0 0,-37-91 0,48 136 0,0 0 0,0 0 0,0 0 0,-1 0 0,1 1 0,-6-6 0,7 8 0,1 1 0,0 0 0,-1-1 0,1 1 0,-1 0 0,1-1 0,0 1 0,-1 0 0,1 0 0,-1 0 0,1-1 0,-1 1 0,1 0 0,-1 0 0,1 0 0,-1 0 0,1 0 0,-1 0 0,1 0 0,-1 0 0,1 0 0,-1 0 0,0 0 0,0 1 0,0 0 0,0-1 0,0 1 0,0 0 0,1-1 0,-1 1 0,0 0 0,1 0 0,-1 0 0,1 0 0,-1 0 0,1 0 0,-1 0 0,1 0 0,-1 0 0,1 1 0,-5 15 0,1 0 0,1 1 0,0-1 0,2 0 0,0 26 0,10 89 0,3-38 0,3-1 0,4-1 0,5 0 0,59 149 0,-77-226 0,1-1 0,0 0 0,1 0 0,1 0 0,18 21 0,-24-32 0,-1 0 0,1 0 0,0 0 0,0-1 0,0 1 0,0-1 0,1 0 0,-1 0 0,1 0 0,-1 0 0,1-1 0,0 0 0,-1 1 0,1-1 0,0 0 0,0-1 0,0 1 0,0-1 0,0 0 0,0 0 0,0 0 0,0 0 0,-1-1 0,1 1 0,0-1 0,0 0 0,0 0 0,6-4 0,2-1 0,-1-1 0,0 0 0,0-1 0,-1 0 0,0-1 0,0 0 0,-1-1 0,0 0 0,-1 0 0,0-1 0,7-13 0,4-9 0,-1 0 0,20-59 0,-29 70 0,0-2 0,0 0 0,-1-1 0,6-41 0,-14 66 0,0 0 0,0 0 0,0 0 0,0 0 0,0 0 0,0 0 0,0 0 0,0 0 0,0 0 0,0 0 0,0 0 0,0 0 0,0 0 0,0 0 0,-1 0 0,1 0 0,0 0 0,0 0 0,0 0 0,0 0 0,0 0 0,0 0 0,0 0 0,0 0 0,0 0 0,0 0 0,0 0 0,0 0 0,0 0 0,0 0 0,0 0 0,0 0 0,0 0 0,0 0 0,0 0 0,-1 0 0,1 0 0,0 0 0,0 0 0,0 0 0,0-1 0,0 1 0,0 0 0,0 0 0,0 0 0,0 0 0,0 0 0,-6 10 0,-6 16 0,7-12 0,1 0 0,0 1 0,1-1 0,1 1 0,0-1 0,1 1 0,0 0 0,3 20 0,-2-29 0,1 0 0,0-1 0,0 1 0,1 0 0,0-1 0,0 0 0,0 1 0,0-1 0,1 0 0,0 0 0,0 0 0,0 0 0,1-1 0,0 0 0,0 1 0,0-1 0,0 0 0,0-1 0,1 1 0,0-1 0,-1 0 0,1 0 0,1-1 0,7 4 0,-8-4 0,-1-1 0,1 1 0,0-1 0,-1 0 0,1 0 0,0-1 0,0 0 0,0 1 0,-1-2 0,1 1 0,0 0 0,0-1 0,0 0 0,-1 0 0,1-1 0,0 1 0,-1-1 0,1 0 0,-1 0 0,0 0 0,0-1 0,0 0 0,0 0 0,0 0 0,0 0 0,-1 0 0,1-1 0,-1 1 0,0-1 0,0 0 0,-1 0 0,1 0 0,-1 0 0,0-1 0,0 1 0,0-1 0,0 1 0,-1-1 0,0 0 0,0 0 0,0 1 0,0-10 0,-1 2 0,-1 0 0,0 0 0,-1 0 0,0 0 0,-1 0 0,-1 0 0,1 1 0,-11-22 0,1 10 0,0 0 0,-1 1 0,-18-22 0,31 41 0,-1 1 0,1 0 0,-1 0 0,0-1 0,0 1 0,0 1 0,0-1 0,0 0 0,0 0 0,-1 1 0,1-1 0,0 1 0,-1 0 0,1 0 0,-1-1 0,-4 0 0,7 2 0,0 0 0,0 0 0,0 0 0,-1 0 0,1 0 0,0 0 0,0 0 0,0 0 0,-1 0 0,1 0 0,0 0 0,0 0 0,0 0 0,0 1 0,-1-1 0,1 0 0,0 0 0,0 0 0,0 0 0,0 0 0,-1 0 0,1 0 0,0 1 0,0-1 0,0 0 0,0 0 0,0 0 0,-1 0 0,1 0 0,0 1 0,0-1 0,0 0 0,0 0 0,0 0 0,0 1 0,0-1 0,0 0 0,0 0 0,0 0 0,0 0 0,0 1 0,0-1 0,5 10 0,11 8 0,-4-7 0,0-2 0,1 0 0,0 0 0,1-1 0,0-1 0,0 0 0,0-1 0,19 5 0,-21-8 0,0 0 0,0 0 0,0-1 0,0-1 0,0 0 0,0 0 0,1-2 0,-1 1 0,0-2 0,0 1 0,13-5 0,-22 5 0,0 0 0,1-1 0,-1 1 0,0-1 0,0 0 0,0 0 0,0 0 0,0-1 0,-1 1 0,4-4 0,11-9 0,-17 15 0,1 0 0,-1-1 0,0 1 0,1 0 0,-1 0 0,0 0 0,1-1 0,-1 1 0,0 0 0,1 0 0,-1 0 0,0 0 0,1 0 0,-1 0 0,0-1 0,1 1 0,-1 0 0,1 0 0,-1 0 0,0 0 0,1 1 0,-1-1 0,1 0 0,-1 0 0,0 0 0,1 0 0,-1 0 0,0 0 0,1 0 0,-1 1 0,0-1 0,1 0 0,-1 0 0,0 1 0,1-1 0,-1 0 0,0 0 0,0 1 0,1-1 0,-1 0 0,0 1 0,0-1 0,0 0 0,0 1 0,1-1 0,-1 0 0,0 1 0,0-1 0,0 0 0,0 1 0,0 0 0,4 24 0,-4-19 0,29 245 0,11 195 0,-39-437 0,-1 1 0,0-1 0,-1 0 0,0 0 0,-4 14 0,5-22 0,-1 0 0,1 1 0,-1-1 0,1 1 0,-1-1 0,1 0 0,-1 0 0,0 1 0,0-1 0,0 0 0,0 0 0,0 0 0,0 0 0,0 0 0,0 0 0,0 0 0,0 0 0,-1-1 0,1 1 0,0 0 0,-1-1 0,1 1 0,0-1 0,-1 1 0,1-1 0,-1 0 0,1 1 0,-1-1 0,1 0 0,-1 0 0,1 0 0,0 0 0,-1 0 0,1-1 0,-1 1 0,1 0 0,-1-1 0,1 1 0,0-1 0,-1 1 0,1-1 0,0 1 0,-2-2 0,-11-5 0,0-1 0,1 0 0,0-1 0,0 0 0,1-1 0,0 0 0,1-1 0,-16-20 0,8 7 0,1-1 0,1 0 0,-19-42 0,28 53 69,2-1-1,0-1 0,1 1 0,-5-25 1,9 34-176,0 0 0,0 0 1,1 0-1,0 0 0,0 0 1,0 0-1,1 0 0,0 1 1,0-1-1,1 0 0,-1 0 1,1 1-1,0-1 0,1 1 1,4-9-1,8-6-6719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7.775"/>
    </inkml:context>
    <inkml:brush xml:id="br0">
      <inkml:brushProperty name="width" value="0.05" units="cm"/>
      <inkml:brushProperty name="height" value="0.05" units="cm"/>
      <inkml:brushProperty name="color" value="#FF0066"/>
    </inkml:brush>
  </inkml:definitions>
  <inkml:trace contextRef="#ctx0" brushRef="#br0">47 87 24575,'-1'-6'0,"0"1"0,0 0 0,-1 0 0,0 0 0,0 0 0,0 0 0,-4-7 0,-2-4 0,-4-4 0,5 18 0,5 14 0,4 23 0,3-1 0,13 56 0,-3-22 0,-2-5 230,12 79-1825,-22-118-5231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8.207"/>
    </inkml:context>
    <inkml:brush xml:id="br0">
      <inkml:brushProperty name="width" value="0.05" units="cm"/>
      <inkml:brushProperty name="height" value="0.05" units="cm"/>
      <inkml:brushProperty name="color" value="#FF0066"/>
    </inkml:brush>
  </inkml:definitions>
  <inkml:trace contextRef="#ctx0" brushRef="#br0">449 139 24575,'-1'-3'0,"0"0"0,0-1 0,-1 1 0,1 0 0,-1 0 0,1 0 0,-1 1 0,0-1 0,0 0 0,0 0 0,-4-2 0,-3-7 0,4 5 0,-1 0 0,0 0 0,0 1 0,0-1 0,-1 1 0,0 1 0,0-1 0,-1 1 0,1 1 0,-1-1 0,0 1 0,0 0 0,-1 1 0,1 0 0,-1 1 0,0-1 0,-16-1 0,14 3 0,1 1 0,-1 0 0,0 1 0,1 0 0,-1 0 0,1 1 0,-1 0 0,1 1 0,0 0 0,0 1 0,0 0 0,0 1 0,1 0 0,-17 11 0,18-9 0,0-1 0,0 1 0,1 1 0,0-1 0,0 1 0,1 1 0,0-1 0,0 1 0,1 0 0,0 0 0,1 0 0,0 1 0,0 0 0,1 0 0,0 0 0,1 0 0,0 0 0,1 0 0,0 1 0,0-1 0,1 0 0,1 1 0,0-1 0,0 0 0,1 1 0,0-1 0,1 0 0,0 0 0,0-1 0,1 1 0,1-1 0,0 1 0,0-1 0,0-1 0,1 1 0,1-1 0,-1 0 0,9 8 0,-3-5 31,1-1 0,0 0 0,1-1 0,0 0 0,0-1 0,1-1 0,0 0 0,0-1 1,0-1-1,28 7 0,-12-7-373,0 0 1,0-2 0,0-2-1,51-3 1,-14-4-6485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18.443"/>
    </inkml:context>
    <inkml:brush xml:id="br0">
      <inkml:brushProperty name="width" value="0.05" units="cm"/>
      <inkml:brushProperty name="height" value="0.05" units="cm"/>
      <inkml:brushProperty name="color" value="#FF0066"/>
    </inkml:brush>
  </inkml:definitions>
  <inkml:trace contextRef="#ctx0" brushRef="#br0">178 28 24575,'0'-1'0,"0"0"0,0 0 0,0 0 0,0 0 0,0 0 0,0 0 0,0 0 0,1 0 0,-1 0 0,0 0 0,1 0 0,-1 0 0,1 0 0,-1 0 0,1 0 0,-1 0 0,1 0 0,0 0 0,0 0 0,-1 1 0,1-1 0,0 0 0,0 1 0,1-2 0,0 1 0,0 1 0,-1-1 0,1 1 0,0-1 0,0 1 0,0 0 0,0 0 0,0 0 0,0 0 0,0 0 0,0 0 0,3 1 0,1 0 0,0 1 0,1 0 0,-1 0 0,0 0 0,0 1 0,-1 0 0,8 5 0,2 5 0,0 0 0,-1 1 0,-1 0 0,0 1 0,-1 1 0,-1 0 0,-1 0 0,0 1 0,8 19 0,-5-7 0,-2 0 0,-1 1 0,-1 1 0,8 58 0,-14-71 0,-2 0 0,0 0 0,-1 0 0,-1 0 0,-1 0 0,0 0 0,-1 0 0,-1-1 0,-8 23 0,6-25 0,-1 0 0,0-1 0,-1 0 0,-1 0 0,0-1 0,-1 0 0,0 0 0,-1-1 0,0-1 0,-22 17 0,2-6-273,0-1 0,-2-2 0,0-2 0,-47 18 0,-36 9-6553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0.010"/>
    </inkml:context>
    <inkml:brush xml:id="br0">
      <inkml:brushProperty name="width" value="0.05" units="cm"/>
      <inkml:brushProperty name="height" value="0.05" units="cm"/>
      <inkml:brushProperty name="color" value="#FF0066"/>
    </inkml:brush>
  </inkml:definitions>
  <inkml:trace contextRef="#ctx0" brushRef="#br0">0 12 24575,'568'0'0,"-561"0"26,1 0-258,1 0 0,0 0 1,0-1-1,0 0 0,13-4 0,-13 1-6594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1.149"/>
    </inkml:context>
    <inkml:brush xml:id="br0">
      <inkml:brushProperty name="width" value="0.05" units="cm"/>
      <inkml:brushProperty name="height" value="0.05" units="cm"/>
      <inkml:brushProperty name="color" value="#FF0066"/>
    </inkml:brush>
  </inkml:definitions>
  <inkml:trace contextRef="#ctx0" brushRef="#br0">20 133 24575,'6'-26'0,"-4"24"0,-4 16 0,-7 30 0,2 1 0,2 0 0,0 64 0,6-86 0,0-1 0,2 1 0,0 0 0,1-1 0,2 1 0,0-1 0,1-1 0,18 35 0,-21-47 0,1-1 0,1 0 0,0-1 0,0 0 0,0 1 0,1-2 0,0 1 0,0-1 0,0 0 0,1-1 0,0 0 0,0 0 0,1 0 0,0-1 0,-1-1 0,1 1 0,16 3 0,-13-5 0,0 0 0,1-1 0,-1 0 0,1 0 0,-1-2 0,1 1 0,-1-2 0,1 0 0,-1 0 0,0-1 0,1-1 0,-2 0 0,13-5 0,-14 4 0,-1 0 0,0 0 0,0-1 0,0-1 0,-1 1 0,1-1 0,-2-1 0,1 1 0,-1-1 0,10-14 0,-9 9 0,0-1 0,-1 1 0,-1-1 0,0 0 0,-1 0 0,6-28 0,-6 11 0,-1 0 0,-2 0 0,-1 0 0,-1 0 0,-2 0 0,-10-55 0,7 59 0,-1 1 0,-2-1 0,0 1 0,-19-39 0,25 62 0,1 0 0,-1 1 0,0-1 0,0 0 0,0 1 0,0 0 0,0-1 0,-1 1 0,1 0 0,-1 0 0,-4-3 0,6 5 0,0-1 0,1 1 0,-1 0 0,0 0 0,1-1 0,-1 1 0,0 0 0,0 0 0,1 0 0,-1 0 0,0 0 0,1 0 0,-1 0 0,0 0 0,0 0 0,1 1 0,-1-1 0,0 0 0,1 0 0,-1 1 0,0-1 0,-1 1 0,1 0 0,0 0 0,0 0 0,0 0 0,0 1 0,1-1 0,-1 0 0,0 0 0,0 1 0,1-1 0,-1 0 0,1 1 0,-1-1 0,0 3 0,0 2-124,0 0 0,1-1 0,-1 1 0,1 0 0,0 0 0,1 0-1,-1 0 1,1 0 0,0-1 0,3 9 0,4 9-6702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1.399"/>
    </inkml:context>
    <inkml:brush xml:id="br0">
      <inkml:brushProperty name="width" value="0.05" units="cm"/>
      <inkml:brushProperty name="height" value="0.05" units="cm"/>
      <inkml:brushProperty name="color" value="#FF0066"/>
    </inkml:brush>
  </inkml:definitions>
  <inkml:trace contextRef="#ctx0" brushRef="#br0">0 71 24575,'1'-71'0,"55"444"0,-54-363 20,26 114-1405,-21-105-5441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58.997"/>
    </inkml:context>
    <inkml:brush xml:id="br0">
      <inkml:brushProperty name="width" value="0.05" units="cm"/>
      <inkml:brushProperty name="height" value="0.05" units="cm"/>
      <inkml:brushProperty name="color" value="#FF0066"/>
    </inkml:brush>
  </inkml:definitions>
  <inkml:trace contextRef="#ctx0" brushRef="#br0">1 103 24575,'-1'7'0,"2"-1"0,10-3 0,11-2 0,-1-1 0,0-1 0,0-1 0,32-6 0,-4 0 0,523-71 0,-456 58 0,-111 20 171,-10 4 0,-9 2-1878,2-1-5119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59.501"/>
    </inkml:context>
    <inkml:brush xml:id="br0">
      <inkml:brushProperty name="width" value="0.05" units="cm"/>
      <inkml:brushProperty name="height" value="0.05" units="cm"/>
      <inkml:brushProperty name="color" value="#FF0066"/>
    </inkml:brush>
  </inkml:definitions>
  <inkml:trace contextRef="#ctx0" brushRef="#br0">4 0 24575,'0'1'0,"0"-1"0,-1 0 0,1 1 0,0-1 0,-1 0 0,1 1 0,0-1 0,0 0 0,-1 1 0,1-1 0,0 1 0,0-1 0,0 1 0,0-1 0,0 1 0,-1-1 0,1 0 0,0 1 0,0-1 0,0 1 0,0-1 0,0 1 0,0-1 0,1 1 0,-1-1 0,0 1 0,0-1 0,0 1 0,1 0 0,3 19 0,-4-19 0,11 48 0,4 57 0,-2-8 0,-4-29 0,-7-44 0,1 0 0,2-1 0,12 43 0,-16-66 36,-1-1-90,0 1 0,0-1 0,0 1 0,0-1 1,0 0-1,0 1 0,0-1 0,1 1 0,-1-1 0,0 0 0,0 1 0,0-1 0,1 0 1,-1 1-1,0-1 0,1 0 0,-1 1 0,0-1 0,0 0 0,1 0 0,-1 1 0,1-1 1,-1 0-1,0 0 0,1 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04.333"/>
    </inkml:context>
    <inkml:brush xml:id="br0">
      <inkml:brushProperty name="width" value="0.05" units="cm"/>
      <inkml:brushProperty name="height" value="0.05" units="cm"/>
      <inkml:brushProperty name="color" value="#FF0066"/>
    </inkml:brush>
  </inkml:definitions>
  <inkml:trace contextRef="#ctx0" brushRef="#br0">0 2629 24575,'24'1'0,"0"-2"0,-1-1 0,1-1 0,-1 0 0,31-10 0,132-59 0,194-104 0,40-56-130,-309 161-13,171-145 0,-219 159 72,-2-3-1,-3-2 1,81-114-1,-103 123 50,-3-1 1,-2-2-1,-3-2 0,-2 0 1,28-97-1,-43 115 6,-1 0 0,-3 0 0,-1-1 0,-2 0 0,-2 0-1,-1 0 1,-8-57 0,4 73 7,-2 0 0,0 1 0,-2 0-1,-1 0 1,-1 1 0,-1 0 0,0 0 0,-2 1-1,-1 0 1,-1 1 0,0 1 0,-2 0 0,-23-23-1,9 16-14,-1 1-1,-1 2 1,-1 2-1,-2 0 1,0 3-1,-1 1 1,0 1-1,-51-15 0,-12 3-111,-1 4-1,-106-12 0,46 17-38,-1 8-1,-248 11 1,387 2-5769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04.723"/>
    </inkml:context>
    <inkml:brush xml:id="br0">
      <inkml:brushProperty name="width" value="0.05" units="cm"/>
      <inkml:brushProperty name="height" value="0.05" units="cm"/>
      <inkml:brushProperty name="color" value="#FF0066"/>
    </inkml:brush>
  </inkml:definitions>
  <inkml:trace contextRef="#ctx0" brushRef="#br0">525 16 24575,'0'0'0,"0"-1"0,0 0 0,-1 1 0,1-1 0,0 0 0,0 1 0,-1-1 0,1 1 0,-1-1 0,1 1 0,-1-1 0,1 0 0,-1 1 0,1-1 0,-1 1 0,1 0 0,-1-1 0,1 1 0,-1 0 0,0-1 0,1 1 0,-1 0 0,0-1 0,1 1 0,-1 0 0,0 0 0,-1 0 0,-21-3 0,12 3 0,1 1 0,0 1 0,-1 0 0,1 0 0,0 1 0,0 0 0,-17 8 0,-67 40 0,73-38 0,-19 11 0,-135 86 0,169-106 0,1 1 0,-1-1 0,1 1 0,0 0 0,1 0 0,-1 1 0,1-1 0,-4 9 0,6-11 0,1 0 0,0 0 0,-1-1 0,2 1 0,-1 0 0,0 1 0,0-1 0,1 0 0,0 0 0,0 0 0,0 0 0,0 0 0,0 0 0,0 0 0,1 1 0,0-1 0,-1 0 0,1 0 0,0 0 0,1-1 0,0 4 0,5 6 0,0-1 0,1 0 0,0-1 0,1 0 0,13 13 0,56 42 0,-63-52 0,48 35-1365,-2-3-5461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06.109"/>
    </inkml:context>
    <inkml:brush xml:id="br0">
      <inkml:brushProperty name="width" value="0.05" units="cm"/>
      <inkml:brushProperty name="height" value="0.05" units="cm"/>
      <inkml:brushProperty name="color" value="#FF0066"/>
    </inkml:brush>
  </inkml:definitions>
  <inkml:trace contextRef="#ctx0" brushRef="#br0">11 26 24575,'-1'0'0,"0"-1"0,0 0 0,0 0 0,1 0 0,-1 0 0,0 0 0,0 0 0,1-1 0,-1 1 0,1 0 0,-1 0 0,1 0 0,-1-1 0,1 1 0,0 0 0,-1-3 0,6-1 0,9 7 0,127 48-54,-2 6 0,152 86-1,-188-86-122,-3 4 0,-2 5-1,-3 4 1,170 162 0,-216-181 184,-2 3 0,-3 2 0,-2 1 0,-2 3 0,-4 1 1,-1 1-1,-4 2 0,-2 2 0,33 110 0,-46-114-7,-3 0 0,-3 1 0,-3 0 0,-2 0 0,-3 1 0,-3 0 0,-2-1 0,-14 71 0,7-81 0,-2 0 0,-2-1 0,-3 0 0,-2-2 0,-2 0 0,-2-1 0,-2-1 0,-2-2 0,-64 81 0,41-69 29,-3-3-1,-2-2 0,-67 48 1,-193 116-1445,235-165-4495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06.279"/>
    </inkml:context>
    <inkml:brush xml:id="br0">
      <inkml:brushProperty name="width" value="0.05" units="cm"/>
      <inkml:brushProperty name="height" value="0.05" units="cm"/>
      <inkml:brushProperty name="color" value="#FF0066"/>
    </inkml:brush>
  </inkml:definitions>
  <inkml:trace contextRef="#ctx0" brushRef="#br0">56 7 24575,'-6'0'0,"-4"0"0,-5 0 0,2-2 0,2-2-8191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06.527"/>
    </inkml:context>
    <inkml:brush xml:id="br0">
      <inkml:brushProperty name="width" value="0.05" units="cm"/>
      <inkml:brushProperty name="height" value="0.05" units="cm"/>
      <inkml:brushProperty name="color" value="#FF0066"/>
    </inkml:brush>
  </inkml:definitions>
  <inkml:trace contextRef="#ctx0" brushRef="#br0">36 1 24575,'1'0'0,"0"0"0,1 1 0,-1-1 0,0 1 0,0-1 0,0 1 0,0 0 0,0 0 0,0-1 0,0 1 0,0 0 0,0 0 0,0 0 0,-1 0 0,1 0 0,0 0 0,0 0 0,-1 0 0,1 0 0,-1 0 0,1 0 0,0 2 0,8 26 0,-8-22 0,0 1 0,0-1 0,-1 0 0,0 0 0,0 0 0,-1 0 0,0 0 0,-3 12 0,-4 6 0,-11 26 0,10-30 0,-9 35 0,15-45 0,1-1 0,0 1 0,1 0 0,0 0 0,1 0 0,0 0 0,1 0 0,2 12 0,-2-19 0,0 0 0,1 1 0,-1-1 0,1 0 0,0 0 0,0 0 0,1 0 0,-1-1 0,1 1 0,0 0 0,0-1 0,0 0 0,0 0 0,0 0 0,1 0 0,0 0 0,-1-1 0,1 1 0,0-1 0,0 0 0,0 0 0,6 1 0,12 4 0,1-1 0,-1-2 0,1 0 0,-1-1 0,31-1 0,115-10 0,-10-13-1365,-123 16-5461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13.127"/>
    </inkml:context>
    <inkml:brush xml:id="br0">
      <inkml:brushProperty name="width" value="0.05" units="cm"/>
      <inkml:brushProperty name="height" value="0.05" units="cm"/>
      <inkml:brushProperty name="color" value="#FF0066"/>
    </inkml:brush>
  </inkml:definitions>
  <inkml:trace contextRef="#ctx0" brushRef="#br0">97 60 24575,'-25'1'0,"18"0"0,0-1 0,0 1 0,0-1 0,0-1 0,0 1 0,0-1 0,0 0 0,-7-3 0,13 1 0,8-1 0,9 0 0,41-4 169,74-1-1,-81 7-735,1-1-1,64-15 1,-96 13-6259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13.346"/>
    </inkml:context>
    <inkml:brush xml:id="br0">
      <inkml:brushProperty name="width" value="0.05" units="cm"/>
      <inkml:brushProperty name="height" value="0.05" units="cm"/>
      <inkml:brushProperty name="color" value="#FF0066"/>
    </inkml:brush>
  </inkml:definitions>
  <inkml:trace contextRef="#ctx0" brushRef="#br0">0 1 24575,'3'3'0,"1"3"0,3 5 0,0 3 0,1 4 0,4 6 0,1 5 0,0 3 0,-4 5 0,1 2 0,-2 3 0,-2 1 0,0-1 0,0-3 0,-1-6-8191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14.091"/>
    </inkml:context>
    <inkml:brush xml:id="br0">
      <inkml:brushProperty name="width" value="0.05" units="cm"/>
      <inkml:brushProperty name="height" value="0.05" units="cm"/>
      <inkml:brushProperty name="color" value="#FF0066"/>
    </inkml:brush>
  </inkml:definitions>
  <inkml:trace contextRef="#ctx0" brushRef="#br0">215 121 24575,'0'-2'0,"1"0"0,-1 0 0,0 0 0,1-1 0,-1 1 0,1 0 0,0 0 0,0 0 0,1-2 0,0 3 0,-5 13 0,-26 65 0,-3-1 0,-56 96 0,77-154 0,-45 86 0,56-103 0,-1 0 0,0 1 0,1-1 0,-1 0 0,1 1 0,0-1 0,-1 0 0,1 1 0,0-1 0,0 0 0,0 1 0,0-1 0,0 1 0,0-1 0,0 2 0,1-3 0,-1 1 0,0-1 0,1 1 0,-1-1 0,0 1 0,1-1 0,-1 1 0,0-1 0,1 0 0,-1 1 0,1-1 0,-1 0 0,1 1 0,-1-1 0,1 0 0,-1 0 0,1 0 0,-1 1 0,1-1 0,-1 0 0,1 0 0,0 0 0,-1 0 0,2 0 0,4 0 0,0-1 0,0 0 0,0 0 0,0 0 0,8-4 0,-1 2 0,11-3 0,1 2 0,-1 1 0,1 0 0,46 3 0,98 19 0,-92-8 0,-65-9 0,-5-1 0,0 0 0,1 0 0,-1-1 0,0 0 0,10-1 0,-15 1 0,0-1 0,-1 1 0,1-1 0,-1 1 0,1-1 0,-1 1 0,0-1 0,1 0 0,-1 0 0,1 1 0,-1-1 0,0 0 0,0 0 0,0-1 0,1 1 0,-1 0 0,0 0 0,-1 0 0,1-1 0,0 1 0,0 0 0,0-1 0,-1 1 0,1-1 0,-1 1 0,1-1 0,-1 1 0,0-1 0,1 0 0,-1-1 0,1-6 0,-1-1 0,-1 1 0,1 0 0,-1-1 0,-1 1 0,-2-10 0,-20-56 0,13 45 0,-53-137 0,53 143 0,-1 0 0,-2 2 0,0-1 0,-30-35 0,35 48 0,0 1 0,-16-12 0,22 19 0,1 0 0,-1 0 0,1 0 0,-1 1 0,0-1 0,1 1 0,-1 0 0,0 0 0,0 0 0,0 0 0,0 0 0,0 1 0,0-1 0,0 1 0,0 0 0,-4 0 0,-1 5-1365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14.444"/>
    </inkml:context>
    <inkml:brush xml:id="br0">
      <inkml:brushProperty name="width" value="0.05" units="cm"/>
      <inkml:brushProperty name="height" value="0.05" units="cm"/>
      <inkml:brushProperty name="color" value="#FF0066"/>
    </inkml:brush>
  </inkml:definitions>
  <inkml:trace contextRef="#ctx0" brushRef="#br0">5 59 24575,'-3'0'0,"2"-3"0,4-1 0,4 0 0,8 1 0,6-2 0,7 0 0,3 1 0,6 1 0,2 0 0,4 2 0,0 1 0,-1-3 0,-5-1 0,-6 0 0,-5 1 0,-7-2 0,-6 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14.695"/>
    </inkml:context>
    <inkml:brush xml:id="br0">
      <inkml:brushProperty name="width" value="0.05" units="cm"/>
      <inkml:brushProperty name="height" value="0.05" units="cm"/>
      <inkml:brushProperty name="color" value="#FF0066"/>
    </inkml:brush>
  </inkml:definitions>
  <inkml:trace contextRef="#ctx0" brushRef="#br0">0 0 24575,'23'128'0,"22"277"-1365,-43-377-5461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15.366"/>
    </inkml:context>
    <inkml:brush xml:id="br0">
      <inkml:brushProperty name="width" value="0.05" units="cm"/>
      <inkml:brushProperty name="height" value="0.05" units="cm"/>
      <inkml:brushProperty name="color" value="#FF0066"/>
    </inkml:brush>
  </inkml:definitions>
  <inkml:trace contextRef="#ctx0" brushRef="#br0">337 48 24575,'-24'43'0,"-267"433"0,289-474 0,-1 2 0,0 1 0,0-1 0,1 0 0,-1 1 0,-1 7 0,3-11 0,1-1 0,0 1 0,0 0 0,0-1 0,0 1 0,0 0 0,0 0 0,0-1 0,0 1 0,0 0 0,0 0 0,0-1 0,0 1 0,1 0 0,-1 0 0,0-1 0,0 1 0,1 0 0,-1-1 0,1 1 0,-1 0 0,0-1 0,1 1 0,-1-1 0,1 1 0,0-1 0,-1 1 0,1-1 0,-1 1 0,1-1 0,0 1 0,-1-1 0,1 0 0,0 1 0,-1-1 0,1 0 0,0 0 0,0 0 0,-1 1 0,1-1 0,0 0 0,0 0 0,-1 0 0,1 0 0,1-1 0,28 3 0,55-3 0,17 0 0,-67 6 0,0 1 0,53 17 0,-54-13 0,1-1 0,48 5 0,-81-14 0,0 0 0,1 1 0,-1-1 0,0 0 0,0 0 0,0-1 0,0 1 0,0 0 0,0-1 0,0 1 0,0-1 0,0 0 0,0 1 0,0-1 0,0 0 0,0 0 0,0 0 0,2-2 0,-3 1 0,1 0 0,-1 0 0,0 0 0,0-1 0,1 1 0,-1 0 0,-1 0 0,1-1 0,0 1 0,-1-1 0,1 1 0,-1-1 0,1 1 0,-1-1 0,0-3 0,-1-31 0,-1-1 0,-2 1 0,-1 0 0,-14-48 0,-57-140 0,65 198 0,-26-47 0,33 67 0,-1 0 0,1 0 0,-1 0 0,-1 1 0,1 0 0,-1 0 0,0 0 0,0 1 0,-1 0 0,1 0 0,-12-5 0,18 9-52,-1 1-1,0 0 1,1-1-1,-1 1 1,0 0-1,0-1 1,1 1-1,-1 0 1,0 0-1,0 0 1,0 0-1,1-1 1,-1 1-1,0 0 1,0 0-1,1 1 1,-1-1-1,0 0 1,0 0-1,0 0 0,1 0 1,-1 1-1,0-1 1,1 0-1,-2 1 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15.789"/>
    </inkml:context>
    <inkml:brush xml:id="br0">
      <inkml:brushProperty name="width" value="0.05" units="cm"/>
      <inkml:brushProperty name="height" value="0.05" units="cm"/>
      <inkml:brushProperty name="color" value="#FF0066"/>
    </inkml:brush>
  </inkml:definitions>
  <inkml:trace contextRef="#ctx0" brushRef="#br0">1 50 24575,'2'0'0,"5"0"0,4 0 0,5 0 0,7 0 0,5 0 0,6-3 0,4-1 0,4 0 0,1-2 0,-1 0 0,-5-2 0,-2 0 0,-5 2 0,-7 2-8191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16.020"/>
    </inkml:context>
    <inkml:brush xml:id="br0">
      <inkml:brushProperty name="width" value="0.05" units="cm"/>
      <inkml:brushProperty name="height" value="0.05" units="cm"/>
      <inkml:brushProperty name="color" value="#FF0066"/>
    </inkml:brush>
  </inkml:definitions>
  <inkml:trace contextRef="#ctx0" brushRef="#br0">0 0 24575,'0'3'0,"3"7"0,1 8 0,3 9 0,3 6 0,0 7 0,-2 5 0,0 1 0,0 2 0,-2-2 0,0-3 0,1-2 0,-2-3 0,-2-8-8191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16.695"/>
    </inkml:context>
    <inkml:brush xml:id="br0">
      <inkml:brushProperty name="width" value="0.05" units="cm"/>
      <inkml:brushProperty name="height" value="0.05" units="cm"/>
      <inkml:brushProperty name="color" value="#FF0066"/>
    </inkml:brush>
  </inkml:definitions>
  <inkml:trace contextRef="#ctx0" brushRef="#br0">203 68 24575,'0'0'0,"0"0"0,0-1 0,0 1 0,0 0 0,0 0 0,-1 0 0,1 0 0,0-1 0,0 1 0,0 0 0,0 0 0,0 0 0,0-1 0,0 1 0,0 0 0,0 0 0,0 0 0,0 0 0,0-1 0,0 1 0,1 0 0,-1 0 0,0 0 0,0 0 0,0-1 0,0 1 0,0 0 0,0 0 0,0 0 0,0 0 0,0 0 0,1-1 0,-1 1 0,0 0 0,0 0 0,0 0 0,0 0 0,1 0 0,-1 0 0,0 0 0,0 0 0,0 0 0,0-1 0,1 1 0,-1 0 0,0 0 0,0 0 0,0 0 0,0 0 0,1 0 0,-1 0 0,0 0 0,0 0 0,0 0 0,0 0 0,1 0 0,-1 1 0,0-1 0,0 0 0,0 0 0,0 0 0,1 0 0,-1 0 0,0 0 0,0 0 0,8 12 0,-8-4 0,1 0 0,-1 0 0,-1 0 0,0 1 0,0-1 0,0 0 0,-1 0 0,-1 0 0,-5 14 0,1 0 0,-17 49 0,-4 0 0,-2-2 0,-51 84 0,74-141 0,4-8 0,0 1 0,0 0 0,0 0 0,1 0 0,0 0 0,0 1 0,0-1 0,1 1 0,-2 6 0,3-11 0,0 0 0,0 0 0,1 0 0,-1 0 0,0 0 0,1 0 0,-1-1 0,0 1 0,1 0 0,-1 0 0,1 0 0,-1 0 0,1-1 0,-1 1 0,1 0 0,0-1 0,-1 1 0,1 0 0,0-1 0,0 1 0,-1-1 0,1 1 0,0-1 0,0 1 0,0-1 0,0 1 0,0-1 0,0 0 0,-1 0 0,1 0 0,0 1 0,0-1 0,1 0 0,36 1 0,-35-1 0,107-9 0,-65 4 0,-1 2 0,1 2 0,-1 2 0,50 6 0,-55 2 0,61 21 0,-24-5 0,-74-25 0,-1 1 0,0-1 0,1 0 0,-1 0 0,1 1 0,-1-1 0,1 0 0,-1 0 0,1 0 0,-1-1 0,0 1 0,1 0 0,-1 0 0,1-1 0,-1 1 0,1-1 0,-1 1 0,0-1 0,0 0 0,1 1 0,-1-1 0,0 0 0,0 0 0,0 0 0,0 0 0,0 0 0,0 0 0,0 0 0,0-1 0,0 1 0,0 0 0,0 0 0,-1-1 0,1 1 0,-1 0 0,1-1 0,-1 1 0,1-1 0,-1-2 0,2-6 0,0 0 0,-1-1 0,0 1 0,-1-15 0,0 18 0,-1-21 0,0 0 0,-2 1 0,-1-1 0,-1 1 0,-1 0 0,-2 0 0,0 1 0,-2 0 0,-1 0 0,-1 1 0,-1 1 0,-1 0 0,-18-23 0,11 21-170,-1 1-1,-1 1 0,-1 1 1,-1 2-1,-1 0 0,-1 1 1,-41-22-1,55 35-6655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18.176"/>
    </inkml:context>
    <inkml:brush xml:id="br0">
      <inkml:brushProperty name="width" value="0.05" units="cm"/>
      <inkml:brushProperty name="height" value="0.05" units="cm"/>
      <inkml:brushProperty name="color" value="#FF0066"/>
    </inkml:brush>
  </inkml:definitions>
  <inkml:trace contextRef="#ctx0" brushRef="#br0">130 1 24575,'-2'0'0,"-1"0"0,1 1 0,-1 0 0,1-1 0,0 1 0,-1 0 0,1 0 0,0 0 0,-1 1 0,1-1 0,0 0 0,0 1 0,0-1 0,0 1 0,1 0 0,-4 3 0,1-1 0,0 1 0,1 0 0,-1 1 0,1-1 0,-4 10 0,1 0 0,2 1 0,0-1 0,0 1 0,2 0 0,0 1 0,0 25 0,3 4 0,8 49 0,4-13 0,4 0 0,31 93 0,73 154 0,1-57 0,53 143 0,-160-362 0,-2 0 0,-2 1 0,-2 1 0,-3-1 0,-3 1 0,-1 0 0,-3 0 0,-3 0 0,-2-1 0,-2 1 0,-22 76 0,16-85 0,-2 0 0,-2-1 0,-2-1 0,-2-1 0,-44 65 0,42-76 0,0-1 0,-2-1 0,-1-2 0,-1 0 0,-2-2 0,-1-2 0,-44 29 0,50-39 0,-39 15 0,29-13 0,34-16 0,0 0 0,1 1 0,-1-1 0,0 0 0,1 0 0,-1 1 0,0-1 0,1 0 0,-1 1 0,1-1 0,-1 1 0,1-1 0,-1 1 0,1-1 0,-1 1 0,1-1 0,-1 1 0,0 1 0,10 2 0,27-3 0,-32-1 0,39 0 0,69 10 0,-89-6 0,1 1 0,-1 1 0,0 1 0,33 16 0,-28-10 0,-1 2 0,-1 1 0,0 1 0,-1 2 0,-1 0 0,-1 1 0,0 2 0,33 41 0,-31-29 0,-2 0 0,-1 2 0,-2 0 0,-2 2 0,26 72 0,-24-44 0,-3 1 0,16 129 0,-23-89 0,-6 114 0,-60 452 0,12-243 0,38-352 0,-10 256 0,17-290 0,2 1 0,2-1 0,2 0 0,1 0 0,21 59 0,-22-85 0,0-1 0,1 0 0,1 0 0,1-1 0,0 0 0,1-1 0,0 0 0,2-1 0,-1-1 0,2 1 0,0-2 0,21 16 0,-16-16 0,0-1 0,1-1 0,0 0 0,1-1 0,0-2 0,0 0 0,1-1 0,0-1 0,44 4 0,-33-6 114,1-2 0,55-5 0,-76 3-285,0-1 0,0-1 1,0 0-1,0-1 0,-1 0 1,0-1-1,1-1 0,-2 0 1,19-12-1,-11 3-6655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0.827"/>
    </inkml:context>
    <inkml:brush xml:id="br0">
      <inkml:brushProperty name="width" value="0.05" units="cm"/>
      <inkml:brushProperty name="height" value="0.05" units="cm"/>
      <inkml:brushProperty name="color" value="#FF0066"/>
    </inkml:brush>
  </inkml:definitions>
  <inkml:trace contextRef="#ctx0" brushRef="#br0">1 76 24575,'-1'-6'0,"4"-35"0,-3 40 0,0-1 0,0 1 0,0-1 0,1 1 0,-1 0 0,0-1 0,1 1 0,0 0 0,-1-1 0,1 1 0,0 0 0,-1 0 0,1 0 0,0 0 0,0-1 0,0 1 0,0 0 0,0 1 0,0-1 0,0 0 0,0 0 0,1 0 0,0 0 0,-1 1 0,-1 0 0,1 0 0,-1 0 0,0 0 0,1 0 0,-1 0 0,1 0 0,-1 0 0,0 0 0,1 1 0,-1-1 0,0 0 0,1 0 0,-1 0 0,1 1 0,-1-1 0,0 0 0,0 0 0,1 1 0,-1-1 0,0 0 0,1 1 0,-1-1 0,0 0 0,0 1 0,0-1 0,1 1 0,-1-1 0,0 0 0,0 1 0,0-1 0,0 0 0,0 1 0,0 0 0,4 17 0,-4-17 0,1 33 0,0 0 0,-9 60 0,2-17 0,2 53 0,23 217 0,27 57-1365,-38-342-5461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1.442"/>
    </inkml:context>
    <inkml:brush xml:id="br0">
      <inkml:brushProperty name="width" value="0.05" units="cm"/>
      <inkml:brushProperty name="height" value="0.05" units="cm"/>
      <inkml:brushProperty name="color" value="#FF0066"/>
    </inkml:brush>
  </inkml:definitions>
  <inkml:trace contextRef="#ctx0" brushRef="#br0">6 157 24575,'-2'-7'0,"-2"-7"0,7 11 0,5 7 0,-4 0 0,0 0 0,1 1 0,-2-1 0,1 1 0,0 0 0,-1 0 0,5 8 0,16 42 0,-22-49 0,6 15 0,-1 2 0,0-1 0,-2 1 0,4 43 0,-6 92 0,-2-47 0,-1-105 0,0-1 0,0 1 0,1 0 0,0 0 0,0 0 0,1 0 0,0-1 0,0 1 0,5 10 0,-4-13 0,-1 0 0,0 0 0,1 0 0,0 0 0,0 0 0,0-1 0,0 0 0,0 1 0,1-1 0,-1 0 0,0-1 0,1 1 0,0 0 0,-1-1 0,1 0 0,4 1 0,30 5 0,0-2 0,60 1 0,-56-4 0,365 13-284,56 2-341,624 59 455,-749-51 158,-321-24 12,299 14-2,-316-15 2,10 0 109,0-1 1,1 1 0,-1-2-1,18-4 1,-26 6-97,-1 0 0,1-1 0,-1 1 0,0-1 0,1 1 0,-1-1 0,0 0 0,1 0 0,-1 0 0,0 0 0,0 1 0,0-1-1,0-1 1,0 1 0,0 0 0,0 0 0,0 0 0,0 0 0,0-1 0,-1 1 0,1 0 0,0-1 0,-1 1 0,1-1 0,-1 1 0,0-1 0,1 1 0,-1-1 0,0 1 0,0-1 0,0 1 0,0-1 0,0 1 0,0-1 0,-1 1 0,1 0 0,0-1 0,-1 1 0,1-1 0,-1 1 0,0-2 0,-10-21-13,-1 1 0,-1 1 0,-29-39 0,-6-8 0,33 42 0,0 1 0,2-2 0,1 0 0,1-1 0,1 0 0,2 0 0,1-1 0,1 0 0,2 0 0,1 0 0,1-42 0,4 46 0,1 0 0,9-37 0,2-13 0,-14 74 0,0-1 0,1 1 0,-1 0 0,0 0 0,-1 0 0,1 0 0,0 0 0,-1 0 0,1 0 0,-1 0 0,1-1 0,-1 1 0,0 1 0,0-1 0,0 0 0,0 0 0,0 0 0,0 0 0,-1 1 0,1-1 0,-1 1 0,1-1 0,-1 1 0,1-1 0,-1 1 0,0 0 0,0 0 0,0 0 0,0 0 0,-3-1 0,-5-2 0,0 1 0,-1 1 0,1 0 0,-21-2 0,27 4 0,-654-20-886,353 19 613,-1417-13-2512,1674 14-1462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3.726"/>
    </inkml:context>
    <inkml:brush xml:id="br0">
      <inkml:brushProperty name="width" value="0.05" units="cm"/>
      <inkml:brushProperty name="height" value="0.05" units="cm"/>
      <inkml:brushProperty name="color" value="#FF0066"/>
    </inkml:brush>
  </inkml:definitions>
  <inkml:trace contextRef="#ctx0" brushRef="#br0">14 193 24575,'-3'-3'0,"-1"-4"0,0-4 0,1-3 0,4-2 0,5-4 0,9-2 0,10 0 0,11 4 0,8 2 0,10 4 0,6 0 0,3 3 0,2 3 0,-11 2-8191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3.915"/>
    </inkml:context>
    <inkml:brush xml:id="br0">
      <inkml:brushProperty name="width" value="0.05" units="cm"/>
      <inkml:brushProperty name="height" value="0.05" units="cm"/>
      <inkml:brushProperty name="color" value="#FF0066"/>
    </inkml:brush>
  </inkml:definitions>
  <inkml:trace contextRef="#ctx0" brushRef="#br0">18 1 24575,'-3'3'0,"-1"4"0,0 4 0,1 5 0,1 7 0,1 5 0,3 3 0,2 6 0,2 2 0,4 1 0,0-1 0,-1-7-8191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4.305"/>
    </inkml:context>
    <inkml:brush xml:id="br0">
      <inkml:brushProperty name="width" value="0.05" units="cm"/>
      <inkml:brushProperty name="height" value="0.05" units="cm"/>
      <inkml:brushProperty name="color" value="#FF0066"/>
    </inkml:brush>
  </inkml:definitions>
  <inkml:trace contextRef="#ctx0" brushRef="#br0">1 245 24575,'0'-11'0,"1"0"0,0 0 0,1 0 0,0 1 0,0-1 0,1 1 0,1-1 0,0 1 0,0 0 0,1 0 0,1 1 0,-1-1 0,1 1 0,1 1 0,13-15 0,-13 16 0,0 0 0,1 1 0,0 0 0,0 0 0,0 1 0,1 0 0,0 0 0,0 1 0,0 0 0,0 1 0,1 0 0,0 0 0,-1 1 0,1 0 0,0 1 0,0 0 0,12 1 0,-11 1 0,-1 0 0,0 0 0,-1 1 0,1 0 0,0 1 0,0 0 0,-1 0 0,0 1 0,0 0 0,0 1 0,12 8 0,-17-10 0,1 1 0,-1-1 0,-1 1 0,1 0 0,-1 0 0,1 0 0,-1 0 0,0 1 0,-1-1 0,1 1 0,-1 0 0,0 0 0,0 0 0,0 0 0,-1 0 0,1 0 0,-1 0 0,-1 1 0,1-1 0,-1 0 0,0 1 0,0-1 0,-1 6 0,-1-1 0,0-1 0,0 0 0,0 0 0,-2 0 0,1 0 0,-1 0 0,0-1 0,-1 0 0,-10 15 0,-3-1 0,-39 38 0,36-40 0,20-20 0,1 1 0,-1-1 0,0 1 0,0 0 0,0-1 0,0 1 0,1 0 0,-1 0 0,0 0 0,1 0 0,-1 0 0,1 0 0,-1 0 0,1 0 0,-1 0 0,1 0 0,0 0 0,-1 0 0,1 0 0,0 0 0,0 0 0,0 0 0,0 0 0,0 0 0,0 0 0,0 0 0,0 0 0,0 0 0,0 0 0,1 1 0,-1-1 0,0 0 0,1 0 0,-1 0 0,2 1 0,1 1 0,0 0 0,1 0 0,-1-1 0,1 1 0,0-1 0,0 0 0,8 3 0,1 1 0,50 25 0,-57-28 0,-1 0 0,0 1 0,0 0 0,-1 0 0,1 0 0,-1 0 0,0 1 0,0 0 0,4 5 0,-7-8 0,-1-1 0,1 0 0,0 1 0,-1-1 0,1 0 0,-1 1 0,1-1 0,-1 1 0,0-1 0,0 1 0,0-1 0,0 1 0,0-1 0,0 0 0,0 1 0,0-1 0,0 1 0,-1-1 0,1 1 0,0-1 0,-1 1 0,0-1 0,1 0 0,-1 1 0,0-1 0,1 0 0,-1 0 0,0 0 0,0 1 0,0-1 0,-2 1 0,-2 3 0,-1-1 0,0 1 0,0-1 0,0-1 0,-9 5 0,-17 6-233,0-2 0,-2-1-1,1-2 1,-44 7 0,71-15 34,-86 16-6627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7.546"/>
    </inkml:context>
    <inkml:brush xml:id="br0">
      <inkml:brushProperty name="width" value="0.05" units="cm"/>
      <inkml:brushProperty name="height" value="0.05" units="cm"/>
      <inkml:brushProperty name="color" value="#FF0066"/>
    </inkml:brush>
  </inkml:definitions>
  <inkml:trace contextRef="#ctx0" brushRef="#br0">334 225 24575,'3'0'0,"1"-1"0,0 1 0,-1-1 0,1 0 0,-1 0 0,1 0 0,-1 0 0,1-1 0,-1 0 0,5-3 0,32-25 0,-21 15 0,-6 5 0,-1 0 0,0-1 0,10-12 0,-19 21 0,-1-1 0,0 1 0,0-1 0,0 0 0,0 1 0,0-1 0,-1 0 0,1 0 0,-1 0 0,0 0 0,0-1 0,0 1 0,0 0 0,0 0 0,-1-1 0,1 1 0,-1 0 0,0-1 0,0 1 0,0 0 0,-1-4 0,-1 4 0,1 1 0,-1-1 0,1 1 0,-1 0 0,0 0 0,1 0 0,-1 0 0,0 0 0,0 0 0,-1 0 0,1 1 0,0-1 0,-1 1 0,1-1 0,-1 1 0,1 0 0,-1 0 0,1 0 0,-1 1 0,0-1 0,-3 0 0,-3-1 0,0 1 0,0 0 0,0 0 0,0 1 0,-11 1 0,12 0 0,0 0 0,1 1 0,-1 0 0,0 0 0,1 1 0,-1 0 0,1 0 0,0 0 0,0 1 0,0 0 0,1 1 0,-1-1 0,-5 7 0,4-3 0,1 0 0,-1 1 0,2 0 0,-1 0 0,1 1 0,1 0 0,-1 0 0,-4 14 0,1 6 0,0 0 0,3 0 0,0 1 0,2 0 0,-1 54 0,14 123 0,0-35 0,-9-136 0,-1 0 0,-12 60 0,10-80 49,-1 0 0,-1 0 0,-1-1-1,0 0 1,-1 0 0,-15 24 0,16-31-192,0 0 1,0-1 0,-1 0 0,-1 0-1,1-1 1,-1 0 0,0 0 0,-1-1 0,0 0-1,0-1 1,-18 9 0,-7-1-6684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7.941"/>
    </inkml:context>
    <inkml:brush xml:id="br0">
      <inkml:brushProperty name="width" value="0.05" units="cm"/>
      <inkml:brushProperty name="height" value="0.05" units="cm"/>
      <inkml:brushProperty name="color" value="#FF0066"/>
    </inkml:brush>
  </inkml:definitions>
  <inkml:trace contextRef="#ctx0" brushRef="#br0">1 95 24575,'0'-2'0,"0"0"0,0 0 0,1 0 0,-1 1 0,1-1 0,-1 0 0,1 0 0,0 0 0,0 1 0,0-1 0,0 0 0,0 1 0,0-1 0,0 0 0,1 1 0,-1 0 0,0-1 0,1 1 0,-1 0 0,1 0 0,0 0 0,-1 0 0,1 0 0,0 0 0,0 0 0,-1 0 0,1 1 0,3-1 0,6-2 0,0 0 0,0 2 0,18-2 0,-25 3 0,171-4 0,-4 0 0,-128 2 0,44-4 0,-77 4 0,0 1 0,-1-1 0,1-1 0,-1 0 0,0 0 0,12-6 0,-16 5 0,-7 5 0,-12 11 0,11-4 0,-1 0 0,2 0 0,-1 0 0,1 1 0,1-1 0,-1 0 0,1 1 0,1-1 0,-1 1 0,2-1 0,-1 1 0,3 9 0,0 1 0,1 0 0,1 0 0,0-1 0,11 24 0,-6-24-1365,-1-5-5461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8.077"/>
    </inkml:context>
    <inkml:brush xml:id="br0">
      <inkml:brushProperty name="width" value="0.05" units="cm"/>
      <inkml:brushProperty name="height" value="0.05" units="cm"/>
      <inkml:brushProperty name="color" value="#FF0066"/>
    </inkml:brush>
  </inkml:definitions>
  <inkml:trace contextRef="#ctx0" brushRef="#br0">7 8 24575,'0'-3'0,"-3"-1"0,-1 4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8.873"/>
    </inkml:context>
    <inkml:brush xml:id="br0">
      <inkml:brushProperty name="width" value="0.05" units="cm"/>
      <inkml:brushProperty name="height" value="0.05" units="cm"/>
      <inkml:brushProperty name="color" value="#FF0066"/>
    </inkml:brush>
  </inkml:definitions>
  <inkml:trace contextRef="#ctx0" brushRef="#br0">39 74 24575,'-4'5'0,"0"0"0,0 0 0,0 0 0,1 1 0,0 0 0,0 0 0,0 0 0,1 0 0,0 0 0,0 0 0,1 1 0,-1-1 0,1 1 0,1-1 0,-1 1 0,1-1 0,0 1 0,2 10 0,-1-11 0,0-1 0,0 1 0,0-1 0,1 1 0,0-1 0,0 0 0,0 1 0,0-1 0,1 0 0,0 0 0,0-1 0,1 1 0,-1-1 0,1 0 0,0 1 0,0-2 0,0 1 0,1 0 0,-1-1 0,1 0 0,8 5 0,-8-6 0,0 0 0,1-1 0,-1 1 0,0-1 0,1 0 0,-1 0 0,1-1 0,0 0 0,-1 0 0,1 0 0,-1 0 0,1-1 0,-1 0 0,1 0 0,6-3 0,-9 3 0,0-1 0,-1 1 0,1 0 0,0-1 0,-1 0 0,0 1 0,1-1 0,-1 0 0,0 0 0,0-1 0,0 1 0,0 0 0,-1-1 0,1 1 0,-1-1 0,1 1 0,-1-1 0,0 0 0,0 1 0,0-1 0,0 0 0,-1 0 0,1 0 0,-1 0 0,0 0 0,1 0 0,-1 0 0,-1 0 0,1 0 0,-1-5 0,-1 1 0,1 0 0,-1 0 0,-1-1 0,1 1 0,-1 1 0,-1-1 0,-6-11 0,-36-43 0,30 41 0,15 19 0,0 0 0,0 0 0,1 1 0,-1-1 0,0 0 0,1 0 0,-1 0 0,0 0 0,1 0 0,-1 0 0,1 0 0,0 0 0,-1 0 0,1 0 0,0 0 0,0 0 0,-1 0 0,1 0 0,0 0 0,0 0 0,0-1 0,0 1 0,1 0 0,-1 0 0,0 0 0,0 0 0,1 0 0,-1 0 0,0 0 0,1 0 0,-1 0 0,1 0 0,-1 0 0,1 0 0,0 0 0,-1 1 0,1-1 0,0 0 0,0 0 0,0 0 0,-1 1 0,1-1 0,0 1 0,0-1 0,0 1 0,0-1 0,0 1 0,0-1 0,1 1 0,9-4 0,-1 1 0,0 0 0,0 1 0,14-2 0,-9 2 0,114-14 0,-109 15 0,0 0 0,0 2 0,1 0 0,28 7 0,-44-7 0,0 1 0,1 0 0,-1 0 0,0 1 0,0 0 0,0 0 0,-1 0 0,1 0 0,-1 1 0,0-1 0,0 1 0,0 0 0,0 0 0,-1 1 0,1-1 0,-1 1 0,0 0 0,-1 0 0,1 0 0,-1 0 0,0 0 0,0 0 0,-1 1 0,1-1 0,-1 1 0,0-1 0,-1 1 0,1-1 0,-1 1 0,0 0 0,-1-1 0,1 1 0,-1-1 0,0 1 0,-1-1 0,1 1 0,-1-1 0,0 0 0,0 0 0,-1 0 0,0 0 0,0 0 0,0 0 0,0-1 0,0 0 0,-7 7 0,8-10 0,1 0 0,0 1 0,-1-1 0,1 0 0,-1 0 0,1 0 0,-1 0 0,1-1 0,-1 1 0,0 0 0,0-1 0,1 1 0,-1-1 0,-2 1 0,3-1 0,0 0 0,0 0 0,1 0 0,-1-1 0,0 1 0,0 0 0,0 0 0,1-1 0,-1 1 0,0 0 0,1-1 0,-1 1 0,0-1 0,1 1 0,-1-1 0,0 1 0,1-1 0,-1 1 0,1-1 0,-1 1 0,1-1 0,-1-1 0,0 0 0,0-1 0,0 0 0,0 1 0,0-1 0,1 0 0,-1 1 0,1-1 0,0 0 0,0 0 0,0 1 0,0-1 0,0 0 0,1 0 0,-1 1 0,1-1 0,0 0 0,1-2 0,3-8 0,1 1 0,1 0 0,0 1 0,1-1 0,0 1 0,0 1 0,1 0 0,0 0 0,18-14 0,-19 18 0,-1 0 0,1 0 0,1 1 0,-1 0 0,1 1 0,0 0 0,0 0 0,0 1 0,0 0 0,0 1 0,1 0 0,0 0 0,-1 1 0,13 0 0,-17 2 17,-1-1-1,1 1 0,-1 0 0,1 1 1,-1-1-1,1 1 0,-1 0 0,0 0 1,0 1-1,0-1 0,0 1 0,0 0 1,0 0-1,-1 0 0,1 0 0,-1 1 1,0-1-1,0 1 0,-1 0 0,5 7 1,-2-2-207,0 1 0,0 0 1,-1 0-1,-1 0 0,1 0 1,-2 0-1,1 1 1,0 11-1,-2-6-6636</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9.045"/>
    </inkml:context>
    <inkml:brush xml:id="br0">
      <inkml:brushProperty name="width" value="0.05" units="cm"/>
      <inkml:brushProperty name="height" value="0.05" units="cm"/>
      <inkml:brushProperty name="color" value="#FF0066"/>
    </inkml:brush>
  </inkml:definitions>
  <inkml:trace contextRef="#ctx0" brushRef="#br0">0 10 24575,'0'-3'0,"3"-3"0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0.999"/>
    </inkml:context>
    <inkml:brush xml:id="br0">
      <inkml:brushProperty name="width" value="0.05" units="cm"/>
      <inkml:brushProperty name="height" value="0.05" units="cm"/>
      <inkml:brushProperty name="color" value="#FF0066"/>
    </inkml:brush>
  </inkml:definitions>
  <inkml:trace contextRef="#ctx0" brushRef="#br0">54 1 24575,'0'6'0,"-3"7"0,-1 9 0,-3 2 0,0 3 0,1 1 0,-2-2 0,2-3 0,0-1 0,3 0 0,0 1 0,2 1 0,4 3 0,1 3 0,0-4-8191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1.246"/>
    </inkml:context>
    <inkml:brush xml:id="br0">
      <inkml:brushProperty name="width" value="0.05" units="cm"/>
      <inkml:brushProperty name="height" value="0.05" units="cm"/>
      <inkml:brushProperty name="color" value="#FF0066"/>
    </inkml:brush>
  </inkml:definitions>
  <inkml:trace contextRef="#ctx0" brushRef="#br0">2 0 24575,'0'62'0,"-1"-7"0,6 59 0,-3-96 0,1 0 0,1-1 0,0 1 0,2-1 0,0 0 0,0 0 0,13 21 0,84 129-1365,-88-138-5461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1.510"/>
    </inkml:context>
    <inkml:brush xml:id="br0">
      <inkml:brushProperty name="width" value="0.05" units="cm"/>
      <inkml:brushProperty name="height" value="0.05" units="cm"/>
      <inkml:brushProperty name="color" value="#FF0066"/>
    </inkml:brush>
  </inkml:definitions>
  <inkml:trace contextRef="#ctx0" brushRef="#br0">103 1 24575,'-61'150'0,"51"-117"0,1 0 0,2 1 0,1 0 0,1 0 0,2 0 0,2 1 0,1-1 0,1 0 0,2 1 0,1-1 0,2 0 0,13 41 0,-15-62 3,62 225 335,-47-160-1191,7 85 0,-21-114-5973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2.833"/>
    </inkml:context>
    <inkml:brush xml:id="br0">
      <inkml:brushProperty name="width" value="0.05" units="cm"/>
      <inkml:brushProperty name="height" value="0.05" units="cm"/>
      <inkml:brushProperty name="color" value="#FF0066"/>
    </inkml:brush>
  </inkml:definitions>
  <inkml:trace contextRef="#ctx0" brushRef="#br0">115 177 24575,'-7'0'0,"7"0"0,-1 0 0,0-1 0,0 1 0,0 0 0,0 0 0,0 0 0,0 0 0,1 0 0,-1 0 0,0 0 0,0 1 0,0-1 0,0 0 0,0 0 0,1 1 0,-1-1 0,0 0 0,0 1 0,1-1 0,-1 1 0,0-1 0,0 1 0,1-1 0,-1 1 0,0-1 0,1 1 0,-1 0 0,1-1 0,-1 1 0,1 0 0,-1 0 0,1-1 0,0 1 0,-1 0 0,1 0 0,0 0 0,0 0 0,-1-1 0,1 1 0,0 0 0,0 0 0,0 0 0,0 0 0,0 0 0,0 1 0,-11 178 0,9-117 0,-3 356 0,-10 173 0,7-499 0,-1 3 0,4 0 0,8 122 0,-2-208 0,0-1 0,0 1 0,1-1 0,1 1 0,0-1 0,3 10 0,-4-16 0,-1 0 0,1-1 0,0 1 0,0 0 0,0-1 0,0 1 0,0-1 0,1 1 0,-1-1 0,1 0 0,-1 0 0,1 0 0,0-1 0,0 1 0,0-1 0,0 1 0,0-1 0,0 0 0,0 0 0,0 0 0,6 0 0,29 2 0,1-2 0,-1-1 0,66-10 0,-36 3 0,860-14-332,0 77 0,-878-52 376,-19 0 58,0-2 0,1-1 0,-1-1 0,44-6 0,-70 4-96,0 1 0,0-1 0,0 0 0,0 0 0,-1 0 0,1-1 0,-1 0 0,1 0 0,-1 0 0,0 0 0,0-1 0,0 1 0,-1-1 0,1 0 0,-1 0 0,0-1 0,0 1 0,-1-1 0,1 1 0,-1-1 0,0 0 0,2-6 0,3-11-13,-1-1 0,-1 1 0,3-39 0,-8 60 7,2-27 0,-1 0 0,-1 0 0,-2 0 0,-5-32 0,-31-113 0,13 62 0,-5-58 0,-11-237 0,30-176 0,11 579 0,0 1 0,0-1 0,0 0 0,0 0 0,-1 0 0,1 1 0,-1-1 0,0 0 0,0 1 0,0-1 0,0 0 0,0 1 0,-1 0 0,1-1 0,-1 1 0,-2-3 0,1 2 0,-1 0 0,1 1 0,-1-1 0,0 1 0,0-1 0,0 1 0,0 1 0,0-1 0,-7-1 0,-36-11 0,-85-11 0,-52 6 0,115 12 0,-351-36-122,-244-22-324,0 33 174,637 32 272,-60 1 0,76 0 0,0 0 0,0 1 0,0 1 0,0-1 0,-15 7 0,24-8-25,1 0-1,-1-1 1,1 1-1,-1 0 0,1 0 1,-1 0-1,1 0 1,-1 0-1,1 0 0,0 1 1,0-1-1,0 0 1,-1 1-1,1-1 0,0 1 1,1-1-1,-1 1 1,0-1-1,0 1 1,1 0-1,-1-1 0,1 1 1,-1 0-1,1 0 1,0 2-1,0 9-6660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4.927"/>
    </inkml:context>
    <inkml:brush xml:id="br0">
      <inkml:brushProperty name="width" value="0.05" units="cm"/>
      <inkml:brushProperty name="height" value="0.05" units="cm"/>
      <inkml:brushProperty name="color" value="#FF0066"/>
    </inkml:brush>
  </inkml:definitions>
  <inkml:trace contextRef="#ctx0" brushRef="#br0">225 352 24575,'15'-16'0,"-9"11"0,0-1 0,-1 1 0,0-1 0,0 0 0,-1-1 0,1 1 0,-1-1 0,-1 0 0,4-8 0,-3 3 0,0 0 0,-1 0 0,0 0 0,-1-1 0,-1 0 0,0 1 0,0-1 0,-3-18 0,2 24 0,-1 0 0,-1 0 0,1 1 0,-1-1 0,-1 1 0,1-1 0,-1 1 0,0 0 0,0 0 0,-1 0 0,1 0 0,-1 1 0,-1-1 0,1 1 0,-1 0 0,0 1 0,-8-7 0,9 8 0,1 1 0,-1-1 0,0 1 0,0 0 0,0 0 0,0 1 0,0-1 0,0 1 0,0 0 0,-1 0 0,1 0 0,-1 0 0,1 1 0,0 0 0,-1 0 0,-6 0 0,5 2 0,1-1 0,0 1 0,0 0 0,-1 0 0,1 0 0,0 1 0,1 0 0,-1 0 0,0 0 0,1 0 0,-7 7 0,0 2 0,1 0 0,0 1 0,0 0 0,2 1 0,0-1 0,0 2 0,1-1 0,-5 18 0,8-21 0,1 0 0,0 1 0,1 0 0,0-1 0,1 1 0,0 0 0,1 0 0,0-1 0,1 1 0,0 0 0,1 0 0,0-1 0,8 22 0,-8-26 0,2 0 0,-1 0 0,1 0 0,0-1 0,0 1 0,0-1 0,1 0 0,0 0 0,1 0 0,-1-1 0,1 0 0,0 0 0,0-1 0,0 1 0,1-1 0,0 0 0,0-1 0,0 0 0,0 0 0,0-1 0,1 1 0,8 0 0,-11-2 0,0 0 0,0-1 0,1 1 0,-1-1 0,0 0 0,0-1 0,1 0 0,-1 1 0,0-2 0,0 1 0,0 0 0,0-1 0,5-3 0,-3 1 0,0 0 0,-1 0 0,1-1 0,-1 0 0,0 0 0,-1-1 0,10-11 0,0-5 0,-1 0 0,-1 0 0,-1-2 0,11-27 0,-13 28 0,-1-1 0,-1 0 0,-1 0 0,-1-1 0,-1 1 0,-1-1 0,0-38 0,-4 130 0,-1-17 0,6 52 0,34 121 0,-1-3 0,-37-205 0,-1-11 0,0-1 0,1 0 0,-1 0 0,0 0 0,1 0 0,0 0 0,0 1 0,1 2 0,-2-6 0,0 0 0,0 0 0,0 0 0,0 0 0,0 0 0,0 0 0,0 0 0,0 0 0,0 1 0,0-1 0,0 0 0,0 0 0,1 0 0,-1 0 0,0 0 0,0 0 0,0 0 0,0 0 0,0 0 0,0 0 0,0 0 0,0 0 0,0 0 0,1 1 0,-1-1 0,0 0 0,0 0 0,0 0 0,0 0 0,0 0 0,0 0 0,0 0 0,0 0 0,1 0 0,-1 0 0,0 0 0,0 0 0,0 0 0,0 0 0,0-1 0,0 1 0,0 0 0,1 0 0,-1 0 0,0 0 0,0 0 0,0 0 0,0 0 0,0 0 0,0 0 0,0 0 0,0 0 0,0 0 0,0 0 0,0-1 0,5-8 0,1-13 0,4-39 0,4-95 0,-11 108 0,2-114 0,-3 38 0,-1 117 0,-1 0 0,1-1 0,0 1 0,1 0 0,0 1 0,4-11 0,-6 15 0,1 1 0,-1 0 0,1 0 0,-1 0 0,1 0 0,-1 0 0,1 0 0,0 0 0,0 0 0,0 0 0,-1 0 0,1 0 0,0 1 0,0-1 0,0 0 0,0 1 0,0-1 0,1 0 0,-1 1 0,0 0 0,0-1 0,0 1 0,0-1 0,1 1 0,-1 0 0,0 0 0,0 0 0,0 0 0,1 0 0,-1 0 0,0 0 0,0 0 0,0 0 0,1 1 0,-1-1 0,0 0 0,0 1 0,0-1 0,0 1 0,0-1 0,0 1 0,1 0 0,-2-1 0,1 1 0,2 1 0,10 10 0,-1-1 0,0 2 0,0 0 0,-1 0 0,-1 1 0,12 20 0,-19-30 0,2 4 0,0 0 0,-1 1 0,0-1 0,0 1 0,-1 0 0,0 0 0,0 0 0,-1 0 0,0 1 0,0 15 0,-2-22 0,0 1 0,0-1 0,0 0 0,-1 1 0,1-1 0,-1 0 0,0 0 0,0 0 0,0 1 0,0-1 0,-1 0 0,1 0 0,-1-1 0,0 1 0,0 0 0,0-1 0,0 1 0,0-1 0,-1 1 0,1-1 0,-1 0 0,1 0 0,-1 0 0,0 0 0,0-1 0,0 1 0,0-1 0,0 0 0,0 0 0,0 0 0,0 0 0,-1 0 0,-3 0 0,3 0 0,0-1 0,0 0 0,0 1 0,0-1 0,0-1 0,-1 1 0,1-1 0,0 1 0,0-1 0,0 0 0,0 0 0,1-1 0,-1 1 0,0-1 0,-4-3 0,6 4 0,0-1 0,0 1 0,1-1 0,-1 1 0,1-1 0,-1 1 0,1-1 0,0 0 0,0 0 0,0 0 0,0 0 0,0 0 0,0 0 0,0 0 0,1 0 0,-1 0 0,1 0 0,-1 0 0,1 0 0,0 0 0,0-1 0,0 1 0,0 0 0,0 0 0,0 0 0,1 0 0,-1 0 0,1-1 0,0 1 0,-1 0 0,2-2 0,12-18-1365,-8 12-5461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5.471"/>
    </inkml:context>
    <inkml:brush xml:id="br0">
      <inkml:brushProperty name="width" value="0.05" units="cm"/>
      <inkml:brushProperty name="height" value="0.05" units="cm"/>
      <inkml:brushProperty name="color" value="#FF0066"/>
    </inkml:brush>
  </inkml:definitions>
  <inkml:trace contextRef="#ctx0" brushRef="#br0">1 122 24575,'6'164'0,"19"207"0,-21-302 0,-21-333 0,0 37 0,16 203 0,0-129 0,1 149 0,1 1 0,-1-1 0,1 1 0,-1-1 0,1 1 0,0-1 0,0 1 0,0 0 0,1-1 0,-1 1 0,4-5 0,-4 7 0,0 0 0,1 0 0,-1 0 0,0 0 0,0 0 0,0 0 0,1 1 0,-1-1 0,0 0 0,1 1 0,-1-1 0,1 1 0,-1-1 0,1 1 0,-1 0 0,1 0 0,-1-1 0,1 1 0,-1 0 0,1 0 0,-1 1 0,1-1 0,-1 0 0,0 0 0,1 1 0,-1-1 0,1 1 0,-1-1 0,1 1 0,0 0 0,8 4 0,-1 0 0,1 1 0,-2 0 0,1 0 0,11 10 0,39 43 0,-34-32 0,-19-21 0,63 70 0,-62-67 0,-1-1 0,-1 1 0,1 0 0,-2 0 0,1 0 0,-1 1 0,5 18 0,-8-25 0,0 0 0,-1 0 0,0 1 0,1-1 0,-1 0 0,0 1 0,0-1 0,-1 0 0,1 0 0,-1 1 0,0-1 0,1 0 0,-1 0 0,-1 0 0,1 0 0,0 0 0,-1 0 0,1 0 0,-1 0 0,0-1 0,0 1 0,0-1 0,-1 1 0,1-1 0,0 0 0,-1 0 0,0 0 0,1 0 0,-1 0 0,0 0 0,0-1 0,0 0 0,-4 2 0,-7 2 0,0-1 0,-1 0 0,0-1 0,1 0 0,-31 0 0,0-2-1365,4-1-5461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6.625"/>
    </inkml:context>
    <inkml:brush xml:id="br0">
      <inkml:brushProperty name="width" value="0.05" units="cm"/>
      <inkml:brushProperty name="height" value="0.05" units="cm"/>
      <inkml:brushProperty name="color" value="#FF0066"/>
    </inkml:brush>
  </inkml:definitions>
  <inkml:trace contextRef="#ctx0" brushRef="#br0">0 4 24575,'0'-3'0,"0"2"0,0 4 0,0 8 0,0 5 0,0 8 0,0 6 0,0 7 0,0 9 0,0 9 0,0 3 0,3 4 0,1 4 0,0-2 0,-1 2 0,-1-3 0,0-3 0,-2-11-8191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7.138"/>
    </inkml:context>
    <inkml:brush xml:id="br0">
      <inkml:brushProperty name="width" value="0.05" units="cm"/>
      <inkml:brushProperty name="height" value="0.05" units="cm"/>
      <inkml:brushProperty name="color" value="#FF0066"/>
    </inkml:brush>
  </inkml:definitions>
  <inkml:trace contextRef="#ctx0" brushRef="#br0">591 104 24575,'-1'-4'0,"1"0"0,-1 0 0,1 0 0,-1 0 0,0 1 0,-1-1 0,1 0 0,-1 1 0,1-1 0,-1 1 0,0 0 0,0-1 0,-1 1 0,1 0 0,-1 0 0,1 0 0,-1 1 0,0-1 0,0 1 0,0-1 0,0 1 0,-1 0 0,1 0 0,-1 0 0,1 1 0,-6-2 0,-5-2 0,0 1 0,1 0 0,-1 1 0,-1 1 0,-25-2 0,20 4 0,0 1 0,0 0 0,0 2 0,0 0 0,1 1 0,-1 1 0,1 1 0,0 1 0,1 0 0,0 1 0,0 1 0,1 1 0,-19 14 0,25-16 0,0 0 0,1 1 0,0 0 0,1 1 0,0 0 0,1 1 0,0 0 0,0 0 0,1 0 0,0 1 0,1 0 0,1 1 0,0-1 0,1 1 0,0 0 0,1 0 0,0 0 0,1 0 0,0 1 0,1 17 0,1-21 0,1 0 0,0 0 0,1-1 0,0 1 0,1-1 0,-1 1 0,2-1 0,-1 0 0,1 0 0,9 13 0,-6-11 0,1 0 0,1-1 0,0 0 0,0 0 0,1-1 0,0-1 0,12 9 0,2-2 0,0-2 0,0 0 0,1-2 0,1-1 0,0-1 0,0-1 0,30 5 0,-1-3 0,0-2 0,1-3 0,0-2 0,70-5 0,-90-1 0,1-2 0,-1-1 0,0-2 0,0-1 0,-1-2 0,0-2 0,49-24 0,-68 28 0,-1 0 0,0-1 0,0-1 0,-1-1 0,0 0 0,-1 0 0,0-2 0,-1 0 0,15-22 0,-22 29 0,-1 0 0,0-1 0,0 1 0,-1-1 0,0 0 0,0 1 0,-1-2 0,0 1 0,0 0 0,-1 0 0,0-1 0,0 1 0,-1 0 0,0-1 0,-1 1 0,0 0 0,0-1 0,0 1 0,-1 0 0,-1 0 0,1 0 0,-8-13 0,4 10 0,-1 1 0,0 0 0,0 0 0,-1 1 0,-1 0 0,0 0 0,0 1 0,-1 0 0,1 1 0,-2 0 0,1 1 0,-1 0 0,0 0 0,0 1 0,-1 1 0,1-1 0,-18-2 0,3 1 0,0 1 0,0 2 0,0 0 0,-1 2 0,1 1 0,-1 1 0,-29 5 0,40-3-455,-1 0 0,-24 10 0,12-2-6371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7.749"/>
    </inkml:context>
    <inkml:brush xml:id="br0">
      <inkml:brushProperty name="width" value="0.05" units="cm"/>
      <inkml:brushProperty name="height" value="0.05" units="cm"/>
      <inkml:brushProperty name="color" value="#FF0066"/>
    </inkml:brush>
  </inkml:definitions>
  <inkml:trace contextRef="#ctx0" brushRef="#br0">121 0 24575,'-2'0'0,"-1"0"0,0 0 0,1 0 0,-1 1 0,0-1 0,1 1 0,-1-1 0,1 1 0,-1 0 0,1 0 0,-4 2 0,5-2 0,-1 0 0,1 1 0,0-1 0,-1 0 0,1 1 0,0-1 0,0 1 0,0 0 0,0-1 0,0 1 0,1 0 0,-1-1 0,0 1 0,1 0 0,-1 0 0,1 0 0,0 2 0,-5 43 0,2 0 0,5 52 0,-2 29 0,-41 242 0,36-333 0,-3 5 0,5-29 0,0 1 0,-1 26 0,4-38 0,0-1 0,0 1 0,1-1 0,-1 1 0,1-1 0,-1 1 0,1-1 0,-1 1 0,1-1 0,0 1 0,0-1 0,0 0 0,-1 1 0,1-1 0,1 0 0,-1 0 0,0 0 0,0 0 0,0 0 0,1 0 0,-1 0 0,0 0 0,1 0 0,-1-1 0,0 1 0,1 0 0,-1-1 0,3 1 0,5 1 0,0 0 0,0 0 0,16 1 0,-19-3 0,318 6 0,-201-8 0,-26 3 0,72-1 0,-133-2 0,0-2 0,57-12 0,-84 14 0,-1-1 0,1 0 0,-1 0 0,1 0 0,-1-1 0,0 0 0,-1-1 0,1 0 0,-1 0 0,0 0 0,11-11 0,-13 9 0,-1 1 0,1-1 0,-1 1 0,0-1 0,0 0 0,-1-1 0,0 1 0,0-1 0,-1 1 0,0-1 0,0 0 0,-1 0 0,0-9 0,1-34 0,-3-1 0,-2 1 0,-12-61 0,-4-60 0,2 4 0,16 163 342,1 8-2049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12.230"/>
    </inkml:context>
    <inkml:brush xml:id="br0">
      <inkml:brushProperty name="width" value="0.05" units="cm"/>
      <inkml:brushProperty name="height" value="0.05" units="cm"/>
      <inkml:brushProperty name="color" value="#FF0066"/>
    </inkml:brush>
  </inkml:definitions>
  <inkml:trace contextRef="#ctx0" brushRef="#br0">1767 843 24575,'-214'8'0,"-60"-1"0,-281-53 0,459 36 0,66 7 0,10 2 0,1-1 0,0 0 0,0-2 0,-23-7 0,42 11 0,0 0 0,-1 0 0,1 0 0,0 0 0,-1-1 0,1 1 0,0 0 0,-1 0 0,1 0 0,0 0 0,-1 0 0,1 0 0,0-1 0,-1 1 0,1 0 0,0 0 0,0-1 0,-1 1 0,1 0 0,0 0 0,0-1 0,-1 1 0,1 0 0,0 0 0,0-1 0,0 1 0,0 0 0,-1-1 0,1 1 0,0 0 0,0-1 0,0 1 0,0-1 0,0 1 0,0 0 0,0-1 0,0 1 0,0 0 0,0-1 0,0 1 0,0 0 0,0-1 0,0 1 0,1 0 0,-1-1 0,0 1 0,0 0 0,0-1 0,0 1 0,1 0 0,-1-1 0,0 1 0,0 0 0,0 0 0,1-1 0,-1 1 0,0 0 0,1 0 0,-1 0 0,0-1 0,1 1 0,-1 0 0,0 0 0,0 0 0,1 0 0,0-1 0,31-14 0,-20 9 0,2-2 0,-1-2 0,-1 0 0,0 0 0,0-1 0,-1 0 0,0-1 0,-1-1 0,-1 0 0,0 0 0,0 0 0,9-22 0,0-7 0,-2 0 0,19-78 0,-19 54 0,12-129 0,-27 183 0,-1-1 0,-2-23 0,2 33 0,-1 0 0,1 0 0,-1 0 0,1 0 0,-1 0 0,0 0 0,0 0 0,0 0 0,-1 1 0,1-1 0,-1 0 0,0 1 0,1-1 0,-1 1 0,0-1 0,0 1 0,-4-3 0,2 4 0,0 0 0,0 0 0,0 1 0,0 0 0,0 0 0,0 0 0,0 0 0,0 0 0,0 1 0,0-1 0,0 1 0,0 0 0,-5 3 0,-10 0 0,-65 6 0,0-4 0,-106-6 0,89-2 0,74 2 0,-13 1 0,0-3 0,-58-8 0,95 7 108,13 1 71,30-2-457,-20 2-1096,4-1-5452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12.507"/>
    </inkml:context>
    <inkml:brush xml:id="br0">
      <inkml:brushProperty name="width" value="0.05" units="cm"/>
      <inkml:brushProperty name="height" value="0.05" units="cm"/>
      <inkml:brushProperty name="color" value="#FF0066"/>
    </inkml:brush>
  </inkml:definitions>
  <inkml:trace contextRef="#ctx0" brushRef="#br0">189 1 24575,'-1'4'0,"0"1"0,0-1 0,-1 1 0,1-1 0,-1 1 0,0-1 0,-1 0 0,1 0 0,-1 0 0,-4 5 0,-3 6 0,-51 72 0,40-61 0,2 1 0,-23 42 0,40-65 0,1 1 0,-1-1 0,1 0 0,0 1 0,0-1 0,0 0 0,0 1 0,1-1 0,0 1 0,0-1 0,0 1 0,0-1 0,1 1 0,0-1 0,0 1 0,0-1 0,2 5 0,3 5 0,1 1 0,1-1 0,14 20 0,-2-2 0,4 8-1365,-1-1-5461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7:53.930"/>
    </inkml:context>
    <inkml:brush xml:id="br0">
      <inkml:brushProperty name="width" value="0.05" units="cm"/>
      <inkml:brushProperty name="height" value="0.05" units="cm"/>
      <inkml:brushProperty name="color" value="#FF0066"/>
    </inkml:brush>
  </inkml:definitions>
  <inkml:trace contextRef="#ctx0" brushRef="#br0">56 60 24575,'-3'-3'0,"-4"-3"0,-4-2 0,0-2 0,2-2 0,0 1 0,4 2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7:55.657"/>
    </inkml:context>
    <inkml:brush xml:id="br0">
      <inkml:brushProperty name="width" value="0.05" units="cm"/>
      <inkml:brushProperty name="height" value="0.05" units="cm"/>
      <inkml:brushProperty name="color" value="#FF0066"/>
    </inkml:brush>
  </inkml:definitions>
  <inkml:trace contextRef="#ctx0" brushRef="#br0">6 92 24575,'-3'-14'0,"2"13"0,1 1 0,0-1 0,-1 0 0,1 0 0,0 0 0,0 0 0,-1 0 0,1-1 0,0 1 0,0 0 0,0 0 0,0 0 0,1 0 0,-1 0 0,0 0 0,0 0 0,0 0 0,1 0 0,-1 0 0,1-1 0,0 1 0,-1-1 0,1 1 0,-1 0 0,1 0 0,0-1 0,-1 1 0,1 0 0,0 0 0,0 0 0,0 0 0,0 0 0,0 0 0,0 0 0,0 0 0,0 0 0,0 1 0,1-1 0,-1 0 0,0 1 0,0-1 0,1 1 0,-1-1 0,0 1 0,1 0 0,-1 0 0,1-1 0,-1 1 0,0 0 0,1 0 0,-1 0 0,0 0 0,1 1 0,1-1 0,0 1 0,-1 1 0,1-1 0,-1 0 0,0 1 0,1-1 0,-1 1 0,0 0 0,0 0 0,0 0 0,0 0 0,0 0 0,-1 0 0,1 1 0,-1-1 0,1 1 0,1 2 0,9 26 0,0-1 0,-2 2 0,-2-1 0,-1 1 0,6 60 0,-6 165 0,-8-250 0,2-2 0,-1 0 0,0 0 0,-1 0 0,1 0 0,-1-1 0,0 1 0,0 0 0,-3 6 0,0-10 0,2-8 0,-1-10 0,2-17 0,1 1 0,2 0 0,6-36 0,29-98 0,-33 152 0,5-18 0,21-54 0,-26 79 0,-1 1 0,1-1 0,0 1 0,1 0 0,0 0 0,0 0 0,0 0 0,1 1 0,0 0 0,0 0 0,1 1 0,9-7 0,-13 11 0,-1-1 0,1 1 0,-1 0 0,1 0 0,0 0 0,0 1 0,-1-1 0,1 1 0,0-1 0,0 1 0,0 0 0,-1 0 0,1 0 0,0 0 0,0 1 0,0-1 0,-1 1 0,1-1 0,0 1 0,-1 0 0,1 0 0,0 0 0,-1 1 0,1-1 0,-1 1 0,0-1 0,1 1 0,-1 0 0,0 0 0,0 0 0,0 0 0,0 0 0,2 5 0,5 5 0,-2 0 0,1 1 0,-2 0 0,1 0 0,4 17 0,-1-3 0,-1 0 0,-2 1 0,0 0 0,-2 0 0,-1 1 0,-2 0 0,0-1 0,-3 31 0,-3-41 0,-2-26 0,0-30 0,7 3 0,2 0 0,1 0 0,2 1 0,1-1 0,2 1 0,15-39 0,-18 57 0,1 1 0,0-1 0,19-26 0,-24 39 0,0 0 0,0 0 0,0 0 0,1 0 0,-1 0 0,1 1 0,-1-1 0,1 1 0,0 0 0,0 0 0,0 0 0,1 0 0,-1 0 0,0 1 0,1-1 0,-1 1 0,1 0 0,-1 0 0,1 0 0,-1 1 0,1-1 0,0 1 0,-1 0 0,8 0 0,-8 2 0,1-1 0,-1 0 0,1 1 0,-1 0 0,0-1 0,0 1 0,0 1 0,0-1 0,0 0 0,0 1 0,-1-1 0,1 1 0,-1 0 0,1 0 0,-1 0 0,0 0 0,0 0 0,1 4 0,4 9 0,0-1 0,7 27 0,-12-36 0,12 49 0,14 109 0,-6-18 0,-21-142 0,0 0 0,0 1 0,1-1 0,-1 0 0,1 0 0,0 0 0,3 5 0,-5-8 0,1 0 0,0 0 0,-1-1 0,1 1 0,0-1 0,0 1 0,-1 0 0,1-1 0,0 1 0,0-1 0,0 0 0,-1 1 0,1-1 0,0 0 0,0 1 0,0-1 0,0 0 0,0 0 0,0 0 0,0 0 0,0 0 0,0 0 0,0 0 0,0 0 0,-1 0 0,1-1 0,0 1 0,0 0 0,0 0 0,0-1 0,0 1 0,0-1 0,-1 1 0,1-1 0,0 1 0,0-1 0,-1 1 0,1-1 0,0 0 0,-1 1 0,2-2 0,9-8 0,-1-1 0,0 0 0,-1 0 0,13-21 0,29-56 0,-45 76 0,36-70 0,33-93 0,-62 146 0,-9 25 0,-9 20 0,-4 10 0,2 2 0,0-1 0,2 1 0,1 0 0,0 31 0,4-38 0,0-1 0,2 1 0,0-1 0,2 1 0,0-1 0,1 0 0,13 33 0,-15-46 0,0 0 0,1-1 0,0 1 0,1-1 0,-1 0 0,1 0 0,0 0 0,1 0 0,-1-1 0,1 0 0,7 5 0,-10-9 0,-1 1 0,1-1 0,-1 1 0,1-1 0,0 0 0,0 0 0,-1 0 0,1 0 0,0 0 0,0-1 0,0 1 0,0-1 0,0 0 0,0 0 0,0 0 0,0 0 0,0-1 0,0 1 0,-1-1 0,1 1 0,0-1 0,0 0 0,0 0 0,-1-1 0,1 1 0,-1 0 0,1-1 0,-1 0 0,1 1 0,-1-1 0,4-4 0,1-2 0,0 0 0,-1-1 0,1 0 0,-1 0 0,-1-1 0,0 0 0,-1 0 0,7-21 0,-1-6 0,7-45 0,-16 72 0,8-46 0,0-79 0,-4 263 0,22 133 0,1 20 0,-26-255 0,-2 0 0,0 1 0,-2-1 0,-1 0 0,-1 0 0,-12 40 0,12-56 0,1-1 0,-1 0 0,-1 0 0,0 0 0,0-1 0,0 1 0,-1-1 0,-13 13 0,14-16 0,-1 0 0,0-1 0,1 0 0,-1 0 0,-1-1 0,1 1 0,0-1 0,-1-1 0,0 1 0,1-1 0,-1 0 0,0-1 0,-13 2 0,9-3 0,0 0 0,-1-1 0,1-1 0,0 1 0,0-2 0,0 1 0,0-2 0,0 1 0,1-1 0,0-1 0,-1 0 0,2-1 0,-1 0 0,1 0 0,-1-1 0,-8-8 0,10 8 0,0-1 0,0 0 0,0 0 0,1-1 0,1 0 0,-1 0 0,1 0 0,1-1 0,0 0 0,0 0 0,1 0 0,0-1 0,1 1 0,0-1 0,1 0 0,-2-16 0,4 21-59,0 1 0,1 0-1,0-1 1,0 1-1,0 0 1,0 0 0,1 0-1,0 0 1,0 0 0,0 0-1,1 0 1,-1 0 0,1 1-1,0-1 1,1 1-1,-1 0 1,1 0 0,-1 0-1,1 1 1,1-1 0,-1 1-1,9-5 1,14-6-6767</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7:56.046"/>
    </inkml:context>
    <inkml:brush xml:id="br0">
      <inkml:brushProperty name="width" value="0.05" units="cm"/>
      <inkml:brushProperty name="height" value="0.05" units="cm"/>
      <inkml:brushProperty name="color" value="#FF0066"/>
    </inkml:brush>
  </inkml:definitions>
  <inkml:trace contextRef="#ctx0" brushRef="#br0">398 209 24575,'1'-37'0,"0"13"0,-2-33 0,0 51 0,1 1 0,-1-1 0,0 1 0,-1-1 0,1 1 0,-1 0 0,0-1 0,0 1 0,-1 0 0,0 1 0,-4-8 0,5 10 0,0 0 0,-1 0 0,1 0 0,-1 1 0,1-1 0,-1 0 0,0 1 0,0 0 0,0 0 0,0 0 0,1 0 0,-1 0 0,0 0 0,-1 1 0,1 0 0,0-1 0,0 1 0,0 0 0,0 0 0,0 1 0,0-1 0,0 1 0,0 0 0,-3 0 0,-8 3 0,1 1 0,0 0 0,-23 13 0,17-7 0,1 0 0,0 2 0,1 0 0,1 1 0,0 0 0,1 2 0,1 0 0,-21 29 0,27-33 0,0 1 0,1 0 0,1 0 0,0 0 0,-7 27 0,10-31 0,1 1 0,1-1 0,0 1 0,0-1 0,1 1 0,0-1 0,1 1 0,0-1 0,4 16 0,-3-18 13,0 1 1,1-1-1,0 0 0,0 0 0,0-1 0,1 1 0,0-1 0,1 0 0,-1 0 1,1 0-1,0 0 0,10 7 0,-6-6 8,0-1 1,0 0-1,1-1 0,0 1 1,0-2-1,1 1 0,18 4 1,-3-4-266,0 0 0,0-2 0,0-1 0,0-1 1,1-1-1,35-5 0,-3-3-6582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7:56.907"/>
    </inkml:context>
    <inkml:brush xml:id="br0">
      <inkml:brushProperty name="width" value="0.05" units="cm"/>
      <inkml:brushProperty name="height" value="0.05" units="cm"/>
      <inkml:brushProperty name="color" value="#FF0066"/>
    </inkml:brush>
  </inkml:definitions>
  <inkml:trace contextRef="#ctx0" brushRef="#br0">348 211 24575,'2'-3'0,"0"1"0,-1-1 0,1 0 0,-1 0 0,0 0 0,0 0 0,0 0 0,0 0 0,0 0 0,-1 0 0,1 0 0,-1-1 0,0-4 0,-4-42 0,3 47 0,1 0 0,-1 0 0,0 1 0,0-1 0,0 0 0,0 0 0,0 0 0,-1 1 0,1-1 0,-1 1 0,0-1 0,1 1 0,-1 0 0,0 0 0,0-1 0,-1 1 0,1 0 0,0 1 0,-1-1 0,1 0 0,-1 1 0,0 0 0,1-1 0,-1 1 0,0 0 0,-3-1 0,1 2 0,1-1 0,-1 1 0,0 0 0,1 0 0,-1 0 0,0 1 0,1 0 0,-1 0 0,1 0 0,-1 0 0,1 1 0,-1 0 0,1-1 0,0 2 0,0-1 0,-6 4 0,-11 11 0,0 1 0,2 1 0,0 1 0,1 1 0,0 0 0,2 1 0,1 1 0,1 1 0,1 0 0,-17 41 0,27-56 0,-1 2 0,1-1 0,0 0 0,1 1 0,1-1 0,0 1 0,0 12 0,0-20 0,2-1 0,-1 1 0,0 0 0,0-1 0,1 1 0,0-1 0,-1 1 0,1 0 0,0-1 0,0 0 0,0 1 0,1-1 0,-1 0 0,1 1 0,-1-1 0,1 0 0,0 0 0,0 0 0,-1 0 0,1-1 0,1 1 0,-1 0 0,0-1 0,0 1 0,1-1 0,-1 0 0,0 0 0,1 0 0,-1 0 0,1 0 0,0-1 0,-1 1 0,5 0 0,2-1 0,0 0 0,0 0 0,0-1 0,0 0 0,0-1 0,0 0 0,-1 0 0,1-1 0,0 0 0,-1-1 0,0 1 0,0-2 0,0 1 0,0-1 0,7-7 0,-3 3 0,0-1 0,0 0 0,-1-1 0,-1 0 0,0-1 0,0 0 0,-2-1 0,9-14 0,-11 16 0,-2 0 0,1 0 0,-1-1 0,-1 1 0,0-1 0,0 0 0,-1 0 0,-1 0 0,0 0 0,-1-23 0,0 34 0,0 0 0,0 0 0,0 0 0,0 1 0,0-1 0,0 0 0,-1 0 0,1 1 0,0-1 0,0 0 0,-1 0 0,1 1 0,0-1 0,-1 0 0,1 1 0,-1-1 0,1 0 0,-1 1 0,1-1 0,-1 0 0,1 1 0,-1-1 0,0 0 0,0 2 0,0-1 0,1 0 0,-1 0 0,1 1 0,-1-1 0,1 0 0,-1 1 0,1-1 0,-1 1 0,1-1 0,-1 0 0,1 1 0,0-1 0,-1 1 0,1-1 0,0 1 0,-1-1 0,1 1 0,0 0 0,0-1 0,-1 1 0,1-1 0,0 1 0,0 0 0,0-1 0,0 1 0,0-1 0,0 2 0,-2 7 0,0 0 0,1 0 0,1 0 0,-1 1 0,1-1 0,1 0 0,0 0 0,0 0 0,1 0 0,0 0 0,3 9 0,-3-13 0,0 0 0,0-1 0,1 0 0,-1 1 0,1-1 0,0 0 0,0-1 0,0 1 0,1 0 0,-1-1 0,1 0 0,0 1 0,0-2 0,0 1 0,0 0 0,0-1 0,1 0 0,-1 0 0,1 0 0,-1 0 0,1-1 0,6 2 0,-2-2 0,-1 0 0,0 0 0,1 0 0,-1-1 0,1 0 0,-1-1 0,1 0 0,-1 0 0,1-1 0,-1 0 0,0 0 0,0-1 0,12-6 0,-14 6 0,0-1 0,0 0 0,-1 0 0,0 0 0,0-1 0,0 0 0,0 0 0,-1 0 0,1 0 0,-2-1 0,1 0 0,0 0 0,-1 0 0,0 0 0,-1 0 0,1-1 0,1-8 0,0 0 0,-1 0 0,-1 0 0,0 0 0,-1 0 0,-1-1 0,0 1 0,-4-30 0,4 44 0,0 0 0,0 1 0,-1-1 0,1 0 0,0 1 0,0-1 0,0 0 0,0 1 0,-1-1 0,1 0 0,0 1 0,0-1 0,-1 0 0,1 1 0,-1-1 0,1 1 0,0-1 0,-1 1 0,1-1 0,-2 0 0,-3 12 0,1 25 0,7 332 0,36 0 0,-30-292 0,-30-169 0,-1-47 0,6 0 0,4-191 0,12 307 0,1 1 0,1-1 0,2 1 0,11-46 0,-13 63 0,1-1 0,0 1 0,0 0 0,0 0 0,1 0 0,-1 1 0,1-1 0,1 1 0,7-8 0,-9 10 0,1 1 0,-1-1 0,1 1 0,0-1 0,0 1 0,0 0 0,1 1 0,-1-1 0,0 1 0,1 0 0,-1 0 0,1 0 0,-1 0 0,1 1 0,7 0 0,-2 1 0,0 0 0,0 1 0,0 0 0,0 1 0,0 0 0,-1 0 0,1 1 0,-1 1 0,0-1 0,0 2 0,0-1 0,14 13 0,-17-13 0,0 0 0,-1 0 0,0 0 0,1 1 0,-2 0 0,1 0 0,-1 1 0,0-1 0,0 1 0,-1 0 0,0 0 0,0 0 0,0 0 0,-1 0 0,0 1 0,-1-1 0,2 14 0,-4-14 17,0-1 0,0 0 0,0 0 1,-1 0-1,0 0 0,0-1 0,-1 1 0,1 0 0,-1-1 0,0 1 0,-1-1 0,1 0 0,-1 0 0,0-1 0,0 1 0,-1-1 0,1 0 0,-1 0 1,-6 4-1,-4 2-302,1 0 1,-1-2-1,-1 0 1,0 0-1,-26 7 1,10-5-6542</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7:57.922"/>
    </inkml:context>
    <inkml:brush xml:id="br0">
      <inkml:brushProperty name="width" value="0.05" units="cm"/>
      <inkml:brushProperty name="height" value="0.05" units="cm"/>
      <inkml:brushProperty name="color" value="#FF0066"/>
    </inkml:brush>
  </inkml:definitions>
  <inkml:trace contextRef="#ctx0" brushRef="#br0">243 367 24575,'3'-3'0,"-1"-1"0,0 1 0,0-1 0,0 1 0,0-1 0,-1 0 0,0 0 0,2-7 0,6-35 0,-8 37 0,1-4 0,-1 0 0,0 0 0,-1 1 0,0-1 0,-1 0 0,-4-17 0,4 25 0,0 0 0,-1 0 0,1 0 0,-1 0 0,0 0 0,0 1 0,-1-1 0,1 1 0,-1-1 0,0 1 0,0 0 0,-1 0 0,1 0 0,-1 0 0,0 1 0,0-1 0,0 1 0,-6-3 0,7 5 0,1 0 0,-1 0 0,0 1 0,1-1 0,-1 1 0,0 0 0,0-1 0,1 1 0,-1 1 0,0-1 0,1 0 0,-1 1 0,0-1 0,0 1 0,1 0 0,-1 0 0,1 0 0,-1 0 0,1 0 0,-1 0 0,1 1 0,0 0 0,0-1 0,0 1 0,0 0 0,-3 2 0,-4 5 0,0 0 0,1 1 0,0 0 0,-9 14 0,3 0 0,0 1 0,2 0 0,-15 41 0,22-51 0,1 0 0,0 1 0,1 0 0,0 0 0,2 0 0,-1 0 0,3 27 0,0-39 0,-1 0 0,1 1 0,0-1 0,0 0 0,0 0 0,1 0 0,0 0 0,0 0 0,0 0 0,0 0 0,0-1 0,1 1 0,0-1 0,-1 1 0,1-1 0,1 0 0,-1 0 0,0-1 0,1 1 0,5 3 0,-4-4 0,-1 0 0,1 0 0,0-1 0,-1 1 0,1-1 0,0 0 0,0 0 0,0-1 0,0 0 0,0 0 0,0 0 0,0 0 0,0-1 0,0 0 0,0 0 0,-1 0 0,1 0 0,5-3 0,-3 1 0,1-1 0,-1 0 0,1 0 0,-1-1 0,-1 0 0,1 0 0,-1-1 0,0 0 0,0 0 0,0 0 0,-1-1 0,0 1 0,0-1 0,-1-1 0,5-8 0,2-9 0,-1-1 0,-2-1 0,7-32 0,-10 40 0,1 2 0,-6 17 0,0 0 0,1 0 0,-1 0 0,0 0 0,0 0 0,0 0 0,0 0 0,0 0 0,0-1 0,0 1 0,0 0 0,1 0 0,-1 0 0,0 0 0,0 0 0,0 0 0,0 0 0,0 0 0,0 0 0,0 0 0,1 0 0,-1 0 0,0 0 0,0 1 0,0-1 0,0 0 0,0 0 0,0 0 0,0 0 0,0 0 0,1 0 0,-1 0 0,0 0 0,0 0 0,0 0 0,0 0 0,0 0 0,0 0 0,0 1 0,0-1 0,0 0 0,0 0 0,0 0 0,0 0 0,0 0 0,0 0 0,0 0 0,1 0 0,-1 1 0,0-1 0,0 0 0,0 0 0,0 0 0,0 0 0,0 0 0,0 0 0,-1 1 0,6 30 0,-4-19 0,1 3 0,1 13 0,1-1 0,1 1 0,2-1 0,0 0 0,16 36 0,-21-60 0,-1 1 0,1-1 0,0 1 0,1-1 0,-1 0 0,0 0 0,1 0 0,0 0 0,0 0 0,0 0 0,0-1 0,0 0 0,1 1 0,-1-1 0,0 0 0,1-1 0,0 1 0,-1-1 0,1 1 0,0-1 0,0 0 0,0-1 0,0 1 0,0 0 0,0-1 0,0 0 0,0 0 0,0-1 0,0 1 0,0-1 0,0 1 0,6-3 0,2-1 0,-1-1 0,0 0 0,0 0 0,0-1 0,-1 0 0,0-1 0,0 0 0,-1-1 0,15-14 0,-3 0 0,-1-1 0,-1-1 0,0-1 0,-2 0 0,-1-2 0,-2 1 0,0-2 0,-2 0 0,9-30 0,-20 54 0,0-1 0,0 1 0,-1-1 0,0 1 0,0-7 0,0 11 0,0-1 0,0 0 0,0 1 0,0-1 0,-1 1 0,1-1 0,0 1 0,0-1 0,0 1 0,0-1 0,-1 1 0,1 0 0,0-1 0,0 1 0,-1-1 0,1 1 0,0-1 0,-1 1 0,1 0 0,-1-1 0,0 1 0,1 0 0,-1 0 0,1 0 0,-1 0 0,0 0 0,1 0 0,-1 1 0,1-1 0,-1 0 0,1 0 0,-1 0 0,1 1 0,-1-1 0,1 0 0,-1 1 0,1-1 0,0 0 0,-1 1 0,1-1 0,-1 1 0,1-1 0,0 1 0,-1-1 0,1 1 0,-6 7 0,1-1 0,0 1 0,1 1 0,0-1 0,0 1 0,1-1 0,0 1 0,0 0 0,1 0 0,0 0 0,0 11 0,-1 11 0,3 63 0,12 29 0,31 139 0,-24-160 0,-18-96 0,1 2 0,-1 0 0,0 0 0,0 0 0,-1 11 0,0-19 0,0 0 0,0 0 0,0 0 0,0 1 0,0-1 0,0 0 0,0 0 0,0 0 0,0 1 0,0-1 0,0 0 0,0 0 0,0 0 0,0 1 0,0-1 0,0 0 0,0 0 0,0 0 0,0 0 0,0 1 0,0-1 0,-1 0 0,1 0 0,0 0 0,0 0 0,0 1 0,0-1 0,0 0 0,-1 0 0,1 0 0,0 0 0,0 0 0,0 0 0,0 0 0,-1 0 0,1 1 0,0-1 0,0 0 0,0 0 0,-1 0 0,1 0 0,0 0 0,0 0 0,0 0 0,-1 0 0,-7-9 0,-6-16 0,-2-15 0,1-1 0,3 0 0,1 0 0,-8-65 0,10 13 0,1-94 0,8 134 0,7-55 0,-4 90 0,0 1 0,0-1 0,2 1 0,0 0 0,1 0 0,15-31 0,-18 43 0,1 0 0,-1 0 0,1 0 0,-1 0 0,1 1 0,0-1 0,1 1 0,-1 0 0,1 1 0,0-1 0,0 1 0,0 0 0,0 0 0,12-4 0,-12 5 0,0 1 0,1 0 0,-1 0 0,1 1 0,-1-1 0,0 1 0,1 1 0,-1-1 0,1 1 0,-1 0 0,0 0 0,1 0 0,-1 1 0,0 0 0,0 0 0,8 5 0,2 1 0,-1 2 0,0 0 0,-1 0 0,0 1 0,-1 1 0,0 0 0,-1 1 0,-1 0 0,0 1 0,0 0 0,-1 0 0,-1 1 0,7 18 0,-10-22 0,-1 0 0,-1 1 0,0 0 0,0-1 0,-1 1 0,-1 0 0,0 0 0,-1 18 0,-1-21 0,0 0 0,0-1 0,-1 1 0,-1-1 0,1 1 0,-1-1 0,-1 0 0,1 0 0,-1 0 0,-1-1 0,1 1 0,-9 9 0,6-10 34,1-1 1,-1 0-1,0 0 0,-1-1 0,1 1 0,-1-2 0,0 1 0,0-1 0,-12 4 1,16-6-107,1-1 1,-1 1 0,0-1 0,0 0 0,0 0 0,0-1 0,0 1 0,0-1 0,0 0-1,0 0 1,0 0 0,0 0 0,0-1 0,0 1 0,0-1 0,0 0 0,0-1 0,1 1 0,-1-1-1,0 1 1,1-1 0,-1 0 0,-3-3 0,-4-7-6755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7:58.419"/>
    </inkml:context>
    <inkml:brush xml:id="br0">
      <inkml:brushProperty name="width" value="0.05" units="cm"/>
      <inkml:brushProperty name="height" value="0.05" units="cm"/>
      <inkml:brushProperty name="color" value="#FF0066"/>
    </inkml:brush>
  </inkml:definitions>
  <inkml:trace contextRef="#ctx0" brushRef="#br0">0 160 24575,'1'0'0,"0"1"0,-1-1 0,1 0 0,0 1 0,0-1 0,-1 0 0,1 1 0,0-1 0,-1 1 0,1-1 0,0 1 0,-1 0 0,1-1 0,-1 1 0,1 0 0,-1-1 0,0 1 0,1 0 0,-1-1 0,1 1 0,-1 0 0,0 0 0,0-1 0,1 1 0,-1 0 0,0 0 0,0 1 0,3 27 0,-3-26 0,3 135 0,2 25 0,6 107 0,-12-445 0,9-208 0,-8 381 0,3-30 0,8-43 0,-9 67 0,0 0 0,1 0 0,-1 0 0,1 0 0,1 0 0,0 1 0,0-1 0,0 1 0,1 0 0,9-10 0,-12 15 0,-1 0 0,1 0 0,0 1 0,0-1 0,1 1 0,-1 0 0,0-1 0,0 1 0,1 0 0,-1 0 0,0 1 0,1-1 0,-1 0 0,1 1 0,-1-1 0,1 1 0,-1 0 0,5 0 0,-3 1 0,0 0 0,1 0 0,-1 0 0,0 0 0,0 1 0,0-1 0,-1 1 0,1 0 0,0 1 0,4 2 0,3 4 0,-1 1 0,0 0 0,0 0 0,-1 1 0,14 20 0,-11-11 0,0 0 0,-1 1 0,-1 1 0,11 30 0,-19-44 0,1-1 0,-1 1 0,-1 0 0,1-1 0,-1 1 0,-1 0 0,1 0 0,-1 0 0,-1 0 0,0 0 0,0-1 0,0 1 0,-1 0 0,0-1 0,0 1 0,-7 13 0,6-16 26,0-1 0,0 0-1,-1 0 1,0 0 0,0 0 0,1-1-1,-2 0 1,1 0 0,0 0-1,-1 0 1,0 0 0,-6 2 0,-7 1-388,0 0 0,-20 4 0,25-7-252,-21 5-6212</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7:59.169"/>
    </inkml:context>
    <inkml:brush xml:id="br0">
      <inkml:brushProperty name="width" value="0.05" units="cm"/>
      <inkml:brushProperty name="height" value="0.05" units="cm"/>
      <inkml:brushProperty name="color" value="#FF0066"/>
    </inkml:brush>
  </inkml:definitions>
  <inkml:trace contextRef="#ctx0" brushRef="#br0">53 54 24575,'-1'-2'0,"0"0"0,-1 0 0,1 0 0,0 0 0,0 0 0,0 0 0,0-1 0,0 1 0,0 0 0,1-1 0,-1 1 0,1 0 0,0-1 0,0 1 0,0-1 0,0 1 0,0-1 0,0 1 0,1 0 0,-1-1 0,2-3 0,-2 6 0,0 0 0,0 0 0,0 0 0,1 0 0,-1 0 0,0 1 0,0-1 0,1 0 0,-1 0 0,0 0 0,0 0 0,0 0 0,0 0 0,1 0 0,-1 0 0,0 0 0,0 1 0,0-1 0,0 0 0,1 0 0,-1 0 0,0 0 0,0 0 0,0 1 0,0-1 0,0 0 0,0 0 0,1 0 0,-1 1 0,0-1 0,0 0 0,0 0 0,0 0 0,0 1 0,0-1 0,0 0 0,0 0 0,0 0 0,0 1 0,0-1 0,0 0 0,0 0 0,0 0 0,0 1 0,0-1 0,2 14 0,3 88 0,-5 1 0,-16 117 0,0-71 0,-7 159 0,22-303 0,1 1 0,0-1 0,1 0 0,-1 1 0,1-1 0,0 0 0,1 0 0,-1 0 0,1 0 0,0 0 0,0 0 0,0 0 0,1 0 0,0-1 0,0 1 0,0-1 0,0 0 0,1 0 0,0 0 0,-1-1 0,1 1 0,1-1 0,-1 0 0,0 0 0,1 0 0,0 0 0,-1-1 0,1 0 0,0 0 0,0 0 0,6 0 0,9 3 0,0-1 0,1-1 0,0-1 0,-1-1 0,39-3 0,106-20 0,-113 14 0,288-52-1365,-310 54-5461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01.071"/>
    </inkml:context>
    <inkml:brush xml:id="br0">
      <inkml:brushProperty name="width" value="0.05" units="cm"/>
      <inkml:brushProperty name="height" value="0.05" units="cm"/>
      <inkml:brushProperty name="color" value="#FF0066"/>
    </inkml:brush>
  </inkml:definitions>
  <inkml:trace contextRef="#ctx0" brushRef="#br0">293 257 24575,'1'-1'0,"0"-1"0,0 0 0,1 0 0,-1 0 0,0 1 0,0-1 0,1 1 0,-1-1 0,1 1 0,0 0 0,-1-1 0,1 1 0,0 0 0,0 0 0,0 0 0,1 0 0,5-4 0,1-1 0,-1 0 0,0 0 0,0-1 0,-1 0 0,0-1 0,0 0 0,7-9 0,-13 14 0,1 0 0,0 1 0,-1-1 0,0 0 0,1 0 0,-1 0 0,-1 0 0,1 0 0,0 0 0,-1 0 0,1 0 0,-1 0 0,0 0 0,0 0 0,0 0 0,0 0 0,-1 0 0,1 0 0,-1 0 0,0 0 0,0 0 0,0 0 0,0 0 0,0 0 0,-1 1 0,1-1 0,-4-4 0,0 1 0,0 1 0,0 0 0,0 0 0,-1 0 0,0 0 0,0 1 0,0 0 0,-1 0 0,1 1 0,-1 0 0,0 0 0,0 0 0,0 1 0,0 0 0,0 0 0,-1 1 0,1 0 0,-1 1 0,1-1 0,-14 2 0,12 0 0,-1 0 0,1 0 0,-1 1 0,1 0 0,0 1 0,0 0 0,0 1 0,1-1 0,-1 2 0,1-1 0,0 1 0,0 1 0,0-1 0,1 1 0,-13 13 0,8-3 0,1 0 0,1 1 0,1 1 0,0 0 0,1 0 0,1 0 0,0 1 0,2 0 0,0 0 0,1 1 0,1 0 0,1-1 0,0 36 0,3-49 0,-1 0 0,1 0 0,0-1 0,0 1 0,0 0 0,1-1 0,0 1 0,0-1 0,1 0 0,-1 0 0,1 0 0,0 0 0,0 0 0,1 0 0,-1-1 0,1 1 0,6 4 0,-5-6 0,0 1 0,0-1 0,1 0 0,-1 0 0,1-1 0,0 0 0,0 0 0,0 0 0,0 0 0,0-1 0,0 0 0,0-1 0,0 1 0,1-1 0,11-1 0,-4-1 0,0-1 0,0 0 0,0-1 0,-1 0 0,0-1 0,0 0 0,0-2 0,0 1 0,-1-1 0,0-1 0,-1 0 0,1-1 0,15-16 0,-18 16 0,0 0 0,-1-1 0,0 0 0,-1 0 0,0-1 0,-1 0 0,0 0 0,0-1 0,-1 1 0,-1-1 0,0 0 0,-1 0 0,0-1 0,-1 1 0,2-19 0,-4 36 0,0 0 0,1 0 0,0-1 0,0 1 0,0 0 0,1-1 0,-1 1 0,1 0 0,0-1 0,1 0 0,-1 0 0,1 1 0,0-1 0,0-1 0,0 1 0,0 0 0,1-1 0,-1 0 0,6 4 0,-4-4 0,-1 0 0,1 0 0,0-1 0,0 1 0,0-1 0,0-1 0,0 1 0,0-1 0,0 0 0,1 0 0,-1 0 0,0-1 0,1 0 0,-1 0 0,0 0 0,10-2 0,-11 1 0,0-1 0,0 1 0,0-1 0,0 0 0,0 0 0,0-1 0,0 1 0,-1-1 0,1 0 0,-1 0 0,0 0 0,0 0 0,0 0 0,0-1 0,0 1 0,-1-1 0,1 0 0,-1 0 0,0 0 0,2-6 0,-1-6 0,0-1 0,0 1 0,-2-1 0,0 1 0,-1-19 0,27 449 0,-27-408 0,31 243 0,-25-230 0,-6-18 0,1-1 0,-1 0 0,0 0 0,0 0 0,0 0 0,0 0 0,1 0 0,-1 0 0,0 0 0,0 0 0,0 0 0,1 0 0,-1 0 0,0 0 0,0 0 0,0 0 0,0 0 0,1 0 0,-1 0 0,0 0 0,0 0 0,0 0 0,0-1 0,1 1 0,-1 0 0,0 0 0,0 0 0,0 0 0,0 0 0,0 0 0,1-1 0,-1 1 0,0 0 0,0 0 0,0 0 0,0 0 0,0 0 0,0-1 0,0 1 0,0 0 0,0 0 0,0 0 0,0 0 0,0-1 0,0 1 0,0 0 0,9-38 0,6-147 0,0 0 0,18-8 0,-28 171 0,2 0 0,1 0 0,1 1 0,0 0 0,2 0 0,17-26 0,-24 42 0,-1 0 0,1 1 0,0-1 0,0 1 0,0 0 0,0 1 0,9-7 0,-12 10 0,0-1 0,1 0 0,-1 1 0,0-1 0,1 1 0,-1-1 0,0 1 0,1 0 0,-1-1 0,0 1 0,1 0 0,-1 0 0,1 0 0,-1 0 0,1 0 0,-1 1 0,0-1 0,1 0 0,-1 1 0,0-1 0,1 1 0,-1-1 0,0 1 0,1-1 0,-1 1 0,0 0 0,0 0 0,0 0 0,0 0 0,0 0 0,0 0 0,0 0 0,0 0 0,0 0 0,0 0 0,0 2 0,3 4 0,0 0 0,-1 0 0,0 0 0,0 1 0,-1-1 0,0 1 0,0 0 0,0 0 0,0 13 0,-1-3 0,-1-1 0,-1 1 0,-3 23 0,2-31 31,0-1 0,-1 1 0,0 0 0,-1-1 0,0 0 0,0 0 0,-1 0 0,0 0 1,0-1-1,-8 9 0,9-13-121,1 1 0,-1-1 0,0 0 0,-1-1 0,1 1 1,-1-1-1,0 1 0,0-1 0,0-1 0,0 1 1,0-1-1,0 0 0,-1 0 0,1 0 0,-1-1 0,1 0 1,-1 0-1,-11 0 0,0-3-6736</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01.570"/>
    </inkml:context>
    <inkml:brush xml:id="br0">
      <inkml:brushProperty name="width" value="0.05" units="cm"/>
      <inkml:brushProperty name="height" value="0.05" units="cm"/>
      <inkml:brushProperty name="color" value="#FF0066"/>
    </inkml:brush>
  </inkml:definitions>
  <inkml:trace contextRef="#ctx0" brushRef="#br0">85 192 24575,'0'0'0,"1"0"0,0 1 0,-1-1 0,1 0 0,-1 0 0,1 1 0,0-1 0,-1 0 0,1 1 0,-1-1 0,1 0 0,-1 1 0,1-1 0,-1 1 0,0-1 0,1 1 0,-1-1 0,0 1 0,1-1 0,-1 1 0,0 0 0,1-1 0,-1 1 0,0-1 0,0 1 0,0 0 0,0 0 0,4 21 0,-4-19 0,1 18 0,-2 0 0,0 0 0,-4 22 0,-2 20 0,5-16 0,1-1 0,3 1 0,12 71 0,-53-271 0,-10-44 0,44 171 0,2 0 0,1 0 0,0 0 0,2-1 0,5-39 0,-4 58 0,1 1 0,0-1 0,0 1 0,0-1 0,1 1 0,0 0 0,0 0 0,1 0 0,7-10 0,-9 15 0,0-1 0,0 1 0,0 0 0,0 0 0,0 0 0,1 1 0,-1-1 0,1 0 0,0 1 0,-1 0 0,1-1 0,0 1 0,0 0 0,-1 0 0,1 1 0,0-1 0,0 1 0,0-1 0,0 1 0,0 0 0,0 0 0,0 0 0,0 1 0,0-1 0,0 1 0,0-1 0,4 3 0,4 1 0,1 1 0,-1 0 0,0 1 0,0 0 0,-1 1 0,0 0 0,0 0 0,0 1 0,8 10 0,-7-6 0,0 0 0,-1 1 0,0 1 0,0-1 0,-2 2 0,9 18 0,-14-28 0,0 1 0,-1 0 0,0 0 0,0 0 0,-1 0 0,0 1 0,0-1 0,0 0 0,-1 0 0,0 1 0,0-1 0,0 0 0,-1 1 0,0-1 0,0 0 0,-1 0 0,1 1 0,-1-1 0,-1-1 0,1 1 0,-1 0 0,0 0 0,-1-1 0,1 0 0,-1 0 0,0 0 0,0 0 0,-1 0 0,1-1 0,-1 0 0,-10 7 0,-6 2-341,-1-2 0,0 0-1,-44 14 1,21-10-6485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02.272"/>
    </inkml:context>
    <inkml:brush xml:id="br0">
      <inkml:brushProperty name="width" value="0.05" units="cm"/>
      <inkml:brushProperty name="height" value="0.05" units="cm"/>
      <inkml:brushProperty name="color" value="#FF0066"/>
    </inkml:brush>
  </inkml:definitions>
  <inkml:trace contextRef="#ctx0" brushRef="#br0">107 7 24575,'0'0'0,"0"0"0,0 0 0,0-1 0,-1 1 0,1 0 0,0 0 0,0 0 0,0-1 0,0 1 0,0 0 0,0 0 0,0 0 0,0-1 0,0 1 0,1 0 0,-1 0 0,0 0 0,0 0 0,0-1 0,0 1 0,0 0 0,0 0 0,0 0 0,0 0 0,0-1 0,1 1 0,-1 0 0,0 0 0,0 0 0,0 0 0,0 0 0,0-1 0,1 1 0,-1 0 0,0 0 0,0 0 0,0 0 0,1 0 0,-1 0 0,0 0 0,0 0 0,0 0 0,1 0 0,-1 0 0,0 0 0,0 0 0,0 0 0,1 0 0,-1 0 0,0 0 0,0 0 0,1 0 0,-1 1 0,1-1 0,-1 0 0,0 1 0,1-1 0,-1 0 0,0 1 0,1-1 0,-1 1 0,0-1 0,0 0 0,1 1 0,-1-1 0,0 1 0,0-1 0,0 1 0,0-1 0,0 1 0,1-1 0,-1 1 0,0-1 0,0 1 0,0-1 0,-1 1 0,-1 14 0,-1-1 0,0 0 0,-1-1 0,-9 20 0,-5 17 0,-4 40 0,4 1 0,3 0 0,5 1 0,2 165 0,16-130 0,-6-112 0,1 0 0,0 0 0,1-1 0,0 0 0,2 0 0,9 20 0,-11-27 0,0-1 0,1 0 0,0 0 0,0 0 0,1-1 0,-1 1 0,1-1 0,1-1 0,-1 1 0,0-1 0,1 0 0,0-1 0,0 1 0,0-1 0,0-1 0,1 1 0,-1-1 0,1-1 0,13 2 0,11 0 0,0-3 0,0 0 0,48-7 0,-39 2 0,189-22-1365,-211 26-5461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03.813"/>
    </inkml:context>
    <inkml:brush xml:id="br0">
      <inkml:brushProperty name="width" value="0.05" units="cm"/>
      <inkml:brushProperty name="height" value="0.05" units="cm"/>
      <inkml:brushProperty name="color" value="#FF0066"/>
    </inkml:brush>
  </inkml:definitions>
  <inkml:trace contextRef="#ctx0" brushRef="#br0">213 353 24575,'15'-17'0,"-1"-1"0,-1 0 0,0-1 0,-2-1 0,0 0 0,15-39 0,-23 51 0,-1 1 0,1-1 0,-1 0 0,0 0 0,-1 0 0,0 0 0,-1 0 0,0-15 0,0 19 0,-1 1 0,0-1 0,1 0 0,-2 1 0,1-1 0,0 0 0,-1 1 0,1 0 0,-1-1 0,0 1 0,0 0 0,-1 0 0,1 0 0,-1 0 0,1 1 0,-1-1 0,0 0 0,0 1 0,0 0 0,0 0 0,-4-2 0,-6-1 0,-1 0 0,1 1 0,0 0 0,-1 1 0,0 1 0,0 0 0,0 1 0,0 0 0,0 1 0,0 1 0,0 0 0,-16 4 0,25-4 0,1 0 0,0 0 0,0 0 0,0 0 0,1 1 0,-1-1 0,0 1 0,0 0 0,1 0 0,-1 0 0,1 1 0,0-1 0,0 1 0,0 0 0,0 0 0,0 0 0,1 0 0,-1 1 0,1-1 0,0 1 0,0-1 0,0 1 0,0 0 0,1 0 0,-1-1 0,1 1 0,0 0 0,0 0 0,1 1 0,-1-1 0,1 0 0,0 0 0,0 0 0,0 0 0,0 0 0,1 0 0,0 0 0,0 0 0,0 0 0,0 0 0,1 0 0,-1 0 0,1 0 0,0-1 0,3 5 0,4 4 0,0 0 0,1 0 0,0-1 0,1 0 0,0 0 0,22 15 0,86 46 0,-32-20 0,-83-49 0,8 4 0,0 2 0,0-1 0,-1 2 0,14 14 0,-23-22 0,0 0 0,-1 0 0,1 0 0,-1 1 0,0-1 0,1 0 0,-1 0 0,0 1 0,0-1 0,-1 1 0,1-1 0,-1 1 0,1-1 0,-1 3 0,0-3 0,0 0 0,0 0 0,-1 0 0,0 0 0,1 0 0,-1 0 0,0-1 0,0 1 0,0 0 0,0-1 0,0 1 0,0 0 0,0-1 0,0 1 0,-1-1 0,1 0 0,-1 1 0,1-1 0,-1 0 0,1 0 0,-3 1 0,-5 3 0,0 0 0,-1-1 0,0 0 0,0 0 0,0-1 0,0 0 0,0-1 0,-13 1 0,-87 2 0,92-5 0,16 0 0,-14 1 0,0-2 0,0 0 0,0 0 0,-24-7 0,36 7 0,1 0 0,0 0 0,-1-1 0,1 1 0,0-1 0,-1 0 0,1 0 0,0 0 0,0 0 0,1 0 0,-4-5 0,4 5 0,1 0 0,-1 0 0,1 0 0,0 0 0,0-1 0,0 1 0,0-1 0,0 1 0,1 0 0,-1-1 0,1 0 0,-1 1 0,1-1 0,0 1 0,0-1 0,0 1 0,1-1 0,0-2 0,1-3 0,0 0 0,0 1 0,1-1 0,0 1 0,1 0 0,0 0 0,0 0 0,0 0 0,1 1 0,8-9 0,8-7 0,31-26 0,-46 43 0,31-27 0,80-51 0,-95 70 0,0 1 0,0 1 0,1 1 0,1 1 0,41-10 0,-53 17 0,-1 1 0,1 0 0,0 1 0,-1 0 0,1 1 0,-1 0 0,1 1 0,-1 0 0,1 1 0,-1 0 0,0 1 0,0 0 0,-1 1 0,1 0 0,-1 0 0,0 1 0,0 1 0,9 7 0,-3 0 0,0 0 0,-1 1 0,-1 0 0,0 2 0,-1-1 0,-1 2 0,0-1 0,-2 2 0,11 21 0,-18-33 0,0 0 0,-1-1 0,0 1 0,0 0 0,0 0 0,-1 1 0,0-1 0,-1 0 0,1 0 0,-1 1 0,-2 11 0,1-15 0,0 0 0,0-1 0,0 1 0,-1 0 0,1-1 0,-1 1 0,0-1 0,0 0 0,-1 0 0,1 1 0,-1-1 0,1-1 0,-1 1 0,0 0 0,0-1 0,0 1 0,0-1 0,-1 0 0,1 0 0,-1 0 0,1-1 0,-1 1 0,-3 0 0,1 1 0,-1-2 0,1 1 0,0-1 0,0 0 0,-1 0 0,1 0 0,0-1 0,-1 0 0,1 0 0,-10-2 0,13 1 0,1 0 0,-1 1 0,1-1 0,-1 0 0,1 0 0,0-1 0,-1 1 0,1 0 0,0-1 0,0 1 0,0-1 0,0 0 0,0 1 0,0-1 0,1 0 0,-1 0 0,1-1 0,-1 1 0,1 0 0,0 0 0,0-1 0,0 1 0,0 0 0,0-1 0,0 1 0,1-1 0,-1 1 0,1-4 0,-1-2 0,1 0 0,0 0 0,0 0 0,1 0 0,0 0 0,0 0 0,1 0 0,0 0 0,1 0 0,0 0 0,0 1 0,6-12 0,-3 10 0,1-1 0,-1 1 0,1 0 0,1 0 0,0 1 0,0 0 0,1 0 0,16-10 0,-17 12 0,1 1 0,0 0 0,0 1 0,0 0 0,1 0 0,0 1 0,0 0 0,0 1 0,18-2 0,-21 3 0,0 1 0,0 0 0,0 1 0,0 0 0,0 0 0,0 0 0,0 1 0,0 0 0,0 0 0,0 1 0,-1 0 0,0 0 0,1 0 0,8 8 0,-5-4 0,-1 0 0,-1 1 0,1 0 0,-2 1 0,1 0 0,-1 0 0,0 1 0,-1-1 0,0 2 0,0-1 0,-1 0 0,7 23 0,-12-31 0,1-1 0,-1 0 0,0 1 0,0-1 0,0 1 0,0-1 0,0 1 0,0-1 0,0 1 0,0-1 0,0 0 0,-1 1 0,0 1 0,1-3 0,0 1 0,-1-1 0,1 1 0,0-1 0,0 1 0,-1-1 0,1 0 0,-1 1 0,1-1 0,0 0 0,-1 1 0,1-1 0,-1 0 0,1 1 0,-1-1 0,1 0 0,-1 0 0,1 0 0,-1 1 0,1-1 0,-1 0 0,1 0 0,-1 0 0,0 0 0,0 0 0,-1 0 0,1-1 0,0 1 0,-1-1 0,1 1 0,0-1 0,0 1 0,-1-1 0,1 0 0,0 1 0,0-1 0,0 0 0,0 0 0,0 0 0,0 0 0,0 0 0,0 0 0,0 0 0,0 0 0,0-1 0,1 1 0,-1 0 0,0 0 0,0-3 0,-1-2 0,1-1 0,0 1 0,0-1 0,0 1 0,1-1 0,0 1 0,1-1 0,-1 0 0,1 1 0,0 0 0,1-1 0,-1 1 0,5-10 0,1-2 0,0 2 0,1-1 0,17-24 0,-23 37 0,18-24 0,-19 27 0,1-1 0,-1 1 0,0-1 0,1 1 0,-1 0 0,1 0 0,-1-1 0,1 1 0,0 0 0,-1 1 0,1-1 0,0 0 0,3-1 0,-4 2 0,0 0 0,0 0 0,0 1 0,-1-1 0,1 0 0,0 0 0,0 1 0,0-1 0,-1 0 0,1 1 0,0-1 0,-1 1 0,1-1 0,0 1 0,-1-1 0,1 1 0,0 0 0,-1-1 0,1 1 0,-1 0 0,1-1 0,-1 1 0,0 0 0,1 0 0,0 0 0,8 24 0,-9-22 0,23 79 0,-8-25 0,35 85 0,-43-125 0,1 0 0,1 0 0,1-1 0,1-1 0,0 0 0,0 0 0,2-1 0,0-1 0,16 14 0,-26-24 0,0-1 0,0 0 0,0 1 0,1-2 0,-1 1 0,0 0 0,1 0 0,0-1 0,-1 0 0,1 0 0,0 0 0,-1 0 0,1-1 0,0 1 0,0-1 0,7 0 0,-7-1 0,1 0 0,-1 0 0,0-1 0,0 0 0,0 1 0,0-1 0,0 0 0,-1-1 0,1 1 0,0-1 0,-1 0 0,0 0 0,0 0 0,5-6 0,4-5 0,-2-2 0,0 0 0,0 0 0,-1-1 0,-1 0 0,-1 0 0,-1-1 0,0 0 0,-1 0 0,3-23 0,-3 4 0,-1 0 0,-2 0 0,-2 0 0,-4-46 0,1 59 0,-11-46 0,13 64 0,0 1 0,-1-1 0,0 0 0,-1 1 0,1 0 0,-1-1 0,0 1 0,0 0 0,-1 0 0,1 0 0,-1 1 0,0 0 0,-8-7 0,12 11 7,-1-1-1,1 1 1,-1-1 0,0 1-1,1-1 1,-1 1-1,0 0 1,0-1-1,1 1 1,-1 0-1,0 0 1,0 0 0,0-1-1,1 1 1,-1 0-1,0 0 1,0 0-1,0 0 1,1 0 0,-1 1-1,0-1 1,0 0-1,0 0 1,1 0-1,-3 1 1,2 0 5,0 0 0,0 0 0,0 0 1,0 0-1,0 1 0,0-1 0,1 0 0,-1 0 1,0 1-1,1-1 0,-1 0 0,1 1 0,-1 1 1,-1 4-440,0 1 0,1 0 1,-1 14-1,1 4-6399</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04.719"/>
    </inkml:context>
    <inkml:brush xml:id="br0">
      <inkml:brushProperty name="width" value="0.05" units="cm"/>
      <inkml:brushProperty name="height" value="0.05" units="cm"/>
      <inkml:brushProperty name="color" value="#FF0066"/>
    </inkml:brush>
  </inkml:definitions>
  <inkml:trace contextRef="#ctx0" brushRef="#br0">334 1 24575,'-6'7'0,"0"-2"0,1 1 0,0 0 0,0 0 0,1 0 0,-1 0 0,-5 14 0,-13 37 0,-16 67 0,14-39 0,13-50 0,-104 353 0,93-297 0,5 1 0,-10 122 0,26-184 0,1 0 0,1 1 0,2-1 0,5 34 0,-5-55 0,0-1 0,1 1 0,-1 0 0,2-1 0,-1 1 0,1-1 0,0 0 0,1 0 0,0-1 0,0 1 0,1-1 0,0 0 0,0 0 0,0-1 0,1 0 0,0 0 0,0-1 0,10 6 0,0-2 0,1-1 0,0-1 0,0-1 0,1 0 0,0-2 0,0 0 0,0-1 0,22 1 0,25-2 0,67-6 0,539-79 0,-649 77 0,-16 1 0,-16 0 0,-21 6-1365,14 2-5461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05.964"/>
    </inkml:context>
    <inkml:brush xml:id="br0">
      <inkml:brushProperty name="width" value="0.05" units="cm"/>
      <inkml:brushProperty name="height" value="0.05" units="cm"/>
      <inkml:brushProperty name="color" value="#FF0066"/>
    </inkml:brush>
  </inkml:definitions>
  <inkml:trace contextRef="#ctx0" brushRef="#br0">332 538 24575,'2'-3'0,"-1"1"0,1 0 0,-1-1 0,1 0 0,-1 1 0,0-1 0,0 0 0,0 1 0,0-1 0,0 0 0,-1 0 0,1 0 0,-1 0 0,0 0 0,0 0 0,0 0 0,0 0 0,-1-2 0,1-1 0,-1 1 0,0-1 0,0 1 0,-1-1 0,0 1 0,0 0 0,0 0 0,-4-8 0,4 11 0,0-1 0,0 1 0,0 0 0,0-1 0,-1 1 0,1 0 0,-1 0 0,1 0 0,-1 1 0,0-1 0,1 1 0,-1-1 0,0 1 0,-5-1 0,2 0 0,0 1 0,1 0 0,-1 1 0,0 0 0,0 0 0,0 0 0,-8 1 0,0 2 0,0 1 0,0 0 0,0 0 0,0 2 0,-20 10 0,22-9 0,0 0 0,0 1 0,1 1 0,0 0 0,-18 20 0,25-25 0,0 1 0,0-1 0,0 1 0,1 0 0,0 0 0,0 0 0,1 1 0,-1-1 0,1 1 0,0-1 0,0 1 0,1 0 0,0-1 0,0 1 0,0 0 0,1 11 0,0-14 0,1 0 0,0 1 0,-1-1 0,1 0 0,1 0 0,-1 0 0,0 0 0,1 0 0,-1 0 0,1 0 0,0 0 0,0 0 0,0-1 0,5 5 0,-2-3 0,0 0 0,0-1 0,0 0 0,0 0 0,1 0 0,-1 0 0,11 2 0,-2-1 0,0 0 0,1-2 0,0 1 0,0-2 0,-1 0 0,16-2 0,-8 0 0,0-2 0,0 0 0,0-1 0,-1-1 0,0-2 0,0 0 0,0-1 0,30-17 0,-40 19 0,-1 0 0,-1-1 0,1 0 0,-1 0 0,0-1 0,-1 0 0,0-1 0,0 0 0,-1 0 0,0-1 0,-1 1 0,0-2 0,0 1 0,-1-1 0,0 1 0,-1-1 0,4-20 0,-4 6 0,0-1 0,-3 0 0,0 0 0,-1 0 0,-2 1 0,-7-42 0,-5-2 0,-28-76 0,35 130 0,7 15 0,0 0 0,0 0 0,0 0 0,0 0 0,-1 0 0,1 0 0,0 0 0,0 0 0,0 0 0,0 0 0,0 0 0,0 0 0,0 0 0,-1 0 0,1 0 0,0 0 0,0 0 0,0 0 0,0 0 0,0 0 0,0 0 0,0 0 0,0 0 0,-1 0 0,1 0 0,0 0 0,0 0 0,0 1 0,0-1 0,0 0 0,0 0 0,0 0 0,0 0 0,0 0 0,0 0 0,0 0 0,0 0 0,0 1 0,0-1 0,0 0 0,0 0 0,0 0 0,0 0 0,0 0 0,0 0 0,0 1 0,0-1 0,0 0 0,0 0 0,0 0 0,0 0 0,0 0 0,0 0 0,0 1 0,0 30 0,7 44 0,32 133 0,40 69 0,-68-249 0,-11-28 0,0 0 0,0 0 0,1 0 0,-1 0 0,0 0 0,0 0 0,0 0 0,0 0 0,0 0 0,0 0 0,0 0 0,0 0 0,1 0 0,-1 0 0,0 0 0,0 0 0,0 0 0,0 0 0,0 0 0,0 0 0,0 0 0,0 0 0,1 0 0,-1 0 0,0 0 0,0 0 0,0 0 0,0 0 0,0 0 0,0 0 0,0 0 0,0 0 0,0 0 0,0 0 0,1 0 0,-1-1 0,0 1 0,0 0 0,0 0 0,0 0 0,0 0 0,0 0 0,0 0 0,0 0 0,0 0 0,0 0 0,0-1 0,0 1 0,0 0 0,0 0 0,0 0 0,0 0 0,0 0 0,0 0 0,0 0 0,0 0 0,0-1 0,0 1 0,2-19 0,9-136 0,-7 132 0,0 1 0,1 0 0,1 0 0,17-39 0,-20 56 0,-1-1 0,1 1 0,0 1 0,0-1 0,1 0 0,-1 1 0,1 0 0,0 0 0,0 0 0,1 0 0,-1 0 0,6-3 0,-7 6 0,0 0 0,0 0 0,0 0 0,0 0 0,0 0 0,1 0 0,-1 1 0,0 0 0,0-1 0,0 1 0,1 0 0,-1 1 0,0-1 0,0 1 0,0-1 0,0 1 0,0 0 0,0 0 0,0 0 0,0 0 0,0 1 0,4 2 0,2 2 0,0 0 0,-1 1 0,1 0 0,-1 1 0,-1 0 0,0 0 0,10 14 0,-2 1 0,22 45 0,-33-60 0,0 0 0,-1 1 0,0-1 0,-1 1 0,0 0 0,0-1 0,-1 1 0,0 0 0,0 0 0,-1 0 0,-1 9 0,0-12 0,0 0 0,0-1 0,-1 1 0,0-1 0,0 1 0,0-1 0,0 0 0,-1 0 0,0 0 0,0 0 0,0-1 0,-1 1 0,1-1 0,-1 1 0,0-1 0,0-1 0,-1 1 0,-6 4 0,10-7 0,0 0 0,0-1 0,0 1 0,0 0 0,0 0 0,0-1 0,-1 1 0,1-1 0,0 1 0,-1-1 0,1 0 0,0 1 0,-1-1 0,1 0 0,0 0 0,-1 0 0,1 0 0,0 0 0,-1 0 0,0 0 0,1-1 0,0 0 0,0 1 0,0-1 0,1 1 0,-1-1 0,0 0 0,1 1 0,-1-1 0,1 0 0,-1 0 0,1 0 0,-1 1 0,1-1 0,-1 0 0,1 0 0,0 0 0,0 0 0,-1 0 0,1 0 0,0 0 0,0-1 0,0-5 0,0 0 0,0 0 0,0 0 0,1 0 0,0 1 0,3-9 0,0-1 0,1 0 0,1 1 0,0-1 0,1 1 0,1 1 0,11-17 0,-16 26 0,1 0 0,0 0 0,0 1 0,0-1 0,1 1 0,0 0 0,-1 0 0,1 1 0,1 0 0,-1-1 0,0 2 0,1-1 0,0 1 0,-1-1 0,1 2 0,0-1 0,0 1 0,0 0 0,11-1 0,-9 2 0,0 1 0,0 1 0,0-1 0,0 1 0,-1 0 0,1 1 0,0 0 0,-1 0 0,0 0 0,0 1 0,0 0 0,0 1 0,0 0 0,6 6 0,-4-3 0,-1 0 0,1 0 0,-2 1 0,1 0 0,-1 0 0,0 1 0,-1 0 0,0 0 0,5 14 0,-9-19 0,-1 0 0,1-1 0,-1 1 0,0 0 0,0-1 0,-1 1 0,1 0 0,-1 0 0,0 0 0,0 0 0,-1 0 0,1-1 0,-1 1 0,0 0 0,-1 0 0,-2 7 0,2-8 0,-1 0 0,1 0 0,-1-1 0,0 1 0,1-1 0,-2 0 0,1 0 0,0 0 0,-1 0 0,1-1 0,-1 1 0,0-1 0,1 0 0,-1 0 0,-1 0 0,1-1 0,0 1 0,-7 1 0,0-1 0,1 0 0,-1-1 0,0 0 0,1 0 0,-1-1 0,-17-2 0,25 1 0,0 1 0,-1-1 0,1 1 0,0-1 0,-1 0 0,1 0 0,0-1 0,0 1 0,0-1 0,0 1 0,0-1 0,0 0 0,0 0 0,1 0 0,-1 0 0,1-1 0,0 1 0,-1-1 0,1 0 0,0 1 0,0-1 0,1 0 0,-1 0 0,-1-5 0,2 6 17,1 0-1,-1-1 0,1 1 0,0-1 1,0 1-1,0 0 0,0-1 0,1 1 1,-1-1-1,1 1 0,-1 0 0,1-1 1,0 1-1,0 0 0,0 0 0,0 0 1,0-1-1,0 1 0,0 0 0,3-2 1,-2 1-160,1 0 1,0 0 0,0 1 0,0-1-1,0 0 1,0 1 0,0 0 0,0 0 0,1 0-1,-1 0 1,7-1 0,-2 1-6684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16.532"/>
    </inkml:context>
    <inkml:brush xml:id="br0">
      <inkml:brushProperty name="width" value="0.05" units="cm"/>
      <inkml:brushProperty name="height" value="0.05" units="cm"/>
      <inkml:brushProperty name="color" value="#FF0066"/>
    </inkml:brush>
  </inkml:definitions>
  <inkml:trace contextRef="#ctx0" brushRef="#br0">13 169 24575,'-12'-1'0,"18"-3"0,24-2 0,459-34-631,-395 35 466,506-23-1295,722-50-589,-1249 72-1837</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16.986"/>
    </inkml:context>
    <inkml:brush xml:id="br0">
      <inkml:brushProperty name="width" value="0.05" units="cm"/>
      <inkml:brushProperty name="height" value="0.05" units="cm"/>
      <inkml:brushProperty name="color" value="#FF0066"/>
    </inkml:brush>
  </inkml:definitions>
  <inkml:trace contextRef="#ctx0" brushRef="#br0">1 201 24575,'6'0'0,"10"0"0,19-3 0,19-4 0,29-4 0,28 0 0,32-4 0,33-2-1348,30-1 1348,26-1-2231,16 0 2231,9 0 0,-2 1 0,-8 0 0,-17 3 0,-48 4-4612</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23.246"/>
    </inkml:context>
    <inkml:brush xml:id="br0">
      <inkml:brushProperty name="width" value="0.05" units="cm"/>
      <inkml:brushProperty name="height" value="0.05" units="cm"/>
      <inkml:brushProperty name="color" value="#FF0066"/>
    </inkml:brush>
  </inkml:definitions>
  <inkml:trace contextRef="#ctx0" brushRef="#br0">0 212 24575,'1'12'0,"1"-1"0,-1 0 0,2 0 0,-1 0 0,2 0 0,-1-1 0,9 16 0,45 80 0,-26-51 0,-6-14 0,1-2 0,41 45 0,-33-41 0,-23-30 0,1 0 0,0 0 0,1-1 0,1-1 0,-1 0 0,2-1 0,0-1 0,0 0 0,0-1 0,1 0 0,26 7 0,-34-12 0,1-2 0,0 1 0,1-1 0,-1-1 0,0 1 0,0-2 0,0 1 0,0-1 0,0-1 0,0 1 0,16-7 0,-13 4 0,0 0 0,-1-2 0,0 1 0,0-2 0,0 1 0,-1-1 0,0-1 0,11-10 0,-12 7 0,0-1 0,0 0 0,-1-1 0,-1 1 0,0-2 0,-1 1 0,9-29 0,5-8 0,48-85 0,-22 47 0,-31 59 0,-2-1 0,-1-1 0,-2 0 0,-1-1 0,6-34 0,-14 59 0,0-1 0,0 0 0,-1 1 0,0-1 0,0 1 0,-1-1 0,-2-12 0,2 17 0,0 0 0,0 1 0,-1-1 0,1 1 0,-1-1 0,1 1 0,-1 0 0,0 0 0,0-1 0,0 1 0,0 1 0,0-1 0,0 0 0,-1 0 0,1 1 0,-1-1 0,1 1 0,-1 0 0,1 0 0,-1 0 0,0 0 0,0 0 0,-4 0 0,-6-1 0,0 0 0,0 0 0,0 2 0,0-1 0,0 2 0,-23 3 0,-78 22 0,16-2 0,57-15 0,-40 14 0,54-13 0,-1-2 0,0-1 0,0-2 0,-34 3 0,25-4 0,1 1 0,-65 19 0,65-15 0,31-8 34,1 0 1,-1 1-1,0-1 0,1 1 0,-1 0 0,1 0 0,-1 1 0,1-1 0,-7 7 1,9-8-110,1 1 1,-1 0 0,1 0 0,0 0 0,-1 0-1,1 0 1,0 0 0,0 1 0,1-1 0,-1 0-1,0 0 1,1 1 0,-1-1 0,1 0 0,0 1-1,0-1 1,0 0 0,0 1 0,0-1 0,0 1-1,1-1 1,0 3 0,2 10-6752</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24.665"/>
    </inkml:context>
    <inkml:brush xml:id="br0">
      <inkml:brushProperty name="width" value="0.05" units="cm"/>
      <inkml:brushProperty name="height" value="0.05" units="cm"/>
      <inkml:brushProperty name="color" value="#FF0066"/>
    </inkml:brush>
  </inkml:definitions>
  <inkml:trace contextRef="#ctx0" brushRef="#br0">976 1 24575,'0'0'0,"0"0"0,1 0 0,-1 0 0,0 0 0,0 1 0,0-1 0,0 0 0,0 0 0,0 1 0,0-1 0,1 0 0,-1 0 0,0 1 0,0-1 0,0 0 0,0 0 0,0 1 0,0-1 0,0 0 0,0 0 0,0 0 0,0 1 0,0-1 0,-1 0 0,1 0 0,0 1 0,0-1 0,0 0 0,0 0 0,0 1 0,0-1 0,-1 0 0,1 0 0,0 0 0,0 0 0,0 1 0,0-1 0,-1 0 0,1 0 0,0 0 0,0 0 0,0 0 0,-1 1 0,1-1 0,0 0 0,-14 16 0,10-12 0,-17 18 0,-1 0 0,-43 31 0,35-30 0,-32 33 0,-194 229 0,204-219 0,4 2 0,-64 117 0,106-174 0,-125 252 0,95-182 0,-34 111 0,59-154 0,1 1 0,2-1 0,1 2 0,3-1 0,1 0 0,2 47 0,2-73 0,1 0 0,0 0 0,1-1 0,1 1 0,0-1 0,1 0 0,0 0 0,0 0 0,1-1 0,9 13 0,-3-9 0,-1-1 0,2 0 0,0-1 0,1 0 0,0 0 0,21 13 0,-1-5 0,0-2 0,1-2 0,1-1 0,0-2 0,1-1 0,42 9 0,65 8 0,1-7 0,148 5 0,296-21 0,-479-10 0,0-4 0,0-6 0,-2-4 0,115-33 0,-164 30 0,0-3 0,-1-2 0,85-51 0,-112 57 0,-2 0 0,0-2 0,-1-2 0,-1 0 0,39-45 0,-52 51 0,-1-1 0,0-1 0,-1 0 0,-1 0 0,-1-1 0,-1 0 0,0-1 0,-2 0 0,0-1 0,4-24 0,-7 20 0,-1 0 0,-1 0 0,-1 0 0,-2-1 0,0 1 0,-2 0 0,0 0 0,-2 0 0,-1 1 0,-1-1 0,-18-40 0,5 23 0,-1 2 0,-2 0 0,-2 1 0,-2 2 0,-1 1 0,-2 1 0,-2 1 0,-37-31 0,10 16 0,-2 3 0,-2 3 0,-1 3 0,-80-37 0,-345-143 0,318 157 0,-295-71 0,422 127 310,28 5-1148,-29-8 1,34 8-5989</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3.857"/>
    </inkml:context>
    <inkml:brush xml:id="br0">
      <inkml:brushProperty name="width" value="0.05" units="cm"/>
      <inkml:brushProperty name="height" value="0.05" units="cm"/>
      <inkml:brushProperty name="color" value="#FF0066"/>
    </inkml:brush>
  </inkml:definitions>
  <inkml:trace contextRef="#ctx0" brushRef="#br0">1 277 24575,'3'2'0,"0"1"0,0-1 0,1 1 0,0-1 0,-1 0 0,1-1 0,0 1 0,0-1 0,8 3 0,41 5 0,-33-7 0,105 10-24,164-4-1,-205-8-142,1066-28-3093,5-39-656,-737 40 2202,2165-101-3537,5 57 3507,3464 69 1462,-3062 40 1535,-2955-38-1111,498-1 1566,-5-26 3946,-423 15-3304,-79 8-5265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4.120"/>
    </inkml:context>
    <inkml:brush xml:id="br0">
      <inkml:brushProperty name="width" value="0.05" units="cm"/>
      <inkml:brushProperty name="height" value="0.05" units="cm"/>
      <inkml:brushProperty name="color" value="#FF0066"/>
    </inkml:brush>
  </inkml:definitions>
  <inkml:trace contextRef="#ctx0" brushRef="#br0">0 11 24575,'0'-1'0,"0"1"0,0 0 0,1-1 0,-1 1 0,0-1 0,0 1 0,0 0 0,0-1 0,0 1 0,0-1 0,1 1 0,-1 0 0,0-1 0,0 1 0,0 0 0,1-1 0,-1 1 0,0 0 0,1 0 0,-1-1 0,0 1 0,1 0 0,-1 0 0,0-1 0,1 1 0,-1 0 0,0 0 0,1 0 0,0-1 0,16 1 0,16 7 0,-33-7 0,24 8 0,-1 1 0,-1 0 0,24 14 0,-40-19 0,0 0 0,0 1 0,0-1 0,-1 1 0,1 0 0,6 9 0,-10-11 0,0 0 0,0 0 0,0 1 0,0-1 0,-1 0 0,1 1 0,-1-1 0,0 1 0,0-1 0,0 1 0,-1 0 0,1-1 0,-1 8 0,-1-6 17,1 0 0,-2-1 0,1 1 0,0 0 0,-1-1 0,0 1 0,0-1 0,0 1 0,-1-1 0,0 0 0,1 0 0,-1 0 0,-1-1 1,1 1-1,0-1 0,-1 1 0,0-1 0,0 0 0,-5 2 0,-10 7-506,0 0 0,-37 14 0,51-24 250,-70 29-6587</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5.022"/>
    </inkml:context>
    <inkml:brush xml:id="br0">
      <inkml:brushProperty name="width" value="0.05" units="cm"/>
      <inkml:brushProperty name="height" value="0.05" units="cm"/>
      <inkml:brushProperty name="color" value="#FF0066"/>
    </inkml:brush>
  </inkml:definitions>
  <inkml:trace contextRef="#ctx0" brushRef="#br0">192 25 24575,'0'0'0,"-1"0"0,1 0 0,0-1 0,-1 1 0,1-1 0,-1 1 0,1-1 0,-1 1 0,1 0 0,0-1 0,-1 1 0,1-1 0,0 1 0,0-1 0,-1 0 0,1 1 0,0-1 0,0 1 0,0-1 0,0 1 0,0-1 0,0 0 0,0 1 0,0-1 0,0 1 0,0-1 0,0 0 0,0 1 0,0-1 0,0 1 0,0-1 0,1 1 0,-1-1 0,0 1 0,0-1 0,1 1 0,-1-1 0,0 1 0,1-1 0,0 0 0,0 1 0,0-1 0,0 1 0,0-1 0,0 1 0,0 0 0,0-1 0,0 1 0,0 0 0,0 0 0,0 0 0,1 0 0,-1 0 0,0 0 0,0 0 0,0 0 0,0 1 0,0-1 0,0 0 0,0 1 0,1 0 0,5 2 0,0 1 0,-1 0 0,0 1 0,1-1 0,-2 1 0,1 1 0,-1-1 0,8 11 0,-1-1 0,-1 1 0,12 22 0,-16-23 0,0 0 0,-1 0 0,0 1 0,-1-1 0,-1 1 0,0 0 0,-1 1 0,0 23 0,-2-34 0,-1 1 0,0-1 0,-1 1 0,0-1 0,0 1 0,0-1 0,-1 1 0,1-1 0,-2 0 0,1 0 0,-1 0 0,0 0 0,0 0 0,0-1 0,-1 1 0,0-1 0,0 0 0,-1 0 0,1 0 0,-1-1 0,0 1 0,0-1 0,-10 6 0,4-5 0,0 0 0,1-1 0,-1 0 0,-1-1 0,1 0 0,0 0 0,-1-2 0,1 1 0,-1-1 0,0-1 0,1 0 0,-14-2 0,19 1 0,0 1 0,0-2 0,0 1 0,0 0 0,0-1 0,0 0 0,1-1 0,-1 1 0,1-1 0,-1 0 0,1 0 0,0-1 0,0 1 0,0-1 0,1-1 0,-1 1 0,1 0 0,0-1 0,0 0 0,1 0 0,0 0 0,-1 0 0,2-1 0,-4-7 0,3 3 0,1 0 0,0 0 0,1 0 0,0 0 0,1-1 0,0 1 0,1 0 0,0 0 0,0 0 0,1-1 0,0 1 0,1 1 0,0-1 0,1 0 0,0 1 0,0 0 0,1-1 0,0 2 0,1-1 0,7-8 0,-6 7 0,1 0 0,1 0 0,0 1 0,0 0 0,1 1 0,0 0 0,0 0 0,1 1 0,0 1 0,0 0 0,1 0 0,0 1 0,0 0 0,0 1 0,22-4 0,-6 6-1365,-5 1-5461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5.676"/>
    </inkml:context>
    <inkml:brush xml:id="br0">
      <inkml:brushProperty name="width" value="0.05" units="cm"/>
      <inkml:brushProperty name="height" value="0.05" units="cm"/>
      <inkml:brushProperty name="color" value="#FF0066"/>
    </inkml:brush>
  </inkml:definitions>
  <inkml:trace contextRef="#ctx0" brushRef="#br0">57 105 24575,'0'-3'0,"1"0"0,-1-1 0,0 1 0,1-1 0,0 1 0,0-1 0,0 1 0,0 0 0,0 0 0,1 0 0,0-1 0,-1 1 0,1 1 0,0-1 0,0 0 0,1 0 0,-1 1 0,0-1 0,1 1 0,0 0 0,0 0 0,-1 0 0,1 0 0,0 0 0,0 1 0,1-1 0,-1 1 0,0 0 0,0 0 0,1 0 0,6-1 0,-3 1 0,-1 0 0,1 1 0,0-1 0,0 1 0,0 1 0,0-1 0,-1 1 0,1 0 0,0 1 0,-1 0 0,1 0 0,-1 0 0,1 1 0,-1 0 0,10 6 0,-10-4 0,0 0 0,-1 0 0,1 1 0,-1 0 0,0 0 0,-1 0 0,1 1 0,-1 0 0,0 0 0,-1 0 0,0 0 0,0 0 0,0 1 0,-1-1 0,0 1 0,-1-1 0,0 1 0,0 0 0,0 13 0,-1-16 0,-1 1 0,1 0 0,-1 0 0,0 0 0,0-1 0,-1 1 0,0 0 0,0-1 0,0 1 0,0-1 0,-1 0 0,0 0 0,0 0 0,-1 0 0,1-1 0,-1 1 0,0-1 0,0 0 0,0 0 0,-1 0 0,0 0 0,1-1 0,-1 0 0,0 0 0,-1 0 0,-9 3 0,9-4 0,0-1 0,0 1 0,0-1 0,0 0 0,0-1 0,0 0 0,0 0 0,0 0 0,0-1 0,0 1 0,0-2 0,0 1 0,0 0 0,0-1 0,-8-4 0,6 2 0,0 0 0,1-1 0,-1 0 0,1 0 0,0-1 0,0 0 0,0 0 0,1 0 0,0-1 0,-6-8 0,8 8 0,-1 0 0,1 0 0,0 0 0,1-1 0,0 1 0,0-1 0,0 0 0,1 0 0,0 0 0,1 0 0,-1-9 0,2 12 0,0-1 0,0 0 0,1 1 0,0-1 0,0 1 0,0-1 0,0 1 0,1-1 0,0 1 0,0 0 0,1 0 0,-1 0 0,1 0 0,0 0 0,1 1 0,6-9 0,-3 7-114,-1 1 1,1 0-1,0 1 0,0-1 0,0 1 1,1 0-1,-1 1 0,1 0 0,0 0 1,0 1-1,10-2 0,7-1-6712</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6.422"/>
    </inkml:context>
    <inkml:brush xml:id="br0">
      <inkml:brushProperty name="width" value="0.05" units="cm"/>
      <inkml:brushProperty name="height" value="0.05" units="cm"/>
      <inkml:brushProperty name="color" value="#FF0066"/>
    </inkml:brush>
  </inkml:definitions>
  <inkml:trace contextRef="#ctx0" brushRef="#br0">55 77 24575,'5'-5'0,"0"1"0,1 0 0,-1 1 0,1-1 0,-1 1 0,1 0 0,0 0 0,0 1 0,12-3 0,1 0 0,39-4 0,-42 8 0,0 0 0,-1 1 0,1 0 0,0 1 0,0 1 0,-1 1 0,0 0 0,20 7 0,-29-7 0,1-1 0,-1 1 0,1 0 0,-1 1 0,0-1 0,0 1 0,-1 1 0,1-1 0,-1 1 0,0 0 0,0 0 0,-1 0 0,1 1 0,-1-1 0,0 1 0,-1 0 0,0 1 0,1-1 0,-2 0 0,5 14 0,-6-16 0,0 1 0,-1-1 0,1 0 0,-1 1 0,0-1 0,0 1 0,0-1 0,-1 0 0,1 1 0,-1-1 0,0 0 0,-1 0 0,1 0 0,-3 6 0,0-4 0,1 0 0,-1 0 0,0 0 0,-1 0 0,0-1 0,0 1 0,0-1 0,-6 4 0,-4 2 0,0-1 0,0-1 0,-1 0 0,0-2 0,-1 1 0,-21 5 0,16-6 0,-1-2 0,0 0 0,-39 3 0,54-8 0,1 1 0,-1-1 0,1 0 0,-1-1 0,1 0 0,-1 0 0,1-1 0,0 0 0,0 0 0,-1-1 0,2 1 0,-1-2 0,0 1 0,0-1 0,-8-6 0,12 7 0,1 1 0,-1 0 0,1-1 0,0 0 0,0 1 0,1-1 0,-1 0 0,0 0 0,1 0 0,0 0 0,-1 0 0,1 0 0,1 0 0,-1-1 0,0-3 0,0 1 0,1 1 0,0-1 0,1 1 0,0-1 0,0 1 0,0-1 0,0 1 0,4-9 0,1 1 0,0 0 0,1 0 0,1 0 0,0 1 0,1 0 0,11-11 0,-7 8 69,2 1-1,0 0 0,1 1 0,28-18 1,-33 24-259,0 1 0,1 1 1,0-1-1,0 2 0,0 0 1,0 0-1,1 1 1,18-1-1,-8 2-6636</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7.125"/>
    </inkml:context>
    <inkml:brush xml:id="br0">
      <inkml:brushProperty name="width" value="0.05" units="cm"/>
      <inkml:brushProperty name="height" value="0.05" units="cm"/>
      <inkml:brushProperty name="color" value="#FF0066"/>
    </inkml:brush>
  </inkml:definitions>
  <inkml:trace contextRef="#ctx0" brushRef="#br0">65 72 24575,'-1'-2'0,"1"0"0,0 0 0,0 0 0,0 0 0,1 1 0,-1-1 0,0 0 0,1 0 0,-1 0 0,1 0 0,0 0 0,-1 1 0,1-1 0,0 0 0,0 1 0,0-1 0,0 0 0,0 1 0,1-1 0,-1 1 0,0 0 0,1-1 0,-1 1 0,1 0 0,0 0 0,-1 0 0,1 0 0,0 0 0,-1 0 0,1 1 0,0-1 0,0 0 0,0 1 0,0 0 0,0-1 0,-1 1 0,1 0 0,0 0 0,3 0 0,9 1 0,-1 0 0,1 0 0,-1 1 0,0 1 0,1 1 0,-1 0 0,-1 0 0,1 1 0,-1 1 0,0 0 0,12 8 0,-17-10 0,-1 1 0,1 0 0,-1 0 0,0 0 0,0 1 0,-1 0 0,0 0 0,0 1 0,7 11 0,-10-14 0,-1-1 0,1 0 0,-1 1 0,0-1 0,0 1 0,0 0 0,0-1 0,-1 1 0,1 0 0,-1-1 0,0 1 0,0 0 0,-1 0 0,1-1 0,-1 1 0,0 0 0,0-1 0,0 1 0,0-1 0,0 1 0,-1-1 0,0 0 0,-2 4 0,-1 0 0,-1 1 0,-1-1 0,1-1 0,-1 1 0,0-1 0,0-1 0,-1 1 0,0-1 0,0 0 0,0-1 0,-1 0 0,1 0 0,-1-1 0,0 0 0,0-1 0,-13 3 0,13-3 0,0-1 0,0 0 0,0 0 0,-1-1 0,1 0 0,0-1 0,0 0 0,0 0 0,0-1 0,0 0 0,0-1 0,1 0 0,-1 0 0,1-1 0,0 0 0,-15-10 0,20 12 0,0 0 0,1 0 0,-1 0 0,1-1 0,0 1 0,0-1 0,0 0 0,0 1 0,0-1 0,1 0 0,-1 0 0,1 0 0,0 0 0,0-1 0,0 1 0,0 0 0,0-6 0,1 4 0,0 0 0,0 0 0,1 0 0,0 1 0,0-1 0,0 0 0,0 0 0,1 1 0,0-1 0,0 1 0,3-5 0,2-3 0,2 0 0,-1 1 0,2 0 0,-1 0 0,1 1 0,1 1 0,16-13 0,-12 12-195,0 1 0,0 1 0,1 0 0,0 1 0,0 1 0,34-9 0,-22 9-6631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7.896"/>
    </inkml:context>
    <inkml:brush xml:id="br0">
      <inkml:brushProperty name="width" value="0.05" units="cm"/>
      <inkml:brushProperty name="height" value="0.05" units="cm"/>
      <inkml:brushProperty name="color" value="#FF0066"/>
    </inkml:brush>
  </inkml:definitions>
  <inkml:trace contextRef="#ctx0" brushRef="#br0">56 122 24575,'0'-5'0,"0"0"0,0 0 0,1 0 0,0 0 0,0 0 0,0 0 0,1 0 0,0 0 0,-1 1 0,2-1 0,-1 1 0,0-1 0,1 1 0,0 0 0,0 0 0,0 0 0,1 0 0,-1 1 0,5-4 0,-3 3 0,0 1 0,0 0 0,0 0 0,1 0 0,-1 1 0,1 0 0,-1 0 0,1 0 0,0 1 0,0 0 0,-1 0 0,1 0 0,0 1 0,0 0 0,0 0 0,7 1 0,-1 1 0,-1 1 0,1 0 0,-1 1 0,1 0 0,-1 1 0,0 0 0,-1 1 0,1 0 0,-1 1 0,0 0 0,-1 0 0,1 1 0,-2 0 0,1 1 0,-1 0 0,0 0 0,-1 1 0,7 11 0,-13-19 0,1 0 0,-1 1 0,0-1 0,0 1 0,0-1 0,0 1 0,-1-1 0,1 1 0,-1-1 0,1 1 0,-1-1 0,0 1 0,0 0 0,0-1 0,0 1 0,0 0 0,-1-1 0,1 1 0,-1-1 0,0 1 0,0-1 0,0 1 0,0-1 0,0 1 0,0-1 0,-1 0 0,1 0 0,-1 0 0,0 0 0,1 0 0,-4 3 0,-1-1 0,1 0 0,-1-1 0,0 0 0,1 0 0,-1-1 0,-1 1 0,1-1 0,0-1 0,0 1 0,-1-1 0,-11 1 0,-12 0 0,-1-2 0,-48-5 0,65 3 0,0 0 0,0-1 0,0-1 0,1 0 0,-1-1 0,1 0 0,-22-13 0,33 17 0,0 0 0,0 0 0,0 0 0,1 0 0,-1 0 0,1-1 0,-1 1 0,1 0 0,-1-1 0,1 1 0,0-1 0,0 0 0,0 1 0,0-1 0,0 0 0,0 0 0,0 1 0,0-1 0,1 0 0,-1 0 0,1 0 0,-1 0 0,1 0 0,0 0 0,0 0 0,0 0 0,0 0 0,0 0 0,0 0 0,1 0 0,-1 0 0,0 0 0,1 0 0,0 0 0,-1 0 0,1 1 0,0-1 0,0 0 0,0 0 0,0 1 0,1-1 0,-1 0 0,2-1 0,3-3 0,0 0 0,0 0 0,1 0 0,0 0 0,0 1 0,0 0 0,1 1 0,13-6 0,41-12-1365,-35 15-5461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8.677"/>
    </inkml:context>
    <inkml:brush xml:id="br0">
      <inkml:brushProperty name="width" value="0.05" units="cm"/>
      <inkml:brushProperty name="height" value="0.05" units="cm"/>
      <inkml:brushProperty name="color" value="#FF0066"/>
    </inkml:brush>
  </inkml:definitions>
  <inkml:trace contextRef="#ctx0" brushRef="#br0">2 55 24575,'0'-2'0,"1"0"0,-1 0 0,1 0 0,-1 0 0,1 0 0,0 1 0,-1-1 0,1 0 0,0 1 0,0-1 0,0 0 0,0 1 0,1-1 0,-1 1 0,0 0 0,1-1 0,-1 1 0,1 0 0,-1 0 0,1 0 0,0 0 0,-1 0 0,1 0 0,3-1 0,2-1 0,1 1 0,0-1 0,0 1 0,11-1 0,-4 1 0,1 1 0,-1 1 0,1 0 0,-1 1 0,1 0 0,-1 2 0,0-1 0,26 10 0,-35-10 0,0 0 0,0 0 0,-1 1 0,1 0 0,0 0 0,-1 1 0,0-1 0,0 1 0,0 0 0,0 1 0,0-1 0,-1 1 0,0 0 0,0 0 0,0 0 0,-1 1 0,0-1 0,0 1 0,0 0 0,-1 0 0,0 0 0,0 0 0,2 10 0,-3-12 0,-1-1 0,0 1 0,0 0 0,0 0 0,0 0 0,0 0 0,-1 0 0,0-1 0,0 1 0,0 0 0,0-1 0,0 1 0,-1-1 0,0 1 0,-4 6 0,2-5 0,0 0 0,0-1 0,-1 1 0,1-1 0,-1 0 0,0 0 0,0-1 0,-1 0 0,-5 4 0,-4-1 0,1 0 0,-1-1 0,0-1 0,0 0 0,0 0 0,-1-2 0,-18 1 0,24-3 0,0 0 0,0 0 0,0-1 0,0-1 0,0 0 0,-13-4 0,20 5 0,-1 0 0,1 0 0,-1-1 0,1 1 0,0-1 0,0 0 0,0 0 0,0 0 0,0 0 0,0-1 0,0 1 0,1-1 0,-1 0 0,1 0 0,0 1 0,0-2 0,0 1 0,0 0 0,1 0 0,-3-7 0,3 7 0,1 0 0,0 0 0,0 0 0,0 0 0,0 0 0,1 0 0,-1 0 0,1 0 0,-1 0 0,1 1 0,0-1 0,1 0 0,-1 0 0,0 0 0,1 1 0,-1-1 0,1 1 0,0-1 0,3-2 0,4-5 0,1 0 0,20-16 0,-12 13-227,1 1-1,0 0 1,1 1-1,1 1 1,40-13-1,-44 17-6598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8:29.423"/>
    </inkml:context>
    <inkml:brush xml:id="br0">
      <inkml:brushProperty name="width" value="0.05" units="cm"/>
      <inkml:brushProperty name="height" value="0.05" units="cm"/>
      <inkml:brushProperty name="color" value="#FF0066"/>
    </inkml:brush>
  </inkml:definitions>
  <inkml:trace contextRef="#ctx0" brushRef="#br0">50 39 24575,'6'0'0,"-1"-1"0,0 0 0,1-1 0,-1 1 0,0-1 0,8-4 0,10-3 0,-8 5 0,0 1 0,0 1 0,0 0 0,0 1 0,0 0 0,0 1 0,0 1 0,20 4 0,-22-3 0,-1 1 0,1 0 0,-1 1 0,0 0 0,0 1 0,0 1 0,-1 0 0,0 0 0,0 1 0,11 10 0,-20-16 0,0 0 0,0 1 0,0-1 0,0 1 0,-1 0 0,1-1 0,-1 1 0,1 0 0,-1 0 0,0 0 0,0 0 0,0 0 0,0 0 0,0 0 0,0 1 0,0-1 0,-1 0 0,1 0 0,-1 1 0,0-1 0,0 0 0,0 1 0,0-1 0,0 0 0,0 1 0,0-1 0,-1 0 0,1 1 0,-1-1 0,0 0 0,0 0 0,0 0 0,0 1 0,0-1 0,0 0 0,0 0 0,-1 0 0,1-1 0,-1 1 0,1 0 0,-1-1 0,-3 4 0,-6 3 0,0-1 0,0 1 0,-1-2 0,0 0 0,0 0 0,0-1 0,-1-1 0,0 0 0,-24 4 0,6-3 0,0-2 0,0-1 0,-36-2 0,58-1 0,-1 0 0,0 0 0,1-1 0,0 0 0,-1-1 0,-15-6 0,24 9 0,-1-1 0,0 0 0,0 0 0,1 1 0,-1-1 0,0 0 0,1-1 0,-1 1 0,1 0 0,0 0 0,-1-1 0,1 1 0,0-1 0,0 1 0,0-1 0,0 1 0,0-1 0,0 0 0,0 1 0,0-1 0,1 0 0,-1 0 0,1 0 0,-1 1 0,1-1 0,0 0 0,-1 0 0,1 0 0,0 0 0,0 0 0,1 0 0,-1 0 0,0 0 0,1 1 0,-1-1 0,1 0 0,-1 0 0,1 0 0,2-3 0,3-4 0,0-1 0,1 1 0,0 1 0,0-1 0,1 1 0,0 0 0,0 1 0,1 0 0,0 0 0,0 1 0,14-7 0,-8 5 0,0 1 0,0 0 0,1 1 0,0 1 0,1 1 0,31-6 0,-27 9-1365,-3 1-5461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44.484"/>
    </inkml:context>
    <inkml:brush xml:id="br0">
      <inkml:brushProperty name="width" value="0.05" units="cm"/>
      <inkml:brushProperty name="height" value="0.05" units="cm"/>
      <inkml:brushProperty name="color" value="#FF0066"/>
    </inkml:brush>
  </inkml:definitions>
  <inkml:trace contextRef="#ctx0" brushRef="#br0">880 129 24575,'80'-71'0,"-113"120"0,25-38 0,-62 98 0,-83 175 0,70-124 0,-26 51 0,-96 260 0,148-316 0,-100 190 0,143-319 0,-9 16 0,-22 52 0,45-92 0,-1-1 0,1 1 0,0-1 0,-1 1 0,1-1 0,0 1 0,0-1 0,0 1 0,0-1 0,0 1 0,0-1 0,0 1 0,0-1 0,1 1 0,-1-1 0,0 0 0,1 1 0,0-1 0,-1 1 0,1-1 0,0 0 0,-1 0 0,1 1 0,0-1 0,0 0 0,0 0 0,0 0 0,2 1 0,3 3 0,0-1 0,0 0 0,1-1 0,12 6 0,1 0 0,15 14 0,-1 1 0,0 2 0,-2 1 0,37 40 0,-7-7 0,269 223 0,-64-57 0,-17 19 0,-146-112 0,10 10 0,-85-110 0,-18-20 0,1 0 0,0-1 0,0 0 0,21 14 0,-32-25 0,0-1 0,0 1 0,0-1 0,0 0 0,0 0 0,-1 1 0,1-1 0,0 0 0,0 0 0,0 0 0,0 0 0,0 0 0,0 0 0,0-1 0,0 1 0,0 0 0,0 0 0,0-1 0,0 1 0,0 0 0,0-1 0,0 1 0,-1-1 0,1 1 0,0-1 0,0 0 0,-1 1 0,1-1 0,0 0 0,1-1 0,21-30 0,-14 19 0,260-366 0,-110 147 0,349-474 0,-463 646 0,3 2 0,86-81 0,-117 124 0,-2-1 0,28-34 0,-42 48 0,0-1 0,-1 1 0,1 0 0,0-1 0,-1 1 0,1-1 0,-1 1 0,0-1 0,0 1 0,0-1 0,0 1 0,0-1 0,0 1 0,-1 0 0,1-1 0,-1 1 0,0-1 0,0 1 0,0 0 0,0-1 0,0 1 0,-2-3 0,-6-9 0,0 0 0,-13-16 0,13 19 0,-87-105 0,-160-150 0,54 67 0,-133-125 0,229 224 0,41 37 0,-3 3 0,-87-60 0,47 47 0,-88-55 0,191 126 0,-3-3 0,0 1 0,0-1 0,0-1 0,1 1 0,0-1 0,0-1 0,0 1 0,1-1 0,-7-9 0,4 4 0,0 1 0,-1 1 0,0-1 0,0 2 0,-1-1 0,-1 2 0,1-1 0,-26-12 0,37 21-37,0 0 0,0-1 1,-1 1-1,1 0 0,0 0 0,0 0 0,-1-1 0,1 1 0,0 0 0,-1 0 0,1 0 0,0 0 1,-1 0-1,1-1 0,0 1 0,-1 0 0,1 0 0,0 0 0,-1 0 0,1 0 0,0 0 0,-1 0 1,1 0-1,0 0 0,-1 0 0,1 0 0,0 1 0,-1-1 0,1 0 0,0 0 0,0 0 0,-1 0 1,1 0-1,0 1 0,-1-1 0,1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45.437"/>
    </inkml:context>
    <inkml:brush xml:id="br0">
      <inkml:brushProperty name="width" value="0.05" units="cm"/>
      <inkml:brushProperty name="height" value="0.05" units="cm"/>
      <inkml:brushProperty name="color" value="#FF0066"/>
    </inkml:brush>
  </inkml:definitions>
  <inkml:trace contextRef="#ctx0" brushRef="#br0">32 35 24575,'-1'-2'0,"1"0"0,-1-1 0,0 1 0,1 0 0,-1 0 0,0 0 0,0 0 0,0 0 0,0 0 0,-1 0 0,1 1 0,0-1 0,-4-2 0,5 3 0,0 1 0,-1-1 0,1 1 0,0 0 0,-1 0 0,1-1 0,0 1 0,-1 0 0,1 0 0,-1-1 0,1 1 0,0 0 0,-1 0 0,1 0 0,-1 0 0,1 0 0,-1-1 0,1 1 0,0 0 0,-1 0 0,1 0 0,-1 0 0,1 0 0,-1 1 0,0-1 0,1 1 0,-1-1 0,1 1 0,0 0 0,-1-1 0,1 1 0,0 0 0,-1-1 0,1 1 0,0 0 0,0-1 0,0 1 0,0 0 0,0-1 0,0 1 0,0 0 0,0 0 0,0-1 0,0 1 0,0 0 0,0 1 0,32 198 0,-6-49 0,21 319 0,20 132 0,47 20 0,-64-228 0,-14-94 0,-21-168 0,16 84 0,-25-184 0,2-1 0,2 0 0,0-1 0,26 50 0,8 5 0,-36-74 171,-4-11 0,-3-20-1878,-3 2-5119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46.513"/>
    </inkml:context>
    <inkml:brush xml:id="br0">
      <inkml:brushProperty name="width" value="0.05" units="cm"/>
      <inkml:brushProperty name="height" value="0.05" units="cm"/>
      <inkml:brushProperty name="color" value="#FF0066"/>
    </inkml:brush>
  </inkml:definitions>
  <inkml:trace contextRef="#ctx0" brushRef="#br0">1 993 24575,'0'-22'0,"-1"-4"0,1 0 0,2 1 0,0-1 0,1 0 0,12-42 0,1 23 0,2 1 0,1 0 0,2 2 0,3 0 0,50-70 0,-51 84 0,0 1 0,2 1 0,1 1 0,1 2 0,1 0 0,1 2 0,1 1 0,45-23 0,2 6 0,2 4 0,1 3 0,2 4 0,0 3 0,2 4 0,0 4 0,0 3 0,123-1 0,-129 13 0,0 5 0,101 17 0,-138-14 0,-1 2 0,-1 2 0,1 1 0,-2 2 0,0 2 0,40 24 0,27 20 0,110 71 0,-178-105 0,-1 1 0,-1 1 0,47 53 0,-35-32 0,-22-24 0,-1 0 0,-2 2 0,32 50 0,-53-78-49,0 1 1,-1 0-1,1 0 0,-1 0 0,1 0 1,-1 0-1,1 0 0,-1 1 0,1-1 1,-1 0-1,0 0 0,0 0 0,0 0 1,0 0-1,0 0 0,0 1 0,0-1 1,0 0-1,0 0 0,0 0 0,0 0 1,-1 0-1,1 1 0,-1-1 0,1 0 0,-1 0 1,0 1-1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47.769"/>
    </inkml:context>
    <inkml:brush xml:id="br0">
      <inkml:brushProperty name="width" value="0.05" units="cm"/>
      <inkml:brushProperty name="height" value="0.05" units="cm"/>
      <inkml:brushProperty name="color" value="#FF0066"/>
    </inkml:brush>
  </inkml:definitions>
  <inkml:trace contextRef="#ctx0" brushRef="#br0">502 0 24575,'4'0'0,"7"2"0,-11-2 0,0 1 0,0 0 0,1-1 0,-1 1 0,0-1 0,0 1 0,0-1 0,0 1 0,0 0 0,0-1 0,0 1 0,0-1 0,0 1 0,0 0 0,0-1 0,0 1 0,0-1 0,0 1 0,-1-1 0,1 1 0,0 0 0,0-1 0,-1 1 0,-7 15 0,0-1 0,-1-1 0,-1 0 0,0 0 0,-23 24 0,19-23 0,-151 157 0,-25 29 0,182-193 0,1 1 0,0 1 0,0-1 0,1 1 0,0 1 0,1-1 0,0 1 0,0 0 0,1 0 0,-4 20 0,8-30 0,0 0 0,-1 0 0,1 0 0,0 0 0,0 0 0,0 0 0,0 0 0,0 0 0,0 0 0,0 0 0,1 0 0,-1 0 0,0 1 0,0-1 0,1 0 0,-1 0 0,1-1 0,-1 1 0,1 0 0,-1 0 0,1 0 0,0 0 0,-1 0 0,1 0 0,0-1 0,0 1 0,0 0 0,-1-1 0,1 1 0,0-1 0,0 1 0,0-1 0,0 1 0,0-1 0,0 1 0,0-1 0,0 0 0,0 0 0,0 1 0,0-1 0,0 0 0,0 0 0,1 0 0,-1 0 0,0 0 0,0-1 0,0 1 0,0 0 0,1-1 0,8-1 0,0 0 0,0-1 0,-1 0 0,11-6 0,-12 6 0,6-2 0,0 0 0,1 1 0,-1 0 0,1 2 0,-1-1 0,1 2 0,20 0 0,-7 3 0,0 0 0,53 14 0,563 90 0,-592-100 0,0-1 0,69-4 0,-118-1 0,0 0 0,0-1 0,0 1 0,0-1 0,0 1 0,0-1 0,-1 0 0,1 0 0,0 0 0,0-1 0,-1 1 0,1-1 0,-1 1 0,1-1 0,-1 0 0,0 0 0,1 0 0,-1 0 0,2-3 0,-3 3 0,0 0 0,0-1 0,0 1 0,0-1 0,0 1 0,-1-1 0,1 0 0,-1 1 0,1-1 0,-1 1 0,0-1 0,0 0 0,0 1 0,-1-1 0,1 0 0,-1 1 0,1-1 0,-1 1 0,0-1 0,0 1 0,-2-5 0,-16-29 0,-1 1 0,-38-50 0,32 48 0,-45-59 0,-107-109 0,148 175 0,-45-32 0,-1-3 0,62 51-1365,3 1-5461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49.064"/>
    </inkml:context>
    <inkml:brush xml:id="br0">
      <inkml:brushProperty name="width" value="0.05" units="cm"/>
      <inkml:brushProperty name="height" value="0.05" units="cm"/>
      <inkml:brushProperty name="color" value="#FF0066"/>
    </inkml:brush>
  </inkml:definitions>
  <inkml:trace contextRef="#ctx0" brushRef="#br0">5 11 24575,'0'-3'0,"-3"-1"0,2 0 0,4 4 0,4 2 0,2 3 0,1 2 0,0-5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49.517"/>
    </inkml:context>
    <inkml:brush xml:id="br0">
      <inkml:brushProperty name="width" value="0.05" units="cm"/>
      <inkml:brushProperty name="height" value="0.05" units="cm"/>
      <inkml:brushProperty name="color" value="#FF0066"/>
    </inkml:brush>
  </inkml:definitions>
  <inkml:trace contextRef="#ctx0" brushRef="#br0">5 1 24575,'-3'0'0,"2"3"0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50.124"/>
    </inkml:context>
    <inkml:brush xml:id="br0">
      <inkml:brushProperty name="width" value="0.05" units="cm"/>
      <inkml:brushProperty name="height" value="0.05" units="cm"/>
      <inkml:brushProperty name="color" value="#FF0066"/>
    </inkml:brush>
  </inkml:definitions>
  <inkml:trace contextRef="#ctx0" brushRef="#br0">5 0 24575,'0'3'0,"-3"1"0,2 0 0,4-1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50.307"/>
    </inkml:context>
    <inkml:brush xml:id="br0">
      <inkml:brushProperty name="width" value="0.05" units="cm"/>
      <inkml:brushProperty name="height" value="0.05" units="cm"/>
      <inkml:brushProperty name="color" value="#FF0066"/>
    </inkml:brush>
  </inkml:definitions>
  <inkml:trace contextRef="#ctx0" brushRef="#br0">0 0 24575,'0'0'-8191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51.350"/>
    </inkml:context>
    <inkml:brush xml:id="br0">
      <inkml:brushProperty name="width" value="0.05" units="cm"/>
      <inkml:brushProperty name="height" value="0.05" units="cm"/>
      <inkml:brushProperty name="color" value="#FF0066"/>
    </inkml:brush>
  </inkml:definitions>
  <inkml:trace contextRef="#ctx0" brushRef="#br0">0 0 24575,'102'9'0,"-11"0"0,122-9 0,-264 0-1365,34 0-5461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52.220"/>
    </inkml:context>
    <inkml:brush xml:id="br0">
      <inkml:brushProperty name="width" value="0.05" units="cm"/>
      <inkml:brushProperty name="height" value="0.05" units="cm"/>
      <inkml:brushProperty name="color" value="#FF0066"/>
    </inkml:brush>
  </inkml:definitions>
  <inkml:trace contextRef="#ctx0" brushRef="#br0">1 0 24575,'0'10'0,"1"-1"0,0 0 0,1 0 0,0 0 0,1 0 0,0-1 0,0 1 0,1-1 0,0 0 0,0 0 0,1 0 0,0 0 0,0-1 0,1 1 0,0-2 0,9 9 0,11 9 0,2-1 0,54 34 0,-70-50 0,40 25 0,-29-19 0,-1 1 0,25 19 0,-42-27-6,1 0 0,-1 0 0,0 1 0,0 0 0,4 9 0,1 0-1323,-5-8-5497</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53.347"/>
    </inkml:context>
    <inkml:brush xml:id="br0">
      <inkml:brushProperty name="width" value="0.05" units="cm"/>
      <inkml:brushProperty name="height" value="0.05" units="cm"/>
      <inkml:brushProperty name="color" value="#FF0066"/>
    </inkml:brush>
  </inkml:definitions>
  <inkml:trace contextRef="#ctx0" brushRef="#br0">524 0 24575,'-4'1'0,"0"0"0,0 1 0,0-1 0,1 1 0,-1 0 0,1 0 0,-1 0 0,-3 3 0,-1 0 0,-7 5 0,1 0 0,0 1 0,1 1 0,0 0 0,1 1 0,-19 25 0,-53 93 0,61-88 0,-18 53 0,-4 4 0,-12 10 0,-46 100 0,101-203 0,-1 0 0,1 0 0,0 1 0,0-1 0,1 1 0,0-1 0,0 1 0,1-1 0,0 1 0,2 14 0,-1-16 0,1-1 0,0 0 0,0 0 0,0 0 0,0 0 0,1 0 0,0 0 0,0 0 0,0-1 0,0 1 0,1-1 0,0 0 0,0 0 0,0-1 0,8 6 0,29 18 0,48 24 0,5 2 0,-4 8 0,-52-34 0,0-2 0,1-2 0,51 23 0,-78-42 0,1-1 0,0 0 0,0-1 0,0 0 0,0-1 0,1 0 0,17-2 0,23 2 0,-26 5-1365,-17-2-5461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54.314"/>
    </inkml:context>
    <inkml:brush xml:id="br0">
      <inkml:brushProperty name="width" value="0.05" units="cm"/>
      <inkml:brushProperty name="height" value="0.05" units="cm"/>
      <inkml:brushProperty name="color" value="#FF0066"/>
    </inkml:brush>
  </inkml:definitions>
  <inkml:trace contextRef="#ctx0" brushRef="#br0">5697 1 24575,'-7'0'0,"0"1"0,1 0 0,-1 0 0,0 1 0,1-1 0,-1 2 0,1-1 0,-10 5 0,-48 33 0,20-12 0,-23 7 0,-113 44 0,-80 10 0,192-67 0,-578 153 0,-12-43 0,-968 222 0,964-164 0,13 37 0,108-51 0,485-161 279,-39 14-1923,83-25-5182</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56.007"/>
    </inkml:context>
    <inkml:brush xml:id="br0">
      <inkml:brushProperty name="width" value="0.05" units="cm"/>
      <inkml:brushProperty name="height" value="0.05" units="cm"/>
      <inkml:brushProperty name="color" value="#FF0066"/>
    </inkml:brush>
  </inkml:definitions>
  <inkml:trace contextRef="#ctx0" brushRef="#br0">2 18 24575,'-1'6'0,"1"-5"0,0-1 0,0 0 0,0 1 0,0-1 0,0 0 0,-1 0 0,1 1 0,0-1 0,0 0 0,0 1 0,0-1 0,1 0 0,-1 1 0,0-1 0,0 0 0,0 0 0,0 1 0,0-1 0,0 0 0,0 1 0,0-1 0,1 0 0,-1 0 0,0 1 0,0-1 0,0 0 0,1 0 0,-1 1 0,0-1 0,0 0 0,0 0 0,1 0 0,-1 0 0,0 1 0,1-1 0,-1 0 0,0 0 0,0 0 0,1 0 0,-1 0 0,0 0 0,1 0 0,-1 0 0,0 0 0,0 0 0,1 0 0,-1 0 0,0 0 0,1 0 0,-1 0 0,0 0 0,1 0 0,-1 0 0,25 2 0,-1-1 0,0-1 0,0-2 0,31-4 0,13-1 0,37-4 0,-63 5 0,0 2 0,85 4 0,-61 13-1365,-51-11-5461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57.270"/>
    </inkml:context>
    <inkml:brush xml:id="br0">
      <inkml:brushProperty name="width" value="0.05" units="cm"/>
      <inkml:brushProperty name="height" value="0.05" units="cm"/>
      <inkml:brushProperty name="color" value="#FF0066"/>
    </inkml:brush>
  </inkml:definitions>
  <inkml:trace contextRef="#ctx0" brushRef="#br0">34 1 24575,'1'143'0,"-3"179"0,0-297 0,-2-1 0,-7 30 0,-2 7 0,12-59 0,1 0 0,-1 0 0,1 0 0,0 0 0,0 0 0,0 0 0,0 0 0,0 0 0,0 0 0,1-1 0,-1 1 0,0 0 0,1 0 0,0 0 0,-1 0 0,1-1 0,0 1 0,0 0 0,2 2 0,-1-3 0,-1 1 0,1-1 0,0 0 0,0 0 0,1 0 0,-1 0 0,0 0 0,0 0 0,0 0 0,1-1 0,-1 1 0,0-1 0,1 1 0,-1-1 0,5 0 0,232-1 0,-90-2 0,641 35 0,-459-13 0,-198-11 0,125 3 0,-249-11 0,1 0 0,0-1 0,-1-1 0,17-4 0,-25 6 0,0 0 0,0 0 0,0-1 0,0 1 0,0 0 0,0-1 0,0 1 0,0-1 0,0 1 0,0-1 0,0 1 0,0-1 0,0 0 0,0 0 0,0 1 0,-1-1 0,1 0 0,0 0 0,0 0 0,-1 0 0,1 0 0,-1 0 0,1 0 0,-1 0 0,1 0 0,-1 0 0,0 0 0,1 0 0,-1 0 0,0 0 0,0 0 0,0 0 0,0-1 0,0 1 0,0 0 0,0 0 0,0 0 0,-1 0 0,1 0 0,0 0 0,0 0 0,-1 0 0,1 0 0,-1 0 0,1 0 0,-1 0 0,0 0 0,1 0 0,-1 0 0,0 0 0,-1-1 0,-14-18 0,12 16 0,0-1 0,0 0 0,0 0 0,1 0 0,0-1 0,0 1 0,-4-9 0,-3-21 0,-10-71 0,14 70 0,-7-47 0,-5-139 0,18 219 0,0 0 0,0 0 0,0-1 0,-1 1 0,1 0 0,-1 0 0,1 0 0,-1-1 0,0 1 0,0 0 0,-1 0 0,-1-4 0,1 6 0,0-1 0,1 1 0,-1-1 0,0 1 0,0 0 0,0 0 0,0 0 0,0 0 0,0 0 0,0 0 0,0 1 0,0-1 0,-1 1 0,1-1 0,0 1 0,0 0 0,-1 0 0,1 0 0,-3 0 0,-527 5 0,31-15 0,-34 1 0,524 9 0,-18 0 0,28 0 0,-1 0 0,1 0 0,0 0 0,-1 1 0,1-1 0,0 0 0,-1 1 0,1-1 0,0 1 0,0-1 0,-1 1 0,1 0 0,0-1 0,0 1 0,-2 1 0,3 5-1365</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57.675"/>
    </inkml:context>
    <inkml:brush xml:id="br0">
      <inkml:brushProperty name="width" value="0.05" units="cm"/>
      <inkml:brushProperty name="height" value="0.05" units="cm"/>
      <inkml:brushProperty name="color" value="#FF0066"/>
    </inkml:brush>
  </inkml:definitions>
  <inkml:trace contextRef="#ctx0" brushRef="#br0">1 0 24575,'143'9'0,"-49"-2"0,33 0 0,258 5 0,-376-12 0,-3 0 0,-1 0 0,0 0 0,0-1 0,0 1 0,0-1 0,1 0 0,4-2 0,-10 3-20,0 0-1,0 0 0,0 0 1,0 0-1,0 0 0,0-1 0,1 1 1,-1 0-1,0 0 0,0 0 1,0 0-1,0 0 0,0 0 1,0 0-1,0 0 0,0 0 1,0 0-1,0 0 0,0 0 1,0 0-1,0 0 0,1 0 0,-1 0 1,0 0-1,0-1 0,0 1 1,0 0-1,0 0 0,0 0 1,0 0-1,0 0 0,0 0 1,0 0-1,0 0 0,0 0 1,0 0-1,0-1 0,0 1 0,0 0 1,0 0-1,0 0 0,0 0 1,0 0-1,0 0 0,0 0 1,0 0-1,0 0 0,0 0 1,0 0-1,0-1 0,-1 1 1,1 0-1,0 0 0,0 0 0,0 0 1,0 0-1,0 0 0,0 0 1,0 0-1,0 0 0,0 0 1,0 0-1,0 0 0,0 0 1,-1 0-1,-8-4-6805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1:43.394"/>
    </inkml:context>
    <inkml:brush xml:id="br0">
      <inkml:brushProperty name="width" value="0.05" units="cm"/>
      <inkml:brushProperty name="height" value="0.05" units="cm"/>
      <inkml:brushProperty name="color" value="#FF0066"/>
    </inkml:brush>
  </inkml:definitions>
  <inkml:trace contextRef="#ctx0" brushRef="#br0">549 443 24575,'-413'12'0,"304"-8"0,84-5 0,25 1 0,0 0 0,0 0 0,0 0 0,1 0 0,-1 0 0,0 0 0,0 0 0,0 0 0,0 0 0,0 0 0,0 0 0,0-1 0,0 1 0,0 0 0,0 0 0,0 0 0,0 0 0,0 0 0,0 0 0,0 0 0,0 0 0,0 0 0,0-1 0,0 1 0,0 0 0,0 0 0,0 0 0,0 0 0,0 0 0,0 0 0,0 0 0,0 0 0,0 0 0,0-1 0,0 1 0,0 0 0,0 0 0,0 0 0,0 0 0,0 0 0,0 0 0,0 0 0,-1 0 0,1 0 0,0 0 0,0 0 0,0 0 0,0 0 0,0 0 0,0-1 0,0 1 0,0 0 0,0 0 0,0 0 0,-1 0 0,1 0 0,0 0 0,0 0 0,0 0 0,0 0 0,0 0 0,43-14 0,652-110-2464,-605 110 2068,283-39-1093,74-2-2183,69 2 2754,58 5 281,2207-45-5513,6 133 5901,-2296-29 620,-213-5 449,-204-5-797,351-4 3292,-363-3-559,-48 1-1868,-14 5-871,0 0 0,0 0 0,1 0 0,-1 0 0,0 0 1,0 0-1,0 0 0,0 0 0,0-1 0,0 1 1,0 0-1,0 0 0,0 0 0,0 0 0,0 0 0,0 0 1,0 0-1,0 0 0,0 0 0,0 0 0,0-1 1,0 1-1,0 0 0,0 0 0,0 0 0,0 0 0,0 0 1,0 0-1,0 0 0,0 0 0,0 0 0,0-1 1,0 1-1,0 0 0,0 0 0,0 0 0,0 0 0,-1 0 1,1 0-1,0 0 0,0 0 0,0 0 0,0 0 1,0 0-1,0 0 0,0 0 0,0 0 0,0 0 0,0 0 1,0-1-1,-1 1 0,1 0 0,0 0 0,0 0 1,0 0-1,0 0 0,0 0 0,0 0 0,-26-5 2009,-116-2 58,131 6-2195,-83-1-5290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1:44.043"/>
    </inkml:context>
    <inkml:brush xml:id="br0">
      <inkml:brushProperty name="width" value="0.05" units="cm"/>
      <inkml:brushProperty name="height" value="0.05" units="cm"/>
      <inkml:brushProperty name="color" value="#FF0066"/>
    </inkml:brush>
  </inkml:definitions>
  <inkml:trace contextRef="#ctx0" brushRef="#br0">195 263 24575,'-121'-49'0,"58"25"0,53 17 0,16 3 0,25 1 0,467-13-1623,178-8-1901,-274 5 2209,1909-56-5563,5 37 6491,-2067 35 2783,-199 3 744</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1:44.450"/>
    </inkml:context>
    <inkml:brush xml:id="br0">
      <inkml:brushProperty name="width" value="0.05" units="cm"/>
      <inkml:brushProperty name="height" value="0.05" units="cm"/>
      <inkml:brushProperty name="color" value="#FF0066"/>
    </inkml:brush>
  </inkml:definitions>
  <inkml:trace contextRef="#ctx0" brushRef="#br0">47 28 24575,'-11'-3'0,"8"2"0,1 1 0,-1-1 0,1 1 0,-1-1 0,1 0 0,0 0 0,-1 0 0,1 0 0,0 0 0,0 0 0,0-1 0,0 1 0,0-1 0,-2-1 0,4 3 0,0-1 0,0 1 0,0 0 0,0 0 0,0 0 0,0-1 0,0 1 0,0 0 0,0 0 0,0 0 0,0 0 0,0-1 0,0 1 0,0 0 0,0 0 0,1 0 0,-1 0 0,0-1 0,0 1 0,0 0 0,0 0 0,0 0 0,0 0 0,0-1 0,1 1 0,-1 0 0,0 0 0,0 0 0,0 0 0,0 0 0,1 0 0,-1 0 0,0 0 0,0 0 0,0-1 0,0 1 0,1 0 0,-1 0 0,0 0 0,0 0 0,0 0 0,0 0 0,1 0 0,-1 0 0,0 0 0,0 0 0,9-1 0,0 1 0,0-1 0,0 1 0,0 1 0,0-1 0,9 3 0,-6-1 0,531 117-1597,-475-101 1342,1549 460-7082,-1085-312 6682,-183-59-645,1110 335-1042,7-49 1631,-1375-372 897,516 103 3807,-545-120-1549,-61-3-2388,0-1 1,0 0 0,0 0 0,0 0-1,0 0 1,0 0 0,0-1 0,0 1 0,0 0-1,0 0 1,0 0 0,0-1 0,0 1-1,0-1 1,0 1 0,0-1 0,0 1-1,0-1 1,0 1 0,-1-1 0,1 0-1,1 0 1,-2 0 46,-1 0 0,1 0 1,0 0-1,0 0 0,0 0 0,-1 0 0,1 0 0,0 0 0,-1 0 0,1 1 1,-1-1-1,1 0 0,-1 0 0,1 0 0,-1 1 0,1-1 0,-1 0 1,0 1-1,1-1 0,-1 1 0,-1-2 0,-33-23-308,-8-2-3781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1:44.842"/>
    </inkml:context>
    <inkml:brush xml:id="br0">
      <inkml:brushProperty name="width" value="0.05" units="cm"/>
      <inkml:brushProperty name="height" value="0.05" units="cm"/>
      <inkml:brushProperty name="color" value="#FF0066"/>
    </inkml:brush>
  </inkml:definitions>
  <inkml:trace contextRef="#ctx0" brushRef="#br0">8250 14 24575,'3'-2'0,"0"0"0,0 1 0,0-1 0,0 1 0,0 0 0,0 0 0,0 0 0,0 0 0,0 0 0,1 1 0,-1 0 0,0-1 0,0 1 0,1 0 0,-1 1 0,0-1 0,4 1 0,-7-1 0,0 0 0,1 0 0,-1 1 0,1-1 0,-1 0 0,0 0 0,1 1 0,-1-1 0,0 0 0,0 0 0,1 1 0,-1-1 0,0 0 0,0 1 0,1-1 0,-1 0 0,0 1 0,0-1 0,0 1 0,0-1 0,1 0 0,-1 1 0,0-1 0,0 1 0,0-1 0,0 0 0,0 1 0,0-1 0,0 1 0,0-1 0,0 0 0,0 1 0,0-1 0,-1 1 0,1 0 0,-9 15 0,-1-4 0,-1-1 0,0 0 0,-1 0 0,0-1 0,-15 9 0,21-15 0,-286 179-691,-24-20-742,-974 388-4689,-39-94 2573,-36-53 2415,-1462 233 1,2794-631 1210,-289 47 1211,9-21 2774,308-32-3983,-8 2 428,1-2 0,-1 0-1,0 0 1,1-1 0,-1-1-1,-18-4 1,30 6-436,0 0-1,0-1 1,1 1 0,-1 0 0,0-1-1,0 1 1,0 0 0,0-1-1,1 1 1,-1-1 0,0 0-1,0 1 1,1-1 0,-1 0-1,0 1 1,1-1 0,-1 0-1,1 1 1,-1-1 0,1 0 0,-1 0-1,1 0 1,-1 0 0,1 0-1,0 1 1,0-1 0,-1 0-1,1 0 1,0 0 0,0 0-1,0 0 1,0 0 0,0-1-1,1-1-66,0 0-1,0 1 0,0-1 0,0 0 1,0 0-1,1 1 0,-1-1 0,4-3 1,12-14-5619</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1:55.500"/>
    </inkml:context>
    <inkml:brush xml:id="br0">
      <inkml:brushProperty name="width" value="0.05" units="cm"/>
      <inkml:brushProperty name="height" value="0.05" units="cm"/>
      <inkml:brushProperty name="color" value="#FF0066"/>
    </inkml:brush>
  </inkml:definitions>
  <inkml:trace contextRef="#ctx0" brushRef="#br0">1 132 24575,'13'-28'0,"-9"17"0,0 1 0,0 1 0,1-1 0,1 1 0,-1-1 0,1 2 0,1-1 0,14-14 0,-21 23 0,1-1 0,0 1 0,-1-1 0,1 1 0,0-1 0,0 1 0,-1 0 0,1 0 0,0-1 0,0 1 0,-1 0 0,1 0 0,0 0 0,0 0 0,0 0 0,-1 0 0,1 0 0,0 0 0,0 0 0,-1 0 0,1 0 0,0 1 0,0-1 0,0 0 0,-1 0 0,1 1 0,0-1 0,-1 1 0,1-1 0,0 0 0,-1 1 0,1 0 0,-1-1 0,1 1 0,0-1 0,-1 1 0,1-1 0,-1 1 0,0 0 0,1 0 0,-1-1 0,0 1 0,1 0 0,2 5 0,0 0 0,-1 1 0,0-1 0,2 7 0,-4-13 0,11 59 0,-2 0 0,3 104 0,-11-125 0,6 584 31,-8-405-1427,1-194-5430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1:55.780"/>
    </inkml:context>
    <inkml:brush xml:id="br0">
      <inkml:brushProperty name="width" value="0.05" units="cm"/>
      <inkml:brushProperty name="height" value="0.05" units="cm"/>
      <inkml:brushProperty name="color" value="#FF0066"/>
    </inkml:brush>
  </inkml:definitions>
  <inkml:trace contextRef="#ctx0" brushRef="#br0">0 1 24575,'1944'0'-2676,"-1891"0"-2839</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1:57.460"/>
    </inkml:context>
    <inkml:brush xml:id="br0">
      <inkml:brushProperty name="width" value="0.05" units="cm"/>
      <inkml:brushProperty name="height" value="0.05" units="cm"/>
      <inkml:brushProperty name="color" value="#FF0066"/>
    </inkml:brush>
  </inkml:definitions>
  <inkml:trace contextRef="#ctx0" brushRef="#br0">1 394 24575,'1'-5'0,"0"0"0,0 0 0,0-1 0,1 1 0,0 0 0,4-8 0,3-10 0,10-44 0,4 1 0,44-93 0,-65 155 0,0 0 0,1 0 0,-1 1 0,1-1 0,0 1 0,5-7 0,-7 10 0,-1 0 0,0 0 0,1-1 0,-1 1 0,0 0 0,1 0 0,-1-1 0,1 1 0,-1 0 0,0 0 0,1 0 0,-1 0 0,1 0 0,-1 0 0,1 0 0,-1 0 0,0 0 0,1 0 0,-1 0 0,1 0 0,-1 0 0,1 0 0,-1 0 0,0 0 0,1 0 0,-1 1 0,1-1 0,0 1 0,0 0 0,0 1 0,0-1 0,0 0 0,0 0 0,0 0 0,0 1 0,-1-1 0,1 1 0,-1-1 0,1 0 0,0 4 0,68 289 0,-47-191 0,-18-81 0,-2-10 0,1 1 0,6 16 0,-9-29 0,0 1 0,0-1 0,0 0 0,0 1 0,0-1 0,0 0 0,0 1 0,1-1 0,-1 0 0,0 1 0,0-1 0,0 0 0,1 1 0,-1-1 0,0 0 0,0 0 0,0 1 0,1-1 0,-1 0 0,0 0 0,1 0 0,-1 1 0,0-1 0,1 0 0,-1 0 0,0 0 0,1 0 0,-1 0 0,0 1 0,1-1 0,-1 0 0,0 0 0,1 0 0,7-10 0,3-18 0,27-163 0,-18 81 0,-19 100 0,-1 6 0,1 1 0,-1-1 0,1 1 0,-1-1 0,1 1 0,0-1 0,1 1 0,-1-1 0,2-2 0,-2 6 0,-1 1 0,1-1 0,-1 1 0,1-1 0,-1 1 0,1-1 0,-1 1 0,0-1 0,1 1 0,-1-1 0,0 1 0,1 0 0,-1-1 0,0 1 0,0 0 0,1-1 0,-1 1 0,0 0 0,0-1 0,0 1 0,0 1 0,5 20 0,-5-21 0,15 68 0,4-1 0,27 69 0,-42-125 0,-2-6 0,0 0 0,0-1 0,1 1 0,0-1 0,0 1 0,0-1 0,0 0 0,7 7 0,-10-11 0,1-1 0,-1 0 0,1 0 0,-1 1 0,1-1 0,-1 0 0,1 0 0,-1 1 0,1-1 0,0 0 0,-1 0 0,1 0 0,-1 0 0,1 0 0,0 0 0,-1 0 0,1 0 0,-1 0 0,1 0 0,0 0 0,-1-1 0,1 1 0,-1 0 0,1 0 0,-1 0 0,1-1 0,-1 1 0,1 0 0,-1-1 0,1 1 0,-1 0 0,1-1 0,-1 1 0,1-1 0,-1 1 0,0-1 0,1 1 0,-1-1 0,0 1 0,0-1 0,1 1 0,-1-2 0,13-25 0,-13 25 0,40-150 0,-29 104 0,25-76 0,-35 122 0,0 0 0,0 0 0,0 0 0,0 1 0,0-1 0,0 0 0,0 0 0,0 1 0,1-1 0,-1 0 0,1 1 0,2-3 0,-4 4 0,1 0 0,-1 0 0,0 0 0,0 0 0,1 0 0,-1-1 0,0 1 0,0 0 0,1 0 0,-1 0 0,0 0 0,0 0 0,1 0 0,-1 0 0,0 1 0,0-1 0,1 0 0,-1 0 0,0 0 0,0 0 0,1 0 0,-1 0 0,0 0 0,0 0 0,1 1 0,-1-1 0,0 0 0,0 0 0,0 0 0,0 1 0,1-1 0,-1 0 0,5 18 0,1 36 0,20 84 0,-20-115 0,1-1 0,1 1 0,1-1 0,1 0 0,1-1 0,16 22 0,-27-42 0,1 0 0,-1 0 0,1 0 0,0 0 0,-1 0 0,1 0 0,0 0 0,0-1 0,-1 1 0,1 0 0,0-1 0,0 1 0,0 0 0,0-1 0,0 1 0,0-1 0,0 1 0,0-1 0,0 0 0,0 0 0,2 1 0,-2-1 0,0-1 0,0 1 0,0 0 0,-1-1 0,1 1 0,0-1 0,0 1 0,0-1 0,0 1 0,-1-1 0,1 1 0,0-1 0,-1 0 0,1 1 0,0-1 0,-1 0 0,1 0 0,-1 0 0,1-1 0,3-6 0,0 0 0,-1 0 0,-1-1 0,3-9 0,-4 13 0,14-63 0,14-49 0,-28 116 0,-1 0 0,0 0 0,1-1 0,-1 1 0,0 0 0,1 0 0,0 0 0,-1-1 0,1 1 0,0 0 0,0 0 0,-1 0 0,1 0 0,0 0 0,0 0 0,1 0 0,-1 1 0,-1 0 0,1 0 0,-1 0 0,0 0 0,1 0 0,-1 0 0,1 0 0,-1 0 0,1 0 0,-1 1 0,0-1 0,1 0 0,-1 0 0,1 0 0,-1 1 0,0-1 0,1 0 0,-1 1 0,0-1 0,1 0 0,-1 1 0,0-1 0,0 0 0,1 1 0,-1-1 0,0 0 0,0 1 0,0-1 0,1 1 0,2 7 0,0 1 0,0-1 0,2 11 0,-4-14 0,1 3 0,19 66 0,-18-65 0,1-1 0,0 0 0,0 0 0,0 0 0,1 0 0,8 9 0,-12-16 0,-1 0 0,1 0 0,0 0 0,0 0 0,-1 0 0,1-1 0,0 1 0,0 0 0,0 0 0,0-1 0,0 1 0,0-1 0,0 1 0,0-1 0,0 1 0,0-1 0,1 0 0,-1 1 0,0-1 0,0 0 0,0 0 0,0 0 0,1 0 0,-1 0 0,0 0 0,0 0 0,0 0 0,0 0 0,1-1 0,-1 1 0,0 0 0,0-1 0,0 1 0,0-1 0,0 1 0,0-1 0,0 0 0,0 1 0,0-1 0,0 0 0,0 0 0,1-1 0,3-5 0,0 1 0,0-1 0,-1 0 0,8-16 0,-8 15 0,25-49 0,36-65 0,-63 119 0,0-1 0,0 0 0,1 1 0,0 0 0,4-5 0,-7 8 0,1-1 0,-1 1 0,1 0 0,-1-1 0,1 1 0,0 0 0,-1-1 0,1 1 0,-1 0 0,1 0 0,-1 0 0,1-1 0,0 1 0,-1 0 0,1 0 0,-1 0 0,1 0 0,0 0 0,-1 0 0,1 0 0,-1 1 0,1-1 0,0 0 0,-1 0 0,1 0 0,-1 0 0,1 1 0,-1-1 0,1 0 0,-1 1 0,1-1 0,-1 0 0,1 1 0,-1-1 0,1 1 0,-1-1 0,1 1 0,-1-1 0,0 1 0,1-1 0,-1 1 0,0-1 0,0 1 0,1-1 0,-1 2 0,8 15 0,0 0 0,-2 0 0,8 31 0,9 24 0,-18-59 0,1-1 0,0 1 0,1-1 0,16 22 0,-21-31 0,0-1 0,1 1 0,-1-1 0,0 0 0,1 0 0,0 0 0,-1 0 0,1-1 0,0 1 0,0-1 0,6 3 0,-7-4 0,1 0 0,-1 0 0,0 1 0,0-1 0,0 0 0,1-1 0,-1 1 0,0 0 0,0-1 0,1 1 0,-1-1 0,0 0 0,0 0 0,0 0 0,0 0 0,0 0 0,0 0 0,0 0 0,2-3 0,9-8 0,-1 0 0,0-1 0,-1 0 0,-1-1 0,0 0 0,9-17 0,-4 7 0,19-24 0,-33 47 0,0-1 0,0 1 0,0 0 0,0 0 0,0 0 0,0 0 0,1 0 0,-1 0 0,0 0 0,1 0 0,-1 0 0,0 0 0,1 1 0,-1-1 0,1 0 0,-1 1 0,1 0 0,0-1 0,1 1 0,-1 0 0,-1 0 0,0 1 0,1-1 0,-1 1 0,0-1 0,0 1 0,0-1 0,1 1 0,-1 0 0,0-1 0,0 1 0,0 0 0,0 0 0,0 0 0,0 0 0,0 0 0,-1 0 0,2 2 0,3 6 0,0 1 0,0 0 0,-1 0 0,4 17 0,-4-14 0,6 21 0,-7-22 0,0 1 0,1-1 0,1 0 0,0 0 0,0 0 0,14 20 0,-9-22-1365,-1-6-5461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0.414"/>
    </inkml:context>
    <inkml:brush xml:id="br0">
      <inkml:brushProperty name="width" value="0.05" units="cm"/>
      <inkml:brushProperty name="height" value="0.05" units="cm"/>
      <inkml:brushProperty name="color" value="#FF0066"/>
    </inkml:brush>
  </inkml:definitions>
  <inkml:trace contextRef="#ctx0" brushRef="#br0">0 38 24575,'1'0'0,"-1"0"0,0-1 0,0 1 0,0 0 0,0 0 0,0 0 0,0 0 0,1 0 0,-1 0 0,0 0 0,0 0 0,0 0 0,0 0 0,0 0 0,1 0 0,-1 0 0,0 0 0,0 0 0,0 0 0,0 0 0,0 0 0,1 0 0,-1 0 0,0 0 0,0 0 0,0 0 0,0 0 0,0 0 0,1 0 0,-1 0 0,0 0 0,0 0 0,0 0 0,0 0 0,0 0 0,0 0 0,1 0 0,-1 1 0,0-1 0,0 0 0,0 0 0,0 0 0,0 0 0,0 0 0,0 1 0,6 10 0,0 17 0,-5-25 0,7 43 0,2 86 0,-10 49 0,-2-85 0,2-39 0,0 74 0,0-127 0,1 0 0,-1 0 0,0-1 0,1 1 0,0 0 0,0 0 0,0-1 0,0 1 0,1-1 0,-1 1 0,1-1 0,0 0 0,0 1 0,0-1 0,4 4 0,-2-4 0,-1-1 0,0 0 0,1 0 0,-1 0 0,1 0 0,0 0 0,0-1 0,-1 1 0,1-1 0,0 0 0,0 0 0,0-1 0,0 1 0,6-1 0,234 0 0,-117-3 0,1015 43-828,-866-25 737,-70-3 91,477 6 0,-663-19 12,63-5-39,-72 4 55,-1 0 0,1 0 0,-1-1 0,0 0 0,14-6 0,-23 8-17,1 1-1,-1-1 1,0 1-1,0-1 1,0 1 0,0-1-1,0 0 1,0 0-1,0 1 1,0-1 0,0 0-1,0 0 1,-1 0-1,1 0 1,0 0 0,-1 0-1,1 0 1,0 0-1,-1-1 1,1 1 0,-1 0-1,0 0 1,1 0-1,-1-1 1,0 1 0,0 0-1,0 0 1,0-1-1,0 1 1,0 0 0,0 0-1,0-1 1,0 1-1,-1 0 1,1 0 0,0 0-1,-1-1 1,1 1-1,-1 0 1,0 0 0,1 0-1,-1 0 1,0 0-1,1 0 1,-1 0-1,-1-1 1,-5-5 43,1-1-1,-1 2 1,-1-1 0,-11-8-1,-21-13-53,21 16 0,1-1 0,1-1 0,-20-19 0,32 28 0,0 0 0,1-1 0,0 0 0,0 0 0,0 0 0,1 0 0,0-1 0,0 1 0,1-1 0,-1 0 0,1 1 0,1-1 0,0 0 0,-1-10 0,2-5 0,1 0 0,1 0 0,1 0 0,10-36 0,-7 38 0,-2 0 0,0 0 0,-1-1 0,-1 0 0,-2-34 0,-1 50 0,0 1 0,0 0 0,0 0 0,-1 0 0,1 0 0,-1 0 0,0 0 0,0 1 0,-1-1 0,1 1 0,-1-1 0,0 1 0,0 0 0,0 0 0,0 0 0,0 0 0,-1 1 0,1-1 0,-1 1 0,0 0 0,0 0 0,1 0 0,-8-1 0,-10-5 0,-1 2 0,0 0 0,-28-3 0,31 6 0,-501-55-463,374 47 282,-630-47-871,-2 34 665,762 24 379,6 0 161,0 0-1,-1 0 0,-18 4 1,28-4-157,1 0 1,-1 0-1,1 0 1,-1 0 0,1 0-1,-1 0 1,1 0 0,0 1-1,-1-1 1,1 0-1,-1 0 1,1 0 0,-1 0-1,1 1 1,-1-1 0,1 0-1,0 0 1,-1 1-1,1-1 1,-1 0 0,1 1-1,0-1 1,-1 0-1,1 1 1,0-1 0,-1 1-1,1-1 1,0 0 0,0 1-1,0-1 1,-1 1-1,1-1 1,0 1 0,0-1-1,0 1 1,0-1-1,0 1 1,0-1 0,0 1-1,0-1 1,0 1 0,0-1-1,0 1 1,0 0-1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2.977"/>
    </inkml:context>
    <inkml:brush xml:id="br0">
      <inkml:brushProperty name="width" value="0.05" units="cm"/>
      <inkml:brushProperty name="height" value="0.05" units="cm"/>
      <inkml:brushProperty name="color" value="#FF0066"/>
    </inkml:brush>
  </inkml:definitions>
  <inkml:trace contextRef="#ctx0" brushRef="#br0">9 152 24575,'-1'-1'0,"0"0"0,0 0 0,1 0 0,-1 0 0,0 0 0,1 0 0,-1 0 0,0 0 0,1 0 0,0 0 0,-1 0 0,1 0 0,0-1 0,-1 1 0,1 0 0,0 0 0,0 0 0,0-1 0,0 1 0,0 0 0,0 0 0,1 0 0,-1-1 0,0 1 0,0 0 0,1 0 0,-1 0 0,1 0 0,-1 0 0,1 0 0,0 0 0,-1 0 0,1 0 0,0 0 0,0 0 0,-1 0 0,1 0 0,0 0 0,0 1 0,0-1 0,0 0 0,2 0 0,3-4 0,0 1 0,0 1 0,0-1 0,1 1 0,12-5 0,34-5 0,1 2 0,88-7 0,-93 13 0,124-8 338,21-3-2041,-166 13-5123</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3.117"/>
    </inkml:context>
    <inkml:brush xml:id="br0">
      <inkml:brushProperty name="width" value="0.05" units="cm"/>
      <inkml:brushProperty name="height" value="0.05" units="cm"/>
      <inkml:brushProperty name="color" value="#FF0066"/>
    </inkml:brush>
  </inkml:definitions>
  <inkml:trace contextRef="#ctx0" brushRef="#br0">127 0 24575,'-6'3'0,"-8"4"0,-5 3 0,-1 4 0,-1 2 0,3 1 0,5 4 0,5 4 0,3 3 0,3 4 0,4 2 0,3 1 0,2 0 0,4 4 0,3 0 0,-1-6-8191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3.413"/>
    </inkml:context>
    <inkml:brush xml:id="br0">
      <inkml:brushProperty name="width" value="0.05" units="cm"/>
      <inkml:brushProperty name="height" value="0.05" units="cm"/>
      <inkml:brushProperty name="color" value="#FF0066"/>
    </inkml:brush>
  </inkml:definitions>
  <inkml:trace contextRef="#ctx0" brushRef="#br0">0 249 24575,'6'-17'0,"0"1"0,1 0 0,1 0 0,0 1 0,1 0 0,1 0 0,0 1 0,1 0 0,0 1 0,23-21 0,-25 27 0,0 0 0,0 1 0,0 0 0,1 0 0,0 1 0,1 0 0,-1 1 0,1 0 0,0 0 0,0 2 0,0-1 0,0 1 0,0 1 0,0 0 0,1 0 0,-1 1 0,18 3 0,-26-3 0,0 0 0,1 1 0,-1-1 0,0 1 0,0 0 0,0 0 0,0 0 0,0 0 0,0 1 0,0-1 0,0 1 0,0 0 0,-1 0 0,1 0 0,-1 0 0,1 0 0,-1 1 0,0-1 0,0 1 0,0-1 0,0 1 0,0 0 0,1 3 0,-2-2 0,0 1 0,0-1 0,0 1 0,0 0 0,-1-1 0,0 1 0,0 0 0,0-1 0,-1 1 0,1-1 0,-1 1 0,0 0 0,0-1 0,-1 0 0,-3 9 0,-6 8 0,0 0 0,-2-1 0,0 0 0,-30 32 0,-20 32 0,61-82 0,0 1 0,0 0 0,1 0 0,-1 0 0,1 0 0,0 0 0,0 1 0,0-1 0,0 0 0,0 6 0,1-8 0,0 1 0,0-1 0,0 1 0,1-1 0,-1 1 0,1-1 0,-1 1 0,1-1 0,0 0 0,-1 1 0,1-1 0,0 0 0,0 1 0,0-1 0,0 0 0,0 0 0,0 0 0,0 0 0,1 0 0,-1 0 0,0 0 0,1 0 0,-1 0 0,2 0 0,16 7-169,0-2 0,0 0 0,0-1 0,1 0 0,0-2 0,30 2 0,-46-5-13,47 4-6644</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39:59.430"/>
    </inkml:context>
    <inkml:brush xml:id="br0">
      <inkml:brushProperty name="width" value="0.05" units="cm"/>
      <inkml:brushProperty name="height" value="0.05" units="cm"/>
      <inkml:brushProperty name="color" value="#FF0066"/>
    </inkml:brush>
  </inkml:definitions>
  <inkml:trace contextRef="#ctx0" brushRef="#br0">183 106 24575,'1'6'0,"0"-1"0,0 0 0,1 1 0,-1-1 0,1 0 0,4 7 0,3 12 0,0 12 0,-1 1 0,-2 1 0,1 48 0,-6 118 0,-2-120 0,1-59 0,-1-9 0,1-1 0,0 1 0,1 0 0,5 21 0,-5-33 0,0 0 0,1 0 0,-1 0 0,1-1 0,0 1 0,0 0 0,0-1 0,0 1 0,0-1 0,1 0 0,0 0 0,0 0 0,0 0 0,0 0 0,0 0 0,0-1 0,1 0 0,-1 1 0,1-1 0,-1-1 0,8 3 0,5 1 0,0 0 0,1-2 0,0 0 0,-1-1 0,21 0 0,87-7 0,-99 4 0,1003-27-782,-366 54 782,-71-2 0,-565-23 0,-16 0 0,0 0 0,0-1 0,0 0 0,0-1 0,0 0 0,-1 0 0,1-1 0,13-4 0,-22 5 7,-1 1 0,1 0 0,0-1 0,-1 1 0,1 0 0,-1-1 0,1 1 0,-1 0 0,1-1 0,0 1-1,-1-1 1,0 1 0,1-1 0,-1 0 0,1 1 0,-1-1 0,0 1 0,1-1 0,-1 0 0,0 1 0,0-1 0,1 0 0,-1 1 0,0-1 0,0 0 0,0 1 0,0-1 0,0 0 0,0 0 0,0 1 0,0-1 0,0 0 0,0 1 0,0-1 0,-1 0 0,1 1 0,0-1 0,0 0 0,-1 1 0,1-1 0,0 1 0,-1-2 0,-22-26 424,16 21-380,-3-6-51,1-1 0,0 0 0,1 0 0,1 0 0,0-1 0,1 0 0,1 0 0,0-1 0,1 0 0,1 0 0,0 0 0,0-26 0,2 1 0,1 0 0,3 0 0,14-73 0,-9 75 0,1 1 0,3 0 0,30-66 0,-41 103 0,-1-1 0,1 1 0,0 0 0,-1-1 0,1 1 0,-1 0 0,0-1 0,1 1 0,-1 0 0,0-1 0,0 1 0,0-1 0,0 1 0,0-1 0,0 1 0,0 0 0,0-1 0,-1-2 0,0 3 0,0 0 0,0 0 0,0 0 0,0 0 0,0 1 0,0-1 0,0 0 0,-1 0 0,1 1 0,0-1 0,0 1 0,0-1 0,-1 1 0,1-1 0,0 1 0,-1 0 0,1 0 0,0 0 0,-1 0 0,-2 0 0,-509-23 20,283 14-222,-297-15-653,-1056-24 801,1576 48-23,-11 0-476,-33 4 0,33 0-5364</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2.226"/>
    </inkml:context>
    <inkml:brush xml:id="br0">
      <inkml:brushProperty name="width" value="0.05" units="cm"/>
      <inkml:brushProperty name="height" value="0.05" units="cm"/>
      <inkml:brushProperty name="color" value="#FF0066"/>
    </inkml:brush>
  </inkml:definitions>
  <inkml:trace contextRef="#ctx0" brushRef="#br0">81 53 24575,'-6'0'0,"-8"-2"0,-5-2 0,-1 0 0,5-2 0,8 0 0,11 1 0,14 1 0,13-1 0,9-1 0,8 2 0,7 1 0,3 1 0,1 1 0,-4 0 0,-6 1 0,-7 0 0,-12 0-8191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2.398"/>
    </inkml:context>
    <inkml:brush xml:id="br0">
      <inkml:brushProperty name="width" value="0.05" units="cm"/>
      <inkml:brushProperty name="height" value="0.05" units="cm"/>
      <inkml:brushProperty name="color" value="#FF0066"/>
    </inkml:brush>
  </inkml:definitions>
  <inkml:trace contextRef="#ctx0" brushRef="#br0">198 19 24575,'-12'-4'0,"0"0"0,-1 1 0,1 0 0,-1 1 0,0 1 0,1 0 0,-1 0 0,-20 3 0,30-2 0,0 0 0,1 0 0,-1 1 0,1-1 0,-1 1 0,1-1 0,-1 1 0,1 0 0,-1 0 0,1 0 0,0 0 0,-1 1 0,1-1 0,0 1 0,0-1 0,0 1 0,0 0 0,0 0 0,1 0 0,-1 0 0,0 0 0,1 0 0,0 0 0,-1 0 0,1 1 0,0-1 0,0 1 0,0-1 0,0 1 0,0 4 0,-1 6 0,0 1 0,1-1 0,1 1 0,3 24 0,-2-17 0,4 57-455,4-1 0,27 113 0,-27-158-6371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0:02.585"/>
    </inkml:context>
    <inkml:brush xml:id="br0">
      <inkml:brushProperty name="width" value="0.05" units="cm"/>
      <inkml:brushProperty name="height" value="0.05" units="cm"/>
      <inkml:brushProperty name="color" value="#FF0066"/>
    </inkml:brush>
  </inkml:definitions>
  <inkml:trace contextRef="#ctx0" brushRef="#br0">1 0 24575,'0'3'0,"0"4"0,0 4 0,0 6 0,0 5 0,0 6 0,0 4 0,0 5 0,0 2 0,0-6-8191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00.269"/>
    </inkml:context>
    <inkml:brush xml:id="br0">
      <inkml:brushProperty name="width" value="0.05" units="cm"/>
      <inkml:brushProperty name="height" value="0.05" units="cm"/>
      <inkml:brushProperty name="color" value="#FF0066"/>
    </inkml:brush>
  </inkml:definitions>
  <inkml:trace contextRef="#ctx0" brushRef="#br0">0 24 24575,'12'-18'0,"-8"13"0,-1 24 0,29 698 0,-30-335-1365,-2-359-5461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00.616"/>
    </inkml:context>
    <inkml:brush xml:id="br0">
      <inkml:brushProperty name="width" value="0.05" units="cm"/>
      <inkml:brushProperty name="height" value="0.05" units="cm"/>
      <inkml:brushProperty name="color" value="#FF0066"/>
    </inkml:brush>
  </inkml:definitions>
  <inkml:trace contextRef="#ctx0" brushRef="#br0">31 36 24575,'-2'0'0,"-1"0"0,1-1 0,0 1 0,-1 0 0,1-1 0,0 0 0,0 0 0,-1 1 0,-2-3 0,4 2 0,1 1 0,0 0 0,0 0 0,-1 0 0,1 0 0,0 0 0,0-1 0,0 1 0,-1 0 0,1 0 0,0 0 0,0 0 0,0-1 0,0 1 0,0 0 0,-1 0 0,1-1 0,0 1 0,0 0 0,0 0 0,0-1 0,0 1 0,0 0 0,0 0 0,0-1 0,0 1 0,0 0 0,0 0 0,0-1 0,0 1 0,0-1 0,13-6 0,10 2 0,-1 2 0,1 0 0,0 1 0,0 1 0,33 4 0,-19-2 0,1401 89-2441,-1050-60 2008,-269-21 125,536 18 1416,-644-28-7225</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02.844"/>
    </inkml:context>
    <inkml:brush xml:id="br0">
      <inkml:brushProperty name="width" value="0.05" units="cm"/>
      <inkml:brushProperty name="height" value="0.05" units="cm"/>
      <inkml:brushProperty name="color" value="#FF0066"/>
    </inkml:brush>
  </inkml:definitions>
  <inkml:trace contextRef="#ctx0" brushRef="#br0">1 441 24575,'0'-11'0,"-1"-15"0,2-1 0,6-33 0,-6 50 0,2 1 0,-1 0 0,1 0 0,1 0 0,0 0 0,0 0 0,1 1 0,0 0 0,11-15 0,10-7 0,0 1 0,41-34 0,-54 52 0,1 1 0,0 0 0,0 1 0,1 1 0,0 0 0,0 1 0,1 0 0,17-3 0,-15 6 0,1 1 0,0 1 0,0 0 0,-1 2 0,27 2 0,-3 2 0,54 14 0,-81-15 0,0 1 0,0 1 0,-1 0 0,1 1 0,-1 0 0,0 1 0,-1 1 0,0 0 0,0 1 0,-1 1 0,0-1 0,-1 2 0,20 22 0,-1 5 0,35 57 0,-18-20 0,-21-37 0,-3 1 0,-1 0 0,-2 2 0,16 44 0,-28-64 0,0 0 0,2 0 0,23 36 0,46 53 0,-55-78 0,-14-21 0,0 0 0,1 0 0,0-1 0,1 0 0,0-1 0,0 0 0,1-1 0,0-1 0,1 0 0,-1 0 0,1-1 0,1-1 0,23 5 0,-7-3 0,0-2 0,0-1 0,0-2 0,0-1 0,51-4 0,-61 0 0,-1-1 0,1-1 0,-1 0 0,-1-2 0,1 0 0,-1-1 0,-1-1 0,1-1 0,-1-1 0,-1 0 0,29-25 0,-7 2 0,50-56 0,-61 60 0,15-16-1365,-31 33-5461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04.202"/>
    </inkml:context>
    <inkml:brush xml:id="br0">
      <inkml:brushProperty name="width" value="0.05" units="cm"/>
      <inkml:brushProperty name="height" value="0.05" units="cm"/>
      <inkml:brushProperty name="color" value="#FF0066"/>
    </inkml:brush>
  </inkml:definitions>
  <inkml:trace contextRef="#ctx0" brushRef="#br0">0 1 24575,'5'51'0,"0"-12"0,38 1327 0,-76-937-1365,31-412-5461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04.655"/>
    </inkml:context>
    <inkml:brush xml:id="br0">
      <inkml:brushProperty name="width" value="0.05" units="cm"/>
      <inkml:brushProperty name="height" value="0.05" units="cm"/>
      <inkml:brushProperty name="color" value="#FF0066"/>
    </inkml:brush>
  </inkml:definitions>
  <inkml:trace contextRef="#ctx0" brushRef="#br0">20 39 24575,'-10'-12'0,"0"1"0,10 11 0,1-1 0,-1 1 0,0-1 0,0 1 0,0 0 0,0-1 0,1 1 0,-1-1 0,0 1 0,0 0 0,1-1 0,-1 1 0,0 0 0,1-1 0,-1 1 0,0 0 0,1-1 0,-1 1 0,0 0 0,1 0 0,-1 0 0,1-1 0,-1 1 0,1 0 0,-1 0 0,0 0 0,1 0 0,-1 0 0,1 0 0,-1 0 0,1 0 0,-1 0 0,1 0 0,-1 0 0,1 0 0,27-4 0,0 2 0,0 1 0,34 2 0,-17 1 0,1421 45-2689,-630-16 1537,-508-20 1386,1184 24-2147,-1477-35 2279,-11 1 261,0-1 1,1-1 0,-1-1 0,34-8 0,-51 7-767</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06.917"/>
    </inkml:context>
    <inkml:brush xml:id="br0">
      <inkml:brushProperty name="width" value="0.05" units="cm"/>
      <inkml:brushProperty name="height" value="0.05" units="cm"/>
      <inkml:brushProperty name="color" value="#FF0066"/>
    </inkml:brush>
  </inkml:definitions>
  <inkml:trace contextRef="#ctx0" brushRef="#br0">0 714 24575,'1'0'0,"0"-1"0,0 1 0,0-1 0,0 1 0,0-1 0,0 1 0,0-1 0,0 1 0,-1-1 0,1 0 0,0 0 0,0 1 0,-1-1 0,1 0 0,0 0 0,-1 0 0,1 0 0,0-1 0,10-21 0,-10 20 0,5-8 0,0 1 0,1-1 0,0 1 0,1 0 0,0 1 0,0 0 0,1 0 0,0 1 0,0 0 0,12-7 0,17-9 0,54-27 0,-88 49 0,106-48 0,135-42 0,-18 8 0,22-6 0,-136 52 0,151-46 0,-216 70 0,1 3 0,95-10 0,-110 19 0,0 1 0,0 2 0,0 2 0,0 0 0,40 11 0,55 20 0,209 86 0,-247-82 0,-1 4 0,115 73 0,-90-42 0,35 24 0,-95-59 0,60 46 0,-64-44 0,-10-9 0,41 40 0,54 56 0,-85-82 0,17 23 0,-44-43 0,0-2 0,2 0 0,0-1 0,32 19 0,-15-18 0,1-1 0,1-3 0,0-1 0,2-3 0,60 13 0,-81-22 0,-11-2 0,1 0 0,17 0 0,-28-3 0,1-1 0,-1 0 0,0-1 0,0 1 0,1-1 0,-1 0 0,0 0 0,0-1 0,0 1 0,7-4 0,4-5 0,0 0 0,0-1 0,-1-1 0,22-22 0,-3 3 0,-2 0 0,-1-2 0,-1-1 0,46-72 0,-44 68 304,-25 30-583,0 0 1,-1-1 0,1 1 0,-1-1 0,4-10 0,-5 7-6548</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12.867"/>
    </inkml:context>
    <inkml:brush xml:id="br0">
      <inkml:brushProperty name="width" value="0.05" units="cm"/>
      <inkml:brushProperty name="height" value="0.05" units="cm"/>
      <inkml:brushProperty name="color" value="#FF0066"/>
    </inkml:brush>
  </inkml:definitions>
  <inkml:trace contextRef="#ctx0" brushRef="#br0">8459 1009 24575,'-16'-43'4,"-2"2"0,-1 0 0,-2 1-1,-2 1 1,-2 1 0,-1 1 0,-2 2 0,-1 0-1,-40-35 1,22 28-35,-3 2-1,-1 2 1,-2 2-1,-1 2 1,-112-49-1,24 26-403,-3 6 1,-1 7-1,-187-32 0,93 38-23,-317-9-1,273 43-104,-539 62 0,481-4 0,-402 117 0,337-51 563,-533 233 0,717-251 0,5 10 0,5 10 0,-356 269 0,435-280-197,5 6 0,6 5-1,-135 171 1,164-168 0,5 3 0,5 4-1,-119 261 1,138-238 197,6 2 0,8 2 0,7 3 0,-27 184 0,54-219 0,6-1 0,6 1 0,4 1 0,7-1 0,5 0 0,28 130 0,-12-137 0,5-2 0,5-1 0,85 181 0,-74-204 0,3-2 0,5-2 0,3-3 0,110 123 0,-85-121-8,4-3 1,4-5-1,119 82 0,-84-79-175,3-6 1,164 73-1,-114-74-207,238 68-1,199-1-340,-303-97 524,1-13 0,320-9-1,633-101-184,-824 15 392,575-153 0,-638 105 0,640-276 0,-823 292-115,-4-8 0,267-185 1,-347 203 45,-3-6 0,-5-5 0,-3-4 0,168-210 0,-180 182 69,-5-5 0,-6-3 0,-6-4 0,-6-2 0,-6-4 0,-7-2 0,-6-2 0,-7-2 0,-6-2 0,21-195 0,-47 238 6,-5 0 0,-5 0 0,-4 0 0,-34-196-1,19 211-29,-5 1-1,-4 1 1,-4 1-1,-3 2 1,-85-149-1,62 144-188,-4 2 0,-121-137 0,88 127-46,-186-152-1,121 132-96,-6 7-1,-4 8 0,-215-100 0,-121-13-102,-47 27 592,36 36 5075,512 156-5147</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15.005"/>
    </inkml:context>
    <inkml:brush xml:id="br0">
      <inkml:brushProperty name="width" value="0.05" units="cm"/>
      <inkml:brushProperty name="height" value="0.05" units="cm"/>
      <inkml:brushProperty name="color" value="#FF0066"/>
    </inkml:brush>
  </inkml:definitions>
  <inkml:trace contextRef="#ctx0" brushRef="#br0">4749 309 24575,'-29'-26'0,"-1"0"0,-2 3 0,0 0 0,-1 2 0,-1 1 0,-1 2 0,-1 1 0,-1 2 0,-40-11 0,-15 1 0,0 5 0,-154-15 0,72 21-189,-269 15 0,-171 69-190,501-48 379,1 5 0,1 4 0,-166 72 0,187-61 0,1 4 0,3 3 0,2 5 0,-112 91 0,-192 227 0,38 37 0,37 16 0,247-319 0,4 2 0,-59 143 0,65-109 5,-70 282 0,101-304-47,5 1 1,-8 228-1,29-274 39,3 0 0,3 0 0,3-1 0,4 0 0,3 0 0,3-2 0,53 126 0,-44-136 3,2-1 0,3-2 0,3-2 0,2-1 1,2-2-1,3-2 0,2-1 0,95 79 1,-67-74 7,3-4 1,1-3 0,3-3-1,2-4 1,126 45 0,5-16-366,237 46 0,451 46 357,-809-152 0,-1-5 0,1-3 0,0-5 0,-1-3 0,178-35 0,-154 10 0,193-78 0,98-77 0,29-43 0,-326 161 0,184-145 0,-241 166 0,-3-2 0,-1-3 0,-3-1 0,-2-2 0,-3-2 0,-2-2 0,-2-2 0,-3-1 0,-3-2 0,-3 0 0,-2-2 0,25-104 0,-23 46 37,22-235 1,-41-130-1142,-14 381 1040,-5 0-1,-5 1 1,-49-181 0,38 202 74,-5 1 0,-2 2 0,-5 1 1,-91-145-1,43 103-176,-6 4 0,-184-183 0,-261-162-333,387 352 255,-5 7-1,-221-113 0,226 145-3424</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16.344"/>
    </inkml:context>
    <inkml:brush xml:id="br0">
      <inkml:brushProperty name="width" value="0.05" units="cm"/>
      <inkml:brushProperty name="height" value="0.05" units="cm"/>
      <inkml:brushProperty name="color" value="#FF0066"/>
    </inkml:brush>
  </inkml:definitions>
  <inkml:trace contextRef="#ctx0" brushRef="#br0">522 271 24575,'10'-6'0,"-1"0"0,1 0 0,-1-1 0,0 0 0,-1-1 0,0 0 0,0 0 0,0-1 0,-1 0 0,-1 0 0,10-16 0,-14 21 0,0 0 0,0 0 0,0 0 0,-1 0 0,1-1 0,-1 1 0,0 0 0,0-1 0,-1 1 0,1 0 0,-1-1 0,0 1 0,0-1 0,-1 1 0,1-1 0,-1 1 0,0 0 0,0-1 0,0 1 0,-1 0 0,0 0 0,1 0 0,-1 0 0,-1 0 0,1 0 0,-1 1 0,1-1 0,-1 1 0,0-1 0,0 1 0,0 0 0,-5-3 0,3 3 0,-1-1 0,0 1 0,0 0 0,-1 1 0,1-1 0,-1 1 0,1 0 0,-1 1 0,0 0 0,1 0 0,-1 0 0,0 1 0,0 0 0,0 0 0,1 0 0,-1 1 0,0 0 0,-11 4 0,-8 2 0,0 2 0,0 1 0,-31 16 0,24-9 0,1 1 0,1 2 0,1 0 0,-42 38 0,59-45 0,0 0 0,0 0 0,1 1 0,1 1 0,0 0 0,1 1 0,1 0 0,0 0 0,1 1 0,-11 33 0,17-42 0,1-1 0,-1 1 0,1 0 0,1 0 0,-1 0 0,1 0 0,1 0 0,0 0 0,0 0 0,0 0 0,1 0 0,0 0 0,1-1 0,-1 1 0,1-1 0,5 8 0,-2-6 0,-1 0 0,2-1 0,0 0 0,0 0 0,0-1 0,1 1 0,0-2 0,0 1 0,1-1 0,-1 0 0,19 8 0,-1-3 0,1-1 0,-1-1 0,2-1 0,-1-2 0,1-1 0,34 2 0,11-3 0,87-6 0,-100-2 0,1-3 0,-2-2 0,72-20 0,-100 19 0,1 0 0,-2-2 0,1-1 0,-2-2 0,0 0 0,-1-2 0,40-31 0,-53 34 0,0 0 0,-1 0 0,0-1 0,20-32 0,-29 40 0,0-1 0,0-1 0,-1 1 0,0-1 0,-1 1 0,0-1 0,0 0 0,-1 0 0,0 0 0,-1-1 0,0 1 0,0-16 0,-1 23 0,0-1 0,-1 0 0,1 1 0,0-1 0,-1 1 0,0-1 0,0 1 0,1-1 0,-1 1 0,-1 0 0,1-1 0,0 1 0,0 0 0,-1 0 0,1 0 0,-1 0 0,0 0 0,0 0 0,0 1 0,0-1 0,0 0 0,0 1 0,0 0 0,0-1 0,0 1 0,-1 0 0,1 0 0,-1 0 0,1 0 0,0 1 0,-1-1 0,0 1 0,1-1 0,-1 1 0,1 0 0,-1 0 0,-3 1 0,-6 0 0,0 0 0,0 1 0,1 1 0,-1 0 0,1 1 0,-20 9 0,10-3 0,1 1 0,0 1 0,1 0 0,1 2 0,0 0 0,-16 17 0,25-22 0,0 0 0,1 1 0,0 0 0,0 0 0,1 1 0,1 0 0,0 0 0,0 0 0,1 1 0,1 0 0,0 0 0,-4 17 0,8-26 0,0 0 0,-1-1 0,1 1 0,0 0 0,0 0 0,0-1 0,1 1 0,-1 0 0,1-1 0,-1 1 0,1-1 0,0 1 0,0-1 0,0 1 0,3 3 0,-3-5 0,0 0 0,0 1 0,0-1 0,1 0 0,-1 0 0,1 0 0,-1 0 0,0-1 0,1 1 0,0 0 0,-1-1 0,1 1 0,-1-1 0,1 1 0,0-1 0,-1 0 0,1 1 0,0-1 0,-1 0 0,1 0 0,0 0 0,0-1 0,-1 1 0,1 0 0,0-1 0,1 0 0,7-2 0,-1 0 0,1-1 0,-1 0 0,0-1 0,-1 0 0,1 0 0,-1-1 0,8-7 0,59-59 0,-69 66 0,13-14 0,-13 12 0,1 1 0,1-1 0,-1 1 0,1 1 0,16-12 0,-22 18 0,-1-1 0,0 1 0,0-1 0,1 1 0,-1 0 0,0 0 0,1-1 0,-1 1 0,1 0 0,-1 0 0,0 0 0,1 1 0,-1-1 0,0 0 0,1 0 0,-1 1 0,0-1 0,0 1 0,1-1 0,-1 1 0,0-1 0,0 1 0,0 0 0,1-1 0,-1 1 0,0 0 0,0 0 0,0 0 0,0 0 0,-1 0 0,1 0 0,0 0 0,0 1 0,0 0 0,5 8 0,-1-1 0,0 1 0,5 15 0,-1-5 0,2 3 0,1-2 0,1 1 0,30 35 0,-38-51 0,1 1 0,1 0 0,-1-1 0,1-1 0,0 1 0,0-1 0,1 0 0,-1 0 0,1-1 0,0 0 0,1-1 0,-1 0 0,0 0 0,12 2 0,-16-4 22,0-1-1,1 0 0,-1 0 1,0 0-1,1-1 0,-1 0 1,0 0-1,0 0 0,0 0 1,1 0-1,-1-1 0,0 0 1,-1 1-1,1-2 0,6-3 1,-3 0-266,0 0 0,0 0 0,-1 0 0,0-1 1,0 0-1,6-10 0,3-7-6582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16.780"/>
    </inkml:context>
    <inkml:brush xml:id="br0">
      <inkml:brushProperty name="width" value="0.05" units="cm"/>
      <inkml:brushProperty name="height" value="0.05" units="cm"/>
      <inkml:brushProperty name="color" value="#FF0066"/>
    </inkml:brush>
  </inkml:definitions>
  <inkml:trace contextRef="#ctx0" brushRef="#br0">55 189 24575,'-4'96'0,"-19"107"0,-3 53 0,26-248 0,-1-5 0,1 0 0,-1 0 0,1 0 0,0 0 0,0 0 0,0 0 0,1 0 0,-1 0 0,1-1 0,-1 1 0,1 0 0,0 0 0,0 0 0,1-1 0,-1 1 0,3 3 0,-4-6 0,0 1 0,1-1 0,-1 0 0,1 0 0,-1 0 0,1 1 0,-1-1 0,1 0 0,-1 0 0,1 0 0,-1 0 0,1 0 0,-1 0 0,1 0 0,-1 0 0,1 0 0,-1 0 0,1-1 0,-1 1 0,1 0 0,-1 0 0,1 0 0,-1-1 0,0 1 0,1 0 0,-1 0 0,1-1 0,-1 1 0,0 0 0,1-1 0,-1 1 0,0 0 0,1-1 0,-1 1 0,0-1 0,0 1 0,1-1 0,-1 1 0,0 0 0,0-1 0,11-21 0,-11 22 0,8-22 0,-1-1 0,-1 0 0,-1-1 0,3-47 0,-6-101 0,-2 115 0,0 35 0,-2-11 0,3 0 0,0 0 0,2 0 0,13-56 0,-14 82 0,0-1 0,1 1 0,0-1 0,0 1 0,1 0 0,0 0 0,0 0 0,0 1 0,1-1 0,0 1 0,1 0 0,-1 1 0,1-1 0,0 1 0,0 0 0,1 1 0,-1-1 0,1 1 0,0 0 0,0 1 0,1 0 0,-1 0 0,0 1 0,1-1 0,10 0 0,-9 2 0,1 0 0,-1 1 0,0 0 0,0 0 0,0 1 0,0 1 0,0-1 0,0 1 0,0 1 0,0 0 0,-1 0 0,1 1 0,-1 0 0,0 0 0,0 1 0,10 8 0,-9-6 0,0 0 0,0 0 0,-1 1 0,-1 1 0,1-1 0,-1 1 0,-1 1 0,0-1 0,0 1 0,-1 0 0,0 0 0,7 21 0,-11-26 0,0-1 0,0 1 0,0-1 0,0 1 0,-1-1 0,0 1 0,0-1 0,0 1 0,-1-1 0,1 1 0,-1 0 0,0-1 0,0 0 0,-1 1 0,1-1 0,-1 0 0,0 0 0,0 0 0,0 0 0,-1 0 0,1 0 0,-1-1 0,0 1 0,0-1 0,-1 0 0,1 1 0,-1-2 0,1 1 0,-1 0 0,-6 2 0,-5 4 0,-1-2 0,0 0 0,-1-2 0,0 1 0,1-2 0,-31 4 0,1-1-341,0-3 0,-1-2-1,-54-4 1,55-2-6485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2:17.436"/>
    </inkml:context>
    <inkml:brush xml:id="br0">
      <inkml:brushProperty name="width" value="0.05" units="cm"/>
      <inkml:brushProperty name="height" value="0.05" units="cm"/>
      <inkml:brushProperty name="color" value="#FF0066"/>
    </inkml:brush>
  </inkml:definitions>
  <inkml:trace contextRef="#ctx0" brushRef="#br0">2730 494 24575,'0'-7'0,"-1"-1"0,0 1 0,0 0 0,-1 0 0,0 0 0,-1 0 0,1 0 0,-1 0 0,-1 1 0,1-1 0,-1 1 0,0 0 0,-6-7 0,-3-2 0,-1-1 0,-1 2 0,-22-18 0,11 13 0,-1 2 0,0 0 0,-1 2 0,-1 1 0,0 1 0,-1 2 0,0 1 0,-32-7 0,-5 4 0,-1 2 0,-117-3 0,99 15-74,0 3-1,0 3 0,0 5 1,-90 23-1,55-2-49,2 5 0,-136 64-1,158-57 125,3 4 0,-141 100 0,173-104 0,3 3 0,2 3 0,2 2 0,-68 85 0,96-104-8,1 2 1,2 2-1,2 0 0,1 1 0,3 1 0,-23 65 1,35-82 55,0 0 0,1 1 1,1 0-1,1-1 0,1 2 1,2-1-1,0 0 0,2 0 0,0 0 1,1-1-1,2 1 0,1 0 1,12 34-1,-6-31-30,0-1-1,2-1 1,1 0 0,1-1 0,1 0-1,22 23 1,-11-18-10,2 0 0,1-2 0,61 41-1,-31-31-13,1-3 0,1-3 0,2-2-1,117 33 1,-91-37-30,2-4 1,0-5-1,1-3 0,0-5 0,1-3 0,-1-5 0,116-14 0,-127 2 5,0-2-1,-1-5 0,-1-3 0,-1-4 0,-2-3 0,0-3 0,-2-4 0,99-63 1,115-112 31,-243 170 0,-1-1 0,-3-3 0,66-88 0,-95 113 33,0-1 1,-2-1 0,0 0 0,-2-1-1,-1 0 1,0-1 0,-2 0 0,0 0-1,-2 0 1,-1-1 0,-1 0 0,-1 0-1,-1 0 1,-1 0 0,-1 0 0,-5-28-1,-3-3-33,-3-1 0,-2 2 0,-3 0 0,-2 1 0,-2 1 0,-3 0 0,-33-54 0,32 67 0,-2 1 0,-2 1 0,-1 1 0,-2 2 0,-2 1 0,-1 2 0,-1 2 0,-79-53 0,58 50-151,0 3-1,-2 2 0,-1 3 0,-1 2 1,-1 3-1,0 2 0,-2 4 1,-105-11-1,119 22-6674</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3:02.240"/>
    </inkml:context>
    <inkml:brush xml:id="br0">
      <inkml:brushProperty name="width" value="0.05" units="cm"/>
      <inkml:brushProperty name="height" value="0.05" units="cm"/>
      <inkml:brushProperty name="color" value="#FF0066"/>
    </inkml:brush>
  </inkml:definitions>
  <inkml:trace contextRef="#ctx0" brushRef="#br0">1 14 24575,'1'-1'0,"0"0"0,0 0 0,0 0 0,0 0 0,0 0 0,0 0 0,0 0 0,1 0 0,-1 1 0,0-1 0,1 0 0,-1 1 0,0-1 0,1 1 0,-1 0 0,1-1 0,-1 1 0,0 0 0,1 0 0,-1 0 0,1 0 0,2 0 0,-2 1 0,0 0 0,1 0 0,-1 0 0,0 0 0,0 0 0,0 1 0,0-1 0,0 0 0,0 1 0,0 0 0,0-1 0,2 4 0,4 6 0,-1 0 0,1 1 0,9 23 0,-13-27 0,15 37 0,-3 1 0,-2 1 0,14 75 0,-22-90 0,17 77 0,43 182 0,21 110 0,-51-176 167,17 125-64,-42-243-921,-3 138 1,-9-221-6009</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3:02.704"/>
    </inkml:context>
    <inkml:brush xml:id="br0">
      <inkml:brushProperty name="width" value="0.05" units="cm"/>
      <inkml:brushProperty name="height" value="0.05" units="cm"/>
      <inkml:brushProperty name="color" value="#FF0066"/>
    </inkml:brush>
  </inkml:definitions>
  <inkml:trace contextRef="#ctx0" brushRef="#br0">0 1 24575,'3'0'0,"4"0"0,7 5 0,4 9 0,-1 4 0,2 6 0,10 6 0,3 3 0,2 0 0,4 2 0,-2-4 0,0 0 0,-2 1 0,-2-6 0,-1-1 0,-4-5 0,-2-8 0,-6-7-8191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3:03.172"/>
    </inkml:context>
    <inkml:brush xml:id="br0">
      <inkml:brushProperty name="width" value="0.05" units="cm"/>
      <inkml:brushProperty name="height" value="0.05" units="cm"/>
      <inkml:brushProperty name="color" value="#FF0066"/>
    </inkml:brush>
  </inkml:definitions>
  <inkml:trace contextRef="#ctx0" brushRef="#br0">222 0 24575,'0'9'0,"0"12"0,-3 11 0,-13 21 0,-12 16 0,-8 5 0,-3-1 0,4-10 0,6-13 0,8-11 0,6-13-8191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3:05.494"/>
    </inkml:context>
    <inkml:brush xml:id="br0">
      <inkml:brushProperty name="width" value="0.05" units="cm"/>
      <inkml:brushProperty name="height" value="0.05" units="cm"/>
      <inkml:brushProperty name="color" value="#FF0066"/>
    </inkml:brush>
  </inkml:definitions>
  <inkml:trace contextRef="#ctx0" brushRef="#br0">334 680 24575,'0'-10'0,"0"-9"0,0 1 0,-1-1 0,-1 1 0,-8-33 0,9 47 0,0 1 0,0-1 0,-1 1 0,0-1 0,1 1 0,-1 0 0,-1-1 0,1 1 0,0 0 0,-1 0 0,1 1 0,-6-5 0,5 5 0,1 1 0,-1-1 0,0 1 0,0 0 0,0 0 0,0 0 0,0 0 0,0 1 0,0-1 0,0 1 0,0 0 0,0 0 0,0 0 0,0 0 0,0 0 0,0 1 0,-6 1 0,1 0 0,1 1 0,0 0 0,0 0 0,0 1 0,1-1 0,-1 1 0,1 1 0,0 0 0,0-1 0,0 2 0,1-1 0,0 1 0,0 0 0,-7 11 0,1-1 0,1 1 0,1 0 0,1 1 0,-11 31 0,-2 27 0,3 0 0,-11 116 0,27-177 0,0 2 0,0 0 0,2 0 0,1 31 0,0-44 0,-1 1 0,1-1 0,0 0 0,0 0 0,1 0 0,-1 0 0,1-1 0,0 1 0,0 0 0,0-1 0,0 1 0,0-1 0,1 1 0,0-1 0,0 0 0,0 0 0,0 0 0,0-1 0,0 1 0,8 3 0,6 2 0,1-1 0,0 0 0,0-2 0,1 0 0,24 3 0,100 3 0,-113-10 0,1-1 0,0-2 0,0-1 0,-1-1 0,59-16 0,-79 17 0,0-1 0,-1 0 0,1 0 0,-1-1 0,0 0 0,0 0 0,-1-1 0,0 0 0,0-1 0,0 0 0,-1 0 0,0-1 0,0 1 0,-1-2 0,0 1 0,0-1 0,-1 0 0,0 0 0,-1 0 0,0 0 0,6-20 0,-6 6 0,0 0 0,-1-1 0,-1-38 0,-9-73 0,5 95 0,-5-10 0,-2 1 0,-2 0 0,-32-88 0,11 39 0,-67-232 0,95 318 0,4 8 0,-2 0 0,1 0 0,0 0 0,-1 1 0,1-1 0,-1 0 0,0 1 0,-5-7 0,7 10 0,0 0 0,0 0 0,0 0 0,0 0 0,0 0 0,-1-1 0,1 1 0,0 0 0,0 0 0,0 0 0,0 0 0,-1 0 0,1 0 0,0 0 0,0 0 0,0 0 0,0 0 0,-1 0 0,1 0 0,0 0 0,0 0 0,0 0 0,-1 0 0,1 0 0,0 1 0,0-1 0,0 0 0,0 0 0,0 0 0,-1 0 0,1 0 0,0 0 0,0 0 0,0 0 0,0 1 0,0-1 0,0 0 0,-1 0 0,1 0 0,0 0 0,0 1 0,0-1 0,0 0 0,0 0 0,0 0 0,0 0 0,0 1 0,0-1 0,0 0 0,0 0 0,0 0 0,0 0 0,0 1 0,0-1 0,0 0 0,-3 15 0,1-1 0,0 1 0,1 0 0,1 0 0,0 0 0,3 17 0,-1 3 0,78 666 0,-43-456 0,-34-220 122,-1-8-494,0 0 1,1 0-1,10 29 0,-7-35-6454</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3:06.647"/>
    </inkml:context>
    <inkml:brush xml:id="br0">
      <inkml:brushProperty name="width" value="0.05" units="cm"/>
      <inkml:brushProperty name="height" value="0.05" units="cm"/>
      <inkml:brushProperty name="color" value="#FF0066"/>
    </inkml:brush>
  </inkml:definitions>
  <inkml:trace contextRef="#ctx0" brushRef="#br0">1 483 24575,'4'-3'0,"0"1"0,0 0 0,0 0 0,0 0 0,1 0 0,-1 1 0,0 0 0,1 0 0,-1 0 0,1 0 0,0 1 0,-1 0 0,7 0 0,20-3 0,-24 1 0,-1 0 0,1 0 0,-1 0 0,1-1 0,-1 0 0,0-1 0,0 1 0,-1-1 0,1 0 0,8-8 0,-7 4 0,1-1 0,-1 1 0,0-1 0,-1-1 0,10-18 0,-3-4 0,-1 0 0,-1-1 0,7-39 0,-17 68 0,14-74 0,-13 68 0,-1 0 0,0 0 0,-1 0 0,-1-1 0,-1-14 0,2 24 0,0 0 0,0 0 0,0 0 0,0 0 0,-1 1 0,1-1 0,0 0 0,0 0 0,-1 0 0,1 0 0,0 0 0,-1 1 0,1-1 0,-1 0 0,1 0 0,-1 1 0,1-1 0,-1 0 0,0 1 0,1-1 0,-1 0 0,0 1 0,1-1 0,-1 1 0,0-1 0,0 1 0,0 0 0,1-1 0,-1 1 0,0 0 0,0 0 0,0-1 0,0 1 0,0 0 0,0 0 0,1 0 0,-1 0 0,0 0 0,0 0 0,0 0 0,0 0 0,0 1 0,0-1 0,1 0 0,-1 0 0,0 1 0,0-1 0,0 1 0,0-1 0,1 1 0,-1-1 0,0 1 0,1-1 0,-1 1 0,0 0 0,-6 4 0,1 0 0,1 0 0,-1 1 0,1-1 0,-6 8 0,-10 19 0,1 0 0,-31 68 0,-19 77 0,64-155 0,0-1 0,1 1 0,1 0 0,1 1 0,1-1 0,1 0 0,2 35 0,0-49 0,-1-1 0,1 1 0,0-1 0,0 1 0,1-1 0,5 14 0,-6-18 0,1 0 0,-1-1 0,1 1 0,0 0 0,0-1 0,0 0 0,1 1 0,-1-1 0,0 0 0,1 0 0,-1 0 0,1-1 0,0 1 0,0-1 0,0 1 0,-1-1 0,1 0 0,0 0 0,5 1 0,2 0 0,1-1 0,0 0 0,0 0 0,0-1 0,0-1 0,0 0 0,0 0 0,0-1 0,-1 0 0,1-1 0,-1 0 0,20-9 0,-8 1 0,0 0 0,-1-1 0,0-2 0,33-27 0,-23 14 0,-1-2 0,-1-1 0,-2-1 0,-1-2 0,-1 0 0,-2-2 0,-1 0 0,22-52 0,-37 70 0,-1 1 0,-1-2 0,-1 1 0,0 0 0,-1-1 0,-1 0 0,0-30 0,-2 47 0,0-1 0,0 1 0,0 0 0,0-1 0,0 1 0,0 0 0,0-1 0,0 1 0,-1 0 0,1-1 0,0 1 0,-1 0 0,1 0 0,-1 0 0,0-1 0,1 1 0,-1 0 0,0 0 0,0 0 0,0 0 0,0 0 0,1 0 0,-1 0 0,-2-1 0,2 2 0,0 1 0,-1-1 0,1 0 0,0 0 0,-1 1 0,1-1 0,0 1 0,0-1 0,-1 1 0,1-1 0,0 1 0,0 0 0,0-1 0,0 1 0,0 0 0,0 0 0,0 0 0,0 0 0,0 0 0,0 0 0,1 0 0,-1 0 0,-1 2 0,-2 3 0,0-1 0,1 1 0,-1 0 0,1 0 0,0 1 0,1-1 0,0 1 0,0 0 0,0-1 0,1 1 0,-1 8 0,1-12 0,1 1 0,0-1 0,0 1 0,1 0 0,-1-1 0,1 1 0,0-1 0,0 1 0,0-1 0,0 0 0,0 1 0,1-1 0,0 0 0,0 0 0,-1 0 0,2 0 0,-1 0 0,0-1 0,1 1 0,-1 0 0,1-1 0,-1 0 0,4 2 0,-2-1 0,-1-1 0,0 0 0,1 1 0,-1-1 0,0 1 0,-1 0 0,1 0 0,0 0 0,-1 1 0,0-1 0,3 6 0,-4-6 0,0 0 0,0 0 0,-1 0 0,1 0 0,-1 0 0,0 0 0,0 0 0,0 0 0,0 0 0,0 0 0,-1 0 0,1 0 0,-1 0 0,0-1 0,0 1 0,-1 4 0,-3 2 0,0 1 0,-1-1 0,0 0 0,0-1 0,-1 0 0,0 0 0,0 0 0,-1-1 0,0 0 0,-12 8 0,18-14-52,-1 0-1,1 0 1,-1 0-1,0 0 1,1 0-1,-1-1 1,0 1-1,0-1 1,0 0-1,1 0 1,-1 0-1,0 0 1,0 0-1,0-1 1,1 1-1,-1-1 1,0 0-1,0 0 1,1 0-1,-1 0 0,1 0 1,-1 0-1,1-1 1,-1 1-1,-3-4 1,-14-11-6774</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3:07.098"/>
    </inkml:context>
    <inkml:brush xml:id="br0">
      <inkml:brushProperty name="width" value="0.05" units="cm"/>
      <inkml:brushProperty name="height" value="0.05" units="cm"/>
      <inkml:brushProperty name="color" value="#FF0066"/>
    </inkml:brush>
  </inkml:definitions>
  <inkml:trace contextRef="#ctx0" brushRef="#br0">1 0 24575,'4'7'0,"1"0"0,-2-1 0,1 1 0,-1 1 0,0-1 0,0 0 0,-1 1 0,0-1 0,0 1 0,1 9 0,-1-6 0,31 151 0,13 190 0,-40-237 0,12 118 0,-18-231 0,1 9 0,1-1 0,0 0 0,0 1 0,8 18 0,-10-28 0,1 1 0,0 0 0,0-1 0,0 1 0,0-1 0,0 1 0,0-1 0,0 1 0,1-1 0,-1 0 0,0 1 0,1-1 0,-1 0 0,1 0 0,-1 0 0,1 0 0,0-1 0,-1 1 0,1 0 0,0-1 0,0 1 0,-1-1 0,1 1 0,0-1 0,0 0 0,0 0 0,0 0 0,0 0 0,-1 0 0,1 0 0,0 0 0,0-1 0,3 0 0,2-2 0,0 0 0,0 0 0,0 0 0,-1-1 0,1 0 0,-1-1 0,0 0 0,0 1 0,-1-2 0,0 1 0,1-1 0,6-9 0,6-11 0,24-46 0,-38 65 0,15-30-1365,-6 5-5461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3:07.397"/>
    </inkml:context>
    <inkml:brush xml:id="br0">
      <inkml:brushProperty name="width" value="0.05" units="cm"/>
      <inkml:brushProperty name="height" value="0.05" units="cm"/>
      <inkml:brushProperty name="color" value="#FF0066"/>
    </inkml:brush>
  </inkml:definitions>
  <inkml:trace contextRef="#ctx0" brushRef="#br0">1 141 24575,'5'0'0,"9"-3"0,7-4 0,16-7 0,6-6 0,11-4 0,6 0 0,1-2 0,-10 4-8191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3T04:43:08.238"/>
    </inkml:context>
    <inkml:brush xml:id="br0">
      <inkml:brushProperty name="width" value="0.05" units="cm"/>
      <inkml:brushProperty name="height" value="0.05" units="cm"/>
      <inkml:brushProperty name="color" value="#FF0066"/>
    </inkml:brush>
  </inkml:definitions>
  <inkml:trace contextRef="#ctx0" brushRef="#br0">1 708 24575,'105'-16'0,"-48"9"0,126-19 0,94-14-993,103-13-2981,95-12 2417,1616-238-1260,-1704 240 2892,-93 12 228,-217 37-249,-24 6-47,0-3 0,56-19 1,-108 29 12,0 1 0,1 0 0,-1-1-1,1 1 1,-1-1 0,0 0 0,1 0 0,-1 1 0,0-1 0,0 0 0,2-2 0,-3 3-7,0 0 0,0-1 0,0 1 1,0 0-1,0 0 0,0-1 0,0 1 1,0 0-1,0 0 0,0-1 0,0 1 1,-1 0-1,1 0 0,0 0 0,0-1 1,0 1-1,0 0 0,0 0 0,-1 0 1,1-1-1,0 1 0,0 0 0,0 0 1,-1 0-1,1 0 0,0 0 0,0 0 1,0-1-1,-1 1 0,1 0 0,0 0 1,0 0-1,-1 0 0,1 0 0,0 0 1,0 0-1,-1 0 0,-32-4 1049,33 4-1053,-36-1 1561,-67 8 0,31 3-5827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5/13/2025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5/13/2025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5/13/2025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5/13/2025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5/13/2025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17" Type="http://schemas.openxmlformats.org/officeDocument/2006/relationships/image" Target="../media/image61.png"/><Relationship Id="rId21" Type="http://schemas.openxmlformats.org/officeDocument/2006/relationships/image" Target="../media/image13.png"/><Relationship Id="rId63" Type="http://schemas.openxmlformats.org/officeDocument/2006/relationships/image" Target="../media/image34.png"/><Relationship Id="rId159" Type="http://schemas.openxmlformats.org/officeDocument/2006/relationships/image" Target="../media/image82.png"/><Relationship Id="rId170" Type="http://schemas.openxmlformats.org/officeDocument/2006/relationships/customXml" Target="../ink/ink85.xml"/><Relationship Id="rId226" Type="http://schemas.openxmlformats.org/officeDocument/2006/relationships/image" Target="../media/image115.png"/><Relationship Id="rId268" Type="http://schemas.openxmlformats.org/officeDocument/2006/relationships/image" Target="../media/image136.png"/><Relationship Id="rId11" Type="http://schemas.openxmlformats.org/officeDocument/2006/relationships/image" Target="../media/image8.png"/><Relationship Id="rId32" Type="http://schemas.openxmlformats.org/officeDocument/2006/relationships/customXml" Target="../ink/ink16.xml"/><Relationship Id="rId53" Type="http://schemas.openxmlformats.org/officeDocument/2006/relationships/image" Target="../media/image29.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7.png"/><Relationship Id="rId5" Type="http://schemas.openxmlformats.org/officeDocument/2006/relationships/image" Target="../media/image5.png"/><Relationship Id="rId95" Type="http://schemas.openxmlformats.org/officeDocument/2006/relationships/image" Target="../media/image50.png"/><Relationship Id="rId160" Type="http://schemas.openxmlformats.org/officeDocument/2006/relationships/customXml" Target="../ink/ink80.xml"/><Relationship Id="rId181" Type="http://schemas.openxmlformats.org/officeDocument/2006/relationships/image" Target="../media/image93.png"/><Relationship Id="rId216" Type="http://schemas.openxmlformats.org/officeDocument/2006/relationships/image" Target="../media/image110.png"/><Relationship Id="rId237" Type="http://schemas.openxmlformats.org/officeDocument/2006/relationships/customXml" Target="../ink/ink119.xml"/><Relationship Id="rId258" Type="http://schemas.openxmlformats.org/officeDocument/2006/relationships/image" Target="../media/image131.png"/><Relationship Id="rId22" Type="http://schemas.openxmlformats.org/officeDocument/2006/relationships/customXml" Target="../ink/ink11.xml"/><Relationship Id="rId43" Type="http://schemas.openxmlformats.org/officeDocument/2006/relationships/image" Target="../media/image24.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72.png"/><Relationship Id="rId85" Type="http://schemas.openxmlformats.org/officeDocument/2006/relationships/image" Target="../media/image45.png"/><Relationship Id="rId150" Type="http://schemas.openxmlformats.org/officeDocument/2006/relationships/customXml" Target="../ink/ink75.xml"/><Relationship Id="rId171" Type="http://schemas.openxmlformats.org/officeDocument/2006/relationships/image" Target="../media/image88.png"/><Relationship Id="rId192" Type="http://schemas.openxmlformats.org/officeDocument/2006/relationships/image" Target="../media/image98.png"/><Relationship Id="rId206" Type="http://schemas.openxmlformats.org/officeDocument/2006/relationships/image" Target="../media/image105.png"/><Relationship Id="rId227" Type="http://schemas.openxmlformats.org/officeDocument/2006/relationships/customXml" Target="../ink/ink114.xml"/><Relationship Id="rId248" Type="http://schemas.openxmlformats.org/officeDocument/2006/relationships/image" Target="../media/image126.png"/><Relationship Id="rId269" Type="http://schemas.openxmlformats.org/officeDocument/2006/relationships/customXml" Target="../ink/ink135.xml"/><Relationship Id="rId12" Type="http://schemas.openxmlformats.org/officeDocument/2006/relationships/customXml" Target="../ink/ink6.xml"/><Relationship Id="rId33" Type="http://schemas.openxmlformats.org/officeDocument/2006/relationships/image" Target="../media/image19.png"/><Relationship Id="rId108" Type="http://schemas.openxmlformats.org/officeDocument/2006/relationships/customXml" Target="../ink/ink54.xml"/><Relationship Id="rId129" Type="http://schemas.openxmlformats.org/officeDocument/2006/relationships/image" Target="../media/image67.png"/><Relationship Id="rId54" Type="http://schemas.openxmlformats.org/officeDocument/2006/relationships/customXml" Target="../ink/ink27.xml"/><Relationship Id="rId75" Type="http://schemas.openxmlformats.org/officeDocument/2006/relationships/image" Target="../media/image40.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83.png"/><Relationship Id="rId182" Type="http://schemas.openxmlformats.org/officeDocument/2006/relationships/customXml" Target="../ink/ink91.xml"/><Relationship Id="rId217" Type="http://schemas.openxmlformats.org/officeDocument/2006/relationships/customXml" Target="../ink/ink109.xml"/><Relationship Id="rId6" Type="http://schemas.openxmlformats.org/officeDocument/2006/relationships/customXml" Target="../ink/ink3.xml"/><Relationship Id="rId238" Type="http://schemas.openxmlformats.org/officeDocument/2006/relationships/image" Target="../media/image121.png"/><Relationship Id="rId259" Type="http://schemas.openxmlformats.org/officeDocument/2006/relationships/customXml" Target="../ink/ink130.xml"/><Relationship Id="rId23" Type="http://schemas.openxmlformats.org/officeDocument/2006/relationships/image" Target="../media/image14.png"/><Relationship Id="rId119" Type="http://schemas.openxmlformats.org/officeDocument/2006/relationships/image" Target="../media/image62.png"/><Relationship Id="rId270" Type="http://schemas.openxmlformats.org/officeDocument/2006/relationships/image" Target="../media/image137.png"/><Relationship Id="rId44" Type="http://schemas.openxmlformats.org/officeDocument/2006/relationships/customXml" Target="../ink/ink22.xml"/><Relationship Id="rId65" Type="http://schemas.openxmlformats.org/officeDocument/2006/relationships/image" Target="../media/image35.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78.png"/><Relationship Id="rId172" Type="http://schemas.openxmlformats.org/officeDocument/2006/relationships/customXml" Target="../ink/ink86.xml"/><Relationship Id="rId193" Type="http://schemas.openxmlformats.org/officeDocument/2006/relationships/customXml" Target="../ink/ink97.xml"/><Relationship Id="rId207" Type="http://schemas.openxmlformats.org/officeDocument/2006/relationships/customXml" Target="../ink/ink104.xml"/><Relationship Id="rId228" Type="http://schemas.openxmlformats.org/officeDocument/2006/relationships/image" Target="../media/image116.png"/><Relationship Id="rId249" Type="http://schemas.openxmlformats.org/officeDocument/2006/relationships/customXml" Target="../ink/ink125.xml"/><Relationship Id="rId13" Type="http://schemas.openxmlformats.org/officeDocument/2006/relationships/image" Target="../media/image9.png"/><Relationship Id="rId109" Type="http://schemas.openxmlformats.org/officeDocument/2006/relationships/image" Target="../media/image57.png"/><Relationship Id="rId260" Type="http://schemas.openxmlformats.org/officeDocument/2006/relationships/image" Target="../media/image132.png"/><Relationship Id="rId34" Type="http://schemas.openxmlformats.org/officeDocument/2006/relationships/customXml" Target="../ink/ink17.xml"/><Relationship Id="rId55" Type="http://schemas.openxmlformats.org/officeDocument/2006/relationships/image" Target="../media/image30.png"/><Relationship Id="rId76" Type="http://schemas.openxmlformats.org/officeDocument/2006/relationships/customXml" Target="../ink/ink38.xml"/><Relationship Id="rId97" Type="http://schemas.openxmlformats.org/officeDocument/2006/relationships/image" Target="../media/image51.png"/><Relationship Id="rId120" Type="http://schemas.openxmlformats.org/officeDocument/2006/relationships/customXml" Target="../ink/ink60.xml"/><Relationship Id="rId141" Type="http://schemas.openxmlformats.org/officeDocument/2006/relationships/image" Target="../media/image73.png"/><Relationship Id="rId7" Type="http://schemas.openxmlformats.org/officeDocument/2006/relationships/image" Target="../media/image6.png"/><Relationship Id="rId162" Type="http://schemas.openxmlformats.org/officeDocument/2006/relationships/customXml" Target="../ink/ink81.xml"/><Relationship Id="rId183" Type="http://schemas.openxmlformats.org/officeDocument/2006/relationships/image" Target="../media/image94.png"/><Relationship Id="rId218" Type="http://schemas.openxmlformats.org/officeDocument/2006/relationships/image" Target="../media/image111.png"/><Relationship Id="rId239" Type="http://schemas.openxmlformats.org/officeDocument/2006/relationships/customXml" Target="../ink/ink120.xml"/><Relationship Id="rId250" Type="http://schemas.openxmlformats.org/officeDocument/2006/relationships/image" Target="../media/image127.png"/><Relationship Id="rId24" Type="http://schemas.openxmlformats.org/officeDocument/2006/relationships/customXml" Target="../ink/ink12.xml"/><Relationship Id="rId45" Type="http://schemas.openxmlformats.org/officeDocument/2006/relationships/image" Target="../media/image25.png"/><Relationship Id="rId66" Type="http://schemas.openxmlformats.org/officeDocument/2006/relationships/customXml" Target="../ink/ink33.xml"/><Relationship Id="rId87" Type="http://schemas.openxmlformats.org/officeDocument/2006/relationships/image" Target="../media/image46.png"/><Relationship Id="rId110" Type="http://schemas.openxmlformats.org/officeDocument/2006/relationships/customXml" Target="../ink/ink55.xml"/><Relationship Id="rId131" Type="http://schemas.openxmlformats.org/officeDocument/2006/relationships/image" Target="../media/image68.png"/><Relationship Id="rId152" Type="http://schemas.openxmlformats.org/officeDocument/2006/relationships/customXml" Target="../ink/ink76.xml"/><Relationship Id="rId173" Type="http://schemas.openxmlformats.org/officeDocument/2006/relationships/image" Target="../media/image89.png"/><Relationship Id="rId194" Type="http://schemas.openxmlformats.org/officeDocument/2006/relationships/image" Target="../media/image99.png"/><Relationship Id="rId208" Type="http://schemas.openxmlformats.org/officeDocument/2006/relationships/image" Target="../media/image106.png"/><Relationship Id="rId229" Type="http://schemas.openxmlformats.org/officeDocument/2006/relationships/customXml" Target="../ink/ink115.xml"/><Relationship Id="rId240" Type="http://schemas.openxmlformats.org/officeDocument/2006/relationships/image" Target="../media/image122.png"/><Relationship Id="rId261" Type="http://schemas.openxmlformats.org/officeDocument/2006/relationships/customXml" Target="../ink/ink131.xml"/><Relationship Id="rId14" Type="http://schemas.openxmlformats.org/officeDocument/2006/relationships/customXml" Target="../ink/ink7.xml"/><Relationship Id="rId35" Type="http://schemas.openxmlformats.org/officeDocument/2006/relationships/image" Target="../media/image20.png"/><Relationship Id="rId56" Type="http://schemas.openxmlformats.org/officeDocument/2006/relationships/customXml" Target="../ink/ink28.xml"/><Relationship Id="rId77" Type="http://schemas.openxmlformats.org/officeDocument/2006/relationships/image" Target="../media/image41.png"/><Relationship Id="rId100" Type="http://schemas.openxmlformats.org/officeDocument/2006/relationships/customXml" Target="../ink/ink50.xml"/><Relationship Id="rId8" Type="http://schemas.openxmlformats.org/officeDocument/2006/relationships/customXml" Target="../ink/ink4.xml"/><Relationship Id="rId98" Type="http://schemas.openxmlformats.org/officeDocument/2006/relationships/customXml" Target="../ink/ink49.xml"/><Relationship Id="rId121" Type="http://schemas.openxmlformats.org/officeDocument/2006/relationships/image" Target="../media/image63.png"/><Relationship Id="rId142" Type="http://schemas.openxmlformats.org/officeDocument/2006/relationships/customXml" Target="../ink/ink71.xml"/><Relationship Id="rId163" Type="http://schemas.openxmlformats.org/officeDocument/2006/relationships/image" Target="../media/image84.png"/><Relationship Id="rId184" Type="http://schemas.openxmlformats.org/officeDocument/2006/relationships/customXml" Target="../ink/ink92.xml"/><Relationship Id="rId219" Type="http://schemas.openxmlformats.org/officeDocument/2006/relationships/customXml" Target="../ink/ink110.xml"/><Relationship Id="rId230" Type="http://schemas.openxmlformats.org/officeDocument/2006/relationships/image" Target="../media/image117.png"/><Relationship Id="rId251" Type="http://schemas.openxmlformats.org/officeDocument/2006/relationships/customXml" Target="../ink/ink126.xml"/><Relationship Id="rId25" Type="http://schemas.openxmlformats.org/officeDocument/2006/relationships/image" Target="../media/image15.png"/><Relationship Id="rId46" Type="http://schemas.openxmlformats.org/officeDocument/2006/relationships/customXml" Target="../ink/ink23.xml"/><Relationship Id="rId67" Type="http://schemas.openxmlformats.org/officeDocument/2006/relationships/image" Target="../media/image36.png"/><Relationship Id="rId88" Type="http://schemas.openxmlformats.org/officeDocument/2006/relationships/customXml" Target="../ink/ink44.xml"/><Relationship Id="rId111" Type="http://schemas.openxmlformats.org/officeDocument/2006/relationships/image" Target="../media/image58.png"/><Relationship Id="rId132" Type="http://schemas.openxmlformats.org/officeDocument/2006/relationships/customXml" Target="../ink/ink66.xml"/><Relationship Id="rId153" Type="http://schemas.openxmlformats.org/officeDocument/2006/relationships/image" Target="../media/image79.png"/><Relationship Id="rId174" Type="http://schemas.openxmlformats.org/officeDocument/2006/relationships/customXml" Target="../ink/ink87.xml"/><Relationship Id="rId195" Type="http://schemas.openxmlformats.org/officeDocument/2006/relationships/customXml" Target="../ink/ink98.xml"/><Relationship Id="rId209" Type="http://schemas.openxmlformats.org/officeDocument/2006/relationships/customXml" Target="../ink/ink105.xml"/><Relationship Id="rId220" Type="http://schemas.openxmlformats.org/officeDocument/2006/relationships/image" Target="../media/image112.png"/><Relationship Id="rId241" Type="http://schemas.openxmlformats.org/officeDocument/2006/relationships/customXml" Target="../ink/ink121.xml"/><Relationship Id="rId15" Type="http://schemas.openxmlformats.org/officeDocument/2006/relationships/image" Target="../media/image10.png"/><Relationship Id="rId36" Type="http://schemas.openxmlformats.org/officeDocument/2006/relationships/customXml" Target="../ink/ink18.xml"/><Relationship Id="rId57" Type="http://schemas.openxmlformats.org/officeDocument/2006/relationships/image" Target="../media/image31.png"/><Relationship Id="rId262" Type="http://schemas.openxmlformats.org/officeDocument/2006/relationships/image" Target="../media/image133.png"/><Relationship Id="rId78" Type="http://schemas.openxmlformats.org/officeDocument/2006/relationships/customXml" Target="../ink/ink39.xml"/><Relationship Id="rId99" Type="http://schemas.openxmlformats.org/officeDocument/2006/relationships/image" Target="../media/image52.png"/><Relationship Id="rId101" Type="http://schemas.openxmlformats.org/officeDocument/2006/relationships/image" Target="../media/image53.png"/><Relationship Id="rId122" Type="http://schemas.openxmlformats.org/officeDocument/2006/relationships/customXml" Target="../ink/ink61.xml"/><Relationship Id="rId143" Type="http://schemas.openxmlformats.org/officeDocument/2006/relationships/image" Target="../media/image74.png"/><Relationship Id="rId164" Type="http://schemas.openxmlformats.org/officeDocument/2006/relationships/customXml" Target="../ink/ink82.xml"/><Relationship Id="rId185" Type="http://schemas.openxmlformats.org/officeDocument/2006/relationships/image" Target="../media/image95.png"/><Relationship Id="rId9" Type="http://schemas.openxmlformats.org/officeDocument/2006/relationships/image" Target="../media/image7.png"/><Relationship Id="rId210" Type="http://schemas.openxmlformats.org/officeDocument/2006/relationships/image" Target="../media/image107.png"/><Relationship Id="rId26" Type="http://schemas.openxmlformats.org/officeDocument/2006/relationships/customXml" Target="../ink/ink13.xml"/><Relationship Id="rId231" Type="http://schemas.openxmlformats.org/officeDocument/2006/relationships/customXml" Target="../ink/ink116.xml"/><Relationship Id="rId252" Type="http://schemas.openxmlformats.org/officeDocument/2006/relationships/image" Target="../media/image128.png"/><Relationship Id="rId47" Type="http://schemas.openxmlformats.org/officeDocument/2006/relationships/image" Target="../media/image26.png"/><Relationship Id="rId68" Type="http://schemas.openxmlformats.org/officeDocument/2006/relationships/customXml" Target="../ink/ink34.xml"/><Relationship Id="rId89" Type="http://schemas.openxmlformats.org/officeDocument/2006/relationships/image" Target="../media/image47.png"/><Relationship Id="rId112" Type="http://schemas.openxmlformats.org/officeDocument/2006/relationships/customXml" Target="../ink/ink56.xml"/><Relationship Id="rId133" Type="http://schemas.openxmlformats.org/officeDocument/2006/relationships/image" Target="../media/image69.png"/><Relationship Id="rId154" Type="http://schemas.openxmlformats.org/officeDocument/2006/relationships/customXml" Target="../ink/ink77.xml"/><Relationship Id="rId175" Type="http://schemas.openxmlformats.org/officeDocument/2006/relationships/image" Target="../media/image90.png"/><Relationship Id="rId196" Type="http://schemas.openxmlformats.org/officeDocument/2006/relationships/image" Target="../media/image100.png"/><Relationship Id="rId200" Type="http://schemas.openxmlformats.org/officeDocument/2006/relationships/image" Target="../media/image102.png"/><Relationship Id="rId16" Type="http://schemas.openxmlformats.org/officeDocument/2006/relationships/customXml" Target="../ink/ink8.xml"/><Relationship Id="rId221" Type="http://schemas.openxmlformats.org/officeDocument/2006/relationships/customXml" Target="../ink/ink111.xml"/><Relationship Id="rId242" Type="http://schemas.openxmlformats.org/officeDocument/2006/relationships/image" Target="../media/image123.png"/><Relationship Id="rId263" Type="http://schemas.openxmlformats.org/officeDocument/2006/relationships/customXml" Target="../ink/ink132.xml"/><Relationship Id="rId37" Type="http://schemas.openxmlformats.org/officeDocument/2006/relationships/image" Target="../media/image21.png"/><Relationship Id="rId58" Type="http://schemas.openxmlformats.org/officeDocument/2006/relationships/customXml" Target="../ink/ink29.xml"/><Relationship Id="rId79" Type="http://schemas.openxmlformats.org/officeDocument/2006/relationships/image" Target="../media/image42.png"/><Relationship Id="rId102" Type="http://schemas.openxmlformats.org/officeDocument/2006/relationships/customXml" Target="../ink/ink51.xml"/><Relationship Id="rId123" Type="http://schemas.openxmlformats.org/officeDocument/2006/relationships/image" Target="../media/image64.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5.png"/><Relationship Id="rId186" Type="http://schemas.openxmlformats.org/officeDocument/2006/relationships/customXml" Target="../ink/ink93.xml"/><Relationship Id="rId211" Type="http://schemas.openxmlformats.org/officeDocument/2006/relationships/customXml" Target="../ink/ink106.xml"/><Relationship Id="rId232" Type="http://schemas.openxmlformats.org/officeDocument/2006/relationships/image" Target="../media/image118.png"/><Relationship Id="rId253" Type="http://schemas.openxmlformats.org/officeDocument/2006/relationships/customXml" Target="../ink/ink127.xml"/><Relationship Id="rId27" Type="http://schemas.openxmlformats.org/officeDocument/2006/relationships/image" Target="../media/image16.png"/><Relationship Id="rId48" Type="http://schemas.openxmlformats.org/officeDocument/2006/relationships/customXml" Target="../ink/ink24.xml"/><Relationship Id="rId69" Type="http://schemas.openxmlformats.org/officeDocument/2006/relationships/image" Target="../media/image37.png"/><Relationship Id="rId113" Type="http://schemas.openxmlformats.org/officeDocument/2006/relationships/image" Target="../media/image59.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80.png"/><Relationship Id="rId176" Type="http://schemas.openxmlformats.org/officeDocument/2006/relationships/customXml" Target="../ink/ink88.xml"/><Relationship Id="rId197" Type="http://schemas.openxmlformats.org/officeDocument/2006/relationships/customXml" Target="../ink/ink99.xml"/><Relationship Id="rId201" Type="http://schemas.openxmlformats.org/officeDocument/2006/relationships/customXml" Target="../ink/ink101.xml"/><Relationship Id="rId222" Type="http://schemas.openxmlformats.org/officeDocument/2006/relationships/image" Target="../media/image113.png"/><Relationship Id="rId243" Type="http://schemas.openxmlformats.org/officeDocument/2006/relationships/customXml" Target="../ink/ink122.xml"/><Relationship Id="rId264" Type="http://schemas.openxmlformats.org/officeDocument/2006/relationships/image" Target="../media/image134.png"/><Relationship Id="rId17" Type="http://schemas.openxmlformats.org/officeDocument/2006/relationships/image" Target="../media/image11.png"/><Relationship Id="rId38" Type="http://schemas.openxmlformats.org/officeDocument/2006/relationships/customXml" Target="../ink/ink19.xml"/><Relationship Id="rId59" Type="http://schemas.openxmlformats.org/officeDocument/2006/relationships/image" Target="../media/image32.png"/><Relationship Id="rId103" Type="http://schemas.openxmlformats.org/officeDocument/2006/relationships/image" Target="../media/image54.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48.png"/><Relationship Id="rId145" Type="http://schemas.openxmlformats.org/officeDocument/2006/relationships/image" Target="../media/image75.png"/><Relationship Id="rId166" Type="http://schemas.openxmlformats.org/officeDocument/2006/relationships/customXml" Target="../ink/ink83.xml"/><Relationship Id="rId187" Type="http://schemas.openxmlformats.org/officeDocument/2006/relationships/image" Target="../media/image96.png"/><Relationship Id="rId1" Type="http://schemas.openxmlformats.org/officeDocument/2006/relationships/slideLayout" Target="../slideLayouts/slideLayout2.xml"/><Relationship Id="rId212" Type="http://schemas.openxmlformats.org/officeDocument/2006/relationships/image" Target="../media/image108.png"/><Relationship Id="rId233" Type="http://schemas.openxmlformats.org/officeDocument/2006/relationships/customXml" Target="../ink/ink117.xml"/><Relationship Id="rId254" Type="http://schemas.openxmlformats.org/officeDocument/2006/relationships/image" Target="../media/image129.png"/><Relationship Id="rId28" Type="http://schemas.openxmlformats.org/officeDocument/2006/relationships/customXml" Target="../ink/ink14.xml"/><Relationship Id="rId49" Type="http://schemas.openxmlformats.org/officeDocument/2006/relationships/image" Target="../media/image27.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3.png"/><Relationship Id="rId135" Type="http://schemas.openxmlformats.org/officeDocument/2006/relationships/image" Target="../media/image70.png"/><Relationship Id="rId156" Type="http://schemas.openxmlformats.org/officeDocument/2006/relationships/customXml" Target="../ink/ink78.xml"/><Relationship Id="rId177" Type="http://schemas.openxmlformats.org/officeDocument/2006/relationships/image" Target="../media/image91.png"/><Relationship Id="rId198" Type="http://schemas.openxmlformats.org/officeDocument/2006/relationships/image" Target="../media/image101.png"/><Relationship Id="rId202" Type="http://schemas.openxmlformats.org/officeDocument/2006/relationships/image" Target="../media/image103.png"/><Relationship Id="rId223" Type="http://schemas.openxmlformats.org/officeDocument/2006/relationships/customXml" Target="../ink/ink112.xml"/><Relationship Id="rId244" Type="http://schemas.openxmlformats.org/officeDocument/2006/relationships/image" Target="../media/image124.png"/><Relationship Id="rId18" Type="http://schemas.openxmlformats.org/officeDocument/2006/relationships/customXml" Target="../ink/ink9.xml"/><Relationship Id="rId39" Type="http://schemas.openxmlformats.org/officeDocument/2006/relationships/image" Target="../media/image22.png"/><Relationship Id="rId265" Type="http://schemas.openxmlformats.org/officeDocument/2006/relationships/customXml" Target="../ink/ink133.xml"/><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65.png"/><Relationship Id="rId146" Type="http://schemas.openxmlformats.org/officeDocument/2006/relationships/customXml" Target="../ink/ink73.xml"/><Relationship Id="rId167" Type="http://schemas.openxmlformats.org/officeDocument/2006/relationships/image" Target="../media/image86.png"/><Relationship Id="rId188" Type="http://schemas.openxmlformats.org/officeDocument/2006/relationships/customXml" Target="../ink/ink94.xml"/><Relationship Id="rId71" Type="http://schemas.openxmlformats.org/officeDocument/2006/relationships/image" Target="../media/image38.png"/><Relationship Id="rId92" Type="http://schemas.openxmlformats.org/officeDocument/2006/relationships/customXml" Target="../ink/ink46.xml"/><Relationship Id="rId213" Type="http://schemas.openxmlformats.org/officeDocument/2006/relationships/customXml" Target="../ink/ink107.xml"/><Relationship Id="rId234" Type="http://schemas.openxmlformats.org/officeDocument/2006/relationships/image" Target="../media/image119.png"/><Relationship Id="rId2" Type="http://schemas.openxmlformats.org/officeDocument/2006/relationships/customXml" Target="../ink/ink1.xml"/><Relationship Id="rId29" Type="http://schemas.openxmlformats.org/officeDocument/2006/relationships/image" Target="../media/image17.png"/><Relationship Id="rId255" Type="http://schemas.openxmlformats.org/officeDocument/2006/relationships/customXml" Target="../ink/ink128.xml"/><Relationship Id="rId40" Type="http://schemas.openxmlformats.org/officeDocument/2006/relationships/customXml" Target="../ink/ink20.xml"/><Relationship Id="rId115" Type="http://schemas.openxmlformats.org/officeDocument/2006/relationships/image" Target="../media/image60.png"/><Relationship Id="rId136" Type="http://schemas.openxmlformats.org/officeDocument/2006/relationships/customXml" Target="../ink/ink68.xml"/><Relationship Id="rId157" Type="http://schemas.openxmlformats.org/officeDocument/2006/relationships/image" Target="../media/image81.png"/><Relationship Id="rId178" Type="http://schemas.openxmlformats.org/officeDocument/2006/relationships/customXml" Target="../ink/ink89.xml"/><Relationship Id="rId61" Type="http://schemas.openxmlformats.org/officeDocument/2006/relationships/image" Target="../media/image33.png"/><Relationship Id="rId82" Type="http://schemas.openxmlformats.org/officeDocument/2006/relationships/customXml" Target="../ink/ink41.xml"/><Relationship Id="rId199" Type="http://schemas.openxmlformats.org/officeDocument/2006/relationships/customXml" Target="../ink/ink100.xml"/><Relationship Id="rId203" Type="http://schemas.openxmlformats.org/officeDocument/2006/relationships/customXml" Target="../ink/ink102.xml"/><Relationship Id="rId19" Type="http://schemas.openxmlformats.org/officeDocument/2006/relationships/image" Target="../media/image12.png"/><Relationship Id="rId224" Type="http://schemas.openxmlformats.org/officeDocument/2006/relationships/image" Target="../media/image114.png"/><Relationship Id="rId245" Type="http://schemas.openxmlformats.org/officeDocument/2006/relationships/customXml" Target="../ink/ink123.xml"/><Relationship Id="rId266" Type="http://schemas.openxmlformats.org/officeDocument/2006/relationships/image" Target="../media/image135.png"/><Relationship Id="rId30" Type="http://schemas.openxmlformats.org/officeDocument/2006/relationships/customXml" Target="../ink/ink15.xml"/><Relationship Id="rId105" Type="http://schemas.openxmlformats.org/officeDocument/2006/relationships/image" Target="../media/image55.png"/><Relationship Id="rId126" Type="http://schemas.openxmlformats.org/officeDocument/2006/relationships/customXml" Target="../ink/ink63.xml"/><Relationship Id="rId147" Type="http://schemas.openxmlformats.org/officeDocument/2006/relationships/image" Target="../media/image76.png"/><Relationship Id="rId168" Type="http://schemas.openxmlformats.org/officeDocument/2006/relationships/customXml" Target="../ink/ink84.xml"/><Relationship Id="rId51" Type="http://schemas.openxmlformats.org/officeDocument/2006/relationships/image" Target="../media/image28.png"/><Relationship Id="rId72" Type="http://schemas.openxmlformats.org/officeDocument/2006/relationships/customXml" Target="../ink/ink36.xml"/><Relationship Id="rId93" Type="http://schemas.openxmlformats.org/officeDocument/2006/relationships/image" Target="../media/image49.png"/><Relationship Id="rId189" Type="http://schemas.openxmlformats.org/officeDocument/2006/relationships/customXml" Target="../ink/ink95.xml"/><Relationship Id="rId3" Type="http://schemas.openxmlformats.org/officeDocument/2006/relationships/image" Target="../media/image4.png"/><Relationship Id="rId214" Type="http://schemas.openxmlformats.org/officeDocument/2006/relationships/image" Target="../media/image109.png"/><Relationship Id="rId235" Type="http://schemas.openxmlformats.org/officeDocument/2006/relationships/customXml" Target="../ink/ink118.xml"/><Relationship Id="rId256" Type="http://schemas.openxmlformats.org/officeDocument/2006/relationships/image" Target="../media/image130.png"/><Relationship Id="rId116" Type="http://schemas.openxmlformats.org/officeDocument/2006/relationships/customXml" Target="../ink/ink58.xml"/><Relationship Id="rId137" Type="http://schemas.openxmlformats.org/officeDocument/2006/relationships/image" Target="../media/image71.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3.png"/><Relationship Id="rId62" Type="http://schemas.openxmlformats.org/officeDocument/2006/relationships/customXml" Target="../ink/ink31.xml"/><Relationship Id="rId83" Type="http://schemas.openxmlformats.org/officeDocument/2006/relationships/image" Target="../media/image44.png"/><Relationship Id="rId179" Type="http://schemas.openxmlformats.org/officeDocument/2006/relationships/image" Target="../media/image92.png"/><Relationship Id="rId190" Type="http://schemas.openxmlformats.org/officeDocument/2006/relationships/image" Target="../media/image97.png"/><Relationship Id="rId204" Type="http://schemas.openxmlformats.org/officeDocument/2006/relationships/image" Target="../media/image104.png"/><Relationship Id="rId225" Type="http://schemas.openxmlformats.org/officeDocument/2006/relationships/customXml" Target="../ink/ink113.xml"/><Relationship Id="rId246" Type="http://schemas.openxmlformats.org/officeDocument/2006/relationships/image" Target="../media/image125.png"/><Relationship Id="rId267" Type="http://schemas.openxmlformats.org/officeDocument/2006/relationships/customXml" Target="../ink/ink134.xml"/><Relationship Id="rId106" Type="http://schemas.openxmlformats.org/officeDocument/2006/relationships/customXml" Target="../ink/ink53.xml"/><Relationship Id="rId127" Type="http://schemas.openxmlformats.org/officeDocument/2006/relationships/image" Target="../media/image66.png"/><Relationship Id="rId10" Type="http://schemas.openxmlformats.org/officeDocument/2006/relationships/customXml" Target="../ink/ink5.xml"/><Relationship Id="rId31" Type="http://schemas.openxmlformats.org/officeDocument/2006/relationships/image" Target="../media/image18.png"/><Relationship Id="rId52" Type="http://schemas.openxmlformats.org/officeDocument/2006/relationships/customXml" Target="../ink/ink26.xml"/><Relationship Id="rId73" Type="http://schemas.openxmlformats.org/officeDocument/2006/relationships/image" Target="../media/image39.png"/><Relationship Id="rId94" Type="http://schemas.openxmlformats.org/officeDocument/2006/relationships/customXml" Target="../ink/ink47.xml"/><Relationship Id="rId148" Type="http://schemas.openxmlformats.org/officeDocument/2006/relationships/customXml" Target="../ink/ink74.xml"/><Relationship Id="rId169" Type="http://schemas.openxmlformats.org/officeDocument/2006/relationships/image" Target="../media/image87.png"/><Relationship Id="rId4" Type="http://schemas.openxmlformats.org/officeDocument/2006/relationships/customXml" Target="../ink/ink2.xml"/><Relationship Id="rId180" Type="http://schemas.openxmlformats.org/officeDocument/2006/relationships/customXml" Target="../ink/ink90.xml"/><Relationship Id="rId215" Type="http://schemas.openxmlformats.org/officeDocument/2006/relationships/customXml" Target="../ink/ink108.xml"/><Relationship Id="rId236" Type="http://schemas.openxmlformats.org/officeDocument/2006/relationships/image" Target="../media/image120.png"/><Relationship Id="rId257" Type="http://schemas.openxmlformats.org/officeDocument/2006/relationships/customXml" Target="../ink/ink129.xml"/><Relationship Id="rId42" Type="http://schemas.openxmlformats.org/officeDocument/2006/relationships/customXml" Target="../ink/ink21.xml"/><Relationship Id="rId84" Type="http://schemas.openxmlformats.org/officeDocument/2006/relationships/customXml" Target="../ink/ink42.xml"/><Relationship Id="rId138" Type="http://schemas.openxmlformats.org/officeDocument/2006/relationships/customXml" Target="../ink/ink69.xml"/><Relationship Id="rId191" Type="http://schemas.openxmlformats.org/officeDocument/2006/relationships/customXml" Target="../ink/ink96.xml"/><Relationship Id="rId205" Type="http://schemas.openxmlformats.org/officeDocument/2006/relationships/customXml" Target="../ink/ink103.xml"/><Relationship Id="rId247" Type="http://schemas.openxmlformats.org/officeDocument/2006/relationships/customXml" Target="../ink/ink124.xml"/><Relationship Id="rId107" Type="http://schemas.openxmlformats.org/officeDocument/2006/relationships/image" Target="../media/image56.png"/></Relationships>
</file>

<file path=ppt/slides/_rels/slide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3.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44.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50.jpeg"/><Relationship Id="rId3" Type="http://schemas.openxmlformats.org/officeDocument/2006/relationships/image" Target="../media/image145.jpeg"/><Relationship Id="rId7" Type="http://schemas.openxmlformats.org/officeDocument/2006/relationships/image" Target="../media/image149.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48.tiff"/><Relationship Id="rId5" Type="http://schemas.openxmlformats.org/officeDocument/2006/relationships/image" Target="../media/image147.tiff"/><Relationship Id="rId4" Type="http://schemas.openxmlformats.org/officeDocument/2006/relationships/image" Target="../media/image146.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15</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15</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083774"/>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Add another UI inside app</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083770"/>
              <a:ext cx="2236930" cy="639170"/>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Working with Authorization</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Serverless Fiori Apps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D3C50-BA86-9104-2A89-3A2B318FF4AC}"/>
              </a:ext>
            </a:extLst>
          </p:cNvPr>
          <p:cNvSpPr>
            <a:spLocks noGrp="1"/>
          </p:cNvSpPr>
          <p:nvPr>
            <p:ph type="title"/>
          </p:nvPr>
        </p:nvSpPr>
        <p:spPr/>
        <p:txBody>
          <a:bodyPr/>
          <a:lstStyle/>
          <a:p>
            <a:endParaRPr lang="en-IN"/>
          </a:p>
        </p:txBody>
      </p:sp>
      <mc:AlternateContent xmlns:mc="http://schemas.openxmlformats.org/markup-compatibility/2006">
        <mc:Choice xmlns:p14="http://schemas.microsoft.com/office/powerpoint/2010/main" Requires="p14">
          <p:contentPart p14:bwMode="auto" r:id="rId2">
            <p14:nvContentPartPr>
              <p14:cNvPr id="112" name="Ink 111">
                <a:extLst>
                  <a:ext uri="{FF2B5EF4-FFF2-40B4-BE49-F238E27FC236}">
                    <a16:creationId xmlns:a16="http://schemas.microsoft.com/office/drawing/2014/main" id="{75879DB7-099F-C026-0358-BB90D2909B72}"/>
                  </a:ext>
                </a:extLst>
              </p14:cNvPr>
              <p14:cNvContentPartPr/>
              <p14:nvPr/>
            </p14:nvContentPartPr>
            <p14:xfrm>
              <a:off x="1339718" y="2210543"/>
              <a:ext cx="231480" cy="1623960"/>
            </p14:xfrm>
          </p:contentPart>
        </mc:Choice>
        <mc:Fallback>
          <p:pic>
            <p:nvPicPr>
              <p:cNvPr id="112" name="Ink 111">
                <a:extLst>
                  <a:ext uri="{FF2B5EF4-FFF2-40B4-BE49-F238E27FC236}">
                    <a16:creationId xmlns:a16="http://schemas.microsoft.com/office/drawing/2014/main" id="{75879DB7-099F-C026-0358-BB90D2909B72}"/>
                  </a:ext>
                </a:extLst>
              </p:cNvPr>
              <p:cNvPicPr/>
              <p:nvPr/>
            </p:nvPicPr>
            <p:blipFill>
              <a:blip r:embed="rId3"/>
              <a:stretch>
                <a:fillRect/>
              </a:stretch>
            </p:blipFill>
            <p:spPr>
              <a:xfrm>
                <a:off x="1331078" y="2201543"/>
                <a:ext cx="249120" cy="1641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17" name="Ink 116">
                <a:extLst>
                  <a:ext uri="{FF2B5EF4-FFF2-40B4-BE49-F238E27FC236}">
                    <a16:creationId xmlns:a16="http://schemas.microsoft.com/office/drawing/2014/main" id="{08D35A25-45DC-218B-2E0B-DFBCA28885DC}"/>
                  </a:ext>
                </a:extLst>
              </p14:cNvPr>
              <p14:cNvContentPartPr/>
              <p14:nvPr/>
            </p14:nvContentPartPr>
            <p14:xfrm>
              <a:off x="3369398" y="3570983"/>
              <a:ext cx="177840" cy="210240"/>
            </p14:xfrm>
          </p:contentPart>
        </mc:Choice>
        <mc:Fallback>
          <p:pic>
            <p:nvPicPr>
              <p:cNvPr id="117" name="Ink 116">
                <a:extLst>
                  <a:ext uri="{FF2B5EF4-FFF2-40B4-BE49-F238E27FC236}">
                    <a16:creationId xmlns:a16="http://schemas.microsoft.com/office/drawing/2014/main" id="{08D35A25-45DC-218B-2E0B-DFBCA28885DC}"/>
                  </a:ext>
                </a:extLst>
              </p:cNvPr>
              <p:cNvPicPr/>
              <p:nvPr/>
            </p:nvPicPr>
            <p:blipFill>
              <a:blip r:embed="rId5"/>
              <a:stretch>
                <a:fillRect/>
              </a:stretch>
            </p:blipFill>
            <p:spPr>
              <a:xfrm>
                <a:off x="3360398" y="3562343"/>
                <a:ext cx="19548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42" name="Ink 141">
                <a:extLst>
                  <a:ext uri="{FF2B5EF4-FFF2-40B4-BE49-F238E27FC236}">
                    <a16:creationId xmlns:a16="http://schemas.microsoft.com/office/drawing/2014/main" id="{1660A974-9928-C5AF-34C9-64FC298ADE8A}"/>
                  </a:ext>
                </a:extLst>
              </p14:cNvPr>
              <p14:cNvContentPartPr/>
              <p14:nvPr/>
            </p14:nvContentPartPr>
            <p14:xfrm>
              <a:off x="9031118" y="849743"/>
              <a:ext cx="484200" cy="295200"/>
            </p14:xfrm>
          </p:contentPart>
        </mc:Choice>
        <mc:Fallback>
          <p:pic>
            <p:nvPicPr>
              <p:cNvPr id="142" name="Ink 141">
                <a:extLst>
                  <a:ext uri="{FF2B5EF4-FFF2-40B4-BE49-F238E27FC236}">
                    <a16:creationId xmlns:a16="http://schemas.microsoft.com/office/drawing/2014/main" id="{1660A974-9928-C5AF-34C9-64FC298ADE8A}"/>
                  </a:ext>
                </a:extLst>
              </p:cNvPr>
              <p:cNvPicPr/>
              <p:nvPr/>
            </p:nvPicPr>
            <p:blipFill>
              <a:blip r:embed="rId7"/>
              <a:stretch>
                <a:fillRect/>
              </a:stretch>
            </p:blipFill>
            <p:spPr>
              <a:xfrm>
                <a:off x="9022118" y="841103"/>
                <a:ext cx="501840" cy="312840"/>
              </a:xfrm>
              <a:prstGeom prst="rect">
                <a:avLst/>
              </a:prstGeom>
            </p:spPr>
          </p:pic>
        </mc:Fallback>
      </mc:AlternateContent>
      <p:grpSp>
        <p:nvGrpSpPr>
          <p:cNvPr id="175" name="Group 174">
            <a:extLst>
              <a:ext uri="{FF2B5EF4-FFF2-40B4-BE49-F238E27FC236}">
                <a16:creationId xmlns:a16="http://schemas.microsoft.com/office/drawing/2014/main" id="{33DDE749-00BE-CD36-D130-EF6ABC1F4B14}"/>
              </a:ext>
            </a:extLst>
          </p:cNvPr>
          <p:cNvGrpSpPr/>
          <p:nvPr/>
        </p:nvGrpSpPr>
        <p:grpSpPr>
          <a:xfrm>
            <a:off x="516758" y="620063"/>
            <a:ext cx="10833120" cy="5430240"/>
            <a:chOff x="516758" y="620063"/>
            <a:chExt cx="10833120" cy="5430240"/>
          </a:xfrm>
        </p:grpSpPr>
        <mc:AlternateContent xmlns:mc="http://schemas.openxmlformats.org/markup-compatibility/2006">
          <mc:Choice xmlns:p14="http://schemas.microsoft.com/office/powerpoint/2010/main" Requires="p14">
            <p:contentPart p14:bwMode="auto" r:id="rId8">
              <p14:nvContentPartPr>
                <p14:cNvPr id="18" name="Ink 17">
                  <a:extLst>
                    <a:ext uri="{FF2B5EF4-FFF2-40B4-BE49-F238E27FC236}">
                      <a16:creationId xmlns:a16="http://schemas.microsoft.com/office/drawing/2014/main" id="{B858DE4D-CC51-0A05-5E5C-C78FD22501B2}"/>
                    </a:ext>
                  </a:extLst>
                </p14:cNvPr>
                <p14:cNvContentPartPr/>
                <p14:nvPr/>
              </p14:nvContentPartPr>
              <p14:xfrm>
                <a:off x="2802758" y="2987423"/>
                <a:ext cx="257760" cy="19080"/>
              </p14:xfrm>
            </p:contentPart>
          </mc:Choice>
          <mc:Fallback>
            <p:pic>
              <p:nvPicPr>
                <p:cNvPr id="18" name="Ink 17">
                  <a:extLst>
                    <a:ext uri="{FF2B5EF4-FFF2-40B4-BE49-F238E27FC236}">
                      <a16:creationId xmlns:a16="http://schemas.microsoft.com/office/drawing/2014/main" id="{B858DE4D-CC51-0A05-5E5C-C78FD22501B2}"/>
                    </a:ext>
                  </a:extLst>
                </p:cNvPr>
                <p:cNvPicPr/>
                <p:nvPr/>
              </p:nvPicPr>
              <p:blipFill>
                <a:blip r:embed="rId9"/>
                <a:stretch>
                  <a:fillRect/>
                </a:stretch>
              </p:blipFill>
              <p:spPr>
                <a:xfrm>
                  <a:off x="2794118" y="2978783"/>
                  <a:ext cx="27540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9" name="Ink 18">
                  <a:extLst>
                    <a:ext uri="{FF2B5EF4-FFF2-40B4-BE49-F238E27FC236}">
                      <a16:creationId xmlns:a16="http://schemas.microsoft.com/office/drawing/2014/main" id="{77F0B139-D66C-2906-9FD1-41A687B5ADCB}"/>
                    </a:ext>
                  </a:extLst>
                </p14:cNvPr>
                <p14:cNvContentPartPr/>
                <p14:nvPr/>
              </p14:nvContentPartPr>
              <p14:xfrm>
                <a:off x="3291998" y="2798783"/>
                <a:ext cx="631800" cy="353880"/>
              </p14:xfrm>
            </p:contentPart>
          </mc:Choice>
          <mc:Fallback>
            <p:pic>
              <p:nvPicPr>
                <p:cNvPr id="19" name="Ink 18">
                  <a:extLst>
                    <a:ext uri="{FF2B5EF4-FFF2-40B4-BE49-F238E27FC236}">
                      <a16:creationId xmlns:a16="http://schemas.microsoft.com/office/drawing/2014/main" id="{77F0B139-D66C-2906-9FD1-41A687B5ADCB}"/>
                    </a:ext>
                  </a:extLst>
                </p:cNvPr>
                <p:cNvPicPr/>
                <p:nvPr/>
              </p:nvPicPr>
              <p:blipFill>
                <a:blip r:embed="rId11"/>
                <a:stretch>
                  <a:fillRect/>
                </a:stretch>
              </p:blipFill>
              <p:spPr>
                <a:xfrm>
                  <a:off x="3282998" y="2789783"/>
                  <a:ext cx="649440" cy="371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0" name="Ink 19">
                  <a:extLst>
                    <a:ext uri="{FF2B5EF4-FFF2-40B4-BE49-F238E27FC236}">
                      <a16:creationId xmlns:a16="http://schemas.microsoft.com/office/drawing/2014/main" id="{6484BBC7-9C7D-3B1B-0681-69E2278D7CB1}"/>
                    </a:ext>
                  </a:extLst>
                </p14:cNvPr>
                <p14:cNvContentPartPr/>
                <p14:nvPr/>
              </p14:nvContentPartPr>
              <p14:xfrm>
                <a:off x="3852518" y="2906423"/>
                <a:ext cx="587520" cy="407160"/>
              </p14:xfrm>
            </p:contentPart>
          </mc:Choice>
          <mc:Fallback>
            <p:pic>
              <p:nvPicPr>
                <p:cNvPr id="20" name="Ink 19">
                  <a:extLst>
                    <a:ext uri="{FF2B5EF4-FFF2-40B4-BE49-F238E27FC236}">
                      <a16:creationId xmlns:a16="http://schemas.microsoft.com/office/drawing/2014/main" id="{6484BBC7-9C7D-3B1B-0681-69E2278D7CB1}"/>
                    </a:ext>
                  </a:extLst>
                </p:cNvPr>
                <p:cNvPicPr/>
                <p:nvPr/>
              </p:nvPicPr>
              <p:blipFill>
                <a:blip r:embed="rId13"/>
                <a:stretch>
                  <a:fillRect/>
                </a:stretch>
              </p:blipFill>
              <p:spPr>
                <a:xfrm>
                  <a:off x="3843518" y="2897783"/>
                  <a:ext cx="605160" cy="424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1" name="Ink 20">
                  <a:extLst>
                    <a:ext uri="{FF2B5EF4-FFF2-40B4-BE49-F238E27FC236}">
                      <a16:creationId xmlns:a16="http://schemas.microsoft.com/office/drawing/2014/main" id="{978B9B08-3B94-FBB2-8377-CEE5323EF52C}"/>
                    </a:ext>
                  </a:extLst>
                </p14:cNvPr>
                <p14:cNvContentPartPr/>
                <p14:nvPr/>
              </p14:nvContentPartPr>
              <p14:xfrm>
                <a:off x="4624358" y="2780423"/>
                <a:ext cx="210600" cy="308520"/>
              </p14:xfrm>
            </p:contentPart>
          </mc:Choice>
          <mc:Fallback>
            <p:pic>
              <p:nvPicPr>
                <p:cNvPr id="21" name="Ink 20">
                  <a:extLst>
                    <a:ext uri="{FF2B5EF4-FFF2-40B4-BE49-F238E27FC236}">
                      <a16:creationId xmlns:a16="http://schemas.microsoft.com/office/drawing/2014/main" id="{978B9B08-3B94-FBB2-8377-CEE5323EF52C}"/>
                    </a:ext>
                  </a:extLst>
                </p:cNvPr>
                <p:cNvPicPr/>
                <p:nvPr/>
              </p:nvPicPr>
              <p:blipFill>
                <a:blip r:embed="rId15"/>
                <a:stretch>
                  <a:fillRect/>
                </a:stretch>
              </p:blipFill>
              <p:spPr>
                <a:xfrm>
                  <a:off x="4615358" y="2771423"/>
                  <a:ext cx="228240" cy="326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2" name="Ink 21">
                  <a:extLst>
                    <a:ext uri="{FF2B5EF4-FFF2-40B4-BE49-F238E27FC236}">
                      <a16:creationId xmlns:a16="http://schemas.microsoft.com/office/drawing/2014/main" id="{B206FAC5-CC34-9959-6649-77DE90F0F9B0}"/>
                    </a:ext>
                  </a:extLst>
                </p14:cNvPr>
                <p14:cNvContentPartPr/>
                <p14:nvPr/>
              </p14:nvContentPartPr>
              <p14:xfrm>
                <a:off x="4872398" y="2882663"/>
                <a:ext cx="364680" cy="180360"/>
              </p14:xfrm>
            </p:contentPart>
          </mc:Choice>
          <mc:Fallback>
            <p:pic>
              <p:nvPicPr>
                <p:cNvPr id="22" name="Ink 21">
                  <a:extLst>
                    <a:ext uri="{FF2B5EF4-FFF2-40B4-BE49-F238E27FC236}">
                      <a16:creationId xmlns:a16="http://schemas.microsoft.com/office/drawing/2014/main" id="{B206FAC5-CC34-9959-6649-77DE90F0F9B0}"/>
                    </a:ext>
                  </a:extLst>
                </p:cNvPr>
                <p:cNvPicPr/>
                <p:nvPr/>
              </p:nvPicPr>
              <p:blipFill>
                <a:blip r:embed="rId17"/>
                <a:stretch>
                  <a:fillRect/>
                </a:stretch>
              </p:blipFill>
              <p:spPr>
                <a:xfrm>
                  <a:off x="4863398" y="2873663"/>
                  <a:ext cx="38232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3" name="Ink 22">
                  <a:extLst>
                    <a:ext uri="{FF2B5EF4-FFF2-40B4-BE49-F238E27FC236}">
                      <a16:creationId xmlns:a16="http://schemas.microsoft.com/office/drawing/2014/main" id="{938AD6BC-4D7D-721F-1229-3C88ED7FC096}"/>
                    </a:ext>
                  </a:extLst>
                </p14:cNvPr>
                <p14:cNvContentPartPr/>
                <p14:nvPr/>
              </p14:nvContentPartPr>
              <p14:xfrm>
                <a:off x="5430038" y="2858903"/>
                <a:ext cx="81000" cy="318960"/>
              </p14:xfrm>
            </p:contentPart>
          </mc:Choice>
          <mc:Fallback>
            <p:pic>
              <p:nvPicPr>
                <p:cNvPr id="23" name="Ink 22">
                  <a:extLst>
                    <a:ext uri="{FF2B5EF4-FFF2-40B4-BE49-F238E27FC236}">
                      <a16:creationId xmlns:a16="http://schemas.microsoft.com/office/drawing/2014/main" id="{938AD6BC-4D7D-721F-1229-3C88ED7FC096}"/>
                    </a:ext>
                  </a:extLst>
                </p:cNvPr>
                <p:cNvPicPr/>
                <p:nvPr/>
              </p:nvPicPr>
              <p:blipFill>
                <a:blip r:embed="rId19"/>
                <a:stretch>
                  <a:fillRect/>
                </a:stretch>
              </p:blipFill>
              <p:spPr>
                <a:xfrm>
                  <a:off x="5421398" y="2849903"/>
                  <a:ext cx="9864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4" name="Ink 23">
                  <a:extLst>
                    <a:ext uri="{FF2B5EF4-FFF2-40B4-BE49-F238E27FC236}">
                      <a16:creationId xmlns:a16="http://schemas.microsoft.com/office/drawing/2014/main" id="{2456E889-57DF-F8BC-2BBB-2214397101DB}"/>
                    </a:ext>
                  </a:extLst>
                </p14:cNvPr>
                <p14:cNvContentPartPr/>
                <p14:nvPr/>
              </p14:nvContentPartPr>
              <p14:xfrm>
                <a:off x="5700758" y="2815343"/>
                <a:ext cx="272880" cy="311040"/>
              </p14:xfrm>
            </p:contentPart>
          </mc:Choice>
          <mc:Fallback>
            <p:pic>
              <p:nvPicPr>
                <p:cNvPr id="24" name="Ink 23">
                  <a:extLst>
                    <a:ext uri="{FF2B5EF4-FFF2-40B4-BE49-F238E27FC236}">
                      <a16:creationId xmlns:a16="http://schemas.microsoft.com/office/drawing/2014/main" id="{2456E889-57DF-F8BC-2BBB-2214397101DB}"/>
                    </a:ext>
                  </a:extLst>
                </p:cNvPr>
                <p:cNvPicPr/>
                <p:nvPr/>
              </p:nvPicPr>
              <p:blipFill>
                <a:blip r:embed="rId21"/>
                <a:stretch>
                  <a:fillRect/>
                </a:stretch>
              </p:blipFill>
              <p:spPr>
                <a:xfrm>
                  <a:off x="5691758" y="2806703"/>
                  <a:ext cx="290520" cy="328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5" name="Ink 24">
                  <a:extLst>
                    <a:ext uri="{FF2B5EF4-FFF2-40B4-BE49-F238E27FC236}">
                      <a16:creationId xmlns:a16="http://schemas.microsoft.com/office/drawing/2014/main" id="{B8576047-BD8D-87D0-2EC9-1656748B6BEB}"/>
                    </a:ext>
                  </a:extLst>
                </p14:cNvPr>
                <p14:cNvContentPartPr/>
                <p14:nvPr/>
              </p14:nvContentPartPr>
              <p14:xfrm>
                <a:off x="6095318" y="2927303"/>
                <a:ext cx="131760" cy="199440"/>
              </p14:xfrm>
            </p:contentPart>
          </mc:Choice>
          <mc:Fallback>
            <p:pic>
              <p:nvPicPr>
                <p:cNvPr id="25" name="Ink 24">
                  <a:extLst>
                    <a:ext uri="{FF2B5EF4-FFF2-40B4-BE49-F238E27FC236}">
                      <a16:creationId xmlns:a16="http://schemas.microsoft.com/office/drawing/2014/main" id="{B8576047-BD8D-87D0-2EC9-1656748B6BEB}"/>
                    </a:ext>
                  </a:extLst>
                </p:cNvPr>
                <p:cNvPicPr/>
                <p:nvPr/>
              </p:nvPicPr>
              <p:blipFill>
                <a:blip r:embed="rId23"/>
                <a:stretch>
                  <a:fillRect/>
                </a:stretch>
              </p:blipFill>
              <p:spPr>
                <a:xfrm>
                  <a:off x="6086318" y="2918303"/>
                  <a:ext cx="14940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6" name="Ink 25">
                  <a:extLst>
                    <a:ext uri="{FF2B5EF4-FFF2-40B4-BE49-F238E27FC236}">
                      <a16:creationId xmlns:a16="http://schemas.microsoft.com/office/drawing/2014/main" id="{B4FE07CC-66DC-88F4-640A-84731EFB5F32}"/>
                    </a:ext>
                  </a:extLst>
                </p14:cNvPr>
                <p14:cNvContentPartPr/>
                <p14:nvPr/>
              </p14:nvContentPartPr>
              <p14:xfrm>
                <a:off x="6339758" y="2892023"/>
                <a:ext cx="131400" cy="189360"/>
              </p14:xfrm>
            </p:contentPart>
          </mc:Choice>
          <mc:Fallback>
            <p:pic>
              <p:nvPicPr>
                <p:cNvPr id="26" name="Ink 25">
                  <a:extLst>
                    <a:ext uri="{FF2B5EF4-FFF2-40B4-BE49-F238E27FC236}">
                      <a16:creationId xmlns:a16="http://schemas.microsoft.com/office/drawing/2014/main" id="{B4FE07CC-66DC-88F4-640A-84731EFB5F32}"/>
                    </a:ext>
                  </a:extLst>
                </p:cNvPr>
                <p:cNvPicPr/>
                <p:nvPr/>
              </p:nvPicPr>
              <p:blipFill>
                <a:blip r:embed="rId25"/>
                <a:stretch>
                  <a:fillRect/>
                </a:stretch>
              </p:blipFill>
              <p:spPr>
                <a:xfrm>
                  <a:off x="6331118" y="2883023"/>
                  <a:ext cx="14904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7" name="Ink 26">
                  <a:extLst>
                    <a:ext uri="{FF2B5EF4-FFF2-40B4-BE49-F238E27FC236}">
                      <a16:creationId xmlns:a16="http://schemas.microsoft.com/office/drawing/2014/main" id="{E2FFD7B1-9005-A55C-A96A-105F850F10A0}"/>
                    </a:ext>
                  </a:extLst>
                </p14:cNvPr>
                <p14:cNvContentPartPr/>
                <p14:nvPr/>
              </p14:nvContentPartPr>
              <p14:xfrm>
                <a:off x="6525878" y="2953223"/>
                <a:ext cx="49680" cy="140760"/>
              </p14:xfrm>
            </p:contentPart>
          </mc:Choice>
          <mc:Fallback>
            <p:pic>
              <p:nvPicPr>
                <p:cNvPr id="27" name="Ink 26">
                  <a:extLst>
                    <a:ext uri="{FF2B5EF4-FFF2-40B4-BE49-F238E27FC236}">
                      <a16:creationId xmlns:a16="http://schemas.microsoft.com/office/drawing/2014/main" id="{E2FFD7B1-9005-A55C-A96A-105F850F10A0}"/>
                    </a:ext>
                  </a:extLst>
                </p:cNvPr>
                <p:cNvPicPr/>
                <p:nvPr/>
              </p:nvPicPr>
              <p:blipFill>
                <a:blip r:embed="rId27"/>
                <a:stretch>
                  <a:fillRect/>
                </a:stretch>
              </p:blipFill>
              <p:spPr>
                <a:xfrm>
                  <a:off x="6517238" y="2944583"/>
                  <a:ext cx="6732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8" name="Ink 27">
                  <a:extLst>
                    <a:ext uri="{FF2B5EF4-FFF2-40B4-BE49-F238E27FC236}">
                      <a16:creationId xmlns:a16="http://schemas.microsoft.com/office/drawing/2014/main" id="{57C307A5-2E32-C8A4-F34A-AF326EC7C1F0}"/>
                    </a:ext>
                  </a:extLst>
                </p14:cNvPr>
                <p14:cNvContentPartPr/>
                <p14:nvPr/>
              </p14:nvContentPartPr>
              <p14:xfrm>
                <a:off x="6556118" y="2833343"/>
                <a:ext cx="1440" cy="3960"/>
              </p14:xfrm>
            </p:contentPart>
          </mc:Choice>
          <mc:Fallback>
            <p:pic>
              <p:nvPicPr>
                <p:cNvPr id="28" name="Ink 27">
                  <a:extLst>
                    <a:ext uri="{FF2B5EF4-FFF2-40B4-BE49-F238E27FC236}">
                      <a16:creationId xmlns:a16="http://schemas.microsoft.com/office/drawing/2014/main" id="{57C307A5-2E32-C8A4-F34A-AF326EC7C1F0}"/>
                    </a:ext>
                  </a:extLst>
                </p:cNvPr>
                <p:cNvPicPr/>
                <p:nvPr/>
              </p:nvPicPr>
              <p:blipFill>
                <a:blip r:embed="rId29"/>
                <a:stretch>
                  <a:fillRect/>
                </a:stretch>
              </p:blipFill>
              <p:spPr>
                <a:xfrm>
                  <a:off x="6547118" y="2824703"/>
                  <a:ext cx="1908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9" name="Ink 28">
                  <a:extLst>
                    <a:ext uri="{FF2B5EF4-FFF2-40B4-BE49-F238E27FC236}">
                      <a16:creationId xmlns:a16="http://schemas.microsoft.com/office/drawing/2014/main" id="{6BD555C4-C4AE-760E-82CA-87420434359E}"/>
                    </a:ext>
                  </a:extLst>
                </p14:cNvPr>
                <p14:cNvContentPartPr/>
                <p14:nvPr/>
              </p14:nvContentPartPr>
              <p14:xfrm>
                <a:off x="6645038" y="2918663"/>
                <a:ext cx="619560" cy="182160"/>
              </p14:xfrm>
            </p:contentPart>
          </mc:Choice>
          <mc:Fallback>
            <p:pic>
              <p:nvPicPr>
                <p:cNvPr id="29" name="Ink 28">
                  <a:extLst>
                    <a:ext uri="{FF2B5EF4-FFF2-40B4-BE49-F238E27FC236}">
                      <a16:creationId xmlns:a16="http://schemas.microsoft.com/office/drawing/2014/main" id="{6BD555C4-C4AE-760E-82CA-87420434359E}"/>
                    </a:ext>
                  </a:extLst>
                </p:cNvPr>
                <p:cNvPicPr/>
                <p:nvPr/>
              </p:nvPicPr>
              <p:blipFill>
                <a:blip r:embed="rId31"/>
                <a:stretch>
                  <a:fillRect/>
                </a:stretch>
              </p:blipFill>
              <p:spPr>
                <a:xfrm>
                  <a:off x="6636038" y="2910023"/>
                  <a:ext cx="63720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0" name="Ink 29">
                  <a:extLst>
                    <a:ext uri="{FF2B5EF4-FFF2-40B4-BE49-F238E27FC236}">
                      <a16:creationId xmlns:a16="http://schemas.microsoft.com/office/drawing/2014/main" id="{2F469DD3-46E2-5D15-5D1A-AB4AF34B2D3E}"/>
                    </a:ext>
                  </a:extLst>
                </p14:cNvPr>
                <p14:cNvContentPartPr/>
                <p14:nvPr/>
              </p14:nvContentPartPr>
              <p14:xfrm>
                <a:off x="7376198" y="2760623"/>
                <a:ext cx="484920" cy="509400"/>
              </p14:xfrm>
            </p:contentPart>
          </mc:Choice>
          <mc:Fallback>
            <p:pic>
              <p:nvPicPr>
                <p:cNvPr id="30" name="Ink 29">
                  <a:extLst>
                    <a:ext uri="{FF2B5EF4-FFF2-40B4-BE49-F238E27FC236}">
                      <a16:creationId xmlns:a16="http://schemas.microsoft.com/office/drawing/2014/main" id="{2F469DD3-46E2-5D15-5D1A-AB4AF34B2D3E}"/>
                    </a:ext>
                  </a:extLst>
                </p:cNvPr>
                <p:cNvPicPr/>
                <p:nvPr/>
              </p:nvPicPr>
              <p:blipFill>
                <a:blip r:embed="rId33"/>
                <a:stretch>
                  <a:fillRect/>
                </a:stretch>
              </p:blipFill>
              <p:spPr>
                <a:xfrm>
                  <a:off x="7367198" y="2751983"/>
                  <a:ext cx="502560" cy="527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1" name="Ink 30">
                  <a:extLst>
                    <a:ext uri="{FF2B5EF4-FFF2-40B4-BE49-F238E27FC236}">
                      <a16:creationId xmlns:a16="http://schemas.microsoft.com/office/drawing/2014/main" id="{6D38F80E-6C6A-2F4F-0F2D-4F0389AFE27D}"/>
                    </a:ext>
                  </a:extLst>
                </p14:cNvPr>
                <p14:cNvContentPartPr/>
                <p14:nvPr/>
              </p14:nvContentPartPr>
              <p14:xfrm>
                <a:off x="7980998" y="2949983"/>
                <a:ext cx="29520" cy="168840"/>
              </p14:xfrm>
            </p:contentPart>
          </mc:Choice>
          <mc:Fallback>
            <p:pic>
              <p:nvPicPr>
                <p:cNvPr id="31" name="Ink 30">
                  <a:extLst>
                    <a:ext uri="{FF2B5EF4-FFF2-40B4-BE49-F238E27FC236}">
                      <a16:creationId xmlns:a16="http://schemas.microsoft.com/office/drawing/2014/main" id="{6D38F80E-6C6A-2F4F-0F2D-4F0389AFE27D}"/>
                    </a:ext>
                  </a:extLst>
                </p:cNvPr>
                <p:cNvPicPr/>
                <p:nvPr/>
              </p:nvPicPr>
              <p:blipFill>
                <a:blip r:embed="rId35"/>
                <a:stretch>
                  <a:fillRect/>
                </a:stretch>
              </p:blipFill>
              <p:spPr>
                <a:xfrm>
                  <a:off x="7972358" y="2941343"/>
                  <a:ext cx="4716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2" name="Ink 31">
                  <a:extLst>
                    <a:ext uri="{FF2B5EF4-FFF2-40B4-BE49-F238E27FC236}">
                      <a16:creationId xmlns:a16="http://schemas.microsoft.com/office/drawing/2014/main" id="{D8DE2E56-7A4F-A9DE-958D-F4DD4C3F5C92}"/>
                    </a:ext>
                  </a:extLst>
                </p14:cNvPr>
                <p14:cNvContentPartPr/>
                <p14:nvPr/>
              </p14:nvContentPartPr>
              <p14:xfrm>
                <a:off x="8080718" y="2974823"/>
                <a:ext cx="191520" cy="187560"/>
              </p14:xfrm>
            </p:contentPart>
          </mc:Choice>
          <mc:Fallback>
            <p:pic>
              <p:nvPicPr>
                <p:cNvPr id="32" name="Ink 31">
                  <a:extLst>
                    <a:ext uri="{FF2B5EF4-FFF2-40B4-BE49-F238E27FC236}">
                      <a16:creationId xmlns:a16="http://schemas.microsoft.com/office/drawing/2014/main" id="{D8DE2E56-7A4F-A9DE-958D-F4DD4C3F5C92}"/>
                    </a:ext>
                  </a:extLst>
                </p:cNvPr>
                <p:cNvPicPr/>
                <p:nvPr/>
              </p:nvPicPr>
              <p:blipFill>
                <a:blip r:embed="rId37"/>
                <a:stretch>
                  <a:fillRect/>
                </a:stretch>
              </p:blipFill>
              <p:spPr>
                <a:xfrm>
                  <a:off x="8071718" y="2965823"/>
                  <a:ext cx="20916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3" name="Ink 32">
                  <a:extLst>
                    <a:ext uri="{FF2B5EF4-FFF2-40B4-BE49-F238E27FC236}">
                      <a16:creationId xmlns:a16="http://schemas.microsoft.com/office/drawing/2014/main" id="{A127C409-CBA9-45D3-DF63-9A4E4E60897C}"/>
                    </a:ext>
                  </a:extLst>
                </p14:cNvPr>
                <p14:cNvContentPartPr/>
                <p14:nvPr/>
              </p14:nvContentPartPr>
              <p14:xfrm>
                <a:off x="8271878" y="2826863"/>
                <a:ext cx="169200" cy="333000"/>
              </p14:xfrm>
            </p:contentPart>
          </mc:Choice>
          <mc:Fallback>
            <p:pic>
              <p:nvPicPr>
                <p:cNvPr id="33" name="Ink 32">
                  <a:extLst>
                    <a:ext uri="{FF2B5EF4-FFF2-40B4-BE49-F238E27FC236}">
                      <a16:creationId xmlns:a16="http://schemas.microsoft.com/office/drawing/2014/main" id="{A127C409-CBA9-45D3-DF63-9A4E4E60897C}"/>
                    </a:ext>
                  </a:extLst>
                </p:cNvPr>
                <p:cNvPicPr/>
                <p:nvPr/>
              </p:nvPicPr>
              <p:blipFill>
                <a:blip r:embed="rId39"/>
                <a:stretch>
                  <a:fillRect/>
                </a:stretch>
              </p:blipFill>
              <p:spPr>
                <a:xfrm>
                  <a:off x="8262878" y="2818223"/>
                  <a:ext cx="186840" cy="350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6" name="Ink 35">
                  <a:extLst>
                    <a:ext uri="{FF2B5EF4-FFF2-40B4-BE49-F238E27FC236}">
                      <a16:creationId xmlns:a16="http://schemas.microsoft.com/office/drawing/2014/main" id="{20091423-478D-4D99-2AE2-CE03FEA4ACEB}"/>
                    </a:ext>
                  </a:extLst>
                </p14:cNvPr>
                <p14:cNvContentPartPr/>
                <p14:nvPr/>
              </p14:nvContentPartPr>
              <p14:xfrm>
                <a:off x="2749478" y="2457143"/>
                <a:ext cx="234360" cy="4320"/>
              </p14:xfrm>
            </p:contentPart>
          </mc:Choice>
          <mc:Fallback>
            <p:pic>
              <p:nvPicPr>
                <p:cNvPr id="36" name="Ink 35">
                  <a:extLst>
                    <a:ext uri="{FF2B5EF4-FFF2-40B4-BE49-F238E27FC236}">
                      <a16:creationId xmlns:a16="http://schemas.microsoft.com/office/drawing/2014/main" id="{20091423-478D-4D99-2AE2-CE03FEA4ACEB}"/>
                    </a:ext>
                  </a:extLst>
                </p:cNvPr>
                <p:cNvPicPr/>
                <p:nvPr/>
              </p:nvPicPr>
              <p:blipFill>
                <a:blip r:embed="rId41"/>
                <a:stretch>
                  <a:fillRect/>
                </a:stretch>
              </p:blipFill>
              <p:spPr>
                <a:xfrm>
                  <a:off x="2740478" y="2448503"/>
                  <a:ext cx="2520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7" name="Ink 36">
                  <a:extLst>
                    <a:ext uri="{FF2B5EF4-FFF2-40B4-BE49-F238E27FC236}">
                      <a16:creationId xmlns:a16="http://schemas.microsoft.com/office/drawing/2014/main" id="{6F83877F-37C2-AFC0-3761-92B0B1F9E089}"/>
                    </a:ext>
                  </a:extLst>
                </p14:cNvPr>
                <p14:cNvContentPartPr/>
                <p14:nvPr/>
              </p14:nvContentPartPr>
              <p14:xfrm>
                <a:off x="3243398" y="2282183"/>
                <a:ext cx="198360" cy="257040"/>
              </p14:xfrm>
            </p:contentPart>
          </mc:Choice>
          <mc:Fallback>
            <p:pic>
              <p:nvPicPr>
                <p:cNvPr id="37" name="Ink 36">
                  <a:extLst>
                    <a:ext uri="{FF2B5EF4-FFF2-40B4-BE49-F238E27FC236}">
                      <a16:creationId xmlns:a16="http://schemas.microsoft.com/office/drawing/2014/main" id="{6F83877F-37C2-AFC0-3761-92B0B1F9E089}"/>
                    </a:ext>
                  </a:extLst>
                </p:cNvPr>
                <p:cNvPicPr/>
                <p:nvPr/>
              </p:nvPicPr>
              <p:blipFill>
                <a:blip r:embed="rId43"/>
                <a:stretch>
                  <a:fillRect/>
                </a:stretch>
              </p:blipFill>
              <p:spPr>
                <a:xfrm>
                  <a:off x="3234398" y="2273183"/>
                  <a:ext cx="21600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8" name="Ink 37">
                  <a:extLst>
                    <a:ext uri="{FF2B5EF4-FFF2-40B4-BE49-F238E27FC236}">
                      <a16:creationId xmlns:a16="http://schemas.microsoft.com/office/drawing/2014/main" id="{AE37D747-6BB4-2203-85B8-CF095022B946}"/>
                    </a:ext>
                  </a:extLst>
                </p14:cNvPr>
                <p14:cNvContentPartPr/>
                <p14:nvPr/>
              </p14:nvContentPartPr>
              <p14:xfrm>
                <a:off x="3557318" y="2298023"/>
                <a:ext cx="34200" cy="189720"/>
              </p14:xfrm>
            </p:contentPart>
          </mc:Choice>
          <mc:Fallback>
            <p:pic>
              <p:nvPicPr>
                <p:cNvPr id="38" name="Ink 37">
                  <a:extLst>
                    <a:ext uri="{FF2B5EF4-FFF2-40B4-BE49-F238E27FC236}">
                      <a16:creationId xmlns:a16="http://schemas.microsoft.com/office/drawing/2014/main" id="{AE37D747-6BB4-2203-85B8-CF095022B946}"/>
                    </a:ext>
                  </a:extLst>
                </p:cNvPr>
                <p:cNvPicPr/>
                <p:nvPr/>
              </p:nvPicPr>
              <p:blipFill>
                <a:blip r:embed="rId45"/>
                <a:stretch>
                  <a:fillRect/>
                </a:stretch>
              </p:blipFill>
              <p:spPr>
                <a:xfrm>
                  <a:off x="3548318" y="2289023"/>
                  <a:ext cx="5184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0" name="Ink 49">
                  <a:extLst>
                    <a:ext uri="{FF2B5EF4-FFF2-40B4-BE49-F238E27FC236}">
                      <a16:creationId xmlns:a16="http://schemas.microsoft.com/office/drawing/2014/main" id="{79556C2D-F318-945C-B064-CAC1979D5CF5}"/>
                    </a:ext>
                  </a:extLst>
                </p14:cNvPr>
                <p14:cNvContentPartPr/>
                <p14:nvPr/>
              </p14:nvContentPartPr>
              <p14:xfrm>
                <a:off x="3481718" y="2643263"/>
                <a:ext cx="321120" cy="43560"/>
              </p14:xfrm>
            </p:contentPart>
          </mc:Choice>
          <mc:Fallback>
            <p:pic>
              <p:nvPicPr>
                <p:cNvPr id="50" name="Ink 49">
                  <a:extLst>
                    <a:ext uri="{FF2B5EF4-FFF2-40B4-BE49-F238E27FC236}">
                      <a16:creationId xmlns:a16="http://schemas.microsoft.com/office/drawing/2014/main" id="{79556C2D-F318-945C-B064-CAC1979D5CF5}"/>
                    </a:ext>
                  </a:extLst>
                </p:cNvPr>
                <p:cNvPicPr/>
                <p:nvPr/>
              </p:nvPicPr>
              <p:blipFill>
                <a:blip r:embed="rId47"/>
                <a:stretch>
                  <a:fillRect/>
                </a:stretch>
              </p:blipFill>
              <p:spPr>
                <a:xfrm>
                  <a:off x="3472718" y="2634263"/>
                  <a:ext cx="33876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1" name="Ink 50">
                  <a:extLst>
                    <a:ext uri="{FF2B5EF4-FFF2-40B4-BE49-F238E27FC236}">
                      <a16:creationId xmlns:a16="http://schemas.microsoft.com/office/drawing/2014/main" id="{DCB8CC03-5B7E-A971-9529-F1BB41A90812}"/>
                    </a:ext>
                  </a:extLst>
                </p14:cNvPr>
                <p14:cNvContentPartPr/>
                <p14:nvPr/>
              </p14:nvContentPartPr>
              <p14:xfrm>
                <a:off x="3624638" y="2605463"/>
                <a:ext cx="32040" cy="182880"/>
              </p14:xfrm>
            </p:contentPart>
          </mc:Choice>
          <mc:Fallback>
            <p:pic>
              <p:nvPicPr>
                <p:cNvPr id="51" name="Ink 50">
                  <a:extLst>
                    <a:ext uri="{FF2B5EF4-FFF2-40B4-BE49-F238E27FC236}">
                      <a16:creationId xmlns:a16="http://schemas.microsoft.com/office/drawing/2014/main" id="{DCB8CC03-5B7E-A971-9529-F1BB41A90812}"/>
                    </a:ext>
                  </a:extLst>
                </p:cNvPr>
                <p:cNvPicPr/>
                <p:nvPr/>
              </p:nvPicPr>
              <p:blipFill>
                <a:blip r:embed="rId49"/>
                <a:stretch>
                  <a:fillRect/>
                </a:stretch>
              </p:blipFill>
              <p:spPr>
                <a:xfrm>
                  <a:off x="3615638" y="2596463"/>
                  <a:ext cx="4968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3" name="Ink 52">
                  <a:extLst>
                    <a:ext uri="{FF2B5EF4-FFF2-40B4-BE49-F238E27FC236}">
                      <a16:creationId xmlns:a16="http://schemas.microsoft.com/office/drawing/2014/main" id="{32002044-B05D-E647-BA02-27BCC9412B2D}"/>
                    </a:ext>
                  </a:extLst>
                </p14:cNvPr>
                <p14:cNvContentPartPr/>
                <p14:nvPr/>
              </p14:nvContentPartPr>
              <p14:xfrm>
                <a:off x="3839198" y="1401983"/>
                <a:ext cx="763560" cy="946800"/>
              </p14:xfrm>
            </p:contentPart>
          </mc:Choice>
          <mc:Fallback>
            <p:pic>
              <p:nvPicPr>
                <p:cNvPr id="53" name="Ink 52">
                  <a:extLst>
                    <a:ext uri="{FF2B5EF4-FFF2-40B4-BE49-F238E27FC236}">
                      <a16:creationId xmlns:a16="http://schemas.microsoft.com/office/drawing/2014/main" id="{32002044-B05D-E647-BA02-27BCC9412B2D}"/>
                    </a:ext>
                  </a:extLst>
                </p:cNvPr>
                <p:cNvPicPr/>
                <p:nvPr/>
              </p:nvPicPr>
              <p:blipFill>
                <a:blip r:embed="rId51"/>
                <a:stretch>
                  <a:fillRect/>
                </a:stretch>
              </p:blipFill>
              <p:spPr>
                <a:xfrm>
                  <a:off x="3830198" y="1392983"/>
                  <a:ext cx="781200" cy="9644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4" name="Ink 53">
                  <a:extLst>
                    <a:ext uri="{FF2B5EF4-FFF2-40B4-BE49-F238E27FC236}">
                      <a16:creationId xmlns:a16="http://schemas.microsoft.com/office/drawing/2014/main" id="{E1D19246-6A80-4E4A-D632-8A5FFB016EFB}"/>
                    </a:ext>
                  </a:extLst>
                </p14:cNvPr>
                <p14:cNvContentPartPr/>
                <p14:nvPr/>
              </p14:nvContentPartPr>
              <p14:xfrm>
                <a:off x="3932078" y="1296863"/>
                <a:ext cx="189360" cy="213480"/>
              </p14:xfrm>
            </p:contentPart>
          </mc:Choice>
          <mc:Fallback>
            <p:pic>
              <p:nvPicPr>
                <p:cNvPr id="54" name="Ink 53">
                  <a:extLst>
                    <a:ext uri="{FF2B5EF4-FFF2-40B4-BE49-F238E27FC236}">
                      <a16:creationId xmlns:a16="http://schemas.microsoft.com/office/drawing/2014/main" id="{E1D19246-6A80-4E4A-D632-8A5FFB016EFB}"/>
                    </a:ext>
                  </a:extLst>
                </p:cNvPr>
                <p:cNvPicPr/>
                <p:nvPr/>
              </p:nvPicPr>
              <p:blipFill>
                <a:blip r:embed="rId53"/>
                <a:stretch>
                  <a:fillRect/>
                </a:stretch>
              </p:blipFill>
              <p:spPr>
                <a:xfrm>
                  <a:off x="3923438" y="1288223"/>
                  <a:ext cx="20700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6" name="Ink 55">
                  <a:extLst>
                    <a:ext uri="{FF2B5EF4-FFF2-40B4-BE49-F238E27FC236}">
                      <a16:creationId xmlns:a16="http://schemas.microsoft.com/office/drawing/2014/main" id="{A8CB119E-0104-5B95-3A63-6A7722C86D65}"/>
                    </a:ext>
                  </a:extLst>
                </p14:cNvPr>
                <p14:cNvContentPartPr/>
                <p14:nvPr/>
              </p14:nvContentPartPr>
              <p14:xfrm>
                <a:off x="8713958" y="2927663"/>
                <a:ext cx="619200" cy="1136880"/>
              </p14:xfrm>
            </p:contentPart>
          </mc:Choice>
          <mc:Fallback>
            <p:pic>
              <p:nvPicPr>
                <p:cNvPr id="56" name="Ink 55">
                  <a:extLst>
                    <a:ext uri="{FF2B5EF4-FFF2-40B4-BE49-F238E27FC236}">
                      <a16:creationId xmlns:a16="http://schemas.microsoft.com/office/drawing/2014/main" id="{A8CB119E-0104-5B95-3A63-6A7722C86D65}"/>
                    </a:ext>
                  </a:extLst>
                </p:cNvPr>
                <p:cNvPicPr/>
                <p:nvPr/>
              </p:nvPicPr>
              <p:blipFill>
                <a:blip r:embed="rId55"/>
                <a:stretch>
                  <a:fillRect/>
                </a:stretch>
              </p:blipFill>
              <p:spPr>
                <a:xfrm>
                  <a:off x="8704958" y="2918663"/>
                  <a:ext cx="636840" cy="11545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7" name="Ink 56">
                  <a:extLst>
                    <a:ext uri="{FF2B5EF4-FFF2-40B4-BE49-F238E27FC236}">
                      <a16:creationId xmlns:a16="http://schemas.microsoft.com/office/drawing/2014/main" id="{6DADF4EB-646A-B73B-E19F-39FC669CF1A1}"/>
                    </a:ext>
                  </a:extLst>
                </p14:cNvPr>
                <p14:cNvContentPartPr/>
                <p14:nvPr/>
              </p14:nvContentPartPr>
              <p14:xfrm>
                <a:off x="8747798" y="4049423"/>
                <a:ext cx="20160" cy="2880"/>
              </p14:xfrm>
            </p:contentPart>
          </mc:Choice>
          <mc:Fallback>
            <p:pic>
              <p:nvPicPr>
                <p:cNvPr id="57" name="Ink 56">
                  <a:extLst>
                    <a:ext uri="{FF2B5EF4-FFF2-40B4-BE49-F238E27FC236}">
                      <a16:creationId xmlns:a16="http://schemas.microsoft.com/office/drawing/2014/main" id="{6DADF4EB-646A-B73B-E19F-39FC669CF1A1}"/>
                    </a:ext>
                  </a:extLst>
                </p:cNvPr>
                <p:cNvPicPr/>
                <p:nvPr/>
              </p:nvPicPr>
              <p:blipFill>
                <a:blip r:embed="rId57"/>
                <a:stretch>
                  <a:fillRect/>
                </a:stretch>
              </p:blipFill>
              <p:spPr>
                <a:xfrm>
                  <a:off x="8739158" y="4040783"/>
                  <a:ext cx="3780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8" name="Ink 57">
                  <a:extLst>
                    <a:ext uri="{FF2B5EF4-FFF2-40B4-BE49-F238E27FC236}">
                      <a16:creationId xmlns:a16="http://schemas.microsoft.com/office/drawing/2014/main" id="{1DAC36C4-9FFF-9B2E-2C90-BC76B34CEB5E}"/>
                    </a:ext>
                  </a:extLst>
                </p14:cNvPr>
                <p14:cNvContentPartPr/>
                <p14:nvPr/>
              </p14:nvContentPartPr>
              <p14:xfrm>
                <a:off x="8786678" y="4045823"/>
                <a:ext cx="216720" cy="176760"/>
              </p14:xfrm>
            </p:contentPart>
          </mc:Choice>
          <mc:Fallback>
            <p:pic>
              <p:nvPicPr>
                <p:cNvPr id="58" name="Ink 57">
                  <a:extLst>
                    <a:ext uri="{FF2B5EF4-FFF2-40B4-BE49-F238E27FC236}">
                      <a16:creationId xmlns:a16="http://schemas.microsoft.com/office/drawing/2014/main" id="{1DAC36C4-9FFF-9B2E-2C90-BC76B34CEB5E}"/>
                    </a:ext>
                  </a:extLst>
                </p:cNvPr>
                <p:cNvPicPr/>
                <p:nvPr/>
              </p:nvPicPr>
              <p:blipFill>
                <a:blip r:embed="rId59"/>
                <a:stretch>
                  <a:fillRect/>
                </a:stretch>
              </p:blipFill>
              <p:spPr>
                <a:xfrm>
                  <a:off x="8777678" y="4037183"/>
                  <a:ext cx="23436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0" name="Ink 59">
                  <a:extLst>
                    <a:ext uri="{FF2B5EF4-FFF2-40B4-BE49-F238E27FC236}">
                      <a16:creationId xmlns:a16="http://schemas.microsoft.com/office/drawing/2014/main" id="{DAA3DB32-BE9A-37D0-80D8-B16285B54CF1}"/>
                    </a:ext>
                  </a:extLst>
                </p14:cNvPr>
                <p14:cNvContentPartPr/>
                <p14:nvPr/>
              </p14:nvContentPartPr>
              <p14:xfrm>
                <a:off x="3822998" y="2421143"/>
                <a:ext cx="160920" cy="22680"/>
              </p14:xfrm>
            </p:contentPart>
          </mc:Choice>
          <mc:Fallback>
            <p:pic>
              <p:nvPicPr>
                <p:cNvPr id="60" name="Ink 59">
                  <a:extLst>
                    <a:ext uri="{FF2B5EF4-FFF2-40B4-BE49-F238E27FC236}">
                      <a16:creationId xmlns:a16="http://schemas.microsoft.com/office/drawing/2014/main" id="{DAA3DB32-BE9A-37D0-80D8-B16285B54CF1}"/>
                    </a:ext>
                  </a:extLst>
                </p:cNvPr>
                <p:cNvPicPr/>
                <p:nvPr/>
              </p:nvPicPr>
              <p:blipFill>
                <a:blip r:embed="rId61"/>
                <a:stretch>
                  <a:fillRect/>
                </a:stretch>
              </p:blipFill>
              <p:spPr>
                <a:xfrm>
                  <a:off x="3814358" y="2412143"/>
                  <a:ext cx="17856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1" name="Ink 60">
                  <a:extLst>
                    <a:ext uri="{FF2B5EF4-FFF2-40B4-BE49-F238E27FC236}">
                      <a16:creationId xmlns:a16="http://schemas.microsoft.com/office/drawing/2014/main" id="{08A9BA1E-8B50-6CEE-4FC5-E0B37AF63A21}"/>
                    </a:ext>
                  </a:extLst>
                </p14:cNvPr>
                <p14:cNvContentPartPr/>
                <p14:nvPr/>
              </p14:nvContentPartPr>
              <p14:xfrm>
                <a:off x="3870518" y="2361023"/>
                <a:ext cx="42480" cy="148680"/>
              </p14:xfrm>
            </p:contentPart>
          </mc:Choice>
          <mc:Fallback>
            <p:pic>
              <p:nvPicPr>
                <p:cNvPr id="61" name="Ink 60">
                  <a:extLst>
                    <a:ext uri="{FF2B5EF4-FFF2-40B4-BE49-F238E27FC236}">
                      <a16:creationId xmlns:a16="http://schemas.microsoft.com/office/drawing/2014/main" id="{08A9BA1E-8B50-6CEE-4FC5-E0B37AF63A21}"/>
                    </a:ext>
                  </a:extLst>
                </p:cNvPr>
                <p:cNvPicPr/>
                <p:nvPr/>
              </p:nvPicPr>
              <p:blipFill>
                <a:blip r:embed="rId63"/>
                <a:stretch>
                  <a:fillRect/>
                </a:stretch>
              </p:blipFill>
              <p:spPr>
                <a:xfrm>
                  <a:off x="3861518" y="2352383"/>
                  <a:ext cx="6012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3" name="Ink 62">
                  <a:extLst>
                    <a:ext uri="{FF2B5EF4-FFF2-40B4-BE49-F238E27FC236}">
                      <a16:creationId xmlns:a16="http://schemas.microsoft.com/office/drawing/2014/main" id="{891EDD65-9869-ED77-045E-8A6828366B54}"/>
                    </a:ext>
                  </a:extLst>
                </p14:cNvPr>
                <p14:cNvContentPartPr/>
                <p14:nvPr/>
              </p14:nvContentPartPr>
              <p14:xfrm>
                <a:off x="4125038" y="2304863"/>
                <a:ext cx="210240" cy="213480"/>
              </p14:xfrm>
            </p:contentPart>
          </mc:Choice>
          <mc:Fallback>
            <p:pic>
              <p:nvPicPr>
                <p:cNvPr id="63" name="Ink 62">
                  <a:extLst>
                    <a:ext uri="{FF2B5EF4-FFF2-40B4-BE49-F238E27FC236}">
                      <a16:creationId xmlns:a16="http://schemas.microsoft.com/office/drawing/2014/main" id="{891EDD65-9869-ED77-045E-8A6828366B54}"/>
                    </a:ext>
                  </a:extLst>
                </p:cNvPr>
                <p:cNvPicPr/>
                <p:nvPr/>
              </p:nvPicPr>
              <p:blipFill>
                <a:blip r:embed="rId65"/>
                <a:stretch>
                  <a:fillRect/>
                </a:stretch>
              </p:blipFill>
              <p:spPr>
                <a:xfrm>
                  <a:off x="4116398" y="2296223"/>
                  <a:ext cx="22788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4" name="Ink 63">
                  <a:extLst>
                    <a:ext uri="{FF2B5EF4-FFF2-40B4-BE49-F238E27FC236}">
                      <a16:creationId xmlns:a16="http://schemas.microsoft.com/office/drawing/2014/main" id="{4F39BB15-0018-8E25-FC95-6DC622F28E8A}"/>
                    </a:ext>
                  </a:extLst>
                </p14:cNvPr>
                <p14:cNvContentPartPr/>
                <p14:nvPr/>
              </p14:nvContentPartPr>
              <p14:xfrm>
                <a:off x="4526438" y="2402423"/>
                <a:ext cx="156960" cy="21600"/>
              </p14:xfrm>
            </p:contentPart>
          </mc:Choice>
          <mc:Fallback>
            <p:pic>
              <p:nvPicPr>
                <p:cNvPr id="64" name="Ink 63">
                  <a:extLst>
                    <a:ext uri="{FF2B5EF4-FFF2-40B4-BE49-F238E27FC236}">
                      <a16:creationId xmlns:a16="http://schemas.microsoft.com/office/drawing/2014/main" id="{4F39BB15-0018-8E25-FC95-6DC622F28E8A}"/>
                    </a:ext>
                  </a:extLst>
                </p:cNvPr>
                <p:cNvPicPr/>
                <p:nvPr/>
              </p:nvPicPr>
              <p:blipFill>
                <a:blip r:embed="rId67"/>
                <a:stretch>
                  <a:fillRect/>
                </a:stretch>
              </p:blipFill>
              <p:spPr>
                <a:xfrm>
                  <a:off x="4517798" y="2393423"/>
                  <a:ext cx="17460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5" name="Ink 64">
                  <a:extLst>
                    <a:ext uri="{FF2B5EF4-FFF2-40B4-BE49-F238E27FC236}">
                      <a16:creationId xmlns:a16="http://schemas.microsoft.com/office/drawing/2014/main" id="{8701F085-B867-E9F8-0F08-BD5423214797}"/>
                    </a:ext>
                  </a:extLst>
                </p14:cNvPr>
                <p14:cNvContentPartPr/>
                <p14:nvPr/>
              </p14:nvContentPartPr>
              <p14:xfrm>
                <a:off x="4590518" y="2298383"/>
                <a:ext cx="25200" cy="202320"/>
              </p14:xfrm>
            </p:contentPart>
          </mc:Choice>
          <mc:Fallback>
            <p:pic>
              <p:nvPicPr>
                <p:cNvPr id="65" name="Ink 64">
                  <a:extLst>
                    <a:ext uri="{FF2B5EF4-FFF2-40B4-BE49-F238E27FC236}">
                      <a16:creationId xmlns:a16="http://schemas.microsoft.com/office/drawing/2014/main" id="{8701F085-B867-E9F8-0F08-BD5423214797}"/>
                    </a:ext>
                  </a:extLst>
                </p:cNvPr>
                <p:cNvPicPr/>
                <p:nvPr/>
              </p:nvPicPr>
              <p:blipFill>
                <a:blip r:embed="rId69"/>
                <a:stretch>
                  <a:fillRect/>
                </a:stretch>
              </p:blipFill>
              <p:spPr>
                <a:xfrm>
                  <a:off x="4581518" y="2289383"/>
                  <a:ext cx="4284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6" name="Ink 65">
                  <a:extLst>
                    <a:ext uri="{FF2B5EF4-FFF2-40B4-BE49-F238E27FC236}">
                      <a16:creationId xmlns:a16="http://schemas.microsoft.com/office/drawing/2014/main" id="{D3A7E668-B179-F551-2B8D-1D461476DE61}"/>
                    </a:ext>
                  </a:extLst>
                </p14:cNvPr>
                <p14:cNvContentPartPr/>
                <p14:nvPr/>
              </p14:nvContentPartPr>
              <p14:xfrm>
                <a:off x="4776278" y="2268863"/>
                <a:ext cx="216720" cy="249480"/>
              </p14:xfrm>
            </p:contentPart>
          </mc:Choice>
          <mc:Fallback>
            <p:pic>
              <p:nvPicPr>
                <p:cNvPr id="66" name="Ink 65">
                  <a:extLst>
                    <a:ext uri="{FF2B5EF4-FFF2-40B4-BE49-F238E27FC236}">
                      <a16:creationId xmlns:a16="http://schemas.microsoft.com/office/drawing/2014/main" id="{D3A7E668-B179-F551-2B8D-1D461476DE61}"/>
                    </a:ext>
                  </a:extLst>
                </p:cNvPr>
                <p:cNvPicPr/>
                <p:nvPr/>
              </p:nvPicPr>
              <p:blipFill>
                <a:blip r:embed="rId71"/>
                <a:stretch>
                  <a:fillRect/>
                </a:stretch>
              </p:blipFill>
              <p:spPr>
                <a:xfrm>
                  <a:off x="4767638" y="2259863"/>
                  <a:ext cx="23436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7" name="Ink 66">
                  <a:extLst>
                    <a:ext uri="{FF2B5EF4-FFF2-40B4-BE49-F238E27FC236}">
                      <a16:creationId xmlns:a16="http://schemas.microsoft.com/office/drawing/2014/main" id="{64917469-4549-E4CC-6E4A-90C9531CEDD6}"/>
                    </a:ext>
                  </a:extLst>
                </p14:cNvPr>
                <p14:cNvContentPartPr/>
                <p14:nvPr/>
              </p14:nvContentPartPr>
              <p14:xfrm>
                <a:off x="5179478" y="2380823"/>
                <a:ext cx="148680" cy="18000"/>
              </p14:xfrm>
            </p:contentPart>
          </mc:Choice>
          <mc:Fallback>
            <p:pic>
              <p:nvPicPr>
                <p:cNvPr id="67" name="Ink 66">
                  <a:extLst>
                    <a:ext uri="{FF2B5EF4-FFF2-40B4-BE49-F238E27FC236}">
                      <a16:creationId xmlns:a16="http://schemas.microsoft.com/office/drawing/2014/main" id="{64917469-4549-E4CC-6E4A-90C9531CEDD6}"/>
                    </a:ext>
                  </a:extLst>
                </p:cNvPr>
                <p:cNvPicPr/>
                <p:nvPr/>
              </p:nvPicPr>
              <p:blipFill>
                <a:blip r:embed="rId73"/>
                <a:stretch>
                  <a:fillRect/>
                </a:stretch>
              </p:blipFill>
              <p:spPr>
                <a:xfrm>
                  <a:off x="5170838" y="2372183"/>
                  <a:ext cx="16632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8" name="Ink 67">
                  <a:extLst>
                    <a:ext uri="{FF2B5EF4-FFF2-40B4-BE49-F238E27FC236}">
                      <a16:creationId xmlns:a16="http://schemas.microsoft.com/office/drawing/2014/main" id="{AFB95761-91A3-73EE-0D35-D7C511B76EEE}"/>
                    </a:ext>
                  </a:extLst>
                </p14:cNvPr>
                <p14:cNvContentPartPr/>
                <p14:nvPr/>
              </p14:nvContentPartPr>
              <p14:xfrm>
                <a:off x="5242118" y="2317103"/>
                <a:ext cx="30960" cy="168840"/>
              </p14:xfrm>
            </p:contentPart>
          </mc:Choice>
          <mc:Fallback>
            <p:pic>
              <p:nvPicPr>
                <p:cNvPr id="68" name="Ink 67">
                  <a:extLst>
                    <a:ext uri="{FF2B5EF4-FFF2-40B4-BE49-F238E27FC236}">
                      <a16:creationId xmlns:a16="http://schemas.microsoft.com/office/drawing/2014/main" id="{AFB95761-91A3-73EE-0D35-D7C511B76EEE}"/>
                    </a:ext>
                  </a:extLst>
                </p:cNvPr>
                <p:cNvPicPr/>
                <p:nvPr/>
              </p:nvPicPr>
              <p:blipFill>
                <a:blip r:embed="rId75"/>
                <a:stretch>
                  <a:fillRect/>
                </a:stretch>
              </p:blipFill>
              <p:spPr>
                <a:xfrm>
                  <a:off x="5233118" y="2308103"/>
                  <a:ext cx="4860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9" name="Ink 68">
                  <a:extLst>
                    <a:ext uri="{FF2B5EF4-FFF2-40B4-BE49-F238E27FC236}">
                      <a16:creationId xmlns:a16="http://schemas.microsoft.com/office/drawing/2014/main" id="{6586CB78-5274-D17C-E05E-8CD3A123A224}"/>
                    </a:ext>
                  </a:extLst>
                </p14:cNvPr>
                <p14:cNvContentPartPr/>
                <p14:nvPr/>
              </p14:nvContentPartPr>
              <p14:xfrm>
                <a:off x="5457038" y="2255183"/>
                <a:ext cx="256320" cy="253080"/>
              </p14:xfrm>
            </p:contentPart>
          </mc:Choice>
          <mc:Fallback>
            <p:pic>
              <p:nvPicPr>
                <p:cNvPr id="69" name="Ink 68">
                  <a:extLst>
                    <a:ext uri="{FF2B5EF4-FFF2-40B4-BE49-F238E27FC236}">
                      <a16:creationId xmlns:a16="http://schemas.microsoft.com/office/drawing/2014/main" id="{6586CB78-5274-D17C-E05E-8CD3A123A224}"/>
                    </a:ext>
                  </a:extLst>
                </p:cNvPr>
                <p:cNvPicPr/>
                <p:nvPr/>
              </p:nvPicPr>
              <p:blipFill>
                <a:blip r:embed="rId77"/>
                <a:stretch>
                  <a:fillRect/>
                </a:stretch>
              </p:blipFill>
              <p:spPr>
                <a:xfrm>
                  <a:off x="5448038" y="2246183"/>
                  <a:ext cx="27396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0" name="Ink 69">
                  <a:extLst>
                    <a:ext uri="{FF2B5EF4-FFF2-40B4-BE49-F238E27FC236}">
                      <a16:creationId xmlns:a16="http://schemas.microsoft.com/office/drawing/2014/main" id="{86DCF3C6-D79F-6A1F-80CA-779DA494D166}"/>
                    </a:ext>
                  </a:extLst>
                </p14:cNvPr>
                <p14:cNvContentPartPr/>
                <p14:nvPr/>
              </p14:nvContentPartPr>
              <p14:xfrm>
                <a:off x="516758" y="1609343"/>
                <a:ext cx="543240" cy="2314080"/>
              </p14:xfrm>
            </p:contentPart>
          </mc:Choice>
          <mc:Fallback>
            <p:pic>
              <p:nvPicPr>
                <p:cNvPr id="70" name="Ink 69">
                  <a:extLst>
                    <a:ext uri="{FF2B5EF4-FFF2-40B4-BE49-F238E27FC236}">
                      <a16:creationId xmlns:a16="http://schemas.microsoft.com/office/drawing/2014/main" id="{86DCF3C6-D79F-6A1F-80CA-779DA494D166}"/>
                    </a:ext>
                  </a:extLst>
                </p:cNvPr>
                <p:cNvPicPr/>
                <p:nvPr/>
              </p:nvPicPr>
              <p:blipFill>
                <a:blip r:embed="rId79"/>
                <a:stretch>
                  <a:fillRect/>
                </a:stretch>
              </p:blipFill>
              <p:spPr>
                <a:xfrm>
                  <a:off x="507758" y="1600703"/>
                  <a:ext cx="560880" cy="23317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3" name="Ink 72">
                  <a:extLst>
                    <a:ext uri="{FF2B5EF4-FFF2-40B4-BE49-F238E27FC236}">
                      <a16:creationId xmlns:a16="http://schemas.microsoft.com/office/drawing/2014/main" id="{C3D64F60-72F0-5509-51C3-C5EFEB2999F3}"/>
                    </a:ext>
                  </a:extLst>
                </p14:cNvPr>
                <p14:cNvContentPartPr/>
                <p14:nvPr/>
              </p14:nvContentPartPr>
              <p14:xfrm>
                <a:off x="9513158" y="1212623"/>
                <a:ext cx="33480" cy="436320"/>
              </p14:xfrm>
            </p:contentPart>
          </mc:Choice>
          <mc:Fallback>
            <p:pic>
              <p:nvPicPr>
                <p:cNvPr id="73" name="Ink 72">
                  <a:extLst>
                    <a:ext uri="{FF2B5EF4-FFF2-40B4-BE49-F238E27FC236}">
                      <a16:creationId xmlns:a16="http://schemas.microsoft.com/office/drawing/2014/main" id="{C3D64F60-72F0-5509-51C3-C5EFEB2999F3}"/>
                    </a:ext>
                  </a:extLst>
                </p:cNvPr>
                <p:cNvPicPr/>
                <p:nvPr/>
              </p:nvPicPr>
              <p:blipFill>
                <a:blip r:embed="rId81"/>
                <a:stretch>
                  <a:fillRect/>
                </a:stretch>
              </p:blipFill>
              <p:spPr>
                <a:xfrm>
                  <a:off x="9504158" y="1203983"/>
                  <a:ext cx="51120" cy="4539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6" name="Ink 85">
                  <a:extLst>
                    <a:ext uri="{FF2B5EF4-FFF2-40B4-BE49-F238E27FC236}">
                      <a16:creationId xmlns:a16="http://schemas.microsoft.com/office/drawing/2014/main" id="{1B82D652-531B-CE45-A81E-0D96DE156797}"/>
                    </a:ext>
                  </a:extLst>
                </p14:cNvPr>
                <p14:cNvContentPartPr/>
                <p14:nvPr/>
              </p14:nvContentPartPr>
              <p14:xfrm>
                <a:off x="7682558" y="2267063"/>
                <a:ext cx="1126080" cy="339480"/>
              </p14:xfrm>
            </p:contentPart>
          </mc:Choice>
          <mc:Fallback>
            <p:pic>
              <p:nvPicPr>
                <p:cNvPr id="86" name="Ink 85">
                  <a:extLst>
                    <a:ext uri="{FF2B5EF4-FFF2-40B4-BE49-F238E27FC236}">
                      <a16:creationId xmlns:a16="http://schemas.microsoft.com/office/drawing/2014/main" id="{1B82D652-531B-CE45-A81E-0D96DE156797}"/>
                    </a:ext>
                  </a:extLst>
                </p:cNvPr>
                <p:cNvPicPr/>
                <p:nvPr/>
              </p:nvPicPr>
              <p:blipFill>
                <a:blip r:embed="rId83"/>
                <a:stretch>
                  <a:fillRect/>
                </a:stretch>
              </p:blipFill>
              <p:spPr>
                <a:xfrm>
                  <a:off x="7673558" y="2258063"/>
                  <a:ext cx="1143720" cy="3571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94" name="Ink 93">
                  <a:extLst>
                    <a:ext uri="{FF2B5EF4-FFF2-40B4-BE49-F238E27FC236}">
                      <a16:creationId xmlns:a16="http://schemas.microsoft.com/office/drawing/2014/main" id="{A0E9622B-E98F-C047-5FCE-8A7B5C5C5F94}"/>
                    </a:ext>
                  </a:extLst>
                </p14:cNvPr>
                <p14:cNvContentPartPr/>
                <p14:nvPr/>
              </p14:nvContentPartPr>
              <p14:xfrm>
                <a:off x="6965798" y="2260583"/>
                <a:ext cx="152640" cy="69480"/>
              </p14:xfrm>
            </p:contentPart>
          </mc:Choice>
          <mc:Fallback>
            <p:pic>
              <p:nvPicPr>
                <p:cNvPr id="94" name="Ink 93">
                  <a:extLst>
                    <a:ext uri="{FF2B5EF4-FFF2-40B4-BE49-F238E27FC236}">
                      <a16:creationId xmlns:a16="http://schemas.microsoft.com/office/drawing/2014/main" id="{A0E9622B-E98F-C047-5FCE-8A7B5C5C5F94}"/>
                    </a:ext>
                  </a:extLst>
                </p:cNvPr>
                <p:cNvPicPr/>
                <p:nvPr/>
              </p:nvPicPr>
              <p:blipFill>
                <a:blip r:embed="rId85"/>
                <a:stretch>
                  <a:fillRect/>
                </a:stretch>
              </p:blipFill>
              <p:spPr>
                <a:xfrm>
                  <a:off x="6956798" y="2251943"/>
                  <a:ext cx="17028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95" name="Ink 94">
                  <a:extLst>
                    <a:ext uri="{FF2B5EF4-FFF2-40B4-BE49-F238E27FC236}">
                      <a16:creationId xmlns:a16="http://schemas.microsoft.com/office/drawing/2014/main" id="{25A3F60A-587D-E1E3-C245-4E6B905537B1}"/>
                    </a:ext>
                  </a:extLst>
                </p14:cNvPr>
                <p14:cNvContentPartPr/>
                <p14:nvPr/>
              </p14:nvContentPartPr>
              <p14:xfrm>
                <a:off x="7077038" y="2279303"/>
                <a:ext cx="15120" cy="110520"/>
              </p14:xfrm>
            </p:contentPart>
          </mc:Choice>
          <mc:Fallback>
            <p:pic>
              <p:nvPicPr>
                <p:cNvPr id="95" name="Ink 94">
                  <a:extLst>
                    <a:ext uri="{FF2B5EF4-FFF2-40B4-BE49-F238E27FC236}">
                      <a16:creationId xmlns:a16="http://schemas.microsoft.com/office/drawing/2014/main" id="{25A3F60A-587D-E1E3-C245-4E6B905537B1}"/>
                    </a:ext>
                  </a:extLst>
                </p:cNvPr>
                <p:cNvPicPr/>
                <p:nvPr/>
              </p:nvPicPr>
              <p:blipFill>
                <a:blip r:embed="rId87"/>
                <a:stretch>
                  <a:fillRect/>
                </a:stretch>
              </p:blipFill>
              <p:spPr>
                <a:xfrm>
                  <a:off x="7068398" y="2270663"/>
                  <a:ext cx="3276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96" name="Ink 95">
                  <a:extLst>
                    <a:ext uri="{FF2B5EF4-FFF2-40B4-BE49-F238E27FC236}">
                      <a16:creationId xmlns:a16="http://schemas.microsoft.com/office/drawing/2014/main" id="{D9826201-C89E-438C-D351-7AD3894858D9}"/>
                    </a:ext>
                  </a:extLst>
                </p14:cNvPr>
                <p14:cNvContentPartPr/>
                <p14:nvPr/>
              </p14:nvContentPartPr>
              <p14:xfrm>
                <a:off x="7177118" y="2266703"/>
                <a:ext cx="159840" cy="237600"/>
              </p14:xfrm>
            </p:contentPart>
          </mc:Choice>
          <mc:Fallback>
            <p:pic>
              <p:nvPicPr>
                <p:cNvPr id="96" name="Ink 95">
                  <a:extLst>
                    <a:ext uri="{FF2B5EF4-FFF2-40B4-BE49-F238E27FC236}">
                      <a16:creationId xmlns:a16="http://schemas.microsoft.com/office/drawing/2014/main" id="{D9826201-C89E-438C-D351-7AD3894858D9}"/>
                    </a:ext>
                  </a:extLst>
                </p:cNvPr>
                <p:cNvPicPr/>
                <p:nvPr/>
              </p:nvPicPr>
              <p:blipFill>
                <a:blip r:embed="rId89"/>
                <a:stretch>
                  <a:fillRect/>
                </a:stretch>
              </p:blipFill>
              <p:spPr>
                <a:xfrm>
                  <a:off x="7168478" y="2257703"/>
                  <a:ext cx="17748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00" name="Ink 99">
                  <a:extLst>
                    <a:ext uri="{FF2B5EF4-FFF2-40B4-BE49-F238E27FC236}">
                      <a16:creationId xmlns:a16="http://schemas.microsoft.com/office/drawing/2014/main" id="{3C362AAE-AA5B-C9B0-F737-91E18B33F893}"/>
                    </a:ext>
                  </a:extLst>
                </p14:cNvPr>
                <p14:cNvContentPartPr/>
                <p14:nvPr/>
              </p14:nvContentPartPr>
              <p14:xfrm>
                <a:off x="7364318" y="839663"/>
                <a:ext cx="187200" cy="425520"/>
              </p14:xfrm>
            </p:contentPart>
          </mc:Choice>
          <mc:Fallback>
            <p:pic>
              <p:nvPicPr>
                <p:cNvPr id="100" name="Ink 99">
                  <a:extLst>
                    <a:ext uri="{FF2B5EF4-FFF2-40B4-BE49-F238E27FC236}">
                      <a16:creationId xmlns:a16="http://schemas.microsoft.com/office/drawing/2014/main" id="{3C362AAE-AA5B-C9B0-F737-91E18B33F893}"/>
                    </a:ext>
                  </a:extLst>
                </p:cNvPr>
                <p:cNvPicPr/>
                <p:nvPr/>
              </p:nvPicPr>
              <p:blipFill>
                <a:blip r:embed="rId91"/>
                <a:stretch>
                  <a:fillRect/>
                </a:stretch>
              </p:blipFill>
              <p:spPr>
                <a:xfrm>
                  <a:off x="7355678" y="830663"/>
                  <a:ext cx="204840" cy="443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01" name="Ink 100">
                  <a:extLst>
                    <a:ext uri="{FF2B5EF4-FFF2-40B4-BE49-F238E27FC236}">
                      <a16:creationId xmlns:a16="http://schemas.microsoft.com/office/drawing/2014/main" id="{4CA9C50C-D516-A8DB-0E11-ABA71B121541}"/>
                    </a:ext>
                  </a:extLst>
                </p14:cNvPr>
                <p14:cNvContentPartPr/>
                <p14:nvPr/>
              </p14:nvContentPartPr>
              <p14:xfrm>
                <a:off x="7333718" y="1017863"/>
                <a:ext cx="245880" cy="100800"/>
              </p14:xfrm>
            </p:contentPart>
          </mc:Choice>
          <mc:Fallback>
            <p:pic>
              <p:nvPicPr>
                <p:cNvPr id="101" name="Ink 100">
                  <a:extLst>
                    <a:ext uri="{FF2B5EF4-FFF2-40B4-BE49-F238E27FC236}">
                      <a16:creationId xmlns:a16="http://schemas.microsoft.com/office/drawing/2014/main" id="{4CA9C50C-D516-A8DB-0E11-ABA71B121541}"/>
                    </a:ext>
                  </a:extLst>
                </p:cNvPr>
                <p:cNvPicPr/>
                <p:nvPr/>
              </p:nvPicPr>
              <p:blipFill>
                <a:blip r:embed="rId93"/>
                <a:stretch>
                  <a:fillRect/>
                </a:stretch>
              </p:blipFill>
              <p:spPr>
                <a:xfrm>
                  <a:off x="7325078" y="1009223"/>
                  <a:ext cx="26352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02" name="Ink 101">
                  <a:extLst>
                    <a:ext uri="{FF2B5EF4-FFF2-40B4-BE49-F238E27FC236}">
                      <a16:creationId xmlns:a16="http://schemas.microsoft.com/office/drawing/2014/main" id="{C117A0D1-5E80-C495-ECE4-523DD4DAD627}"/>
                    </a:ext>
                  </a:extLst>
                </p14:cNvPr>
                <p14:cNvContentPartPr/>
                <p14:nvPr/>
              </p14:nvContentPartPr>
              <p14:xfrm>
                <a:off x="7594358" y="923903"/>
                <a:ext cx="2880" cy="2880"/>
              </p14:xfrm>
            </p:contentPart>
          </mc:Choice>
          <mc:Fallback>
            <p:pic>
              <p:nvPicPr>
                <p:cNvPr id="102" name="Ink 101">
                  <a:extLst>
                    <a:ext uri="{FF2B5EF4-FFF2-40B4-BE49-F238E27FC236}">
                      <a16:creationId xmlns:a16="http://schemas.microsoft.com/office/drawing/2014/main" id="{C117A0D1-5E80-C495-ECE4-523DD4DAD627}"/>
                    </a:ext>
                  </a:extLst>
                </p:cNvPr>
                <p:cNvPicPr/>
                <p:nvPr/>
              </p:nvPicPr>
              <p:blipFill>
                <a:blip r:embed="rId95"/>
                <a:stretch>
                  <a:fillRect/>
                </a:stretch>
              </p:blipFill>
              <p:spPr>
                <a:xfrm>
                  <a:off x="7585358" y="915263"/>
                  <a:ext cx="2052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03" name="Ink 102">
                  <a:extLst>
                    <a:ext uri="{FF2B5EF4-FFF2-40B4-BE49-F238E27FC236}">
                      <a16:creationId xmlns:a16="http://schemas.microsoft.com/office/drawing/2014/main" id="{1D166327-49C3-59FD-329F-BEDBC639F733}"/>
                    </a:ext>
                  </a:extLst>
                </p14:cNvPr>
                <p14:cNvContentPartPr/>
                <p14:nvPr/>
              </p14:nvContentPartPr>
              <p14:xfrm>
                <a:off x="7689398" y="987983"/>
                <a:ext cx="303120" cy="113400"/>
              </p14:xfrm>
            </p:contentPart>
          </mc:Choice>
          <mc:Fallback>
            <p:pic>
              <p:nvPicPr>
                <p:cNvPr id="103" name="Ink 102">
                  <a:extLst>
                    <a:ext uri="{FF2B5EF4-FFF2-40B4-BE49-F238E27FC236}">
                      <a16:creationId xmlns:a16="http://schemas.microsoft.com/office/drawing/2014/main" id="{1D166327-49C3-59FD-329F-BEDBC639F733}"/>
                    </a:ext>
                  </a:extLst>
                </p:cNvPr>
                <p:cNvPicPr/>
                <p:nvPr/>
              </p:nvPicPr>
              <p:blipFill>
                <a:blip r:embed="rId97"/>
                <a:stretch>
                  <a:fillRect/>
                </a:stretch>
              </p:blipFill>
              <p:spPr>
                <a:xfrm>
                  <a:off x="7680398" y="979343"/>
                  <a:ext cx="32076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04" name="Ink 103">
                  <a:extLst>
                    <a:ext uri="{FF2B5EF4-FFF2-40B4-BE49-F238E27FC236}">
                      <a16:creationId xmlns:a16="http://schemas.microsoft.com/office/drawing/2014/main" id="{6463F843-94EB-F755-0055-8F9D9783FDB3}"/>
                    </a:ext>
                  </a:extLst>
                </p14:cNvPr>
                <p14:cNvContentPartPr/>
                <p14:nvPr/>
              </p14:nvContentPartPr>
              <p14:xfrm>
                <a:off x="7960118" y="891863"/>
                <a:ext cx="1440" cy="3960"/>
              </p14:xfrm>
            </p:contentPart>
          </mc:Choice>
          <mc:Fallback>
            <p:pic>
              <p:nvPicPr>
                <p:cNvPr id="104" name="Ink 103">
                  <a:extLst>
                    <a:ext uri="{FF2B5EF4-FFF2-40B4-BE49-F238E27FC236}">
                      <a16:creationId xmlns:a16="http://schemas.microsoft.com/office/drawing/2014/main" id="{6463F843-94EB-F755-0055-8F9D9783FDB3}"/>
                    </a:ext>
                  </a:extLst>
                </p:cNvPr>
                <p:cNvPicPr/>
                <p:nvPr/>
              </p:nvPicPr>
              <p:blipFill>
                <a:blip r:embed="rId99"/>
                <a:stretch>
                  <a:fillRect/>
                </a:stretch>
              </p:blipFill>
              <p:spPr>
                <a:xfrm>
                  <a:off x="7951118" y="883223"/>
                  <a:ext cx="1908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4" name="Ink 73">
                  <a:extLst>
                    <a:ext uri="{FF2B5EF4-FFF2-40B4-BE49-F238E27FC236}">
                      <a16:creationId xmlns:a16="http://schemas.microsoft.com/office/drawing/2014/main" id="{101A73C4-33A0-32D5-E68C-EAE8438292F8}"/>
                    </a:ext>
                  </a:extLst>
                </p14:cNvPr>
                <p14:cNvContentPartPr/>
                <p14:nvPr/>
              </p14:nvContentPartPr>
              <p14:xfrm>
                <a:off x="9594518" y="2016503"/>
                <a:ext cx="19440" cy="123840"/>
              </p14:xfrm>
            </p:contentPart>
          </mc:Choice>
          <mc:Fallback>
            <p:pic>
              <p:nvPicPr>
                <p:cNvPr id="74" name="Ink 73">
                  <a:extLst>
                    <a:ext uri="{FF2B5EF4-FFF2-40B4-BE49-F238E27FC236}">
                      <a16:creationId xmlns:a16="http://schemas.microsoft.com/office/drawing/2014/main" id="{101A73C4-33A0-32D5-E68C-EAE8438292F8}"/>
                    </a:ext>
                  </a:extLst>
                </p:cNvPr>
                <p:cNvPicPr/>
                <p:nvPr/>
              </p:nvPicPr>
              <p:blipFill>
                <a:blip r:embed="rId101"/>
                <a:stretch>
                  <a:fillRect/>
                </a:stretch>
              </p:blipFill>
              <p:spPr>
                <a:xfrm>
                  <a:off x="9585518" y="2007863"/>
                  <a:ext cx="3708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5" name="Ink 74">
                  <a:extLst>
                    <a:ext uri="{FF2B5EF4-FFF2-40B4-BE49-F238E27FC236}">
                      <a16:creationId xmlns:a16="http://schemas.microsoft.com/office/drawing/2014/main" id="{3D4C946D-954E-8D69-F808-49140EB3F248}"/>
                    </a:ext>
                  </a:extLst>
                </p14:cNvPr>
                <p14:cNvContentPartPr/>
                <p14:nvPr/>
              </p14:nvContentPartPr>
              <p14:xfrm>
                <a:off x="9594158" y="2598983"/>
                <a:ext cx="62640" cy="211320"/>
              </p14:xfrm>
            </p:contentPart>
          </mc:Choice>
          <mc:Fallback>
            <p:pic>
              <p:nvPicPr>
                <p:cNvPr id="75" name="Ink 74">
                  <a:extLst>
                    <a:ext uri="{FF2B5EF4-FFF2-40B4-BE49-F238E27FC236}">
                      <a16:creationId xmlns:a16="http://schemas.microsoft.com/office/drawing/2014/main" id="{3D4C946D-954E-8D69-F808-49140EB3F248}"/>
                    </a:ext>
                  </a:extLst>
                </p:cNvPr>
                <p:cNvPicPr/>
                <p:nvPr/>
              </p:nvPicPr>
              <p:blipFill>
                <a:blip r:embed="rId103"/>
                <a:stretch>
                  <a:fillRect/>
                </a:stretch>
              </p:blipFill>
              <p:spPr>
                <a:xfrm>
                  <a:off x="9585518" y="2589983"/>
                  <a:ext cx="8028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6" name="Ink 75">
                  <a:extLst>
                    <a:ext uri="{FF2B5EF4-FFF2-40B4-BE49-F238E27FC236}">
                      <a16:creationId xmlns:a16="http://schemas.microsoft.com/office/drawing/2014/main" id="{4A47CEAC-F78B-080F-E344-9DF22B3D48FE}"/>
                    </a:ext>
                  </a:extLst>
                </p14:cNvPr>
                <p14:cNvContentPartPr/>
                <p14:nvPr/>
              </p14:nvContentPartPr>
              <p14:xfrm>
                <a:off x="9570398" y="3237623"/>
                <a:ext cx="55440" cy="423000"/>
              </p14:xfrm>
            </p:contentPart>
          </mc:Choice>
          <mc:Fallback>
            <p:pic>
              <p:nvPicPr>
                <p:cNvPr id="76" name="Ink 75">
                  <a:extLst>
                    <a:ext uri="{FF2B5EF4-FFF2-40B4-BE49-F238E27FC236}">
                      <a16:creationId xmlns:a16="http://schemas.microsoft.com/office/drawing/2014/main" id="{4A47CEAC-F78B-080F-E344-9DF22B3D48FE}"/>
                    </a:ext>
                  </a:extLst>
                </p:cNvPr>
                <p:cNvPicPr/>
                <p:nvPr/>
              </p:nvPicPr>
              <p:blipFill>
                <a:blip r:embed="rId105"/>
                <a:stretch>
                  <a:fillRect/>
                </a:stretch>
              </p:blipFill>
              <p:spPr>
                <a:xfrm>
                  <a:off x="9561758" y="3228983"/>
                  <a:ext cx="73080" cy="4406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7" name="Ink 76">
                  <a:extLst>
                    <a:ext uri="{FF2B5EF4-FFF2-40B4-BE49-F238E27FC236}">
                      <a16:creationId xmlns:a16="http://schemas.microsoft.com/office/drawing/2014/main" id="{2C3E8622-A046-BBD5-45A3-252D7C68FF7F}"/>
                    </a:ext>
                  </a:extLst>
                </p14:cNvPr>
                <p14:cNvContentPartPr/>
                <p14:nvPr/>
              </p14:nvContentPartPr>
              <p14:xfrm>
                <a:off x="10010678" y="1971503"/>
                <a:ext cx="942480" cy="759600"/>
              </p14:xfrm>
            </p:contentPart>
          </mc:Choice>
          <mc:Fallback>
            <p:pic>
              <p:nvPicPr>
                <p:cNvPr id="77" name="Ink 76">
                  <a:extLst>
                    <a:ext uri="{FF2B5EF4-FFF2-40B4-BE49-F238E27FC236}">
                      <a16:creationId xmlns:a16="http://schemas.microsoft.com/office/drawing/2014/main" id="{2C3E8622-A046-BBD5-45A3-252D7C68FF7F}"/>
                    </a:ext>
                  </a:extLst>
                </p:cNvPr>
                <p:cNvPicPr/>
                <p:nvPr/>
              </p:nvPicPr>
              <p:blipFill>
                <a:blip r:embed="rId107"/>
                <a:stretch>
                  <a:fillRect/>
                </a:stretch>
              </p:blipFill>
              <p:spPr>
                <a:xfrm>
                  <a:off x="10002038" y="1962863"/>
                  <a:ext cx="960120" cy="7772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8" name="Ink 77">
                  <a:extLst>
                    <a:ext uri="{FF2B5EF4-FFF2-40B4-BE49-F238E27FC236}">
                      <a16:creationId xmlns:a16="http://schemas.microsoft.com/office/drawing/2014/main" id="{083B8F00-3EF3-C57A-AFBF-EB243627BD97}"/>
                    </a:ext>
                  </a:extLst>
                </p14:cNvPr>
                <p14:cNvContentPartPr/>
                <p14:nvPr/>
              </p14:nvContentPartPr>
              <p14:xfrm>
                <a:off x="10209398" y="2272103"/>
                <a:ext cx="269640" cy="270360"/>
              </p14:xfrm>
            </p:contentPart>
          </mc:Choice>
          <mc:Fallback>
            <p:pic>
              <p:nvPicPr>
                <p:cNvPr id="78" name="Ink 77">
                  <a:extLst>
                    <a:ext uri="{FF2B5EF4-FFF2-40B4-BE49-F238E27FC236}">
                      <a16:creationId xmlns:a16="http://schemas.microsoft.com/office/drawing/2014/main" id="{083B8F00-3EF3-C57A-AFBF-EB243627BD97}"/>
                    </a:ext>
                  </a:extLst>
                </p:cNvPr>
                <p:cNvPicPr/>
                <p:nvPr/>
              </p:nvPicPr>
              <p:blipFill>
                <a:blip r:embed="rId109"/>
                <a:stretch>
                  <a:fillRect/>
                </a:stretch>
              </p:blipFill>
              <p:spPr>
                <a:xfrm>
                  <a:off x="10200758" y="2263463"/>
                  <a:ext cx="2872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9" name="Ink 78">
                  <a:extLst>
                    <a:ext uri="{FF2B5EF4-FFF2-40B4-BE49-F238E27FC236}">
                      <a16:creationId xmlns:a16="http://schemas.microsoft.com/office/drawing/2014/main" id="{0BAC3E3C-A607-5354-2A7E-1EA648416DA7}"/>
                    </a:ext>
                  </a:extLst>
                </p14:cNvPr>
                <p14:cNvContentPartPr/>
                <p14:nvPr/>
              </p14:nvContentPartPr>
              <p14:xfrm>
                <a:off x="10515398" y="2273183"/>
                <a:ext cx="119520" cy="261720"/>
              </p14:xfrm>
            </p:contentPart>
          </mc:Choice>
          <mc:Fallback>
            <p:pic>
              <p:nvPicPr>
                <p:cNvPr id="79" name="Ink 78">
                  <a:extLst>
                    <a:ext uri="{FF2B5EF4-FFF2-40B4-BE49-F238E27FC236}">
                      <a16:creationId xmlns:a16="http://schemas.microsoft.com/office/drawing/2014/main" id="{0BAC3E3C-A607-5354-2A7E-1EA648416DA7}"/>
                    </a:ext>
                  </a:extLst>
                </p:cNvPr>
                <p:cNvPicPr/>
                <p:nvPr/>
              </p:nvPicPr>
              <p:blipFill>
                <a:blip r:embed="rId111"/>
                <a:stretch>
                  <a:fillRect/>
                </a:stretch>
              </p:blipFill>
              <p:spPr>
                <a:xfrm>
                  <a:off x="10506398" y="2264183"/>
                  <a:ext cx="13716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81" name="Ink 80">
                  <a:extLst>
                    <a:ext uri="{FF2B5EF4-FFF2-40B4-BE49-F238E27FC236}">
                      <a16:creationId xmlns:a16="http://schemas.microsoft.com/office/drawing/2014/main" id="{A717E37C-94FA-FAB1-7B9F-0F47DCFA8322}"/>
                    </a:ext>
                  </a:extLst>
                </p14:cNvPr>
                <p14:cNvContentPartPr/>
                <p14:nvPr/>
              </p14:nvContentPartPr>
              <p14:xfrm>
                <a:off x="10434038" y="2660183"/>
                <a:ext cx="6840" cy="255600"/>
              </p14:xfrm>
            </p:contentPart>
          </mc:Choice>
          <mc:Fallback>
            <p:pic>
              <p:nvPicPr>
                <p:cNvPr id="81" name="Ink 80">
                  <a:extLst>
                    <a:ext uri="{FF2B5EF4-FFF2-40B4-BE49-F238E27FC236}">
                      <a16:creationId xmlns:a16="http://schemas.microsoft.com/office/drawing/2014/main" id="{A717E37C-94FA-FAB1-7B9F-0F47DCFA8322}"/>
                    </a:ext>
                  </a:extLst>
                </p:cNvPr>
                <p:cNvPicPr/>
                <p:nvPr/>
              </p:nvPicPr>
              <p:blipFill>
                <a:blip r:embed="rId113"/>
                <a:stretch>
                  <a:fillRect/>
                </a:stretch>
              </p:blipFill>
              <p:spPr>
                <a:xfrm>
                  <a:off x="10425038" y="2651183"/>
                  <a:ext cx="2448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82" name="Ink 81">
                  <a:extLst>
                    <a:ext uri="{FF2B5EF4-FFF2-40B4-BE49-F238E27FC236}">
                      <a16:creationId xmlns:a16="http://schemas.microsoft.com/office/drawing/2014/main" id="{E5A7273C-065C-C589-76EE-3CC95A4CBBC6}"/>
                    </a:ext>
                  </a:extLst>
                </p14:cNvPr>
                <p14:cNvContentPartPr/>
                <p14:nvPr/>
              </p14:nvContentPartPr>
              <p14:xfrm>
                <a:off x="10309118" y="2918663"/>
                <a:ext cx="440280" cy="240120"/>
              </p14:xfrm>
            </p:contentPart>
          </mc:Choice>
          <mc:Fallback>
            <p:pic>
              <p:nvPicPr>
                <p:cNvPr id="82" name="Ink 81">
                  <a:extLst>
                    <a:ext uri="{FF2B5EF4-FFF2-40B4-BE49-F238E27FC236}">
                      <a16:creationId xmlns:a16="http://schemas.microsoft.com/office/drawing/2014/main" id="{E5A7273C-065C-C589-76EE-3CC95A4CBBC6}"/>
                    </a:ext>
                  </a:extLst>
                </p:cNvPr>
                <p:cNvPicPr/>
                <p:nvPr/>
              </p:nvPicPr>
              <p:blipFill>
                <a:blip r:embed="rId115"/>
                <a:stretch>
                  <a:fillRect/>
                </a:stretch>
              </p:blipFill>
              <p:spPr>
                <a:xfrm>
                  <a:off x="10300118" y="2909663"/>
                  <a:ext cx="45792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3" name="Ink 82">
                  <a:extLst>
                    <a:ext uri="{FF2B5EF4-FFF2-40B4-BE49-F238E27FC236}">
                      <a16:creationId xmlns:a16="http://schemas.microsoft.com/office/drawing/2014/main" id="{690D990D-EF56-09F5-F0E5-3E4B05BB9A85}"/>
                    </a:ext>
                  </a:extLst>
                </p14:cNvPr>
                <p14:cNvContentPartPr/>
                <p14:nvPr/>
              </p14:nvContentPartPr>
              <p14:xfrm>
                <a:off x="10309118" y="3043583"/>
                <a:ext cx="402120" cy="333360"/>
              </p14:xfrm>
            </p:contentPart>
          </mc:Choice>
          <mc:Fallback>
            <p:pic>
              <p:nvPicPr>
                <p:cNvPr id="83" name="Ink 82">
                  <a:extLst>
                    <a:ext uri="{FF2B5EF4-FFF2-40B4-BE49-F238E27FC236}">
                      <a16:creationId xmlns:a16="http://schemas.microsoft.com/office/drawing/2014/main" id="{690D990D-EF56-09F5-F0E5-3E4B05BB9A85}"/>
                    </a:ext>
                  </a:extLst>
                </p:cNvPr>
                <p:cNvPicPr/>
                <p:nvPr/>
              </p:nvPicPr>
              <p:blipFill>
                <a:blip r:embed="rId117"/>
                <a:stretch>
                  <a:fillRect/>
                </a:stretch>
              </p:blipFill>
              <p:spPr>
                <a:xfrm>
                  <a:off x="10300478" y="3034583"/>
                  <a:ext cx="419760" cy="3510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06" name="Ink 105">
                  <a:extLst>
                    <a:ext uri="{FF2B5EF4-FFF2-40B4-BE49-F238E27FC236}">
                      <a16:creationId xmlns:a16="http://schemas.microsoft.com/office/drawing/2014/main" id="{E5439407-3620-7C98-2D38-C43993023B9B}"/>
                    </a:ext>
                  </a:extLst>
                </p14:cNvPr>
                <p14:cNvContentPartPr/>
                <p14:nvPr/>
              </p14:nvContentPartPr>
              <p14:xfrm>
                <a:off x="9403358" y="1913543"/>
                <a:ext cx="636480" cy="309240"/>
              </p14:xfrm>
            </p:contentPart>
          </mc:Choice>
          <mc:Fallback>
            <p:pic>
              <p:nvPicPr>
                <p:cNvPr id="106" name="Ink 105">
                  <a:extLst>
                    <a:ext uri="{FF2B5EF4-FFF2-40B4-BE49-F238E27FC236}">
                      <a16:creationId xmlns:a16="http://schemas.microsoft.com/office/drawing/2014/main" id="{E5439407-3620-7C98-2D38-C43993023B9B}"/>
                    </a:ext>
                  </a:extLst>
                </p:cNvPr>
                <p:cNvPicPr/>
                <p:nvPr/>
              </p:nvPicPr>
              <p:blipFill>
                <a:blip r:embed="rId119"/>
                <a:stretch>
                  <a:fillRect/>
                </a:stretch>
              </p:blipFill>
              <p:spPr>
                <a:xfrm>
                  <a:off x="9394718" y="1904903"/>
                  <a:ext cx="654120" cy="3268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7" name="Ink 106">
                  <a:extLst>
                    <a:ext uri="{FF2B5EF4-FFF2-40B4-BE49-F238E27FC236}">
                      <a16:creationId xmlns:a16="http://schemas.microsoft.com/office/drawing/2014/main" id="{B1258FAF-D63E-22AB-3233-FE656DA08F78}"/>
                    </a:ext>
                  </a:extLst>
                </p14:cNvPr>
                <p14:cNvContentPartPr/>
                <p14:nvPr/>
              </p14:nvContentPartPr>
              <p14:xfrm>
                <a:off x="9382838" y="1841183"/>
                <a:ext cx="68040" cy="197640"/>
              </p14:xfrm>
            </p:contentPart>
          </mc:Choice>
          <mc:Fallback>
            <p:pic>
              <p:nvPicPr>
                <p:cNvPr id="107" name="Ink 106">
                  <a:extLst>
                    <a:ext uri="{FF2B5EF4-FFF2-40B4-BE49-F238E27FC236}">
                      <a16:creationId xmlns:a16="http://schemas.microsoft.com/office/drawing/2014/main" id="{B1258FAF-D63E-22AB-3233-FE656DA08F78}"/>
                    </a:ext>
                  </a:extLst>
                </p:cNvPr>
                <p:cNvPicPr/>
                <p:nvPr/>
              </p:nvPicPr>
              <p:blipFill>
                <a:blip r:embed="rId121"/>
                <a:stretch>
                  <a:fillRect/>
                </a:stretch>
              </p:blipFill>
              <p:spPr>
                <a:xfrm>
                  <a:off x="9374198" y="1832543"/>
                  <a:ext cx="8568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3" name="Ink 2">
                  <a:extLst>
                    <a:ext uri="{FF2B5EF4-FFF2-40B4-BE49-F238E27FC236}">
                      <a16:creationId xmlns:a16="http://schemas.microsoft.com/office/drawing/2014/main" id="{B140BD61-6BBE-3616-652F-1D61AB6ABBD2}"/>
                    </a:ext>
                  </a:extLst>
                </p14:cNvPr>
                <p14:cNvContentPartPr/>
                <p14:nvPr/>
              </p14:nvContentPartPr>
              <p14:xfrm>
                <a:off x="850478" y="1644263"/>
                <a:ext cx="20160" cy="21960"/>
              </p14:xfrm>
            </p:contentPart>
          </mc:Choice>
          <mc:Fallback>
            <p:pic>
              <p:nvPicPr>
                <p:cNvPr id="3" name="Ink 2">
                  <a:extLst>
                    <a:ext uri="{FF2B5EF4-FFF2-40B4-BE49-F238E27FC236}">
                      <a16:creationId xmlns:a16="http://schemas.microsoft.com/office/drawing/2014/main" id="{B140BD61-6BBE-3616-652F-1D61AB6ABBD2}"/>
                    </a:ext>
                  </a:extLst>
                </p:cNvPr>
                <p:cNvPicPr/>
                <p:nvPr/>
              </p:nvPicPr>
              <p:blipFill>
                <a:blip r:embed="rId123"/>
                <a:stretch>
                  <a:fillRect/>
                </a:stretch>
              </p:blipFill>
              <p:spPr>
                <a:xfrm>
                  <a:off x="841838" y="1635623"/>
                  <a:ext cx="378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4" name="Ink 3">
                  <a:extLst>
                    <a:ext uri="{FF2B5EF4-FFF2-40B4-BE49-F238E27FC236}">
                      <a16:creationId xmlns:a16="http://schemas.microsoft.com/office/drawing/2014/main" id="{91DF38E9-2F35-3583-1A50-1ADCC48C0A7B}"/>
                    </a:ext>
                  </a:extLst>
                </p14:cNvPr>
                <p14:cNvContentPartPr/>
                <p14:nvPr/>
              </p14:nvContentPartPr>
              <p14:xfrm>
                <a:off x="780638" y="1664063"/>
                <a:ext cx="507600" cy="413280"/>
              </p14:xfrm>
            </p:contentPart>
          </mc:Choice>
          <mc:Fallback>
            <p:pic>
              <p:nvPicPr>
                <p:cNvPr id="4" name="Ink 3">
                  <a:extLst>
                    <a:ext uri="{FF2B5EF4-FFF2-40B4-BE49-F238E27FC236}">
                      <a16:creationId xmlns:a16="http://schemas.microsoft.com/office/drawing/2014/main" id="{91DF38E9-2F35-3583-1A50-1ADCC48C0A7B}"/>
                    </a:ext>
                  </a:extLst>
                </p:cNvPr>
                <p:cNvPicPr/>
                <p:nvPr/>
              </p:nvPicPr>
              <p:blipFill>
                <a:blip r:embed="rId125"/>
                <a:stretch>
                  <a:fillRect/>
                </a:stretch>
              </p:blipFill>
              <p:spPr>
                <a:xfrm>
                  <a:off x="771638" y="1655423"/>
                  <a:ext cx="525240" cy="4309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 name="Ink 4">
                  <a:extLst>
                    <a:ext uri="{FF2B5EF4-FFF2-40B4-BE49-F238E27FC236}">
                      <a16:creationId xmlns:a16="http://schemas.microsoft.com/office/drawing/2014/main" id="{7D254965-4EC1-356B-9BB2-6B534A00CFC1}"/>
                    </a:ext>
                  </a:extLst>
                </p14:cNvPr>
                <p14:cNvContentPartPr/>
                <p14:nvPr/>
              </p14:nvContentPartPr>
              <p14:xfrm>
                <a:off x="1347278" y="1703303"/>
                <a:ext cx="158400" cy="201600"/>
              </p14:xfrm>
            </p:contentPart>
          </mc:Choice>
          <mc:Fallback>
            <p:pic>
              <p:nvPicPr>
                <p:cNvPr id="5" name="Ink 4">
                  <a:extLst>
                    <a:ext uri="{FF2B5EF4-FFF2-40B4-BE49-F238E27FC236}">
                      <a16:creationId xmlns:a16="http://schemas.microsoft.com/office/drawing/2014/main" id="{7D254965-4EC1-356B-9BB2-6B534A00CFC1}"/>
                    </a:ext>
                  </a:extLst>
                </p:cNvPr>
                <p:cNvPicPr/>
                <p:nvPr/>
              </p:nvPicPr>
              <p:blipFill>
                <a:blip r:embed="rId127"/>
                <a:stretch>
                  <a:fillRect/>
                </a:stretch>
              </p:blipFill>
              <p:spPr>
                <a:xfrm>
                  <a:off x="1338278" y="1694303"/>
                  <a:ext cx="17604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6" name="Ink 5">
                  <a:extLst>
                    <a:ext uri="{FF2B5EF4-FFF2-40B4-BE49-F238E27FC236}">
                      <a16:creationId xmlns:a16="http://schemas.microsoft.com/office/drawing/2014/main" id="{BA14AD3D-7264-FECB-6B58-02107AEE56FF}"/>
                    </a:ext>
                  </a:extLst>
                </p14:cNvPr>
                <p14:cNvContentPartPr/>
                <p14:nvPr/>
              </p14:nvContentPartPr>
              <p14:xfrm>
                <a:off x="1534478" y="1709063"/>
                <a:ext cx="336960" cy="345600"/>
              </p14:xfrm>
            </p:contentPart>
          </mc:Choice>
          <mc:Fallback>
            <p:pic>
              <p:nvPicPr>
                <p:cNvPr id="6" name="Ink 5">
                  <a:extLst>
                    <a:ext uri="{FF2B5EF4-FFF2-40B4-BE49-F238E27FC236}">
                      <a16:creationId xmlns:a16="http://schemas.microsoft.com/office/drawing/2014/main" id="{BA14AD3D-7264-FECB-6B58-02107AEE56FF}"/>
                    </a:ext>
                  </a:extLst>
                </p:cNvPr>
                <p:cNvPicPr/>
                <p:nvPr/>
              </p:nvPicPr>
              <p:blipFill>
                <a:blip r:embed="rId129"/>
                <a:stretch>
                  <a:fillRect/>
                </a:stretch>
              </p:blipFill>
              <p:spPr>
                <a:xfrm>
                  <a:off x="1525478" y="1700423"/>
                  <a:ext cx="354600" cy="3632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 name="Ink 6">
                  <a:extLst>
                    <a:ext uri="{FF2B5EF4-FFF2-40B4-BE49-F238E27FC236}">
                      <a16:creationId xmlns:a16="http://schemas.microsoft.com/office/drawing/2014/main" id="{91448396-E001-B759-CE0D-69957673D822}"/>
                    </a:ext>
                  </a:extLst>
                </p14:cNvPr>
                <p14:cNvContentPartPr/>
                <p14:nvPr/>
              </p14:nvContentPartPr>
              <p14:xfrm>
                <a:off x="1935518" y="1652903"/>
                <a:ext cx="393480" cy="348120"/>
              </p14:xfrm>
            </p:contentPart>
          </mc:Choice>
          <mc:Fallback>
            <p:pic>
              <p:nvPicPr>
                <p:cNvPr id="7" name="Ink 6">
                  <a:extLst>
                    <a:ext uri="{FF2B5EF4-FFF2-40B4-BE49-F238E27FC236}">
                      <a16:creationId xmlns:a16="http://schemas.microsoft.com/office/drawing/2014/main" id="{91448396-E001-B759-CE0D-69957673D822}"/>
                    </a:ext>
                  </a:extLst>
                </p:cNvPr>
                <p:cNvPicPr/>
                <p:nvPr/>
              </p:nvPicPr>
              <p:blipFill>
                <a:blip r:embed="rId131"/>
                <a:stretch>
                  <a:fillRect/>
                </a:stretch>
              </p:blipFill>
              <p:spPr>
                <a:xfrm>
                  <a:off x="1926518" y="1643903"/>
                  <a:ext cx="411120" cy="3657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 name="Ink 7">
                  <a:extLst>
                    <a:ext uri="{FF2B5EF4-FFF2-40B4-BE49-F238E27FC236}">
                      <a16:creationId xmlns:a16="http://schemas.microsoft.com/office/drawing/2014/main" id="{CBF9E4CE-627A-F73F-6A21-76270795D986}"/>
                    </a:ext>
                  </a:extLst>
                </p14:cNvPr>
                <p14:cNvContentPartPr/>
                <p14:nvPr/>
              </p14:nvContentPartPr>
              <p14:xfrm>
                <a:off x="2442398" y="1646063"/>
                <a:ext cx="126360" cy="281160"/>
              </p14:xfrm>
            </p:contentPart>
          </mc:Choice>
          <mc:Fallback>
            <p:pic>
              <p:nvPicPr>
                <p:cNvPr id="8" name="Ink 7">
                  <a:extLst>
                    <a:ext uri="{FF2B5EF4-FFF2-40B4-BE49-F238E27FC236}">
                      <a16:creationId xmlns:a16="http://schemas.microsoft.com/office/drawing/2014/main" id="{CBF9E4CE-627A-F73F-6A21-76270795D986}"/>
                    </a:ext>
                  </a:extLst>
                </p:cNvPr>
                <p:cNvPicPr/>
                <p:nvPr/>
              </p:nvPicPr>
              <p:blipFill>
                <a:blip r:embed="rId133"/>
                <a:stretch>
                  <a:fillRect/>
                </a:stretch>
              </p:blipFill>
              <p:spPr>
                <a:xfrm>
                  <a:off x="2433398" y="1637423"/>
                  <a:ext cx="14400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9" name="Ink 8">
                  <a:extLst>
                    <a:ext uri="{FF2B5EF4-FFF2-40B4-BE49-F238E27FC236}">
                      <a16:creationId xmlns:a16="http://schemas.microsoft.com/office/drawing/2014/main" id="{5D01004B-3A9B-27DC-5830-EB65839B1CFC}"/>
                    </a:ext>
                  </a:extLst>
                </p14:cNvPr>
                <p14:cNvContentPartPr/>
                <p14:nvPr/>
              </p14:nvContentPartPr>
              <p14:xfrm>
                <a:off x="1608998" y="2204063"/>
                <a:ext cx="304560" cy="377280"/>
              </p14:xfrm>
            </p:contentPart>
          </mc:Choice>
          <mc:Fallback>
            <p:pic>
              <p:nvPicPr>
                <p:cNvPr id="9" name="Ink 8">
                  <a:extLst>
                    <a:ext uri="{FF2B5EF4-FFF2-40B4-BE49-F238E27FC236}">
                      <a16:creationId xmlns:a16="http://schemas.microsoft.com/office/drawing/2014/main" id="{5D01004B-3A9B-27DC-5830-EB65839B1CFC}"/>
                    </a:ext>
                  </a:extLst>
                </p:cNvPr>
                <p:cNvPicPr/>
                <p:nvPr/>
              </p:nvPicPr>
              <p:blipFill>
                <a:blip r:embed="rId135"/>
                <a:stretch>
                  <a:fillRect/>
                </a:stretch>
              </p:blipFill>
              <p:spPr>
                <a:xfrm>
                  <a:off x="1599998" y="2195063"/>
                  <a:ext cx="322200" cy="3949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1" name="Ink 10">
                  <a:extLst>
                    <a:ext uri="{FF2B5EF4-FFF2-40B4-BE49-F238E27FC236}">
                      <a16:creationId xmlns:a16="http://schemas.microsoft.com/office/drawing/2014/main" id="{8617CDB0-FA5B-C20A-3A5B-4786D4B468CF}"/>
                    </a:ext>
                  </a:extLst>
                </p14:cNvPr>
                <p14:cNvContentPartPr/>
                <p14:nvPr/>
              </p14:nvContentPartPr>
              <p14:xfrm>
                <a:off x="1992398" y="2431223"/>
                <a:ext cx="357840" cy="297720"/>
              </p14:xfrm>
            </p:contentPart>
          </mc:Choice>
          <mc:Fallback>
            <p:pic>
              <p:nvPicPr>
                <p:cNvPr id="11" name="Ink 10">
                  <a:extLst>
                    <a:ext uri="{FF2B5EF4-FFF2-40B4-BE49-F238E27FC236}">
                      <a16:creationId xmlns:a16="http://schemas.microsoft.com/office/drawing/2014/main" id="{8617CDB0-FA5B-C20A-3A5B-4786D4B468CF}"/>
                    </a:ext>
                  </a:extLst>
                </p:cNvPr>
                <p:cNvPicPr/>
                <p:nvPr/>
              </p:nvPicPr>
              <p:blipFill>
                <a:blip r:embed="rId137"/>
                <a:stretch>
                  <a:fillRect/>
                </a:stretch>
              </p:blipFill>
              <p:spPr>
                <a:xfrm>
                  <a:off x="1983398" y="2422223"/>
                  <a:ext cx="37548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2" name="Ink 11">
                  <a:extLst>
                    <a:ext uri="{FF2B5EF4-FFF2-40B4-BE49-F238E27FC236}">
                      <a16:creationId xmlns:a16="http://schemas.microsoft.com/office/drawing/2014/main" id="{E70378A9-D662-43F9-6A17-9200F906CA69}"/>
                    </a:ext>
                  </a:extLst>
                </p14:cNvPr>
                <p14:cNvContentPartPr/>
                <p14:nvPr/>
              </p14:nvContentPartPr>
              <p14:xfrm>
                <a:off x="2443478" y="2411063"/>
                <a:ext cx="117000" cy="236880"/>
              </p14:xfrm>
            </p:contentPart>
          </mc:Choice>
          <mc:Fallback>
            <p:pic>
              <p:nvPicPr>
                <p:cNvPr id="12" name="Ink 11">
                  <a:extLst>
                    <a:ext uri="{FF2B5EF4-FFF2-40B4-BE49-F238E27FC236}">
                      <a16:creationId xmlns:a16="http://schemas.microsoft.com/office/drawing/2014/main" id="{E70378A9-D662-43F9-6A17-9200F906CA69}"/>
                    </a:ext>
                  </a:extLst>
                </p:cNvPr>
                <p:cNvPicPr/>
                <p:nvPr/>
              </p:nvPicPr>
              <p:blipFill>
                <a:blip r:embed="rId139"/>
                <a:stretch>
                  <a:fillRect/>
                </a:stretch>
              </p:blipFill>
              <p:spPr>
                <a:xfrm>
                  <a:off x="2434478" y="2402063"/>
                  <a:ext cx="13464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3" name="Ink 12">
                  <a:extLst>
                    <a:ext uri="{FF2B5EF4-FFF2-40B4-BE49-F238E27FC236}">
                      <a16:creationId xmlns:a16="http://schemas.microsoft.com/office/drawing/2014/main" id="{C460A686-0221-77E6-04A7-87ACC4F9596B}"/>
                    </a:ext>
                  </a:extLst>
                </p14:cNvPr>
                <p14:cNvContentPartPr/>
                <p14:nvPr/>
              </p14:nvContentPartPr>
              <p14:xfrm>
                <a:off x="1658678" y="2577743"/>
                <a:ext cx="234000" cy="399240"/>
              </p14:xfrm>
            </p:contentPart>
          </mc:Choice>
          <mc:Fallback>
            <p:pic>
              <p:nvPicPr>
                <p:cNvPr id="13" name="Ink 12">
                  <a:extLst>
                    <a:ext uri="{FF2B5EF4-FFF2-40B4-BE49-F238E27FC236}">
                      <a16:creationId xmlns:a16="http://schemas.microsoft.com/office/drawing/2014/main" id="{C460A686-0221-77E6-04A7-87ACC4F9596B}"/>
                    </a:ext>
                  </a:extLst>
                </p:cNvPr>
                <p:cNvPicPr/>
                <p:nvPr/>
              </p:nvPicPr>
              <p:blipFill>
                <a:blip r:embed="rId141"/>
                <a:stretch>
                  <a:fillRect/>
                </a:stretch>
              </p:blipFill>
              <p:spPr>
                <a:xfrm>
                  <a:off x="1650038" y="2569103"/>
                  <a:ext cx="251640" cy="4168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4" name="Ink 13">
                  <a:extLst>
                    <a:ext uri="{FF2B5EF4-FFF2-40B4-BE49-F238E27FC236}">
                      <a16:creationId xmlns:a16="http://schemas.microsoft.com/office/drawing/2014/main" id="{D85ADF2E-E1C9-09D8-8A25-4E46AA656EF0}"/>
                    </a:ext>
                  </a:extLst>
                </p14:cNvPr>
                <p14:cNvContentPartPr/>
                <p14:nvPr/>
              </p14:nvContentPartPr>
              <p14:xfrm>
                <a:off x="2052878" y="2897783"/>
                <a:ext cx="578160" cy="245160"/>
              </p14:xfrm>
            </p:contentPart>
          </mc:Choice>
          <mc:Fallback>
            <p:pic>
              <p:nvPicPr>
                <p:cNvPr id="14" name="Ink 13">
                  <a:extLst>
                    <a:ext uri="{FF2B5EF4-FFF2-40B4-BE49-F238E27FC236}">
                      <a16:creationId xmlns:a16="http://schemas.microsoft.com/office/drawing/2014/main" id="{D85ADF2E-E1C9-09D8-8A25-4E46AA656EF0}"/>
                    </a:ext>
                  </a:extLst>
                </p:cNvPr>
                <p:cNvPicPr/>
                <p:nvPr/>
              </p:nvPicPr>
              <p:blipFill>
                <a:blip r:embed="rId143"/>
                <a:stretch>
                  <a:fillRect/>
                </a:stretch>
              </p:blipFill>
              <p:spPr>
                <a:xfrm>
                  <a:off x="2043878" y="2888783"/>
                  <a:ext cx="59580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5" name="Ink 14">
                  <a:extLst>
                    <a:ext uri="{FF2B5EF4-FFF2-40B4-BE49-F238E27FC236}">
                      <a16:creationId xmlns:a16="http://schemas.microsoft.com/office/drawing/2014/main" id="{30AB2D35-AD58-0690-E399-2A561D290934}"/>
                    </a:ext>
                  </a:extLst>
                </p14:cNvPr>
                <p14:cNvContentPartPr/>
                <p14:nvPr/>
              </p14:nvContentPartPr>
              <p14:xfrm>
                <a:off x="1614398" y="2924423"/>
                <a:ext cx="432000" cy="551880"/>
              </p14:xfrm>
            </p:contentPart>
          </mc:Choice>
          <mc:Fallback>
            <p:pic>
              <p:nvPicPr>
                <p:cNvPr id="15" name="Ink 14">
                  <a:extLst>
                    <a:ext uri="{FF2B5EF4-FFF2-40B4-BE49-F238E27FC236}">
                      <a16:creationId xmlns:a16="http://schemas.microsoft.com/office/drawing/2014/main" id="{30AB2D35-AD58-0690-E399-2A561D290934}"/>
                    </a:ext>
                  </a:extLst>
                </p:cNvPr>
                <p:cNvPicPr/>
                <p:nvPr/>
              </p:nvPicPr>
              <p:blipFill>
                <a:blip r:embed="rId145"/>
                <a:stretch>
                  <a:fillRect/>
                </a:stretch>
              </p:blipFill>
              <p:spPr>
                <a:xfrm>
                  <a:off x="1605758" y="2915783"/>
                  <a:ext cx="449640" cy="5695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6" name="Ink 15">
                  <a:extLst>
                    <a:ext uri="{FF2B5EF4-FFF2-40B4-BE49-F238E27FC236}">
                      <a16:creationId xmlns:a16="http://schemas.microsoft.com/office/drawing/2014/main" id="{146E0A64-CA4F-8022-5D7D-E27E1EF96EF7}"/>
                    </a:ext>
                  </a:extLst>
                </p14:cNvPr>
                <p14:cNvContentPartPr/>
                <p14:nvPr/>
              </p14:nvContentPartPr>
              <p14:xfrm>
                <a:off x="2047478" y="3282263"/>
                <a:ext cx="445320" cy="249840"/>
              </p14:xfrm>
            </p:contentPart>
          </mc:Choice>
          <mc:Fallback>
            <p:pic>
              <p:nvPicPr>
                <p:cNvPr id="16" name="Ink 15">
                  <a:extLst>
                    <a:ext uri="{FF2B5EF4-FFF2-40B4-BE49-F238E27FC236}">
                      <a16:creationId xmlns:a16="http://schemas.microsoft.com/office/drawing/2014/main" id="{146E0A64-CA4F-8022-5D7D-E27E1EF96EF7}"/>
                    </a:ext>
                  </a:extLst>
                </p:cNvPr>
                <p:cNvPicPr/>
                <p:nvPr/>
              </p:nvPicPr>
              <p:blipFill>
                <a:blip r:embed="rId147"/>
                <a:stretch>
                  <a:fillRect/>
                </a:stretch>
              </p:blipFill>
              <p:spPr>
                <a:xfrm>
                  <a:off x="2038838" y="3273623"/>
                  <a:ext cx="46296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09" name="Ink 108">
                  <a:extLst>
                    <a:ext uri="{FF2B5EF4-FFF2-40B4-BE49-F238E27FC236}">
                      <a16:creationId xmlns:a16="http://schemas.microsoft.com/office/drawing/2014/main" id="{17E89D20-F273-8D7A-7972-2BD96E7C77D1}"/>
                    </a:ext>
                  </a:extLst>
                </p14:cNvPr>
                <p14:cNvContentPartPr/>
                <p14:nvPr/>
              </p14:nvContentPartPr>
              <p14:xfrm>
                <a:off x="1849118" y="2701223"/>
                <a:ext cx="941400" cy="60840"/>
              </p14:xfrm>
            </p:contentPart>
          </mc:Choice>
          <mc:Fallback>
            <p:pic>
              <p:nvPicPr>
                <p:cNvPr id="109" name="Ink 108">
                  <a:extLst>
                    <a:ext uri="{FF2B5EF4-FFF2-40B4-BE49-F238E27FC236}">
                      <a16:creationId xmlns:a16="http://schemas.microsoft.com/office/drawing/2014/main" id="{17E89D20-F273-8D7A-7972-2BD96E7C77D1}"/>
                    </a:ext>
                  </a:extLst>
                </p:cNvPr>
                <p:cNvPicPr/>
                <p:nvPr/>
              </p:nvPicPr>
              <p:blipFill>
                <a:blip r:embed="rId149"/>
                <a:stretch>
                  <a:fillRect/>
                </a:stretch>
              </p:blipFill>
              <p:spPr>
                <a:xfrm>
                  <a:off x="1840478" y="2692583"/>
                  <a:ext cx="95904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10" name="Ink 109">
                  <a:extLst>
                    <a:ext uri="{FF2B5EF4-FFF2-40B4-BE49-F238E27FC236}">
                      <a16:creationId xmlns:a16="http://schemas.microsoft.com/office/drawing/2014/main" id="{0C85F124-F551-24FB-7DD3-7CB8BC95E847}"/>
                    </a:ext>
                  </a:extLst>
                </p14:cNvPr>
                <p14:cNvContentPartPr/>
                <p14:nvPr/>
              </p14:nvContentPartPr>
              <p14:xfrm>
                <a:off x="1959998" y="2733623"/>
                <a:ext cx="893880" cy="72360"/>
              </p14:xfrm>
            </p:contentPart>
          </mc:Choice>
          <mc:Fallback>
            <p:pic>
              <p:nvPicPr>
                <p:cNvPr id="110" name="Ink 109">
                  <a:extLst>
                    <a:ext uri="{FF2B5EF4-FFF2-40B4-BE49-F238E27FC236}">
                      <a16:creationId xmlns:a16="http://schemas.microsoft.com/office/drawing/2014/main" id="{0C85F124-F551-24FB-7DD3-7CB8BC95E847}"/>
                    </a:ext>
                  </a:extLst>
                </p:cNvPr>
                <p:cNvPicPr/>
                <p:nvPr/>
              </p:nvPicPr>
              <p:blipFill>
                <a:blip r:embed="rId151"/>
                <a:stretch>
                  <a:fillRect/>
                </a:stretch>
              </p:blipFill>
              <p:spPr>
                <a:xfrm>
                  <a:off x="1951358" y="2724623"/>
                  <a:ext cx="91152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14" name="Ink 113">
                  <a:extLst>
                    <a:ext uri="{FF2B5EF4-FFF2-40B4-BE49-F238E27FC236}">
                      <a16:creationId xmlns:a16="http://schemas.microsoft.com/office/drawing/2014/main" id="{4F2B42C0-EB81-5586-BFCA-B57120BF188B}"/>
                    </a:ext>
                  </a:extLst>
                </p14:cNvPr>
                <p14:cNvContentPartPr/>
                <p14:nvPr/>
              </p14:nvContentPartPr>
              <p14:xfrm>
                <a:off x="3237998" y="3587543"/>
                <a:ext cx="351360" cy="296280"/>
              </p14:xfrm>
            </p:contentPart>
          </mc:Choice>
          <mc:Fallback>
            <p:pic>
              <p:nvPicPr>
                <p:cNvPr id="114" name="Ink 113">
                  <a:extLst>
                    <a:ext uri="{FF2B5EF4-FFF2-40B4-BE49-F238E27FC236}">
                      <a16:creationId xmlns:a16="http://schemas.microsoft.com/office/drawing/2014/main" id="{4F2B42C0-EB81-5586-BFCA-B57120BF188B}"/>
                    </a:ext>
                  </a:extLst>
                </p:cNvPr>
                <p:cNvPicPr/>
                <p:nvPr/>
              </p:nvPicPr>
              <p:blipFill>
                <a:blip r:embed="rId153"/>
                <a:stretch>
                  <a:fillRect/>
                </a:stretch>
              </p:blipFill>
              <p:spPr>
                <a:xfrm>
                  <a:off x="3228998" y="3578543"/>
                  <a:ext cx="369000" cy="3139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15" name="Ink 114">
                  <a:extLst>
                    <a:ext uri="{FF2B5EF4-FFF2-40B4-BE49-F238E27FC236}">
                      <a16:creationId xmlns:a16="http://schemas.microsoft.com/office/drawing/2014/main" id="{37173CDC-CFA8-EB73-E529-60AB8E574BA7}"/>
                    </a:ext>
                  </a:extLst>
                </p14:cNvPr>
                <p14:cNvContentPartPr/>
                <p14:nvPr/>
              </p14:nvContentPartPr>
              <p14:xfrm>
                <a:off x="3074558" y="3895343"/>
                <a:ext cx="1059480" cy="771120"/>
              </p14:xfrm>
            </p:contentPart>
          </mc:Choice>
          <mc:Fallback>
            <p:pic>
              <p:nvPicPr>
                <p:cNvPr id="115" name="Ink 114">
                  <a:extLst>
                    <a:ext uri="{FF2B5EF4-FFF2-40B4-BE49-F238E27FC236}">
                      <a16:creationId xmlns:a16="http://schemas.microsoft.com/office/drawing/2014/main" id="{37173CDC-CFA8-EB73-E529-60AB8E574BA7}"/>
                    </a:ext>
                  </a:extLst>
                </p:cNvPr>
                <p:cNvPicPr/>
                <p:nvPr/>
              </p:nvPicPr>
              <p:blipFill>
                <a:blip r:embed="rId155"/>
                <a:stretch>
                  <a:fillRect/>
                </a:stretch>
              </p:blipFill>
              <p:spPr>
                <a:xfrm>
                  <a:off x="3065918" y="3886703"/>
                  <a:ext cx="1077120" cy="7887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40" name="Ink 39">
                  <a:extLst>
                    <a:ext uri="{FF2B5EF4-FFF2-40B4-BE49-F238E27FC236}">
                      <a16:creationId xmlns:a16="http://schemas.microsoft.com/office/drawing/2014/main" id="{4ED0DD57-EE93-9805-7D05-1F8F1AE17C58}"/>
                    </a:ext>
                  </a:extLst>
                </p14:cNvPr>
                <p14:cNvContentPartPr/>
                <p14:nvPr/>
              </p14:nvContentPartPr>
              <p14:xfrm>
                <a:off x="663638" y="4754303"/>
                <a:ext cx="6760800" cy="118800"/>
              </p14:xfrm>
            </p:contentPart>
          </mc:Choice>
          <mc:Fallback>
            <p:pic>
              <p:nvPicPr>
                <p:cNvPr id="40" name="Ink 39">
                  <a:extLst>
                    <a:ext uri="{FF2B5EF4-FFF2-40B4-BE49-F238E27FC236}">
                      <a16:creationId xmlns:a16="http://schemas.microsoft.com/office/drawing/2014/main" id="{4ED0DD57-EE93-9805-7D05-1F8F1AE17C58}"/>
                    </a:ext>
                  </a:extLst>
                </p:cNvPr>
                <p:cNvPicPr/>
                <p:nvPr/>
              </p:nvPicPr>
              <p:blipFill>
                <a:blip r:embed="rId157"/>
                <a:stretch>
                  <a:fillRect/>
                </a:stretch>
              </p:blipFill>
              <p:spPr>
                <a:xfrm>
                  <a:off x="654998" y="4745663"/>
                  <a:ext cx="677844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41" name="Ink 40">
                  <a:extLst>
                    <a:ext uri="{FF2B5EF4-FFF2-40B4-BE49-F238E27FC236}">
                      <a16:creationId xmlns:a16="http://schemas.microsoft.com/office/drawing/2014/main" id="{0BD1624E-2313-FFA0-92EF-80F07118CC82}"/>
                    </a:ext>
                  </a:extLst>
                </p14:cNvPr>
                <p14:cNvContentPartPr/>
                <p14:nvPr/>
              </p14:nvContentPartPr>
              <p14:xfrm>
                <a:off x="7440278" y="4686983"/>
                <a:ext cx="86040" cy="114840"/>
              </p14:xfrm>
            </p:contentPart>
          </mc:Choice>
          <mc:Fallback>
            <p:pic>
              <p:nvPicPr>
                <p:cNvPr id="41" name="Ink 40">
                  <a:extLst>
                    <a:ext uri="{FF2B5EF4-FFF2-40B4-BE49-F238E27FC236}">
                      <a16:creationId xmlns:a16="http://schemas.microsoft.com/office/drawing/2014/main" id="{0BD1624E-2313-FFA0-92EF-80F07118CC82}"/>
                    </a:ext>
                  </a:extLst>
                </p:cNvPr>
                <p:cNvPicPr/>
                <p:nvPr/>
              </p:nvPicPr>
              <p:blipFill>
                <a:blip r:embed="rId159"/>
                <a:stretch>
                  <a:fillRect/>
                </a:stretch>
              </p:blipFill>
              <p:spPr>
                <a:xfrm>
                  <a:off x="7431278" y="4678343"/>
                  <a:ext cx="10368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42" name="Ink 41">
                  <a:extLst>
                    <a:ext uri="{FF2B5EF4-FFF2-40B4-BE49-F238E27FC236}">
                      <a16:creationId xmlns:a16="http://schemas.microsoft.com/office/drawing/2014/main" id="{DA4F042B-557C-A27A-D939-73A3A256272B}"/>
                    </a:ext>
                  </a:extLst>
                </p14:cNvPr>
                <p14:cNvContentPartPr/>
                <p14:nvPr/>
              </p14:nvContentPartPr>
              <p14:xfrm>
                <a:off x="832478" y="4794623"/>
                <a:ext cx="132480" cy="166680"/>
              </p14:xfrm>
            </p:contentPart>
          </mc:Choice>
          <mc:Fallback>
            <p:pic>
              <p:nvPicPr>
                <p:cNvPr id="42" name="Ink 41">
                  <a:extLst>
                    <a:ext uri="{FF2B5EF4-FFF2-40B4-BE49-F238E27FC236}">
                      <a16:creationId xmlns:a16="http://schemas.microsoft.com/office/drawing/2014/main" id="{DA4F042B-557C-A27A-D939-73A3A256272B}"/>
                    </a:ext>
                  </a:extLst>
                </p:cNvPr>
                <p:cNvPicPr/>
                <p:nvPr/>
              </p:nvPicPr>
              <p:blipFill>
                <a:blip r:embed="rId161"/>
                <a:stretch>
                  <a:fillRect/>
                </a:stretch>
              </p:blipFill>
              <p:spPr>
                <a:xfrm>
                  <a:off x="823478" y="4785983"/>
                  <a:ext cx="15012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43" name="Ink 42">
                  <a:extLst>
                    <a:ext uri="{FF2B5EF4-FFF2-40B4-BE49-F238E27FC236}">
                      <a16:creationId xmlns:a16="http://schemas.microsoft.com/office/drawing/2014/main" id="{F04DC149-31D3-D130-8461-5E1884E42C08}"/>
                    </a:ext>
                  </a:extLst>
                </p14:cNvPr>
                <p14:cNvContentPartPr/>
                <p14:nvPr/>
              </p14:nvContentPartPr>
              <p14:xfrm>
                <a:off x="1689278" y="4740623"/>
                <a:ext cx="113400" cy="119880"/>
              </p14:xfrm>
            </p:contentPart>
          </mc:Choice>
          <mc:Fallback>
            <p:pic>
              <p:nvPicPr>
                <p:cNvPr id="43" name="Ink 42">
                  <a:extLst>
                    <a:ext uri="{FF2B5EF4-FFF2-40B4-BE49-F238E27FC236}">
                      <a16:creationId xmlns:a16="http://schemas.microsoft.com/office/drawing/2014/main" id="{F04DC149-31D3-D130-8461-5E1884E42C08}"/>
                    </a:ext>
                  </a:extLst>
                </p:cNvPr>
                <p:cNvPicPr/>
                <p:nvPr/>
              </p:nvPicPr>
              <p:blipFill>
                <a:blip r:embed="rId163"/>
                <a:stretch>
                  <a:fillRect/>
                </a:stretch>
              </p:blipFill>
              <p:spPr>
                <a:xfrm>
                  <a:off x="1680638" y="4731623"/>
                  <a:ext cx="13104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44" name="Ink 43">
                  <a:extLst>
                    <a:ext uri="{FF2B5EF4-FFF2-40B4-BE49-F238E27FC236}">
                      <a16:creationId xmlns:a16="http://schemas.microsoft.com/office/drawing/2014/main" id="{94B49212-BA06-F291-5839-41C911E99791}"/>
                    </a:ext>
                  </a:extLst>
                </p14:cNvPr>
                <p14:cNvContentPartPr/>
                <p14:nvPr/>
              </p14:nvContentPartPr>
              <p14:xfrm>
                <a:off x="2729678" y="4744943"/>
                <a:ext cx="169200" cy="135000"/>
              </p14:xfrm>
            </p:contentPart>
          </mc:Choice>
          <mc:Fallback>
            <p:pic>
              <p:nvPicPr>
                <p:cNvPr id="44" name="Ink 43">
                  <a:extLst>
                    <a:ext uri="{FF2B5EF4-FFF2-40B4-BE49-F238E27FC236}">
                      <a16:creationId xmlns:a16="http://schemas.microsoft.com/office/drawing/2014/main" id="{94B49212-BA06-F291-5839-41C911E99791}"/>
                    </a:ext>
                  </a:extLst>
                </p:cNvPr>
                <p:cNvPicPr/>
                <p:nvPr/>
              </p:nvPicPr>
              <p:blipFill>
                <a:blip r:embed="rId165"/>
                <a:stretch>
                  <a:fillRect/>
                </a:stretch>
              </p:blipFill>
              <p:spPr>
                <a:xfrm>
                  <a:off x="2720678" y="4736303"/>
                  <a:ext cx="18684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45" name="Ink 44">
                  <a:extLst>
                    <a:ext uri="{FF2B5EF4-FFF2-40B4-BE49-F238E27FC236}">
                      <a16:creationId xmlns:a16="http://schemas.microsoft.com/office/drawing/2014/main" id="{37897CB2-A3F6-1A59-7819-85346518BDA5}"/>
                    </a:ext>
                  </a:extLst>
                </p14:cNvPr>
                <p14:cNvContentPartPr/>
                <p14:nvPr/>
              </p14:nvContentPartPr>
              <p14:xfrm>
                <a:off x="3753158" y="4708943"/>
                <a:ext cx="128160" cy="115920"/>
              </p14:xfrm>
            </p:contentPart>
          </mc:Choice>
          <mc:Fallback>
            <p:pic>
              <p:nvPicPr>
                <p:cNvPr id="45" name="Ink 44">
                  <a:extLst>
                    <a:ext uri="{FF2B5EF4-FFF2-40B4-BE49-F238E27FC236}">
                      <a16:creationId xmlns:a16="http://schemas.microsoft.com/office/drawing/2014/main" id="{37897CB2-A3F6-1A59-7819-85346518BDA5}"/>
                    </a:ext>
                  </a:extLst>
                </p:cNvPr>
                <p:cNvPicPr/>
                <p:nvPr/>
              </p:nvPicPr>
              <p:blipFill>
                <a:blip r:embed="rId167"/>
                <a:stretch>
                  <a:fillRect/>
                </a:stretch>
              </p:blipFill>
              <p:spPr>
                <a:xfrm>
                  <a:off x="3744518" y="4699943"/>
                  <a:ext cx="14580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46" name="Ink 45">
                  <a:extLst>
                    <a:ext uri="{FF2B5EF4-FFF2-40B4-BE49-F238E27FC236}">
                      <a16:creationId xmlns:a16="http://schemas.microsoft.com/office/drawing/2014/main" id="{5A41F9A9-7AE9-FA2E-C9BD-9583D064B06A}"/>
                    </a:ext>
                  </a:extLst>
                </p14:cNvPr>
                <p14:cNvContentPartPr/>
                <p14:nvPr/>
              </p14:nvContentPartPr>
              <p14:xfrm>
                <a:off x="4714718" y="4672223"/>
                <a:ext cx="146160" cy="88920"/>
              </p14:xfrm>
            </p:contentPart>
          </mc:Choice>
          <mc:Fallback>
            <p:pic>
              <p:nvPicPr>
                <p:cNvPr id="46" name="Ink 45">
                  <a:extLst>
                    <a:ext uri="{FF2B5EF4-FFF2-40B4-BE49-F238E27FC236}">
                      <a16:creationId xmlns:a16="http://schemas.microsoft.com/office/drawing/2014/main" id="{5A41F9A9-7AE9-FA2E-C9BD-9583D064B06A}"/>
                    </a:ext>
                  </a:extLst>
                </p:cNvPr>
                <p:cNvPicPr/>
                <p:nvPr/>
              </p:nvPicPr>
              <p:blipFill>
                <a:blip r:embed="rId169"/>
                <a:stretch>
                  <a:fillRect/>
                </a:stretch>
              </p:blipFill>
              <p:spPr>
                <a:xfrm>
                  <a:off x="4706078" y="4663583"/>
                  <a:ext cx="16380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47" name="Ink 46">
                  <a:extLst>
                    <a:ext uri="{FF2B5EF4-FFF2-40B4-BE49-F238E27FC236}">
                      <a16:creationId xmlns:a16="http://schemas.microsoft.com/office/drawing/2014/main" id="{0C3C2209-D6EA-D59B-9869-AD99A1FF9057}"/>
                    </a:ext>
                  </a:extLst>
                </p14:cNvPr>
                <p14:cNvContentPartPr/>
                <p14:nvPr/>
              </p14:nvContentPartPr>
              <p14:xfrm>
                <a:off x="5711198" y="4702823"/>
                <a:ext cx="126360" cy="101160"/>
              </p14:xfrm>
            </p:contentPart>
          </mc:Choice>
          <mc:Fallback>
            <p:pic>
              <p:nvPicPr>
                <p:cNvPr id="47" name="Ink 46">
                  <a:extLst>
                    <a:ext uri="{FF2B5EF4-FFF2-40B4-BE49-F238E27FC236}">
                      <a16:creationId xmlns:a16="http://schemas.microsoft.com/office/drawing/2014/main" id="{0C3C2209-D6EA-D59B-9869-AD99A1FF9057}"/>
                    </a:ext>
                  </a:extLst>
                </p:cNvPr>
                <p:cNvPicPr/>
                <p:nvPr/>
              </p:nvPicPr>
              <p:blipFill>
                <a:blip r:embed="rId171"/>
                <a:stretch>
                  <a:fillRect/>
                </a:stretch>
              </p:blipFill>
              <p:spPr>
                <a:xfrm>
                  <a:off x="5702558" y="4694183"/>
                  <a:ext cx="14400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48" name="Ink 47">
                  <a:extLst>
                    <a:ext uri="{FF2B5EF4-FFF2-40B4-BE49-F238E27FC236}">
                      <a16:creationId xmlns:a16="http://schemas.microsoft.com/office/drawing/2014/main" id="{37D75E93-A641-DEB4-70FA-C597529B2F24}"/>
                    </a:ext>
                  </a:extLst>
                </p14:cNvPr>
                <p14:cNvContentPartPr/>
                <p14:nvPr/>
              </p14:nvContentPartPr>
              <p14:xfrm>
                <a:off x="6677078" y="4714343"/>
                <a:ext cx="158400" cy="84240"/>
              </p14:xfrm>
            </p:contentPart>
          </mc:Choice>
          <mc:Fallback>
            <p:pic>
              <p:nvPicPr>
                <p:cNvPr id="48" name="Ink 47">
                  <a:extLst>
                    <a:ext uri="{FF2B5EF4-FFF2-40B4-BE49-F238E27FC236}">
                      <a16:creationId xmlns:a16="http://schemas.microsoft.com/office/drawing/2014/main" id="{37D75E93-A641-DEB4-70FA-C597529B2F24}"/>
                    </a:ext>
                  </a:extLst>
                </p:cNvPr>
                <p:cNvPicPr/>
                <p:nvPr/>
              </p:nvPicPr>
              <p:blipFill>
                <a:blip r:embed="rId173"/>
                <a:stretch>
                  <a:fillRect/>
                </a:stretch>
              </p:blipFill>
              <p:spPr>
                <a:xfrm>
                  <a:off x="6668078" y="4705703"/>
                  <a:ext cx="17604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9" name="Ink 118">
                  <a:extLst>
                    <a:ext uri="{FF2B5EF4-FFF2-40B4-BE49-F238E27FC236}">
                      <a16:creationId xmlns:a16="http://schemas.microsoft.com/office/drawing/2014/main" id="{7E898FC9-8C5E-D203-7CBC-7A494268D043}"/>
                    </a:ext>
                  </a:extLst>
                </p14:cNvPr>
                <p14:cNvContentPartPr/>
                <p14:nvPr/>
              </p14:nvContentPartPr>
              <p14:xfrm>
                <a:off x="7887758" y="4393943"/>
                <a:ext cx="1016640" cy="1245600"/>
              </p14:xfrm>
            </p:contentPart>
          </mc:Choice>
          <mc:Fallback>
            <p:pic>
              <p:nvPicPr>
                <p:cNvPr id="119" name="Ink 118">
                  <a:extLst>
                    <a:ext uri="{FF2B5EF4-FFF2-40B4-BE49-F238E27FC236}">
                      <a16:creationId xmlns:a16="http://schemas.microsoft.com/office/drawing/2014/main" id="{7E898FC9-8C5E-D203-7CBC-7A494268D043}"/>
                    </a:ext>
                  </a:extLst>
                </p:cNvPr>
                <p:cNvPicPr/>
                <p:nvPr/>
              </p:nvPicPr>
              <p:blipFill>
                <a:blip r:embed="rId175"/>
                <a:stretch>
                  <a:fillRect/>
                </a:stretch>
              </p:blipFill>
              <p:spPr>
                <a:xfrm>
                  <a:off x="7879118" y="4384943"/>
                  <a:ext cx="1034280" cy="126324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20" name="Ink 119">
                  <a:extLst>
                    <a:ext uri="{FF2B5EF4-FFF2-40B4-BE49-F238E27FC236}">
                      <a16:creationId xmlns:a16="http://schemas.microsoft.com/office/drawing/2014/main" id="{3CD5637B-FE4B-225E-4398-C948B2CA7F36}"/>
                    </a:ext>
                  </a:extLst>
                </p14:cNvPr>
                <p14:cNvContentPartPr/>
                <p14:nvPr/>
              </p14:nvContentPartPr>
              <p14:xfrm>
                <a:off x="8280878" y="4440383"/>
                <a:ext cx="196560" cy="1225440"/>
              </p14:xfrm>
            </p:contentPart>
          </mc:Choice>
          <mc:Fallback>
            <p:pic>
              <p:nvPicPr>
                <p:cNvPr id="120" name="Ink 119">
                  <a:extLst>
                    <a:ext uri="{FF2B5EF4-FFF2-40B4-BE49-F238E27FC236}">
                      <a16:creationId xmlns:a16="http://schemas.microsoft.com/office/drawing/2014/main" id="{3CD5637B-FE4B-225E-4398-C948B2CA7F36}"/>
                    </a:ext>
                  </a:extLst>
                </p:cNvPr>
                <p:cNvPicPr/>
                <p:nvPr/>
              </p:nvPicPr>
              <p:blipFill>
                <a:blip r:embed="rId177"/>
                <a:stretch>
                  <a:fillRect/>
                </a:stretch>
              </p:blipFill>
              <p:spPr>
                <a:xfrm>
                  <a:off x="8272238" y="4431383"/>
                  <a:ext cx="214200" cy="124308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21" name="Ink 120">
                  <a:extLst>
                    <a:ext uri="{FF2B5EF4-FFF2-40B4-BE49-F238E27FC236}">
                      <a16:creationId xmlns:a16="http://schemas.microsoft.com/office/drawing/2014/main" id="{B59B740B-1231-19DC-88FC-5E3F4C6CF528}"/>
                    </a:ext>
                  </a:extLst>
                </p14:cNvPr>
                <p14:cNvContentPartPr/>
                <p14:nvPr/>
              </p14:nvContentPartPr>
              <p14:xfrm>
                <a:off x="7991078" y="4840703"/>
                <a:ext cx="963720" cy="357840"/>
              </p14:xfrm>
            </p:contentPart>
          </mc:Choice>
          <mc:Fallback>
            <p:pic>
              <p:nvPicPr>
                <p:cNvPr id="121" name="Ink 120">
                  <a:extLst>
                    <a:ext uri="{FF2B5EF4-FFF2-40B4-BE49-F238E27FC236}">
                      <a16:creationId xmlns:a16="http://schemas.microsoft.com/office/drawing/2014/main" id="{B59B740B-1231-19DC-88FC-5E3F4C6CF528}"/>
                    </a:ext>
                  </a:extLst>
                </p:cNvPr>
                <p:cNvPicPr/>
                <p:nvPr/>
              </p:nvPicPr>
              <p:blipFill>
                <a:blip r:embed="rId179"/>
                <a:stretch>
                  <a:fillRect/>
                </a:stretch>
              </p:blipFill>
              <p:spPr>
                <a:xfrm>
                  <a:off x="7982078" y="4832063"/>
                  <a:ext cx="981360" cy="3754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22" name="Ink 121">
                  <a:extLst>
                    <a:ext uri="{FF2B5EF4-FFF2-40B4-BE49-F238E27FC236}">
                      <a16:creationId xmlns:a16="http://schemas.microsoft.com/office/drawing/2014/main" id="{75BB9D65-4633-86FE-346D-A18856B45B5F}"/>
                    </a:ext>
                  </a:extLst>
                </p14:cNvPr>
                <p14:cNvContentPartPr/>
                <p14:nvPr/>
              </p14:nvContentPartPr>
              <p14:xfrm>
                <a:off x="8199158" y="5636663"/>
                <a:ext cx="470160" cy="276120"/>
              </p14:xfrm>
            </p:contentPart>
          </mc:Choice>
          <mc:Fallback>
            <p:pic>
              <p:nvPicPr>
                <p:cNvPr id="122" name="Ink 121">
                  <a:extLst>
                    <a:ext uri="{FF2B5EF4-FFF2-40B4-BE49-F238E27FC236}">
                      <a16:creationId xmlns:a16="http://schemas.microsoft.com/office/drawing/2014/main" id="{75BB9D65-4633-86FE-346D-A18856B45B5F}"/>
                    </a:ext>
                  </a:extLst>
                </p:cNvPr>
                <p:cNvPicPr/>
                <p:nvPr/>
              </p:nvPicPr>
              <p:blipFill>
                <a:blip r:embed="rId181"/>
                <a:stretch>
                  <a:fillRect/>
                </a:stretch>
              </p:blipFill>
              <p:spPr>
                <a:xfrm>
                  <a:off x="8190158" y="5627663"/>
                  <a:ext cx="48780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24" name="Ink 123">
                  <a:extLst>
                    <a:ext uri="{FF2B5EF4-FFF2-40B4-BE49-F238E27FC236}">
                      <a16:creationId xmlns:a16="http://schemas.microsoft.com/office/drawing/2014/main" id="{6FC14B2F-4726-1580-5FE0-544B49F63BA3}"/>
                    </a:ext>
                  </a:extLst>
                </p14:cNvPr>
                <p14:cNvContentPartPr/>
                <p14:nvPr/>
              </p14:nvContentPartPr>
              <p14:xfrm>
                <a:off x="8209238" y="4793543"/>
                <a:ext cx="14760" cy="6120"/>
              </p14:xfrm>
            </p:contentPart>
          </mc:Choice>
          <mc:Fallback>
            <p:pic>
              <p:nvPicPr>
                <p:cNvPr id="124" name="Ink 123">
                  <a:extLst>
                    <a:ext uri="{FF2B5EF4-FFF2-40B4-BE49-F238E27FC236}">
                      <a16:creationId xmlns:a16="http://schemas.microsoft.com/office/drawing/2014/main" id="{6FC14B2F-4726-1580-5FE0-544B49F63BA3}"/>
                    </a:ext>
                  </a:extLst>
                </p:cNvPr>
                <p:cNvPicPr/>
                <p:nvPr/>
              </p:nvPicPr>
              <p:blipFill>
                <a:blip r:embed="rId183"/>
                <a:stretch>
                  <a:fillRect/>
                </a:stretch>
              </p:blipFill>
              <p:spPr>
                <a:xfrm>
                  <a:off x="8200598" y="4784543"/>
                  <a:ext cx="3240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25" name="Ink 124">
                  <a:extLst>
                    <a:ext uri="{FF2B5EF4-FFF2-40B4-BE49-F238E27FC236}">
                      <a16:creationId xmlns:a16="http://schemas.microsoft.com/office/drawing/2014/main" id="{A7B4981C-380D-E515-287E-6FA610592424}"/>
                    </a:ext>
                  </a:extLst>
                </p14:cNvPr>
                <p14:cNvContentPartPr/>
                <p14:nvPr/>
              </p14:nvContentPartPr>
              <p14:xfrm>
                <a:off x="8390678" y="4922423"/>
                <a:ext cx="1800" cy="1440"/>
              </p14:xfrm>
            </p:contentPart>
          </mc:Choice>
          <mc:Fallback>
            <p:pic>
              <p:nvPicPr>
                <p:cNvPr id="125" name="Ink 124">
                  <a:extLst>
                    <a:ext uri="{FF2B5EF4-FFF2-40B4-BE49-F238E27FC236}">
                      <a16:creationId xmlns:a16="http://schemas.microsoft.com/office/drawing/2014/main" id="{A7B4981C-380D-E515-287E-6FA610592424}"/>
                    </a:ext>
                  </a:extLst>
                </p:cNvPr>
                <p:cNvPicPr/>
                <p:nvPr/>
              </p:nvPicPr>
              <p:blipFill>
                <a:blip r:embed="rId185"/>
                <a:stretch>
                  <a:fillRect/>
                </a:stretch>
              </p:blipFill>
              <p:spPr>
                <a:xfrm>
                  <a:off x="8382038" y="4913783"/>
                  <a:ext cx="1944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26" name="Ink 125">
                  <a:extLst>
                    <a:ext uri="{FF2B5EF4-FFF2-40B4-BE49-F238E27FC236}">
                      <a16:creationId xmlns:a16="http://schemas.microsoft.com/office/drawing/2014/main" id="{B5598351-EF8B-075B-AB69-105389DC656B}"/>
                    </a:ext>
                  </a:extLst>
                </p14:cNvPr>
                <p14:cNvContentPartPr/>
                <p14:nvPr/>
              </p14:nvContentPartPr>
              <p14:xfrm>
                <a:off x="8359358" y="5329583"/>
                <a:ext cx="1800" cy="5400"/>
              </p14:xfrm>
            </p:contentPart>
          </mc:Choice>
          <mc:Fallback>
            <p:pic>
              <p:nvPicPr>
                <p:cNvPr id="126" name="Ink 125">
                  <a:extLst>
                    <a:ext uri="{FF2B5EF4-FFF2-40B4-BE49-F238E27FC236}">
                      <a16:creationId xmlns:a16="http://schemas.microsoft.com/office/drawing/2014/main" id="{B5598351-EF8B-075B-AB69-105389DC656B}"/>
                    </a:ext>
                  </a:extLst>
                </p:cNvPr>
                <p:cNvPicPr/>
                <p:nvPr/>
              </p:nvPicPr>
              <p:blipFill>
                <a:blip r:embed="rId187"/>
                <a:stretch>
                  <a:fillRect/>
                </a:stretch>
              </p:blipFill>
              <p:spPr>
                <a:xfrm>
                  <a:off x="8350718" y="5320583"/>
                  <a:ext cx="1944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27" name="Ink 126">
                  <a:extLst>
                    <a:ext uri="{FF2B5EF4-FFF2-40B4-BE49-F238E27FC236}">
                      <a16:creationId xmlns:a16="http://schemas.microsoft.com/office/drawing/2014/main" id="{B23AE1D8-00EA-0459-D223-910AF7EEE8A5}"/>
                    </a:ext>
                  </a:extLst>
                </p14:cNvPr>
                <p14:cNvContentPartPr/>
                <p14:nvPr/>
              </p14:nvContentPartPr>
              <p14:xfrm>
                <a:off x="8479958" y="5329583"/>
                <a:ext cx="360" cy="360"/>
              </p14:xfrm>
            </p:contentPart>
          </mc:Choice>
          <mc:Fallback>
            <p:pic>
              <p:nvPicPr>
                <p:cNvPr id="127" name="Ink 126">
                  <a:extLst>
                    <a:ext uri="{FF2B5EF4-FFF2-40B4-BE49-F238E27FC236}">
                      <a16:creationId xmlns:a16="http://schemas.microsoft.com/office/drawing/2014/main" id="{B23AE1D8-00EA-0459-D223-910AF7EEE8A5}"/>
                    </a:ext>
                  </a:extLst>
                </p:cNvPr>
                <p:cNvPicPr/>
                <p:nvPr/>
              </p:nvPicPr>
              <p:blipFill>
                <a:blip r:embed="rId187"/>
                <a:stretch>
                  <a:fillRect/>
                </a:stretch>
              </p:blipFill>
              <p:spPr>
                <a:xfrm>
                  <a:off x="8470958" y="5320583"/>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28" name="Ink 127">
                  <a:extLst>
                    <a:ext uri="{FF2B5EF4-FFF2-40B4-BE49-F238E27FC236}">
                      <a16:creationId xmlns:a16="http://schemas.microsoft.com/office/drawing/2014/main" id="{F6987035-FF00-5D04-F861-67B7331096F1}"/>
                    </a:ext>
                  </a:extLst>
                </p14:cNvPr>
                <p14:cNvContentPartPr/>
                <p14:nvPr/>
              </p14:nvContentPartPr>
              <p14:xfrm>
                <a:off x="8354678" y="5348303"/>
                <a:ext cx="146520" cy="6840"/>
              </p14:xfrm>
            </p:contentPart>
          </mc:Choice>
          <mc:Fallback>
            <p:pic>
              <p:nvPicPr>
                <p:cNvPr id="128" name="Ink 127">
                  <a:extLst>
                    <a:ext uri="{FF2B5EF4-FFF2-40B4-BE49-F238E27FC236}">
                      <a16:creationId xmlns:a16="http://schemas.microsoft.com/office/drawing/2014/main" id="{F6987035-FF00-5D04-F861-67B7331096F1}"/>
                    </a:ext>
                  </a:extLst>
                </p:cNvPr>
                <p:cNvPicPr/>
                <p:nvPr/>
              </p:nvPicPr>
              <p:blipFill>
                <a:blip r:embed="rId190"/>
                <a:stretch>
                  <a:fillRect/>
                </a:stretch>
              </p:blipFill>
              <p:spPr>
                <a:xfrm>
                  <a:off x="8345678" y="5339303"/>
                  <a:ext cx="1641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29" name="Ink 128">
                  <a:extLst>
                    <a:ext uri="{FF2B5EF4-FFF2-40B4-BE49-F238E27FC236}">
                      <a16:creationId xmlns:a16="http://schemas.microsoft.com/office/drawing/2014/main" id="{C3C1F41E-6950-8A75-E77C-83CDE267030B}"/>
                    </a:ext>
                  </a:extLst>
                </p14:cNvPr>
                <p14:cNvContentPartPr/>
                <p14:nvPr/>
              </p14:nvContentPartPr>
              <p14:xfrm>
                <a:off x="8241998" y="4778423"/>
                <a:ext cx="148320" cy="152640"/>
              </p14:xfrm>
            </p:contentPart>
          </mc:Choice>
          <mc:Fallback>
            <p:pic>
              <p:nvPicPr>
                <p:cNvPr id="129" name="Ink 128">
                  <a:extLst>
                    <a:ext uri="{FF2B5EF4-FFF2-40B4-BE49-F238E27FC236}">
                      <a16:creationId xmlns:a16="http://schemas.microsoft.com/office/drawing/2014/main" id="{C3C1F41E-6950-8A75-E77C-83CDE267030B}"/>
                    </a:ext>
                  </a:extLst>
                </p:cNvPr>
                <p:cNvPicPr/>
                <p:nvPr/>
              </p:nvPicPr>
              <p:blipFill>
                <a:blip r:embed="rId192"/>
                <a:stretch>
                  <a:fillRect/>
                </a:stretch>
              </p:blipFill>
              <p:spPr>
                <a:xfrm>
                  <a:off x="8233358" y="4769423"/>
                  <a:ext cx="16596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30" name="Ink 129">
                  <a:extLst>
                    <a:ext uri="{FF2B5EF4-FFF2-40B4-BE49-F238E27FC236}">
                      <a16:creationId xmlns:a16="http://schemas.microsoft.com/office/drawing/2014/main" id="{31167E55-59FB-5CD7-D1AF-A45C55031990}"/>
                    </a:ext>
                  </a:extLst>
                </p14:cNvPr>
                <p14:cNvContentPartPr/>
                <p14:nvPr/>
              </p14:nvContentPartPr>
              <p14:xfrm>
                <a:off x="8153798" y="4860143"/>
                <a:ext cx="284400" cy="479880"/>
              </p14:xfrm>
            </p:contentPart>
          </mc:Choice>
          <mc:Fallback>
            <p:pic>
              <p:nvPicPr>
                <p:cNvPr id="130" name="Ink 129">
                  <a:extLst>
                    <a:ext uri="{FF2B5EF4-FFF2-40B4-BE49-F238E27FC236}">
                      <a16:creationId xmlns:a16="http://schemas.microsoft.com/office/drawing/2014/main" id="{31167E55-59FB-5CD7-D1AF-A45C55031990}"/>
                    </a:ext>
                  </a:extLst>
                </p:cNvPr>
                <p:cNvPicPr/>
                <p:nvPr/>
              </p:nvPicPr>
              <p:blipFill>
                <a:blip r:embed="rId194"/>
                <a:stretch>
                  <a:fillRect/>
                </a:stretch>
              </p:blipFill>
              <p:spPr>
                <a:xfrm>
                  <a:off x="8144798" y="4851143"/>
                  <a:ext cx="302040" cy="49752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31" name="Ink 130">
                  <a:extLst>
                    <a:ext uri="{FF2B5EF4-FFF2-40B4-BE49-F238E27FC236}">
                      <a16:creationId xmlns:a16="http://schemas.microsoft.com/office/drawing/2014/main" id="{1DF8106B-525A-8625-729E-8F7FC0D688D7}"/>
                    </a:ext>
                  </a:extLst>
                </p14:cNvPr>
                <p14:cNvContentPartPr/>
                <p14:nvPr/>
              </p14:nvContentPartPr>
              <p14:xfrm>
                <a:off x="6128438" y="5179103"/>
                <a:ext cx="2051280" cy="581040"/>
              </p14:xfrm>
            </p:contentPart>
          </mc:Choice>
          <mc:Fallback>
            <p:pic>
              <p:nvPicPr>
                <p:cNvPr id="131" name="Ink 130">
                  <a:extLst>
                    <a:ext uri="{FF2B5EF4-FFF2-40B4-BE49-F238E27FC236}">
                      <a16:creationId xmlns:a16="http://schemas.microsoft.com/office/drawing/2014/main" id="{1DF8106B-525A-8625-729E-8F7FC0D688D7}"/>
                    </a:ext>
                  </a:extLst>
                </p:cNvPr>
                <p:cNvPicPr/>
                <p:nvPr/>
              </p:nvPicPr>
              <p:blipFill>
                <a:blip r:embed="rId196"/>
                <a:stretch>
                  <a:fillRect/>
                </a:stretch>
              </p:blipFill>
              <p:spPr>
                <a:xfrm>
                  <a:off x="6119438" y="5170463"/>
                  <a:ext cx="2068920" cy="59868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33" name="Ink 132">
                  <a:extLst>
                    <a:ext uri="{FF2B5EF4-FFF2-40B4-BE49-F238E27FC236}">
                      <a16:creationId xmlns:a16="http://schemas.microsoft.com/office/drawing/2014/main" id="{FDA52EEC-36A0-44FB-1DDB-173F3EFA2CDC}"/>
                    </a:ext>
                  </a:extLst>
                </p14:cNvPr>
                <p14:cNvContentPartPr/>
                <p14:nvPr/>
              </p14:nvContentPartPr>
              <p14:xfrm>
                <a:off x="5059598" y="5880743"/>
                <a:ext cx="225720" cy="13320"/>
              </p14:xfrm>
            </p:contentPart>
          </mc:Choice>
          <mc:Fallback>
            <p:pic>
              <p:nvPicPr>
                <p:cNvPr id="133" name="Ink 132">
                  <a:extLst>
                    <a:ext uri="{FF2B5EF4-FFF2-40B4-BE49-F238E27FC236}">
                      <a16:creationId xmlns:a16="http://schemas.microsoft.com/office/drawing/2014/main" id="{FDA52EEC-36A0-44FB-1DDB-173F3EFA2CDC}"/>
                    </a:ext>
                  </a:extLst>
                </p:cNvPr>
                <p:cNvPicPr/>
                <p:nvPr/>
              </p:nvPicPr>
              <p:blipFill>
                <a:blip r:embed="rId198"/>
                <a:stretch>
                  <a:fillRect/>
                </a:stretch>
              </p:blipFill>
              <p:spPr>
                <a:xfrm>
                  <a:off x="5050598" y="5872103"/>
                  <a:ext cx="24336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34" name="Ink 133">
                  <a:extLst>
                    <a:ext uri="{FF2B5EF4-FFF2-40B4-BE49-F238E27FC236}">
                      <a16:creationId xmlns:a16="http://schemas.microsoft.com/office/drawing/2014/main" id="{5B782D35-FF45-7D9C-BC41-D51072564D11}"/>
                    </a:ext>
                  </a:extLst>
                </p14:cNvPr>
                <p14:cNvContentPartPr/>
                <p14:nvPr/>
              </p14:nvContentPartPr>
              <p14:xfrm>
                <a:off x="5317718" y="5780303"/>
                <a:ext cx="732960" cy="270000"/>
              </p14:xfrm>
            </p:contentPart>
          </mc:Choice>
          <mc:Fallback>
            <p:pic>
              <p:nvPicPr>
                <p:cNvPr id="134" name="Ink 133">
                  <a:extLst>
                    <a:ext uri="{FF2B5EF4-FFF2-40B4-BE49-F238E27FC236}">
                      <a16:creationId xmlns:a16="http://schemas.microsoft.com/office/drawing/2014/main" id="{5B782D35-FF45-7D9C-BC41-D51072564D11}"/>
                    </a:ext>
                  </a:extLst>
                </p:cNvPr>
                <p:cNvPicPr/>
                <p:nvPr/>
              </p:nvPicPr>
              <p:blipFill>
                <a:blip r:embed="rId200"/>
                <a:stretch>
                  <a:fillRect/>
                </a:stretch>
              </p:blipFill>
              <p:spPr>
                <a:xfrm>
                  <a:off x="5309078" y="5771663"/>
                  <a:ext cx="75060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35" name="Ink 134">
                  <a:extLst>
                    <a:ext uri="{FF2B5EF4-FFF2-40B4-BE49-F238E27FC236}">
                      <a16:creationId xmlns:a16="http://schemas.microsoft.com/office/drawing/2014/main" id="{636DF91B-D174-167C-9064-C9E563365510}"/>
                    </a:ext>
                  </a:extLst>
                </p14:cNvPr>
                <p14:cNvContentPartPr/>
                <p14:nvPr/>
              </p14:nvContentPartPr>
              <p14:xfrm>
                <a:off x="5980838" y="5899823"/>
                <a:ext cx="290880" cy="12960"/>
              </p14:xfrm>
            </p:contentPart>
          </mc:Choice>
          <mc:Fallback>
            <p:pic>
              <p:nvPicPr>
                <p:cNvPr id="135" name="Ink 134">
                  <a:extLst>
                    <a:ext uri="{FF2B5EF4-FFF2-40B4-BE49-F238E27FC236}">
                      <a16:creationId xmlns:a16="http://schemas.microsoft.com/office/drawing/2014/main" id="{636DF91B-D174-167C-9064-C9E563365510}"/>
                    </a:ext>
                  </a:extLst>
                </p:cNvPr>
                <p:cNvPicPr/>
                <p:nvPr/>
              </p:nvPicPr>
              <p:blipFill>
                <a:blip r:embed="rId202"/>
                <a:stretch>
                  <a:fillRect/>
                </a:stretch>
              </p:blipFill>
              <p:spPr>
                <a:xfrm>
                  <a:off x="5972198" y="5890823"/>
                  <a:ext cx="30852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37" name="Ink 136">
                  <a:extLst>
                    <a:ext uri="{FF2B5EF4-FFF2-40B4-BE49-F238E27FC236}">
                      <a16:creationId xmlns:a16="http://schemas.microsoft.com/office/drawing/2014/main" id="{D6E61876-6888-9550-67FA-87685EBF93A4}"/>
                    </a:ext>
                  </a:extLst>
                </p14:cNvPr>
                <p14:cNvContentPartPr/>
                <p14:nvPr/>
              </p14:nvContentPartPr>
              <p14:xfrm>
                <a:off x="3009038" y="2245463"/>
                <a:ext cx="3474720" cy="165600"/>
              </p14:xfrm>
            </p:contentPart>
          </mc:Choice>
          <mc:Fallback>
            <p:pic>
              <p:nvPicPr>
                <p:cNvPr id="137" name="Ink 136">
                  <a:extLst>
                    <a:ext uri="{FF2B5EF4-FFF2-40B4-BE49-F238E27FC236}">
                      <a16:creationId xmlns:a16="http://schemas.microsoft.com/office/drawing/2014/main" id="{D6E61876-6888-9550-67FA-87685EBF93A4}"/>
                    </a:ext>
                  </a:extLst>
                </p:cNvPr>
                <p:cNvPicPr/>
                <p:nvPr/>
              </p:nvPicPr>
              <p:blipFill>
                <a:blip r:embed="rId204"/>
                <a:stretch>
                  <a:fillRect/>
                </a:stretch>
              </p:blipFill>
              <p:spPr>
                <a:xfrm>
                  <a:off x="3000398" y="2236463"/>
                  <a:ext cx="349236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38" name="Ink 137">
                  <a:extLst>
                    <a:ext uri="{FF2B5EF4-FFF2-40B4-BE49-F238E27FC236}">
                      <a16:creationId xmlns:a16="http://schemas.microsoft.com/office/drawing/2014/main" id="{6791EB5B-E58B-F24E-22C5-46FE8969F010}"/>
                    </a:ext>
                  </a:extLst>
                </p14:cNvPr>
                <p14:cNvContentPartPr/>
                <p14:nvPr/>
              </p14:nvContentPartPr>
              <p14:xfrm>
                <a:off x="3612398" y="2404223"/>
                <a:ext cx="2354400" cy="95040"/>
              </p14:xfrm>
            </p:contentPart>
          </mc:Choice>
          <mc:Fallback>
            <p:pic>
              <p:nvPicPr>
                <p:cNvPr id="138" name="Ink 137">
                  <a:extLst>
                    <a:ext uri="{FF2B5EF4-FFF2-40B4-BE49-F238E27FC236}">
                      <a16:creationId xmlns:a16="http://schemas.microsoft.com/office/drawing/2014/main" id="{6791EB5B-E58B-F24E-22C5-46FE8969F010}"/>
                    </a:ext>
                  </a:extLst>
                </p:cNvPr>
                <p:cNvPicPr/>
                <p:nvPr/>
              </p:nvPicPr>
              <p:blipFill>
                <a:blip r:embed="rId206"/>
                <a:stretch>
                  <a:fillRect/>
                </a:stretch>
              </p:blipFill>
              <p:spPr>
                <a:xfrm>
                  <a:off x="3603758" y="2395583"/>
                  <a:ext cx="237204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39" name="Ink 138">
                  <a:extLst>
                    <a:ext uri="{FF2B5EF4-FFF2-40B4-BE49-F238E27FC236}">
                      <a16:creationId xmlns:a16="http://schemas.microsoft.com/office/drawing/2014/main" id="{5CA81681-638B-DF07-903D-06D7282B304D}"/>
                    </a:ext>
                  </a:extLst>
                </p14:cNvPr>
                <p14:cNvContentPartPr/>
                <p14:nvPr/>
              </p14:nvContentPartPr>
              <p14:xfrm>
                <a:off x="3283718" y="2062943"/>
                <a:ext cx="2486160" cy="676800"/>
              </p14:xfrm>
            </p:contentPart>
          </mc:Choice>
          <mc:Fallback>
            <p:pic>
              <p:nvPicPr>
                <p:cNvPr id="139" name="Ink 138">
                  <a:extLst>
                    <a:ext uri="{FF2B5EF4-FFF2-40B4-BE49-F238E27FC236}">
                      <a16:creationId xmlns:a16="http://schemas.microsoft.com/office/drawing/2014/main" id="{5CA81681-638B-DF07-903D-06D7282B304D}"/>
                    </a:ext>
                  </a:extLst>
                </p:cNvPr>
                <p:cNvPicPr/>
                <p:nvPr/>
              </p:nvPicPr>
              <p:blipFill>
                <a:blip r:embed="rId208"/>
                <a:stretch>
                  <a:fillRect/>
                </a:stretch>
              </p:blipFill>
              <p:spPr>
                <a:xfrm>
                  <a:off x="3274718" y="2053943"/>
                  <a:ext cx="2503800" cy="69444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40" name="Ink 139">
                  <a:extLst>
                    <a:ext uri="{FF2B5EF4-FFF2-40B4-BE49-F238E27FC236}">
                      <a16:creationId xmlns:a16="http://schemas.microsoft.com/office/drawing/2014/main" id="{51D63193-90FE-9867-9353-4D808C3E2636}"/>
                    </a:ext>
                  </a:extLst>
                </p14:cNvPr>
                <p14:cNvContentPartPr/>
                <p14:nvPr/>
              </p14:nvContentPartPr>
              <p14:xfrm>
                <a:off x="2340878" y="1936583"/>
                <a:ext cx="2994120" cy="935280"/>
              </p14:xfrm>
            </p:contentPart>
          </mc:Choice>
          <mc:Fallback>
            <p:pic>
              <p:nvPicPr>
                <p:cNvPr id="140" name="Ink 139">
                  <a:extLst>
                    <a:ext uri="{FF2B5EF4-FFF2-40B4-BE49-F238E27FC236}">
                      <a16:creationId xmlns:a16="http://schemas.microsoft.com/office/drawing/2014/main" id="{51D63193-90FE-9867-9353-4D808C3E2636}"/>
                    </a:ext>
                  </a:extLst>
                </p:cNvPr>
                <p:cNvPicPr/>
                <p:nvPr/>
              </p:nvPicPr>
              <p:blipFill>
                <a:blip r:embed="rId210"/>
                <a:stretch>
                  <a:fillRect/>
                </a:stretch>
              </p:blipFill>
              <p:spPr>
                <a:xfrm>
                  <a:off x="2331878" y="1927583"/>
                  <a:ext cx="3011760" cy="95292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43" name="Ink 142">
                  <a:extLst>
                    <a:ext uri="{FF2B5EF4-FFF2-40B4-BE49-F238E27FC236}">
                      <a16:creationId xmlns:a16="http://schemas.microsoft.com/office/drawing/2014/main" id="{FCCB1CD9-6722-A6DD-2612-F624C8C764C6}"/>
                    </a:ext>
                  </a:extLst>
                </p14:cNvPr>
                <p14:cNvContentPartPr/>
                <p14:nvPr/>
              </p14:nvContentPartPr>
              <p14:xfrm>
                <a:off x="6544598" y="2376143"/>
                <a:ext cx="57240" cy="443520"/>
              </p14:xfrm>
            </p:contentPart>
          </mc:Choice>
          <mc:Fallback>
            <p:pic>
              <p:nvPicPr>
                <p:cNvPr id="143" name="Ink 142">
                  <a:extLst>
                    <a:ext uri="{FF2B5EF4-FFF2-40B4-BE49-F238E27FC236}">
                      <a16:creationId xmlns:a16="http://schemas.microsoft.com/office/drawing/2014/main" id="{FCCB1CD9-6722-A6DD-2612-F624C8C764C6}"/>
                    </a:ext>
                  </a:extLst>
                </p:cNvPr>
                <p:cNvPicPr/>
                <p:nvPr/>
              </p:nvPicPr>
              <p:blipFill>
                <a:blip r:embed="rId212"/>
                <a:stretch>
                  <a:fillRect/>
                </a:stretch>
              </p:blipFill>
              <p:spPr>
                <a:xfrm>
                  <a:off x="6535958" y="2367503"/>
                  <a:ext cx="74880" cy="46116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44" name="Ink 143">
                  <a:extLst>
                    <a:ext uri="{FF2B5EF4-FFF2-40B4-BE49-F238E27FC236}">
                      <a16:creationId xmlns:a16="http://schemas.microsoft.com/office/drawing/2014/main" id="{835C6B73-8434-5102-2A76-017D376A4CFA}"/>
                    </a:ext>
                  </a:extLst>
                </p14:cNvPr>
                <p14:cNvContentPartPr/>
                <p14:nvPr/>
              </p14:nvContentPartPr>
              <p14:xfrm>
                <a:off x="6488438" y="2692943"/>
                <a:ext cx="719280" cy="360"/>
              </p14:xfrm>
            </p:contentPart>
          </mc:Choice>
          <mc:Fallback>
            <p:pic>
              <p:nvPicPr>
                <p:cNvPr id="144" name="Ink 143">
                  <a:extLst>
                    <a:ext uri="{FF2B5EF4-FFF2-40B4-BE49-F238E27FC236}">
                      <a16:creationId xmlns:a16="http://schemas.microsoft.com/office/drawing/2014/main" id="{835C6B73-8434-5102-2A76-017D376A4CFA}"/>
                    </a:ext>
                  </a:extLst>
                </p:cNvPr>
                <p:cNvPicPr/>
                <p:nvPr/>
              </p:nvPicPr>
              <p:blipFill>
                <a:blip r:embed="rId214"/>
                <a:stretch>
                  <a:fillRect/>
                </a:stretch>
              </p:blipFill>
              <p:spPr>
                <a:xfrm>
                  <a:off x="6479438" y="2684303"/>
                  <a:ext cx="7369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46" name="Ink 145">
                  <a:extLst>
                    <a:ext uri="{FF2B5EF4-FFF2-40B4-BE49-F238E27FC236}">
                      <a16:creationId xmlns:a16="http://schemas.microsoft.com/office/drawing/2014/main" id="{58A8F70D-8C0D-12B0-AB5F-7CD0D69A1A5D}"/>
                    </a:ext>
                  </a:extLst>
                </p14:cNvPr>
                <p14:cNvContentPartPr/>
                <p14:nvPr/>
              </p14:nvContentPartPr>
              <p14:xfrm>
                <a:off x="6569438" y="2563703"/>
                <a:ext cx="598680" cy="184680"/>
              </p14:xfrm>
            </p:contentPart>
          </mc:Choice>
          <mc:Fallback>
            <p:pic>
              <p:nvPicPr>
                <p:cNvPr id="146" name="Ink 145">
                  <a:extLst>
                    <a:ext uri="{FF2B5EF4-FFF2-40B4-BE49-F238E27FC236}">
                      <a16:creationId xmlns:a16="http://schemas.microsoft.com/office/drawing/2014/main" id="{58A8F70D-8C0D-12B0-AB5F-7CD0D69A1A5D}"/>
                    </a:ext>
                  </a:extLst>
                </p:cNvPr>
                <p:cNvPicPr/>
                <p:nvPr/>
              </p:nvPicPr>
              <p:blipFill>
                <a:blip r:embed="rId216"/>
                <a:stretch>
                  <a:fillRect/>
                </a:stretch>
              </p:blipFill>
              <p:spPr>
                <a:xfrm>
                  <a:off x="6560798" y="2555063"/>
                  <a:ext cx="61632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85" name="Ink 84">
                  <a:extLst>
                    <a:ext uri="{FF2B5EF4-FFF2-40B4-BE49-F238E27FC236}">
                      <a16:creationId xmlns:a16="http://schemas.microsoft.com/office/drawing/2014/main" id="{63199A30-683D-A6CA-6D93-B9611DCA9767}"/>
                    </a:ext>
                  </a:extLst>
                </p14:cNvPr>
                <p14:cNvContentPartPr/>
                <p14:nvPr/>
              </p14:nvContentPartPr>
              <p14:xfrm>
                <a:off x="7672118" y="1721303"/>
                <a:ext cx="1079280" cy="320040"/>
              </p14:xfrm>
            </p:contentPart>
          </mc:Choice>
          <mc:Fallback>
            <p:pic>
              <p:nvPicPr>
                <p:cNvPr id="85" name="Ink 84">
                  <a:extLst>
                    <a:ext uri="{FF2B5EF4-FFF2-40B4-BE49-F238E27FC236}">
                      <a16:creationId xmlns:a16="http://schemas.microsoft.com/office/drawing/2014/main" id="{63199A30-683D-A6CA-6D93-B9611DCA9767}"/>
                    </a:ext>
                  </a:extLst>
                </p:cNvPr>
                <p:cNvPicPr/>
                <p:nvPr/>
              </p:nvPicPr>
              <p:blipFill>
                <a:blip r:embed="rId218"/>
                <a:stretch>
                  <a:fillRect/>
                </a:stretch>
              </p:blipFill>
              <p:spPr>
                <a:xfrm>
                  <a:off x="7663118" y="1712663"/>
                  <a:ext cx="109692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91" name="Ink 90">
                  <a:extLst>
                    <a:ext uri="{FF2B5EF4-FFF2-40B4-BE49-F238E27FC236}">
                      <a16:creationId xmlns:a16="http://schemas.microsoft.com/office/drawing/2014/main" id="{67392E8A-D55B-BF3A-345E-029EC8F0AE0E}"/>
                    </a:ext>
                  </a:extLst>
                </p14:cNvPr>
                <p14:cNvContentPartPr/>
                <p14:nvPr/>
              </p14:nvContentPartPr>
              <p14:xfrm>
                <a:off x="6961478" y="1698983"/>
                <a:ext cx="273600" cy="55080"/>
              </p14:xfrm>
            </p:contentPart>
          </mc:Choice>
          <mc:Fallback>
            <p:pic>
              <p:nvPicPr>
                <p:cNvPr id="91" name="Ink 90">
                  <a:extLst>
                    <a:ext uri="{FF2B5EF4-FFF2-40B4-BE49-F238E27FC236}">
                      <a16:creationId xmlns:a16="http://schemas.microsoft.com/office/drawing/2014/main" id="{67392E8A-D55B-BF3A-345E-029EC8F0AE0E}"/>
                    </a:ext>
                  </a:extLst>
                </p:cNvPr>
                <p:cNvPicPr/>
                <p:nvPr/>
              </p:nvPicPr>
              <p:blipFill>
                <a:blip r:embed="rId220"/>
                <a:stretch>
                  <a:fillRect/>
                </a:stretch>
              </p:blipFill>
              <p:spPr>
                <a:xfrm>
                  <a:off x="6952478" y="1690343"/>
                  <a:ext cx="29124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92" name="Ink 91">
                  <a:extLst>
                    <a:ext uri="{FF2B5EF4-FFF2-40B4-BE49-F238E27FC236}">
                      <a16:creationId xmlns:a16="http://schemas.microsoft.com/office/drawing/2014/main" id="{54AC5850-613F-1774-458E-4FE517C421A3}"/>
                    </a:ext>
                  </a:extLst>
                </p14:cNvPr>
                <p14:cNvContentPartPr/>
                <p14:nvPr/>
              </p14:nvContentPartPr>
              <p14:xfrm>
                <a:off x="7125638" y="1703663"/>
                <a:ext cx="45720" cy="140040"/>
              </p14:xfrm>
            </p:contentPart>
          </mc:Choice>
          <mc:Fallback>
            <p:pic>
              <p:nvPicPr>
                <p:cNvPr id="92" name="Ink 91">
                  <a:extLst>
                    <a:ext uri="{FF2B5EF4-FFF2-40B4-BE49-F238E27FC236}">
                      <a16:creationId xmlns:a16="http://schemas.microsoft.com/office/drawing/2014/main" id="{54AC5850-613F-1774-458E-4FE517C421A3}"/>
                    </a:ext>
                  </a:extLst>
                </p:cNvPr>
                <p:cNvPicPr/>
                <p:nvPr/>
              </p:nvPicPr>
              <p:blipFill>
                <a:blip r:embed="rId222"/>
                <a:stretch>
                  <a:fillRect/>
                </a:stretch>
              </p:blipFill>
              <p:spPr>
                <a:xfrm>
                  <a:off x="7116998" y="1694663"/>
                  <a:ext cx="6336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93" name="Ink 92">
                  <a:extLst>
                    <a:ext uri="{FF2B5EF4-FFF2-40B4-BE49-F238E27FC236}">
                      <a16:creationId xmlns:a16="http://schemas.microsoft.com/office/drawing/2014/main" id="{A4D3EAD6-2A7A-8C32-8495-75A7B0E5837F}"/>
                    </a:ext>
                  </a:extLst>
                </p14:cNvPr>
                <p14:cNvContentPartPr/>
                <p14:nvPr/>
              </p14:nvContentPartPr>
              <p14:xfrm>
                <a:off x="7240118" y="1714103"/>
                <a:ext cx="165240" cy="164880"/>
              </p14:xfrm>
            </p:contentPart>
          </mc:Choice>
          <mc:Fallback>
            <p:pic>
              <p:nvPicPr>
                <p:cNvPr id="93" name="Ink 92">
                  <a:extLst>
                    <a:ext uri="{FF2B5EF4-FFF2-40B4-BE49-F238E27FC236}">
                      <a16:creationId xmlns:a16="http://schemas.microsoft.com/office/drawing/2014/main" id="{A4D3EAD6-2A7A-8C32-8495-75A7B0E5837F}"/>
                    </a:ext>
                  </a:extLst>
                </p:cNvPr>
                <p:cNvPicPr/>
                <p:nvPr/>
              </p:nvPicPr>
              <p:blipFill>
                <a:blip r:embed="rId224"/>
                <a:stretch>
                  <a:fillRect/>
                </a:stretch>
              </p:blipFill>
              <p:spPr>
                <a:xfrm>
                  <a:off x="7231118" y="1705103"/>
                  <a:ext cx="18288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84" name="Ink 83">
                  <a:extLst>
                    <a:ext uri="{FF2B5EF4-FFF2-40B4-BE49-F238E27FC236}">
                      <a16:creationId xmlns:a16="http://schemas.microsoft.com/office/drawing/2014/main" id="{0E2B716C-2513-C539-CFC6-E9D1C5100FA7}"/>
                    </a:ext>
                  </a:extLst>
                </p14:cNvPr>
                <p14:cNvContentPartPr/>
                <p14:nvPr/>
              </p14:nvContentPartPr>
              <p14:xfrm>
                <a:off x="7556198" y="1245743"/>
                <a:ext cx="1077840" cy="321480"/>
              </p14:xfrm>
            </p:contentPart>
          </mc:Choice>
          <mc:Fallback>
            <p:pic>
              <p:nvPicPr>
                <p:cNvPr id="84" name="Ink 83">
                  <a:extLst>
                    <a:ext uri="{FF2B5EF4-FFF2-40B4-BE49-F238E27FC236}">
                      <a16:creationId xmlns:a16="http://schemas.microsoft.com/office/drawing/2014/main" id="{0E2B716C-2513-C539-CFC6-E9D1C5100FA7}"/>
                    </a:ext>
                  </a:extLst>
                </p:cNvPr>
                <p:cNvPicPr/>
                <p:nvPr/>
              </p:nvPicPr>
              <p:blipFill>
                <a:blip r:embed="rId226"/>
                <a:stretch>
                  <a:fillRect/>
                </a:stretch>
              </p:blipFill>
              <p:spPr>
                <a:xfrm>
                  <a:off x="7547198" y="1236743"/>
                  <a:ext cx="109548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88" name="Ink 87">
                  <a:extLst>
                    <a:ext uri="{FF2B5EF4-FFF2-40B4-BE49-F238E27FC236}">
                      <a16:creationId xmlns:a16="http://schemas.microsoft.com/office/drawing/2014/main" id="{30E5C186-97D5-A375-B44B-384C6136C862}"/>
                    </a:ext>
                  </a:extLst>
                </p14:cNvPr>
                <p14:cNvContentPartPr/>
                <p14:nvPr/>
              </p14:nvContentPartPr>
              <p14:xfrm>
                <a:off x="6966878" y="1258343"/>
                <a:ext cx="176400" cy="19440"/>
              </p14:xfrm>
            </p:contentPart>
          </mc:Choice>
          <mc:Fallback>
            <p:pic>
              <p:nvPicPr>
                <p:cNvPr id="88" name="Ink 87">
                  <a:extLst>
                    <a:ext uri="{FF2B5EF4-FFF2-40B4-BE49-F238E27FC236}">
                      <a16:creationId xmlns:a16="http://schemas.microsoft.com/office/drawing/2014/main" id="{30E5C186-97D5-A375-B44B-384C6136C862}"/>
                    </a:ext>
                  </a:extLst>
                </p:cNvPr>
                <p:cNvPicPr/>
                <p:nvPr/>
              </p:nvPicPr>
              <p:blipFill>
                <a:blip r:embed="rId228"/>
                <a:stretch>
                  <a:fillRect/>
                </a:stretch>
              </p:blipFill>
              <p:spPr>
                <a:xfrm>
                  <a:off x="6957878" y="1249343"/>
                  <a:ext cx="19404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89" name="Ink 88">
                  <a:extLst>
                    <a:ext uri="{FF2B5EF4-FFF2-40B4-BE49-F238E27FC236}">
                      <a16:creationId xmlns:a16="http://schemas.microsoft.com/office/drawing/2014/main" id="{9E1CC916-D5EF-B627-B001-8E4576152A16}"/>
                    </a:ext>
                  </a:extLst>
                </p14:cNvPr>
                <p14:cNvContentPartPr/>
                <p14:nvPr/>
              </p14:nvContentPartPr>
              <p14:xfrm>
                <a:off x="7062278" y="1245743"/>
                <a:ext cx="71640" cy="195840"/>
              </p14:xfrm>
            </p:contentPart>
          </mc:Choice>
          <mc:Fallback>
            <p:pic>
              <p:nvPicPr>
                <p:cNvPr id="89" name="Ink 88">
                  <a:extLst>
                    <a:ext uri="{FF2B5EF4-FFF2-40B4-BE49-F238E27FC236}">
                      <a16:creationId xmlns:a16="http://schemas.microsoft.com/office/drawing/2014/main" id="{9E1CC916-D5EF-B627-B001-8E4576152A16}"/>
                    </a:ext>
                  </a:extLst>
                </p:cNvPr>
                <p:cNvPicPr/>
                <p:nvPr/>
              </p:nvPicPr>
              <p:blipFill>
                <a:blip r:embed="rId230"/>
                <a:stretch>
                  <a:fillRect/>
                </a:stretch>
              </p:blipFill>
              <p:spPr>
                <a:xfrm>
                  <a:off x="7053278" y="1236743"/>
                  <a:ext cx="8928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90" name="Ink 89">
                  <a:extLst>
                    <a:ext uri="{FF2B5EF4-FFF2-40B4-BE49-F238E27FC236}">
                      <a16:creationId xmlns:a16="http://schemas.microsoft.com/office/drawing/2014/main" id="{87A376A2-2F59-4A9F-B41C-A3617FBDB68C}"/>
                    </a:ext>
                  </a:extLst>
                </p14:cNvPr>
                <p14:cNvContentPartPr/>
                <p14:nvPr/>
              </p14:nvContentPartPr>
              <p14:xfrm>
                <a:off x="7271078" y="1277423"/>
                <a:ext cx="360" cy="82800"/>
              </p14:xfrm>
            </p:contentPart>
          </mc:Choice>
          <mc:Fallback>
            <p:pic>
              <p:nvPicPr>
                <p:cNvPr id="90" name="Ink 89">
                  <a:extLst>
                    <a:ext uri="{FF2B5EF4-FFF2-40B4-BE49-F238E27FC236}">
                      <a16:creationId xmlns:a16="http://schemas.microsoft.com/office/drawing/2014/main" id="{87A376A2-2F59-4A9F-B41C-A3617FBDB68C}"/>
                    </a:ext>
                  </a:extLst>
                </p:cNvPr>
                <p:cNvPicPr/>
                <p:nvPr/>
              </p:nvPicPr>
              <p:blipFill>
                <a:blip r:embed="rId232"/>
                <a:stretch>
                  <a:fillRect/>
                </a:stretch>
              </p:blipFill>
              <p:spPr>
                <a:xfrm>
                  <a:off x="7262438" y="1268423"/>
                  <a:ext cx="1800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48" name="Ink 147">
                  <a:extLst>
                    <a:ext uri="{FF2B5EF4-FFF2-40B4-BE49-F238E27FC236}">
                      <a16:creationId xmlns:a16="http://schemas.microsoft.com/office/drawing/2014/main" id="{F5BE1E4A-1DB7-D2D9-BBCB-CF9A25294424}"/>
                    </a:ext>
                  </a:extLst>
                </p14:cNvPr>
                <p14:cNvContentPartPr/>
                <p14:nvPr/>
              </p14:nvContentPartPr>
              <p14:xfrm>
                <a:off x="6018638" y="1632023"/>
                <a:ext cx="19440" cy="411120"/>
              </p14:xfrm>
            </p:contentPart>
          </mc:Choice>
          <mc:Fallback>
            <p:pic>
              <p:nvPicPr>
                <p:cNvPr id="148" name="Ink 147">
                  <a:extLst>
                    <a:ext uri="{FF2B5EF4-FFF2-40B4-BE49-F238E27FC236}">
                      <a16:creationId xmlns:a16="http://schemas.microsoft.com/office/drawing/2014/main" id="{F5BE1E4A-1DB7-D2D9-BBCB-CF9A25294424}"/>
                    </a:ext>
                  </a:extLst>
                </p:cNvPr>
                <p:cNvPicPr/>
                <p:nvPr/>
              </p:nvPicPr>
              <p:blipFill>
                <a:blip r:embed="rId234"/>
                <a:stretch>
                  <a:fillRect/>
                </a:stretch>
              </p:blipFill>
              <p:spPr>
                <a:xfrm>
                  <a:off x="6009638" y="1623383"/>
                  <a:ext cx="37080" cy="42876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49" name="Ink 148">
                  <a:extLst>
                    <a:ext uri="{FF2B5EF4-FFF2-40B4-BE49-F238E27FC236}">
                      <a16:creationId xmlns:a16="http://schemas.microsoft.com/office/drawing/2014/main" id="{A2E3302F-7B28-36B1-AA85-E608A4A51DF4}"/>
                    </a:ext>
                  </a:extLst>
                </p14:cNvPr>
                <p14:cNvContentPartPr/>
                <p14:nvPr/>
              </p14:nvContentPartPr>
              <p14:xfrm>
                <a:off x="6013958" y="1872143"/>
                <a:ext cx="1019520" cy="57600"/>
              </p14:xfrm>
            </p:contentPart>
          </mc:Choice>
          <mc:Fallback>
            <p:pic>
              <p:nvPicPr>
                <p:cNvPr id="149" name="Ink 148">
                  <a:extLst>
                    <a:ext uri="{FF2B5EF4-FFF2-40B4-BE49-F238E27FC236}">
                      <a16:creationId xmlns:a16="http://schemas.microsoft.com/office/drawing/2014/main" id="{A2E3302F-7B28-36B1-AA85-E608A4A51DF4}"/>
                    </a:ext>
                  </a:extLst>
                </p:cNvPr>
                <p:cNvPicPr/>
                <p:nvPr/>
              </p:nvPicPr>
              <p:blipFill>
                <a:blip r:embed="rId236"/>
                <a:stretch>
                  <a:fillRect/>
                </a:stretch>
              </p:blipFill>
              <p:spPr>
                <a:xfrm>
                  <a:off x="6005318" y="1863143"/>
                  <a:ext cx="103716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51" name="Ink 150">
                  <a:extLst>
                    <a:ext uri="{FF2B5EF4-FFF2-40B4-BE49-F238E27FC236}">
                      <a16:creationId xmlns:a16="http://schemas.microsoft.com/office/drawing/2014/main" id="{BCD792AD-9050-3ECA-762E-06AB4AB58D0D}"/>
                    </a:ext>
                  </a:extLst>
                </p14:cNvPr>
                <p14:cNvContentPartPr/>
                <p14:nvPr/>
              </p14:nvContentPartPr>
              <p14:xfrm>
                <a:off x="6056078" y="1707623"/>
                <a:ext cx="770760" cy="360720"/>
              </p14:xfrm>
            </p:contentPart>
          </mc:Choice>
          <mc:Fallback>
            <p:pic>
              <p:nvPicPr>
                <p:cNvPr id="151" name="Ink 150">
                  <a:extLst>
                    <a:ext uri="{FF2B5EF4-FFF2-40B4-BE49-F238E27FC236}">
                      <a16:creationId xmlns:a16="http://schemas.microsoft.com/office/drawing/2014/main" id="{BCD792AD-9050-3ECA-762E-06AB4AB58D0D}"/>
                    </a:ext>
                  </a:extLst>
                </p:cNvPr>
                <p:cNvPicPr/>
                <p:nvPr/>
              </p:nvPicPr>
              <p:blipFill>
                <a:blip r:embed="rId238"/>
                <a:stretch>
                  <a:fillRect/>
                </a:stretch>
              </p:blipFill>
              <p:spPr>
                <a:xfrm>
                  <a:off x="6047078" y="1698983"/>
                  <a:ext cx="788400" cy="37836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53" name="Ink 152">
                  <a:extLst>
                    <a:ext uri="{FF2B5EF4-FFF2-40B4-BE49-F238E27FC236}">
                      <a16:creationId xmlns:a16="http://schemas.microsoft.com/office/drawing/2014/main" id="{B180D965-F141-005B-A51A-C556D0033E58}"/>
                    </a:ext>
                  </a:extLst>
                </p14:cNvPr>
                <p14:cNvContentPartPr/>
                <p14:nvPr/>
              </p14:nvContentPartPr>
              <p14:xfrm>
                <a:off x="5348678" y="958103"/>
                <a:ext cx="19440" cy="685440"/>
              </p14:xfrm>
            </p:contentPart>
          </mc:Choice>
          <mc:Fallback>
            <p:pic>
              <p:nvPicPr>
                <p:cNvPr id="153" name="Ink 152">
                  <a:extLst>
                    <a:ext uri="{FF2B5EF4-FFF2-40B4-BE49-F238E27FC236}">
                      <a16:creationId xmlns:a16="http://schemas.microsoft.com/office/drawing/2014/main" id="{B180D965-F141-005B-A51A-C556D0033E58}"/>
                    </a:ext>
                  </a:extLst>
                </p:cNvPr>
                <p:cNvPicPr/>
                <p:nvPr/>
              </p:nvPicPr>
              <p:blipFill>
                <a:blip r:embed="rId240"/>
                <a:stretch>
                  <a:fillRect/>
                </a:stretch>
              </p:blipFill>
              <p:spPr>
                <a:xfrm>
                  <a:off x="5339678" y="949463"/>
                  <a:ext cx="37080" cy="70308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54" name="Ink 153">
                  <a:extLst>
                    <a:ext uri="{FF2B5EF4-FFF2-40B4-BE49-F238E27FC236}">
                      <a16:creationId xmlns:a16="http://schemas.microsoft.com/office/drawing/2014/main" id="{6575134A-39DF-7CD2-2E40-A8FC4DC2AC0F}"/>
                    </a:ext>
                  </a:extLst>
                </p14:cNvPr>
                <p14:cNvContentPartPr/>
                <p14:nvPr/>
              </p14:nvContentPartPr>
              <p14:xfrm>
                <a:off x="5259758" y="1382543"/>
                <a:ext cx="1635480" cy="46800"/>
              </p14:xfrm>
            </p:contentPart>
          </mc:Choice>
          <mc:Fallback>
            <p:pic>
              <p:nvPicPr>
                <p:cNvPr id="154" name="Ink 153">
                  <a:extLst>
                    <a:ext uri="{FF2B5EF4-FFF2-40B4-BE49-F238E27FC236}">
                      <a16:creationId xmlns:a16="http://schemas.microsoft.com/office/drawing/2014/main" id="{6575134A-39DF-7CD2-2E40-A8FC4DC2AC0F}"/>
                    </a:ext>
                  </a:extLst>
                </p:cNvPr>
                <p:cNvPicPr/>
                <p:nvPr/>
              </p:nvPicPr>
              <p:blipFill>
                <a:blip r:embed="rId242"/>
                <a:stretch>
                  <a:fillRect/>
                </a:stretch>
              </p:blipFill>
              <p:spPr>
                <a:xfrm>
                  <a:off x="5250758" y="1373903"/>
                  <a:ext cx="165312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56" name="Ink 155">
                  <a:extLst>
                    <a:ext uri="{FF2B5EF4-FFF2-40B4-BE49-F238E27FC236}">
                      <a16:creationId xmlns:a16="http://schemas.microsoft.com/office/drawing/2014/main" id="{EC1D6E4F-1257-1800-6F73-0984D19AB490}"/>
                    </a:ext>
                  </a:extLst>
                </p14:cNvPr>
                <p14:cNvContentPartPr/>
                <p14:nvPr/>
              </p14:nvContentPartPr>
              <p14:xfrm>
                <a:off x="5342198" y="1133423"/>
                <a:ext cx="1690920" cy="476280"/>
              </p14:xfrm>
            </p:contentPart>
          </mc:Choice>
          <mc:Fallback>
            <p:pic>
              <p:nvPicPr>
                <p:cNvPr id="156" name="Ink 155">
                  <a:extLst>
                    <a:ext uri="{FF2B5EF4-FFF2-40B4-BE49-F238E27FC236}">
                      <a16:creationId xmlns:a16="http://schemas.microsoft.com/office/drawing/2014/main" id="{EC1D6E4F-1257-1800-6F73-0984D19AB490}"/>
                    </a:ext>
                  </a:extLst>
                </p:cNvPr>
                <p:cNvPicPr/>
                <p:nvPr/>
              </p:nvPicPr>
              <p:blipFill>
                <a:blip r:embed="rId244"/>
                <a:stretch>
                  <a:fillRect/>
                </a:stretch>
              </p:blipFill>
              <p:spPr>
                <a:xfrm>
                  <a:off x="5333198" y="1124423"/>
                  <a:ext cx="1708560" cy="49392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58" name="Ink 157">
                  <a:extLst>
                    <a:ext uri="{FF2B5EF4-FFF2-40B4-BE49-F238E27FC236}">
                      <a16:creationId xmlns:a16="http://schemas.microsoft.com/office/drawing/2014/main" id="{E7088E11-6764-8931-BEFA-E6596EB46DD5}"/>
                    </a:ext>
                  </a:extLst>
                </p14:cNvPr>
                <p14:cNvContentPartPr/>
                <p14:nvPr/>
              </p14:nvContentPartPr>
              <p14:xfrm>
                <a:off x="5785718" y="620063"/>
                <a:ext cx="3804840" cy="2639880"/>
              </p14:xfrm>
            </p:contentPart>
          </mc:Choice>
          <mc:Fallback>
            <p:pic>
              <p:nvPicPr>
                <p:cNvPr id="158" name="Ink 157">
                  <a:extLst>
                    <a:ext uri="{FF2B5EF4-FFF2-40B4-BE49-F238E27FC236}">
                      <a16:creationId xmlns:a16="http://schemas.microsoft.com/office/drawing/2014/main" id="{E7088E11-6764-8931-BEFA-E6596EB46DD5}"/>
                    </a:ext>
                  </a:extLst>
                </p:cNvPr>
                <p:cNvPicPr/>
                <p:nvPr/>
              </p:nvPicPr>
              <p:blipFill>
                <a:blip r:embed="rId246"/>
                <a:stretch>
                  <a:fillRect/>
                </a:stretch>
              </p:blipFill>
              <p:spPr>
                <a:xfrm>
                  <a:off x="5776718" y="611063"/>
                  <a:ext cx="3822480" cy="265752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60" name="Ink 159">
                  <a:extLst>
                    <a:ext uri="{FF2B5EF4-FFF2-40B4-BE49-F238E27FC236}">
                      <a16:creationId xmlns:a16="http://schemas.microsoft.com/office/drawing/2014/main" id="{FEBD8434-C164-B95B-3476-4DC13B0EF423}"/>
                    </a:ext>
                  </a:extLst>
                </p14:cNvPr>
                <p14:cNvContentPartPr/>
                <p14:nvPr/>
              </p14:nvContentPartPr>
              <p14:xfrm>
                <a:off x="9269438" y="1529423"/>
                <a:ext cx="2080440" cy="1950840"/>
              </p14:xfrm>
            </p:contentPart>
          </mc:Choice>
          <mc:Fallback>
            <p:pic>
              <p:nvPicPr>
                <p:cNvPr id="160" name="Ink 159">
                  <a:extLst>
                    <a:ext uri="{FF2B5EF4-FFF2-40B4-BE49-F238E27FC236}">
                      <a16:creationId xmlns:a16="http://schemas.microsoft.com/office/drawing/2014/main" id="{FEBD8434-C164-B95B-3476-4DC13B0EF423}"/>
                    </a:ext>
                  </a:extLst>
                </p:cNvPr>
                <p:cNvPicPr/>
                <p:nvPr/>
              </p:nvPicPr>
              <p:blipFill>
                <a:blip r:embed="rId248"/>
                <a:stretch>
                  <a:fillRect/>
                </a:stretch>
              </p:blipFill>
              <p:spPr>
                <a:xfrm>
                  <a:off x="9260438" y="1520423"/>
                  <a:ext cx="2098080" cy="196848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61" name="Ink 160">
                  <a:extLst>
                    <a:ext uri="{FF2B5EF4-FFF2-40B4-BE49-F238E27FC236}">
                      <a16:creationId xmlns:a16="http://schemas.microsoft.com/office/drawing/2014/main" id="{7D311A6D-929D-CE64-1EA5-7073C9888634}"/>
                    </a:ext>
                  </a:extLst>
                </p14:cNvPr>
                <p14:cNvContentPartPr/>
                <p14:nvPr/>
              </p14:nvContentPartPr>
              <p14:xfrm>
                <a:off x="9682718" y="3716783"/>
                <a:ext cx="582480" cy="247680"/>
              </p14:xfrm>
            </p:contentPart>
          </mc:Choice>
          <mc:Fallback>
            <p:pic>
              <p:nvPicPr>
                <p:cNvPr id="161" name="Ink 160">
                  <a:extLst>
                    <a:ext uri="{FF2B5EF4-FFF2-40B4-BE49-F238E27FC236}">
                      <a16:creationId xmlns:a16="http://schemas.microsoft.com/office/drawing/2014/main" id="{7D311A6D-929D-CE64-1EA5-7073C9888634}"/>
                    </a:ext>
                  </a:extLst>
                </p:cNvPr>
                <p:cNvPicPr/>
                <p:nvPr/>
              </p:nvPicPr>
              <p:blipFill>
                <a:blip r:embed="rId250"/>
                <a:stretch>
                  <a:fillRect/>
                </a:stretch>
              </p:blipFill>
              <p:spPr>
                <a:xfrm>
                  <a:off x="9673718" y="3708143"/>
                  <a:ext cx="600120" cy="26532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62" name="Ink 161">
                  <a:extLst>
                    <a:ext uri="{FF2B5EF4-FFF2-40B4-BE49-F238E27FC236}">
                      <a16:creationId xmlns:a16="http://schemas.microsoft.com/office/drawing/2014/main" id="{07DCFC33-91A5-7435-EB11-B9EE884A50BB}"/>
                    </a:ext>
                  </a:extLst>
                </p14:cNvPr>
                <p14:cNvContentPartPr/>
                <p14:nvPr/>
              </p14:nvContentPartPr>
              <p14:xfrm>
                <a:off x="10282838" y="3789863"/>
                <a:ext cx="182160" cy="290160"/>
              </p14:xfrm>
            </p:contentPart>
          </mc:Choice>
          <mc:Fallback>
            <p:pic>
              <p:nvPicPr>
                <p:cNvPr id="162" name="Ink 161">
                  <a:extLst>
                    <a:ext uri="{FF2B5EF4-FFF2-40B4-BE49-F238E27FC236}">
                      <a16:creationId xmlns:a16="http://schemas.microsoft.com/office/drawing/2014/main" id="{07DCFC33-91A5-7435-EB11-B9EE884A50BB}"/>
                    </a:ext>
                  </a:extLst>
                </p:cNvPr>
                <p:cNvPicPr/>
                <p:nvPr/>
              </p:nvPicPr>
              <p:blipFill>
                <a:blip r:embed="rId252"/>
                <a:stretch>
                  <a:fillRect/>
                </a:stretch>
              </p:blipFill>
              <p:spPr>
                <a:xfrm>
                  <a:off x="10273838" y="3781223"/>
                  <a:ext cx="19980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163" name="Ink 162">
                  <a:extLst>
                    <a:ext uri="{FF2B5EF4-FFF2-40B4-BE49-F238E27FC236}">
                      <a16:creationId xmlns:a16="http://schemas.microsoft.com/office/drawing/2014/main" id="{635A411B-D70F-117E-1AC0-4E0FB8EEF83B}"/>
                    </a:ext>
                  </a:extLst>
                </p14:cNvPr>
                <p14:cNvContentPartPr/>
                <p14:nvPr/>
              </p14:nvContentPartPr>
              <p14:xfrm>
                <a:off x="9545198" y="3448583"/>
                <a:ext cx="1116360" cy="821880"/>
              </p14:xfrm>
            </p:contentPart>
          </mc:Choice>
          <mc:Fallback>
            <p:pic>
              <p:nvPicPr>
                <p:cNvPr id="163" name="Ink 162">
                  <a:extLst>
                    <a:ext uri="{FF2B5EF4-FFF2-40B4-BE49-F238E27FC236}">
                      <a16:creationId xmlns:a16="http://schemas.microsoft.com/office/drawing/2014/main" id="{635A411B-D70F-117E-1AC0-4E0FB8EEF83B}"/>
                    </a:ext>
                  </a:extLst>
                </p:cNvPr>
                <p:cNvPicPr/>
                <p:nvPr/>
              </p:nvPicPr>
              <p:blipFill>
                <a:blip r:embed="rId254"/>
                <a:stretch>
                  <a:fillRect/>
                </a:stretch>
              </p:blipFill>
              <p:spPr>
                <a:xfrm>
                  <a:off x="9536558" y="3439943"/>
                  <a:ext cx="1134000" cy="83952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65" name="Ink 164">
                  <a:extLst>
                    <a:ext uri="{FF2B5EF4-FFF2-40B4-BE49-F238E27FC236}">
                      <a16:creationId xmlns:a16="http://schemas.microsoft.com/office/drawing/2014/main" id="{09F532FB-6DC7-0588-0128-536EC8BF5BA4}"/>
                    </a:ext>
                  </a:extLst>
                </p14:cNvPr>
                <p14:cNvContentPartPr/>
                <p14:nvPr/>
              </p14:nvContentPartPr>
              <p14:xfrm>
                <a:off x="10102118" y="4109903"/>
                <a:ext cx="170280" cy="771120"/>
              </p14:xfrm>
            </p:contentPart>
          </mc:Choice>
          <mc:Fallback>
            <p:pic>
              <p:nvPicPr>
                <p:cNvPr id="165" name="Ink 164">
                  <a:extLst>
                    <a:ext uri="{FF2B5EF4-FFF2-40B4-BE49-F238E27FC236}">
                      <a16:creationId xmlns:a16="http://schemas.microsoft.com/office/drawing/2014/main" id="{09F532FB-6DC7-0588-0128-536EC8BF5BA4}"/>
                    </a:ext>
                  </a:extLst>
                </p:cNvPr>
                <p:cNvPicPr/>
                <p:nvPr/>
              </p:nvPicPr>
              <p:blipFill>
                <a:blip r:embed="rId256"/>
                <a:stretch>
                  <a:fillRect/>
                </a:stretch>
              </p:blipFill>
              <p:spPr>
                <a:xfrm>
                  <a:off x="10093478" y="4101263"/>
                  <a:ext cx="187920" cy="78876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66" name="Ink 165">
                  <a:extLst>
                    <a:ext uri="{FF2B5EF4-FFF2-40B4-BE49-F238E27FC236}">
                      <a16:creationId xmlns:a16="http://schemas.microsoft.com/office/drawing/2014/main" id="{EB3F48DD-4AC8-D112-A139-013D441AC11C}"/>
                    </a:ext>
                  </a:extLst>
                </p14:cNvPr>
                <p14:cNvContentPartPr/>
                <p14:nvPr/>
              </p14:nvContentPartPr>
              <p14:xfrm>
                <a:off x="10139558" y="4853663"/>
                <a:ext cx="162720" cy="135000"/>
              </p14:xfrm>
            </p:contentPart>
          </mc:Choice>
          <mc:Fallback>
            <p:pic>
              <p:nvPicPr>
                <p:cNvPr id="166" name="Ink 165">
                  <a:extLst>
                    <a:ext uri="{FF2B5EF4-FFF2-40B4-BE49-F238E27FC236}">
                      <a16:creationId xmlns:a16="http://schemas.microsoft.com/office/drawing/2014/main" id="{EB3F48DD-4AC8-D112-A139-013D441AC11C}"/>
                    </a:ext>
                  </a:extLst>
                </p:cNvPr>
                <p:cNvPicPr/>
                <p:nvPr/>
              </p:nvPicPr>
              <p:blipFill>
                <a:blip r:embed="rId258"/>
                <a:stretch>
                  <a:fillRect/>
                </a:stretch>
              </p:blipFill>
              <p:spPr>
                <a:xfrm>
                  <a:off x="10130558" y="4845023"/>
                  <a:ext cx="18036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67" name="Ink 166">
                  <a:extLst>
                    <a:ext uri="{FF2B5EF4-FFF2-40B4-BE49-F238E27FC236}">
                      <a16:creationId xmlns:a16="http://schemas.microsoft.com/office/drawing/2014/main" id="{E0324D4A-EB4B-0750-3AC4-93D259B32131}"/>
                    </a:ext>
                  </a:extLst>
                </p14:cNvPr>
                <p14:cNvContentPartPr/>
                <p14:nvPr/>
              </p14:nvContentPartPr>
              <p14:xfrm>
                <a:off x="10279238" y="4784903"/>
                <a:ext cx="79920" cy="183240"/>
              </p14:xfrm>
            </p:contentPart>
          </mc:Choice>
          <mc:Fallback>
            <p:pic>
              <p:nvPicPr>
                <p:cNvPr id="167" name="Ink 166">
                  <a:extLst>
                    <a:ext uri="{FF2B5EF4-FFF2-40B4-BE49-F238E27FC236}">
                      <a16:creationId xmlns:a16="http://schemas.microsoft.com/office/drawing/2014/main" id="{E0324D4A-EB4B-0750-3AC4-93D259B32131}"/>
                    </a:ext>
                  </a:extLst>
                </p:cNvPr>
                <p:cNvPicPr/>
                <p:nvPr/>
              </p:nvPicPr>
              <p:blipFill>
                <a:blip r:embed="rId260"/>
                <a:stretch>
                  <a:fillRect/>
                </a:stretch>
              </p:blipFill>
              <p:spPr>
                <a:xfrm>
                  <a:off x="10270238" y="4775903"/>
                  <a:ext cx="9756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69" name="Ink 168">
                  <a:extLst>
                    <a:ext uri="{FF2B5EF4-FFF2-40B4-BE49-F238E27FC236}">
                      <a16:creationId xmlns:a16="http://schemas.microsoft.com/office/drawing/2014/main" id="{4187ED74-A096-C7ED-DF08-953063302A0E}"/>
                    </a:ext>
                  </a:extLst>
                </p14:cNvPr>
                <p14:cNvContentPartPr/>
                <p14:nvPr/>
              </p14:nvContentPartPr>
              <p14:xfrm>
                <a:off x="9756878" y="5135183"/>
                <a:ext cx="270000" cy="457920"/>
              </p14:xfrm>
            </p:contentPart>
          </mc:Choice>
          <mc:Fallback>
            <p:pic>
              <p:nvPicPr>
                <p:cNvPr id="169" name="Ink 168">
                  <a:extLst>
                    <a:ext uri="{FF2B5EF4-FFF2-40B4-BE49-F238E27FC236}">
                      <a16:creationId xmlns:a16="http://schemas.microsoft.com/office/drawing/2014/main" id="{4187ED74-A096-C7ED-DF08-953063302A0E}"/>
                    </a:ext>
                  </a:extLst>
                </p:cNvPr>
                <p:cNvPicPr/>
                <p:nvPr/>
              </p:nvPicPr>
              <p:blipFill>
                <a:blip r:embed="rId262"/>
                <a:stretch>
                  <a:fillRect/>
                </a:stretch>
              </p:blipFill>
              <p:spPr>
                <a:xfrm>
                  <a:off x="9748238" y="5126183"/>
                  <a:ext cx="28764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70" name="Ink 169">
                  <a:extLst>
                    <a:ext uri="{FF2B5EF4-FFF2-40B4-BE49-F238E27FC236}">
                      <a16:creationId xmlns:a16="http://schemas.microsoft.com/office/drawing/2014/main" id="{95BDCB99-C513-78EC-5670-DC7BCBD82A41}"/>
                    </a:ext>
                  </a:extLst>
                </p14:cNvPr>
                <p14:cNvContentPartPr/>
                <p14:nvPr/>
              </p14:nvContentPartPr>
              <p14:xfrm>
                <a:off x="10152158" y="5350103"/>
                <a:ext cx="249480" cy="255600"/>
              </p14:xfrm>
            </p:contentPart>
          </mc:Choice>
          <mc:Fallback>
            <p:pic>
              <p:nvPicPr>
                <p:cNvPr id="170" name="Ink 169">
                  <a:extLst>
                    <a:ext uri="{FF2B5EF4-FFF2-40B4-BE49-F238E27FC236}">
                      <a16:creationId xmlns:a16="http://schemas.microsoft.com/office/drawing/2014/main" id="{95BDCB99-C513-78EC-5670-DC7BCBD82A41}"/>
                    </a:ext>
                  </a:extLst>
                </p:cNvPr>
                <p:cNvPicPr/>
                <p:nvPr/>
              </p:nvPicPr>
              <p:blipFill>
                <a:blip r:embed="rId264"/>
                <a:stretch>
                  <a:fillRect/>
                </a:stretch>
              </p:blipFill>
              <p:spPr>
                <a:xfrm>
                  <a:off x="10143518" y="5341103"/>
                  <a:ext cx="26712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71" name="Ink 170">
                  <a:extLst>
                    <a:ext uri="{FF2B5EF4-FFF2-40B4-BE49-F238E27FC236}">
                      <a16:creationId xmlns:a16="http://schemas.microsoft.com/office/drawing/2014/main" id="{B1CCFFE3-18EC-92E5-D685-B5866D9A59A9}"/>
                    </a:ext>
                  </a:extLst>
                </p14:cNvPr>
                <p14:cNvContentPartPr/>
                <p14:nvPr/>
              </p14:nvContentPartPr>
              <p14:xfrm>
                <a:off x="10465358" y="5166863"/>
                <a:ext cx="141840" cy="382680"/>
              </p14:xfrm>
            </p:contentPart>
          </mc:Choice>
          <mc:Fallback>
            <p:pic>
              <p:nvPicPr>
                <p:cNvPr id="171" name="Ink 170">
                  <a:extLst>
                    <a:ext uri="{FF2B5EF4-FFF2-40B4-BE49-F238E27FC236}">
                      <a16:creationId xmlns:a16="http://schemas.microsoft.com/office/drawing/2014/main" id="{B1CCFFE3-18EC-92E5-D685-B5866D9A59A9}"/>
                    </a:ext>
                  </a:extLst>
                </p:cNvPr>
                <p:cNvPicPr/>
                <p:nvPr/>
              </p:nvPicPr>
              <p:blipFill>
                <a:blip r:embed="rId266"/>
                <a:stretch>
                  <a:fillRect/>
                </a:stretch>
              </p:blipFill>
              <p:spPr>
                <a:xfrm>
                  <a:off x="10456718" y="5157863"/>
                  <a:ext cx="159480" cy="40032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72" name="Ink 171">
                  <a:extLst>
                    <a:ext uri="{FF2B5EF4-FFF2-40B4-BE49-F238E27FC236}">
                      <a16:creationId xmlns:a16="http://schemas.microsoft.com/office/drawing/2014/main" id="{5010EAF3-1126-AC74-3206-461512CE8C84}"/>
                    </a:ext>
                  </a:extLst>
                </p14:cNvPr>
                <p14:cNvContentPartPr/>
                <p14:nvPr/>
              </p14:nvContentPartPr>
              <p14:xfrm>
                <a:off x="10496678" y="5329223"/>
                <a:ext cx="124920" cy="51120"/>
              </p14:xfrm>
            </p:contentPart>
          </mc:Choice>
          <mc:Fallback>
            <p:pic>
              <p:nvPicPr>
                <p:cNvPr id="172" name="Ink 171">
                  <a:extLst>
                    <a:ext uri="{FF2B5EF4-FFF2-40B4-BE49-F238E27FC236}">
                      <a16:creationId xmlns:a16="http://schemas.microsoft.com/office/drawing/2014/main" id="{5010EAF3-1126-AC74-3206-461512CE8C84}"/>
                    </a:ext>
                  </a:extLst>
                </p:cNvPr>
                <p:cNvPicPr/>
                <p:nvPr/>
              </p:nvPicPr>
              <p:blipFill>
                <a:blip r:embed="rId268"/>
                <a:stretch>
                  <a:fillRect/>
                </a:stretch>
              </p:blipFill>
              <p:spPr>
                <a:xfrm>
                  <a:off x="10488038" y="5320583"/>
                  <a:ext cx="14256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174" name="Ink 173">
                  <a:extLst>
                    <a:ext uri="{FF2B5EF4-FFF2-40B4-BE49-F238E27FC236}">
                      <a16:creationId xmlns:a16="http://schemas.microsoft.com/office/drawing/2014/main" id="{4428BA7E-3FB4-916F-AE36-99F060121EE1}"/>
                    </a:ext>
                  </a:extLst>
                </p14:cNvPr>
                <p14:cNvContentPartPr/>
                <p14:nvPr/>
              </p14:nvContentPartPr>
              <p14:xfrm>
                <a:off x="9456998" y="5694983"/>
                <a:ext cx="1641240" cy="255240"/>
              </p14:xfrm>
            </p:contentPart>
          </mc:Choice>
          <mc:Fallback>
            <p:pic>
              <p:nvPicPr>
                <p:cNvPr id="174" name="Ink 173">
                  <a:extLst>
                    <a:ext uri="{FF2B5EF4-FFF2-40B4-BE49-F238E27FC236}">
                      <a16:creationId xmlns:a16="http://schemas.microsoft.com/office/drawing/2014/main" id="{4428BA7E-3FB4-916F-AE36-99F060121EE1}"/>
                    </a:ext>
                  </a:extLst>
                </p:cNvPr>
                <p:cNvPicPr/>
                <p:nvPr/>
              </p:nvPicPr>
              <p:blipFill>
                <a:blip r:embed="rId270"/>
                <a:stretch>
                  <a:fillRect/>
                </a:stretch>
              </p:blipFill>
              <p:spPr>
                <a:xfrm>
                  <a:off x="9448358" y="5685983"/>
                  <a:ext cx="1658880" cy="272880"/>
                </a:xfrm>
                <a:prstGeom prst="rect">
                  <a:avLst/>
                </a:prstGeom>
              </p:spPr>
            </p:pic>
          </mc:Fallback>
        </mc:AlternateContent>
      </p:grpSp>
    </p:spTree>
    <p:extLst>
      <p:ext uri="{BB962C8B-B14F-4D97-AF65-F5344CB8AC3E}">
        <p14:creationId xmlns:p14="http://schemas.microsoft.com/office/powerpoint/2010/main" val="3144729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Serverless Fiori App</a:t>
            </a:r>
          </a:p>
        </p:txBody>
      </p:sp>
      <p:pic>
        <p:nvPicPr>
          <p:cNvPr id="7170" name="Picture 2" descr="Deploy Serverless SAP Fiori Apps from the Kyma Runtime | SAP Blogs">
            <a:extLst>
              <a:ext uri="{FF2B5EF4-FFF2-40B4-BE49-F238E27FC236}">
                <a16:creationId xmlns:a16="http://schemas.microsoft.com/office/drawing/2014/main" id="{5DB90D4E-62D0-7285-B8BD-E5627D869EE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9155" y="1131394"/>
            <a:ext cx="9250189" cy="5406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935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Continuous Integration and Delivery (CI/CD)</a:t>
            </a:r>
          </a:p>
        </p:txBody>
      </p:sp>
      <p:sp>
        <p:nvSpPr>
          <p:cNvPr id="4" name="TextBox 3">
            <a:extLst>
              <a:ext uri="{FF2B5EF4-FFF2-40B4-BE49-F238E27FC236}">
                <a16:creationId xmlns:a16="http://schemas.microsoft.com/office/drawing/2014/main" id="{10127278-5988-7FC2-1C3A-90AA0B5C8EDA}"/>
              </a:ext>
            </a:extLst>
          </p:cNvPr>
          <p:cNvSpPr txBox="1"/>
          <p:nvPr/>
        </p:nvSpPr>
        <p:spPr>
          <a:xfrm>
            <a:off x="96441" y="909376"/>
            <a:ext cx="7941682" cy="4800064"/>
          </a:xfrm>
          <a:prstGeom prst="rect">
            <a:avLst/>
          </a:prstGeom>
          <a:noFill/>
        </p:spPr>
        <p:txBody>
          <a:bodyPr wrap="square">
            <a:spAutoFit/>
          </a:bodyPr>
          <a:lstStyle/>
          <a:p>
            <a:pPr defTabSz="1218621"/>
            <a:r>
              <a:rPr lang="en-US" sz="1799" dirty="0">
                <a:solidFill>
                  <a:prstClr val="white"/>
                </a:solidFill>
                <a:latin typeface="72" panose="020B0503030000000003" pitchFamily="34" charset="0"/>
              </a:rPr>
              <a:t>Configure and run predefined continuous integration and delivery (CI/CD) pipelines that automatically build, test, and deploy your code changes to speed up your development and delivery cycles.</a:t>
            </a:r>
          </a:p>
          <a:p>
            <a:pPr defTabSz="1218621"/>
            <a:endParaRPr lang="en-US" sz="1799" dirty="0">
              <a:solidFill>
                <a:prstClr val="white"/>
              </a:solidFill>
              <a:latin typeface="72" panose="020B0503030000000003" pitchFamily="34" charset="0"/>
            </a:endParaRPr>
          </a:p>
          <a:p>
            <a:pPr defTabSz="1218621"/>
            <a:r>
              <a:rPr lang="en-US" sz="1799" b="1" dirty="0">
                <a:solidFill>
                  <a:prstClr val="white"/>
                </a:solidFill>
                <a:latin typeface="72" panose="020B0503030000000003" pitchFamily="34" charset="0"/>
              </a:rPr>
              <a:t>Continuous integration (CI)</a:t>
            </a:r>
            <a:r>
              <a:rPr lang="en-US" sz="1799" dirty="0">
                <a:solidFill>
                  <a:prstClr val="white"/>
                </a:solidFill>
                <a:latin typeface="72" panose="020B0503030000000003" pitchFamily="34" charset="0"/>
              </a:rPr>
              <a:t> describes a software development process, in which various team members integrate their contributions frequently into a single main line. Before each integration, the changes are verified through builds and automated testing. Thereby, you can detect errors as quickly as possible and prevent integration problems before completing the development.</a:t>
            </a:r>
          </a:p>
          <a:p>
            <a:pPr defTabSz="1218621"/>
            <a:endParaRPr lang="en-US" sz="1799" dirty="0">
              <a:solidFill>
                <a:prstClr val="white"/>
              </a:solidFill>
              <a:latin typeface="72" panose="020B0503030000000003" pitchFamily="34" charset="0"/>
            </a:endParaRPr>
          </a:p>
          <a:p>
            <a:pPr defTabSz="1218621"/>
            <a:r>
              <a:rPr lang="en-US" sz="1799" dirty="0">
                <a:solidFill>
                  <a:prstClr val="white"/>
                </a:solidFill>
                <a:latin typeface="72" panose="020B0503030000000003" pitchFamily="34" charset="0"/>
              </a:rPr>
              <a:t>The </a:t>
            </a:r>
            <a:r>
              <a:rPr lang="en-US" sz="1799" b="1" dirty="0">
                <a:solidFill>
                  <a:prstClr val="white"/>
                </a:solidFill>
                <a:latin typeface="72" panose="020B0503030000000003" pitchFamily="34" charset="0"/>
              </a:rPr>
              <a:t>continuous delivery (CD)</a:t>
            </a:r>
            <a:r>
              <a:rPr lang="en-US" sz="1799" dirty="0">
                <a:solidFill>
                  <a:prstClr val="white"/>
                </a:solidFill>
                <a:latin typeface="72" panose="020B0503030000000003" pitchFamily="34" charset="0"/>
              </a:rPr>
              <a:t> concept expands on the one of continuous integration. It adds the aspect that any change that has successfully passed the tests is immediately ready to be deployed to production, both from a technical and a qualitative point of view.</a:t>
            </a:r>
          </a:p>
          <a:p>
            <a:pPr defTabSz="1218621"/>
            <a:br>
              <a:rPr lang="en-US" sz="1799" dirty="0">
                <a:solidFill>
                  <a:prstClr val="white"/>
                </a:solidFill>
                <a:latin typeface="72" panose="020B0503030000000003" pitchFamily="34" charset="0"/>
              </a:rPr>
            </a:br>
            <a:endParaRPr lang="en-US" sz="1799" dirty="0">
              <a:solidFill>
                <a:prstClr val="white"/>
              </a:solidFill>
              <a:latin typeface="Segoe UI"/>
            </a:endParaRPr>
          </a:p>
        </p:txBody>
      </p:sp>
      <p:pic>
        <p:nvPicPr>
          <p:cNvPr id="1026" name="Picture 2">
            <a:extLst>
              <a:ext uri="{FF2B5EF4-FFF2-40B4-BE49-F238E27FC236}">
                <a16:creationId xmlns:a16="http://schemas.microsoft.com/office/drawing/2014/main" id="{1432B8B0-C4F3-D10A-CAA9-08ECBBAE0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4089" y="1466621"/>
            <a:ext cx="3454892" cy="3924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070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Continuous Integration</a:t>
            </a:r>
          </a:p>
        </p:txBody>
      </p:sp>
      <p:pic>
        <p:nvPicPr>
          <p:cNvPr id="3076" name="Picture 4" descr="What is CI/CD?">
            <a:extLst>
              <a:ext uri="{FF2B5EF4-FFF2-40B4-BE49-F238E27FC236}">
                <a16:creationId xmlns:a16="http://schemas.microsoft.com/office/drawing/2014/main" id="{B6624A5E-659B-6300-D3F6-A8B2C02FC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143" y="1485290"/>
            <a:ext cx="9486881" cy="4540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8164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BTP Cloud Transport Management</a:t>
            </a:r>
          </a:p>
        </p:txBody>
      </p:sp>
      <p:sp>
        <p:nvSpPr>
          <p:cNvPr id="4" name="TextBox 3">
            <a:extLst>
              <a:ext uri="{FF2B5EF4-FFF2-40B4-BE49-F238E27FC236}">
                <a16:creationId xmlns:a16="http://schemas.microsoft.com/office/drawing/2014/main" id="{0FB489AD-CEEC-BC34-2ACB-E705A5DF5CF8}"/>
              </a:ext>
            </a:extLst>
          </p:cNvPr>
          <p:cNvSpPr txBox="1"/>
          <p:nvPr/>
        </p:nvSpPr>
        <p:spPr>
          <a:xfrm>
            <a:off x="160869" y="909378"/>
            <a:ext cx="11734248" cy="2584650"/>
          </a:xfrm>
          <a:prstGeom prst="rect">
            <a:avLst/>
          </a:prstGeom>
          <a:noFill/>
        </p:spPr>
        <p:txBody>
          <a:bodyPr wrap="square">
            <a:spAutoFit/>
          </a:bodyPr>
          <a:lstStyle/>
          <a:p>
            <a:pPr defTabSz="1218621"/>
            <a:r>
              <a:rPr lang="en-US" sz="1799" dirty="0">
                <a:solidFill>
                  <a:prstClr val="white"/>
                </a:solidFill>
                <a:latin typeface="72" panose="020B0503030000000003" pitchFamily="34" charset="0"/>
              </a:rPr>
              <a:t>SAP Cloud Transport Management service lets you manage software deliverables between accounts of different environments (such as Neo and Cloud Foundry), by transporting them across various runtimes. This includes application artifacts as well as their respective application-specific content.</a:t>
            </a:r>
          </a:p>
          <a:p>
            <a:pPr defTabSz="1218621"/>
            <a:endParaRPr lang="en-US" sz="1799" dirty="0">
              <a:solidFill>
                <a:prstClr val="white"/>
              </a:solidFill>
              <a:latin typeface="72" panose="020B0503030000000003" pitchFamily="34" charset="0"/>
            </a:endParaRPr>
          </a:p>
          <a:p>
            <a:pPr defTabSz="1218621"/>
            <a:r>
              <a:rPr lang="en-US" sz="1799" dirty="0">
                <a:solidFill>
                  <a:prstClr val="white"/>
                </a:solidFill>
                <a:latin typeface="72" panose="020B0503030000000003" pitchFamily="34" charset="0"/>
              </a:rPr>
              <a:t>SAP Cloud Transport Management service adds transparency to the audit trail of changes so that you get information about who performed which changes in your production environment, and when they did it. At the same time, the service enables a separation of concerns: For example, a developer of an application or of SAP Cloud content artifacts can trigger the transport of changes in a development subaccount, while the resulting import into the test, and production subaccount is handled by a central operations team.</a:t>
            </a:r>
          </a:p>
        </p:txBody>
      </p:sp>
      <p:pic>
        <p:nvPicPr>
          <p:cNvPr id="2050" name="Picture 2">
            <a:extLst>
              <a:ext uri="{FF2B5EF4-FFF2-40B4-BE49-F238E27FC236}">
                <a16:creationId xmlns:a16="http://schemas.microsoft.com/office/drawing/2014/main" id="{8BE2A52D-ABCC-621B-75E1-4E49BDC93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842" y="3760957"/>
            <a:ext cx="5385393" cy="2756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39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SAP BTP Cloud Transport</a:t>
            </a:r>
          </a:p>
        </p:txBody>
      </p:sp>
      <p:pic>
        <p:nvPicPr>
          <p:cNvPr id="4098" name="Picture 2" descr="Moving Freight into the Future: Cloud-Based TMS Systems">
            <a:extLst>
              <a:ext uri="{FF2B5EF4-FFF2-40B4-BE49-F238E27FC236}">
                <a16:creationId xmlns:a16="http://schemas.microsoft.com/office/drawing/2014/main" id="{C4B91D97-475C-72AE-FC63-629B325B9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8822" y="1125344"/>
            <a:ext cx="5233890" cy="522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492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311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239248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7890</TotalTime>
  <Words>449</Words>
  <Application>Microsoft Office PowerPoint</Application>
  <PresentationFormat>Custom</PresentationFormat>
  <Paragraphs>49</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72</vt:lpstr>
      <vt:lpstr>Amasis MT Pro Black</vt:lpstr>
      <vt:lpstr>Arial</vt:lpstr>
      <vt:lpstr>Arial Black</vt:lpstr>
      <vt:lpstr>Calibri</vt:lpstr>
      <vt:lpstr>Cooper Black</vt:lpstr>
      <vt:lpstr>Segoe UI</vt:lpstr>
      <vt:lpstr>Segoe UI Light</vt:lpstr>
      <vt:lpstr>Office Theme</vt:lpstr>
      <vt:lpstr>SAP BTP Extension Suite Training</vt:lpstr>
      <vt:lpstr>PowerPoint Presentation</vt:lpstr>
      <vt:lpstr>Agenda – Day 15</vt:lpstr>
      <vt:lpstr>PowerPoint Presentation</vt:lpstr>
      <vt:lpstr>Serverless Fiori App</vt:lpstr>
      <vt:lpstr>Continuous Integration and Delivery (CI/CD)</vt:lpstr>
      <vt:lpstr>Hands on: Continuous Integration</vt:lpstr>
      <vt:lpstr>BTP Cloud Transport Management</vt:lpstr>
      <vt:lpstr>Hands on SAP BTP Cloud Transport</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296</cp:revision>
  <dcterms:created xsi:type="dcterms:W3CDTF">2013-09-12T13:05:01Z</dcterms:created>
  <dcterms:modified xsi:type="dcterms:W3CDTF">2025-05-13T05:24:59Z</dcterms:modified>
</cp:coreProperties>
</file>