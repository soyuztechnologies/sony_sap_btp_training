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76" r:id="rId2"/>
    <p:sldId id="4122" r:id="rId3"/>
    <p:sldId id="277" r:id="rId4"/>
    <p:sldId id="4782" r:id="rId5"/>
    <p:sldId id="4783" r:id="rId6"/>
    <p:sldId id="4784" r:id="rId7"/>
    <p:sldId id="4785" r:id="rId8"/>
    <p:sldId id="4786" r:id="rId9"/>
    <p:sldId id="4787" r:id="rId10"/>
    <p:sldId id="4788" r:id="rId11"/>
    <p:sldId id="282" r:id="rId12"/>
    <p:sldId id="280" r:id="rId13"/>
    <p:sldId id="4711" r:id="rId14"/>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240" autoAdjust="0"/>
    <p:restoredTop sz="95033" autoAdjust="0"/>
  </p:normalViewPr>
  <p:slideViewPr>
    <p:cSldViewPr>
      <p:cViewPr varScale="1">
        <p:scale>
          <a:sx n="102" d="100"/>
          <a:sy n="102" d="100"/>
        </p:scale>
        <p:origin x="640" y="288"/>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45.578"/>
    </inkml:context>
    <inkml:brush xml:id="br0">
      <inkml:brushProperty name="width" value="0.05" units="cm"/>
      <inkml:brushProperty name="height" value="0.05" units="cm"/>
      <inkml:brushProperty name="color" value="#FFFFFF"/>
    </inkml:brush>
  </inkml:definitions>
  <inkml:trace contextRef="#ctx0" brushRef="#br0">1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3:55.370"/>
    </inkml:context>
    <inkml:brush xml:id="br0">
      <inkml:brushProperty name="width" value="0.05" units="cm"/>
      <inkml:brushProperty name="height" value="0.05" units="cm"/>
      <inkml:brushProperty name="color" value="#FFFFFF"/>
    </inkml:brush>
  </inkml:definitions>
  <inkml:trace contextRef="#ctx0" brushRef="#br0">6 360 24575,'-5'-23'0,"6"26"0,0 0 0,0 0 0,0 1 0,0-1 0,0 1 0,-1-1 0,0 1 0,0-1 0,0 1 0,-1 6 0,1 1 0,0 13 0,-1-15 0,1 0 0,0 0 0,1-1 0,-1 1 0,4 13 0,-3-20 0,0 0 0,0 0 0,-1 0 0,1 0 0,0 0 0,1 0 0,-1 0 0,0-1 0,1 1 0,-1 0 0,0-1 0,1 1 0,0-1 0,-1 0 0,1 1 0,0-1 0,0 0 0,0 0 0,0 0 0,0 0 0,0 0 0,0-1 0,0 1 0,0-1 0,0 1 0,0-1 0,4 0 0,4 1 0,1-2 0,0 1 0,0-2 0,0 1 0,-1-1 0,1-1 0,-1 0 0,0-1 0,0 1 0,0-2 0,12-6 0,14-11 0,51-39 0,-77 53 0,234-199 0,-133 109 0,-93 83 0,-9 5 0,1 1 0,0 0 0,1 1 0,0 0 0,0 1 0,1 1 0,17-8 0,-29 14 5,0-1 0,1 1 1,-1 0-1,0 0 0,1 0 0,-1 0 0,0-1 0,1 1 0,-1 0 0,0 0 0,1 0 0,-1 0 0,0 0 1,1 0-1,-1 0 0,0 0 0,1 0 0,-1 0 0,0 0 0,1 0 0,-1 0 0,0 0 0,1 1 0,-1-1 1,0 0-1,1 0 0,-1 0 0,0 0 0,0 1 0,1-1 0,-1 0 0,0 0 0,1 1 0,-1-1 1,0 0-1,0 0 0,0 1 0,1-1 0,-1 0 0,0 1 0,0-1 0,0 0 0,0 0 0,0 1 0,0-1 1,1 1-1,-1-1 0,0 0 0,0 1 0,0-1 0,0 0 0,0 1 0,0-1 0,0 0 0,0 1 0,-1-1 1,1 0-1,0 1 0,0-1 0,0 0 0,0 1 0,0-1 0,0 0 0,-1 0 0,1 1 0,0-1 1,-12 22-1713,2-10-5119</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1.622"/>
    </inkml:context>
    <inkml:brush xml:id="br0">
      <inkml:brushProperty name="width" value="0.05" units="cm"/>
      <inkml:brushProperty name="height" value="0.05" units="cm"/>
      <inkml:brushProperty name="color" value="#FFFFFF"/>
    </inkml:brush>
  </inkml:definitions>
  <inkml:trace contextRef="#ctx0" brushRef="#br0">258 74 24575,'4'-3'0,"0"1"0,0 0 0,0 1 0,0-1 0,0 1 0,0-1 0,0 1 0,0 0 0,9 0 0,8 0 0,-21 1 0,0 0 0,0 0 0,0 0 0,0 0 0,0 0 0,0 0 0,0 0 0,-1 0 0,1 1 0,0-1 0,0 0 0,0 0 0,0 0 0,1 0 0,-1 0 0,0 0 0,0 0 0,0 0 0,0 0 0,0 0 0,0 1 0,0-1 0,0 0 0,0 0 0,0 0 0,0 0 0,0 0 0,0 0 0,0 0 0,0 0 0,-21 7 0,-1 1 0,1 0 0,1 2 0,-1 0 0,2 2 0,0 0 0,0 1 0,1 1 0,-30 29 0,38-32 0,0 1 0,0 0 0,1 0 0,1 1 0,0 0 0,1 1 0,1-1 0,0 1 0,0 1 0,1-1 0,1 1 0,1 0 0,0 0 0,1 0 0,-1 24 0,4-22 0,-1 0 0,2 1 0,1-1 0,0 0 0,1-1 0,0 1 0,2-1 0,0 0 0,0 0 0,2 0 0,0-1 0,1 0 0,0-1 0,1 0 0,1 0 0,0-1 0,1-1 0,0 1 0,1-2 0,0 0 0,1-1 0,0 0 0,1-1 0,0 0 0,0-2 0,1 1 0,0-2 0,0 0 0,0-1 0,1-1 0,24 3 0,-13-4 0,0-1 0,0-2 0,0-1 0,0-1 0,0-1 0,0-1 0,-1-2 0,0-1 0,0-1 0,0-1 0,-1-2 0,25-13 0,-32 14 0,-1 0 0,-1-1 0,0-1 0,0-1 0,-2 0 0,1-1 0,-2-1 0,0 0 0,0-1 0,-2-1 0,0 0 0,0 0 0,-2-1 0,-1-1 0,0 0 0,12-36 0,-16 35 0,-1-1 0,-1 1 0,-1 0 0,-1-1 0,0 0 0,-1 1 0,-2-1 0,0 1 0,-1-1 0,-1 1 0,-8-23 0,9 32 0,-2-1 0,1 1 0,-2 0 0,1 0 0,-2 0 0,1 1 0,-1 0 0,-1 0 0,0 1 0,0 0 0,-1 0 0,0 1 0,0 0 0,-1 1 0,0 0 0,0 0 0,-1 1 0,0 0 0,-22-7 0,16 8 43,-1 1 0,1 0-1,-1 1 1,0 1 0,0 1-1,-1 1 1,-33 3 0,14 3-612,0 2 0,-60 19 0,63-15-6257</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2.280"/>
    </inkml:context>
    <inkml:brush xml:id="br0">
      <inkml:brushProperty name="width" value="0.05" units="cm"/>
      <inkml:brushProperty name="height" value="0.05" units="cm"/>
      <inkml:brushProperty name="color" value="#FFFFFF"/>
    </inkml:brush>
  </inkml:definitions>
  <inkml:trace contextRef="#ctx0" brushRef="#br0">207 46 24575,'0'-4'0,"0"1"0,0 0 0,0 0 0,-1-1 0,1 1 0,-3-6 0,3 8 0,0 1 0,0 0 0,0 0 0,-1-1 0,1 1 0,0 0 0,0 0 0,0 0 0,0-1 0,-1 1 0,1 0 0,0 0 0,0 0 0,0-1 0,-1 1 0,1 0 0,0 0 0,0 0 0,-1 0 0,1 0 0,0 0 0,0-1 0,-1 1 0,1 0 0,0 0 0,0 0 0,-1 0 0,1 0 0,0 0 0,-1 0 0,1 0 0,-13 12 0,-5 17 0,2 0 0,1 1 0,-18 49 0,18-40 0,-8 20 0,3 0 0,-20 102 0,39-157 0,0 0 0,1 1 0,-1-1 0,1 1 0,0-1 0,0 1 0,1-1 0,-1 1 0,2 5 0,-1-9 0,0 1 0,-1 0 0,1-1 0,0 1 0,0-1 0,0 1 0,0-1 0,1 0 0,-1 1 0,0-1 0,0 0 0,1 0 0,-1 0 0,1 0 0,-1 0 0,1 0 0,-1 0 0,1 0 0,0-1 0,-1 1 0,1-1 0,0 1 0,-1-1 0,1 0 0,3 1 0,16-1 0,-1 0 0,1-1 0,-1-1 0,31-7 0,0 0 0,200-5 0,-142 12 0,-101 2 0,0 0 0,0-1 0,0 0 0,0-1 0,0 0 0,0 0 0,0-1 0,-1 1 0,1-2 0,9-5 0,-13 7 0,0-1 0,-1 0 0,1-1 0,-1 1 0,0-1 0,1 0 0,-2 1 0,1-1 0,0 0 0,-1-1 0,0 1 0,0 0 0,0-1 0,0 1 0,-1-1 0,0 0 0,0 1 0,1-9 0,-1-4 0,-1-1 0,0 1 0,-1-1 0,-1 1 0,-1 0 0,0 0 0,-1 0 0,-1 0 0,-12-27 0,1 10 0,-1 0 0,-1 1 0,-33-43 0,47 71-114,0-1 1,-1 1-1,0-1 0,1 2 0,-2-1 1,1 0-1,-1 1 0,1 0 0,-1 0 1,0 1-1,-10-5 0,7 4-6712</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2.871"/>
    </inkml:context>
    <inkml:brush xml:id="br0">
      <inkml:brushProperty name="width" value="0.05" units="cm"/>
      <inkml:brushProperty name="height" value="0.05" units="cm"/>
      <inkml:brushProperty name="color" value="#FFFFFF"/>
    </inkml:brush>
  </inkml:definitions>
  <inkml:trace contextRef="#ctx0" brushRef="#br0">281 32 24575,'-2'0'0,"0"-1"0,0 0 0,0 0 0,0 1 0,0-2 0,0 1 0,1 0 0,-1 0 0,1 0 0,-3-3 0,-11-6 0,11 8 0,0 0 0,0 1 0,0 0 0,0 0 0,0 0 0,0 1 0,0-1 0,-1 1 0,1 0 0,0 0 0,0 1 0,0-1 0,0 1 0,-7 1 0,5 1 0,0-1 0,0 1 0,1 0 0,-1 0 0,1 0 0,-1 1 0,1 0 0,-8 8 0,2 0 0,0 2 0,1-1 0,0 1 0,1 0 0,0 1 0,-9 23 0,10-18 0,1 0 0,1 0 0,0 1 0,2 0 0,0 0 0,2 1 0,0-1 0,1 1 0,1-1 0,1 1 0,7 33 0,-6-42 0,2 0 0,0-1 0,0 1 0,1-1 0,1 0 0,0 0 0,0 0 0,14 17 0,-13-21 0,0 0 0,1 0 0,0-1 0,0 0 0,1 0 0,0-1 0,0 0 0,0-1 0,1 0 0,-1 0 0,18 5 0,-7-5 0,0-1 0,1 0 0,0-1 0,0-1 0,-1-1 0,1-1 0,0-1 0,0-1 0,0-1 0,-1-1 0,1 0 0,-1-2 0,0 0 0,0-1 0,-1-1 0,0-1 0,23-14 0,-26 13 0,-1-1 0,0 0 0,0-1 0,-1-1 0,-1 0 0,0-1 0,0 0 0,15-25 0,-20 26 0,-1 0 0,0-1 0,-1 0 0,-1 0 0,0 0 0,-1 0 0,0-1 0,-1 0 0,-1 0 0,0 0 0,-1-21 0,-2 25 16,0-1-1,0 0 1,-1 1-1,-1 0 1,0-1-1,-1 1 1,0 0-1,0 1 1,-1-1-1,-1 1 1,0 0-1,0 0 1,-1 1-1,0-1 1,-1 2-1,1-1 1,-2 1 0,1 0-1,-1 1 1,-1 0-1,-11-7 1,10 7-102,0 1 1,0 1 0,-1 0-1,1 0 1,-1 2 0,0-1-1,0 1 1,0 1 0,0 0-1,-1 1 1,1 0 0,-1 1-1,1 0 1,0 1 0,-1 0-1,1 1 1,0 1 0,0 0-1,-21 8 1,8 1-6741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3.495"/>
    </inkml:context>
    <inkml:brush xml:id="br0">
      <inkml:brushProperty name="width" value="0.05" units="cm"/>
      <inkml:brushProperty name="height" value="0.05" units="cm"/>
      <inkml:brushProperty name="color" value="#FFFFFF"/>
    </inkml:brush>
  </inkml:definitions>
  <inkml:trace contextRef="#ctx0" brushRef="#br0">223 59 24575,'9'-41'0,"-5"24"0,-9 27 0,-153 400 0,141-367 0,1 1 0,3 0 0,-12 73 0,24-112 0,0 0 0,1 0 0,0 0 0,0 0 0,1 0 0,-1 0 0,1 0 0,0 0 0,0-1 0,1 1 0,-1 0 0,5 6 0,-5-8 0,1 0 0,0-1 0,0 1 0,0-1 0,0 1 0,1-1 0,-1 0 0,1 0 0,-1 0 0,1-1 0,0 1 0,0 0 0,0-1 0,0 0 0,0 0 0,0 0 0,0 0 0,0 0 0,0 0 0,5-1 0,10 2 0,0-2 0,0 0 0,0-1 0,23-5 0,72-19 0,-52 11 0,-50 11 0,230-42 0,-240 45 0,0 0 0,0 0 0,0 0 0,0 0 0,0 0 0,0 0 0,0 0 0,0-1 0,0 1 0,0 0 0,0-1 0,0 1 0,0-1 0,0 1 0,-1-1 0,1 1 0,0-1 0,0 0 0,0 1 0,-1-1 0,1 0 0,0 0 0,-1 1 0,1-1 0,-1 0 0,1 0 0,-1 0 0,1 0 0,-1 0 0,1 0 0,-1 0 0,0 0 0,0 0 0,1 0 0,-1 0 0,0-1 0,-1-4 0,0 1 0,0 0 0,0 0 0,-1 1 0,0-1 0,-3-6 0,-2-9 0,-5-27 0,2-1 0,2 0 0,-2-67 0,-3-19 0,11 117 28,-3-22-492,-2-1-1,-18-60 1,21 90-6362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4.135"/>
    </inkml:context>
    <inkml:brush xml:id="br0">
      <inkml:brushProperty name="width" value="0.05" units="cm"/>
      <inkml:brushProperty name="height" value="0.05" units="cm"/>
      <inkml:brushProperty name="color" value="#FFFFFF"/>
    </inkml:brush>
  </inkml:definitions>
  <inkml:trace contextRef="#ctx0" brushRef="#br0">427 1 24575,'-17'1'0,"0"0"0,0 2 0,0 0 0,0 1 0,1 1 0,0 0 0,0 1 0,0 1 0,1 0 0,0 1 0,-20 14 0,17-9 0,0 1 0,1 0 0,0 1 0,2 1 0,0 0 0,0 1 0,2 1 0,-15 24 0,19-26 0,1 1 0,1 0 0,0 0 0,1 0 0,1 1 0,1 0 0,0 0 0,1 0 0,1 0 0,1 28 0,1-36 0,1 0 0,0 0 0,1 0 0,0 0 0,0 0 0,1 0 0,0 0 0,1 0 0,0-1 0,1 0 0,0 0 0,0 0 0,1-1 0,0 1 0,0-1 0,1-1 0,0 1 0,1-1 0,-1 0 0,12 6 0,-3-3 0,1-1 0,1-1 0,-1 0 0,1-1 0,0-1 0,1-1 0,0-1 0,0 0 0,0-2 0,0 0 0,0-1 0,24-2 0,-18 0 0,0-2 0,1 0 0,-2-2 0,1-1 0,0-1 0,-1-1 0,-1-1 0,42-22 0,-50 22 0,0-1 0,0-1 0,-1 0 0,0-1 0,-1 0 0,0-1 0,-1-1 0,-1 0 0,0 0 0,-1-1 0,-1 0 0,0-1 0,10-25 0,-13 25 0,-1 1 0,-1-1 0,-1 0 0,0 0 0,0 0 0,-2-1 0,0 1 0,-1 0 0,-1-1 0,0 1 0,-1 0 0,-1 0 0,-1 0 0,0 0 0,-7-16 0,7 22 29,-1 0-1,0 0 1,0 1-1,-1 0 0,-1 0 1,1 1-1,-1-1 1,-1 2-1,1-1 1,-1 1-1,-13-10 1,17 15-88,0-1 0,0 1 0,0-1 0,0 1 0,-1 0 0,1 1 1,0-1-1,-1 1 0,1 0 0,-1 0 0,1 0 0,-1 0 1,0 1-1,1 0 0,-1 0 0,0 0 0,1 1 0,-1-1 0,0 1 1,1 0-1,-1 1 0,1-1 0,0 1 0,-1 0 0,1 0 0,0 0 1,0 0-1,-5 5 0,-10 9-6767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4.743"/>
    </inkml:context>
    <inkml:brush xml:id="br0">
      <inkml:brushProperty name="width" value="0.05" units="cm"/>
      <inkml:brushProperty name="height" value="0.05" units="cm"/>
      <inkml:brushProperty name="color" value="#FFFFFF"/>
    </inkml:brush>
  </inkml:definitions>
  <inkml:trace contextRef="#ctx0" brushRef="#br0">174 11 24575,'0'-1'0,"0"1"0,0 0 0,0 0 0,0-1 0,0 1 0,0 0 0,1-1 0,-1 1 0,0 0 0,0 0 0,0-1 0,0 1 0,0 0 0,0-1 0,0 1 0,0 0 0,0-1 0,-1 1 0,1 0 0,0 0 0,0-1 0,0 1 0,0 0 0,0 0 0,0-1 0,0 1 0,-1 0 0,1 0 0,0-1 0,0 1 0,0 0 0,-1 0 0,1 0 0,0-1 0,0 1 0,-1 0 0,1 0 0,0 0 0,0 0 0,-1 0 0,1-1 0,0 1 0,-1 0 0,1 0 0,0 0 0,0 0 0,-1 0 0,-13 13 0,-10 27 0,-2 17 0,1 1 0,4 1 0,2 1 0,-14 75 0,31-124 0,0-1 0,1 1 0,0 0 0,1-1 0,2 20 0,-2-27 0,1 0 0,0 0 0,-1 0 0,1 0 0,0 0 0,1 0 0,-1-1 0,0 1 0,1 0 0,-1-1 0,1 1 0,0-1 0,0 0 0,0 1 0,0-1 0,0 0 0,1 0 0,-1-1 0,0 1 0,1 0 0,0-1 0,-1 1 0,1-1 0,0 0 0,4 1 0,5 1 0,0-1 0,1 0 0,-1-1 0,1-1 0,-1 0 0,1 0 0,-1-1 0,1-1 0,21-5 0,10-6 0,53-22 0,-92 32 0,62-23 0,131-56 0,-195 81 0,2-2 0,0 1 0,0-1 0,0 0 0,-1 0 0,9-6 0,-13 8 0,1 0 0,0 1 0,-1-1 0,1 0 0,-1 0 0,1 0 0,-1 1 0,1-1 0,-1 0 0,0 0 0,1 0 0,-1 0 0,0 0 0,0 0 0,0 0 0,0 0 0,0 0 0,0 0 0,0 0 0,0 0 0,0 0 0,0 0 0,0 0 0,-1 1 0,1-1 0,0 0 0,-1 0 0,1 0 0,0 0 0,-1 0 0,1 0 0,-1 1 0,0-1 0,1 0 0,-1 0 0,0 1 0,1-1 0,-1 0 0,-1 0 0,-19-19 0,13 13 0,-1-1 0,1 0 0,0 0 0,1-1 0,0 0 0,1 0 0,-1 0 0,2-1 0,-10-20 0,-32-101 0,47 130-65,-1-1 0,1 1 0,0 0 0,-1-1 0,1 1 0,0 0 0,0-1 0,0 1 0,0-1 0,0 1 0,0 0 0,0-1 0,0 1 0,1 0 0,-1-1 0,1 1 0,-1 0 0,1-1 0,-1 1 0,2-2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5.869"/>
    </inkml:context>
    <inkml:brush xml:id="br0">
      <inkml:brushProperty name="width" value="0.05" units="cm"/>
      <inkml:brushProperty name="height" value="0.05" units="cm"/>
      <inkml:brushProperty name="color" value="#FFFFFF"/>
    </inkml:brush>
  </inkml:definitions>
  <inkml:trace contextRef="#ctx0" brushRef="#br0">1 58 24575,'17'-21'0,"-15"17"0,0 1 0,1 0 0,-1 0 0,0 0 0,1 0 0,0 0 0,0 1 0,0-1 0,0 1 0,0 0 0,7-4 0,-10 6 0,1 0 0,-1 1 0,1-1 0,-1 0 0,1 0 0,-1 0 0,0 0 0,1 0 0,-1 0 0,1 1 0,-1-1 0,1 0 0,-1 0 0,1 1 0,-1-1 0,0 0 0,1 1 0,-1-1 0,0 0 0,1 1 0,-1-1 0,0 0 0,1 1 0,-1-1 0,0 1 0,0-1 0,0 1 0,1-1 0,-1 0 0,0 2 0,5 17 0,-4-16 0,11 64 0,-4 1 0,0 95 0,-7-132 0,-5 734 0,-20-540 0,24-223 0,-1 1 0,1-1 0,0 1 0,0-1 0,1 1 0,-1-1 0,0 1 0,1-1 0,-1 1 0,1-1 0,0 1 0,0-1 0,0 0 0,0 0 0,0 1 0,1-1 0,-1 0 0,0 0 0,1 0 0,2 2 0,-1-2 0,1 0 0,-1 0 0,1 0 0,0 0 0,0-1 0,-1 0 0,1 0 0,0 0 0,0 0 0,0 0 0,0-1 0,5 0 0,85 3 0,96-11 0,-47 1 0,852-2-1418,220-8-653,-958-3 874,-170 8-2308</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7.256"/>
    </inkml:context>
    <inkml:brush xml:id="br0">
      <inkml:brushProperty name="width" value="0.05" units="cm"/>
      <inkml:brushProperty name="height" value="0.05" units="cm"/>
      <inkml:brushProperty name="color" value="#FFFFFF"/>
    </inkml:brush>
  </inkml:definitions>
  <inkml:trace contextRef="#ctx0" brushRef="#br0">1 292 24575,'5'-1'0,"0"0"0,0 0 0,0 0 0,0 0 0,6-3 0,15-4 0,46-4 0,116-4 0,-107 12 0,546-33-196,233-17-390,-3-32 206,-736 70 264,205-29 266,-318 43-47,-3 1-9,0 1 1,0-1-1,0 0 0,0 1 1,0 0-1,5 1 0,-9-1-83,0 0 0,0 1-1,0-1 1,0 0 0,0 1 0,0-1-1,0 1 1,0 0 0,0-1 0,0 1-1,0-1 1,0 1 0,-1 0 0,1 0-1,0-1 1,-1 1 0,1 0-1,0 0 1,-1 0 0,1 0 0,-1 0-1,1 0 1,-1 0 0,0 0 0,1 0-1,-1 0 1,0 0 0,0 0 0,0 0-1,0 0 1,0 0 0,0 0 0,0 2-1,-3 84-10,0-52 0,3 50 0,36 504 0,-11-146 0,15-70 0,-28-273 0,-8-61 0,-1 54 0,-3-96 0,-1 0 0,1 1 0,-1-1 0,0 1 0,0 0 0,0-1 0,0 1 0,0 0 0,0-1 0,0 1 0,-1 0 0,1 0 0,-1 0 0,0 0 0,1 0 0,-1 1 0,0-1 0,0 0 0,0 1 0,0-1 0,-1 1 0,1 0 0,0 0 0,-1 0 0,1 0 0,-3-1 0,-10-3 0,-1 0 0,-30-6 0,-19 3 0,-1 2 0,-124 6 0,79 2 0,35-2-1365,61 0-5461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7.975"/>
    </inkml:context>
    <inkml:brush xml:id="br0">
      <inkml:brushProperty name="width" value="0.05" units="cm"/>
      <inkml:brushProperty name="height" value="0.05" units="cm"/>
      <inkml:brushProperty name="color" value="#FFFFFF"/>
    </inkml:brush>
  </inkml:definitions>
  <inkml:trace contextRef="#ctx0" brushRef="#br0">150 23 24575,'0'-1'0,"1"-1"0,-1 1 0,0-1 0,0 1 0,0-1 0,-1 1 0,1-1 0,0 1 0,-1-1 0,1 1 0,0-1 0,-1 1 0,-1-3 0,2 4 0,-1 0 0,1 0 0,-1 0 0,1 0 0,0 0 0,-1 0 0,1 0 0,-1 1 0,1-1 0,0 0 0,-1 0 0,1 0 0,0 0 0,-1 1 0,1-1 0,0 0 0,-1 0 0,1 1 0,0-1 0,-1 0 0,1 1 0,0-1 0,0 0 0,-1 1 0,1-1 0,0 0 0,0 1 0,0-1 0,0 0 0,-1 1 0,-20 46 0,19-43 0,-27 75 0,4 0 0,-20 100 0,40-153 0,1 1 0,2 0 0,0 0 0,2 0 0,1 0 0,4 32 0,-3-47 0,1-1 0,0 0 0,1 0 0,-1 0 0,2-1 0,0 1 0,9 14 0,-10-19 0,1 0 0,-1-1 0,1 1 0,1-1 0,-1 0 0,1 0 0,-1-1 0,1 0 0,1 0 0,-1 0 0,0-1 0,13 5 0,-12-5 0,0-1 0,0 0 0,0-1 0,0 0 0,0 0 0,0 0 0,1-1 0,-1 0 0,0 0 0,0-1 0,0 0 0,0 0 0,0-1 0,0 0 0,0 0 0,0 0 0,0-1 0,-1 0 0,1 0 0,-1-1 0,0 0 0,0 0 0,0-1 0,-1 1 0,8-9 0,-4 3 0,0 0 0,-1-1 0,0-1 0,-1 1 0,0-1 0,-1 0 0,-1-1 0,1 1 0,-2-1 0,0 0 0,0 0 0,2-22 0,-3 2 0,-2 0 0,-2-41 0,0 218 0,17 5 0,-12-129 0,1-1 0,0 0 0,1 0 0,1 0 0,15 27 0,-3-19-1365,1-8-5461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8.147"/>
    </inkml:context>
    <inkml:brush xml:id="br0">
      <inkml:brushProperty name="width" value="0.05" units="cm"/>
      <inkml:brushProperty name="height" value="0.05" units="cm"/>
      <inkml:brushProperty name="color" value="#FFFFFF"/>
    </inkml:brush>
  </inkml:definitions>
  <inkml:trace contextRef="#ctx0" brushRef="#br0">1 31 24575,'0'-3'0,"0"-4"0,0-3 0,0 2 0,0 6 0,0 9 0,0 6 0,0 7 0,3 3 0,1 4 0,0 0 0,2 1 0,0-1 0,-1-2 0,-1-6-8191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8.304"/>
    </inkml:context>
    <inkml:brush xml:id="br0">
      <inkml:brushProperty name="width" value="0.05" units="cm"/>
      <inkml:brushProperty name="height" value="0.05" units="cm"/>
      <inkml:brushProperty name="color" value="#FFFFFF"/>
    </inkml:brush>
  </inkml:definitions>
  <inkml:trace contextRef="#ctx0" brushRef="#br0">12 114 24575,'0'-9'0,"0"-8"0,0-5 0,-3-2 0,-1 1 0,0 4-8191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8.524"/>
    </inkml:context>
    <inkml:brush xml:id="br0">
      <inkml:brushProperty name="width" value="0.05" units="cm"/>
      <inkml:brushProperty name="height" value="0.05" units="cm"/>
      <inkml:brushProperty name="color" value="#FFFFFF"/>
    </inkml:brush>
  </inkml:definitions>
  <inkml:trace contextRef="#ctx0" brushRef="#br0">0 1 24575,'0'3'0,"0"4"0,3 6 0,1 8 0,0 9 0,-1 7 0,2 10 0,0 6 0,0 6 0,-2 4 0,-1 1 0,-1-2 0,0-3 0,-4-5 0,-1-6 0,0-11-8191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8.678"/>
    </inkml:context>
    <inkml:brush xml:id="br0">
      <inkml:brushProperty name="width" value="0.05" units="cm"/>
      <inkml:brushProperty name="height" value="0.05" units="cm"/>
      <inkml:brushProperty name="color" value="#FFFFFF"/>
    </inkml:brush>
  </inkml:definitions>
  <inkml:trace contextRef="#ctx0" brushRef="#br0">15 180 24575,'-3'-3'0,"0"-7"0,-1-4 0,1-4 0,1 0 0,4-2 0,4 4 0,4 1 0,4 3 0,5 1 0,2 2 0,4 0 0,3 1 0,3-1 0,-4 2-8191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9.288"/>
    </inkml:context>
    <inkml:brush xml:id="br0">
      <inkml:brushProperty name="width" value="0.05" units="cm"/>
      <inkml:brushProperty name="height" value="0.05" units="cm"/>
      <inkml:brushProperty name="color" value="#FFFFFF"/>
    </inkml:brush>
  </inkml:definitions>
  <inkml:trace contextRef="#ctx0" brushRef="#br0">33 11 24575,'-4'-3'0,"-6"-5"0,10 9 0,-1 0 0,1 0 0,-1 0 0,1-1 0,0 1 0,0 0 0,-1 0 0,1 0 0,0 0 0,0 0 0,0 0 0,0 0 0,0 0 0,0 0 0,0-1 0,0 1 0,1 1 0,14 158 0,0-29 0,-13-97 0,1 8 0,-1 0 0,-8 81 0,5-119 0,1 0 0,-1 0 0,-1-1 0,1 1 0,0 0 0,-1-1 0,1 1 0,-1-1 0,-3 4 0,5-7 0,0 1 0,-1-1 0,1 0 0,0 1 0,-1-1 0,1 0 0,0 1 0,-1-1 0,1 0 0,0 0 0,-1 1 0,1-1 0,-1 0 0,1 0 0,-1 0 0,1 0 0,-1 1 0,1-1 0,0 0 0,-1 0 0,1 0 0,-1 0 0,1 0 0,-1 0 0,1 0 0,-1 0 0,1 0 0,-1-1 0,0 0 0,-1 1 0,1-1 0,0 0 0,0 0 0,0 0 0,0-1 0,0 1 0,1 0 0,-1 0 0,0 0 0,1-1 0,-1 1 0,0 0 0,0-3 0,0-1 0,-1 0 0,1 0 0,1-1 0,-1 1 0,1 0 0,0 0 0,0-1 0,0 1 0,1 0 0,-1 0 0,1 0 0,1 0 0,-1 0 0,1 0 0,0 0 0,0 0 0,0 0 0,1 1 0,5-9 0,-1 4 0,0-1 0,0 2 0,1-1 0,0 1 0,1 0 0,-1 1 0,2 0 0,9-6 0,2 2 0,31-12 0,-34 16 0,1-2 0,23-13 0,-38 19 0,0 0 0,0 0 0,0 0 0,-1-1 0,1 1 0,-1-1 0,0 0 0,0 0 0,0 0 0,-1-1 0,1 1 0,-1 0 0,0-1 0,0 0 0,-1 1 0,1-1 0,-1 0 0,0 0 0,0-8 0,0-7 0,-2 1 0,0 0 0,-7-36 0,-1-10 0,9 42 0,2 17 0,2 16 0,1 19 0,-1 0 0,-2 0 0,-1 34 0,2 17 0,12 215 0,-13-276-1365,2-7-5461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7:59.597"/>
    </inkml:context>
    <inkml:brush xml:id="br0">
      <inkml:brushProperty name="width" value="0.05" units="cm"/>
      <inkml:brushProperty name="height" value="0.05" units="cm"/>
      <inkml:brushProperty name="color" value="#FFFFFF"/>
    </inkml:brush>
  </inkml:definitions>
  <inkml:trace contextRef="#ctx0" brushRef="#br0">0 231 24575,'4'-12'0,"0"0"0,-2 0 0,1-1 0,-1 1 0,-1-1 0,-1 0 0,0-13 0,1 0 0,0 6 0,-1 37 0,-1 2 0,7 154 0,-3-148 0,0-1 0,2 0 0,1-1 0,1 1 0,10 24 0,-16-45 0,1 0 0,-1 0 0,1 0 0,0 0 0,0 0 0,0-1 0,0 1 0,0-1 0,0 1 0,1-1 0,-1 0 0,1 0 0,0 0 0,4 2 0,-6-3 0,1-1 0,-1 1 0,1-1 0,-1 1 0,1-1 0,0 0 0,-1 0 0,1 0 0,0 0 0,-1 0 0,1 0 0,-1-1 0,1 1 0,0 0 0,-1-1 0,1 0 0,-1 1 0,1-1 0,-1 0 0,1 1 0,-1-1 0,0 0 0,1 0 0,-1 0 0,0 0 0,0 0 0,0-1 0,0 1 0,0 0 0,2-3 0,6-10 0,0 0 0,-1-1 0,0 0 0,-1 0 0,-1-1 0,0 0 0,-1 0 0,-1 0 0,3-21 0,0-17 0,-1-81 0,-5 123 52,-1-4-524,0 0-1,-4-31 1,-1 29-6354</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0.254"/>
    </inkml:context>
    <inkml:brush xml:id="br0">
      <inkml:brushProperty name="width" value="0.05" units="cm"/>
      <inkml:brushProperty name="height" value="0.05" units="cm"/>
      <inkml:brushProperty name="color" value="#FFFFFF"/>
    </inkml:brush>
  </inkml:definitions>
  <inkml:trace contextRef="#ctx0" brushRef="#br0">147 255 24575,'0'1'0,"-1"-1"0,1 0 0,-1 0 0,0 1 0,1-1 0,-1 0 0,1 1 0,-1-1 0,0 0 0,1 1 0,-1-1 0,1 1 0,0-1 0,-1 1 0,1-1 0,-1 1 0,1-1 0,0 1 0,-1 0 0,1-1 0,0 1 0,0-1 0,-1 1 0,1 0 0,0-1 0,0 1 0,0 1 0,-3 22 0,2-20 0,0 266 0,16-136 0,-13-263 0,-3 59 0,0-31 0,4-1 0,16-107 0,-18 207 0,0-9 0,2 0 0,-1 0 0,9-20 0,-10 29 0,0 0 0,0 0 0,0 1 0,0-1 0,0 0 0,0 1 0,0-1 0,1 1 0,-1 0 0,1-1 0,-1 1 0,4-2 0,-4 2 0,0 1 0,0-1 0,1 1 0,-1 0 0,0 0 0,0 0 0,0 0 0,1 0 0,-1 0 0,0 0 0,0 0 0,0 0 0,1 0 0,-1 0 0,0 1 0,0-1 0,0 1 0,0-1 0,0 1 0,1-1 0,-1 1 0,0 0 0,1 0 0,3 4 0,1 0 0,-1 0 0,0 0 0,0 0 0,0 1 0,-1 0 0,0 0 0,0 0 0,4 9 0,1 5 0,12 38 0,-15-39 0,-1 0 0,-1 0 0,-1 0 0,-1 0 0,0 22 0,-2-30 0,0-1 0,-1 0 0,-1 0 0,0 0 0,0 0 0,-1 0 0,0 0 0,0 0 0,-1-1 0,-1 0 0,-7 13 0,6-10 0,7-5 0,23-7 0,-17 0 0,1 0 0,0 0 0,-1 0 0,1 1 0,-1 0 0,1 0 0,-1 1 0,1 0 0,-1 1 0,0-1 0,0 1 0,0 1 0,0-1 0,-1 1 0,1 0 0,6 6 0,-9-6 0,1 1 0,-1-1 0,0 1 0,-1 0 0,1 0 0,-1 0 0,0 0 0,0 1 0,0-1 0,-1 1 0,0 0 0,0 0 0,0 0 0,-1 0 0,0 0 0,0 0 0,-1 0 0,1 0 0,-1 0 0,-2 11 0,1-10 0,0 0 0,0 0 0,-1 0 0,0 0 0,0 0 0,-1-1 0,0 1 0,0-1 0,-1 0 0,0 0 0,0 0 0,-6 8 0,3-7 0,0 0 0,-1-1 0,1 0 0,-1 0 0,0-1 0,-1 0 0,1 0 0,-13 5 0,5-5 0,-1 1 0,1-2 0,-1 0 0,0-1 0,0-1 0,0 0 0,0-1 0,-1-1 0,-33-5 0,37 3-151,0-1-1,0-1 0,0 0 0,0-1 1,1 0-1,0-1 0,0-1 1,-14-9-1,-4-7-6674</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1.593"/>
    </inkml:context>
    <inkml:brush xml:id="br0">
      <inkml:brushProperty name="width" value="0.05" units="cm"/>
      <inkml:brushProperty name="height" value="0.05" units="cm"/>
      <inkml:brushProperty name="color" value="#FFFFFF"/>
    </inkml:brush>
  </inkml:definitions>
  <inkml:trace contextRef="#ctx0" brushRef="#br0">363 35 24575,'-1'-2'0,"1"1"0,-1 0 0,1 0 0,-1 0 0,0 0 0,1 0 0,-1 0 0,0 0 0,0 0 0,1 1 0,-1-1 0,0 0 0,0 0 0,0 1 0,0-1 0,0 0 0,0 1 0,-2-1 0,-20-10 0,18 9 0,0 1 0,0 0 0,-1 0 0,1 0 0,0 1 0,-1 0 0,1 0 0,-1 0 0,1 1 0,0-1 0,0 1 0,-1 0 0,-6 3 0,3 0 0,1 0 0,0 0 0,-1 1 0,2-1 0,-1 2 0,0-1 0,-7 9 0,-2 3 0,0 2 0,2 0 0,0 1 0,-24 41 0,26-37 0,1 0 0,1 0 0,-9 31 0,17-48 0,1 1 0,0-1 0,1 0 0,0 0 0,0 1 0,0-1 0,1 1 0,0-1 0,1 1 0,-1-1 0,1 0 0,1 1 0,-1-1 0,1 0 0,1 0 0,3 10 0,-2-12 0,1 1 0,-1-1 0,1 0 0,0 0 0,0 0 0,0-1 0,1 0 0,-1 0 0,1 0 0,0-1 0,0 1 0,0-2 0,1 1 0,-1-1 0,1 1 0,0-2 0,-1 1 0,1-1 0,12 1 0,-2-1 0,0-1 0,0 0 0,0-1 0,-1-1 0,1-1 0,0 0 0,16-6 0,-17 4 0,0-1 0,0-1 0,-1-1 0,0 0 0,0 0 0,-1-2 0,0 0 0,-1 0 0,0-2 0,18-18 0,-25 23 0,-1 0 0,0 0 0,0-1 0,0 0 0,-1 0 0,0 0 0,0 0 0,-1 0 0,0-1 0,-1 0 0,1 1 0,-2-1 0,1 0 0,-2 0 0,1 0 0,-1 0 0,0 0 0,-1 0 0,0 0 0,0 0 0,-4-13 0,3 18 17,1 0 0,0 1 0,-1-1 1,0 0-1,0 1 0,0 0 0,0-1 0,0 1 0,-1 0 0,1 0 0,-1 0 0,0 0 0,0 1 0,0-1 0,0 1 0,-1 0 0,1-1 0,-1 2 1,-3-3-1,-1 1-231,0 1 1,-1 0 0,1 0-1,0 0 1,-1 1 0,1 1-1,-16 0 1,8 0-6613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2.262"/>
    </inkml:context>
    <inkml:brush xml:id="br0">
      <inkml:brushProperty name="width" value="0.05" units="cm"/>
      <inkml:brushProperty name="height" value="0.05" units="cm"/>
      <inkml:brushProperty name="color" value="#FFFFFF"/>
    </inkml:brush>
  </inkml:definitions>
  <inkml:trace contextRef="#ctx0" brushRef="#br0">1 10 24575,'0'0'0,"0"0"0,0-1 0,0 1 0,0-1 0,0 1 0,0 0 0,0-1 0,0 1 0,1-1 0,-1 1 0,0 0 0,0-1 0,0 1 0,1 0 0,-1-1 0,0 1 0,0 0 0,1-1 0,-1 1 0,0 0 0,1 0 0,-1-1 0,0 1 0,1 0 0,-1 0 0,0 0 0,1-1 0,-1 1 0,1 0 0,17-1 0,14 9 0,-20-3 0,-1 0 0,0 0 0,-1 1 0,1 1 0,-1 0 0,-1 0 0,1 1 0,13 15 0,0 2 0,37 54 0,-41-50 0,0 0 0,-2 2 0,-2 0 0,-1 0 0,-1 2 0,12 46 0,-22-64 0,0 1 0,-1 0 0,-1 0 0,0 0 0,-1 0 0,-4 31 0,2-36 0,-1 0 0,0 0 0,-1-1 0,0 1 0,0-1 0,-1 1 0,0-1 0,-1-1 0,-1 1 0,-12 14 0,5-9-170,-2-1-1,0 0 0,0-2 1,-1 0-1,-1-1 0,0 0 1,-30 12-1,8-6-6655</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2.794"/>
    </inkml:context>
    <inkml:brush xml:id="br0">
      <inkml:brushProperty name="width" value="0.05" units="cm"/>
      <inkml:brushProperty name="height" value="0.05" units="cm"/>
      <inkml:brushProperty name="color" value="#FFFFFF"/>
    </inkml:brush>
  </inkml:definitions>
  <inkml:trace contextRef="#ctx0" brushRef="#br0">1 0 24575,'9'4'0,"-1"-1"0,1 1 0,-1 0 0,0 1 0,12 8 0,-12-7 0,39 27 0,-2 2 0,-2 2 0,-1 2 0,-2 2 0,-2 1 0,-2 3 0,34 53 0,-39-51 0,-2 1 0,-3 2 0,-1 0 0,-3 2 0,-2 0 0,-3 2 0,12 56 0,-23-76 0,-2 0 0,-1 1 0,-1-1 0,-2 1 0,-6 41 0,2-48 0,-1-1 0,-2 0 0,0 0 0,-2-1 0,-1 0 0,-1 0 0,-16 27 0,9-25 49,0 0 0,-2-1 0,-1-2-1,-1 0 1,-1-1 0,-47 36 0,36-34-391,-1-3 1,-1 0 0,-1-3-1,-72 29 1,44-25-6485</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3.403"/>
    </inkml:context>
    <inkml:brush xml:id="br0">
      <inkml:brushProperty name="width" value="0.05" units="cm"/>
      <inkml:brushProperty name="height" value="0.05" units="cm"/>
      <inkml:brushProperty name="color" value="#FFFFFF"/>
    </inkml:brush>
  </inkml:definitions>
  <inkml:trace contextRef="#ctx0" brushRef="#br0">1 12 24575,'0'-5'0,"1"-2"0,13 10 0,5 4 0,-1 2 0,0 0 0,0 0 0,-1 2 0,25 20 0,-12-9 0,31 21 0,-1 3 0,-2 3 0,-3 2 0,-2 3 0,69 88 0,-75-73 0,-3 1 0,-4 2 0,-2 2 0,-4 1 0,-3 2 0,-3 1 0,-4 1 0,-3 1 0,-4 2 0,-3-1 0,3 106 0,-15-148 0,-3 0 0,-1-1 0,-2 1 0,-1-1 0,-2 1 0,-2-2 0,-2 1 0,-1-1 0,-1-1 0,-3 0 0,-1-1 0,-1-1 0,-2-1 0,-47 61 0,22-42-297,-3-3 0,-1-1 0,-3-3 1,-2-1-1,-93 56 0,43-38-6113</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4.058"/>
    </inkml:context>
    <inkml:brush xml:id="br0">
      <inkml:brushProperty name="width" value="0.05" units="cm"/>
      <inkml:brushProperty name="height" value="0.05" units="cm"/>
      <inkml:brushProperty name="color" value="#FFFFFF"/>
    </inkml:brush>
  </inkml:definitions>
  <inkml:trace contextRef="#ctx0" brushRef="#br0">0 1 24575,'13'0'0,"0"2"0,-1 0 0,1 0 0,-1 1 0,20 7 0,57 28 0,-39-13 7,-2 3 1,0 2-1,-2 1 0,66 61 0,-35-20-96,101 124-1,-102-101-64,-4 3-1,89 163 0,-116-174 92,-4 2 1,-4 2-1,42 152 1,-67-192 62,-2 0 0,-2 0 0,-2 1 0,-3 0 0,-2 1 0,-6 54 0,1-69 0,-3 1 0,-1-1 0,-1-1 0,-2 0 0,-2 0 0,-1-1 0,-2 0 0,-38 60 0,21-49-94,-2-1 0,-3-1 0,-1-2 0,-2-2 1,-83 64-1,35-41-572,-2-4 1,-109 53 0,32-30-4110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6.960"/>
    </inkml:context>
    <inkml:brush xml:id="br0">
      <inkml:brushProperty name="width" value="0.05" units="cm"/>
      <inkml:brushProperty name="height" value="0.05" units="cm"/>
      <inkml:brushProperty name="color" value="#FFFFFF"/>
    </inkml:brush>
  </inkml:definitions>
  <inkml:trace contextRef="#ctx0" brushRef="#br0">89 183 24575,'10'-16'0,"-9"15"0,-9 7 0,7-5 0,-8 8 0,0 0 0,1 0 0,1 1 0,-1 0 0,1 1 0,1-1 0,0 1 0,1 1 0,0-1 0,1 1 0,0-1 0,0 1 0,1 0 0,1 1 0,0-1 0,1 0 0,0 1 0,1-1 0,1 1 0,1 13 0,0-13 0,-1-1 0,2 0 0,0 0 0,0 0 0,1-1 0,0 1 0,1-1 0,0 0 0,1 0 0,0-1 0,1 0 0,0 0 0,1 0 0,0-1 0,0 0 0,1 0 0,0-1 0,1 0 0,0-1 0,14 9 0,-12-11 0,1 0 0,-1 0 0,1-1 0,-1-1 0,1 0 0,0-1 0,0 0 0,1-1 0,-1 0 0,0-1 0,0-1 0,18-2 0,-25 2 0,0 0 0,0-1 0,0 1 0,0-1 0,0 0 0,0-1 0,0 1 0,-1-1 0,1-1 0,-1 1 0,0-1 0,0 0 0,0 0 0,0 0 0,-1 0 0,0-1 0,0 0 0,0 0 0,0 0 0,-1 0 0,0-1 0,0 0 0,0 1 0,-1-1 0,0 0 0,0 0 0,2-8 0,-3 3 0,0 1 0,-1-1 0,0 1 0,0-1 0,-1 1 0,0-1 0,-1 1 0,-1-1 0,1 1 0,-1 0 0,-1 0 0,0 0 0,-1 1 0,1-1 0,-2 1 0,1 0 0,-1 1 0,-11-12 0,17 19 0,-1 0 0,0 0 0,0 0 0,1 0 0,-1 0 0,0 0 0,0 1 0,0-1 0,0 0 0,0 1 0,0-1 0,0 1 0,0-1 0,-2 0 0,3 1 0,0 0 0,-1 0 0,1 0 0,0 0 0,-1 0 0,1 0 0,0 1 0,-1-1 0,1 0 0,0 0 0,0 0 0,-1 0 0,1 1 0,0-1 0,-1 0 0,1 0 0,0 0 0,0 1 0,0-1 0,-1 0 0,1 0 0,0 1 0,0-1 0,0 0 0,0 1 0,0-1 0,-1 0 0,1 1 0,0-1 0,0 0 0,0 1 0,0 2 0,-1 0 0,1 0 0,0 0 0,0 0 0,0 0 0,1 0 0,-1 0 0,1 0 0,1 5 0,2 4 0,1 0 0,0-1 0,1 0 0,0 0 0,0 0 0,2-1 0,-1 0 0,1 0 0,0-1 0,1 0 0,0 0 0,1-1 0,0 0 0,0-1 0,1 0 0,-1-1 0,1 0 0,1-1 0,-1 0 0,1 0 0,0-1 0,0-1 0,0 0 0,1-1 0,-1 0 0,1-1 0,-1 0 0,1-1 0,-1-1 0,1 0 0,20-4 0,-22 3 0,1-2 0,-1 1 0,0-2 0,0 1 0,0-1 0,-1-1 0,1 0 0,-1 0 0,-1-1 0,14-12 0,-16 12 0,0 0 0,-1-1 0,0 0 0,-1 0 0,1 0 0,-1 0 0,-1-1 0,0 0 0,0 0 0,-1 0 0,0 0 0,0-1 0,1-11 0,-1-1 0,-1 0 0,-1-1 0,-1 1 0,-1 0 0,-5-31 0,3 37 0,-1 0 0,0 0 0,-1 0 0,-1 0 0,0 1 0,-1 0 0,-18-27 0,21 36 38,-1 1 0,0-1 0,0 1 0,0 0 0,0 0 0,-1 1 0,0-1 0,-10-4 0,13 7-139,-1 0 1,1 0-1,-1 1 1,0 0 0,1-1-1,-1 1 1,0 1-1,0-1 1,0 1 0,0-1-1,0 1 1,0 0 0,0 0-1,0 1 1,0-1-1,-7 3 1,-1 2-6726</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7.367"/>
    </inkml:context>
    <inkml:brush xml:id="br0">
      <inkml:brushProperty name="width" value="0.05" units="cm"/>
      <inkml:brushProperty name="height" value="0.05" units="cm"/>
      <inkml:brushProperty name="color" value="#FFFFFF"/>
    </inkml:brush>
  </inkml:definitions>
  <inkml:trace contextRef="#ctx0" brushRef="#br0">37 187 24575,'-5'16'0,"4"-15"0,1 0 0,-1 0 0,1 0 0,-1 0 0,1 0 0,-1 0 0,1 0 0,0-1 0,0 1 0,-1 0 0,1 0 0,0 0 0,0 0 0,0 0 0,0 0 0,0 0 0,0 0 0,0 0 0,1 0 0,-1 0 0,0 0 0,1 0 0,-1 0 0,0 0 0,1 0 0,-1 0 0,2 1 0,0 1 0,0-1 0,1 0 0,-1 1 0,1-1 0,0 0 0,0 0 0,0-1 0,0 1 0,0-1 0,0 1 0,0-1 0,0 0 0,0 0 0,1 0 0,-1-1 0,1 1 0,5-1 0,4 1 0,0-1 0,0 0 0,18-4 0,-25 3 0,0 0 0,0 0 0,1-1 0,-1 0 0,0-1 0,-1 1 0,1-1 0,0 0 0,-1 0 0,0-1 0,0 0 0,0 0 0,0 0 0,5-5 0,-8 6 0,0 0 0,0 1 0,-1-1 0,1 0 0,-1 0 0,1 0 0,-1 0 0,0 0 0,0-1 0,0 1 0,-1 0 0,1 0 0,-1-1 0,1 1 0,-1 0 0,0-1 0,-1 1 0,1 0 0,-1-1 0,1 1 0,-1 0 0,0 0 0,0-1 0,0 1 0,0 0 0,-1 0 0,0 0 0,-2-4 0,-3-3 0,-1-1 0,0 2 0,-1-1 0,1 1 0,-2 0 0,-10-7 0,14 11 0,0 1 0,0 0 0,0 0 0,-1 0 0,0 1 0,1 0 0,-1 0 0,0 1 0,0 0 0,-1 0 0,-12-1 0,17 3 0,0 0 0,0 0 0,0 0 0,0 1 0,0-1 0,1 1 0,-1 0 0,0 0 0,0 0 0,1 0 0,-1 0 0,0 1 0,1-1 0,0 1 0,-1 0 0,-3 3 0,3-1 0,-1 0 0,1 0 0,0 0 0,1 0 0,-1 1 0,1-1 0,0 1 0,0-1 0,-1 7 0,-1 2 0,1 1 0,1-1 0,0 1 0,1 0 0,1 0 0,1 17 0,1-16 38,0-1 0,0 1 0,2-1 0,-1 0 0,2 0 0,0 0 0,1 0 0,9 16 0,-10-22-160,0 0 0,1-1 0,0 1 0,0-1 0,0 0 0,1-1 0,0 1 0,0-1 0,1-1 1,0 1-1,0-1 0,0-1 0,16 7 0,10 0-6704</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7.820"/>
    </inkml:context>
    <inkml:brush xml:id="br0">
      <inkml:brushProperty name="width" value="0.05" units="cm"/>
      <inkml:brushProperty name="height" value="0.05" units="cm"/>
      <inkml:brushProperty name="color" value="#FFFFFF"/>
    </inkml:brush>
  </inkml:definitions>
  <inkml:trace contextRef="#ctx0" brushRef="#br0">9 41 24575,'0'-3'0,"0"-1"0,0 0 0,0 1 0,0-1 0,-1 1 0,0-1 0,1 1 0,-1-1 0,-3-4 0,2 18 0,2 10 0,9 95 0,9 195 0,-18-308 0,2 38 0,-3 0 0,-1-1 0,-13 69 0,16-140 0,5 6 0,2 1 0,1 0 0,23-45 0,-25 57 0,1 0 0,0 0 0,1 1 0,0 0 0,1 0 0,0 1 0,1 0 0,15-11 0,-21 19 0,-1 0 0,1 0 0,0 0 0,0 1 0,1-1 0,-1 1 0,0 0 0,1 1 0,-1-1 0,1 1 0,-1 0 0,1 1 0,0-1 0,-1 1 0,1 0 0,0 1 0,-1-1 0,1 1 0,0 0 0,6 3 0,-6-2 0,0 1 0,0 0 0,0 0 0,-1 0 0,1 1 0,-1 0 0,0 0 0,0 0 0,0 1 0,-1-1 0,0 1 0,0 0 0,0 1 0,0-1 0,-1 1 0,0 0 0,4 8 0,-4-5 0,0 0 0,-1 0 0,0 0 0,0 0 0,-1 0 0,0 1 0,-1-1 0,0 0 0,0 0 0,-1 1 0,-1-1 0,1 0 0,-1 0 0,-1 0 0,1 0 0,-2-1 0,1 1 0,-1-1 0,0 1 0,-1-1 0,0-1 0,-8 11 0,7-11 0,0 1 0,-1-1 0,0 0 0,0-1 0,-1 0 0,1 0 0,-1 0 0,-1-1 0,1 0 0,-1-1 0,0 0 0,0 0 0,0-1 0,0 0 0,0-1 0,-1 0 0,1 0 0,-1-1 0,0 0 0,0-1 0,-13-1 0,17 0-151,0 0-1,0 0 0,0-1 0,0 0 1,1 0-1,-1-1 0,1 1 1,-10-6-1,-5-8-6674</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8.286"/>
    </inkml:context>
    <inkml:brush xml:id="br0">
      <inkml:brushProperty name="width" value="0.05" units="cm"/>
      <inkml:brushProperty name="height" value="0.05" units="cm"/>
      <inkml:brushProperty name="color" value="#FFFFFF"/>
    </inkml:brush>
  </inkml:definitions>
  <inkml:trace contextRef="#ctx0" brushRef="#br0">0 14 24575,'0'-1'0,"0"1"0,0-1 0,1 0 0,-1 1 0,0-1 0,0 1 0,1-1 0,-1 0 0,0 1 0,0-1 0,1 1 0,-1-1 0,1 1 0,-1-1 0,1 1 0,-1-1 0,1 1 0,-1-1 0,1 1 0,-1 0 0,1-1 0,-1 1 0,1 0 0,-1 0 0,1-1 0,0 1 0,-1 0 0,1 0 0,0 0 0,-1 0 0,1 0 0,-1 0 0,1 0 0,0 0 0,-1 0 0,1 0 0,0 0 0,-1 0 0,1 0 0,0 1 0,2-1 0,-1 0 0,1 1 0,-1-1 0,1 1 0,-1 0 0,0 0 0,0 0 0,1 0 0,2 2 0,2 4 0,-1 0 0,0 0 0,0 0 0,-1 1 0,0 0 0,0 0 0,-1 1 0,0-1 0,0 1 0,3 12 0,3 15 0,7 46 0,-14-63 0,5 27 0,-3 0 0,1 52 0,-6-75 0,-1 0 0,-1-1 0,-2 1 0,0-1 0,-1 1 0,-10 28 0,8-39 0,1-11 0,6-2 0,-1-1 0,0 1 0,1 0 0,0-1 0,-1 1 0,1 0 0,0-1 0,0 1 0,-1 0 0,1-1 0,0 1 0,1-1 0,-1 1 0,0-3 0,6-22 0,1 1 0,1 0 0,2 0 0,0 1 0,1 0 0,25-38 0,-28 49 0,0 1 0,1 0 0,0 0 0,1 1 0,0 1 0,0-1 0,14-8 0,-21 16 0,1 0 0,0 1 0,0-1 0,0 1 0,1 0 0,-1 0 0,0 0 0,1 1 0,-1-1 0,1 1 0,0 0 0,-1 1 0,1-1 0,0 1 0,-1 0 0,1 0 0,0 0 0,0 1 0,-1 0 0,1 0 0,-1 0 0,1 0 0,-1 1 0,1-1 0,7 6 0,-3-2 0,-1 2 0,0-1 0,-1 1 0,0 0 0,0 1 0,0-1 0,-1 1 0,0 1 0,-1-1 0,0 1 0,0 0 0,-1 0 0,5 14 0,-4-8 0,0 0 0,-1 0 0,-1 0 0,-1 1 0,0-1 0,-1 1 0,0-1 0,-2 18 0,0-26-124,0 0 0,0 0 0,-1 0 0,0 0 0,0-1 0,0 1-1,-1-1 1,0 0 0,0 1 0,-9 10 0,-2-2-6702</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8.678"/>
    </inkml:context>
    <inkml:brush xml:id="br0">
      <inkml:brushProperty name="width" value="0.05" units="cm"/>
      <inkml:brushProperty name="height" value="0.05" units="cm"/>
      <inkml:brushProperty name="color" value="#FFFFFF"/>
    </inkml:brush>
  </inkml:definitions>
  <inkml:trace contextRef="#ctx0" brushRef="#br0">137 19 24575,'-3'-2'0,"0"0"0,0 0 0,1 0 0,-1 1 0,0-1 0,-1 1 0,1-1 0,0 1 0,0 0 0,0 1 0,-1-1 0,1 0 0,0 1 0,-1 0 0,1 0 0,-5 0 0,4 0 0,0 1 0,0-1 0,0 1 0,0-1 0,1 1 0,-1 1 0,0-1 0,0 0 0,1 1 0,-1 0 0,1 0 0,0 0 0,-6 4 0,7-3 0,0 0 0,-1 0 0,1 0 0,0 0 0,1 0 0,-1 1 0,0-1 0,1 1 0,0-1 0,0 1 0,0 0 0,0-1 0,1 1 0,-1 0 0,1 0 0,0 0 0,0-1 0,0 1 0,1 0 0,0 0 0,-1-1 0,3 6 0,2 9 0,1 0 0,1-1 0,10 20 0,-12-27 0,2 6 0,1-1 0,1 0 0,0-1 0,1 0 0,0 0 0,1-1 0,1 0 0,0-1 0,1-1 0,0 0 0,0 0 0,18 9 0,-28-18 0,-1-1 0,1 1 0,0-1 0,0 0 0,0 0 0,0 0 0,0 0 0,0-1 0,0 1 0,0-1 0,0 0 0,0 0 0,0 0 0,0 0 0,0-1 0,0 1 0,0-1 0,6-1 0,-5 0 0,0 0 0,-1 0 0,1-1 0,-1 1 0,1-1 0,-1 0 0,0 1 0,0-2 0,0 1 0,0 0 0,0-1 0,2-3 0,0-2 0,-1 1 0,0-1 0,0 0 0,0 0 0,-1 0 0,-1-1 0,1 1 0,-2-1 0,1 1 0,-1-1 0,-1-13 0,-1 8 0,-1 0 0,-1 0 0,-1 1 0,0-1 0,0 1 0,-2 0 0,-12-24 0,15 32 0,-1 0 0,0 0 0,-1 0 0,1 0 0,-1 1 0,0 0 0,0 0 0,-7-5 0,8 8 0,0 0 0,0 0 0,1 0 0,-1 0 0,0 0 0,-1 1 0,1 0 0,0 0 0,0 0 0,-1 0 0,1 1 0,0-1 0,-1 1 0,-5 1 0,6-1-80,0 1 0,0 0-1,0 0 1,0 1 0,0-1-1,1 1 1,-1 0 0,1 0-1,-1 0 1,1 0 0,-1 0 0,1 1-1,0 0 1,0-1 0,0 1-1,-3 5 1,-7 10-6746</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9.100"/>
    </inkml:context>
    <inkml:brush xml:id="br0">
      <inkml:brushProperty name="width" value="0.05" units="cm"/>
      <inkml:brushProperty name="height" value="0.05" units="cm"/>
      <inkml:brushProperty name="color" value="#FFFFFF"/>
    </inkml:brush>
  </inkml:definitions>
  <inkml:trace contextRef="#ctx0" brushRef="#br0">138 160 24575,'2'-3'0,"-1"1"0,1-1 0,0 1 0,-1-1 0,1 0 0,-1 0 0,0 0 0,0 0 0,0 0 0,0 0 0,-1 0 0,1 0 0,-1 0 0,0 0 0,0 0 0,0-6 0,0 5 0,-1-1 0,1 1 0,-1 0 0,0 0 0,0 0 0,-1 0 0,1 0 0,-1 0 0,0 0 0,0 0 0,-4-6 0,4 8 0,1 0 0,-1 1 0,1-1 0,-1 0 0,0 0 0,0 1 0,0-1 0,0 1 0,0 0 0,0 0 0,0-1 0,0 1 0,-1 0 0,1 1 0,0-1 0,-1 0 0,1 1 0,-1-1 0,1 1 0,0 0 0,-1 0 0,1 0 0,-1 0 0,1 0 0,-1 1 0,1-1 0,0 1 0,-1-1 0,1 1 0,0 0 0,-1 0 0,1 0 0,0 0 0,0 0 0,0 1 0,0-1 0,-3 3 0,1 0 0,-1 0 0,1 0 0,0 0 0,0 1 0,1 0 0,-1 0 0,1 0 0,0 0 0,0 1 0,1-1 0,0 1 0,0-1 0,0 1 0,-1 9 0,2-3 0,0 0 0,2 0 0,-1 0 0,2 0 0,-1-1 0,2 1 0,-1 0 0,2-1 0,4 13 0,-2-9 0,1-1 0,0 1 0,1-1 0,0-1 0,2 0 0,13 16 0,-18-23 0,1 0 0,0-1 0,1 0 0,-1 0 0,1-1 0,0 0 0,0 0 0,1-1 0,-1 1 0,1-2 0,-1 1 0,13 2 0,-16-4 0,0-1 0,0 1 0,0-1 0,0 0 0,-1 0 0,1 0 0,0 0 0,0-1 0,0 0 0,0 1 0,-1-1 0,1-1 0,0 1 0,-1-1 0,1 1 0,-1-1 0,1 0 0,-1 0 0,0 0 0,0-1 0,0 1 0,0-1 0,0 0 0,0 0 0,-1 0 0,0 0 0,4-5 0,-2-1 0,0-1 0,0 0 0,-1 0 0,0 0 0,0 0 0,-1 0 0,-1-1 0,1-18 0,-2 14 0,0-1 0,-1 0 0,-1 1 0,0-1 0,-6-18 0,4 24 25,0 0-1,-1 0 0,0 0 1,-1 0-1,0 1 1,0 0-1,-1 1 0,0-1 1,0 1-1,-1 1 0,0-1 1,-1 1-1,-14-9 1,18 12-94,-1 1 1,1 0 0,-1 0 0,1 0-1,-1 1 1,0 0 0,0 0-1,0 0 1,0 1 0,-1 0 0,1 0-1,0 0 1,-1 1 0,1 0 0,0 0-1,0 1 1,-1 0 0,1 0 0,0 0-1,0 1 1,0 0 0,0 0-1,0 0 1,-10 7 0,1 2-6758</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9.366"/>
    </inkml:context>
    <inkml:brush xml:id="br0">
      <inkml:brushProperty name="width" value="0.05" units="cm"/>
      <inkml:brushProperty name="height" value="0.05" units="cm"/>
      <inkml:brushProperty name="color" value="#FFFFFF"/>
    </inkml:brush>
  </inkml:definitions>
  <inkml:trace contextRef="#ctx0" brushRef="#br0">53 70 24575,'1'-15'0,"-1"9"0,0-1 0,0 1 0,0-1 0,-1 1 0,-2-10 0,3 16 0,0 0 0,0 0 0,0-1 0,0 1 0,0 0 0,0-1 0,0 1 0,0 0 0,0 0 0,0-1 0,0 1 0,0 0 0,-1 0 0,1-1 0,0 1 0,0 0 0,0 0 0,0-1 0,-1 1 0,1 0 0,0 0 0,0 0 0,0 0 0,-1-1 0,1 1 0,0 0 0,0 0 0,-1 0 0,1 0 0,0 0 0,0 0 0,-1-1 0,1 1 0,0 0 0,-1 0 0,1 0 0,-7 9 0,-3 19 0,-1 37 0,3-1 0,3 1 0,3 0 0,8 97 0,-4-148-455,0 0 0,4 17 0,1-13-6371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09.646"/>
    </inkml:context>
    <inkml:brush xml:id="br0">
      <inkml:brushProperty name="width" value="0.05" units="cm"/>
      <inkml:brushProperty name="height" value="0.05" units="cm"/>
      <inkml:brushProperty name="color" value="#FFFFFF"/>
    </inkml:brush>
  </inkml:definitions>
  <inkml:trace contextRef="#ctx0" brushRef="#br0">141 11 24575,'1'-1'0,"-1"0"0,1 0 0,0 1 0,0-1 0,0 0 0,0 0 0,0 1 0,0-1 0,0 0 0,0 1 0,0-1 0,0 1 0,0 0 0,0-1 0,0 1 0,0 0 0,0 0 0,0-1 0,1 1 0,-1 0 0,0 0 0,0 0 0,0 0 0,0 1 0,1-1 0,-1 0 0,0 0 0,0 1 0,0-1 0,0 1 0,0-1 0,0 1 0,1 0 0,-1 0 0,0 0 0,0 0 0,0 0 0,0 0 0,-1 0 0,1 0 0,0 0 0,-1 1 0,1-1 0,-1 0 0,1 0 0,-1 1 0,0-1 0,1 0 0,-1 1 0,0-1 0,0 0 0,0 1 0,0-1 0,0 1 0,0-1 0,0 0 0,-1 1 0,1-1 0,0 0 0,-1 0 0,1 1 0,-2 1 0,-3 7 0,0 0 0,-1 0 0,0-1 0,-1 0 0,0 0 0,-1 0 0,1-1 0,-10 8 0,2-4 0,-1 0 0,0-1 0,-33 17 0,32-17 0,17-10 0,0-1 0,-1 0 0,1 0 0,0 0 0,0 1 0,0-1 0,0 0 0,0 0 0,0 0 0,0 1 0,-1-1 0,1 0 0,0 0 0,0 1 0,0-1 0,0 0 0,0 0 0,0 1 0,0-1 0,0 0 0,0 0 0,0 1 0,0-1 0,1 0 0,-1 0 0,0 0 0,0 1 0,0-1 0,0 0 0,0 0 0,0 1 0,0-1 0,1 0 0,-1 0 0,0 0 0,0 1 0,4 1 0,-1-1 0,1 1 0,-1-1 0,1 1 0,-1-1 0,8 1 0,-7-1 0,27 8 114,0 1 0,43 20 0,-57-21-399,0 0 1,-1 0-1,0 2 1,-1 0-1,23 21 1,-24-17-6542</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1.126"/>
    </inkml:context>
    <inkml:brush xml:id="br0">
      <inkml:brushProperty name="width" value="0.05" units="cm"/>
      <inkml:brushProperty name="height" value="0.05" units="cm"/>
      <inkml:brushProperty name="color" value="#FFFFFF"/>
    </inkml:brush>
  </inkml:definitions>
  <inkml:trace contextRef="#ctx0" brushRef="#br0">23 8 24575,'-7'-3'0,"-6"-1"0,10 6 0,7 5 0,7 6 0,0 0 0,1-1 0,1 0 0,0 0 0,1-2 0,23 15 0,-24-16 0,579 349-923,-435-268 539,-143-82 363,1226 687-1490,-380-285 1658,-858-410-141,19 9 165,30 8 1,-31-13-6020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1.394"/>
    </inkml:context>
    <inkml:brush xml:id="br0">
      <inkml:brushProperty name="width" value="0.05" units="cm"/>
      <inkml:brushProperty name="height" value="0.05" units="cm"/>
      <inkml:brushProperty name="color" value="#FFFFFF"/>
    </inkml:brush>
  </inkml:definitions>
  <inkml:trace contextRef="#ctx0" brushRef="#br0">26 21 24575,'-21'-18'0,"16"15"0,15 14 0,94 99 0,-92-94 0,0 0 0,0 0 0,-2 1 0,0 1 0,11 28 0,-19-43 0,-1 0 0,0 1 0,0-1 0,-1 1 0,1-1 0,0 0 0,-1 1 0,0-1 0,0 1 0,0-1 0,0 1 0,-2 5 0,1-6 0,0-1 0,0 1 0,-1 0 0,1-1 0,-1 0 0,1 1 0,-1-1 0,0 0 0,0 0 0,0 0 0,0 0 0,0 0 0,-1 0 0,1-1 0,-1 1 0,-2 1 0,-12 5-341,0-1 0,-1 0-1,-20 5 1,-15 2-6485</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1.895"/>
    </inkml:context>
    <inkml:brush xml:id="br0">
      <inkml:brushProperty name="width" value="0.05" units="cm"/>
      <inkml:brushProperty name="height" value="0.05" units="cm"/>
      <inkml:brushProperty name="color" value="#FFFFFF"/>
    </inkml:brush>
  </inkml:definitions>
  <inkml:trace contextRef="#ctx0" brushRef="#br0">14 0 24575,'-1'1'0,"0"1"0,0-1 0,-1 0 0,1 1 0,0-1 0,0 1 0,0-1 0,1 1 0,-1-1 0,0 1 0,1 0 0,-1-1 0,1 1 0,-1 0 0,1 0 0,0-1 0,-1 1 0,1 0 0,0 0 0,0 0 0,0-1 0,1 1 0,-1 0 0,0 0 0,1-1 0,-1 1 0,1 0 0,0-1 0,-1 1 0,1 0 0,0-1 0,0 1 0,0-1 0,0 1 0,0-1 0,0 0 0,1 1 0,-1-1 0,0 0 0,1 0 0,1 1 0,5 4 0,0 0 0,1-1 0,-1 0 0,1-1 0,0 1 0,11 2 0,27 7 0,82 14 0,56-3 0,-150-21 0,1025 94-2721,-974-91 2560,845 44-865,-893-49 1066,-22-1 99,0 0 0,1-1 1,-1 0-1,0-1 0,0-1 0,27-7 0,-42 9-106,0 0 0,0-1 0,-1 1 1,1 0-1,0 0 0,0-1 0,-1 1 0,1 0 0,0-1 0,0 1 0,-1-1 0,1 1 0,0-1 0,-1 1 0,1-1 0,-1 1 0,1-1 0,0 0 0,-1 1 0,0-1 0,1 0 0,-1 0 0,1 1 0,-1-2 0,0 1 21,0 0 1,0 0-1,-1 0 0,1 1 0,0-1 0,-1 0 1,1 1-1,0-1 0,-1 0 0,1 0 0,-1 1 1,0-1-1,1 1 0,-1-1 0,1 1 0,-1-1 1,0 1-1,0-1 0,0 0 0,-6-3-185,0 1 0,0 0-1,-13-4 1,-12-2-6551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2.079"/>
    </inkml:context>
    <inkml:brush xml:id="br0">
      <inkml:brushProperty name="width" value="0.05" units="cm"/>
      <inkml:brushProperty name="height" value="0.05" units="cm"/>
      <inkml:brushProperty name="color" value="#FFFFFF"/>
    </inkml:brush>
  </inkml:definitions>
  <inkml:trace contextRef="#ctx0" brushRef="#br0">5 13 24575,'-3'-2'0,"2"-2"0,4 0 0,4 1 0,8 4 0,3 5 0,5 4 0,5 3 0,0 3 0,1 4 0,-4 5 0,-6 4 0,-13 3 0,-16 2 0,-15-2 0,-18-1 0,-2-5-8191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2.609"/>
    </inkml:context>
    <inkml:brush xml:id="br0">
      <inkml:brushProperty name="width" value="0.05" units="cm"/>
      <inkml:brushProperty name="height" value="0.05" units="cm"/>
      <inkml:brushProperty name="color" value="#FFFFFF"/>
    </inkml:brush>
  </inkml:definitions>
  <inkml:trace contextRef="#ctx0" brushRef="#br0">15 1223 24575,'-15'6'0,"16"-4"0,10-6 0,1222-524-2800,-253 164 2303,-887 332 43,66-23 332,174-87 0,-318 135 421,34-20 85,-46 25-237,0-1 0,0 1 0,0 0 1,0-1-1,0 0 0,-1 1 0,1-1 0,-1 0 1,0 0-1,0-1 0,3-4 0,-5 8-123,0-1-1,0 0 0,1 0 1,-1 0-1,0 0 1,0 0-1,0 0 1,0 1-1,0-1 0,0 0 1,0 0-1,-1 0 1,1 0-1,0 0 0,0 1 1,-1-1-1,1 0 1,0 0-1,-1 0 1,1 1-1,-1-1 0,1 0 1,-1 0-1,1 1 1,-1-1-1,0 1 0,1-1 1,-1 0-1,0 1 1,1-1-1,-1 1 0,0-1 1,0 1-1,0 0 1,1-1-1,-1 1 1,0 0-1,0 0 0,0-1 1,0 1-1,-1 0 1,-40-6 535,40 6-556,-27-1-1368,1 2-5461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2.861"/>
    </inkml:context>
    <inkml:brush xml:id="br0">
      <inkml:brushProperty name="width" value="0.05" units="cm"/>
      <inkml:brushProperty name="height" value="0.05" units="cm"/>
      <inkml:brushProperty name="color" value="#FFFFFF"/>
    </inkml:brush>
  </inkml:definitions>
  <inkml:trace contextRef="#ctx0" brushRef="#br0">1 14 24575,'0'-1'0,"1"0"0,-1 1 0,0-1 0,1 0 0,-1 0 0,1 1 0,-1-1 0,1 0 0,-1 1 0,1-1 0,0 0 0,-1 1 0,1-1 0,0 1 0,0-1 0,-1 1 0,1-1 0,0 1 0,0 0 0,0-1 0,-1 1 0,1 0 0,0-1 0,0 1 0,0 0 0,0 0 0,0 0 0,0 0 0,-1 0 0,3 0 0,28 1 0,-16 3 0,1 0 0,-1 0 0,0 2 0,-1 0 0,28 16 0,-31-16 0,-1 1 0,0 0 0,-1 0 0,0 1 0,0 0 0,0 1 0,-1 0 0,10 15 0,-15-20 13,0 1 1,-1 0-1,1 0 0,-1 0 0,0 0 0,0 0 0,-1 1 0,0-1 0,0 1 1,0-1-1,0 1 0,-1-1 0,0 1 0,0-1 0,-1 1 0,1-1 0,-1 1 1,0-1-1,-1 1 0,1-1 0,-1 0 0,0 0 0,-1 0 0,1 0 0,-4 5 1,-2 2-204,-1 0 0,0-1 1,-1 0-1,-1-1 0,1 0 1,-2 0-1,1-1 1,-16 9-1,-29 16-6636</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4.351"/>
    </inkml:context>
    <inkml:brush xml:id="br0">
      <inkml:brushProperty name="width" value="0.05" units="cm"/>
      <inkml:brushProperty name="height" value="0.05" units="cm"/>
      <inkml:brushProperty name="color" value="#FFFFFF"/>
    </inkml:brush>
  </inkml:definitions>
  <inkml:trace contextRef="#ctx0" brushRef="#br0">54 38 24575,'1'-1'0,"0"-1"0,0 1 0,-1-1 0,1 1 0,0-1 0,0 0 0,-1 1 0,1-1 0,-1 0 0,0 1 0,1-1 0,-1 0 0,0 1 0,0-1 0,0-3 0,0 5 0,0-1 0,0 1 0,-1 0 0,1-1 0,0 1 0,0-1 0,0 1 0,0 0 0,0-1 0,0 1 0,0 0 0,-1-1 0,1 1 0,0 0 0,0-1 0,0 1 0,-1 0 0,1 0 0,0-1 0,-1 1 0,1 0 0,0 0 0,0-1 0,-1 1 0,0 0 0,1 0 0,-1 0 0,0 0 0,1 0 0,-1 0 0,0 1 0,1-1 0,-1 0 0,0 0 0,1 1 0,-1-1 0,1 0 0,-1 1 0,1-1 0,-1 1 0,1-1 0,-1 1 0,1-1 0,-1 1 0,1-1 0,-1 2 0,-2 2 0,0 0 0,1 0 0,-1 0 0,1 1 0,0-1 0,1 1 0,-1-1 0,-1 8 0,-6 42 0,8-46 0,-7 67 0,4 1 0,5 83 0,26 152 0,-17-217 0,-2-17 84,10 127 144,-15-150-1066,-9 93-1,-1-92-5987</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4.677"/>
    </inkml:context>
    <inkml:brush xml:id="br0">
      <inkml:brushProperty name="width" value="0.05" units="cm"/>
      <inkml:brushProperty name="height" value="0.05" units="cm"/>
      <inkml:brushProperty name="color" value="#FFFFFF"/>
    </inkml:brush>
  </inkml:definitions>
  <inkml:trace contextRef="#ctx0" brushRef="#br0">1 1 24575,'2068'43'-8323,"-1060"-14"5507,1938 29 1971,-2828-56 620,-2 0 228,523-3 2400,-553-5-345,-31-2-2504</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5.500"/>
    </inkml:context>
    <inkml:brush xml:id="br0">
      <inkml:brushProperty name="width" value="0.05" units="cm"/>
      <inkml:brushProperty name="height" value="0.05" units="cm"/>
      <inkml:brushProperty name="color" value="#FFFFFF"/>
    </inkml:brush>
  </inkml:definitions>
  <inkml:trace contextRef="#ctx0" brushRef="#br0">1 247 24575,'0'-2'0,"0"1"0,0-1 0,1 1 0,-1-1 0,0 1 0,1-1 0,-1 1 0,1-1 0,0 1 0,-1-1 0,1 1 0,0 0 0,0-1 0,0 1 0,0 0 0,0 0 0,0 0 0,0 0 0,0 0 0,1 0 0,-1 0 0,0 0 0,0 0 0,1 1 0,2-2 0,4-1 0,0 0 0,0 1 0,15-3 0,-17 4 0,64-9 0,100-1 0,-108 8 0,1992-42-8077,-1445 38 6335,742-10-984,1783-30 2177,-3043 45 569,279-16 2711,-349 16-2011,-15 2-433,-1 0 0,1 0 1,0-1-1,0 0 0,-1 0 0,1 0 1,-1-1-1,1 0 0,-1 0 1,9-5-1,-13 7-245,-1 0 0,0 0 1,0 0-1,0-1 0,0 1 0,0 0 1,0 0-1,1 0 0,-1 0 0,0 0 1,0-1-1,0 1 0,0 0 0,0 0 1,0 0-1,0-1 0,0 1 0,0 0 1,0 0-1,0 0 0,0 0 0,0-1 1,0 1-1,0 0 0,0 0 0,0 0 1,0-1-1,0 1 0,0 0 0,0 0 1,0 0-1,0 0 0,0-1 0,0 1 0,0 0 1,-1 0-1,1 0 0,0 0 0,0 0 1,0-1-1,0 1 0,0 0 0,0 0 1,-1 0-1,1 0 0,0 0 0,0 0 1,0 0-1,0 0 0,-1-1 0,1 1 1,0 0-1,0 0 0,0 0 0,-1 0 1,1 0-1,0 0 0,0 0 0,0 0 1,-9-3 357,-1 1 0,1-1 1,0 2-1,-1-1 1,1 1-1,-14 1 1,-60 4 586,69-2-982,1 0 1,-1 1-1,1 0 0,0 1 0,0 0 0,0 1 0,1 0 0,-1 2 0,2-1 0,-1 1 1,0 1-1,1 0 0,1 0 0,0 1 0,0 1 0,0 0 0,1 0 0,1 0 0,0 1 0,0 1 1,1-1-1,0 1 0,1 1 0,1-1 0,0 1 0,-4 15 0,-2 18-5,1 0 0,3 0 0,1 1 0,2 91 0,30 190 0,-16-242 0,16 323 0,-27-356 0,-2 1 0,-3-1 0,-1-1 0,-3 1 0,-28 83 0,21-85 99,-28 68 108,40-108-416,-1 0 0,-1 0 0,0 0 0,0-1 0,-1 0 1,0 0-1,-16 15 0,-2-6-6617</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6.075"/>
    </inkml:context>
    <inkml:brush xml:id="br0">
      <inkml:brushProperty name="width" value="0.05" units="cm"/>
      <inkml:brushProperty name="height" value="0.05" units="cm"/>
      <inkml:brushProperty name="color" value="#FFFFFF"/>
    </inkml:brush>
  </inkml:definitions>
  <inkml:trace contextRef="#ctx0" brushRef="#br0">582 158 24575,'4'0'0,"1"-1"0,-1 0 0,0 0 0,0 0 0,0-1 0,0 1 0,-1-1 0,1 0 0,0 0 0,-1 0 0,1 0 0,-1-1 0,0 0 0,4-3 0,-3 3 0,-1-1 0,1 0 0,-1 0 0,1 0 0,-1 0 0,-1-1 0,1 1 0,0-1 0,-1 1 0,3-11 0,-5 14 0,1-1 0,-1 0 0,0 0 0,0 0 0,0 0 0,0 0 0,0 1 0,0-1 0,0 0 0,-1 0 0,1 0 0,-1 0 0,1 1 0,-1-1 0,0 0 0,1 1 0,-1-1 0,0 0 0,-2-1 0,1 0 0,0 1 0,-1 0 0,1 0 0,-1 0 0,0 0 0,1 0 0,-1 1 0,0-1 0,0 1 0,-4-2 0,-4 0 0,-1 0 0,1 0 0,-1 1 0,0 1 0,-12 0 0,0 1 0,0 1 0,0 2 0,1 0 0,-1 2 0,1 1 0,0 0 0,0 2 0,-26 12 0,18-5 0,1 1 0,1 1 0,0 2 0,2 1 0,-32 29 0,47-39 0,1 1 0,1 1 0,0 0 0,1 0 0,0 1 0,0 0 0,2 0 0,0 1 0,0 0 0,-6 21 0,11-28 0,0 1 0,0 0 0,1 0 0,0 0 0,1 0 0,0 0 0,0 0 0,1-1 0,-1 1 0,2 0 0,-1 0 0,1 0 0,0-1 0,1 1 0,0-1 0,0 1 0,1-1 0,0 0 0,0 0 0,0-1 0,10 12 0,-3-8 0,0 0 0,0 0 0,1-1 0,0 0 0,1-1 0,0-1 0,0 0 0,0 0 0,1-2 0,0 1 0,28 5 0,-4-3 0,0-2 0,1-1 0,54-2 0,8-5-1365,-9-5-5461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6.310"/>
    </inkml:context>
    <inkml:brush xml:id="br0">
      <inkml:brushProperty name="width" value="0.05" units="cm"/>
      <inkml:brushProperty name="height" value="0.05" units="cm"/>
      <inkml:brushProperty name="color" value="#FFFFFF"/>
    </inkml:brush>
  </inkml:definitions>
  <inkml:trace contextRef="#ctx0" brushRef="#br0">33 39 24575,'-29'-39'0,"28"39"0,1 1 0,0-1 0,0 0 0,-1 0 0,1 1 0,0-1 0,0 0 0,0 1 0,-1-1 0,1 0 0,0 1 0,0-1 0,0 0 0,0 1 0,0-1 0,0 1 0,0-1 0,0 0 0,0 1 0,0-1 0,0 0 0,0 1 0,0-1 0,0 0 0,0 1 0,0-1 0,0 0 0,1 1 0,-1-1 0,0 0 0,0 1 0,0-1 0,1 1 0,3 17 0,39 122 214,-17-59-740,-3 1-1,14 101 1,-34-159-6300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6.888"/>
    </inkml:context>
    <inkml:brush xml:id="br0">
      <inkml:brushProperty name="width" value="0.05" units="cm"/>
      <inkml:brushProperty name="height" value="0.05" units="cm"/>
      <inkml:brushProperty name="color" value="#FFFFFF"/>
    </inkml:brush>
  </inkml:definitions>
  <inkml:trace contextRef="#ctx0" brushRef="#br0">219 15 24575,'3'-3'0,"1"-4"0,-1 2 0,-3 8 0,-1 6 0,-5 11 0,-6 8 0,-5 10 0,-1 9 0,-5 7 0,-1 7 0,-2 2 0,1 1 0,0 0 0,3-3 0,4-6 0,6-12-8191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7.199"/>
    </inkml:context>
    <inkml:brush xml:id="br0">
      <inkml:brushProperty name="width" value="0.05" units="cm"/>
      <inkml:brushProperty name="height" value="0.05" units="cm"/>
      <inkml:brushProperty name="color" value="#FFFFFF"/>
    </inkml:brush>
  </inkml:definitions>
  <inkml:trace contextRef="#ctx0" brushRef="#br0">220 86 24575,'5'-5'0,"24"-28"0,-28 32 0,0 0 0,0-1 0,0 1 0,-1 0 0,1-1 0,0 1 0,-1-1 0,1 1 0,-1 0 0,1-1 0,-1 1 0,1-1 0,-1 0 0,0 1 0,0-1 0,0 1 0,0-1 0,0 1 0,0-1 0,-1 1 0,1-1 0,0 1 0,-2-4 0,1 4 0,1 1 0,-1-1 0,0 0 0,0 0 0,0 1 0,0-1 0,1 0 0,-1 1 0,0-1 0,0 1 0,0-1 0,-1 1 0,1-1 0,0 1 0,0 0 0,0 0 0,0-1 0,0 1 0,0 0 0,0 0 0,-1 0 0,1 0 0,0 0 0,0 1 0,0-1 0,0 0 0,0 0 0,0 1 0,-2 0 0,-32 15 0,20-6 0,0 0 0,1 1 0,0 0 0,1 1 0,0 1 0,1 0 0,0 1 0,1 0 0,1 0 0,0 1 0,1 1 0,1 0 0,0 0 0,1 0 0,1 1 0,-7 31 0,12-42 11,0 0 0,0-1-1,1 1 1,0 0 0,0 0-1,1 0 1,0 0 0,0 0-1,0-1 1,0 1 0,1 0-1,0-1 1,0 1 0,1-1-1,4 8 1,-3-7 4,1 0 1,0 0-1,1-1 1,-1 1-1,1-1 1,0 0 0,0-1-1,1 0 1,-1 0-1,12 5 1,3-1-230,0 0 1,0-2 0,1-1-1,0 0 1,0-2 0,0 0-1,24-1 1,21-2-6613</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7.651"/>
    </inkml:context>
    <inkml:brush xml:id="br0">
      <inkml:brushProperty name="width" value="0.05" units="cm"/>
      <inkml:brushProperty name="height" value="0.05" units="cm"/>
      <inkml:brushProperty name="color" value="#FFFFFF"/>
    </inkml:brush>
  </inkml:definitions>
  <inkml:trace contextRef="#ctx0" brushRef="#br0">58 294 24575,'1'-2'0,"1"0"0,-1 0 0,0 0 0,0 0 0,0-1 0,0 1 0,0 0 0,0-1 0,-1 1 0,1-1 0,-1 1 0,1-1 0,-1 1 0,0-1 0,0 1 0,0-1 0,-1 1 0,1-1 0,-2-4 0,1 0 0,-1 0 0,0 0 0,-1 0 0,0 0 0,-5-10 0,6 15 0,1 1 0,0-1 0,0 0 0,-1 1 0,1-1 0,-1 0 0,1 1 0,-1 0 0,0-1 0,0 1 0,1 0 0,-4-1 0,5 1 0,-1 1 0,1 0 0,-1 0 0,1 0 0,-1 0 0,1 0 0,-1 0 0,1 0 0,-1 0 0,1 0 0,-1 0 0,1 0 0,0 0 0,-1 0 0,1 0 0,-1 0 0,1 1 0,-1-1 0,1 0 0,-1 0 0,1 1 0,-1-1 0,0 1 0,0 0 0,1 0 0,-1 0 0,0 0 0,1 0 0,-1 0 0,1 0 0,-1 0 0,1 0 0,-1 0 0,1 0 0,0 0 0,-1 2 0,-2 23 0,1 0 0,1 0 0,3 36 0,1-7 0,-3 148 0,2-278 0,2 1 0,4-1 0,3 1 0,23-83 0,-30 144 0,0 0 0,0 0 0,2 0 0,-1 1 0,10-16 0,-13 26 0,0-1 0,0 0 0,0 1 0,0-1 0,0 1 0,0 0 0,1-1 0,-1 1 0,1 0 0,0 1 0,-1-1 0,1 0 0,0 1 0,0 0 0,0-1 0,0 1 0,0 0 0,1 1 0,-1-1 0,0 1 0,0-1 0,0 1 0,1 0 0,-1 0 0,0 0 0,0 0 0,1 1 0,2 0 0,8 4 0,-1-1 0,0 2 0,0 0 0,0 0 0,-1 1 0,18 13 0,66 58 0,-76-60 0,6 3 0,81 79 0,-98-91 0,0 1 0,-1 0 0,0 1 0,-1 0 0,0 0 0,0 1 0,-2 0 0,8 20 0,-12-29 0,0 0 0,0 0 0,-1 0 0,0 0 0,1 0 0,-1 0 0,0 0 0,0 0 0,-1-1 0,1 1 0,-1 0 0,1 0 0,-1 0 0,0 0 0,0 0 0,0-1 0,0 1 0,-3 4 0,1-4 0,0 1 0,0-1 0,0 1 0,-1-1 0,1 0 0,-1-1 0,0 1 0,0-1 0,0 1 0,-8 2 0,-7 2 0,0-1 0,-1-2 0,0 0 0,-26 3 0,-24-2-455,0-3 0,-82-7 0,58-3-6371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9.057"/>
    </inkml:context>
    <inkml:brush xml:id="br0">
      <inkml:brushProperty name="width" value="0.05" units="cm"/>
      <inkml:brushProperty name="height" value="0.05" units="cm"/>
      <inkml:brushProperty name="color" value="#FFFFFF"/>
    </inkml:brush>
  </inkml:definitions>
  <inkml:trace contextRef="#ctx0" brushRef="#br0">221 27 24575,'7'-7'0,"12"-10"0,-18 16 0,0 1 0,0 0 0,0-1 0,0 1 0,0 0 0,0 0 0,0 0 0,0 0 0,0 0 0,0 0 0,-1 0 0,1 0 0,0 0 0,0 1 0,0-1 0,0 0 0,0 1 0,0-1 0,0 0 0,-1 1 0,1-1 0,0 1 0,0-1 0,0 1 0,-1 0 0,2 0 0,1 3 0,0 0 0,0-1 0,0 1 0,-1 0 0,1 0 0,-1 1 0,0-1 0,0 0 0,-1 1 0,1 0 0,-1-1 0,0 1 0,0 0 0,0 4 0,1 15 0,-2 35 0,0-52 0,-5 83 0,-5 0 0,-3 0 0,-32 113 0,-100 258 0,92-305 0,34-96-1365,6-13-5461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19.385"/>
    </inkml:context>
    <inkml:brush xml:id="br0">
      <inkml:brushProperty name="width" value="0.05" units="cm"/>
      <inkml:brushProperty name="height" value="0.05" units="cm"/>
      <inkml:brushProperty name="color" value="#FFFFFF"/>
    </inkml:brush>
  </inkml:definitions>
  <inkml:trace contextRef="#ctx0" brushRef="#br0">13 11 24575,'-2'-2'0,"-8"-7"0,15 29 0,213 478 0,-175-407 0,43 88 0,167 400 0,-242-548-455,-2 0 0,7 43 0,-13-48-6371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0.145"/>
    </inkml:context>
    <inkml:brush xml:id="br0">
      <inkml:brushProperty name="width" value="0.05" units="cm"/>
      <inkml:brushProperty name="height" value="0.05" units="cm"/>
      <inkml:brushProperty name="color" value="#FFFFFF"/>
    </inkml:brush>
  </inkml:definitions>
  <inkml:trace contextRef="#ctx0" brushRef="#br0">94 87 24575,'0'0'0,"0"-1"0,0 0 0,0 1 0,1-1 0,-1 0 0,0 1 0,1-1 0,-1 1 0,0-1 0,1 1 0,-1-1 0,1 1 0,-1-1 0,1 1 0,-1-1 0,1 1 0,-1-1 0,1 1 0,-1 0 0,1-1 0,0 1 0,-1 0 0,1 0 0,0-1 0,-1 1 0,1 0 0,1 0 0,22-4 0,-20 4 0,0 0 0,21-3 0,1 2 0,25 2 0,-44-1 0,-1 1 0,0 0 0,1 0 0,-1 0 0,0 1 0,0 0 0,0 0 0,0 1 0,0-1 0,0 1 0,-1 1 0,0-1 0,10 8 0,-14-9 0,1-1 0,0 1 0,-1 0 0,0 0 0,1 0 0,-1 0 0,0 0 0,0 0 0,0 0 0,0 1 0,0-1 0,-1 0 0,1 0 0,-1 1 0,1-1 0,-1 0 0,0 5 0,0-3 0,-1 0 0,0-1 0,0 1 0,0 0 0,0 0 0,0 0 0,-1-1 0,0 1 0,-3 5 0,-2 1 0,0-1 0,0-1 0,-1 1 0,0-1 0,0-1 0,-15 10 0,13-9 0,-1-2 0,0 0 0,-1 0 0,0-1 0,1 0 0,-1-1 0,-1 0 0,-18 2 0,25-5 0,1 0 0,-1-1 0,1 1 0,-1-1 0,1-1 0,-1 1 0,1-1 0,-1 0 0,1 0 0,0 0 0,-1-1 0,1 0 0,0 0 0,0 0 0,0-1 0,0 0 0,1 0 0,-1 0 0,1 0 0,0-1 0,0 0 0,-4-4 0,5 4 0,0 0 0,0 0 0,0-1 0,1 1 0,0-1 0,0 1 0,0-1 0,1 0 0,0 0 0,-1 0 0,2 0 0,-1 0 0,0 0 0,1 0 0,0 0 0,0 0 0,1 0 0,0 0 0,-1 0 0,2 0 0,-1 0 0,0 0 0,1 1 0,0-1 0,4-6 0,-1 1 0,1 1 0,0 0 0,0 0 0,1 0 0,0 1 0,0 0 0,1 0 0,0 1 0,1 0 0,16-10 0,-15 11 0,0 2 0,0-1 0,0 1 0,0 1 0,1-1 0,0 2 0,0 0 0,-1 0 0,15 0 0,-22 2 0,0-1 0,0 1 0,0 1 0,1-1 0,-1 0 0,0 1 0,0-1 0,-1 1 0,1 0 0,0 0 0,0 0 0,0 0 0,0 1 0,-1-1 0,1 1 0,-1 0 0,1-1 0,-1 1 0,0 0 0,1 1 0,-1-1 0,0 0 0,-1 0 0,1 1 0,0-1 0,-1 1 0,1 0 0,-1 0 0,0-1 0,0 1 0,0 0 0,0 0 0,0 0 0,-1 0 0,1 0 0,-1 0 0,0 5 0,0-1 0,-1 0 0,0-1 0,0 1 0,0-1 0,-1 1 0,0-1 0,-1 0 0,1 0 0,-1 0 0,0 0 0,-1 0 0,1 0 0,-9 8 0,3-3 0,0 0 0,-1-1 0,-1 0 0,0-1 0,-17 12 0,24-19 0,0 1 0,-1-1 0,1 1 0,-1-1 0,0 0 0,1-1 0,-1 1 0,0-1 0,0 0 0,0-1 0,-10 1 0,14-1 0,-1 0 0,1 0 0,-1 0 0,1-1 0,-1 1 0,1-1 0,-1 1 0,1-1 0,0 1 0,-1-1 0,1 0 0,0 0 0,0 0 0,0 0 0,-1 0 0,1 0 0,-1-1 0,1 0 0,0 0 0,-1 0 0,1-1 0,1 1 0,-1 0 0,0 0 0,0-1 0,1 1 0,0 0 0,-1-1 0,1 1 0,0 0 0,0-1 0,0-2 0,1-2-97,-1 0-1,1 0 1,1 1-1,-1-1 1,1 0-1,0 1 1,1-1-1,0 1 1,0-1-1,0 1 1,0 0-1,1 1 0,7-10 1,2 2-6729</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0.567"/>
    </inkml:context>
    <inkml:brush xml:id="br0">
      <inkml:brushProperty name="width" value="0.05" units="cm"/>
      <inkml:brushProperty name="height" value="0.05" units="cm"/>
      <inkml:brushProperty name="color" value="#FFFFFF"/>
    </inkml:brush>
  </inkml:definitions>
  <inkml:trace contextRef="#ctx0" brushRef="#br0">122 1 24575,'-4'0'0,"-2"3"0,-5 1 0,-3 6 0,-1 6 0,-2 8 0,2 5 0,0 6 0,4 10 0,3 5 0,3 3 0,5 2 0,6 0 0,5-3 0,6-5 0,0-10-8191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2.008"/>
    </inkml:context>
    <inkml:brush xml:id="br0">
      <inkml:brushProperty name="width" value="0.05" units="cm"/>
      <inkml:brushProperty name="height" value="0.05" units="cm"/>
      <inkml:brushProperty name="color" value="#FFFFFF"/>
    </inkml:brush>
  </inkml:definitions>
  <inkml:trace contextRef="#ctx0" brushRef="#br0">1 11 24575,'15'-5'0,"-14"4"0,0 0 0,1 1 0,-1-1 0,0 0 0,0 1 0,1 0 0,-1-1 0,0 1 0,1 0 0,-1-1 0,0 1 0,1 0 0,-1 0 0,2 0 0,3 2 0,0 0 0,-1 0 0,1 0 0,-1 1 0,0 0 0,0 0 0,0 0 0,0 0 0,0 1 0,-1 0 0,6 5 0,8 10 0,18 25 0,-26-32 0,3 5 49,1 1 0,-2 0 0,0 1-1,-2 0 1,0 1 0,8 21 0,-16-33-135,0 0 1,0 0 0,0 0-1,-1 0 1,0 0 0,0 0-1,-1 0 1,0 0 0,-1 0-1,0 0 1,0 0 0,0 0-1,-1 0 1,-1 0 0,1 0-1,-1-1 1,0 1 0,-1-1-1,-6 10 1,-18 21-6741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2.837"/>
    </inkml:context>
    <inkml:brush xml:id="br0">
      <inkml:brushProperty name="width" value="0.05" units="cm"/>
      <inkml:brushProperty name="height" value="0.05" units="cm"/>
      <inkml:brushProperty name="color" value="#FFFFFF"/>
    </inkml:brush>
  </inkml:definitions>
  <inkml:trace contextRef="#ctx0" brushRef="#br0">0 43 24575,'1'-2'0,"-1"0"0,0 0 0,0 1 0,1-1 0,-1 0 0,1 1 0,0-1 0,-1 0 0,1 1 0,0-1 0,0 1 0,0-1 0,0 1 0,0 0 0,0-1 0,1 1 0,-1 0 0,0 0 0,1 0 0,-1 0 0,0 0 0,1 0 0,0 0 0,-1 0 0,1 0 0,-1 1 0,1-1 0,3 0 0,0 0 0,0 0 0,0 0 0,0 0 0,0 1 0,0 0 0,0 0 0,0 0 0,9 2 0,-5 0 0,-1 1 0,1 1 0,-1 0 0,0 0 0,-1 0 0,1 1 0,-1 0 0,0 0 0,0 1 0,0 0 0,9 12 0,0 1 0,0 1 0,23 41 0,-24-32 0,0 1 0,-3 0 0,0 0 0,-2 2 0,-1-1 0,-2 1 0,-1 0 0,-1 0 0,-2 1 0,-1 0 0,-2-1 0,-1 1 0,-1 0 0,-2-1 0,-1 1 0,-2-1 0,-1-1 0,-2 1 0,-1-2 0,-1 1 0,-1-1 0,-2-1 0,-23 34 0,-22 15-1365,2-12-5461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3.276"/>
    </inkml:context>
    <inkml:brush xml:id="br0">
      <inkml:brushProperty name="width" value="0.05" units="cm"/>
      <inkml:brushProperty name="height" value="0.05" units="cm"/>
      <inkml:brushProperty name="color" value="#FFFFFF"/>
    </inkml:brush>
  </inkml:definitions>
  <inkml:trace contextRef="#ctx0" brushRef="#br0">0 1 24575,'13'21'0,"28"38"0,-2-4 0,21 41 0,90 198 0,-128-242 0,-3 0 0,-3 2 0,-1 0 0,-3 0 0,9 109 0,-20-134 0,-1 0 0,-1-1 0,-2 1 0,-1-1 0,-13 51 0,11-61 0,0 0 0,-1-1 0,-1 0 0,-1 0 0,0-1 0,-1 0 0,-1 0 0,-1-1 0,-23 24 0,16-21-682,-27 17-1,-17 8-6143</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3.634"/>
    </inkml:context>
    <inkml:brush xml:id="br0">
      <inkml:brushProperty name="width" value="0.05" units="cm"/>
      <inkml:brushProperty name="height" value="0.05" units="cm"/>
      <inkml:brushProperty name="color" value="#FFFFFF"/>
    </inkml:brush>
  </inkml:definitions>
  <inkml:trace contextRef="#ctx0" brushRef="#br0">0 1 24575,'9'0'0,"0"1"0,0 1 0,0-1 0,-1 2 0,1-1 0,-1 1 0,0 0 0,0 1 0,0 0 0,0 0 0,0 1 0,-1 0 0,0 0 0,0 1 0,0 0 0,-1 0 0,8 9 0,2 5 0,0 0 0,-2 1 0,0 0 0,19 44 0,-16-26 0,-3 0 0,-1 1 0,-1 1 0,-3 0 0,-1 0 0,-2 1 0,-2-1 0,-2 61 0,-3-62 0,-3 0 0,-1 0 0,-1-1 0,-3 0 0,-1 0 0,-2-1 0,-1 0 0,-2-1 0,-20 35 0,-31 29-1365,0-14-5461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5.290"/>
    </inkml:context>
    <inkml:brush xml:id="br0">
      <inkml:brushProperty name="width" value="0.05" units="cm"/>
      <inkml:brushProperty name="height" value="0.05" units="cm"/>
      <inkml:brushProperty name="color" value="#FFFFFF"/>
    </inkml:brush>
  </inkml:definitions>
  <inkml:trace contextRef="#ctx0" brushRef="#br0">0 1 24575,'43'0'0,"-1"-1"0,75 9 0,-103-6 0,1 1 0,-1 1 0,0 0 0,0 1 0,0 0 0,0 1 0,-1 1 0,23 15 0,-23-12 0,1 1 0,-1 1 0,-1 0 0,0 0 0,0 2 0,-2-1 0,0 1 0,0 1 0,-1 0 0,-1 0 0,0 1 0,-2 0 0,1 0 0,5 24 0,-7-13 0,0 0 0,-2 0 0,-1 0 0,-1 0 0,-1 0 0,-1 0 0,-2 0 0,-8 42 0,-79 247 0,18-78 0,56-173 0,-13 115 0,15-18 0,7 225 0,7-381 0,0 1 0,1 0 0,0 0 0,0 0 0,1-1 0,0 1 0,0-1 0,0 1 0,1-1 0,0 0 0,0 0 0,1 0 0,-1 0 0,1-1 0,1 1 0,-1-1 0,1 0 0,0 0 0,0-1 0,0 1 0,1-1 0,-1 0 0,1-1 0,11 6 0,22 9 0,0-1 0,1-2 0,0-2 0,43 8 0,171 22 0,-183-33 0,177 35 0,-227-42 0,0 0 0,0-2 0,24-1 0,-22 0 0,0 0 0,32 6 0,-28-1 0,7 1 0,0 1 0,59 21 0,-83-24 0,0 0 0,-1 1 0,0 0 0,0 0 0,0 1 0,-1 0 0,0 1 0,0 0 0,-1 0 0,0 1 0,0 0 0,0 0 0,9 16 0,-10-13 112,1-2-1,14 17 1,9 12-1812</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5.601"/>
    </inkml:context>
    <inkml:brush xml:id="br0">
      <inkml:brushProperty name="width" value="0.05" units="cm"/>
      <inkml:brushProperty name="height" value="0.05" units="cm"/>
      <inkml:brushProperty name="color" value="#FFFFFF"/>
    </inkml:brush>
  </inkml:definitions>
  <inkml:trace contextRef="#ctx0" brushRef="#br0">108 0 24575,'1'3'0,"-1"1"0,1-1 0,0 0 0,0 0 0,0 1 0,0-1 0,0 0 0,1 0 0,-1 0 0,3 3 0,22 30 0,-14-22 0,-8-8 0,9 10 0,-1 1 0,-1 1 0,0 0 0,-1 1 0,7 21 0,-15-36 0,-1 0 0,1 0 0,-1 0 0,0 0 0,-1 1 0,1-1 0,-1 0 0,0 1 0,0-1 0,0 0 0,-1 1 0,1-1 0,-1 0 0,0 0 0,0 1 0,-1-1 0,1 0 0,-1 0 0,0 0 0,0-1 0,0 1 0,0 0 0,-1-1 0,0 1 0,1-1 0,-1 0 0,-1 0 0,1 0 0,0 0 0,-1-1 0,-5 4 0,-3 0-136,-1 0-1,0-1 1,0 0-1,-1-1 1,1 0-1,-1-2 1,0 1-1,0-2 0,-26 1 1,5-1-6690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6.647"/>
    </inkml:context>
    <inkml:brush xml:id="br0">
      <inkml:brushProperty name="width" value="0.05" units="cm"/>
      <inkml:brushProperty name="height" value="0.05" units="cm"/>
      <inkml:brushProperty name="color" value="#FFFFFF"/>
    </inkml:brush>
  </inkml:definitions>
  <inkml:trace contextRef="#ctx0" brushRef="#br0">1 0 24575,'15'273'0,"6"273"0,-20-489-455,2 0 0,16 77 0,-15-116-6371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7.273"/>
    </inkml:context>
    <inkml:brush xml:id="br0">
      <inkml:brushProperty name="width" value="0.05" units="cm"/>
      <inkml:brushProperty name="height" value="0.05" units="cm"/>
      <inkml:brushProperty name="color" value="#FFFFFF"/>
    </inkml:brush>
  </inkml:definitions>
  <inkml:trace contextRef="#ctx0" brushRef="#br0">117 85 24575,'0'-4'0,"0"-2"0,0 0 0,0 0 0,-1 0 0,1 0 0,-3-6 0,3 11 0,0 0 0,-1 1 0,1-1 0,0 0 0,-1 0 0,1 1 0,0-1 0,-1 0 0,1 0 0,-1 1 0,1-1 0,-1 0 0,0 1 0,1-1 0,-1 1 0,0-1 0,1 1 0,-1-1 0,0 1 0,1-1 0,-1 1 0,0 0 0,0 0 0,0-1 0,1 1 0,-1 0 0,0 0 0,0 0 0,0 0 0,0-1 0,1 1 0,-1 1 0,0-1 0,0 0 0,0 0 0,0 0 0,1 0 0,-1 1 0,0-1 0,0 0 0,0 1 0,1-1 0,-1 0 0,-1 1 0,-2 2 0,0 0 0,0 0 0,0 0 0,0 0 0,1 0 0,-1 1 0,1 0 0,0 0 0,0 0 0,0 0 0,1 0 0,-1 0 0,1 1 0,-3 6 0,-2 8 0,1 1 0,-5 21 0,9-28 0,0 0 0,1 0 0,0 0 0,1 0 0,0 0 0,1 0 0,1 0 0,3 16 0,-3-23 0,-1 1 0,1 0 0,1-1 0,-1 1 0,1-1 0,0 0 0,0 0 0,1 0 0,0 0 0,0-1 0,0 1 0,1-1 0,0 0 0,0-1 0,0 1 0,0-1 0,8 5 0,-9-7 0,-1-1 0,1 1 0,0-1 0,-1 0 0,1 0 0,0 0 0,0-1 0,0 1 0,0-1 0,0 0 0,0 0 0,0 0 0,6-1 0,-3-1 0,-1 0 0,1 0 0,-1 0 0,0-1 0,0 0 0,0 0 0,8-6 0,-2 0 0,-1 0 0,-1-1 0,1 0 0,-2-1 0,1 0 0,14-23 0,-18 23 0,0 0 0,-1 0 0,0 0 0,-1-1 0,-1 0 0,0 0 0,0 0 0,-1 0 0,0 0 0,-1 0 0,-1-1 0,-1-12 0,1 20 0,-1-1 0,1 0 0,-1 0 0,-1 0 0,1 0 0,-1 1 0,0-1 0,0 1 0,-1-1 0,1 1 0,-1 0 0,-1 0 0,1 0 0,0 1 0,-1-1 0,0 1 0,0-1 0,-1 1 0,1 1 0,-1-1 0,0 1 0,0-1 0,0 1 0,0 1 0,-1-1 0,-9-2 0,-11 0-1365,3 5-5461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7.549"/>
    </inkml:context>
    <inkml:brush xml:id="br0">
      <inkml:brushProperty name="width" value="0.05" units="cm"/>
      <inkml:brushProperty name="height" value="0.05" units="cm"/>
      <inkml:brushProperty name="color" value="#FFFFFF"/>
    </inkml:brush>
  </inkml:definitions>
  <inkml:trace contextRef="#ctx0" brushRef="#br0">1 12 24575,'3'0'0,"1"-3"0,3-4 0,0 5 0,-1 7 0,-2 4 0,-1 7 0,-1 7 0,-1 8 0,-1 5 0,0 5 0,-1 4 0,1 1 0,0-1 0,0-3 0,0-6 0,-1-9-8191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8"/>
    </inkml:context>
    <inkml:brush xml:id="br0">
      <inkml:brushProperty name="width" value="0.05" units="cm"/>
      <inkml:brushProperty name="height" value="0.05" units="cm"/>
      <inkml:brushProperty name="color" value="#FFFFFF"/>
    </inkml:brush>
  </inkml:definitions>
  <inkml:trace contextRef="#ctx0" brushRef="#br0">72 56 24575,'-20'34'0,"11"-17"0,0 0 0,2 1 0,0 0 0,1 1 0,-5 29 0,10-44 0,0 1 0,1 0 0,-1 0 0,1 0 0,1 0 0,-1-1 0,1 1 0,-1 0 0,1 0 0,1-1 0,-1 1 0,1 0 0,-1-1 0,1 1 0,1-1 0,-1 0 0,0 0 0,1 0 0,0 0 0,0 0 0,0 0 0,1-1 0,-1 0 0,1 0 0,0 0 0,0 0 0,7 4 0,-6-4 0,1 0 0,0-1 0,0 1 0,0-1 0,1-1 0,-1 1 0,0-1 0,1 0 0,-1-1 0,1 1 0,-1-1 0,1 0 0,-1-1 0,9-1 0,-6 0 0,0-1 0,-1 1 0,1-2 0,-1 1 0,0-1 0,0-1 0,0 1 0,0-1 0,11-10 0,-11 8 0,0 0 0,0-1 0,-1 0 0,0-1 0,0 1 0,-1-1 0,0 0 0,-1-1 0,0 1 0,-1-1 0,1 0 0,-2-1 0,1 1 0,-2-1 0,1 1 0,-2-1 0,2-18 0,-4 23-45,1 0-1,-1 0 1,-1 0-1,1 0 1,-1 1-1,0-1 1,-1 1-1,1-1 1,-1 1-1,0 0 1,0 0-1,-1 0 1,0 0-1,1 0 1,-2 1-1,1 0 1,0 0-1,-1 0 1,0 0-1,0 1 1,0 0-1,0 0 1,0 0-1,-1 1 0,1 0 1,-1 0-1,0 0 1,0 0-1,-8 0 1,-13-3-6781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29.791"/>
    </inkml:context>
    <inkml:brush xml:id="br0">
      <inkml:brushProperty name="width" value="0.05" units="cm"/>
      <inkml:brushProperty name="height" value="0.05" units="cm"/>
      <inkml:brushProperty name="color" value="#FFFFFF"/>
    </inkml:brush>
  </inkml:definitions>
  <inkml:trace contextRef="#ctx0" brushRef="#br0">1 0 24575,'0'1'0,"1"-1"0,0 0 0,0 0 0,-1 1 0,1-1 0,0 1 0,-1-1 0,1 1 0,-1-1 0,1 1 0,-1-1 0,1 1 0,-1-1 0,1 1 0,-1 0 0,1-1 0,-1 1 0,0 0 0,1-1 0,-1 1 0,0 0 0,0 0 0,1-1 0,-1 1 0,0 0 0,0 0 0,0 0 0,3 27 0,-2-24 0,1 74 159,-11 117-1,-1 8-1840,10-187-5144</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0.239"/>
    </inkml:context>
    <inkml:brush xml:id="br0">
      <inkml:brushProperty name="width" value="0.05" units="cm"/>
      <inkml:brushProperty name="height" value="0.05" units="cm"/>
      <inkml:brushProperty name="color" value="#FFFFFF"/>
    </inkml:brush>
  </inkml:definitions>
  <inkml:trace contextRef="#ctx0" brushRef="#br0">31 94 24575,'8'-45'0,"-8"45"0,0 0 0,0 0 0,0 0 0,-1 0 0,1 0 0,0 0 0,0 0 0,0 0 0,0 0 0,0 1 0,0-1 0,0 0 0,0 0 0,0 0 0,-1 0 0,1 0 0,0 0 0,0 0 0,0 0 0,0 0 0,0 0 0,0 0 0,0 0 0,-1 0 0,1 0 0,0 0 0,0 0 0,0 0 0,0 0 0,0 0 0,0 0 0,-1 0 0,1 0 0,0 0 0,0 0 0,0 0 0,0 0 0,0 0 0,0-1 0,0 1 0,0 0 0,0 0 0,-1 0 0,1 0 0,0 0 0,0 0 0,0 0 0,0-1 0,-6 14 0,-1 11 0,1 1 0,1 0 0,1 0 0,1 0 0,1 1 0,2 29 0,0-45 0,1 0 0,0 0 0,0 0 0,1 0 0,1-1 0,0 1 0,0 0 0,1-1 0,0 0 0,0 0 0,1 0 0,0 0 0,1-1 0,0 0 0,0 0 0,1 0 0,0-1 0,11 9 0,-13-12 0,0-1 0,0 0 0,0 0 0,0-1 0,1 0 0,-1 1 0,1-2 0,-1 1 0,1-1 0,0 1 0,0-2 0,-1 1 0,1-1 0,9 0 0,-7-1 0,0 0 0,-1-1 0,1 0 0,-1 0 0,1 0 0,-1-1 0,0-1 0,0 1 0,0-1 0,6-5 0,-3 2 0,-1 0 0,0-1 0,-1 0 0,0 0 0,0-1 0,-1 0 0,0 0 0,0-1 0,-1 0 0,-1 0 0,0 0 0,0-1 0,-1 0 0,6-19 0,-9 17 0,1 1 0,-2 0 0,1 0 0,-2-1 0,1 1 0,-2 0 0,0 0 0,0-1 0,-1 2 0,-1-1 0,0 0 0,-6-12 0,7 17 0,0 0 0,-1 0 0,0 0 0,-1 0 0,1 1 0,-1 0 0,-1 0 0,1 0 0,-1 1 0,0 0 0,0 0 0,0 0 0,-1 1 0,1 0 0,-1 0 0,0 1 0,-1 0 0,1 0 0,-15-4 0,6 5-682,-32-1-1,22 4-6143</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3.926"/>
    </inkml:context>
    <inkml:brush xml:id="br0">
      <inkml:brushProperty name="width" value="0.05" units="cm"/>
      <inkml:brushProperty name="height" value="0.05" units="cm"/>
      <inkml:brushProperty name="color" value="#FFFFFF"/>
    </inkml:brush>
  </inkml:definitions>
  <inkml:trace contextRef="#ctx0" brushRef="#br0">110 112 24575,'-30'1'0,"19"-1"0,0 1 0,0-1 0,0-1 0,-21-3 0,32 4 0,0 0 0,0 0 0,0 0 0,0 0 0,-1 0 0,1 0 0,0 0 0,0 0 0,0 0 0,0 0 0,0 0 0,0 0 0,-1 0 0,1 0 0,0 0 0,0 0 0,0 0 0,0-1 0,0 1 0,0 0 0,0 0 0,0 0 0,0 0 0,-1 0 0,1 0 0,0 0 0,0 0 0,0 0 0,0 0 0,0 0 0,0-1 0,0 1 0,0 0 0,0 0 0,0 0 0,0 0 0,0 0 0,0 0 0,0 0 0,0-1 0,0 1 0,0 0 0,0 0 0,0 0 0,0 0 0,0 0 0,0 0 0,0 0 0,0-1 0,0 1 0,0 0 0,0 0 0,0 0 0,0 0 0,0 0 0,0 0 0,0 0 0,0-1 0,10-4 0,14-3 0,287-44 298,-100 20-1961,-177 25-5163</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4.288"/>
    </inkml:context>
    <inkml:brush xml:id="br0">
      <inkml:brushProperty name="width" value="0.05" units="cm"/>
      <inkml:brushProperty name="height" value="0.05" units="cm"/>
      <inkml:brushProperty name="color" value="#FFFFFF"/>
    </inkml:brush>
  </inkml:definitions>
  <inkml:trace contextRef="#ctx0" brushRef="#br0">230 1 24575,'-1'0'0,"0"0"0,-1 1 0,1-1 0,0 1 0,0-1 0,-1 1 0,1-1 0,0 1 0,0 0 0,0-1 0,0 1 0,0 0 0,0 0 0,0 0 0,0 0 0,0 0 0,0 0 0,1 0 0,-1 0 0,0 0 0,1 0 0,-1 0 0,1 1 0,-1-1 0,1 0 0,-1 0 0,1 1 0,0-1 0,-1 3 0,0 3 0,0 1 0,0 0 0,1 11 0,3 17 0,2-1 0,2 0 0,1-1 0,1 0 0,17 39 0,-10-28 0,19 92 0,-33-125 0,7 56 0,-8-63 0,-1 0 0,0 1 0,0-1 0,-1 0 0,1 0 0,-1 1 0,0-1 0,-1 0 0,-3 9 0,5-14 0,0 0 0,0 0 0,0 0 0,0 0 0,0 0 0,0 0 0,0 0 0,0 1 0,0-1 0,0 0 0,0 0 0,0 0 0,0 0 0,0 0 0,0 0 0,0 0 0,0 0 0,0 0 0,0 0 0,-1 0 0,1 1 0,0-1 0,0 0 0,0 0 0,0 0 0,0 0 0,0 0 0,0 0 0,0 0 0,0 0 0,0 0 0,-1 0 0,1 0 0,0 0 0,0 0 0,0 0 0,0 0 0,0 0 0,0 0 0,0 0 0,0 0 0,-1 0 0,1 0 0,0 0 0,0 0 0,0 0 0,0 0 0,0 0 0,0-1 0,0 1 0,0 0 0,-1 0 0,-2-7 0,0-10 0,1-66 0,3 58 0,-2 1 0,-4-31 0,5 52 0,0 1 0,-1 0 0,1-1 0,-1 1 0,1 0 0,-1-1 0,0 1 0,0 0 0,0 0 0,0 0 0,-1 0 0,1 0 0,0 0 0,-1 0 0,1 1 0,-1-1 0,0 0 0,0 1 0,0-1 0,1 1 0,-1 0 0,0 0 0,-1-1 0,1 1 0,0 0 0,0 1 0,0-1 0,-1 0 0,1 1 0,0-1 0,-1 1 0,1 0 0,0 0 0,-1 0 0,1 0 0,-3 0 0,-3 1 0,0 1 0,0 0 0,0 0 0,0 1 0,0 0 0,1 0 0,-1 0 0,1 1 0,-8 6 0,0 1 69,0 0-1,0 1 0,1 1 0,-14 17 1,20-21-259,1 0 0,0 0 1,1 1-1,0 0 0,1 1 1,0-1-1,0 1 1,-3 11-1,4-5-6636</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4.660"/>
    </inkml:context>
    <inkml:brush xml:id="br0">
      <inkml:brushProperty name="width" value="0.05" units="cm"/>
      <inkml:brushProperty name="height" value="0.05" units="cm"/>
      <inkml:brushProperty name="color" value="#FFFFFF"/>
    </inkml:brush>
  </inkml:definitions>
  <inkml:trace contextRef="#ctx0" brushRef="#br0">1 30 24575,'36'-30'0,"-61"88"0,23-51 0,0-1 0,0 0 0,1 1 0,0-1 0,0 1 0,0-1 0,1 1 0,0 0 0,1-1 0,1 11 0,-1-14 0,-1-1 0,1 1 0,0-1 0,0 1 0,0-1 0,1 1 0,-1-1 0,1 0 0,-1 0 0,1 0 0,0 0 0,0 0 0,-1 0 0,1 0 0,1-1 0,-1 1 0,0-1 0,0 0 0,1 1 0,-1-1 0,0 0 0,1 0 0,-1 0 0,1-1 0,-1 1 0,1-1 0,0 1 0,-1-1 0,4 0 0,0 0 0,1-1 0,-1 0 0,1 0 0,-1 0 0,1-1 0,-1 0 0,0 0 0,0-1 0,0 0 0,0 0 0,0 0 0,0-1 0,-1 1 0,0-1 0,0-1 0,0 1 0,0-1 0,-1 0 0,1 0 0,-1 0 0,-1-1 0,1 1 0,-1-1 0,0 0 0,0 0 0,2-7 0,-4 11 0,-1 0 0,1 0 0,-1 0 0,0 0 0,0 0 0,1-1 0,-1 1 0,-1 0 0,1 0 0,0 0 0,0 0 0,-1 0 0,1 0 0,-1-1 0,0 1 0,0 0 0,1 0 0,-1 1 0,-1-1 0,1 0 0,0 0 0,-2-2 0,0 2 0,1 0 0,-1 0 0,0-1 0,0 2 0,-1-1 0,1 0 0,0 1 0,-1-1 0,1 1 0,0 0 0,-1 0 0,-4 0 0,0-1 0,0 1 0,-1 1 0,1 0 0,0 0 0,-1 0 0,1 1 0,0 0 0,0 1 0,0 0 0,-15 6 0,12-1-1365</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5.066"/>
    </inkml:context>
    <inkml:brush xml:id="br0">
      <inkml:brushProperty name="width" value="0.05" units="cm"/>
      <inkml:brushProperty name="height" value="0.05" units="cm"/>
      <inkml:brushProperty name="color" value="#FFFFFF"/>
    </inkml:brush>
  </inkml:definitions>
  <inkml:trace contextRef="#ctx0" brushRef="#br0">2 106 24575,'-1'-25'0,"1"13"0,0 0 0,0 0 0,4-22 0,-4 33 0,0 1 0,0 0 0,0-1 0,0 1 0,0-1 0,0 1 0,0-1 0,0 1 0,1 0 0,-1-1 0,0 1 0,0 0 0,0-1 0,1 1 0,-1-1 0,0 1 0,0 0 0,1-1 0,-1 1 0,0 0 0,0 0 0,1-1 0,-1 1 0,1 0 0,-1 0 0,0-1 0,1 1 0,6 8 0,3 20 0,-4 24 0,-1 0 0,-5 90 0,-1-73 0,-1-32 0,-8 44 0,7-62 0,9-31 0,1 0 0,-1 1 0,2 0 0,0 0 0,11-12 0,-12 14 0,1 2 0,0-1 0,1 1 0,-1 0 0,1 1 0,1 0 0,-1 0 0,1 1 0,0 0 0,0 1 0,0 0 0,1 1 0,-1 0 0,1 1 0,16-3 0,-19 5 0,1-1 0,-1 1 0,0 0 0,0 1 0,0 0 0,0 0 0,0 1 0,-1 0 0,1 0 0,0 1 0,-1 0 0,1 0 0,-1 0 0,0 1 0,0 1 0,0-1 0,-1 1 0,0 0 0,0 0 0,0 1 0,9 11 0,-13-14 0,0 0 0,0 0 0,0-1 0,0 1 0,-1 0 0,1 1 0,-1-1 0,0 0 0,0 0 0,0 1 0,0-1 0,-1 0 0,1 1 0,-1-1 0,0 1 0,0-1 0,0 0 0,0 1 0,-1-1 0,1 0 0,-1 1 0,0-1 0,0 0 0,0 1 0,-1-1 0,1 0 0,-1 0 0,1 0 0,-1 0 0,0-1 0,0 1 0,-1 0 0,1-1 0,0 1 0,-1-1 0,0 0 0,1 0 0,-1 0 0,0 0 0,0 0 0,-6 2 0,-2 1 49,-1-1 0,-1 0 0,1-1-1,0 0 1,-1-1 0,-14 1 0,-5-1-903,-39-3 1,18-3-5973</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6.922"/>
    </inkml:context>
    <inkml:brush xml:id="br0">
      <inkml:brushProperty name="width" value="0.05" units="cm"/>
      <inkml:brushProperty name="height" value="0.05" units="cm"/>
      <inkml:brushProperty name="color" value="#FFFFFF"/>
    </inkml:brush>
  </inkml:definitions>
  <inkml:trace contextRef="#ctx0" brushRef="#br0">1 241 24575,'3'-5'0,"1"-1"0,-2 1 0,1-1 0,0 0 0,-1 1 0,0-1 0,0 0 0,-1-1 0,2-10 0,1-2 0,-1 5 0,5-19 0,5-35 0,-16 109 0,2 0 0,2 0 0,11 68 0,-8-86 0,1 0 0,1 0 0,10 23 0,-14-41 0,0 0 0,0 0 0,1 0 0,-1 0 0,1-1 0,0 1 0,0-1 0,1 0 0,-1 0 0,1 0 0,0 0 0,0-1 0,0 1 0,1-1 0,-1 0 0,1 0 0,0-1 0,0 1 0,8 2 0,-8-5 0,-1 1 0,1-1 0,-1 0 0,1 0 0,-1 0 0,1 0 0,-1-1 0,1 0 0,-1 0 0,0 0 0,1 0 0,-1-1 0,0 0 0,0 0 0,0 0 0,0 0 0,0-1 0,-1 1 0,1-1 0,-1 0 0,0 0 0,1 0 0,-1-1 0,5-7 0,4-6 0,-1 0 0,0-1 0,15-36 0,-7 4 0,7-14 0,-26 63 0,0 1 0,0-1 0,0 0 0,1 1 0,-1-1 0,0 1 0,0-1 0,1 0 0,-1 1 0,1-1 0,-1 1 0,0-1 0,1 1 0,-1-1 0,1 1 0,-1 0 0,1-1 0,0 1 0,-1-1 0,1 1 0,-1 0 0,1 0 0,0-1 0,-1 1 0,1 0 0,-1 0 0,1 0 0,0-1 0,-1 1 0,1 0 0,0 0 0,-1 0 0,1 0 0,0 0 0,-1 1 0,1-1 0,0 0 0,-1 0 0,1 0 0,0 1 0,-1-1 0,1 0 0,-1 0 0,1 1 0,0-1 0,-1 1 0,1-1 0,-1 0 0,1 1 0,-1-1 0,1 1 0,-1-1 0,0 1 0,1 0 0,4 5 0,-1 0 0,0 1 0,-1-1 0,4 8 0,-4-7 0,5 9 0,1 3 0,1 0 0,1-1 0,0 0 0,15 17 0,-22-30 0,1 0 0,-1-1 0,1 1 0,0-1 0,0-1 0,1 1 0,-1-1 0,1 0 0,0 0 0,-1 0 0,1-1 0,1 0 0,-1 0 0,0 0 0,0-1 0,1 0 0,-1 0 0,8-1 0,-4 0 0,0-1 0,0-1 0,-1 1 0,1-1 0,0-1 0,-1 0 0,1 0 0,-1-1 0,0 0 0,0-1 0,-1 0 0,1 0 0,-1-1 0,0 0 0,-1-1 0,1 1 0,-1-1 0,-1-1 0,1 1 0,6-11 0,-6 7 0,1-1 0,-2 0 0,1 0 0,-2-1 0,0 1 0,0-1 0,-1 0 0,-1-1 0,0 1 0,0-1 0,-2 1 0,0-1 0,0 0 0,-2-15 0,-1 16 0,0 0 0,-5-17 0,6 27 0,0-1 0,0 1 0,0-1 0,-1 1 0,0 0 0,0-1 0,1 1 0,-2 0 0,1 0 0,0 0 0,-1 1 0,-4-5 0,6 6-34,0 1 0,0-1 0,0 1 0,0-1 0,0 1-1,0 0 1,0-1 0,0 1 0,0 0 0,0 0 0,0 0 0,0 0 0,-1 0-1,1 0 1,0 0 0,0 0 0,0 0 0,0 1 0,0-1 0,0 0-1,0 1 1,0-1 0,0 0 0,0 1 0,0 0 0,0-1 0,0 1 0,0-1-1,0 1 1,1 0 0,-1 0 0,0 0 0,0-1 0,1 1 0,-1 0 0,1 0-1,-1 0 1,1 0 0,-2 2 0,-5 12-6792</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7.716"/>
    </inkml:context>
    <inkml:brush xml:id="br0">
      <inkml:brushProperty name="width" value="0.05" units="cm"/>
      <inkml:brushProperty name="height" value="0.05" units="cm"/>
      <inkml:brushProperty name="color" value="#FFFFFF"/>
    </inkml:brush>
  </inkml:definitions>
  <inkml:trace contextRef="#ctx0" brushRef="#br0">67 473 24575,'30'0'0,"42"-5"0,-61 3 0,1 0 0,-1-1 0,0 0 0,-1-1 0,1 0 0,19-11 0,-28 14 0,0 0 0,0 0 0,0 0 0,0 0 0,-1-1 0,1 1 0,0-1 0,-1 1 0,1-1 0,-1 0 0,0 0 0,1 0 0,-1 1 0,0-1 0,0 0 0,0 0 0,-1-1 0,1 1 0,0 0 0,0-4 0,-1 3 0,0 0 0,-1 0 0,1 0 0,0 0 0,-1 0 0,0 0 0,0 0 0,0 0 0,0 0 0,0 0 0,-1 0 0,1 1 0,-3-4 0,-2-2 0,0 1 0,0 0 0,-1 0 0,0 0 0,0 1 0,-1 0 0,0 0 0,-13-7 0,17 11 0,0 0 0,0 0 0,0 1 0,-1-1 0,1 1 0,0 0 0,-1 0 0,0 0 0,1 1 0,-1 0 0,1 0 0,-1 0 0,1 0 0,-1 1 0,1-1 0,-1 1 0,-7 3 0,6-2 0,0 1 0,1 1 0,-1-1 0,1 1 0,0 0 0,0 0 0,0 0 0,0 1 0,0-1 0,1 1 0,-5 8 0,2-3 0,1 1 0,0-1 0,0 1 0,1 0 0,1 1 0,0-1 0,1 1 0,0 0 0,0 0 0,1 0 0,1 0 0,0 1 0,1 12 0,1-19 0,0 0 0,0 0 0,0 0 0,1 0 0,0-1 0,0 1 0,1 0 0,0-1 0,0 0 0,0 1 0,0-1 0,1 0 0,0 0 0,0-1 0,0 1 0,0-1 0,1 0 0,0 0 0,0-1 0,0 1 0,0-1 0,0 0 0,1-1 0,0 1 0,-1-1 0,10 2 0,-3 0 0,1-2 0,-1 1 0,1-2 0,0 0 0,0 0 0,0-1 0,0-1 0,0 0 0,0-1 0,-1 0 0,21-6 0,-19 3 0,0-1 0,0 0 0,0-1 0,-1 0 0,0-1 0,0-1 0,-1 0 0,0-1 0,0 0 0,-1-1 0,11-14 0,-11 11 0,-1 0 0,-1-1 0,0-1 0,-1 1 0,0-1 0,-1-1 0,-2 1 0,1-1 0,3-26 0,3-44 0,1-103 0,-10 136 0,-23 169 0,3 301 0,17-410 0,1-1 0,-1 1 0,1 0 0,0-1 0,1 6 0,-2-10 0,0-1 0,0 1 0,1-1 0,-1 0 0,0 1 0,0-1 0,0 0 0,0 1 0,1-1 0,-1 0 0,0 1 0,0-1 0,1 0 0,-1 0 0,0 1 0,0-1 0,1 0 0,-1 0 0,0 1 0,1-1 0,-1 0 0,0 0 0,1 0 0,-1 0 0,0 0 0,1 1 0,-1-1 0,0 0 0,1 0 0,-1 0 0,1 0 0,0-1 0,0 1 0,1-1 0,-1 0 0,0 0 0,0 1 0,0-1 0,0 0 0,0 0 0,0 0 0,0 0 0,-1 0 0,1 0 0,0 0 0,0-2 0,23-39 0,-13 23 0,22-32 0,-29 46 0,-1 1 0,0 0 0,1 0 0,0 1 0,0-1 0,0 1 0,0 0 0,1 0 0,-1 0 0,1 0 0,0 1 0,7-3 0,-11 5 0,1-1 0,-1 1 0,1 0 0,-1 0 0,1-1 0,-1 1 0,1 0 0,-1 0 0,1 1 0,-1-1 0,1 0 0,-1 0 0,1 1 0,-1-1 0,1 1 0,-1-1 0,0 1 0,1 0 0,-1-1 0,0 1 0,3 2 0,-2-1 0,0 1 0,1-1 0,-1 1 0,0 0 0,-1 0 0,1 0 0,0 0 0,-1 0 0,2 5 0,1 5 0,0 1 0,-2-1 0,3 23 0,-3-23 0,-1 1 0,-1-1 0,0 1 0,0-1 0,-4 20 0,3-30 0,0 0 0,0 0 0,0 0 0,0 0 0,0 0 0,-1 0 0,0 0 0,1 0 0,-1-1 0,0 1 0,0-1 0,0 1 0,-1-1 0,1 0 0,-1 0 0,1 0 0,-1 0 0,0 0 0,1 0 0,-1-1 0,0 0 0,0 1 0,0-1 0,0 0 0,0 0 0,-1-1 0,1 1 0,-4 0 0,0-1-76,0 0 1,0-1-1,0 1 0,0-1 0,0 0 0,0-1 0,0 0 0,0 0 1,0-1-1,1 1 0,-1-1 0,1-1 0,0 1 0,0-1 1,0 0-1,0-1 0,-8-8 0,-3-6-6750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8.121"/>
    </inkml:context>
    <inkml:brush xml:id="br0">
      <inkml:brushProperty name="width" value="0.05" units="cm"/>
      <inkml:brushProperty name="height" value="0.05" units="cm"/>
      <inkml:brushProperty name="color" value="#FFFFFF"/>
    </inkml:brush>
  </inkml:definitions>
  <inkml:trace contextRef="#ctx0" brushRef="#br0">1 15 24575,'1'-1'0,"1"-1"0,-1 0 0,1 1 0,0 0 0,-1-1 0,1 1 0,0 0 0,0 0 0,0 0 0,2-1 0,-4 2 0,1 0 0,0 0 0,-1 0 0,1 0 0,-1 0 0,1 0 0,-1 0 0,1 1 0,-1-1 0,1 0 0,-1 0 0,1 0 0,-1 1 0,1-1 0,-1 0 0,1 1 0,-1-1 0,1 0 0,-1 1 0,0-1 0,1 1 0,-1-1 0,1 0 0,-1 1 0,0-1 0,0 1 0,1-1 0,-1 1 0,0-1 0,0 1 0,0 0 0,1-1 0,-1 1 0,0-1 0,0 1 0,0-1 0,0 1 0,0-1 0,0 1 0,0 0 0,0-1 0,-1 1 0,5 59 0,-5 73 0,-1-42 0,1 222 0,1-313 0,0 0 0,1 0 0,-1 0 0,0 0 0,0 0 0,0-1 0,0 1 0,0 0 0,0 0 0,0 0 0,0 0 0,1 0 0,-1 0 0,0 0 0,0 0 0,0 0 0,0 0 0,0 0 0,0 0 0,0 0 0,1 0 0,-1 0 0,0 0 0,0 0 0,0 0 0,0 0 0,0 1 0,0-1 0,0 0 0,1 0 0,-1 0 0,0 0 0,0 0 0,0 0 0,0 0 0,0 0 0,0 0 0,0 0 0,0 0 0,0 0 0,0 1 0,0-1 0,0 0 0,0 0 0,1 0 0,-1 0 0,0 0 0,0 0 0,0 0 0,0 1 0,0-1 0,0 0 0,0 0 0,0 0 0,0 0 0,0 0 0,0 0 0,0 0 0,0 1 0,-1-1 0,1 0 0,0 0 0,0 0 0,0 0 0,10-14 0,9-25 0,-17 36 0,3-8 0,55-104 0,-53 104 0,1 0 0,0 0 0,0 1 0,1 0 0,1 0 0,0 1 0,16-13 0,-24 21 0,0 0 0,0-1 0,0 1 0,0 0 0,1 0 0,-1 0 0,0 0 0,0 0 0,1 1 0,-1-1 0,0 1 0,1-1 0,-1 1 0,0 0 0,1 0 0,-1 0 0,0 0 0,3 1 0,-3 0 0,0 0 0,0-1 0,0 1 0,0 1 0,0-1 0,-1 0 0,1 0 0,0 1 0,-1-1 0,1 1 0,-1-1 0,1 1 0,-1 0 0,0-1 0,0 1 0,1 2 0,2 6 0,0-1 0,-1 1 0,0-1 0,-1 1 0,0 0 0,0 0 0,0 11 0,-3 125-1310,1-145 1255,-1 16-6771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8.824"/>
    </inkml:context>
    <inkml:brush xml:id="br0">
      <inkml:brushProperty name="width" value="0.05" units="cm"/>
      <inkml:brushProperty name="height" value="0.05" units="cm"/>
      <inkml:brushProperty name="color" value="#FFFFFF"/>
    </inkml:brush>
  </inkml:definitions>
  <inkml:trace contextRef="#ctx0" brushRef="#br0">67 159 24575,'4'-3'0,"-1"-1"0,0 0 0,0 0 0,0 0 0,4-8 0,-6 11 0,-1 0 0,1 0 0,-1 0 0,0 1 0,1-1 0,-1 0 0,0 0 0,0 0 0,1 0 0,-1 0 0,0 0 0,0 0 0,0 0 0,0 1 0,0-1 0,0 0 0,0 0 0,-1 0 0,1 0 0,0 0 0,0 0 0,-1 0 0,1 0 0,-1 1 0,1-1 0,0 0 0,-1 0 0,0 1 0,1-1 0,-1 0 0,1 0 0,-1 1 0,0-1 0,1 1 0,-1-1 0,0 1 0,-1-2 0,0 2 0,1 0 0,0-1 0,-1 1 0,1 0 0,-1 0 0,1 0 0,0 0 0,-1 0 0,1 0 0,-1 1 0,1-1 0,0 0 0,-1 1 0,1-1 0,0 1 0,0-1 0,-1 1 0,1 0 0,0-1 0,0 1 0,0 0 0,0 0 0,0 0 0,0 0 0,-2 1 0,-21 29 0,21-27 0,0 1 0,0-1 0,1 1 0,0 0 0,0-1 0,0 1 0,1 0 0,-1 0 0,1 1 0,0-1 0,1 0 0,-1 0 0,1 0 0,0 1 0,1-1 0,-1 0 0,1 0 0,1 7 0,0-9 0,-1 1 0,1-1 0,-1 1 0,1-1 0,0 1 0,0-1 0,1 0 0,-1 0 0,1 0 0,-1 0 0,1-1 0,0 1 0,0-1 0,0 0 0,1 1 0,-1-1 0,0-1 0,1 1 0,-1 0 0,1-1 0,0 0 0,-1 0 0,1 0 0,0 0 0,5 0 0,-3-1 0,0 1 0,1-2 0,-1 1 0,0-1 0,0 1 0,1-2 0,-1 1 0,0-1 0,0 0 0,-1 0 0,1-1 0,0 1 0,-1-1 0,1 0 0,-1-1 0,0 0 0,0 0 0,0 0 0,-1 0 0,0 0 0,5-6 0,-6 6 0,0 0 0,0 0 0,0-1 0,-1 1 0,1 0 0,-1-1 0,0 0 0,0 0 0,-1 1 0,0-1 0,1 0 0,-2 0 0,1 0 0,0 0 0,-1 0 0,0 0 0,0 0 0,-1-1 0,0 1 0,1 0 0,-1 1 0,-1-1 0,1 0 0,-1 0 0,0 0 0,-3-5 0,-1 2 0,0-1 0,0 2 0,-1-1 0,0 1 0,-8-7 0,-1-1 0,15 14 0,1 1 0,-1 0 0,1-1 0,-1 1 0,1-1 0,-1 1 0,1-1 0,-1 1 0,1-1 0,0 1 0,-1-1 0,1 0 0,0 1 0,-1-1 0,1 0 0,0 1 0,0-1 0,0 1 0,0-1 0,-1 0 0,1 1 0,0-1 0,0 0 0,0 0 0,0 1 0,1-2 0,-1 2 0,1-1 0,-1 0 0,1 1 0,0-1 0,-1 1 0,1-1 0,0 1 0,0-1 0,-1 1 0,1-1 0,0 1 0,0 0 0,0-1 0,0 1 0,-1 0 0,1 0 0,1 0 0,47-2 0,-41 3 0,19-2 0,-16 1 0,1-1 0,0 1 0,0 1 0,0 0 0,-1 1 0,1 0 0,-1 1 0,19 7 0,-27-9 0,-1 0 0,0 1 0,0 0 0,0-1 0,-1 1 0,1 0 0,0 0 0,-1 0 0,1 0 0,-1 0 0,0 0 0,1 0 0,-1 1 0,0-1 0,0 0 0,-1 1 0,1-1 0,0 1 0,-1-1 0,0 1 0,1-1 0,-1 1 0,0-1 0,0 1 0,-1 3 0,-1 9 0,0-1 0,-1 0 0,-7 19 0,3-7 0,0 4 0,-4 36 0,10-58 0,1 0 0,-1 0 0,1 0 0,1-1 0,-1 1 0,1 0 0,1 0 0,0 0 0,0-1 0,3 10 0,-4-15 0,1 0 0,-1 1 0,0-1 0,1 0 0,-1 0 0,1 0 0,0 0 0,0 0 0,0 0 0,0 0 0,0 0 0,0-1 0,0 1 0,1-1 0,-1 0 0,0 0 0,1 0 0,-1 0 0,4 1 0,-1-1 0,-1-1 0,1 1 0,-1-1 0,1 0 0,-1-1 0,1 1 0,-1-1 0,1 1 0,-1-2 0,7-1 0,0-1 0,-1 0 0,0-1 0,-1 0 0,1-1 0,-1 0 0,0-1 0,0 1 0,12-15 0,-15 15 0,-1-1 0,0 0 0,0-1 0,-1 1 0,0-1 0,-1 1 0,1-1 0,-1 0 0,-1 0 0,0-1 0,0 1 0,0-1 0,-1 1 0,-1-1 0,1 1 0,-1-1 0,-1 1 0,1-1 0,-2 1 0,1-1 0,-1 1 0,0 0 0,-6-13 0,4 11 0,0 0 0,-1 1 0,0 0 0,0 0 0,-1 1 0,0-1 0,-1 1 0,0 1 0,0-1 0,-1 1 0,0 0 0,0 1 0,0 0 0,-1 0 0,0 1 0,0 0 0,0 1 0,-1 0 0,-13-4 0,19 7 0,0 0 0,0 1 0,0-1 0,0 1 0,0 0 0,0 1 0,0-1 0,0 1 0,0-1 0,-4 2 0,7-1 0,1-1 0,-1 0 0,0 0 0,0 1 0,0-1 0,1 1 0,-1-1 0,0 1 0,1-1 0,-1 1 0,0-1 0,1 1 0,-1-1 0,1 1 0,-1 0 0,1-1 0,-1 1 0,1 0 0,-1 0 0,0 1 0,1-1 0,0 0 0,0 0 0,1 1 0,-1-1 0,0 0 0,0 0 0,1 0 0,-1 1 0,0-1 0,1 0 0,-1 0 0,1 0 0,-1 0 0,1 0 0,0 0 0,0 0 0,-1 0 0,1 0 0,1 1 0,1 1-151,0-1-1,0 1 0,0-1 0,0 0 1,0 0-1,1 0 0,-1 0 1,6 1-1,11 5-6674</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39.295"/>
    </inkml:context>
    <inkml:brush xml:id="br0">
      <inkml:brushProperty name="width" value="0.05" units="cm"/>
      <inkml:brushProperty name="height" value="0.05" units="cm"/>
      <inkml:brushProperty name="color" value="#FFFFFF"/>
    </inkml:brush>
  </inkml:definitions>
  <inkml:trace contextRef="#ctx0" brushRef="#br0">1 243 24575,'9'-23'0,"0"-1"0,-2 0 0,8-41 0,-4 15 0,-9 40 0,6-18 0,-8 27 0,0 0 0,1 0 0,-1 0 0,1-1 0,-1 1 0,1 0 0,-1 0 0,1 0 0,0 0 0,0 0 0,0 0 0,-1 0 0,1 0 0,0 0 0,2-1 0,-2 2 0,-1 0 0,0 0 0,1 0 0,-1 0 0,0 0 0,0 0 0,1 0 0,-1 0 0,0 0 0,0 0 0,1 0 0,-1 0 0,0 1 0,0-1 0,1 0 0,-1 0 0,0 0 0,0 0 0,1 1 0,-1-1 0,0 0 0,0 0 0,0 0 0,0 1 0,1-1 0,-1 0 0,0 0 0,0 1 0,0-1 0,0 0 0,0 0 0,0 1 0,0-1 0,0 0 0,0 1 0,1-1 0,1 14 0,-2-14 0,5 53 0,-2 1 0,-5 54 0,0-28 0,1-18 0,-1-31 0,1 0 0,2 0 0,5 32 0,-6-62 0,0 1 0,0-1 0,1 1 0,-1-1 0,0 0 0,1 1 0,-1-1 0,1 0 0,-1 1 0,1-1 0,0 0 0,0 1 0,-1-1 0,1 0 0,0 0 0,0 0 0,0 0 0,0 0 0,0 0 0,0 0 0,1 0 0,-1 0 0,0-1 0,3 2 0,-3-2 0,1 0 0,-1 0 0,1 0 0,-1 0 0,1-1 0,-1 1 0,1-1 0,-1 1 0,1-1 0,-1 1 0,1-1 0,-1 0 0,0 0 0,0 0 0,1 0 0,-1 0 0,0 0 0,0 0 0,0 0 0,0 0 0,0 0 0,0 0 0,1-3 0,12-17 0,-1-1 0,20-43 0,-23 42 0,1 0 0,27-39 0,-37 60 0,1 0 0,-1 1 0,1-1 0,-1 0 0,1 1 0,0 0 0,0-1 0,-1 1 0,4-2 0,-4 3 0,-1 0 0,0 0 0,0 0 0,0 0 0,1 0 0,-1 0 0,0 0 0,0 0 0,1 0 0,-1 0 0,0 0 0,0 0 0,0 0 0,1 0 0,-1 0 0,0 0 0,0 0 0,1 0 0,-1 0 0,0 0 0,0 0 0,0 0 0,1 0 0,-1 0 0,0 1 0,0-1 0,0 0 0,0 0 0,1 0 0,-1 0 0,0 1 0,1 12 0,-6 6 0,0 0 0,-2-1 0,0 0 0,0 0 0,-2-1 0,-16 24 0,19-32 0,-1-1 0,0 1 0,-9 7 0,-12 13 0,28-28 0,-1 1 0,0-1 0,0 0 0,1 1 0,-1-1 0,1 1 0,-1-1 0,1 0 0,0 1 0,-1-1 0,1 1 0,0-1 0,0 1 0,0-1 0,0 1 0,0-1 0,0 1 0,1-1 0,-1 1 0,0-1 0,1 1 0,-1-1 0,1 0 0,0 1 0,-1-1 0,1 0 0,0 1 0,0-1 0,0 0 0,0 0 0,0 0 0,0 0 0,2 2 0,6 5 0,-1-1 0,1 1 0,16 8 0,-12-7 0,39 31-1365,-31-21-5461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40.464"/>
    </inkml:context>
    <inkml:brush xml:id="br0">
      <inkml:brushProperty name="width" value="0.05" units="cm"/>
      <inkml:brushProperty name="height" value="0.05" units="cm"/>
      <inkml:brushProperty name="color" value="#FFFFFF"/>
    </inkml:brush>
  </inkml:definitions>
  <inkml:trace contextRef="#ctx0" brushRef="#br0">0 195 24575,'1'-1'0,"0"1"0,0 0 0,0-1 0,0 1 0,-1 0 0,1-1 0,0 1 0,0-1 0,0 1 0,-1-1 0,1 0 0,0 1 0,-1-1 0,1 0 0,0 1 0,-1-1 0,1 0 0,0 0 0,9-9 0,-9 11 0,-1-1 0,1 0 0,0 0 0,-1 0 0,1 1 0,0-1 0,-1 0 0,1 1 0,0-1 0,-1 0 0,1 1 0,-1-1 0,1 1 0,0-1 0,-1 1 0,1-1 0,-1 1 0,0-1 0,1 1 0,-1 0 0,1-1 0,-1 1 0,0-1 0,1 2 0,15 30 0,-2 0 0,-1 1 0,14 53 0,4 11 0,-19-61 0,-8-24 0,0 1 0,1 0 0,11 21 0,-12-32 0,-3-11 0,-4-18 0,3 23 0,-3-24 0,1 0 0,2 0 0,1 0 0,1-1 0,2 1 0,0 1 0,13-42 0,-10 48 0,0 0 0,2 0 0,0 1 0,2 0 0,0 0 0,1 1 0,1 1 0,1 0 0,30-30 0,-37 41 86,0 1-1,1 0 0,11-7 1,-15 12-229,-1-1 1,0 0 0,1 1 0,-1-1-1,1 1 1,-1 0 0,1 0 0,0 1 0,-1-1-1,1 1 1,5 0 0,4 2-6684</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40.936"/>
    </inkml:context>
    <inkml:brush xml:id="br0">
      <inkml:brushProperty name="width" value="0.05" units="cm"/>
      <inkml:brushProperty name="height" value="0.05" units="cm"/>
      <inkml:brushProperty name="color" value="#FFFFFF"/>
    </inkml:brush>
  </inkml:definitions>
  <inkml:trace contextRef="#ctx0" brushRef="#br0">1 137 24575,'54'17'0,"-33"-12"0,1-1 0,0 0 0,0-2 0,26 0 0,-40-2 0,0 0 0,0 0 0,0-1 0,-1-1 0,1 1 0,0-1 0,0-1 0,-1 1 0,1-1 0,-1-1 0,0 1 0,0-1 0,0 0 0,12-10 0,-18 13 0,0-1 0,0 1 0,0 0 0,0 0 0,0 0 0,0-1 0,0 1 0,0 0 0,0-1 0,-1 1 0,1-1 0,-1 1 0,1-1 0,-1 0 0,1 1 0,-1-1 0,0 1 0,0-1 0,0 0 0,0 1 0,0-1 0,0 1 0,-1-3 0,0 1 0,0 0 0,0 0 0,0 0 0,-1 0 0,0 0 0,0 1 0,1-1 0,-1 1 0,-1-1 0,1 1 0,-3-3 0,-4-2 0,0 1 0,-1-1 0,1 1 0,-1 1 0,-20-8 0,24 10 0,-1 1 0,0 1 0,1-1 0,-1 1 0,0 0 0,0 0 0,0 1 0,0 0 0,1 0 0,-15 3 0,17-2 0,-1 0 0,1 1 0,0-1 0,0 1 0,-1 1 0,1-1 0,1 0 0,-1 1 0,0 0 0,0 0 0,1 0 0,0 0 0,0 1 0,0-1 0,0 1 0,0-1 0,-2 6 0,0 0 0,1-1 0,0 1 0,1 0 0,0 0 0,0 0 0,1 0 0,0 1 0,1-1 0,0 0 0,0 1 0,1-1 0,0 1 0,1-1 0,0 1 0,0-1 0,4 11 0,-4-13 0,2 0 0,-1-1 0,1 1 0,0-1 0,0 0 0,1 0 0,0 0 0,0 0 0,0 0 0,1-1 0,-1 0 0,1 0 0,1 0 0,-1-1 0,1 1 0,0-1 0,0-1 0,0 1 0,0-1 0,0 0 0,1-1 0,9 4 0,-5-4-273,0 0 0,0-1 0,0 0 0,19 0 0,6-4-6553</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41.390"/>
    </inkml:context>
    <inkml:brush xml:id="br0">
      <inkml:brushProperty name="width" value="0.05" units="cm"/>
      <inkml:brushProperty name="height" value="0.05" units="cm"/>
      <inkml:brushProperty name="color" value="#FFFFFF"/>
    </inkml:brush>
  </inkml:definitions>
  <inkml:trace contextRef="#ctx0" brushRef="#br0">27 107 24575,'0'-10'0,"0"0"0,-1-1 0,0 1 0,0 0 0,-1 0 0,-1 0 0,-6-17 0,2 18 0,4 13 0,3 19 0,48 211 0,-6-28 0,-20-98 0,-33-175 0,3 29 0,2-1 0,-3-75 0,9 93 0,1 1 0,1 0 0,0 0 0,2 0 0,0 0 0,1 0 0,12-27 0,-15 42 0,0 0 0,0 0 0,1 1 0,0-1 0,0 1 0,0-1 0,1 1 0,-1 0 0,1 0 0,0 1 0,0-1 0,1 1 0,-1 0 0,6-3 0,-7 4 0,1 1 0,0 0 0,-1 0 0,1 0 0,0 0 0,0 0 0,0 1 0,0 0 0,0 0 0,-1 0 0,1 0 0,0 1 0,0-1 0,0 1 0,0 0 0,-1 0 0,1 0 0,0 1 0,-1-1 0,4 3 0,1 1 0,0 0 0,-1 0 0,0 1 0,0 0 0,0 0 0,-1 1 0,0 0 0,0 0 0,-1 0 0,0 0 0,0 1 0,-1 0 0,0 0 0,0 1 0,-1-1 0,0 1 0,0-1 0,-1 1 0,1 13 0,-2-16 0,0 0 0,0 0 0,-1 1 0,0-1 0,0 0 0,-1 0 0,0 1 0,0-1 0,0 0 0,-1 0 0,0 0 0,0 0 0,0 0 0,-1 0 0,0-1 0,0 1 0,0-1 0,-1 0 0,0 0 0,0 0 0,0 0 0,0-1 0,-1 0 0,0 0 0,0 0 0,0 0 0,0-1 0,-8 4 0,-2-2-124,0 0 0,0-1 0,0-1 0,0 0 0,0-2 0,-1 1-1,1-2 1,-1 0 0,1-1 0,-26-4 0,8 0-6702</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3:38:41.714"/>
    </inkml:context>
    <inkml:brush xml:id="br0">
      <inkml:brushProperty name="width" value="0.05" units="cm"/>
      <inkml:brushProperty name="height" value="0.05" units="cm"/>
      <inkml:brushProperty name="color" value="#FFFFFF"/>
    </inkml:brush>
  </inkml:definitions>
  <inkml:trace contextRef="#ctx0" brushRef="#br0">103 1 24575,'-1'2'0,"0"0"0,0 0 0,0 0 0,0 0 0,-1 0 0,1-1 0,-1 1 0,1 0 0,-1-1 0,1 1 0,-1-1 0,0 1 0,0-1 0,-3 2 0,-4 4 0,2 0 0,0 0 0,1 1 0,0 0 0,0 0 0,1 0 0,0 1 0,1 0 0,0 0 0,0 0 0,1 1 0,0-1 0,0 1 0,1-1 0,0 1 0,1 0 0,0 0 0,1 0 0,1 16 0,0-19 0,-1-1 0,1 1 0,1-1 0,-1 0 0,1 0 0,0 1 0,0-1 0,1 0 0,-1-1 0,2 1 0,-1 0 0,0-1 0,1 0 0,0 0 0,0 0 0,1 0 0,-1-1 0,1 1 0,0-1 0,0 0 0,1-1 0,-1 1 0,1-1 0,0 0 0,0-1 0,0 1 0,0-1 0,0 0 0,10 1 0,-7-2 0,0-1 0,0 0 0,0 0 0,1-1 0,-1 0 0,0-1 0,0 0 0,0 0 0,-1-1 0,1 0 0,0-1 0,-1 1 0,0-2 0,0 1 0,0-1 0,7-6 0,-8 6 0,-1 0 0,0 0 0,0 0 0,-1-1 0,0 0 0,0 0 0,0 0 0,0 0 0,-1-1 0,0 0 0,-1 0 0,1 0 0,-1 0 0,-1-1 0,1 1 0,-1-1 0,-1 0 0,1 1 0,-1-10 0,-1 13 22,0-1-1,-1 0 0,0 1 1,0-1-1,0 1 0,0-1 1,-1 1-1,0 0 0,0-1 1,0 1-1,0 0 0,-1 0 1,1 0-1,-1 1 0,-5-6 1,1 2-236,0 2 1,0-1 0,0 1-1,0 0 1,-1 0 0,0 1-1,-9-4 1,-26-8-6613</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3:58.845"/>
    </inkml:context>
    <inkml:brush xml:id="br0">
      <inkml:brushProperty name="width" value="0.05" units="cm"/>
      <inkml:brushProperty name="height" value="0.05" units="cm"/>
      <inkml:brushProperty name="color" value="#FFFFFF"/>
    </inkml:brush>
  </inkml:definitions>
  <inkml:trace contextRef="#ctx0" brushRef="#br0">108 656 24575,'9'-10'0,"-2"0"0,1-1 0,-1 0 0,-1 0 0,0-1 0,7-19 0,3-3 0,-4 10 0,-7 18 0,-1-1 0,0 0 0,0 0 0,-1-1 0,0 1 0,-1-1 0,1 0 0,-2 0 0,3-14 0,-4 20 0,0 1 0,0-1 0,-1 1 0,1-1 0,0 1 0,-1-1 0,1 1 0,-1-1 0,0 1 0,1-1 0,-1 1 0,0 0 0,0 0 0,0-1 0,0 1 0,0 0 0,0 0 0,0 0 0,0 0 0,0 0 0,-1 0 0,1 0 0,0 0 0,-1 1 0,1-1 0,-1 0 0,1 1 0,-1-1 0,1 1 0,-1 0 0,1-1 0,-1 1 0,1 0 0,-1 0 0,1 0 0,-3 0 0,-1 0 0,0 1 0,0 0 0,0-1 0,0 2 0,0-1 0,0 0 0,0 1 0,1 0 0,-10 5 0,4 0 0,0 1 0,1-1 0,0 2 0,0-1 0,1 1 0,0 1 0,0-1 0,1 1 0,0 1 0,1-1 0,0 1 0,1 0 0,0 1 0,1-1 0,0 1 0,1 0 0,0 0 0,1 0 0,0 0 0,1 0 0,0 1 0,2 13 0,-1-23 0,0 0 0,0 0 0,0 0 0,1 0 0,-1 1 0,1-1 0,0 0 0,0 0 0,0 0 0,0 0 0,1-1 0,-1 1 0,1 0 0,-1 0 0,1-1 0,0 1 0,0-1 0,0 0 0,1 1 0,-1-1 0,0 0 0,1 0 0,0-1 0,-1 1 0,1 0 0,0-1 0,0 0 0,0 1 0,0-1 0,0 0 0,0-1 0,0 1 0,0 0 0,0-1 0,0 0 0,0 0 0,1 0 0,-1 0 0,0 0 0,0-1 0,0 1 0,0-1 0,0 0 0,0 0 0,3-1 0,8-3 0,-1 0 0,0-1 0,0 0 0,-1-1 0,0-1 0,0 0 0,19-17 0,-15 10 0,-1-1 0,0-1 0,-2 0 0,18-29 0,-8 6 0,-3 0 0,-1-2 0,-3-1 0,15-54 0,-21 62 0,-1-2 0,-2 0 0,-1 0 0,-2 0 0,-1-46 0,-7 72 0,-3 15 0,-5 19 0,-3 14 0,1 1 0,-13 62 0,-7 83 0,28-150-273,2 1 0,2 0 0,1 0 0,5 51 0,0-58-6553</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3:59.219"/>
    </inkml:context>
    <inkml:brush xml:id="br0">
      <inkml:brushProperty name="width" value="0.05" units="cm"/>
      <inkml:brushProperty name="height" value="0.05" units="cm"/>
      <inkml:brushProperty name="color" value="#FFFFFF"/>
    </inkml:brush>
  </inkml:definitions>
  <inkml:trace contextRef="#ctx0" brushRef="#br0">105 170 24575,'0'9'0,"-1"-9"0,1 1 0,0 0 0,0 0 0,0-1 0,0 1 0,0 0 0,0 0 0,0 0 0,0-1 0,0 1 0,0 0 0,0 0 0,0 0 0,1-1 0,-1 1 0,0 0 0,1-1 0,-1 1 0,0 0 0,1 0 0,-1-1 0,1 1 0,-1-1 0,1 1 0,-1 0 0,1-1 0,0 1 0,-1-1 0,1 1 0,0-1 0,-1 0 0,1 1 0,0-1 0,-1 0 0,1 1 0,0-1 0,0 0 0,0 0 0,-1 0 0,1 0 0,0 0 0,0 0 0,1 0 0,2 1 0,0 0 0,1-1 0,-1 1 0,1-1 0,-1-1 0,1 1 0,-1 0 0,1-1 0,-1 0 0,0 0 0,1-1 0,-1 1 0,0-1 0,0 0 0,0 0 0,0 0 0,0 0 0,-1-1 0,1 1 0,-1-1 0,1 0 0,2-4 0,-4 5 0,0-1 0,0 1 0,0-1 0,0 0 0,-1 0 0,1 0 0,-1 0 0,0 0 0,0 0 0,0 0 0,0 0 0,-1-1 0,1 1 0,-1 0 0,0 0 0,0-1 0,0 1 0,0 0 0,0 0 0,-1-1 0,0 1 0,1 0 0,-1 0 0,0 0 0,-1 0 0,1 0 0,0 0 0,-1 0 0,0 0 0,-3-4 0,0 1 0,0-1 0,0 1 0,-1 0 0,0 0 0,-1 0 0,1 1 0,-1 0 0,0 1 0,0-1 0,-10-3 0,14 7 0,0-1 0,0 1 0,0 0 0,0 0 0,-1 1 0,1-1 0,0 1 0,0 0 0,-1 0 0,1 0 0,0 0 0,0 0 0,-1 1 0,1-1 0,0 1 0,0 0 0,0 0 0,0 0 0,0 0 0,0 1 0,0-1 0,0 1 0,0 0 0,1 0 0,-1 0 0,1 0 0,-1 0 0,1 1 0,-3 2 0,-1 3 0,1 1 0,-1 0 0,1 0 0,1 0 0,0 1 0,0-1 0,1 1 0,0 0 0,-2 12 0,2-4 0,1 0 0,0 0 0,1 0 0,3 26 0,-2-36-68,1 0 0,1 1-1,-1-1 1,1 0 0,1 1 0,-1-1-1,1-1 1,1 1 0,0 0 0,0-1-1,0 1 1,1-1 0,0-1 0,0 1-1,1-1 1,0 1 0,0-2-1,0 1 1,10 6 0,10 4-6758</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3:59.529"/>
    </inkml:context>
    <inkml:brush xml:id="br0">
      <inkml:brushProperty name="width" value="0.05" units="cm"/>
      <inkml:brushProperty name="height" value="0.05" units="cm"/>
      <inkml:brushProperty name="color" value="#FFFFFF"/>
    </inkml:brush>
  </inkml:definitions>
  <inkml:trace contextRef="#ctx0" brushRef="#br0">0 0 24575,'2'28'0,"1"0"0,1-1 0,1 1 0,1-1 0,2 0 0,14 32 0,-21-55 0,1-1 0,-1 1 0,1-1 0,0 0 0,0 1 0,1-1 0,-1 0 0,1 0 0,0-1 0,-1 1 0,1-1 0,0 1 0,0-1 0,1 0 0,5 3 0,-6-4 0,-1 0 0,0-1 0,1 0 0,-1 1 0,1-1 0,-1 0 0,1 0 0,-1 0 0,0 0 0,1-1 0,-1 1 0,1-1 0,-1 1 0,0-1 0,1 0 0,-1 0 0,0 0 0,0 0 0,0 0 0,0-1 0,0 1 0,0-1 0,0 1 0,0-1 0,2-3 0,13-14 0,-1-2 0,-1 1 0,21-40 0,14-20 0,-39 65-1365,-3 3-5461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0.479"/>
    </inkml:context>
    <inkml:brush xml:id="br0">
      <inkml:brushProperty name="width" value="0.05" units="cm"/>
      <inkml:brushProperty name="height" value="0.05" units="cm"/>
      <inkml:brushProperty name="color" value="#FFFFFF"/>
    </inkml:brush>
  </inkml:definitions>
  <inkml:trace contextRef="#ctx0" brushRef="#br0">223 53 24575,'0'4'0,"-21"575"0,-16-313 0,-77 275 0,105-504 0,-7 24 0,-8 70 0,24-126 0,-1 0 0,1 0 0,0 1 0,0-1 0,0 0 0,1 0 0,0 0 0,0 0 0,2 6 0,-2-9 0,0 1 0,1-1 0,-1 0 0,0 0 0,1 0 0,-1 0 0,1 0 0,0-1 0,-1 1 0,1 0 0,0-1 0,0 1 0,0-1 0,0 0 0,0 0 0,1 0 0,-1 0 0,0 0 0,1 0 0,-1 0 0,3 0 0,7 1 0,0-1 0,0 0 0,1-1 0,-1 0 0,0 0 0,21-5 0,74-21 0,-77 17 0,89-22 0,2 4 0,0 6 0,132-6 0,606 42-348,-201 4 115,-651-19 242,-2 1 44,1-1-1,-1-1 1,1 1-1,-1-1 0,10-2 1,-14 3-46,-1 0 1,1-1-1,0 1 1,-1 0-1,1 0 0,-1-1 1,0 1-1,1 0 1,-1-1-1,1 1 1,-1-1-1,1 1 1,-1-1-1,0 1 0,1 0 1,-1-1-1,0 1 1,0-1-1,1 1 1,-1-1-1,0 0 1,0 1-1,1-2 1,-2 1-3,1 0 0,0-1 0,0 1 1,0-1-1,-1 1 0,1 0 0,-1-1 1,1 1-1,-1 0 0,0 0 0,1-1 1,-1 1-1,0 0 0,-1-1 0,-10-14-5,1 0 0,1 0 0,-12-26 0,19 35 0,0-1 0,1 1 0,0-1 0,1 0 0,-1 1 0,1-1 0,1 0 0,0 0 0,0 0 0,0 0 0,3-11 0,7-22 0,1 1 0,3 1 0,32-67 0,-5 11 0,92-272 0,-116 310 0,-3 0 0,-2-2 0,-3 1 0,2-93 0,-11 127 0,0 0 0,-2 1 0,-1-1 0,-1 1 0,-1-1 0,-9-25 0,10 40 0,1 1 0,-1 0 0,0-1 0,0 2 0,-1-1 0,0 0 0,-1 1 0,1 0 0,-1 0 0,-1 1 0,1 0 0,-1 0 0,0 0 0,-1 1 0,1 0 0,-1 1 0,0-1 0,0 1 0,-11-3 0,-8-1 0,0 2 0,-1 0 0,-41-2 0,-86 4 0,115 3 0,-816 36-561,646-21 497,-69 4 248,-441 21-1629,676-38-4860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2.243"/>
    </inkml:context>
    <inkml:brush xml:id="br0">
      <inkml:brushProperty name="width" value="0.05" units="cm"/>
      <inkml:brushProperty name="height" value="0.05" units="cm"/>
      <inkml:brushProperty name="color" value="#FFFFFF"/>
    </inkml:brush>
  </inkml:definitions>
  <inkml:trace contextRef="#ctx0" brushRef="#br0">2880 16 24575,'-118'-8'0,"16"0"0,-585 20-743,426-3 259,-32-1 104,-358 12-581,2 25 469,579-37-364,22 0-3419</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2.583"/>
    </inkml:context>
    <inkml:brush xml:id="br0">
      <inkml:brushProperty name="width" value="0.05" units="cm"/>
      <inkml:brushProperty name="height" value="0.05" units="cm"/>
      <inkml:brushProperty name="color" value="#FFFFFF"/>
    </inkml:brush>
  </inkml:definitions>
  <inkml:trace contextRef="#ctx0" brushRef="#br0">639 4 24575,'0'0'0,"0"0"0,0-1 0,0 1 0,0 0 0,-1 0 0,1 0 0,0-1 0,0 1 0,0 0 0,-1 0 0,1 0 0,0 0 0,0 0 0,-1-1 0,1 1 0,0 0 0,0 0 0,-1 0 0,1 0 0,0 0 0,-1 0 0,1 0 0,0 0 0,0 0 0,-1 0 0,1 0 0,0 0 0,-1 0 0,1 0 0,0 0 0,0 0 0,-1 1 0,1-1 0,0 0 0,0 0 0,-1 0 0,1 0 0,0 0 0,0 1 0,-1-1 0,-15 8 0,14-7 0,-252 107 0,-27 15 0,272-118 0,0 0 0,0 1 0,1 0 0,-13 11 0,19-16 0,1 1 0,-1 0 0,0 0 0,1 0 0,-1 0 0,1 0 0,0 0 0,0 0 0,0 0 0,0 0 0,0 0 0,0 1 0,0-1 0,1 0 0,-1 1 0,1-1 0,-1 1 0,1-1 0,0 0 0,0 1 0,0-1 0,1 1 0,-1-1 0,2 5 0,0-1 0,1 0 0,0 0 0,1 0 0,-1-1 0,1 1 0,0-1 0,9 9 0,39 32 0,-28-26 0,18 17-1365,-2-4-5461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3.486"/>
    </inkml:context>
    <inkml:brush xml:id="br0">
      <inkml:brushProperty name="width" value="0.05" units="cm"/>
      <inkml:brushProperty name="height" value="0.05" units="cm"/>
      <inkml:brushProperty name="color" value="#FFFFFF"/>
    </inkml:brush>
  </inkml:definitions>
  <inkml:trace contextRef="#ctx0" brushRef="#br0">523 132 24575,'0'-3'0,"0"0"0,0 1 0,0-1 0,-1 0 0,1 0 0,-1 0 0,0 0 0,0 0 0,0 0 0,0 1 0,-1-1 0,1 0 0,-1 1 0,0-1 0,1 1 0,-1 0 0,0-1 0,0 1 0,-1 0 0,1 0 0,0 0 0,-1 1 0,1-1 0,-1 0 0,1 1 0,-1 0 0,0 0 0,0 0 0,0 0 0,1 0 0,-7-1 0,1 1 0,-1 0 0,1 0 0,-1 1 0,0 0 0,1 0 0,-1 1 0,0 0 0,1 1 0,-1 0 0,-8 3 0,-1 2 0,0 2 0,0 1 0,1 0 0,0 1 0,0 0 0,1 2 0,1 0 0,0 0 0,1 2 0,-20 25 0,13-13 0,2 1 0,1 1 0,2 0 0,0 2 0,-17 48 0,24-53 0,2 0 0,0 1 0,1-1 0,-1 31 0,6-48 0,0 1 0,1 0 0,1-1 0,-1 1 0,2-1 0,-1 1 0,1 0 0,1-1 0,-1 0 0,2 0 0,-1 0 0,1 0 0,1 0 0,9 14 0,-11-19 0,1 0 0,-1 0 0,1 0 0,0-1 0,0 0 0,0 0 0,0 0 0,1 0 0,-1 0 0,1-1 0,0 0 0,0 0 0,0 0 0,6 1 0,-4-2 0,0 0 0,1 0 0,-1-1 0,1 0 0,-1 0 0,1-1 0,-1 0 0,0 0 0,8-3 0,2-2 0,0 0 0,-1-1 0,0-1 0,0 0 0,-1-2 0,0 1 0,22-20 0,-16 10 0,0-2 0,-2 0 0,0-1 0,-2-1 0,0-1 0,-2 0 0,0-1 0,-2-1 0,-1 0 0,11-35 0,-16 40 0,-1-1 0,-2 0 0,0 0 0,-1-1 0,0-41 0,-4 47 0,-1 0 0,0 0 0,-1 1 0,-1-1 0,0 1 0,-1 0 0,-1 0 0,-10-21 0,12 31 0,0-1 0,0 1 0,0 0 0,-1 0 0,0 0 0,0 1 0,0-1 0,-1 1 0,1 0 0,-1 1 0,-13-8 0,16 10 0,-1 1 0,1 0 0,0-1 0,-1 1 0,1 0 0,-1 1 0,0-1 0,1 1 0,-1-1 0,0 1 0,1 0 0,-1 0 0,0 1 0,1-1 0,-1 1 0,1 0 0,-1 0 0,1 0 0,-1 0 0,1 1 0,0-1 0,-1 1 0,1 0 0,0 0 0,0 0 0,-3 3 0,-1 2 0,-1 1 0,2 0 0,-1 0 0,1 1 0,0 0 0,0 0 0,1 0 0,1 1 0,0-1 0,0 1 0,0 1 0,2-1 0,-4 15 0,1 8 0,1 0 0,1 66 0,6-37 0,3 0 0,24 105 0,47 117 0,-73-271 0,10 34 166,25 94-1697,-35-117-5295</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4.345"/>
    </inkml:context>
    <inkml:brush xml:id="br0">
      <inkml:brushProperty name="width" value="0.05" units="cm"/>
      <inkml:brushProperty name="height" value="0.05" units="cm"/>
      <inkml:brushProperty name="color" value="#FFFFFF"/>
    </inkml:brush>
  </inkml:definitions>
  <inkml:trace contextRef="#ctx0" brushRef="#br0">745 184 24575,'-5'-3'0,"1"2"0,-1-1 0,1 0 0,-1 1 0,0 0 0,0 0 0,1 0 0,-1 1 0,0-1 0,0 1 0,0 0 0,0 1 0,0-1 0,0 1 0,1 0 0,-1 0 0,0 1 0,1-1 0,-1 1 0,1 0 0,-1 0 0,1 1 0,0-1 0,0 1 0,0 0 0,-7 6 0,1 1 0,-1 1 0,1 0 0,1 1 0,0 0 0,1 0 0,0 1 0,-10 22 0,-16 46 15,-29 104-1,-10 91-95,56-207 13,-43 174-460,-168 610 457,212-807 80,7-23 9,2 0 1,0 0-1,1 1 1,2 0-1,-3 25 1,7-47-9,0 0 0,0-1 0,1 1 1,-1 0-1,0 0 0,0-1 0,1 1 0,-1-1 1,1 1-1,0 0 0,-1-1 0,1 1 0,0-1 1,0 1-1,0-1 0,0 0 0,0 1 0,0-1 1,0 0-1,1 0 0,-1 1 0,0-1 0,1 0 0,-1-1 1,1 1-1,-1 0 0,1 0 0,-1 0 0,1-1 1,-1 1-1,1-1 0,3 1 0,5 0 39,0 0-1,0 0 1,0-1-1,17-2 0,-8 1-27,628-12-184,29-1-158,137-33 224,-791 45 97,-11 2 0,0 0 0,-1-1 0,1 0 0,-1-1 0,1 0 0,-1-1 0,0 0 0,0-1 0,12-6 0,-21 10 5,0 0 1,-1-1-1,1 1 1,0-1-1,-1 1 1,1-1-1,0 0 0,-1 1 1,1-1-1,-1 0 1,1 1-1,-1-1 1,1 0-1,-1 1 1,1-1-1,-1 0 1,0 0-1,1 0 1,-1 1-1,0-1 0,0 0 1,0 0-1,0 0 1,0 0-1,0 0 1,0 1-1,0-1 1,0 0-1,0 0 1,0 0-1,0 0 1,-1 0-1,1 1 0,0-1 1,0 0-1,-1 0 1,1 1-1,-1-1 1,1 0-1,-1 0 1,1 1-1,-1-1 1,-1 0-1,-3-5 59,0 1 0,0 0 0,-1 1 0,-8-6-1,7 5-41,-17-13-22,1 0 0,1-2 0,0 0 0,-25-32 0,36 37 0,1 0 0,0-1 0,1 0 0,0-1 0,2 0 0,0 0 0,1-1 0,-5-22 0,3-3 5,2 0-1,2-1 0,2 0 1,1 1-1,3-1 1,11-71-1,7 15-81,55-168 0,91-154-590,34 14 717,-182 375-50,-8 15 0,0-1 0,-1 0 0,-1-1 0,11-39 0,-18 57 10,-1 0-1,1-1 0,-1 1 1,0 0-1,0 0 0,0 0 1,0 0-1,0-1 0,0 1 1,0 0-1,-1 0 0,1 0 1,-1 0-1,0 0 1,1-1-1,-1 1 0,0 1 1,0-1-1,0 0 0,-1 0 1,1 0-1,0 0 0,-1 1 1,1-1-1,-1 1 0,1-1 1,-1 1-1,0-1 0,0 1 1,1 0-1,-1 0 0,0 0 1,0 0-1,0 0 0,0 1 1,0-1-1,-1 1 0,-2-1 1,-8-2 65,-1 2 0,1 0 0,-1 1 0,-26 2 0,39-2-75,-389 56 0,280-37 0,-702 110-1272,257-42-771,392-61-2833</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4.996"/>
    </inkml:context>
    <inkml:brush xml:id="br0">
      <inkml:brushProperty name="width" value="0.05" units="cm"/>
      <inkml:brushProperty name="height" value="0.05" units="cm"/>
      <inkml:brushProperty name="color" value="#FFFFFF"/>
    </inkml:brush>
  </inkml:definitions>
  <inkml:trace contextRef="#ctx0" brushRef="#br0">2001 38 24575,'25'-12'0,"-15"3"0,-10 8 0,0 1 0,0 0 0,0 0 0,1 0 0,-1 0 0,0-1 0,0 1 0,0 0 0,0 0 0,0 0 0,0 0 0,0-1 0,0 1 0,0 0 0,0 0 0,0 0 0,0-1 0,0 1 0,0 0 0,0 0 0,0 0 0,0 0 0,0-1 0,0 1 0,0 0 0,0 0 0,0 0 0,-1 0 0,1-1 0,0 1 0,0 0 0,0 0 0,0 0 0,0 0 0,0 0 0,0-1 0,-1 1 0,1 0 0,0 0 0,0 0 0,0 0 0,0 0 0,-1 0 0,1 0 0,0 0 0,-8-3 0,0 1 0,0 1 0,0 0 0,0 0 0,0 0 0,0 1 0,-11 1 0,2-1 0,-504 33-402,298-14 143,-927 36-1106,1103-55-4800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5.294"/>
    </inkml:context>
    <inkml:brush xml:id="br0">
      <inkml:brushProperty name="width" value="0.05" units="cm"/>
      <inkml:brushProperty name="height" value="0.05" units="cm"/>
      <inkml:brushProperty name="color" value="#FFFFFF"/>
    </inkml:brush>
  </inkml:definitions>
  <inkml:trace contextRef="#ctx0" brushRef="#br0">466 1 24575,'-17'15'0,"-1"0"0,-32 19 0,6-4 0,-55 35 0,-7 5 0,89-56 0,0 0 0,0 0 0,-23 29 0,36-38 0,-1 1 0,1 0 0,0-1 0,1 1 0,0 1 0,0-1 0,0 0 0,0 1 0,1 0 0,0-1 0,1 1 0,-1 0 0,1 0 0,1 0 0,-1 9 0,2-8 0,1 0 0,-1 0 0,1 0 0,1 0 0,-1 0 0,1 0 0,0-1 0,1 0 0,0 1 0,0-1 0,1-1 0,9 12 0,58 56-1365,-38-43-5461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5.950"/>
    </inkml:context>
    <inkml:brush xml:id="br0">
      <inkml:brushProperty name="width" value="0.05" units="cm"/>
      <inkml:brushProperty name="height" value="0.05" units="cm"/>
      <inkml:brushProperty name="color" value="#FFFFFF"/>
    </inkml:brush>
  </inkml:definitions>
  <inkml:trace contextRef="#ctx0" brushRef="#br0">69 5 24575,'2'-3'0,"2"2"0,0 7 0,-1 8 0,-1 11 0,-4 13 0,-1 12 0,-3 9 0,-1 10 0,-2 4 0,-3 5 0,2 1 0,-2-4 0,2-6 0,3-9 0,2-14-8191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6.244"/>
    </inkml:context>
    <inkml:brush xml:id="br0">
      <inkml:brushProperty name="width" value="0.05" units="cm"/>
      <inkml:brushProperty name="height" value="0.05" units="cm"/>
      <inkml:brushProperty name="color" value="#FFFFFF"/>
    </inkml:brush>
  </inkml:definitions>
  <inkml:trace contextRef="#ctx0" brushRef="#br0">1 626 24575,'6'-32'0,"-2"0"0,-1 0 0,-1-50 0,-1 36 0,0-13 0,-2 13 0,3 0 0,1 0 0,18-85 0,-20 127 0,0 0 0,1 0 0,-1 0 0,1 0 0,0 0 0,0 0 0,0 0 0,1 0 0,-1 1 0,1-1 0,0 1 0,0 0 0,0 0 0,0 0 0,1 0 0,-1 0 0,5-2 0,-4 4 0,-1-1 0,1 1 0,0 0 0,0 0 0,0 1 0,0-1 0,0 1 0,0 0 0,0 0 0,-1 0 0,1 0 0,0 1 0,0 0 0,0 0 0,0 0 0,0 0 0,-1 0 0,1 1 0,4 2 0,9 5 0,-1 2 0,0 0 0,0 0 0,-1 2 0,-1 0 0,0 0 0,-1 1 0,0 1 0,-1 0 0,-1 1 0,-1 1 0,0-1 0,-1 1 0,0 1 0,-2 0 0,0 0 0,5 22 0,-11-32 0,1 0 0,-1-1 0,-1 1 0,1 0 0,-1 0 0,-1 0 0,1 0 0,-1-1 0,-1 1 0,0 0 0,0-1 0,0 1 0,-1-1 0,-5 10 0,4-9 0,-1 0 0,0-1 0,-1 0 0,1-1 0,-2 1 0,1-1 0,-1 0 0,1 0 0,-1-1 0,-1 0 0,1 0 0,-13 5 0,6-4 69,0 0-1,0-1 0,0 0 0,-20 3 1,29-7-164,0 0 0,0 0 0,0-1 0,1 0 1,-1 0-1,0 0 0,0-1 0,0 1 0,0-1 0,1 0 1,-1 0-1,0-1 0,1 1 0,-1-1 0,1 0 1,-1-1-1,-4-2 0,-3-7-6731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6.946"/>
    </inkml:context>
    <inkml:brush xml:id="br0">
      <inkml:brushProperty name="width" value="0.05" units="cm"/>
      <inkml:brushProperty name="height" value="0.05" units="cm"/>
      <inkml:brushProperty name="color" value="#FFFFFF"/>
    </inkml:brush>
  </inkml:definitions>
  <inkml:trace contextRef="#ctx0" brushRef="#br0">513 1 24575,'1'12'0,"0"-1"0,1 1 0,1 0 0,0 0 0,5 13 0,8 27 0,-5 14-79,-2 0-1,-3 1 0,-4 91 1,-34 202-513,-102 318 364,-55-13 274,-23-48-142,212-616 70,-7 28 388,7-29-348,-1 0 0,1 1 1,0-1-1,0 1 0,1-1 0,-1 1 1,0-1-1,0 1 0,0-1 0,0 1 0,0-1 1,0 1-1,1-1 0,-1 1 0,0-1 1,0 0-1,1 1 0,-1-1 0,0 1 0,1-1 1,-1 0-1,0 1 0,1-1 0,-1 0 1,0 0-1,1 1 0,-1-1 0,1 0 0,-1 0 1,0 1-1,1-1 0,-1 0 0,1 0 1,-1 0-1,1 0 0,-1 0 0,1 0 0,-1 0 1,1 0-1,-1 0 0,1 0 0,-1 0 1,1 0-1,-1 0 0,1 0 0,-1 0 0,1 0 1,-1-1-1,0 1 0,1 0 0,-1 0 1,1 0-1,0-1 0,11-4 1,1-1-1,-1 0 0,0 0 1,16-12-1,6-4-2,31-13-73,2 4 0,1 2 0,2 3 0,0 3 0,1 3 0,94-13 0,447-24-367,1222 89-1442,-1825-32 1881,13 2 306,28-1 0,-49-1-286,-1 0 0,1 0 0,-1 0-1,1 0 1,-1 0 0,1 0 0,-1 0 0,1 0 0,-1 0 0,1 0 0,-1 0 0,1 0 0,-1 0 0,1 0-1,-1-1 1,1 1 0,-1 0 0,1 0 0,-1 0 0,1-1 0,-1 1 0,1 0 0,-1-1 0,0 1 0,1 0-1,-1-1 1,0 1 0,1-1 0,-1 1 0,0 0 0,1-1 0,-1 0 0,0 0-84,-1 0 1,1 0-1,-1 0 1,0 0-1,1 0 1,-1 0-1,0 1 1,0-1-1,1 0 1,-1 0-1,0 1 1,0-1-1,-1 0 1,-15-9-6344</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07.618"/>
    </inkml:context>
    <inkml:brush xml:id="br0">
      <inkml:brushProperty name="width" value="0.05" units="cm"/>
      <inkml:brushProperty name="height" value="0.05" units="cm"/>
      <inkml:brushProperty name="color" value="#FFFFFF"/>
    </inkml:brush>
  </inkml:definitions>
  <inkml:trace contextRef="#ctx0" brushRef="#br0">0 121 24575,'66'-7'0,"-7"0"0,508 0-636,-183 7 284,1250-94-1588,-1618 92 1924,-8 1 128,0 0-1,1 0 0,-1 1 0,0 0 1,14 1-1,-21 0-61,1-1 0,-1 1-1,0-1 1,1 1 0,-1-1 0,1 1 0,-1 0 0,0-1 0,0 1 0,1 0-1,-1 0 1,0 0 0,0 0 0,0 0 0,0 0 0,0 0 0,0 1 0,0-1 0,0 0-1,-1 0 1,1 1 0,0-1 0,-1 1 0,1-1 0,-1 0 0,0 1 0,1-1-1,-1 1 1,0-1 0,0 1 0,0-1 0,0 1 0,0-1 0,0 1 0,0-1 0,-1 2-1,-17 109 245,0-12-157,1 430-137,12-163 0,-12-142 0,-73 347 0,88-562 175,2-8-293,0 1-1,0-1 1,0 0-1,-1 0 1,1 0-1,-1 0 1,1 0-1,-1 0 1,0 0-1,0 0 1,0 0-1,-2 3 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0.224"/>
    </inkml:context>
    <inkml:brush xml:id="br0">
      <inkml:brushProperty name="width" value="0.05" units="cm"/>
      <inkml:brushProperty name="height" value="0.05" units="cm"/>
      <inkml:brushProperty name="color" value="#FFFFFF"/>
    </inkml:brush>
  </inkml:definitions>
  <inkml:trace contextRef="#ctx0" brushRef="#br0">1 969 24575,'0'1'0,"0"-1"0,0 0 0,0 0 0,1 0 0,-1 0 0,0 0 0,0 0 0,0 1 0,0-1 0,1 0 0,-1 0 0,0 0 0,0 0 0,0 0 0,1 0 0,-1 0 0,0 0 0,0 0 0,0 0 0,0 0 0,1 0 0,-1 0 0,0 0 0,0 0 0,0 0 0,1 0 0,-1 0 0,0 0 0,0 0 0,0 0 0,1 0 0,-1-1 0,0 1 0,0 0 0,0 0 0,0 0 0,0 0 0,1 0 0,-1 0 0,0-1 0,0 1 0,0 0 0,0 0 0,0 0 0,0 0 0,0-1 0,1 1 0,-1 0 0,0 0 0,0 0 0,0-1 0,0 1 0,0 0 0,0 0 0,0 0 0,0 0 0,0-1 0,0 1 0,0 0 0,0 0 0,0 0 0,0-1 0,0 1 0,0 0 0,-1 0 0,11 13 0,-2 1 0,31 58 0,47 66 0,-70-116 0,1-1 0,1 0 0,1-1 0,0-1 0,2-1 0,0-1 0,24 14 0,-13-11 0,2-3 0,0 0 0,1-3 0,62 18 0,-44-19 0,1-2 0,89 6 0,5-15 0,214-22 0,-356 19 0,340-38 0,632-157 0,-573 68 0,-9-25 0,-258 98 0,-42 18 0,150-37 0,-190 62 0,1 3 0,1 1 0,-1 4 0,72 2 0,-71 5 0,0 3 0,-1 3 0,1 1 0,-2 4 0,0 1 0,77 34 0,-114-41 0,-1 2 0,0 0 0,0 1 0,23 19 0,-35-25 0,0 1 0,0-1 0,0 1 0,-1 0 0,0 1 0,0-1 0,0 1 0,-1 0 0,0 0 0,-1 1 0,1-1 0,-2 1 0,1-1 0,1 10 0,-3-16 0,-1-1 0,0 1 0,0 0 0,1-1 0,-1 1 0,0 0 0,0 0 0,0-1 0,0 1 0,0 0 0,0-1 0,0 1 0,0 0 0,0-1 0,-1 1 0,1 0 0,0-1 0,0 1 0,0 0 0,-1-1 0,1 1 0,0-1 0,-1 1 0,1 0 0,-1-1 0,1 1 0,-1-1 0,1 1 0,-1 0 0,-3-6 0,6-10 0,2 6 0,1 0 0,0 1 0,0-1 0,0 1 0,1 0 0,0 0 0,1 1 0,0 0 0,0 0 0,0 0 0,10-5 0,5-4 0,1 1 0,45-21 0,-39 24 0,1 1 0,1 1 0,-1 1 0,1 2 0,62-5 0,163 6 0,-241 6 0,536 31-305,-1 29-98,-411-44 377,320 42 26,278 28 0,-491-68 0,249-14 0,210-69 0,-527 35 0,331-101 0,-450 112-2,-2-3 0,0-2 0,-2-3 0,93-60-1,-127 73 12,-1-1 0,-1-2 0,-1 1 0,0-2 0,-1-1 0,-1 0 0,-1 0-1,0-2 1,-2 0 0,-1-1 0,0 0 0,-1 0 0,-2-2 0,11-36-1,-14 33 60,0-1 0,-2 1 0,-2-1 0,0 1 0,-2-1 0,-1 0 0,-1 0 0,-8-39 0,9 62-34,0-1 1,-1 1-1,0-1 0,0 1 0,-1 0 0,1-1 0,-1 1 0,0 1 0,-6-7 1,8 9-104,-1 0 1,0 1 0,1-1 0,-1 1-1,0-1 1,0 1 0,0 0-1,-1-1 1,1 1 0,0 0 0,0 0-1,0 1 1,-1-1 0,1 0 0,0 1-1,-1 0 1,1-1 0,-1 1 0,1 0-1,-1 0 1,1 0 0,0 1-1,-1-1 1,-2 1 0,-14 5-6758</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1.008"/>
    </inkml:context>
    <inkml:brush xml:id="br0">
      <inkml:brushProperty name="width" value="0.05" units="cm"/>
      <inkml:brushProperty name="height" value="0.05" units="cm"/>
      <inkml:brushProperty name="color" value="#FFFFFF"/>
    </inkml:brush>
  </inkml:definitions>
  <inkml:trace contextRef="#ctx0" brushRef="#br0">619 138 24575,'1'-10'0,"-2"-1"0,1 1 0,-1-1 0,-1 1 0,-3-14 0,4 20 0,-1 1 0,1 0 0,-1 0 0,1 0 0,-1 0 0,0 0 0,0 0 0,-1 0 0,1 0 0,0 1 0,-1 0 0,0-1 0,1 1 0,-1 0 0,0 0 0,0 0 0,0 1 0,-1-1 0,-5-2 0,0 2 0,-1 0 0,0 0 0,0 1 0,1 0 0,-1 1 0,0 0 0,0 0 0,0 1 0,0 0 0,1 1 0,-1 0 0,1 1 0,-1 0 0,1 0 0,-14 7 0,-5 4 0,1 1 0,1 2 0,-41 31 0,43-27 0,0 1 0,1 0 0,1 2 0,1 1 0,-23 35 0,32-42 0,1 1 0,1 0 0,0 1 0,2 0 0,0 0 0,2 1 0,0 0 0,-5 39 0,10-51 0,1 0 0,-1 1 0,2-1 0,-1 1 0,1-1 0,1 1 0,0-1 0,0 0 0,1 0 0,0 0 0,0 0 0,1 0 0,1-1 0,-1 0 0,10 13 0,-6-11 0,1-1 0,0 0 0,0 0 0,1-1 0,0 0 0,0-1 0,1 0 0,0-1 0,0 0 0,1 0 0,14 4 0,7 0 0,1-1 0,0-2 0,0-2 0,0 0 0,1-3 0,0 0 0,0-3 0,-1 0 0,1-3 0,-1-1 0,1-1 0,-2-2 0,1-1 0,-1-2 0,46-21 0,-20-3-1365,-12 3-5461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1.226"/>
    </inkml:context>
    <inkml:brush xml:id="br0">
      <inkml:brushProperty name="width" value="0.05" units="cm"/>
      <inkml:brushProperty name="height" value="0.05" units="cm"/>
      <inkml:brushProperty name="color" value="#FFFFFF"/>
    </inkml:brush>
  </inkml:definitions>
  <inkml:trace contextRef="#ctx0" brushRef="#br0">15 128 24575,'-3'0'0,"-4"-3"0,3-4 0,7-1 0,9-1 0,12-1 0,10 0 0,9-2 0,8 1 0,5 0 0,1 1 0,-2 0 0,-6 1 0,-10 0 0,-12 1-8191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1.366"/>
    </inkml:context>
    <inkml:brush xml:id="br0">
      <inkml:brushProperty name="width" value="0.05" units="cm"/>
      <inkml:brushProperty name="height" value="0.05" units="cm"/>
      <inkml:brushProperty name="color" value="#FFFFFF"/>
    </inkml:brush>
  </inkml:definitions>
  <inkml:trace contextRef="#ctx0" brushRef="#br0">298 0 24575,'-16'6'0,"-10"2"0,-33 17 0,50-20 0,0 0 0,0 0 0,1 1 0,0 0 0,1 1 0,-1 0 0,-7 9 0,5-3 0,1 0 0,0 1 0,1 0 0,0 1 0,2-1 0,0 1 0,0 0 0,-5 24 0,0 17 0,-5 59 0,11-72 0,-13 176-1365,17-183-5461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1.937"/>
    </inkml:context>
    <inkml:brush xml:id="br0">
      <inkml:brushProperty name="width" value="0.05" units="cm"/>
      <inkml:brushProperty name="height" value="0.05" units="cm"/>
      <inkml:brushProperty name="color" value="#FFFFFF"/>
    </inkml:brush>
  </inkml:definitions>
  <inkml:trace contextRef="#ctx0" brushRef="#br0">106 206 24575,'0'-1'0,"0"0"0,0 0 0,0 0 0,0 0 0,0 0 0,0 0 0,0 0 0,-1 0 0,1 0 0,0 0 0,-1 0 0,1 0 0,-1 0 0,0-1 0,1 2 0,-1-1 0,1 1 0,0 0 0,-1 0 0,1-1 0,0 1 0,-1 0 0,1 0 0,0 0 0,-1 0 0,1 0 0,-1-1 0,1 1 0,0 0 0,-1 0 0,1 0 0,0 0 0,-1 0 0,1 0 0,-1 0 0,1 0 0,0 1 0,-1-1 0,1 0 0,-1 0 0,-1 1 0,0 0 0,0 0 0,1 0 0,-1 1 0,0-1 0,1 0 0,-1 1 0,1-1 0,0 1 0,-1-1 0,1 1 0,0 0 0,-1 2 0,-6 11 0,2 1 0,0 1 0,0-1 0,-4 26 0,-7 72 0,12-75 0,-7 113 0,16-172 0,0 1 0,12-33 0,-4 15 0,-3 9 0,66-198 0,-63 199 0,0 0 0,2 1 0,0 1 0,2 0 0,37-45 0,-49 66 0,1-1 0,-1 1 0,1 0 0,0 0 0,0 0 0,0 1 0,7-3 0,-11 5 0,0 0 0,1 1 0,-1-1 0,1 1 0,-1-1 0,0 1 0,1 0 0,-1 0 0,1 0 0,-1 0 0,1 0 0,-1 0 0,1 0 0,-1 0 0,1 0 0,-1 1 0,1-1 0,-1 0 0,0 1 0,1 0 0,-1-1 0,0 1 0,1 0 0,-1-1 0,0 1 0,0 0 0,0 0 0,0 0 0,0 0 0,0 0 0,0 1 0,0-1 0,0 0 0,1 2 0,2 4 0,-1 1 0,0-1 0,0 1 0,-1 0 0,0 0 0,0 0 0,-1 0 0,0 0 0,-1 0 0,1 0 0,-2 10 0,-1 14 0,-9 44 0,-22 64 0,10-50 0,59-147 0,45-78 0,-65 112 0,1 0 0,1 1 0,32-30 0,-46 48 0,1 0 0,0 0 0,0 1 0,0 0 0,0 0 0,0 0 0,0 0 0,1 1 0,0 0 0,8-2 0,-12 3 0,0 1 0,0 0 0,0 0 0,0 0 0,0 0 0,0 0 0,0 1 0,0-1 0,0 1 0,0-1 0,0 1 0,-1 0 0,1-1 0,0 1 0,0 0 0,-1 0 0,1 0 0,0 1 0,-1-1 0,1 0 0,-1 1 0,0-1 0,1 1 0,-1-1 0,0 1 0,0-1 0,0 1 0,0 0 0,0 0 0,0-1 0,-1 1 0,1 0 0,0 0 0,-1 0 0,1 3 0,1 6 0,0 0 0,-1 0 0,0 0 0,-1 0 0,0 1 0,0-1 0,-4 16 0,-20 80 0,19-87 0,-7 27-1365,2-7-5461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2.261"/>
    </inkml:context>
    <inkml:brush xml:id="br0">
      <inkml:brushProperty name="width" value="0.05" units="cm"/>
      <inkml:brushProperty name="height" value="0.05" units="cm"/>
      <inkml:brushProperty name="color" value="#FFFFFF"/>
    </inkml:brush>
  </inkml:definitions>
  <inkml:trace contextRef="#ctx0" brushRef="#br0">532 135 24575,'2'-3'0,"-1"0"0,1 0 0,-1 0 0,0 0 0,0 0 0,-1-1 0,1 1 0,-1 0 0,0-1 0,1 1 0,-1 0 0,-1-1 0,1 1 0,0 0 0,-1 0 0,0-1 0,0 1 0,0 0 0,0 0 0,0 0 0,0 0 0,-1 0 0,0 0 0,-1-2 0,-1 0 0,0 1 0,0 0 0,0 0 0,-1 0 0,1 0 0,-1 1 0,0 0 0,0 0 0,0 0 0,0 0 0,-1 1 0,1 0 0,-7-1 0,7 1 0,0 1 0,0 0 0,-1 0 0,1 0 0,0 1 0,-1 0 0,1 0 0,0 0 0,-1 1 0,1 0 0,0 0 0,0 0 0,0 1 0,-6 2 0,8-3 0,0 1 0,0 0 0,1 0 0,-1 0 0,0 0 0,1 0 0,0 0 0,0 1 0,-1-1 0,1 1 0,1 0 0,-1-1 0,0 1 0,1 0 0,-1 0 0,1 0 0,0 0 0,0 1 0,0-1 0,0 0 0,1 0 0,-1 1 0,1-1 0,0 5 0,0 3 0,1-1 0,1 0 0,-1 0 0,2 0 0,-1 0 0,1-1 0,1 1 0,0-1 0,5 11 0,10 13 0,24 33 0,-34-53 0,17 22 0,20 32 0,-42-60 0,0 0 0,-1 0 0,0 1 0,0-1 0,-1 1 0,1-1 0,1 16 0,-4-20 0,0 0 0,0 0 0,0 0 0,0 0 0,-1 0 0,1 1 0,-1-1 0,0 0 0,0 0 0,0 0 0,0 0 0,-1 0 0,1-1 0,-1 1 0,-3 5 0,1-4 0,0 0 0,0 0 0,0 0 0,-1-1 0,1 1 0,-1-1 0,0 0 0,-7 3 0,-4 0 0,-1 1 0,0-2 0,-1-1 0,-29 5 0,20-6-136,-1 0-1,0-2 1,0-1-1,0-1 1,0-2-1,0 0 1,1-2-1,-1-1 0,-26-10 1,11-2-6690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2.666"/>
    </inkml:context>
    <inkml:brush xml:id="br0">
      <inkml:brushProperty name="width" value="0.05" units="cm"/>
      <inkml:brushProperty name="height" value="0.05" units="cm"/>
      <inkml:brushProperty name="color" value="#FFFFFF"/>
    </inkml:brush>
  </inkml:definitions>
  <inkml:trace contextRef="#ctx0" brushRef="#br0">4081 82 24575,'0'-2'0,"0"0"0,-1 1 0,1-1 0,0 0 0,-1 1 0,0-1 0,1 1 0,-1-1 0,0 1 0,0-1 0,0 1 0,0 0 0,0-1 0,0 1 0,0 0 0,-1 0 0,1 0 0,0 0 0,-1 0 0,1 0 0,-3-1 0,-35-15 0,4 8 0,0 1 0,0 2 0,-1 1 0,-69 0 0,88 4 0,-525 14-1805,2 41-713,-393 88-48,638-80 2661,-322 114 0,287-46-108,271-102-221,2 3 0,0 2-1,-67 54 1,104-71 232,0 1 0,1 1-1,1 0 1,0 2 0,2 0-1,0 1 1,1 1-1,-14 28 1,23-39 37,1 0 1,1 0-1,0 1 0,1-1 0,0 1 1,1 0-1,0-1 0,1 1 0,0 0 1,1 0-1,0 0 0,1 0 0,0 0 1,1 0-1,0 0 0,1-1 1,1 1-1,0-1 0,9 20 0,-2-12-27,1 0 0,0-1 0,1-1-1,1 0 1,0-1 0,2-1 0,0 0-1,31 23 1,-5-10 183,1-2 0,83 37 1,-34-26-47,2-3 0,194 42 0,208-9 97,-257-53-630,429-28 0,-468-7 129,-1-8 0,293-82 0,-379 77 160,-1-5-1,116-58 1,-176 70-54,-1-1-1,-1-3 1,-2-2 0,-1-2-1,-2-2 1,49-51 0,-74 67 157,-2-1 1,0-1-1,-1-1 0,-1-1 1,-2 0-1,15-32 1,-23 42 14,-1 0 1,0 0 0,-1 0 0,-1 0-1,0-1 1,-1 1 0,-1-1-1,0 0 1,-1 0 0,-1 1 0,0-1-1,-7-29 1,3 28 62,-2 0 1,1 0-1,-2 1 0,0 0 0,-1 0 0,-1 1 1,0 0-1,-1 0 0,0 1 0,-1 1 1,-1 0-1,0 1 0,-18-13 0,-5-1-65,-1 2-1,-1 2 1,-1 2 0,-61-24-1,19 15 140,-106-25-1,-132-8-333,6 18-1099</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4.288"/>
    </inkml:context>
    <inkml:brush xml:id="br0">
      <inkml:brushProperty name="width" value="0.05" units="cm"/>
      <inkml:brushProperty name="height" value="0.05" units="cm"/>
      <inkml:brushProperty name="color" value="#FFFFFF"/>
    </inkml:brush>
  </inkml:definitions>
  <inkml:trace contextRef="#ctx0" brushRef="#br0">299 0 24575,'0'42'0,"-7"426"0,-2-329 0,-36 192 0,-68 109 0,10-46 0,99-373 0,-12 62 0,16-76 0,-1 1 0,1 0 0,0 0 0,0-1 0,1 1 0,0 0 0,1 0 0,2 7 0,-4-13 0,1 0 0,-1 0 0,1 0 0,0 0 0,0-1 0,0 1 0,0 0 0,0-1 0,0 1 0,0-1 0,1 1 0,-1-1 0,0 1 0,1-1 0,-1 0 0,1 0 0,0 0 0,-1 0 0,1 0 0,0 0 0,-1 0 0,1 0 0,0-1 0,0 1 0,0-1 0,0 0 0,0 1 0,0-1 0,0 0 0,0 0 0,0 0 0,-1 0 0,1 0 0,0-1 0,0 1 0,4-2 0,2-1 0,1 0 0,-1-1 0,0 0 0,0-1 0,0 1 0,9-9 0,-10 8 0,0 1 0,0 0 0,0 1 0,1 0 0,-1 0 0,1 0 0,0 1 0,13-2 0,69-4 0,-78 7 0,639-3-1257,-478 6 725,1431 19-6917,803 31 2464,-1254-26 3846,280 10 423,228 5 647,-5-23 2439,-1564-18-1540,280-12 3063,-355 11-3563,26-5 277,-40 6-448,-1-1 0,1 0 0,-1 0 0,0 1 0,1-1 1,-1-1-1,0 1 0,0 0 0,0-1 0,0 1 0,0-1 0,3-2 0,-4 3-278,-1 1 0,0-1 0,1 0 0,-1 1 0,0-1 0,1 1 0,-1-1 0,0 0 0,0 1 0,0-1 0,1 0 0,-1 0 0,0 1 0,0-1 0,0 0 0,0 1 0,-1-2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5.485"/>
    </inkml:context>
    <inkml:brush xml:id="br0">
      <inkml:brushProperty name="width" value="0.05" units="cm"/>
      <inkml:brushProperty name="height" value="0.05" units="cm"/>
      <inkml:brushProperty name="color" value="#FFFFFF"/>
    </inkml:brush>
  </inkml:definitions>
  <inkml:trace contextRef="#ctx0" brushRef="#br0">1 72 24575,'82'12'0,"649"12"-1590,-638-24 1308,1606-12-7841,-1157 5 6794,1559-12-1744,1242-17 1896,-2869 28 1714,846-12 2129,-441 17 3334,-856 2-5717,-17 0 5,0 0-1,0 1 0,1 0 1,-1 0-1,0 1 0,0-1 1,0 1-1,0 1 1,0-1-1,-1 1 0,12 4 1,-17-5-228,1 0 0,0 0 0,0 0 0,0 0 0,-1-1 0,1 1 0,0 0 0,-1 0 0,1 0 0,-1 0 0,0 1 0,1-1 0,-1 0 0,0 0 0,1 0 0,-1 0 0,0 0 0,0 0 0,0 1 0,0 1 0,-5 26 1125,3-17-991,-20 171-194,7-46 0,-64 713 0,100-17-561,-17-743 546,6 373 111,-12-446 26,2-17-119,0 0-1,0 0 1,0 0-1,-1 0 1,1 1-1,0-1 0,0 0 1,0 0-1,0 0 1,0 0-1,0 0 1,0 0-1,0 0 1,0 0-1,-1 0 0,1 0 1,0 0-1,0 0 1,0 0-1,0 0 1,0 0-1,0 1 1,-1-1-1,1 0 0,0 0 1,0 0-1,0 0 1,0 0-1,0-1 1,0 1-1,0 0 1,-1 0-1,1 0 0,0 0 1,0 0-1,0 0 1,0 0-1,0 0 1,0 0-1,0 0 1,-1 0-1,1 0 0,0 0 1,0 0-1,0 0 1,0-1-1,0 1 1,0 0-1,0 0 1,0 0-1,0 0 0,-14-26 195,7 13-163,-5-8-261,-2 0-1,0 2 1,-2-1-1,0 2 1,-33-30-1,4 10-6598</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6.119"/>
    </inkml:context>
    <inkml:brush xml:id="br0">
      <inkml:brushProperty name="width" value="0.05" units="cm"/>
      <inkml:brushProperty name="height" value="0.05" units="cm"/>
      <inkml:brushProperty name="color" value="#FFFFFF"/>
    </inkml:brush>
  </inkml:definitions>
  <inkml:trace contextRef="#ctx0" brushRef="#br0">414 110 24575,'21'-18'0,"12"-12"0,-32 28 0,0 1 0,0-1 0,0 1 0,0-1 0,0 0 0,0 0 0,0 0 0,0 1 0,-1-1 0,1 0 0,-1 0 0,1 0 0,-1 0 0,0 0 0,0 0 0,0 0 0,0 0 0,0-3 0,-1 3 0,1 1 0,-1 0 0,1 0 0,-1-1 0,1 1 0,-1 0 0,0 0 0,0 0 0,1 0 0,-1 0 0,0 0 0,0 0 0,0 0 0,0 0 0,0 0 0,0 1 0,0-1 0,0 0 0,-1 1 0,1-1 0,0 1 0,0-1 0,-1 1 0,1-1 0,0 1 0,-1 0 0,1 0 0,0 0 0,0 0 0,-1 0 0,-1 0 0,-4 0 0,-1 1 0,1-1 0,0 2 0,-12 2 0,-4 4 0,0 1 0,1 1 0,-1 1 0,2 0 0,0 2 0,-26 20 0,22-13 0,0 2 0,1 0 0,2 2 0,-26 33 0,38-44 0,1 0 0,0 1 0,1 0 0,1 1 0,0-1 0,1 1 0,-5 19 0,9-27 0,1 0 0,0 0 0,0 0 0,0 1 0,1-1 0,0 0 0,1 0 0,-1 0 0,2 1 0,-1-1 0,1 0 0,0 0 0,0 0 0,1-1 0,-1 1 0,2 0 0,-1-1 0,6 8 0,1-2 0,0-1 0,0 0 0,1-1 0,1 0 0,0 0 0,0-1 0,1-1 0,0 0 0,0-1 0,17 7 0,6 0 0,0-2 0,71 15 0,-47-17 0,-1-3 0,1-2 0,86-5 0,-132-1-195,-1 0 0,0 0 0,0-1 0,0-1 0,-1 0 0,24-9 0,-14 0-6631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6.367"/>
    </inkml:context>
    <inkml:brush xml:id="br0">
      <inkml:brushProperty name="width" value="0.05" units="cm"/>
      <inkml:brushProperty name="height" value="0.05" units="cm"/>
      <inkml:brushProperty name="color" value="#FFFFFF"/>
    </inkml:brush>
  </inkml:definitions>
  <inkml:trace contextRef="#ctx0" brushRef="#br0">51 1 24575,'-7'0'0,"-3"0"0,-5 0 0,1 3 0,9 1 0,14-1 0,14 0 0,15 0 0,14 1 0,8 0 0,10 0 0,5-1 0,-2-1 0,-4-1 0,-8 0 0,-12-1 0,-11 0 0,-11 0-8191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6.556"/>
    </inkml:context>
    <inkml:brush xml:id="br0">
      <inkml:brushProperty name="width" value="0.05" units="cm"/>
      <inkml:brushProperty name="height" value="0.05" units="cm"/>
      <inkml:brushProperty name="color" value="#FFFFFF"/>
    </inkml:brush>
  </inkml:definitions>
  <inkml:trace contextRef="#ctx0" brushRef="#br0">1 0 24575,'0'3'0,"0"4"0,0 4 0,0 5 0,0 7 0,3 5 0,0 3 0,1 6 0,-1 6 0,-1 3 0,2 4 0,1-1 0,-1-1 0,-1-1 0,2-7 0,0-3 0,0-9-8191</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17.202"/>
    </inkml:context>
    <inkml:brush xml:id="br0">
      <inkml:brushProperty name="width" value="0.05" units="cm"/>
      <inkml:brushProperty name="height" value="0.05" units="cm"/>
      <inkml:brushProperty name="color" value="#FFFFFF"/>
    </inkml:brush>
  </inkml:definitions>
  <inkml:trace contextRef="#ctx0" brushRef="#br0">55 80 24575,'0'0'0,"0"-1"0,0 1 0,0 0 0,0-1 0,0 1 0,0 0 0,0-1 0,0 1 0,0-1 0,0 1 0,0 0 0,-1-1 0,1 1 0,0 0 0,0-1 0,0 1 0,-1 0 0,1-1 0,0 1 0,0 0 0,-1-1 0,1 1 0,0 0 0,-1 0 0,1 0 0,0-1 0,-1 1 0,1 0 0,0 0 0,-1 0 0,1 0 0,0-1 0,-1 1 0,1 0 0,0 0 0,-1 0 0,1 0 0,-1 0 0,1 0 0,0 0 0,-1 0 0,1 0 0,-1 0 0,1 0 0,0 1 0,-1-1 0,1 0 0,-1 0 0,-1 1 0,1-1 0,-1 1 0,1 0 0,-1-1 0,1 1 0,-1 0 0,1 0 0,0 0 0,-1 0 0,-1 2 0,0 1 0,1 1 0,-1-1 0,1 1 0,0 0 0,0 0 0,0 0 0,1 0 0,0 0 0,0 0 0,-1 7 0,0 58 0,2-46 0,10 189 0,0-12 0,-3-241 0,1 0 0,19-50 0,-1 13 0,4 1 0,3 2 0,53-88 0,-81 155 0,26-40 0,-30 45 0,0 1 0,1-1 0,-1 1 0,0-1 0,1 1 0,-1 0 0,1-1 0,-1 1 0,1 0 0,0 0 0,-1 0 0,1 0 0,0 0 0,0 1 0,-1-1 0,1 1 0,0-1 0,0 1 0,0-1 0,0 1 0,0 0 0,3 0 0,-4 0 0,0 1 0,0-1 0,0 1 0,0-1 0,0 1 0,0-1 0,0 1 0,-1-1 0,1 1 0,0 0 0,0-1 0,-1 1 0,1 0 0,0 0 0,-1 0 0,1 0 0,-1-1 0,1 1 0,-1 0 0,0 0 0,1 0 0,-1 1 0,5 25 0,-5-20 0,11 191 0,-3-34 0,-7-153 0,-1-6 0,0-1 0,0 1 0,1 0 0,-1 0 0,1 0 0,0-1 0,1 1 0,-1-1 0,1 1 0,0-1 0,4 8 0,-6-12 0,1 0 0,-1 1 0,1-1 0,-1 0 0,1 0 0,-1 1 0,1-1 0,-1 0 0,1 0 0,-1 0 0,1 0 0,-1 0 0,1 1 0,-1-1 0,1 0 0,-1 0 0,1 0 0,-1 0 0,1-1 0,-1 1 0,1 0 0,-1 0 0,1 0 0,-1 0 0,1 0 0,-1-1 0,1 1 0,-1 0 0,0 0 0,1-1 0,-1 1 0,1 0 0,-1-1 0,0 1 0,1-1 0,-1 1 0,0 0 0,1-1 0,-1 1 0,1-1 0,13-20 0,-14 20 0,60-107 0,41-69 0,-82 147 0,1 2 0,1 1 0,45-44 0,-61 66 0,0 1 0,0 0 0,0 0 0,0 0 0,1 1 0,9-5 0,-14 8 0,1-1 0,-1 1 0,1-1 0,-1 1 0,1-1 0,0 1 0,-1 0 0,1 0 0,0 0 0,-1 0 0,1 0 0,0 0 0,-1 0 0,1 1 0,0-1 0,-1 1 0,1-1 0,-1 1 0,1-1 0,-1 1 0,1 0 0,-1 0 0,0 0 0,1 0 0,-1 0 0,0 0 0,1 0 0,-1 0 0,0 0 0,1 3 0,2 2 0,0 0 0,-1 0 0,0 1 0,0-1 0,0 1 0,-1 0 0,3 11 0,5 55 0,-8-50 0,3 18 60,6 45-773,-2 100 1,-10-149-6114</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21.247"/>
    </inkml:context>
    <inkml:brush xml:id="br0">
      <inkml:brushProperty name="width" value="0.05" units="cm"/>
      <inkml:brushProperty name="height" value="0.05" units="cm"/>
      <inkml:brushProperty name="color" value="#FFFFFF"/>
    </inkml:brush>
  </inkml:definitions>
  <inkml:trace contextRef="#ctx0" brushRef="#br0">59 13 24575,'0'-1'0,"0"1"0,0-1 0,0 1 0,0-1 0,0 1 0,0-1 0,-1 1 0,1-1 0,0 1 0,0-1 0,-1 1 0,1-1 0,0 1 0,0-1 0,-1 1 0,1 0 0,-1-1 0,1 1 0,0-1 0,-1 1 0,1 0 0,-1 0 0,1-1 0,-1 1 0,1 0 0,-1 0 0,1-1 0,-1 1 0,1 0 0,-1 0 0,0 0 0,1 0 0,-1 0 0,1 0 0,-1 0 0,1 0 0,-1 0 0,1 0 0,-1 0 0,1 0 0,-1 0 0,1 0 0,-1 1 0,0-1 0,1 0 0,0 0 0,-1 1 0,0-1 0,-25 13 0,25-13 0,0 1 0,1-1 0,-1 1 0,0-1 0,0 1 0,1-1 0,-1 1 0,0 0 0,1-1 0,-1 1 0,1 0 0,-1-1 0,1 1 0,-1 0 0,1 0 0,-1-1 0,1 1 0,0 0 0,-1 0 0,1 0 0,0 0 0,0-1 0,0 1 0,0 0 0,-1 0 0,1 0 0,0 0 0,1 0 0,-1 0 0,0-1 0,0 1 0,0 0 0,0 0 0,1 0 0,-1 0 0,0-1 0,1 1 0,-1 0 0,1 0 0,-1 0 0,1-1 0,-1 1 0,1 0 0,-1-1 0,1 1 0,0-1 0,1 2 0,2 1 0,0-1 0,0 1 0,0-1 0,0 0 0,0 0 0,1 0 0,8 1 0,70 12 0,121 5 0,-104-13 0,141 19 0,59 5 0,-276-32 0,-24 1 0,0 0 0,1 0 0,-1 0 0,0 1 0,1-1 0,-1 0 0,0 0 0,1 0 0,-1 0 0,0-1 0,1 1 0,-1 0 0,0 0 0,1 0 0,-1 0 0,0 0 0,0 0 0,1 0 0,-1 0 0,0-1 0,1 1 0,-1 0 0,0 0 0,0 0 0,1-1 0,-1 1 0,0 0 0,0 0 0,0-1 0,0 1 0,1 0 0,-1-1 0,0 1 0,0 0 0,0 0 0,0-1 0,0 1 0,0 0 0,0-1 0,1 1 0,-1 0 0,0-1 0,0 1 0,0 0 0,0-1 0,-1 1 0,1 0 0,0-1 0,0 1 0,0 0 0,0 0 0,0-1 0,0 1 0,0 0 0,0-1 0,-1 1 0,1 0 0,0-1 0,-1 1 0,1 0 0,0 0 0,0 0 0,0 0 0,-1 0 0,1 0 0,0 0 0,0 0 0,0 0 0,-1 0 0,1 0 0,0 0 0,0 0 0,0 0 0,-1 1 0,1-1 0,0 0 0,0 0 0,0 0 0,-1 0 0,1 0 0,0 0 0,0 1 0,0-1 0,0 0 0,0 0 0,0 0 0,-1 0 0,1 1 0,0-1 0,0 0 0,0 0 0,0 0 0,0 1 0,0-1 0,0 0 0,0 0 0,0 0 0,0 1 0,0-1 0,0 0 0,0 0 0,0 0 0,0 1 0,0-1 0,-3 12 0,-25 212 0,24-184 0,-3 226 0,7-262 342,0-7-2049</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22.246"/>
    </inkml:context>
    <inkml:brush xml:id="br0">
      <inkml:brushProperty name="width" value="0.05" units="cm"/>
      <inkml:brushProperty name="height" value="0.05" units="cm"/>
      <inkml:brushProperty name="color" value="#FFFFFF"/>
    </inkml:brush>
  </inkml:definitions>
  <inkml:trace contextRef="#ctx0" brushRef="#br0">211 3 24575,'-7'0'0,"-8"-1"0,-1 2 0,1 0 0,-26 5 0,37-5 0,-1 0 0,1 1 0,0-1 0,0 1 0,-1 0 0,1 0 0,0 1 0,1-1 0,-1 1 0,0 0 0,1 0 0,0 0 0,-1 0 0,1 1 0,0 0 0,-4 6 0,-1 4 0,1 1 0,1-1 0,0 1 0,1 0 0,0 0 0,-2 16 0,6-24 0,0 0 0,0 0 0,0 0 0,1 0 0,0 0 0,0 0 0,1 0 0,0 0 0,0 0 0,1 0 0,0 0 0,0 0 0,0-1 0,1 1 0,7 11 0,-5-13 0,0 1 0,0-1 0,1 0 0,-1 0 0,2 0 0,-1-1 0,0 0 0,1 0 0,-1 0 0,1-1 0,0 0 0,1-1 0,-1 1 0,0-1 0,1-1 0,-1 0 0,1 0 0,8 0 0,0 0 0,-1-1 0,1-1 0,-1 0 0,1-1 0,-1-1 0,0 0 0,28-10 0,-32 8 0,0-1 0,0 0 0,-1 0 0,1-1 0,-1 0 0,-1-1 0,0 0 0,0 0 0,13-17 0,-16 18 0,0-1 0,-1 0 0,0 1 0,-1-2 0,0 1 0,0 0 0,-1-1 0,1 0 0,-2 0 0,0 0 0,0 0 0,0 0 0,0-14 0,-3 19 0,1-1 0,-1 0 0,0 1 0,0-1 0,0 0 0,-1 1 0,1-1 0,-1 1 0,0 0 0,0 0 0,-1 0 0,1 0 0,-1 0 0,0 0 0,0 0 0,0 1 0,-1 0 0,1-1 0,-1 1 0,0 1 0,0-1 0,-8-4 0,3 2 0,-1 1 0,0 0 0,0 0 0,-1 1 0,1 0 0,-1 1 0,1 0 0,-1 1 0,-11-1 0,-64 4-1365,69-2-5461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22.616"/>
    </inkml:context>
    <inkml:brush xml:id="br0">
      <inkml:brushProperty name="width" value="0.05" units="cm"/>
      <inkml:brushProperty name="height" value="0.05" units="cm"/>
      <inkml:brushProperty name="color" value="#FFFFFF"/>
    </inkml:brush>
  </inkml:definitions>
  <inkml:trace contextRef="#ctx0" brushRef="#br0">207 0 24575,'-3'3'0,"-3"1"0,-5 3 0,-3 3 0,-2 3 0,-1 2 0,-1-2 0,0 0 0,0 2 0,0 0 0,0 1 0,1 0 0,-1 1 0,4-2-8191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22.897"/>
    </inkml:context>
    <inkml:brush xml:id="br0">
      <inkml:brushProperty name="width" value="0.05" units="cm"/>
      <inkml:brushProperty name="height" value="0.05" units="cm"/>
      <inkml:brushProperty name="color" value="#FFFFFF"/>
    </inkml:brush>
  </inkml:definitions>
  <inkml:trace contextRef="#ctx0" brushRef="#br0">207 1 24575,'0'3'0,"-3"3"0,0 5 0,-4 0 0,-3 1 0,-3 1 0,-2 2 0,-1 1 0,-2 1 0,0 0 0,0 1 0,0-1 0,0-2 0,1-1 0,-1-3 0,4-4-8191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23.115"/>
    </inkml:context>
    <inkml:brush xml:id="br0">
      <inkml:brushProperty name="width" value="0.05" units="cm"/>
      <inkml:brushProperty name="height" value="0.05" units="cm"/>
      <inkml:brushProperty name="color" value="#FFFFFF"/>
    </inkml:brush>
  </inkml:definitions>
  <inkml:trace contextRef="#ctx0" brushRef="#br0">226 1 24575,'-3'3'0,"-4"1"0,0 2 0,-3 4 0,-2 3 0,-2 2 0,-5 2 0,-2 0 0,0 1 0,0 3 0,1 1 0,1-1 0,0 0 0,2-1 0,2-4-8191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25.760"/>
    </inkml:context>
    <inkml:brush xml:id="br0">
      <inkml:brushProperty name="width" value="0.05" units="cm"/>
      <inkml:brushProperty name="height" value="0.05" units="cm"/>
      <inkml:brushProperty name="color" value="#FFFFFF"/>
    </inkml:brush>
  </inkml:definitions>
  <inkml:trace contextRef="#ctx0" brushRef="#br0">5385 1730 24575,'-68'0'0,"-474"17"0,-458 19 0,943-37 0,-122 1 0,-188-25 0,261 16 0,-159 7 0,133 4 0,63-3 0,-71-9 0,59 0 0,-100-16 0,156 23 0,19 2 0,0 0 0,0 0 0,0 0 0,-1-1 0,-9-4 0,14 5 0,-1-1 0,1 1 0,1-1 0,-1 1 0,0-1 0,0 1 0,1-1 0,-1 0 0,1 0 0,-1 0 0,1 0 0,0 0 0,-1 0 0,1 0 0,1-1 0,-1 1 0,0 0 0,0-1 0,0-2 0,-2-19 0,1 0 0,1 0 0,4-46 0,-1 9 0,-2-682 0,9 586 0,0-1 0,-8 114 0,11-64 0,3 15 0,-13 88 0,-1-1 0,0 1 0,0-1 0,-1 1 0,0-1 0,0-10 0,0 14 0,-1 1 0,1-1 0,-1 1 0,1-1 0,-1 1 0,1 0 0,-1-1 0,0 1 0,0-1 0,0 1 0,0 0 0,0 0 0,0 0 0,0-1 0,0 1 0,0 0 0,0 0 0,-1 0 0,1 1 0,0-1 0,-1 0 0,1 0 0,-1 1 0,1-1 0,-1 1 0,1-1 0,-1 1 0,-2-1 0,-19-1 0,-1 0 0,0 1 0,-33 4 0,-2 0 0,-641-27 0,91-5 0,33 30 0,570-1 65,4 0-167,-1 0 0,1 1 0,-1-2 0,1 1 0,0 0-1,-1 0 1,1-1 0,-1 1 0,1-1 0,0 0-1,-1 0 1,1 1 0,-3-3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26.225"/>
    </inkml:context>
    <inkml:brush xml:id="br0">
      <inkml:brushProperty name="width" value="0.05" units="cm"/>
      <inkml:brushProperty name="height" value="0.05" units="cm"/>
      <inkml:brushProperty name="color" value="#FFFFFF"/>
    </inkml:brush>
  </inkml:definitions>
  <inkml:trace contextRef="#ctx0" brushRef="#br0">488 0 24575,'0'5'0,"-1"-1"0,0 0 0,0 0 0,0 0 0,0 0 0,0 0 0,-1 0 0,0 0 0,0 0 0,0-1 0,0 1 0,-1-1 0,-3 5 0,-6 5 0,-24 21 0,31-29 0,-58 47 0,-2-2 0,-2-2 0,-99 51 0,162-97 0,-3 2 0,0-1 0,0 2 0,-9 6 0,16-10 0,-1-1 0,1 0 0,-1 1 0,1-1 0,-1 0 0,1 1 0,-1-1 0,1 1 0,-1-1 0,1 1 0,0-1 0,-1 1 0,1-1 0,0 1 0,-1-1 0,1 1 0,0-1 0,0 1 0,0 0 0,-1-1 0,1 1 0,0-1 0,0 1 0,0 0 0,0-1 0,0 1 0,0-1 0,0 1 0,0 0 0,0-1 0,0 1 0,1 0 0,-1-1 0,0 1 0,0-1 0,1 1 0,-1-1 0,0 1 0,0-1 0,1 1 0,-1-1 0,1 1 0,-1-1 0,1 1 0,-1-1 0,0 1 0,1-1 0,-1 0 0,1 1 0,0-1 0,-1 0 0,1 0 0,-1 1 0,1-1 0,-1 0 0,1 0 0,0 0 0,0 1 0,16 5 0,36 7 0,-38-10 0,0 1 0,0 0 0,-1 1 0,15 7 0,11 10-682,65 50-1,-90-62-6143</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28.168"/>
    </inkml:context>
    <inkml:brush xml:id="br0">
      <inkml:brushProperty name="width" value="0.05" units="cm"/>
      <inkml:brushProperty name="height" value="0.05" units="cm"/>
      <inkml:brushProperty name="color" value="#FFFFFF"/>
    </inkml:brush>
  </inkml:definitions>
  <inkml:trace contextRef="#ctx0" brushRef="#br0">2925 1778 24575,'-3'-1'0,"-1"1"0,1-1 0,0 0 0,-1 0 0,1 0 0,0 0 0,0 0 0,0-1 0,0 0 0,0 1 0,0-1 0,0 0 0,1 0 0,-1-1 0,1 1 0,-1-1 0,1 1 0,-2-4 0,-6-7 0,0-2 0,-10-20 0,10 18 0,-14-23 0,-1 0 0,-54-61 0,65 85 0,-2 0 0,0 2 0,0 0 0,-2 1 0,1 0 0,-2 2 0,1 0 0,-27-10 0,8 7 0,-1 2 0,0 2 0,-1 1 0,0 2 0,-67-3 0,6 8 0,-106 12 0,-31 16 0,-413 101 0,555-105 0,-1-5 0,-102 5 0,170-20 0,-1-2 0,1-1 0,0-1 0,0-1 0,-33-8 0,48 7 0,0 1 0,0-2 0,1 0 0,0 0 0,0-1 0,0 0 0,1-1 0,-1-1 0,2 0 0,-1 0 0,1-1 0,1 0 0,-10-13 0,0-4 0,1-1 0,1-1 0,2-1 0,-22-58 0,-29-129 0,38 97 0,6-1 0,4-1 0,6 0 0,4-148 0,10 56-1365,-2 195-5461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28.638"/>
    </inkml:context>
    <inkml:brush xml:id="br0">
      <inkml:brushProperty name="width" value="0.05" units="cm"/>
      <inkml:brushProperty name="height" value="0.05" units="cm"/>
      <inkml:brushProperty name="color" value="#FFFFFF"/>
    </inkml:brush>
  </inkml:definitions>
  <inkml:trace contextRef="#ctx0" brushRef="#br0">95 94 24575,'-1'1'0,"-1"0"0,1 0 0,-1 0 0,1 0 0,-1 1 0,1-1 0,-1 0 0,1 1 0,0-1 0,0 1 0,0 0 0,0-1 0,0 1 0,0 0 0,0 2 0,-5 5 0,-10 15 0,11-15 0,-1-1 0,0 1 0,0-1 0,-15 14 0,12-18 0,9-10 0,10-14 0,61-73 0,-58 77 0,1 2 0,0 0 0,30-23 0,-43 36 0,1 0 0,0 0 0,-1-1 0,1 1 0,0 0 0,0 1 0,-1-1 0,1 0 0,0 0 0,0 1 0,0-1 0,0 1 0,0 0 0,0-1 0,0 1 0,0 0 0,0 0 0,0 1 0,0-1 0,0 0 0,0 0 0,3 2 0,-2 0 0,1 0 0,-1 0 0,0 0 0,0 1 0,0 0 0,0-1 0,0 1 0,-1 0 0,1 0 0,2 6 0,54 65 335,9 14-2035,-58-73-5126</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30.166"/>
    </inkml:context>
    <inkml:brush xml:id="br0">
      <inkml:brushProperty name="width" value="0.05" units="cm"/>
      <inkml:brushProperty name="height" value="0.05" units="cm"/>
      <inkml:brushProperty name="color" value="#FFFFFF"/>
    </inkml:brush>
  </inkml:definitions>
  <inkml:trace contextRef="#ctx0" brushRef="#br0">1271 0 24575,'1'69'0,"1"-8"0,-7 68 0,3-111 0,0-1 0,-2 1 0,0-1 0,0 0 0,-2 0 0,0-1 0,-1 0 0,-15 26 0,13-30 0,0 0 0,0-1 0,-1 0 0,-1-1 0,0-1 0,0 1 0,-1-2 0,-1 1 0,1-2 0,-27 13 0,-9-1 0,-90 24 0,59-20 0,-4 1 0,-77 26 0,131-39 0,-1 2 0,1 1 0,-30 20 0,7 3 0,2 2 0,2 3 0,-74 82 0,112-113 0,2 0 0,-1 1 0,2 0 0,-1 0 0,-5 14 0,-23 68 0,20-47 0,9-26-227,0 0-1,2 1 1,1-1-1,0 1 1,0 44-1,4-51-6598</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30.632"/>
    </inkml:context>
    <inkml:brush xml:id="br0">
      <inkml:brushProperty name="width" value="0.05" units="cm"/>
      <inkml:brushProperty name="height" value="0.05" units="cm"/>
      <inkml:brushProperty name="color" value="#FFFFFF"/>
    </inkml:brush>
  </inkml:definitions>
  <inkml:trace contextRef="#ctx0" brushRef="#br0">6 4 24575,'-6'-3'0,"8"9"0,7 10 0,10 14 0,-9-14 0,1 0 0,1-1 0,0 0 0,19 18 0,-27-29 0,0-1 0,0 0 0,1 0 0,-1 0 0,1 0 0,-1-1 0,1 0 0,0 0 0,0 0 0,0-1 0,0 1 0,0-1 0,0-1 0,1 1 0,-1-1 0,0 1 0,0-1 0,1-1 0,-1 1 0,10-3 0,8-4-170,-1-1-1,0 0 0,-1-2 1,0-1-1,0 0 0,-1-1 1,35-29-1,-46 34-6655</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49.193"/>
    </inkml:context>
    <inkml:brush xml:id="br0">
      <inkml:brushProperty name="width" value="0.05" units="cm"/>
      <inkml:brushProperty name="height" value="0.05" units="cm"/>
      <inkml:brushProperty name="color" value="#FF0066"/>
    </inkml:brush>
  </inkml:definitions>
  <inkml:trace contextRef="#ctx0" brushRef="#br0">5511 1671 24575,'-6'-1'0,"1"0"0,-1 0 0,1 0 0,-1-1 0,1 1 0,0-1 0,-8-5 0,6 4 0,0 0 0,0 1 0,-15-4 0,-139-15 0,-289 2 0,148 1 0,19 0 0,-73-8 0,16 0 0,-78 27 0,-92-2 0,269-15 0,-70-2 0,286 19 0,17 0 0,0 0 0,-1-1 0,1 0 0,0-1 0,0 1 0,-16-5 0,22 4 0,1 1 0,0-1 0,0 0 0,0 1 0,0-1 0,0 0 0,0 0 0,0 0 0,0 0 0,0 0 0,0 0 0,0 0 0,0 0 0,1 0 0,-1-1 0,0 1 0,1 0 0,-1 0 0,1-1 0,0 1 0,-1 0 0,1-1 0,0 1 0,0 0 0,0-1 0,-1 1 0,2-1 0,-1 1 0,0-3 0,1-4 0,1 0 0,0-1 0,5-13 0,-2 9 0,95-378 0,-84 305 0,-5-1 0,2-141 0,-15-272 0,2 499 0,0 0 0,0 0 0,0 0 0,0 0 0,0 0 0,0 0 0,0 0 0,-1 0 0,1 0 0,0 0 0,-1 0 0,1 0 0,-1 0 0,1 0 0,-1 1 0,0-1 0,1 0 0,-1 0 0,0 1 0,1-1 0,-1 0 0,0 1 0,0-1 0,0 1 0,1-1 0,-1 1 0,0-1 0,0 1 0,0 0 0,0-1 0,0 1 0,0 0 0,0 0 0,0-1 0,0 1 0,0 0 0,0 0 0,0 0 0,-1 1 0,-6-1 0,0 1 0,0 0 0,0 1 0,-8 2 0,2-1 0,-38 5 0,-1-3 0,0-2 0,-62-4 0,38-1 0,-328-26 0,143 4 0,73 10 0,-240-8 0,69 23-1365</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15T05:04:49.569"/>
    </inkml:context>
    <inkml:brush xml:id="br0">
      <inkml:brushProperty name="width" value="0.05" units="cm"/>
      <inkml:brushProperty name="height" value="0.05" units="cm"/>
      <inkml:brushProperty name="color" value="#FF0066"/>
    </inkml:brush>
  </inkml:definitions>
  <inkml:trace contextRef="#ctx0" brushRef="#br0">358 0 24575,'0'0'0,"1"0"0,-1 0 0,1 0 0,-1 0 0,1 0 0,-1 1 0,1-1 0,-1 0 0,0 0 0,1 0 0,-1 0 0,1 0 0,-1 1 0,0-1 0,1 0 0,-1 0 0,1 1 0,-1-1 0,0 0 0,1 1 0,-1-1 0,0 0 0,0 1 0,1-1 0,-1 1 0,0-1 0,0 0 0,1 1 0,-1-1 0,0 1 0,0-1 0,0 1 0,0-1 0,0 1 0,0-1 0,0 0 0,0 1 0,0-1 0,0 1 0,0-1 0,0 1 0,0-1 0,0 1 0,0-1 0,0 1 0,0-1 0,-1 0 0,1 1 0,0-1 0,0 1 0,-1 0 0,-12 22 0,1-9 0,0 0 0,-1 0 0,-1-1 0,0-1 0,-27 19 0,-83 38 0,33-20 0,88-48 0,-1 1 0,1 0 0,0 0 0,0 1 0,0-1 0,0 1 0,-4 4 0,6-6 0,1 0 0,-1 0 0,1 0 0,0 0 0,-1 0 0,1 1 0,0-1 0,0 0 0,0 0 0,-1 0 0,1 0 0,0 0 0,1 0 0,-1 0 0,0 1 0,0-1 0,0 0 0,1 0 0,-1 0 0,0 0 0,1 0 0,-1 0 0,1 0 0,-1 0 0,1 0 0,0 0 0,-1 0 0,1-1 0,0 1 0,1 1 0,17 17 0,29 25 0,7 5 0,-17-8-455,-1 2 0,52 78 0,-66-84-6371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5/15/2025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13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5/15/2025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5/15/2025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5/15/2025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5/15/2025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5/15/2025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5/15/2025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5/15/2025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5/15/2025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5/15/2025</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5/15/2025</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17" Type="http://schemas.openxmlformats.org/officeDocument/2006/relationships/image" Target="../media/image64.png"/><Relationship Id="rId21" Type="http://schemas.openxmlformats.org/officeDocument/2006/relationships/image" Target="../media/image16.png"/><Relationship Id="rId42" Type="http://schemas.openxmlformats.org/officeDocument/2006/relationships/customXml" Target="../ink/ink21.xml"/><Relationship Id="rId63" Type="http://schemas.openxmlformats.org/officeDocument/2006/relationships/image" Target="../media/image37.png"/><Relationship Id="rId84" Type="http://schemas.openxmlformats.org/officeDocument/2006/relationships/customXml" Target="../ink/ink42.xml"/><Relationship Id="rId138" Type="http://schemas.openxmlformats.org/officeDocument/2006/relationships/customXml" Target="../ink/ink69.xml"/><Relationship Id="rId159" Type="http://schemas.openxmlformats.org/officeDocument/2006/relationships/image" Target="../media/image85.png"/><Relationship Id="rId170" Type="http://schemas.openxmlformats.org/officeDocument/2006/relationships/customXml" Target="../ink/ink85.xml"/><Relationship Id="rId191" Type="http://schemas.openxmlformats.org/officeDocument/2006/relationships/image" Target="../media/image101.png"/><Relationship Id="rId205" Type="http://schemas.openxmlformats.org/officeDocument/2006/relationships/image" Target="../media/image108.png"/><Relationship Id="rId226" Type="http://schemas.openxmlformats.org/officeDocument/2006/relationships/customXml" Target="../ink/ink113.xml"/><Relationship Id="rId107" Type="http://schemas.openxmlformats.org/officeDocument/2006/relationships/image" Target="../media/image59.png"/><Relationship Id="rId11" Type="http://schemas.openxmlformats.org/officeDocument/2006/relationships/image" Target="../media/image11.png"/><Relationship Id="rId32" Type="http://schemas.openxmlformats.org/officeDocument/2006/relationships/customXml" Target="../ink/ink16.xml"/><Relationship Id="rId53" Type="http://schemas.openxmlformats.org/officeDocument/2006/relationships/image" Target="../media/image32.png"/><Relationship Id="rId74" Type="http://schemas.openxmlformats.org/officeDocument/2006/relationships/customXml" Target="../ink/ink37.xml"/><Relationship Id="rId128" Type="http://schemas.openxmlformats.org/officeDocument/2006/relationships/customXml" Target="../ink/ink64.xml"/><Relationship Id="rId149" Type="http://schemas.openxmlformats.org/officeDocument/2006/relationships/image" Target="../media/image80.png"/><Relationship Id="rId5" Type="http://schemas.openxmlformats.org/officeDocument/2006/relationships/image" Target="../media/image8.png"/><Relationship Id="rId95" Type="http://schemas.openxmlformats.org/officeDocument/2006/relationships/image" Target="../media/image53.png"/><Relationship Id="rId160" Type="http://schemas.openxmlformats.org/officeDocument/2006/relationships/customXml" Target="../ink/ink80.xml"/><Relationship Id="rId181" Type="http://schemas.openxmlformats.org/officeDocument/2006/relationships/image" Target="../media/image96.png"/><Relationship Id="rId216" Type="http://schemas.openxmlformats.org/officeDocument/2006/relationships/customXml" Target="../ink/ink108.xml"/><Relationship Id="rId22" Type="http://schemas.openxmlformats.org/officeDocument/2006/relationships/customXml" Target="../ink/ink11.xml"/><Relationship Id="rId43" Type="http://schemas.openxmlformats.org/officeDocument/2006/relationships/image" Target="../media/image27.png"/><Relationship Id="rId64" Type="http://schemas.openxmlformats.org/officeDocument/2006/relationships/customXml" Target="../ink/ink32.xml"/><Relationship Id="rId118" Type="http://schemas.openxmlformats.org/officeDocument/2006/relationships/customXml" Target="../ink/ink59.xml"/><Relationship Id="rId139" Type="http://schemas.openxmlformats.org/officeDocument/2006/relationships/image" Target="../media/image75.png"/><Relationship Id="rId85" Type="http://schemas.openxmlformats.org/officeDocument/2006/relationships/image" Target="../media/image48.png"/><Relationship Id="rId150" Type="http://schemas.openxmlformats.org/officeDocument/2006/relationships/customXml" Target="../ink/ink75.xml"/><Relationship Id="rId171" Type="http://schemas.openxmlformats.org/officeDocument/2006/relationships/image" Target="../media/image91.png"/><Relationship Id="rId192" Type="http://schemas.openxmlformats.org/officeDocument/2006/relationships/customXml" Target="../ink/ink96.xml"/><Relationship Id="rId206" Type="http://schemas.openxmlformats.org/officeDocument/2006/relationships/customXml" Target="../ink/ink103.xml"/><Relationship Id="rId227" Type="http://schemas.openxmlformats.org/officeDocument/2006/relationships/image" Target="../media/image119.png"/><Relationship Id="rId12" Type="http://schemas.openxmlformats.org/officeDocument/2006/relationships/customXml" Target="../ink/ink6.xml"/><Relationship Id="rId33" Type="http://schemas.openxmlformats.org/officeDocument/2006/relationships/image" Target="../media/image22.png"/><Relationship Id="rId108" Type="http://schemas.openxmlformats.org/officeDocument/2006/relationships/customXml" Target="../ink/ink54.xml"/><Relationship Id="rId129" Type="http://schemas.openxmlformats.org/officeDocument/2006/relationships/image" Target="../media/image70.png"/><Relationship Id="rId54" Type="http://schemas.openxmlformats.org/officeDocument/2006/relationships/customXml" Target="../ink/ink27.xml"/><Relationship Id="rId75" Type="http://schemas.openxmlformats.org/officeDocument/2006/relationships/image" Target="../media/image43.png"/><Relationship Id="rId96" Type="http://schemas.openxmlformats.org/officeDocument/2006/relationships/customXml" Target="../ink/ink48.xml"/><Relationship Id="rId140" Type="http://schemas.openxmlformats.org/officeDocument/2006/relationships/customXml" Target="../ink/ink70.xml"/><Relationship Id="rId161" Type="http://schemas.openxmlformats.org/officeDocument/2006/relationships/image" Target="../media/image86.png"/><Relationship Id="rId182" Type="http://schemas.openxmlformats.org/officeDocument/2006/relationships/customXml" Target="../ink/ink91.xml"/><Relationship Id="rId217" Type="http://schemas.openxmlformats.org/officeDocument/2006/relationships/image" Target="../media/image114.png"/><Relationship Id="rId6" Type="http://schemas.openxmlformats.org/officeDocument/2006/relationships/customXml" Target="../ink/ink3.xml"/><Relationship Id="rId23" Type="http://schemas.openxmlformats.org/officeDocument/2006/relationships/image" Target="../media/image17.png"/><Relationship Id="rId119" Type="http://schemas.openxmlformats.org/officeDocument/2006/relationships/image" Target="../media/image65.png"/><Relationship Id="rId44" Type="http://schemas.openxmlformats.org/officeDocument/2006/relationships/customXml" Target="../ink/ink22.xml"/><Relationship Id="rId65" Type="http://schemas.openxmlformats.org/officeDocument/2006/relationships/image" Target="../media/image38.png"/><Relationship Id="rId86" Type="http://schemas.openxmlformats.org/officeDocument/2006/relationships/customXml" Target="../ink/ink43.xml"/><Relationship Id="rId130" Type="http://schemas.openxmlformats.org/officeDocument/2006/relationships/customXml" Target="../ink/ink65.xml"/><Relationship Id="rId151" Type="http://schemas.openxmlformats.org/officeDocument/2006/relationships/image" Target="../media/image81.png"/><Relationship Id="rId172" Type="http://schemas.openxmlformats.org/officeDocument/2006/relationships/customXml" Target="../ink/ink86.xml"/><Relationship Id="rId193" Type="http://schemas.openxmlformats.org/officeDocument/2006/relationships/image" Target="../media/image102.png"/><Relationship Id="rId207" Type="http://schemas.openxmlformats.org/officeDocument/2006/relationships/image" Target="../media/image109.png"/><Relationship Id="rId228" Type="http://schemas.openxmlformats.org/officeDocument/2006/relationships/customXml" Target="../ink/ink114.xml"/><Relationship Id="rId13" Type="http://schemas.openxmlformats.org/officeDocument/2006/relationships/image" Target="../media/image12.png"/><Relationship Id="rId109" Type="http://schemas.openxmlformats.org/officeDocument/2006/relationships/image" Target="../media/image60.png"/><Relationship Id="rId34" Type="http://schemas.openxmlformats.org/officeDocument/2006/relationships/customXml" Target="../ink/ink17.xml"/><Relationship Id="rId55" Type="http://schemas.openxmlformats.org/officeDocument/2006/relationships/image" Target="../media/image33.png"/><Relationship Id="rId76" Type="http://schemas.openxmlformats.org/officeDocument/2006/relationships/customXml" Target="../ink/ink38.xml"/><Relationship Id="rId97" Type="http://schemas.openxmlformats.org/officeDocument/2006/relationships/image" Target="../media/image54.png"/><Relationship Id="rId120" Type="http://schemas.openxmlformats.org/officeDocument/2006/relationships/customXml" Target="../ink/ink60.xml"/><Relationship Id="rId141" Type="http://schemas.openxmlformats.org/officeDocument/2006/relationships/image" Target="../media/image76.png"/><Relationship Id="rId7" Type="http://schemas.openxmlformats.org/officeDocument/2006/relationships/image" Target="../media/image9.png"/><Relationship Id="rId162" Type="http://schemas.openxmlformats.org/officeDocument/2006/relationships/customXml" Target="../ink/ink81.xml"/><Relationship Id="rId183" Type="http://schemas.openxmlformats.org/officeDocument/2006/relationships/image" Target="../media/image97.png"/><Relationship Id="rId218" Type="http://schemas.openxmlformats.org/officeDocument/2006/relationships/customXml" Target="../ink/ink109.xml"/><Relationship Id="rId24" Type="http://schemas.openxmlformats.org/officeDocument/2006/relationships/customXml" Target="../ink/ink12.xml"/><Relationship Id="rId45" Type="http://schemas.openxmlformats.org/officeDocument/2006/relationships/image" Target="../media/image28.png"/><Relationship Id="rId66" Type="http://schemas.openxmlformats.org/officeDocument/2006/relationships/customXml" Target="../ink/ink33.xml"/><Relationship Id="rId87" Type="http://schemas.openxmlformats.org/officeDocument/2006/relationships/image" Target="../media/image49.png"/><Relationship Id="rId110" Type="http://schemas.openxmlformats.org/officeDocument/2006/relationships/customXml" Target="../ink/ink55.xml"/><Relationship Id="rId131" Type="http://schemas.openxmlformats.org/officeDocument/2006/relationships/image" Target="../media/image71.png"/><Relationship Id="rId152" Type="http://schemas.openxmlformats.org/officeDocument/2006/relationships/customXml" Target="../ink/ink76.xml"/><Relationship Id="rId173" Type="http://schemas.openxmlformats.org/officeDocument/2006/relationships/image" Target="../media/image92.png"/><Relationship Id="rId194" Type="http://schemas.openxmlformats.org/officeDocument/2006/relationships/customXml" Target="../ink/ink97.xml"/><Relationship Id="rId208" Type="http://schemas.openxmlformats.org/officeDocument/2006/relationships/customXml" Target="../ink/ink104.xml"/><Relationship Id="rId229" Type="http://schemas.openxmlformats.org/officeDocument/2006/relationships/image" Target="../media/image120.png"/><Relationship Id="rId14" Type="http://schemas.openxmlformats.org/officeDocument/2006/relationships/customXml" Target="../ink/ink7.xml"/><Relationship Id="rId35" Type="http://schemas.openxmlformats.org/officeDocument/2006/relationships/image" Target="../media/image23.png"/><Relationship Id="rId56" Type="http://schemas.openxmlformats.org/officeDocument/2006/relationships/customXml" Target="../ink/ink28.xml"/><Relationship Id="rId77" Type="http://schemas.openxmlformats.org/officeDocument/2006/relationships/image" Target="../media/image44.png"/><Relationship Id="rId100" Type="http://schemas.openxmlformats.org/officeDocument/2006/relationships/customXml" Target="../ink/ink50.xml"/><Relationship Id="rId8" Type="http://schemas.openxmlformats.org/officeDocument/2006/relationships/customXml" Target="../ink/ink4.xml"/><Relationship Id="rId98" Type="http://schemas.openxmlformats.org/officeDocument/2006/relationships/customXml" Target="../ink/ink49.xml"/><Relationship Id="rId121" Type="http://schemas.openxmlformats.org/officeDocument/2006/relationships/image" Target="../media/image66.png"/><Relationship Id="rId142" Type="http://schemas.openxmlformats.org/officeDocument/2006/relationships/customXml" Target="../ink/ink71.xml"/><Relationship Id="rId163" Type="http://schemas.openxmlformats.org/officeDocument/2006/relationships/image" Target="../media/image87.png"/><Relationship Id="rId184" Type="http://schemas.openxmlformats.org/officeDocument/2006/relationships/customXml" Target="../ink/ink92.xml"/><Relationship Id="rId219" Type="http://schemas.openxmlformats.org/officeDocument/2006/relationships/image" Target="../media/image115.png"/><Relationship Id="rId25" Type="http://schemas.openxmlformats.org/officeDocument/2006/relationships/image" Target="../media/image18.png"/><Relationship Id="rId46" Type="http://schemas.openxmlformats.org/officeDocument/2006/relationships/customXml" Target="../ink/ink23.xml"/><Relationship Id="rId67" Type="http://schemas.openxmlformats.org/officeDocument/2006/relationships/image" Target="../media/image39.png"/><Relationship Id="rId116" Type="http://schemas.openxmlformats.org/officeDocument/2006/relationships/customXml" Target="../ink/ink58.xml"/><Relationship Id="rId137" Type="http://schemas.openxmlformats.org/officeDocument/2006/relationships/image" Target="../media/image74.png"/><Relationship Id="rId158" Type="http://schemas.openxmlformats.org/officeDocument/2006/relationships/customXml" Target="../ink/ink79.xml"/><Relationship Id="rId20" Type="http://schemas.openxmlformats.org/officeDocument/2006/relationships/customXml" Target="../ink/ink10.xml"/><Relationship Id="rId41" Type="http://schemas.openxmlformats.org/officeDocument/2006/relationships/image" Target="../media/image26.png"/><Relationship Id="rId62" Type="http://schemas.openxmlformats.org/officeDocument/2006/relationships/customXml" Target="../ink/ink31.xml"/><Relationship Id="rId83" Type="http://schemas.openxmlformats.org/officeDocument/2006/relationships/image" Target="../media/image47.png"/><Relationship Id="rId88" Type="http://schemas.openxmlformats.org/officeDocument/2006/relationships/customXml" Target="../ink/ink44.xml"/><Relationship Id="rId111" Type="http://schemas.openxmlformats.org/officeDocument/2006/relationships/image" Target="../media/image61.png"/><Relationship Id="rId132" Type="http://schemas.openxmlformats.org/officeDocument/2006/relationships/customXml" Target="../ink/ink66.xml"/><Relationship Id="rId153" Type="http://schemas.openxmlformats.org/officeDocument/2006/relationships/image" Target="../media/image82.png"/><Relationship Id="rId174" Type="http://schemas.openxmlformats.org/officeDocument/2006/relationships/customXml" Target="../ink/ink87.xml"/><Relationship Id="rId179" Type="http://schemas.openxmlformats.org/officeDocument/2006/relationships/image" Target="../media/image95.png"/><Relationship Id="rId195" Type="http://schemas.openxmlformats.org/officeDocument/2006/relationships/image" Target="../media/image103.png"/><Relationship Id="rId209" Type="http://schemas.openxmlformats.org/officeDocument/2006/relationships/image" Target="../media/image110.png"/><Relationship Id="rId190" Type="http://schemas.openxmlformats.org/officeDocument/2006/relationships/customXml" Target="../ink/ink95.xml"/><Relationship Id="rId204" Type="http://schemas.openxmlformats.org/officeDocument/2006/relationships/customXml" Target="../ink/ink102.xml"/><Relationship Id="rId220" Type="http://schemas.openxmlformats.org/officeDocument/2006/relationships/customXml" Target="../ink/ink110.xml"/><Relationship Id="rId225" Type="http://schemas.openxmlformats.org/officeDocument/2006/relationships/image" Target="../media/image118.png"/><Relationship Id="rId15" Type="http://schemas.openxmlformats.org/officeDocument/2006/relationships/image" Target="../media/image13.png"/><Relationship Id="rId36" Type="http://schemas.openxmlformats.org/officeDocument/2006/relationships/customXml" Target="../ink/ink18.xml"/><Relationship Id="rId57" Type="http://schemas.openxmlformats.org/officeDocument/2006/relationships/image" Target="../media/image34.png"/><Relationship Id="rId106" Type="http://schemas.openxmlformats.org/officeDocument/2006/relationships/customXml" Target="../ink/ink53.xml"/><Relationship Id="rId127" Type="http://schemas.openxmlformats.org/officeDocument/2006/relationships/image" Target="../media/image69.png"/><Relationship Id="rId10" Type="http://schemas.openxmlformats.org/officeDocument/2006/relationships/customXml" Target="../ink/ink5.xml"/><Relationship Id="rId31" Type="http://schemas.openxmlformats.org/officeDocument/2006/relationships/image" Target="../media/image21.png"/><Relationship Id="rId52" Type="http://schemas.openxmlformats.org/officeDocument/2006/relationships/customXml" Target="../ink/ink26.xml"/><Relationship Id="rId73" Type="http://schemas.openxmlformats.org/officeDocument/2006/relationships/image" Target="../media/image42.png"/><Relationship Id="rId78" Type="http://schemas.openxmlformats.org/officeDocument/2006/relationships/customXml" Target="../ink/ink39.xml"/><Relationship Id="rId94" Type="http://schemas.openxmlformats.org/officeDocument/2006/relationships/customXml" Target="../ink/ink47.xml"/><Relationship Id="rId99" Type="http://schemas.openxmlformats.org/officeDocument/2006/relationships/image" Target="../media/image55.png"/><Relationship Id="rId101" Type="http://schemas.openxmlformats.org/officeDocument/2006/relationships/image" Target="../media/image56.png"/><Relationship Id="rId122" Type="http://schemas.openxmlformats.org/officeDocument/2006/relationships/customXml" Target="../ink/ink61.xml"/><Relationship Id="rId143" Type="http://schemas.openxmlformats.org/officeDocument/2006/relationships/image" Target="../media/image77.png"/><Relationship Id="rId148" Type="http://schemas.openxmlformats.org/officeDocument/2006/relationships/customXml" Target="../ink/ink74.xml"/><Relationship Id="rId164" Type="http://schemas.openxmlformats.org/officeDocument/2006/relationships/customXml" Target="../ink/ink82.xml"/><Relationship Id="rId169" Type="http://schemas.openxmlformats.org/officeDocument/2006/relationships/image" Target="../media/image90.png"/><Relationship Id="rId185" Type="http://schemas.openxmlformats.org/officeDocument/2006/relationships/image" Target="../media/image98.png"/><Relationship Id="rId4" Type="http://schemas.openxmlformats.org/officeDocument/2006/relationships/customXml" Target="../ink/ink2.xml"/><Relationship Id="rId9" Type="http://schemas.openxmlformats.org/officeDocument/2006/relationships/image" Target="../media/image10.png"/><Relationship Id="rId180" Type="http://schemas.openxmlformats.org/officeDocument/2006/relationships/customXml" Target="../ink/ink90.xml"/><Relationship Id="rId210" Type="http://schemas.openxmlformats.org/officeDocument/2006/relationships/customXml" Target="../ink/ink105.xml"/><Relationship Id="rId215" Type="http://schemas.openxmlformats.org/officeDocument/2006/relationships/image" Target="../media/image113.png"/><Relationship Id="rId26" Type="http://schemas.openxmlformats.org/officeDocument/2006/relationships/customXml" Target="../ink/ink13.xml"/><Relationship Id="rId47" Type="http://schemas.openxmlformats.org/officeDocument/2006/relationships/image" Target="../media/image29.png"/><Relationship Id="rId68" Type="http://schemas.openxmlformats.org/officeDocument/2006/relationships/customXml" Target="../ink/ink34.xml"/><Relationship Id="rId89" Type="http://schemas.openxmlformats.org/officeDocument/2006/relationships/image" Target="../media/image50.png"/><Relationship Id="rId112" Type="http://schemas.openxmlformats.org/officeDocument/2006/relationships/customXml" Target="../ink/ink56.xml"/><Relationship Id="rId133" Type="http://schemas.openxmlformats.org/officeDocument/2006/relationships/image" Target="../media/image72.png"/><Relationship Id="rId154" Type="http://schemas.openxmlformats.org/officeDocument/2006/relationships/customXml" Target="../ink/ink77.xml"/><Relationship Id="rId175" Type="http://schemas.openxmlformats.org/officeDocument/2006/relationships/image" Target="../media/image93.png"/><Relationship Id="rId196" Type="http://schemas.openxmlformats.org/officeDocument/2006/relationships/customXml" Target="../ink/ink98.xml"/><Relationship Id="rId200" Type="http://schemas.openxmlformats.org/officeDocument/2006/relationships/customXml" Target="../ink/ink100.xml"/><Relationship Id="rId16" Type="http://schemas.openxmlformats.org/officeDocument/2006/relationships/customXml" Target="../ink/ink8.xml"/><Relationship Id="rId221" Type="http://schemas.openxmlformats.org/officeDocument/2006/relationships/image" Target="../media/image116.png"/><Relationship Id="rId37" Type="http://schemas.openxmlformats.org/officeDocument/2006/relationships/image" Target="../media/image24.png"/><Relationship Id="rId58" Type="http://schemas.openxmlformats.org/officeDocument/2006/relationships/customXml" Target="../ink/ink29.xml"/><Relationship Id="rId79" Type="http://schemas.openxmlformats.org/officeDocument/2006/relationships/image" Target="../media/image45.png"/><Relationship Id="rId102" Type="http://schemas.openxmlformats.org/officeDocument/2006/relationships/customXml" Target="../ink/ink51.xml"/><Relationship Id="rId123" Type="http://schemas.openxmlformats.org/officeDocument/2006/relationships/image" Target="../media/image67.png"/><Relationship Id="rId144" Type="http://schemas.openxmlformats.org/officeDocument/2006/relationships/customXml" Target="../ink/ink72.xml"/><Relationship Id="rId90" Type="http://schemas.openxmlformats.org/officeDocument/2006/relationships/customXml" Target="../ink/ink45.xml"/><Relationship Id="rId165" Type="http://schemas.openxmlformats.org/officeDocument/2006/relationships/image" Target="../media/image88.png"/><Relationship Id="rId186" Type="http://schemas.openxmlformats.org/officeDocument/2006/relationships/customXml" Target="../ink/ink93.xml"/><Relationship Id="rId211" Type="http://schemas.openxmlformats.org/officeDocument/2006/relationships/image" Target="../media/image111.png"/><Relationship Id="rId27" Type="http://schemas.openxmlformats.org/officeDocument/2006/relationships/image" Target="../media/image19.png"/><Relationship Id="rId48" Type="http://schemas.openxmlformats.org/officeDocument/2006/relationships/customXml" Target="../ink/ink24.xml"/><Relationship Id="rId69" Type="http://schemas.openxmlformats.org/officeDocument/2006/relationships/image" Target="../media/image40.png"/><Relationship Id="rId113" Type="http://schemas.openxmlformats.org/officeDocument/2006/relationships/image" Target="../media/image62.png"/><Relationship Id="rId134" Type="http://schemas.openxmlformats.org/officeDocument/2006/relationships/customXml" Target="../ink/ink67.xml"/><Relationship Id="rId80" Type="http://schemas.openxmlformats.org/officeDocument/2006/relationships/customXml" Target="../ink/ink40.xml"/><Relationship Id="rId155" Type="http://schemas.openxmlformats.org/officeDocument/2006/relationships/image" Target="../media/image83.png"/><Relationship Id="rId176" Type="http://schemas.openxmlformats.org/officeDocument/2006/relationships/customXml" Target="../ink/ink88.xml"/><Relationship Id="rId197" Type="http://schemas.openxmlformats.org/officeDocument/2006/relationships/image" Target="../media/image104.png"/><Relationship Id="rId201" Type="http://schemas.openxmlformats.org/officeDocument/2006/relationships/image" Target="../media/image106.png"/><Relationship Id="rId222" Type="http://schemas.openxmlformats.org/officeDocument/2006/relationships/customXml" Target="../ink/ink111.xml"/><Relationship Id="rId17" Type="http://schemas.openxmlformats.org/officeDocument/2006/relationships/image" Target="../media/image14.png"/><Relationship Id="rId38" Type="http://schemas.openxmlformats.org/officeDocument/2006/relationships/customXml" Target="../ink/ink19.xml"/><Relationship Id="rId59" Type="http://schemas.openxmlformats.org/officeDocument/2006/relationships/image" Target="../media/image35.png"/><Relationship Id="rId103" Type="http://schemas.openxmlformats.org/officeDocument/2006/relationships/image" Target="../media/image57.png"/><Relationship Id="rId124" Type="http://schemas.openxmlformats.org/officeDocument/2006/relationships/customXml" Target="../ink/ink62.xml"/><Relationship Id="rId70" Type="http://schemas.openxmlformats.org/officeDocument/2006/relationships/customXml" Target="../ink/ink35.xml"/><Relationship Id="rId91" Type="http://schemas.openxmlformats.org/officeDocument/2006/relationships/image" Target="../media/image51.png"/><Relationship Id="rId145" Type="http://schemas.openxmlformats.org/officeDocument/2006/relationships/image" Target="../media/image78.png"/><Relationship Id="rId166" Type="http://schemas.openxmlformats.org/officeDocument/2006/relationships/customXml" Target="../ink/ink83.xml"/><Relationship Id="rId187" Type="http://schemas.openxmlformats.org/officeDocument/2006/relationships/image" Target="../media/image99.png"/><Relationship Id="rId1" Type="http://schemas.openxmlformats.org/officeDocument/2006/relationships/slideLayout" Target="../slideLayouts/slideLayout2.xml"/><Relationship Id="rId212" Type="http://schemas.openxmlformats.org/officeDocument/2006/relationships/customXml" Target="../ink/ink106.xml"/><Relationship Id="rId28" Type="http://schemas.openxmlformats.org/officeDocument/2006/relationships/customXml" Target="../ink/ink14.xml"/><Relationship Id="rId49" Type="http://schemas.openxmlformats.org/officeDocument/2006/relationships/image" Target="../media/image30.png"/><Relationship Id="rId114" Type="http://schemas.openxmlformats.org/officeDocument/2006/relationships/customXml" Target="../ink/ink57.xml"/><Relationship Id="rId60" Type="http://schemas.openxmlformats.org/officeDocument/2006/relationships/customXml" Target="../ink/ink30.xml"/><Relationship Id="rId81" Type="http://schemas.openxmlformats.org/officeDocument/2006/relationships/image" Target="../media/image46.png"/><Relationship Id="rId135" Type="http://schemas.openxmlformats.org/officeDocument/2006/relationships/image" Target="../media/image73.png"/><Relationship Id="rId156" Type="http://schemas.openxmlformats.org/officeDocument/2006/relationships/customXml" Target="../ink/ink78.xml"/><Relationship Id="rId177" Type="http://schemas.openxmlformats.org/officeDocument/2006/relationships/image" Target="../media/image94.png"/><Relationship Id="rId198" Type="http://schemas.openxmlformats.org/officeDocument/2006/relationships/customXml" Target="../ink/ink99.xml"/><Relationship Id="rId202" Type="http://schemas.openxmlformats.org/officeDocument/2006/relationships/customXml" Target="../ink/ink101.xml"/><Relationship Id="rId223" Type="http://schemas.openxmlformats.org/officeDocument/2006/relationships/image" Target="../media/image117.png"/><Relationship Id="rId18" Type="http://schemas.openxmlformats.org/officeDocument/2006/relationships/customXml" Target="../ink/ink9.xml"/><Relationship Id="rId39" Type="http://schemas.openxmlformats.org/officeDocument/2006/relationships/image" Target="../media/image25.png"/><Relationship Id="rId50" Type="http://schemas.openxmlformats.org/officeDocument/2006/relationships/customXml" Target="../ink/ink25.xml"/><Relationship Id="rId104" Type="http://schemas.openxmlformats.org/officeDocument/2006/relationships/customXml" Target="../ink/ink52.xml"/><Relationship Id="rId125" Type="http://schemas.openxmlformats.org/officeDocument/2006/relationships/image" Target="../media/image68.png"/><Relationship Id="rId146" Type="http://schemas.openxmlformats.org/officeDocument/2006/relationships/customXml" Target="../ink/ink73.xml"/><Relationship Id="rId167" Type="http://schemas.openxmlformats.org/officeDocument/2006/relationships/image" Target="../media/image89.png"/><Relationship Id="rId188" Type="http://schemas.openxmlformats.org/officeDocument/2006/relationships/customXml" Target="../ink/ink94.xml"/><Relationship Id="rId71" Type="http://schemas.openxmlformats.org/officeDocument/2006/relationships/image" Target="../media/image41.png"/><Relationship Id="rId92" Type="http://schemas.openxmlformats.org/officeDocument/2006/relationships/customXml" Target="../ink/ink46.xml"/><Relationship Id="rId213" Type="http://schemas.openxmlformats.org/officeDocument/2006/relationships/image" Target="../media/image112.png"/><Relationship Id="rId2" Type="http://schemas.openxmlformats.org/officeDocument/2006/relationships/customXml" Target="../ink/ink1.xml"/><Relationship Id="rId29" Type="http://schemas.openxmlformats.org/officeDocument/2006/relationships/image" Target="../media/image20.png"/><Relationship Id="rId40" Type="http://schemas.openxmlformats.org/officeDocument/2006/relationships/customXml" Target="../ink/ink20.xml"/><Relationship Id="rId115" Type="http://schemas.openxmlformats.org/officeDocument/2006/relationships/image" Target="../media/image63.png"/><Relationship Id="rId136" Type="http://schemas.openxmlformats.org/officeDocument/2006/relationships/customXml" Target="../ink/ink68.xml"/><Relationship Id="rId157" Type="http://schemas.openxmlformats.org/officeDocument/2006/relationships/image" Target="../media/image84.png"/><Relationship Id="rId178" Type="http://schemas.openxmlformats.org/officeDocument/2006/relationships/customXml" Target="../ink/ink89.xml"/><Relationship Id="rId61" Type="http://schemas.openxmlformats.org/officeDocument/2006/relationships/image" Target="../media/image36.png"/><Relationship Id="rId82" Type="http://schemas.openxmlformats.org/officeDocument/2006/relationships/customXml" Target="../ink/ink41.xml"/><Relationship Id="rId199" Type="http://schemas.openxmlformats.org/officeDocument/2006/relationships/image" Target="../media/image105.png"/><Relationship Id="rId203" Type="http://schemas.openxmlformats.org/officeDocument/2006/relationships/image" Target="../media/image107.png"/><Relationship Id="rId19" Type="http://schemas.openxmlformats.org/officeDocument/2006/relationships/image" Target="../media/image15.png"/><Relationship Id="rId224" Type="http://schemas.openxmlformats.org/officeDocument/2006/relationships/customXml" Target="../ink/ink112.xml"/><Relationship Id="rId30" Type="http://schemas.openxmlformats.org/officeDocument/2006/relationships/customXml" Target="../ink/ink15.xml"/><Relationship Id="rId105" Type="http://schemas.openxmlformats.org/officeDocument/2006/relationships/image" Target="../media/image58.png"/><Relationship Id="rId126" Type="http://schemas.openxmlformats.org/officeDocument/2006/relationships/customXml" Target="../ink/ink63.xml"/><Relationship Id="rId147" Type="http://schemas.openxmlformats.org/officeDocument/2006/relationships/image" Target="../media/image79.png"/><Relationship Id="rId168" Type="http://schemas.openxmlformats.org/officeDocument/2006/relationships/customXml" Target="../ink/ink84.xml"/><Relationship Id="rId51" Type="http://schemas.openxmlformats.org/officeDocument/2006/relationships/image" Target="../media/image31.png"/><Relationship Id="rId72" Type="http://schemas.openxmlformats.org/officeDocument/2006/relationships/customXml" Target="../ink/ink36.xml"/><Relationship Id="rId93" Type="http://schemas.openxmlformats.org/officeDocument/2006/relationships/image" Target="../media/image52.png"/><Relationship Id="rId189" Type="http://schemas.openxmlformats.org/officeDocument/2006/relationships/image" Target="../media/image100.png"/><Relationship Id="rId3" Type="http://schemas.openxmlformats.org/officeDocument/2006/relationships/image" Target="../media/image7.png"/><Relationship Id="rId214" Type="http://schemas.openxmlformats.org/officeDocument/2006/relationships/customXml" Target="../ink/ink10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1.jp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22.png"/><Relationship Id="rId4" Type="http://schemas.openxmlformats.org/officeDocument/2006/relationships/hyperlink" Target="http://www.dribbble.com/" TargetMode="External"/></Relationships>
</file>

<file path=ppt/slides/_rels/slide13.xml.rels><?xml version="1.0" encoding="UTF-8" standalone="yes"?>
<Relationships xmlns="http://schemas.openxmlformats.org/package/2006/relationships"><Relationship Id="rId8" Type="http://schemas.openxmlformats.org/officeDocument/2006/relationships/image" Target="../media/image128.jpeg"/><Relationship Id="rId3" Type="http://schemas.openxmlformats.org/officeDocument/2006/relationships/image" Target="../media/image123.jpeg"/><Relationship Id="rId7" Type="http://schemas.openxmlformats.org/officeDocument/2006/relationships/image" Target="../media/image127.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26.tiff"/><Relationship Id="rId5" Type="http://schemas.openxmlformats.org/officeDocument/2006/relationships/image" Target="../media/image125.tiff"/><Relationship Id="rId4" Type="http://schemas.openxmlformats.org/officeDocument/2006/relationships/image" Target="../media/image124.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a:solidFill>
                  <a:schemeClr val="accent2">
                    <a:lumMod val="50000"/>
                  </a:schemeClr>
                </a:solidFill>
              </a:rPr>
              <a:t>Day 17</a:t>
            </a:r>
            <a:endParaRPr lang="en-US" sz="3600" b="1" dirty="0">
              <a:solidFill>
                <a:schemeClr val="accent2">
                  <a:lumMod val="50000"/>
                </a:schemeClr>
              </a:solidFill>
            </a:endParaRP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17</a:t>
            </a:r>
            <a:endParaRPr lang="en-IN" dirty="0">
              <a:solidFill>
                <a:schemeClr val="bg1"/>
              </a:solidFill>
              <a:latin typeface="Cooper Black" panose="0208090404030B020404" pitchFamily="18" charset="0"/>
            </a:endParaRPr>
          </a:p>
        </p:txBody>
      </p:sp>
      <p:sp>
        <p:nvSpPr>
          <p:cNvPr id="5" name="Rectangle: Rounded Corners 4">
            <a:extLst>
              <a:ext uri="{FF2B5EF4-FFF2-40B4-BE49-F238E27FC236}">
                <a16:creationId xmlns:a16="http://schemas.microsoft.com/office/drawing/2014/main" id="{8EE791A1-2958-78B0-ECDD-F89DDE02F4B6}"/>
              </a:ext>
            </a:extLst>
          </p:cNvPr>
          <p:cNvSpPr/>
          <p:nvPr/>
        </p:nvSpPr>
        <p:spPr>
          <a:xfrm>
            <a:off x="3453886" y="131323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Rounded Corners 5">
            <a:extLst>
              <a:ext uri="{FF2B5EF4-FFF2-40B4-BE49-F238E27FC236}">
                <a16:creationId xmlns:a16="http://schemas.microsoft.com/office/drawing/2014/main" id="{5B89E801-E285-EBED-06F5-7E2B1B8E1E7A}"/>
              </a:ext>
            </a:extLst>
          </p:cNvPr>
          <p:cNvSpPr/>
          <p:nvPr/>
        </p:nvSpPr>
        <p:spPr>
          <a:xfrm>
            <a:off x="3453886" y="3068960"/>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Rounded Corners 6">
            <a:extLst>
              <a:ext uri="{FF2B5EF4-FFF2-40B4-BE49-F238E27FC236}">
                <a16:creationId xmlns:a16="http://schemas.microsoft.com/office/drawing/2014/main" id="{ABAB72EB-5FE6-B5CA-C654-D15CE54000E9}"/>
              </a:ext>
            </a:extLst>
          </p:cNvPr>
          <p:cNvSpPr/>
          <p:nvPr/>
        </p:nvSpPr>
        <p:spPr>
          <a:xfrm>
            <a:off x="3453886" y="4824683"/>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id="{1A27EE0E-9853-D0E9-E5A8-87BE731920EA}"/>
              </a:ext>
            </a:extLst>
          </p:cNvPr>
          <p:cNvGrpSpPr/>
          <p:nvPr/>
        </p:nvGrpSpPr>
        <p:grpSpPr>
          <a:xfrm>
            <a:off x="4118571" y="1566251"/>
            <a:ext cx="4359562" cy="922336"/>
            <a:chOff x="1395616" y="871285"/>
            <a:chExt cx="3825734" cy="1064137"/>
          </a:xfrm>
        </p:grpSpPr>
        <p:sp>
          <p:nvSpPr>
            <p:cNvPr id="9" name="TextBox 8">
              <a:extLst>
                <a:ext uri="{FF2B5EF4-FFF2-40B4-BE49-F238E27FC236}">
                  <a16:creationId xmlns:a16="http://schemas.microsoft.com/office/drawing/2014/main" id="{8B429D3B-7C38-B33E-067B-835764291C87}"/>
                </a:ext>
              </a:extLst>
            </p:cNvPr>
            <p:cNvSpPr txBox="1"/>
            <p:nvPr/>
          </p:nvSpPr>
          <p:spPr>
            <a:xfrm>
              <a:off x="2984420" y="1243566"/>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CI implementation</a:t>
              </a:r>
            </a:p>
          </p:txBody>
        </p:sp>
        <p:sp>
          <p:nvSpPr>
            <p:cNvPr id="10" name="TextBox 9">
              <a:extLst>
                <a:ext uri="{FF2B5EF4-FFF2-40B4-BE49-F238E27FC236}">
                  <a16:creationId xmlns:a16="http://schemas.microsoft.com/office/drawing/2014/main" id="{118C39A3-CA2B-146F-D772-D14998B4D672}"/>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 name="Group 10">
            <a:extLst>
              <a:ext uri="{FF2B5EF4-FFF2-40B4-BE49-F238E27FC236}">
                <a16:creationId xmlns:a16="http://schemas.microsoft.com/office/drawing/2014/main" id="{F7773B0C-4C36-F5CF-6049-15A22D3353B9}"/>
              </a:ext>
            </a:extLst>
          </p:cNvPr>
          <p:cNvGrpSpPr/>
          <p:nvPr/>
        </p:nvGrpSpPr>
        <p:grpSpPr>
          <a:xfrm>
            <a:off x="4118571" y="3321970"/>
            <a:ext cx="4431570" cy="922336"/>
            <a:chOff x="1395616" y="871285"/>
            <a:chExt cx="3825734" cy="1064137"/>
          </a:xfrm>
        </p:grpSpPr>
        <p:sp>
          <p:nvSpPr>
            <p:cNvPr id="12" name="TextBox 11">
              <a:extLst>
                <a:ext uri="{FF2B5EF4-FFF2-40B4-BE49-F238E27FC236}">
                  <a16:creationId xmlns:a16="http://schemas.microsoft.com/office/drawing/2014/main" id="{58BB80F5-BF50-C0D2-25DF-59F695C70420}"/>
                </a:ext>
              </a:extLst>
            </p:cNvPr>
            <p:cNvSpPr txBox="1"/>
            <p:nvPr/>
          </p:nvSpPr>
          <p:spPr>
            <a:xfrm>
              <a:off x="2984420" y="1243562"/>
              <a:ext cx="2236930" cy="319585"/>
            </a:xfrm>
            <a:prstGeom prst="rect">
              <a:avLst/>
            </a:prstGeom>
            <a:noFill/>
          </p:spPr>
          <p:txBody>
            <a:bodyPr wrap="square" lIns="0" tIns="0" rIns="0" bIns="0" rtlCol="0" anchor="ctr">
              <a:spAutoFit/>
            </a:bodyPr>
            <a:lstStyle/>
            <a:p>
              <a:r>
                <a:rPr lang="en-US" sz="1800" dirty="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Cloud Transport</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3" name="TextBox 12">
              <a:extLst>
                <a:ext uri="{FF2B5EF4-FFF2-40B4-BE49-F238E27FC236}">
                  <a16:creationId xmlns:a16="http://schemas.microsoft.com/office/drawing/2014/main" id="{6824D9CE-F522-A342-1387-CC55E9C4494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4" name="Group 13">
            <a:extLst>
              <a:ext uri="{FF2B5EF4-FFF2-40B4-BE49-F238E27FC236}">
                <a16:creationId xmlns:a16="http://schemas.microsoft.com/office/drawing/2014/main" id="{51BD1B35-A18B-68D7-E07B-1A1A9AD2E859}"/>
              </a:ext>
            </a:extLst>
          </p:cNvPr>
          <p:cNvGrpSpPr/>
          <p:nvPr/>
        </p:nvGrpSpPr>
        <p:grpSpPr>
          <a:xfrm>
            <a:off x="4118571" y="5077693"/>
            <a:ext cx="4431570" cy="922336"/>
            <a:chOff x="1395616" y="871285"/>
            <a:chExt cx="4290329" cy="1064137"/>
          </a:xfrm>
        </p:grpSpPr>
        <p:sp>
          <p:nvSpPr>
            <p:cNvPr id="15" name="TextBox 14">
              <a:extLst>
                <a:ext uri="{FF2B5EF4-FFF2-40B4-BE49-F238E27FC236}">
                  <a16:creationId xmlns:a16="http://schemas.microsoft.com/office/drawing/2014/main" id="{2BEC2032-A77D-A0B0-E149-A23467DC1CAA}"/>
                </a:ext>
              </a:extLst>
            </p:cNvPr>
            <p:cNvSpPr txBox="1"/>
            <p:nvPr/>
          </p:nvSpPr>
          <p:spPr>
            <a:xfrm>
              <a:off x="2984420" y="1243560"/>
              <a:ext cx="2701525" cy="31958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Connect S/4HANA</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6" name="TextBox 15">
              <a:extLst>
                <a:ext uri="{FF2B5EF4-FFF2-40B4-BE49-F238E27FC236}">
                  <a16:creationId xmlns:a16="http://schemas.microsoft.com/office/drawing/2014/main" id="{C60195D9-2B81-A5CA-17AA-E418FAD1D320}"/>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t>Hands on: Continuous Integration</a:t>
            </a:r>
          </a:p>
        </p:txBody>
      </p:sp>
      <p:pic>
        <p:nvPicPr>
          <p:cNvPr id="3076" name="Picture 4" descr="What is CI/CD?">
            <a:extLst>
              <a:ext uri="{FF2B5EF4-FFF2-40B4-BE49-F238E27FC236}">
                <a16:creationId xmlns:a16="http://schemas.microsoft.com/office/drawing/2014/main" id="{B6624A5E-659B-6300-D3F6-A8B2C02FC8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9143" y="1485290"/>
            <a:ext cx="9486881" cy="45407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81642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t>BTP Cloud Transport Management</a:t>
            </a:r>
          </a:p>
        </p:txBody>
      </p:sp>
      <p:sp>
        <p:nvSpPr>
          <p:cNvPr id="4" name="TextBox 3">
            <a:extLst>
              <a:ext uri="{FF2B5EF4-FFF2-40B4-BE49-F238E27FC236}">
                <a16:creationId xmlns:a16="http://schemas.microsoft.com/office/drawing/2014/main" id="{0FB489AD-CEEC-BC34-2ACB-E705A5DF5CF8}"/>
              </a:ext>
            </a:extLst>
          </p:cNvPr>
          <p:cNvSpPr txBox="1"/>
          <p:nvPr/>
        </p:nvSpPr>
        <p:spPr>
          <a:xfrm>
            <a:off x="160869" y="909378"/>
            <a:ext cx="11734248" cy="2584650"/>
          </a:xfrm>
          <a:prstGeom prst="rect">
            <a:avLst/>
          </a:prstGeom>
          <a:noFill/>
        </p:spPr>
        <p:txBody>
          <a:bodyPr wrap="square">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prstClr val="white"/>
                </a:solidFill>
                <a:effectLst/>
                <a:uLnTx/>
                <a:uFillTx/>
                <a:latin typeface="72" panose="020B0503030000000003" pitchFamily="34" charset="0"/>
                <a:ea typeface="+mn-ea"/>
                <a:cs typeface="+mn-cs"/>
              </a:rPr>
              <a:t>SAP Cloud Transport Management service lets you manage software deliverables between accounts of different environments (such as Neo and Cloud Foundry), by transporting them across various runtimes. This includes application artifacts as well as their respective application-specific content.</a:t>
            </a:r>
          </a:p>
          <a:p>
            <a:pPr marL="0" marR="0" lvl="0" indent="0" algn="l" defTabSz="1218621"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prstClr val="white"/>
              </a:solidFill>
              <a:effectLst/>
              <a:uLnTx/>
              <a:uFillTx/>
              <a:latin typeface="72" panose="020B0503030000000003" pitchFamily="34" charset="0"/>
              <a:ea typeface="+mn-ea"/>
              <a:cs typeface="+mn-cs"/>
            </a:endParaRPr>
          </a:p>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prstClr val="white"/>
                </a:solidFill>
                <a:effectLst/>
                <a:uLnTx/>
                <a:uFillTx/>
                <a:latin typeface="72" panose="020B0503030000000003" pitchFamily="34" charset="0"/>
                <a:ea typeface="+mn-ea"/>
                <a:cs typeface="+mn-cs"/>
              </a:rPr>
              <a:t>SAP Cloud Transport Management service adds transparency to the audit trail of changes so that you get information about who performed which changes in your production environment, and when they did it. At the same time, the service enables a separation of concerns: For example, a developer of an application or of SAP Cloud content artifacts can trigger the transport of changes in a development subaccount, while the resulting import into the test, and production subaccount is handled by a central operations team.</a:t>
            </a:r>
          </a:p>
        </p:txBody>
      </p:sp>
      <p:pic>
        <p:nvPicPr>
          <p:cNvPr id="2050" name="Picture 2">
            <a:extLst>
              <a:ext uri="{FF2B5EF4-FFF2-40B4-BE49-F238E27FC236}">
                <a16:creationId xmlns:a16="http://schemas.microsoft.com/office/drawing/2014/main" id="{8BE2A52D-ABCC-621B-75E1-4E49BDC937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14842" y="3760957"/>
            <a:ext cx="5385393" cy="27566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7393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xEl>
                                              <p:pRg st="2" end="2"/>
                                            </p:txEl>
                                          </p:spTgt>
                                        </p:tgtEl>
                                        <p:attrNameLst>
                                          <p:attrName>style.visibility</p:attrName>
                                        </p:attrNameLst>
                                      </p:cBhvr>
                                      <p:to>
                                        <p:strVal val="visible"/>
                                      </p:to>
                                    </p:set>
                                    <p:animEffect transition="in" filter="fade">
                                      <p:cBhvr>
                                        <p:cTn id="14" dur="1000"/>
                                        <p:tgtEl>
                                          <p:spTgt spid="4">
                                            <p:txEl>
                                              <p:pRg st="2" end="2"/>
                                            </p:txEl>
                                          </p:spTgt>
                                        </p:tgtEl>
                                      </p:cBhvr>
                                    </p:animEffect>
                                    <p:anim calcmode="lin" valueType="num">
                                      <p:cBhvr>
                                        <p:cTn id="15"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t>Hands on SAP BTP Cloud Transport</a:t>
            </a:r>
          </a:p>
        </p:txBody>
      </p:sp>
      <p:pic>
        <p:nvPicPr>
          <p:cNvPr id="4098" name="Picture 2" descr="Moving Freight into the Future: Cloud-Based TMS Systems">
            <a:extLst>
              <a:ext uri="{FF2B5EF4-FFF2-40B4-BE49-F238E27FC236}">
                <a16:creationId xmlns:a16="http://schemas.microsoft.com/office/drawing/2014/main" id="{C4B91D97-475C-72AE-FC63-629B325B95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58822" y="1125344"/>
            <a:ext cx="5233890" cy="52278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4922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1D12F-6EB0-5402-98B0-360164E5D2B4}"/>
              </a:ext>
            </a:extLst>
          </p:cNvPr>
          <p:cNvSpPr>
            <a:spLocks noGrp="1"/>
          </p:cNvSpPr>
          <p:nvPr>
            <p:ph type="title"/>
          </p:nvPr>
        </p:nvSpPr>
        <p:spPr/>
        <p:txBody>
          <a:bodyPr/>
          <a:lstStyle/>
          <a:p>
            <a:endParaRPr lang="en-IN"/>
          </a:p>
        </p:txBody>
      </p:sp>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6657DFD5-A089-BF4B-D6B0-94887C8EA11D}"/>
                  </a:ext>
                </a:extLst>
              </p14:cNvPr>
              <p14:cNvContentPartPr/>
              <p14:nvPr/>
            </p14:nvContentPartPr>
            <p14:xfrm>
              <a:off x="3619958" y="838943"/>
              <a:ext cx="360" cy="360"/>
            </p14:xfrm>
          </p:contentPart>
        </mc:Choice>
        <mc:Fallback>
          <p:pic>
            <p:nvPicPr>
              <p:cNvPr id="3" name="Ink 2">
                <a:extLst>
                  <a:ext uri="{FF2B5EF4-FFF2-40B4-BE49-F238E27FC236}">
                    <a16:creationId xmlns:a16="http://schemas.microsoft.com/office/drawing/2014/main" id="{6657DFD5-A089-BF4B-D6B0-94887C8EA11D}"/>
                  </a:ext>
                </a:extLst>
              </p:cNvPr>
              <p:cNvPicPr/>
              <p:nvPr/>
            </p:nvPicPr>
            <p:blipFill>
              <a:blip r:embed="rId3"/>
              <a:stretch>
                <a:fillRect/>
              </a:stretch>
            </p:blipFill>
            <p:spPr>
              <a:xfrm>
                <a:off x="3611318" y="829943"/>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90" name="Ink 89">
                <a:extLst>
                  <a:ext uri="{FF2B5EF4-FFF2-40B4-BE49-F238E27FC236}">
                    <a16:creationId xmlns:a16="http://schemas.microsoft.com/office/drawing/2014/main" id="{C21664A1-7117-C6BE-00EA-2B8C15E902A5}"/>
                  </a:ext>
                </a:extLst>
              </p14:cNvPr>
              <p14:cNvContentPartPr/>
              <p14:nvPr/>
            </p14:nvContentPartPr>
            <p14:xfrm>
              <a:off x="10688918" y="4379903"/>
              <a:ext cx="294120" cy="187200"/>
            </p14:xfrm>
          </p:contentPart>
        </mc:Choice>
        <mc:Fallback>
          <p:pic>
            <p:nvPicPr>
              <p:cNvPr id="90" name="Ink 89">
                <a:extLst>
                  <a:ext uri="{FF2B5EF4-FFF2-40B4-BE49-F238E27FC236}">
                    <a16:creationId xmlns:a16="http://schemas.microsoft.com/office/drawing/2014/main" id="{C21664A1-7117-C6BE-00EA-2B8C15E902A5}"/>
                  </a:ext>
                </a:extLst>
              </p:cNvPr>
              <p:cNvPicPr/>
              <p:nvPr/>
            </p:nvPicPr>
            <p:blipFill>
              <a:blip r:embed="rId5"/>
              <a:stretch>
                <a:fillRect/>
              </a:stretch>
            </p:blipFill>
            <p:spPr>
              <a:xfrm>
                <a:off x="10680278" y="4370903"/>
                <a:ext cx="311760" cy="204840"/>
              </a:xfrm>
              <a:prstGeom prst="rect">
                <a:avLst/>
              </a:prstGeom>
            </p:spPr>
          </p:pic>
        </mc:Fallback>
      </mc:AlternateContent>
      <p:grpSp>
        <p:nvGrpSpPr>
          <p:cNvPr id="135" name="Group 134">
            <a:extLst>
              <a:ext uri="{FF2B5EF4-FFF2-40B4-BE49-F238E27FC236}">
                <a16:creationId xmlns:a16="http://schemas.microsoft.com/office/drawing/2014/main" id="{390C2388-D24F-CC56-C180-F605E70843E3}"/>
              </a:ext>
            </a:extLst>
          </p:cNvPr>
          <p:cNvGrpSpPr/>
          <p:nvPr/>
        </p:nvGrpSpPr>
        <p:grpSpPr>
          <a:xfrm>
            <a:off x="733838" y="1012463"/>
            <a:ext cx="10789200" cy="5524560"/>
            <a:chOff x="733838" y="1012463"/>
            <a:chExt cx="10789200" cy="5524560"/>
          </a:xfrm>
        </p:grpSpPr>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06AEF92D-C2A6-2BEE-7534-2A180B382AC4}"/>
                    </a:ext>
                  </a:extLst>
                </p14:cNvPr>
                <p14:cNvContentPartPr/>
                <p14:nvPr/>
              </p14:nvContentPartPr>
              <p14:xfrm>
                <a:off x="733838" y="1194623"/>
                <a:ext cx="356400" cy="302400"/>
              </p14:xfrm>
            </p:contentPart>
          </mc:Choice>
          <mc:Fallback>
            <p:pic>
              <p:nvPicPr>
                <p:cNvPr id="4" name="Ink 3">
                  <a:extLst>
                    <a:ext uri="{FF2B5EF4-FFF2-40B4-BE49-F238E27FC236}">
                      <a16:creationId xmlns:a16="http://schemas.microsoft.com/office/drawing/2014/main" id="{06AEF92D-C2A6-2BEE-7534-2A180B382AC4}"/>
                    </a:ext>
                  </a:extLst>
                </p:cNvPr>
                <p:cNvPicPr/>
                <p:nvPr/>
              </p:nvPicPr>
              <p:blipFill>
                <a:blip r:embed="rId7"/>
                <a:stretch>
                  <a:fillRect/>
                </a:stretch>
              </p:blipFill>
              <p:spPr>
                <a:xfrm>
                  <a:off x="724838" y="1185623"/>
                  <a:ext cx="374040" cy="3200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9F187ACB-8ACC-9811-CC30-AE3B71C0B5D2}"/>
                    </a:ext>
                  </a:extLst>
                </p14:cNvPr>
                <p14:cNvContentPartPr/>
                <p14:nvPr/>
              </p14:nvContentPartPr>
              <p14:xfrm>
                <a:off x="783518" y="1517903"/>
                <a:ext cx="263160" cy="211320"/>
              </p14:xfrm>
            </p:contentPart>
          </mc:Choice>
          <mc:Fallback>
            <p:pic>
              <p:nvPicPr>
                <p:cNvPr id="5" name="Ink 4">
                  <a:extLst>
                    <a:ext uri="{FF2B5EF4-FFF2-40B4-BE49-F238E27FC236}">
                      <a16:creationId xmlns:a16="http://schemas.microsoft.com/office/drawing/2014/main" id="{9F187ACB-8ACC-9811-CC30-AE3B71C0B5D2}"/>
                    </a:ext>
                  </a:extLst>
                </p:cNvPr>
                <p:cNvPicPr/>
                <p:nvPr/>
              </p:nvPicPr>
              <p:blipFill>
                <a:blip r:embed="rId9"/>
                <a:stretch>
                  <a:fillRect/>
                </a:stretch>
              </p:blipFill>
              <p:spPr>
                <a:xfrm>
                  <a:off x="774518" y="1509263"/>
                  <a:ext cx="280800" cy="2289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5A933608-EA3B-0982-C5C3-9A0C9E66F229}"/>
                    </a:ext>
                  </a:extLst>
                </p14:cNvPr>
                <p14:cNvContentPartPr/>
                <p14:nvPr/>
              </p14:nvContentPartPr>
              <p14:xfrm>
                <a:off x="769478" y="2017583"/>
                <a:ext cx="277560" cy="243360"/>
              </p14:xfrm>
            </p:contentPart>
          </mc:Choice>
          <mc:Fallback>
            <p:pic>
              <p:nvPicPr>
                <p:cNvPr id="6" name="Ink 5">
                  <a:extLst>
                    <a:ext uri="{FF2B5EF4-FFF2-40B4-BE49-F238E27FC236}">
                      <a16:creationId xmlns:a16="http://schemas.microsoft.com/office/drawing/2014/main" id="{5A933608-EA3B-0982-C5C3-9A0C9E66F229}"/>
                    </a:ext>
                  </a:extLst>
                </p:cNvPr>
                <p:cNvPicPr/>
                <p:nvPr/>
              </p:nvPicPr>
              <p:blipFill>
                <a:blip r:embed="rId11"/>
                <a:stretch>
                  <a:fillRect/>
                </a:stretch>
              </p:blipFill>
              <p:spPr>
                <a:xfrm>
                  <a:off x="760478" y="2008583"/>
                  <a:ext cx="295200" cy="2610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D7740F47-66D8-ED29-C0C7-1CAF2FED0FFE}"/>
                    </a:ext>
                  </a:extLst>
                </p14:cNvPr>
                <p14:cNvContentPartPr/>
                <p14:nvPr/>
              </p14:nvContentPartPr>
              <p14:xfrm>
                <a:off x="790358" y="2327183"/>
                <a:ext cx="229680" cy="279720"/>
              </p14:xfrm>
            </p:contentPart>
          </mc:Choice>
          <mc:Fallback>
            <p:pic>
              <p:nvPicPr>
                <p:cNvPr id="7" name="Ink 6">
                  <a:extLst>
                    <a:ext uri="{FF2B5EF4-FFF2-40B4-BE49-F238E27FC236}">
                      <a16:creationId xmlns:a16="http://schemas.microsoft.com/office/drawing/2014/main" id="{D7740F47-66D8-ED29-C0C7-1CAF2FED0FFE}"/>
                    </a:ext>
                  </a:extLst>
                </p:cNvPr>
                <p:cNvPicPr/>
                <p:nvPr/>
              </p:nvPicPr>
              <p:blipFill>
                <a:blip r:embed="rId13"/>
                <a:stretch>
                  <a:fillRect/>
                </a:stretch>
              </p:blipFill>
              <p:spPr>
                <a:xfrm>
                  <a:off x="781358" y="2318543"/>
                  <a:ext cx="247320" cy="29736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BF281A4B-DCFC-2097-8124-F6ED05EFF04E}"/>
                    </a:ext>
                  </a:extLst>
                </p14:cNvPr>
                <p14:cNvContentPartPr/>
                <p14:nvPr/>
              </p14:nvContentPartPr>
              <p14:xfrm>
                <a:off x="766958" y="2849543"/>
                <a:ext cx="299880" cy="258120"/>
              </p14:xfrm>
            </p:contentPart>
          </mc:Choice>
          <mc:Fallback>
            <p:pic>
              <p:nvPicPr>
                <p:cNvPr id="8" name="Ink 7">
                  <a:extLst>
                    <a:ext uri="{FF2B5EF4-FFF2-40B4-BE49-F238E27FC236}">
                      <a16:creationId xmlns:a16="http://schemas.microsoft.com/office/drawing/2014/main" id="{BF281A4B-DCFC-2097-8124-F6ED05EFF04E}"/>
                    </a:ext>
                  </a:extLst>
                </p:cNvPr>
                <p:cNvPicPr/>
                <p:nvPr/>
              </p:nvPicPr>
              <p:blipFill>
                <a:blip r:embed="rId15"/>
                <a:stretch>
                  <a:fillRect/>
                </a:stretch>
              </p:blipFill>
              <p:spPr>
                <a:xfrm>
                  <a:off x="758318" y="2840903"/>
                  <a:ext cx="317520" cy="2757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k 8">
                  <a:extLst>
                    <a:ext uri="{FF2B5EF4-FFF2-40B4-BE49-F238E27FC236}">
                      <a16:creationId xmlns:a16="http://schemas.microsoft.com/office/drawing/2014/main" id="{34E43276-E83C-C82C-2EC1-33D58E17B331}"/>
                    </a:ext>
                  </a:extLst>
                </p14:cNvPr>
                <p14:cNvContentPartPr/>
                <p14:nvPr/>
              </p14:nvContentPartPr>
              <p14:xfrm>
                <a:off x="807998" y="3215303"/>
                <a:ext cx="236520" cy="206280"/>
              </p14:xfrm>
            </p:contentPart>
          </mc:Choice>
          <mc:Fallback>
            <p:pic>
              <p:nvPicPr>
                <p:cNvPr id="9" name="Ink 8">
                  <a:extLst>
                    <a:ext uri="{FF2B5EF4-FFF2-40B4-BE49-F238E27FC236}">
                      <a16:creationId xmlns:a16="http://schemas.microsoft.com/office/drawing/2014/main" id="{34E43276-E83C-C82C-2EC1-33D58E17B331}"/>
                    </a:ext>
                  </a:extLst>
                </p:cNvPr>
                <p:cNvPicPr/>
                <p:nvPr/>
              </p:nvPicPr>
              <p:blipFill>
                <a:blip r:embed="rId17"/>
                <a:stretch>
                  <a:fillRect/>
                </a:stretch>
              </p:blipFill>
              <p:spPr>
                <a:xfrm>
                  <a:off x="798998" y="3206303"/>
                  <a:ext cx="254160" cy="22392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 name="Ink 9">
                  <a:extLst>
                    <a:ext uri="{FF2B5EF4-FFF2-40B4-BE49-F238E27FC236}">
                      <a16:creationId xmlns:a16="http://schemas.microsoft.com/office/drawing/2014/main" id="{9F548D11-0358-7D0C-1F7F-95245494E558}"/>
                    </a:ext>
                  </a:extLst>
                </p14:cNvPr>
                <p14:cNvContentPartPr/>
                <p14:nvPr/>
              </p14:nvContentPartPr>
              <p14:xfrm>
                <a:off x="2755238" y="2158703"/>
                <a:ext cx="1125720" cy="511560"/>
              </p14:xfrm>
            </p:contentPart>
          </mc:Choice>
          <mc:Fallback>
            <p:pic>
              <p:nvPicPr>
                <p:cNvPr id="10" name="Ink 9">
                  <a:extLst>
                    <a:ext uri="{FF2B5EF4-FFF2-40B4-BE49-F238E27FC236}">
                      <a16:creationId xmlns:a16="http://schemas.microsoft.com/office/drawing/2014/main" id="{9F548D11-0358-7D0C-1F7F-95245494E558}"/>
                    </a:ext>
                  </a:extLst>
                </p:cNvPr>
                <p:cNvPicPr/>
                <p:nvPr/>
              </p:nvPicPr>
              <p:blipFill>
                <a:blip r:embed="rId19"/>
                <a:stretch>
                  <a:fillRect/>
                </a:stretch>
              </p:blipFill>
              <p:spPr>
                <a:xfrm>
                  <a:off x="2746598" y="2149703"/>
                  <a:ext cx="1143360" cy="5292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1" name="Ink 10">
                  <a:extLst>
                    <a:ext uri="{FF2B5EF4-FFF2-40B4-BE49-F238E27FC236}">
                      <a16:creationId xmlns:a16="http://schemas.microsoft.com/office/drawing/2014/main" id="{E36E93EF-7894-A418-6672-635AFD779FF6}"/>
                    </a:ext>
                  </a:extLst>
                </p14:cNvPr>
                <p14:cNvContentPartPr/>
                <p14:nvPr/>
              </p14:nvContentPartPr>
              <p14:xfrm>
                <a:off x="2736518" y="2024423"/>
                <a:ext cx="1215720" cy="674280"/>
              </p14:xfrm>
            </p:contentPart>
          </mc:Choice>
          <mc:Fallback>
            <p:pic>
              <p:nvPicPr>
                <p:cNvPr id="11" name="Ink 10">
                  <a:extLst>
                    <a:ext uri="{FF2B5EF4-FFF2-40B4-BE49-F238E27FC236}">
                      <a16:creationId xmlns:a16="http://schemas.microsoft.com/office/drawing/2014/main" id="{E36E93EF-7894-A418-6672-635AFD779FF6}"/>
                    </a:ext>
                  </a:extLst>
                </p:cNvPr>
                <p:cNvPicPr/>
                <p:nvPr/>
              </p:nvPicPr>
              <p:blipFill>
                <a:blip r:embed="rId21"/>
                <a:stretch>
                  <a:fillRect/>
                </a:stretch>
              </p:blipFill>
              <p:spPr>
                <a:xfrm>
                  <a:off x="2727878" y="2015423"/>
                  <a:ext cx="1233360" cy="6919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2" name="Ink 11">
                  <a:extLst>
                    <a:ext uri="{FF2B5EF4-FFF2-40B4-BE49-F238E27FC236}">
                      <a16:creationId xmlns:a16="http://schemas.microsoft.com/office/drawing/2014/main" id="{C5F0EAC8-42C5-06C3-C3FC-16EA0961F862}"/>
                    </a:ext>
                  </a:extLst>
                </p14:cNvPr>
                <p14:cNvContentPartPr/>
                <p14:nvPr/>
              </p14:nvContentPartPr>
              <p14:xfrm>
                <a:off x="2852078" y="2283983"/>
                <a:ext cx="180360" cy="325440"/>
              </p14:xfrm>
            </p:contentPart>
          </mc:Choice>
          <mc:Fallback>
            <p:pic>
              <p:nvPicPr>
                <p:cNvPr id="12" name="Ink 11">
                  <a:extLst>
                    <a:ext uri="{FF2B5EF4-FFF2-40B4-BE49-F238E27FC236}">
                      <a16:creationId xmlns:a16="http://schemas.microsoft.com/office/drawing/2014/main" id="{C5F0EAC8-42C5-06C3-C3FC-16EA0961F862}"/>
                    </a:ext>
                  </a:extLst>
                </p:cNvPr>
                <p:cNvPicPr/>
                <p:nvPr/>
              </p:nvPicPr>
              <p:blipFill>
                <a:blip r:embed="rId23"/>
                <a:stretch>
                  <a:fillRect/>
                </a:stretch>
              </p:blipFill>
              <p:spPr>
                <a:xfrm>
                  <a:off x="2843438" y="2274983"/>
                  <a:ext cx="198000" cy="3430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3" name="Ink 12">
                  <a:extLst>
                    <a:ext uri="{FF2B5EF4-FFF2-40B4-BE49-F238E27FC236}">
                      <a16:creationId xmlns:a16="http://schemas.microsoft.com/office/drawing/2014/main" id="{ADDA22C7-C505-1791-E597-08FB1E3EE420}"/>
                    </a:ext>
                  </a:extLst>
                </p14:cNvPr>
                <p14:cNvContentPartPr/>
                <p14:nvPr/>
              </p14:nvContentPartPr>
              <p14:xfrm>
                <a:off x="3099758" y="2487743"/>
                <a:ext cx="11880" cy="78480"/>
              </p14:xfrm>
            </p:contentPart>
          </mc:Choice>
          <mc:Fallback>
            <p:pic>
              <p:nvPicPr>
                <p:cNvPr id="13" name="Ink 12">
                  <a:extLst>
                    <a:ext uri="{FF2B5EF4-FFF2-40B4-BE49-F238E27FC236}">
                      <a16:creationId xmlns:a16="http://schemas.microsoft.com/office/drawing/2014/main" id="{ADDA22C7-C505-1791-E597-08FB1E3EE420}"/>
                    </a:ext>
                  </a:extLst>
                </p:cNvPr>
                <p:cNvPicPr/>
                <p:nvPr/>
              </p:nvPicPr>
              <p:blipFill>
                <a:blip r:embed="rId25"/>
                <a:stretch>
                  <a:fillRect/>
                </a:stretch>
              </p:blipFill>
              <p:spPr>
                <a:xfrm>
                  <a:off x="3091118" y="2479103"/>
                  <a:ext cx="2952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4" name="Ink 13">
                  <a:extLst>
                    <a:ext uri="{FF2B5EF4-FFF2-40B4-BE49-F238E27FC236}">
                      <a16:creationId xmlns:a16="http://schemas.microsoft.com/office/drawing/2014/main" id="{6FE03ACB-FB08-E564-543F-9F115CE191C5}"/>
                    </a:ext>
                  </a:extLst>
                </p14:cNvPr>
                <p14:cNvContentPartPr/>
                <p14:nvPr/>
              </p14:nvContentPartPr>
              <p14:xfrm>
                <a:off x="3120998" y="2332583"/>
                <a:ext cx="4320" cy="41400"/>
              </p14:xfrm>
            </p:contentPart>
          </mc:Choice>
          <mc:Fallback>
            <p:pic>
              <p:nvPicPr>
                <p:cNvPr id="14" name="Ink 13">
                  <a:extLst>
                    <a:ext uri="{FF2B5EF4-FFF2-40B4-BE49-F238E27FC236}">
                      <a16:creationId xmlns:a16="http://schemas.microsoft.com/office/drawing/2014/main" id="{6FE03ACB-FB08-E564-543F-9F115CE191C5}"/>
                    </a:ext>
                  </a:extLst>
                </p:cNvPr>
                <p:cNvPicPr/>
                <p:nvPr/>
              </p:nvPicPr>
              <p:blipFill>
                <a:blip r:embed="rId27"/>
                <a:stretch>
                  <a:fillRect/>
                </a:stretch>
              </p:blipFill>
              <p:spPr>
                <a:xfrm>
                  <a:off x="3112358" y="2323583"/>
                  <a:ext cx="21960" cy="590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5" name="Ink 14">
                  <a:extLst>
                    <a:ext uri="{FF2B5EF4-FFF2-40B4-BE49-F238E27FC236}">
                      <a16:creationId xmlns:a16="http://schemas.microsoft.com/office/drawing/2014/main" id="{EBFF2608-66BE-8CAC-33DC-175B4B8C1E9A}"/>
                    </a:ext>
                  </a:extLst>
                </p14:cNvPr>
                <p14:cNvContentPartPr/>
                <p14:nvPr/>
              </p14:nvContentPartPr>
              <p14:xfrm>
                <a:off x="3194078" y="2354543"/>
                <a:ext cx="12960" cy="236880"/>
              </p14:xfrm>
            </p:contentPart>
          </mc:Choice>
          <mc:Fallback>
            <p:pic>
              <p:nvPicPr>
                <p:cNvPr id="15" name="Ink 14">
                  <a:extLst>
                    <a:ext uri="{FF2B5EF4-FFF2-40B4-BE49-F238E27FC236}">
                      <a16:creationId xmlns:a16="http://schemas.microsoft.com/office/drawing/2014/main" id="{EBFF2608-66BE-8CAC-33DC-175B4B8C1E9A}"/>
                    </a:ext>
                  </a:extLst>
                </p:cNvPr>
                <p:cNvPicPr/>
                <p:nvPr/>
              </p:nvPicPr>
              <p:blipFill>
                <a:blip r:embed="rId29"/>
                <a:stretch>
                  <a:fillRect/>
                </a:stretch>
              </p:blipFill>
              <p:spPr>
                <a:xfrm>
                  <a:off x="3185078" y="2345903"/>
                  <a:ext cx="3060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6" name="Ink 15">
                  <a:extLst>
                    <a:ext uri="{FF2B5EF4-FFF2-40B4-BE49-F238E27FC236}">
                      <a16:creationId xmlns:a16="http://schemas.microsoft.com/office/drawing/2014/main" id="{94DC99A5-C4C3-5CF2-B78A-7DF9EBE87F82}"/>
                    </a:ext>
                  </a:extLst>
                </p14:cNvPr>
                <p14:cNvContentPartPr/>
                <p14:nvPr/>
              </p14:nvContentPartPr>
              <p14:xfrm>
                <a:off x="3182198" y="2434103"/>
                <a:ext cx="66240" cy="65160"/>
              </p14:xfrm>
            </p:contentPart>
          </mc:Choice>
          <mc:Fallback>
            <p:pic>
              <p:nvPicPr>
                <p:cNvPr id="16" name="Ink 15">
                  <a:extLst>
                    <a:ext uri="{FF2B5EF4-FFF2-40B4-BE49-F238E27FC236}">
                      <a16:creationId xmlns:a16="http://schemas.microsoft.com/office/drawing/2014/main" id="{94DC99A5-C4C3-5CF2-B78A-7DF9EBE87F82}"/>
                    </a:ext>
                  </a:extLst>
                </p:cNvPr>
                <p:cNvPicPr/>
                <p:nvPr/>
              </p:nvPicPr>
              <p:blipFill>
                <a:blip r:embed="rId31"/>
                <a:stretch>
                  <a:fillRect/>
                </a:stretch>
              </p:blipFill>
              <p:spPr>
                <a:xfrm>
                  <a:off x="3173198" y="2425463"/>
                  <a:ext cx="8388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7" name="Ink 16">
                  <a:extLst>
                    <a:ext uri="{FF2B5EF4-FFF2-40B4-BE49-F238E27FC236}">
                      <a16:creationId xmlns:a16="http://schemas.microsoft.com/office/drawing/2014/main" id="{EAB62C18-43C3-AD3E-4F7E-851C55EDCBDC}"/>
                    </a:ext>
                  </a:extLst>
                </p14:cNvPr>
                <p14:cNvContentPartPr/>
                <p14:nvPr/>
              </p14:nvContentPartPr>
              <p14:xfrm>
                <a:off x="3301358" y="2344463"/>
                <a:ext cx="120960" cy="214200"/>
              </p14:xfrm>
            </p:contentPart>
          </mc:Choice>
          <mc:Fallback>
            <p:pic>
              <p:nvPicPr>
                <p:cNvPr id="17" name="Ink 16">
                  <a:extLst>
                    <a:ext uri="{FF2B5EF4-FFF2-40B4-BE49-F238E27FC236}">
                      <a16:creationId xmlns:a16="http://schemas.microsoft.com/office/drawing/2014/main" id="{EAB62C18-43C3-AD3E-4F7E-851C55EDCBDC}"/>
                    </a:ext>
                  </a:extLst>
                </p:cNvPr>
                <p:cNvPicPr/>
                <p:nvPr/>
              </p:nvPicPr>
              <p:blipFill>
                <a:blip r:embed="rId33"/>
                <a:stretch>
                  <a:fillRect/>
                </a:stretch>
              </p:blipFill>
              <p:spPr>
                <a:xfrm>
                  <a:off x="3292718" y="2335463"/>
                  <a:ext cx="138600" cy="2318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8" name="Ink 17">
                  <a:extLst>
                    <a:ext uri="{FF2B5EF4-FFF2-40B4-BE49-F238E27FC236}">
                      <a16:creationId xmlns:a16="http://schemas.microsoft.com/office/drawing/2014/main" id="{35C85F0C-23E9-56FA-E436-A638C7A5F4FA}"/>
                    </a:ext>
                  </a:extLst>
                </p14:cNvPr>
                <p14:cNvContentPartPr/>
                <p14:nvPr/>
              </p14:nvContentPartPr>
              <p14:xfrm>
                <a:off x="3475958" y="2346983"/>
                <a:ext cx="82800" cy="177120"/>
              </p14:xfrm>
            </p:contentPart>
          </mc:Choice>
          <mc:Fallback>
            <p:pic>
              <p:nvPicPr>
                <p:cNvPr id="18" name="Ink 17">
                  <a:extLst>
                    <a:ext uri="{FF2B5EF4-FFF2-40B4-BE49-F238E27FC236}">
                      <a16:creationId xmlns:a16="http://schemas.microsoft.com/office/drawing/2014/main" id="{35C85F0C-23E9-56FA-E436-A638C7A5F4FA}"/>
                    </a:ext>
                  </a:extLst>
                </p:cNvPr>
                <p:cNvPicPr/>
                <p:nvPr/>
              </p:nvPicPr>
              <p:blipFill>
                <a:blip r:embed="rId35"/>
                <a:stretch>
                  <a:fillRect/>
                </a:stretch>
              </p:blipFill>
              <p:spPr>
                <a:xfrm>
                  <a:off x="3466958" y="2338343"/>
                  <a:ext cx="100440" cy="19476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19" name="Ink 18">
                  <a:extLst>
                    <a:ext uri="{FF2B5EF4-FFF2-40B4-BE49-F238E27FC236}">
                      <a16:creationId xmlns:a16="http://schemas.microsoft.com/office/drawing/2014/main" id="{0EF559D2-AF44-3117-712D-B800DEDED563}"/>
                    </a:ext>
                  </a:extLst>
                </p14:cNvPr>
                <p14:cNvContentPartPr/>
                <p14:nvPr/>
              </p14:nvContentPartPr>
              <p14:xfrm>
                <a:off x="3573158" y="2275343"/>
                <a:ext cx="178560" cy="280080"/>
              </p14:xfrm>
            </p:contentPart>
          </mc:Choice>
          <mc:Fallback>
            <p:pic>
              <p:nvPicPr>
                <p:cNvPr id="19" name="Ink 18">
                  <a:extLst>
                    <a:ext uri="{FF2B5EF4-FFF2-40B4-BE49-F238E27FC236}">
                      <a16:creationId xmlns:a16="http://schemas.microsoft.com/office/drawing/2014/main" id="{0EF559D2-AF44-3117-712D-B800DEDED563}"/>
                    </a:ext>
                  </a:extLst>
                </p:cNvPr>
                <p:cNvPicPr/>
                <p:nvPr/>
              </p:nvPicPr>
              <p:blipFill>
                <a:blip r:embed="rId37"/>
                <a:stretch>
                  <a:fillRect/>
                </a:stretch>
              </p:blipFill>
              <p:spPr>
                <a:xfrm>
                  <a:off x="3564518" y="2266703"/>
                  <a:ext cx="196200" cy="2977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0" name="Ink 19">
                  <a:extLst>
                    <a:ext uri="{FF2B5EF4-FFF2-40B4-BE49-F238E27FC236}">
                      <a16:creationId xmlns:a16="http://schemas.microsoft.com/office/drawing/2014/main" id="{FBBD47B0-2DEB-F1F2-013B-583062D486B3}"/>
                    </a:ext>
                  </a:extLst>
                </p14:cNvPr>
                <p14:cNvContentPartPr/>
                <p14:nvPr/>
              </p14:nvContentPartPr>
              <p14:xfrm>
                <a:off x="3439238" y="1910303"/>
                <a:ext cx="189360" cy="187920"/>
              </p14:xfrm>
            </p:contentPart>
          </mc:Choice>
          <mc:Fallback>
            <p:pic>
              <p:nvPicPr>
                <p:cNvPr id="20" name="Ink 19">
                  <a:extLst>
                    <a:ext uri="{FF2B5EF4-FFF2-40B4-BE49-F238E27FC236}">
                      <a16:creationId xmlns:a16="http://schemas.microsoft.com/office/drawing/2014/main" id="{FBBD47B0-2DEB-F1F2-013B-583062D486B3}"/>
                    </a:ext>
                  </a:extLst>
                </p:cNvPr>
                <p:cNvPicPr/>
                <p:nvPr/>
              </p:nvPicPr>
              <p:blipFill>
                <a:blip r:embed="rId39"/>
                <a:stretch>
                  <a:fillRect/>
                </a:stretch>
              </p:blipFill>
              <p:spPr>
                <a:xfrm>
                  <a:off x="3430238" y="1901663"/>
                  <a:ext cx="207000" cy="2055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1" name="Ink 20">
                  <a:extLst>
                    <a:ext uri="{FF2B5EF4-FFF2-40B4-BE49-F238E27FC236}">
                      <a16:creationId xmlns:a16="http://schemas.microsoft.com/office/drawing/2014/main" id="{7E31927C-3C33-3B51-9D2A-541CFC5E4593}"/>
                    </a:ext>
                  </a:extLst>
                </p14:cNvPr>
                <p14:cNvContentPartPr/>
                <p14:nvPr/>
              </p14:nvContentPartPr>
              <p14:xfrm>
                <a:off x="3644798" y="1843703"/>
                <a:ext cx="136800" cy="305280"/>
              </p14:xfrm>
            </p:contentPart>
          </mc:Choice>
          <mc:Fallback>
            <p:pic>
              <p:nvPicPr>
                <p:cNvPr id="21" name="Ink 20">
                  <a:extLst>
                    <a:ext uri="{FF2B5EF4-FFF2-40B4-BE49-F238E27FC236}">
                      <a16:creationId xmlns:a16="http://schemas.microsoft.com/office/drawing/2014/main" id="{7E31927C-3C33-3B51-9D2A-541CFC5E4593}"/>
                    </a:ext>
                  </a:extLst>
                </p:cNvPr>
                <p:cNvPicPr/>
                <p:nvPr/>
              </p:nvPicPr>
              <p:blipFill>
                <a:blip r:embed="rId41"/>
                <a:stretch>
                  <a:fillRect/>
                </a:stretch>
              </p:blipFill>
              <p:spPr>
                <a:xfrm>
                  <a:off x="3636158" y="1834703"/>
                  <a:ext cx="154440" cy="3229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2" name="Ink 21">
                  <a:extLst>
                    <a:ext uri="{FF2B5EF4-FFF2-40B4-BE49-F238E27FC236}">
                      <a16:creationId xmlns:a16="http://schemas.microsoft.com/office/drawing/2014/main" id="{5DE13B48-D2CA-6DD0-F239-DE162BC30382}"/>
                    </a:ext>
                  </a:extLst>
                </p14:cNvPr>
                <p14:cNvContentPartPr/>
                <p14:nvPr/>
              </p14:nvContentPartPr>
              <p14:xfrm>
                <a:off x="3744878" y="1640663"/>
                <a:ext cx="232560" cy="627120"/>
              </p14:xfrm>
            </p:contentPart>
          </mc:Choice>
          <mc:Fallback>
            <p:pic>
              <p:nvPicPr>
                <p:cNvPr id="22" name="Ink 21">
                  <a:extLst>
                    <a:ext uri="{FF2B5EF4-FFF2-40B4-BE49-F238E27FC236}">
                      <a16:creationId xmlns:a16="http://schemas.microsoft.com/office/drawing/2014/main" id="{5DE13B48-D2CA-6DD0-F239-DE162BC30382}"/>
                    </a:ext>
                  </a:extLst>
                </p:cNvPr>
                <p:cNvPicPr/>
                <p:nvPr/>
              </p:nvPicPr>
              <p:blipFill>
                <a:blip r:embed="rId43"/>
                <a:stretch>
                  <a:fillRect/>
                </a:stretch>
              </p:blipFill>
              <p:spPr>
                <a:xfrm>
                  <a:off x="3736238" y="1631663"/>
                  <a:ext cx="250200" cy="64476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3" name="Ink 22">
                  <a:extLst>
                    <a:ext uri="{FF2B5EF4-FFF2-40B4-BE49-F238E27FC236}">
                      <a16:creationId xmlns:a16="http://schemas.microsoft.com/office/drawing/2014/main" id="{14D2EC32-BB45-5AF6-3881-9A470596D7BF}"/>
                    </a:ext>
                  </a:extLst>
                </p14:cNvPr>
                <p14:cNvContentPartPr/>
                <p14:nvPr/>
              </p14:nvContentPartPr>
              <p14:xfrm>
                <a:off x="3895358" y="1461023"/>
                <a:ext cx="339840" cy="908280"/>
              </p14:xfrm>
            </p:contentPart>
          </mc:Choice>
          <mc:Fallback>
            <p:pic>
              <p:nvPicPr>
                <p:cNvPr id="23" name="Ink 22">
                  <a:extLst>
                    <a:ext uri="{FF2B5EF4-FFF2-40B4-BE49-F238E27FC236}">
                      <a16:creationId xmlns:a16="http://schemas.microsoft.com/office/drawing/2014/main" id="{14D2EC32-BB45-5AF6-3881-9A470596D7BF}"/>
                    </a:ext>
                  </a:extLst>
                </p:cNvPr>
                <p:cNvPicPr/>
                <p:nvPr/>
              </p:nvPicPr>
              <p:blipFill>
                <a:blip r:embed="rId45"/>
                <a:stretch>
                  <a:fillRect/>
                </a:stretch>
              </p:blipFill>
              <p:spPr>
                <a:xfrm>
                  <a:off x="3886718" y="1452023"/>
                  <a:ext cx="357480" cy="92592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4" name="Ink 23">
                  <a:extLst>
                    <a:ext uri="{FF2B5EF4-FFF2-40B4-BE49-F238E27FC236}">
                      <a16:creationId xmlns:a16="http://schemas.microsoft.com/office/drawing/2014/main" id="{6C51868C-7D4D-2619-9871-A7ADEC5A3C67}"/>
                    </a:ext>
                  </a:extLst>
                </p14:cNvPr>
                <p14:cNvContentPartPr/>
                <p14:nvPr/>
              </p14:nvContentPartPr>
              <p14:xfrm>
                <a:off x="4171118" y="1402703"/>
                <a:ext cx="466200" cy="1063800"/>
              </p14:xfrm>
            </p:contentPart>
          </mc:Choice>
          <mc:Fallback>
            <p:pic>
              <p:nvPicPr>
                <p:cNvPr id="24" name="Ink 23">
                  <a:extLst>
                    <a:ext uri="{FF2B5EF4-FFF2-40B4-BE49-F238E27FC236}">
                      <a16:creationId xmlns:a16="http://schemas.microsoft.com/office/drawing/2014/main" id="{6C51868C-7D4D-2619-9871-A7ADEC5A3C67}"/>
                    </a:ext>
                  </a:extLst>
                </p:cNvPr>
                <p:cNvPicPr/>
                <p:nvPr/>
              </p:nvPicPr>
              <p:blipFill>
                <a:blip r:embed="rId47"/>
                <a:stretch>
                  <a:fillRect/>
                </a:stretch>
              </p:blipFill>
              <p:spPr>
                <a:xfrm>
                  <a:off x="4162118" y="1394063"/>
                  <a:ext cx="483840" cy="108144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9" name="Ink 28">
                  <a:extLst>
                    <a:ext uri="{FF2B5EF4-FFF2-40B4-BE49-F238E27FC236}">
                      <a16:creationId xmlns:a16="http://schemas.microsoft.com/office/drawing/2014/main" id="{477AD8BB-DEFD-8FCC-E77B-E28758F5D631}"/>
                    </a:ext>
                  </a:extLst>
                </p14:cNvPr>
                <p14:cNvContentPartPr/>
                <p14:nvPr/>
              </p14:nvContentPartPr>
              <p14:xfrm>
                <a:off x="3543998" y="1099223"/>
                <a:ext cx="329400" cy="244080"/>
              </p14:xfrm>
            </p:contentPart>
          </mc:Choice>
          <mc:Fallback>
            <p:pic>
              <p:nvPicPr>
                <p:cNvPr id="29" name="Ink 28">
                  <a:extLst>
                    <a:ext uri="{FF2B5EF4-FFF2-40B4-BE49-F238E27FC236}">
                      <a16:creationId xmlns:a16="http://schemas.microsoft.com/office/drawing/2014/main" id="{477AD8BB-DEFD-8FCC-E77B-E28758F5D631}"/>
                    </a:ext>
                  </a:extLst>
                </p:cNvPr>
                <p:cNvPicPr/>
                <p:nvPr/>
              </p:nvPicPr>
              <p:blipFill>
                <a:blip r:embed="rId49"/>
                <a:stretch>
                  <a:fillRect/>
                </a:stretch>
              </p:blipFill>
              <p:spPr>
                <a:xfrm>
                  <a:off x="3534998" y="1090223"/>
                  <a:ext cx="347040" cy="26172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0" name="Ink 29">
                  <a:extLst>
                    <a:ext uri="{FF2B5EF4-FFF2-40B4-BE49-F238E27FC236}">
                      <a16:creationId xmlns:a16="http://schemas.microsoft.com/office/drawing/2014/main" id="{00BA78FA-CF25-1A8D-8BD3-E0934B86209D}"/>
                    </a:ext>
                  </a:extLst>
                </p14:cNvPr>
                <p14:cNvContentPartPr/>
                <p14:nvPr/>
              </p14:nvContentPartPr>
              <p14:xfrm>
                <a:off x="3932438" y="1103903"/>
                <a:ext cx="96480" cy="155520"/>
              </p14:xfrm>
            </p:contentPart>
          </mc:Choice>
          <mc:Fallback>
            <p:pic>
              <p:nvPicPr>
                <p:cNvPr id="30" name="Ink 29">
                  <a:extLst>
                    <a:ext uri="{FF2B5EF4-FFF2-40B4-BE49-F238E27FC236}">
                      <a16:creationId xmlns:a16="http://schemas.microsoft.com/office/drawing/2014/main" id="{00BA78FA-CF25-1A8D-8BD3-E0934B86209D}"/>
                    </a:ext>
                  </a:extLst>
                </p:cNvPr>
                <p:cNvPicPr/>
                <p:nvPr/>
              </p:nvPicPr>
              <p:blipFill>
                <a:blip r:embed="rId51"/>
                <a:stretch>
                  <a:fillRect/>
                </a:stretch>
              </p:blipFill>
              <p:spPr>
                <a:xfrm>
                  <a:off x="3923798" y="1095263"/>
                  <a:ext cx="11412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1" name="Ink 30">
                  <a:extLst>
                    <a:ext uri="{FF2B5EF4-FFF2-40B4-BE49-F238E27FC236}">
                      <a16:creationId xmlns:a16="http://schemas.microsoft.com/office/drawing/2014/main" id="{2A529A5E-920D-EE5B-BB2B-5D9CFCA9F909}"/>
                    </a:ext>
                  </a:extLst>
                </p14:cNvPr>
                <p14:cNvContentPartPr/>
                <p14:nvPr/>
              </p14:nvContentPartPr>
              <p14:xfrm>
                <a:off x="4105238" y="1012463"/>
                <a:ext cx="139680" cy="272520"/>
              </p14:xfrm>
            </p:contentPart>
          </mc:Choice>
          <mc:Fallback>
            <p:pic>
              <p:nvPicPr>
                <p:cNvPr id="31" name="Ink 30">
                  <a:extLst>
                    <a:ext uri="{FF2B5EF4-FFF2-40B4-BE49-F238E27FC236}">
                      <a16:creationId xmlns:a16="http://schemas.microsoft.com/office/drawing/2014/main" id="{2A529A5E-920D-EE5B-BB2B-5D9CFCA9F909}"/>
                    </a:ext>
                  </a:extLst>
                </p:cNvPr>
                <p:cNvPicPr/>
                <p:nvPr/>
              </p:nvPicPr>
              <p:blipFill>
                <a:blip r:embed="rId53"/>
                <a:stretch>
                  <a:fillRect/>
                </a:stretch>
              </p:blipFill>
              <p:spPr>
                <a:xfrm>
                  <a:off x="4096238" y="1003823"/>
                  <a:ext cx="157320" cy="2901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2" name="Ink 31">
                  <a:extLst>
                    <a:ext uri="{FF2B5EF4-FFF2-40B4-BE49-F238E27FC236}">
                      <a16:creationId xmlns:a16="http://schemas.microsoft.com/office/drawing/2014/main" id="{A06C6CA6-E692-7863-F135-6605EAC2E822}"/>
                    </a:ext>
                  </a:extLst>
                </p14:cNvPr>
                <p14:cNvContentPartPr/>
                <p14:nvPr/>
              </p14:nvContentPartPr>
              <p14:xfrm>
                <a:off x="4308998" y="1028303"/>
                <a:ext cx="188640" cy="241200"/>
              </p14:xfrm>
            </p:contentPart>
          </mc:Choice>
          <mc:Fallback>
            <p:pic>
              <p:nvPicPr>
                <p:cNvPr id="32" name="Ink 31">
                  <a:extLst>
                    <a:ext uri="{FF2B5EF4-FFF2-40B4-BE49-F238E27FC236}">
                      <a16:creationId xmlns:a16="http://schemas.microsoft.com/office/drawing/2014/main" id="{A06C6CA6-E692-7863-F135-6605EAC2E822}"/>
                    </a:ext>
                  </a:extLst>
                </p:cNvPr>
                <p:cNvPicPr/>
                <p:nvPr/>
              </p:nvPicPr>
              <p:blipFill>
                <a:blip r:embed="rId55"/>
                <a:stretch>
                  <a:fillRect/>
                </a:stretch>
              </p:blipFill>
              <p:spPr>
                <a:xfrm>
                  <a:off x="4299998" y="1019663"/>
                  <a:ext cx="206280" cy="25884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3" name="Ink 32">
                  <a:extLst>
                    <a:ext uri="{FF2B5EF4-FFF2-40B4-BE49-F238E27FC236}">
                      <a16:creationId xmlns:a16="http://schemas.microsoft.com/office/drawing/2014/main" id="{A8CC1D1C-1D31-6D5F-8D77-52CAEEA23AEF}"/>
                    </a:ext>
                  </a:extLst>
                </p14:cNvPr>
                <p14:cNvContentPartPr/>
                <p14:nvPr/>
              </p14:nvContentPartPr>
              <p14:xfrm>
                <a:off x="4585478" y="1101743"/>
                <a:ext cx="123840" cy="143280"/>
              </p14:xfrm>
            </p:contentPart>
          </mc:Choice>
          <mc:Fallback>
            <p:pic>
              <p:nvPicPr>
                <p:cNvPr id="33" name="Ink 32">
                  <a:extLst>
                    <a:ext uri="{FF2B5EF4-FFF2-40B4-BE49-F238E27FC236}">
                      <a16:creationId xmlns:a16="http://schemas.microsoft.com/office/drawing/2014/main" id="{A8CC1D1C-1D31-6D5F-8D77-52CAEEA23AEF}"/>
                    </a:ext>
                  </a:extLst>
                </p:cNvPr>
                <p:cNvPicPr/>
                <p:nvPr/>
              </p:nvPicPr>
              <p:blipFill>
                <a:blip r:embed="rId57"/>
                <a:stretch>
                  <a:fillRect/>
                </a:stretch>
              </p:blipFill>
              <p:spPr>
                <a:xfrm>
                  <a:off x="4576478" y="1093103"/>
                  <a:ext cx="141480" cy="16092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4" name="Ink 33">
                  <a:extLst>
                    <a:ext uri="{FF2B5EF4-FFF2-40B4-BE49-F238E27FC236}">
                      <a16:creationId xmlns:a16="http://schemas.microsoft.com/office/drawing/2014/main" id="{208CAEF7-37F7-7B07-E494-5165803D2F23}"/>
                    </a:ext>
                  </a:extLst>
                </p14:cNvPr>
                <p14:cNvContentPartPr/>
                <p14:nvPr/>
              </p14:nvContentPartPr>
              <p14:xfrm>
                <a:off x="4791758" y="1107503"/>
                <a:ext cx="114120" cy="153360"/>
              </p14:xfrm>
            </p:contentPart>
          </mc:Choice>
          <mc:Fallback>
            <p:pic>
              <p:nvPicPr>
                <p:cNvPr id="34" name="Ink 33">
                  <a:extLst>
                    <a:ext uri="{FF2B5EF4-FFF2-40B4-BE49-F238E27FC236}">
                      <a16:creationId xmlns:a16="http://schemas.microsoft.com/office/drawing/2014/main" id="{208CAEF7-37F7-7B07-E494-5165803D2F23}"/>
                    </a:ext>
                  </a:extLst>
                </p:cNvPr>
                <p:cNvPicPr/>
                <p:nvPr/>
              </p:nvPicPr>
              <p:blipFill>
                <a:blip r:embed="rId59"/>
                <a:stretch>
                  <a:fillRect/>
                </a:stretch>
              </p:blipFill>
              <p:spPr>
                <a:xfrm>
                  <a:off x="4782758" y="1098863"/>
                  <a:ext cx="131760" cy="17100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5" name="Ink 34">
                  <a:extLst>
                    <a:ext uri="{FF2B5EF4-FFF2-40B4-BE49-F238E27FC236}">
                      <a16:creationId xmlns:a16="http://schemas.microsoft.com/office/drawing/2014/main" id="{44F830D8-5E37-CD2F-C11E-C8BA4A0857A8}"/>
                    </a:ext>
                  </a:extLst>
                </p14:cNvPr>
                <p14:cNvContentPartPr/>
                <p14:nvPr/>
              </p14:nvContentPartPr>
              <p14:xfrm>
                <a:off x="4928558" y="1045583"/>
                <a:ext cx="19800" cy="192600"/>
              </p14:xfrm>
            </p:contentPart>
          </mc:Choice>
          <mc:Fallback>
            <p:pic>
              <p:nvPicPr>
                <p:cNvPr id="35" name="Ink 34">
                  <a:extLst>
                    <a:ext uri="{FF2B5EF4-FFF2-40B4-BE49-F238E27FC236}">
                      <a16:creationId xmlns:a16="http://schemas.microsoft.com/office/drawing/2014/main" id="{44F830D8-5E37-CD2F-C11E-C8BA4A0857A8}"/>
                    </a:ext>
                  </a:extLst>
                </p:cNvPr>
                <p:cNvPicPr/>
                <p:nvPr/>
              </p:nvPicPr>
              <p:blipFill>
                <a:blip r:embed="rId61"/>
                <a:stretch>
                  <a:fillRect/>
                </a:stretch>
              </p:blipFill>
              <p:spPr>
                <a:xfrm>
                  <a:off x="4919918" y="1036583"/>
                  <a:ext cx="37440" cy="21024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6" name="Ink 35">
                  <a:extLst>
                    <a:ext uri="{FF2B5EF4-FFF2-40B4-BE49-F238E27FC236}">
                      <a16:creationId xmlns:a16="http://schemas.microsoft.com/office/drawing/2014/main" id="{F91DE3F1-E9B4-5AA0-55B8-82729AB7A4E4}"/>
                    </a:ext>
                  </a:extLst>
                </p14:cNvPr>
                <p14:cNvContentPartPr/>
                <p14:nvPr/>
              </p14:nvContentPartPr>
              <p14:xfrm>
                <a:off x="4965998" y="1129823"/>
                <a:ext cx="110880" cy="134640"/>
              </p14:xfrm>
            </p:contentPart>
          </mc:Choice>
          <mc:Fallback>
            <p:pic>
              <p:nvPicPr>
                <p:cNvPr id="36" name="Ink 35">
                  <a:extLst>
                    <a:ext uri="{FF2B5EF4-FFF2-40B4-BE49-F238E27FC236}">
                      <a16:creationId xmlns:a16="http://schemas.microsoft.com/office/drawing/2014/main" id="{F91DE3F1-E9B4-5AA0-55B8-82729AB7A4E4}"/>
                    </a:ext>
                  </a:extLst>
                </p:cNvPr>
                <p:cNvPicPr/>
                <p:nvPr/>
              </p:nvPicPr>
              <p:blipFill>
                <a:blip r:embed="rId63"/>
                <a:stretch>
                  <a:fillRect/>
                </a:stretch>
              </p:blipFill>
              <p:spPr>
                <a:xfrm>
                  <a:off x="4956998" y="1120823"/>
                  <a:ext cx="128520" cy="15228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8" name="Ink 37">
                  <a:extLst>
                    <a:ext uri="{FF2B5EF4-FFF2-40B4-BE49-F238E27FC236}">
                      <a16:creationId xmlns:a16="http://schemas.microsoft.com/office/drawing/2014/main" id="{45A79AA6-6E3C-694D-A9D2-A7A349A9C513}"/>
                    </a:ext>
                  </a:extLst>
                </p14:cNvPr>
                <p14:cNvContentPartPr/>
                <p14:nvPr/>
              </p14:nvContentPartPr>
              <p14:xfrm>
                <a:off x="1313078" y="1644263"/>
                <a:ext cx="1110600" cy="614520"/>
              </p14:xfrm>
            </p:contentPart>
          </mc:Choice>
          <mc:Fallback>
            <p:pic>
              <p:nvPicPr>
                <p:cNvPr id="38" name="Ink 37">
                  <a:extLst>
                    <a:ext uri="{FF2B5EF4-FFF2-40B4-BE49-F238E27FC236}">
                      <a16:creationId xmlns:a16="http://schemas.microsoft.com/office/drawing/2014/main" id="{45A79AA6-6E3C-694D-A9D2-A7A349A9C513}"/>
                    </a:ext>
                  </a:extLst>
                </p:cNvPr>
                <p:cNvPicPr/>
                <p:nvPr/>
              </p:nvPicPr>
              <p:blipFill>
                <a:blip r:embed="rId65"/>
                <a:stretch>
                  <a:fillRect/>
                </a:stretch>
              </p:blipFill>
              <p:spPr>
                <a:xfrm>
                  <a:off x="1304078" y="1635623"/>
                  <a:ext cx="1128240" cy="63216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9" name="Ink 38">
                  <a:extLst>
                    <a:ext uri="{FF2B5EF4-FFF2-40B4-BE49-F238E27FC236}">
                      <a16:creationId xmlns:a16="http://schemas.microsoft.com/office/drawing/2014/main" id="{F83EBB4C-8436-83D9-4AE9-979758CEC33D}"/>
                    </a:ext>
                  </a:extLst>
                </p14:cNvPr>
                <p14:cNvContentPartPr/>
                <p14:nvPr/>
              </p14:nvContentPartPr>
              <p14:xfrm>
                <a:off x="2364278" y="2128103"/>
                <a:ext cx="71640" cy="139320"/>
              </p14:xfrm>
            </p:contentPart>
          </mc:Choice>
          <mc:Fallback>
            <p:pic>
              <p:nvPicPr>
                <p:cNvPr id="39" name="Ink 38">
                  <a:extLst>
                    <a:ext uri="{FF2B5EF4-FFF2-40B4-BE49-F238E27FC236}">
                      <a16:creationId xmlns:a16="http://schemas.microsoft.com/office/drawing/2014/main" id="{F83EBB4C-8436-83D9-4AE9-979758CEC33D}"/>
                    </a:ext>
                  </a:extLst>
                </p:cNvPr>
                <p:cNvPicPr/>
                <p:nvPr/>
              </p:nvPicPr>
              <p:blipFill>
                <a:blip r:embed="rId67"/>
                <a:stretch>
                  <a:fillRect/>
                </a:stretch>
              </p:blipFill>
              <p:spPr>
                <a:xfrm>
                  <a:off x="2355278" y="2119103"/>
                  <a:ext cx="8928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0" name="Ink 39">
                  <a:extLst>
                    <a:ext uri="{FF2B5EF4-FFF2-40B4-BE49-F238E27FC236}">
                      <a16:creationId xmlns:a16="http://schemas.microsoft.com/office/drawing/2014/main" id="{88461BBD-3BF0-E0F9-819A-BC49379048ED}"/>
                    </a:ext>
                  </a:extLst>
                </p14:cNvPr>
                <p14:cNvContentPartPr/>
                <p14:nvPr/>
              </p14:nvContentPartPr>
              <p14:xfrm>
                <a:off x="1466438" y="2348423"/>
                <a:ext cx="993240" cy="120960"/>
              </p14:xfrm>
            </p:contentPart>
          </mc:Choice>
          <mc:Fallback>
            <p:pic>
              <p:nvPicPr>
                <p:cNvPr id="40" name="Ink 39">
                  <a:extLst>
                    <a:ext uri="{FF2B5EF4-FFF2-40B4-BE49-F238E27FC236}">
                      <a16:creationId xmlns:a16="http://schemas.microsoft.com/office/drawing/2014/main" id="{88461BBD-3BF0-E0F9-819A-BC49379048ED}"/>
                    </a:ext>
                  </a:extLst>
                </p:cNvPr>
                <p:cNvPicPr/>
                <p:nvPr/>
              </p:nvPicPr>
              <p:blipFill>
                <a:blip r:embed="rId69"/>
                <a:stretch>
                  <a:fillRect/>
                </a:stretch>
              </p:blipFill>
              <p:spPr>
                <a:xfrm>
                  <a:off x="1457438" y="2339423"/>
                  <a:ext cx="101088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1" name="Ink 40">
                  <a:extLst>
                    <a:ext uri="{FF2B5EF4-FFF2-40B4-BE49-F238E27FC236}">
                      <a16:creationId xmlns:a16="http://schemas.microsoft.com/office/drawing/2014/main" id="{792BA5F8-37EF-7457-C7FC-1ABC075ABAC4}"/>
                    </a:ext>
                  </a:extLst>
                </p14:cNvPr>
                <p14:cNvContentPartPr/>
                <p14:nvPr/>
              </p14:nvContentPartPr>
              <p14:xfrm>
                <a:off x="2315678" y="2412503"/>
                <a:ext cx="72720" cy="99360"/>
              </p14:xfrm>
            </p:contentPart>
          </mc:Choice>
          <mc:Fallback>
            <p:pic>
              <p:nvPicPr>
                <p:cNvPr id="41" name="Ink 40">
                  <a:extLst>
                    <a:ext uri="{FF2B5EF4-FFF2-40B4-BE49-F238E27FC236}">
                      <a16:creationId xmlns:a16="http://schemas.microsoft.com/office/drawing/2014/main" id="{792BA5F8-37EF-7457-C7FC-1ABC075ABAC4}"/>
                    </a:ext>
                  </a:extLst>
                </p:cNvPr>
                <p:cNvPicPr/>
                <p:nvPr/>
              </p:nvPicPr>
              <p:blipFill>
                <a:blip r:embed="rId71"/>
                <a:stretch>
                  <a:fillRect/>
                </a:stretch>
              </p:blipFill>
              <p:spPr>
                <a:xfrm>
                  <a:off x="2307038" y="2403503"/>
                  <a:ext cx="90360" cy="1170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2" name="Ink 41">
                  <a:extLst>
                    <a:ext uri="{FF2B5EF4-FFF2-40B4-BE49-F238E27FC236}">
                      <a16:creationId xmlns:a16="http://schemas.microsoft.com/office/drawing/2014/main" id="{DAA6B46B-D33C-7C33-88F4-9ECD5D3FF173}"/>
                    </a:ext>
                  </a:extLst>
                </p14:cNvPr>
                <p14:cNvContentPartPr/>
                <p14:nvPr/>
              </p14:nvContentPartPr>
              <p14:xfrm>
                <a:off x="1566878" y="2716343"/>
                <a:ext cx="1047600" cy="443520"/>
              </p14:xfrm>
            </p:contentPart>
          </mc:Choice>
          <mc:Fallback>
            <p:pic>
              <p:nvPicPr>
                <p:cNvPr id="42" name="Ink 41">
                  <a:extLst>
                    <a:ext uri="{FF2B5EF4-FFF2-40B4-BE49-F238E27FC236}">
                      <a16:creationId xmlns:a16="http://schemas.microsoft.com/office/drawing/2014/main" id="{DAA6B46B-D33C-7C33-88F4-9ECD5D3FF173}"/>
                    </a:ext>
                  </a:extLst>
                </p:cNvPr>
                <p:cNvPicPr/>
                <p:nvPr/>
              </p:nvPicPr>
              <p:blipFill>
                <a:blip r:embed="rId73"/>
                <a:stretch>
                  <a:fillRect/>
                </a:stretch>
              </p:blipFill>
              <p:spPr>
                <a:xfrm>
                  <a:off x="1557878" y="2707343"/>
                  <a:ext cx="1065240" cy="4611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3" name="Ink 42">
                  <a:extLst>
                    <a:ext uri="{FF2B5EF4-FFF2-40B4-BE49-F238E27FC236}">
                      <a16:creationId xmlns:a16="http://schemas.microsoft.com/office/drawing/2014/main" id="{1756DDF7-ADBC-ECEB-645E-8177920B7F8A}"/>
                    </a:ext>
                  </a:extLst>
                </p14:cNvPr>
                <p14:cNvContentPartPr/>
                <p14:nvPr/>
              </p14:nvContentPartPr>
              <p14:xfrm>
                <a:off x="2498558" y="2706623"/>
                <a:ext cx="103320" cy="147600"/>
              </p14:xfrm>
            </p:contentPart>
          </mc:Choice>
          <mc:Fallback>
            <p:pic>
              <p:nvPicPr>
                <p:cNvPr id="43" name="Ink 42">
                  <a:extLst>
                    <a:ext uri="{FF2B5EF4-FFF2-40B4-BE49-F238E27FC236}">
                      <a16:creationId xmlns:a16="http://schemas.microsoft.com/office/drawing/2014/main" id="{1756DDF7-ADBC-ECEB-645E-8177920B7F8A}"/>
                    </a:ext>
                  </a:extLst>
                </p:cNvPr>
                <p:cNvPicPr/>
                <p:nvPr/>
              </p:nvPicPr>
              <p:blipFill>
                <a:blip r:embed="rId75"/>
                <a:stretch>
                  <a:fillRect/>
                </a:stretch>
              </p:blipFill>
              <p:spPr>
                <a:xfrm>
                  <a:off x="2489918" y="2697623"/>
                  <a:ext cx="120960" cy="16524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5" name="Ink 44">
                  <a:extLst>
                    <a:ext uri="{FF2B5EF4-FFF2-40B4-BE49-F238E27FC236}">
                      <a16:creationId xmlns:a16="http://schemas.microsoft.com/office/drawing/2014/main" id="{6C44AC99-9687-733B-EE06-335B76130DC3}"/>
                    </a:ext>
                  </a:extLst>
                </p14:cNvPr>
                <p14:cNvContentPartPr/>
                <p14:nvPr/>
              </p14:nvContentPartPr>
              <p14:xfrm>
                <a:off x="8398238" y="2366423"/>
                <a:ext cx="24480" cy="493200"/>
              </p14:xfrm>
            </p:contentPart>
          </mc:Choice>
          <mc:Fallback>
            <p:pic>
              <p:nvPicPr>
                <p:cNvPr id="45" name="Ink 44">
                  <a:extLst>
                    <a:ext uri="{FF2B5EF4-FFF2-40B4-BE49-F238E27FC236}">
                      <a16:creationId xmlns:a16="http://schemas.microsoft.com/office/drawing/2014/main" id="{6C44AC99-9687-733B-EE06-335B76130DC3}"/>
                    </a:ext>
                  </a:extLst>
                </p:cNvPr>
                <p:cNvPicPr/>
                <p:nvPr/>
              </p:nvPicPr>
              <p:blipFill>
                <a:blip r:embed="rId77"/>
                <a:stretch>
                  <a:fillRect/>
                </a:stretch>
              </p:blipFill>
              <p:spPr>
                <a:xfrm>
                  <a:off x="8389598" y="2357783"/>
                  <a:ext cx="42120" cy="51084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6" name="Ink 45">
                  <a:extLst>
                    <a:ext uri="{FF2B5EF4-FFF2-40B4-BE49-F238E27FC236}">
                      <a16:creationId xmlns:a16="http://schemas.microsoft.com/office/drawing/2014/main" id="{DD2F181A-D188-784B-6A5B-94613FE43E55}"/>
                    </a:ext>
                  </a:extLst>
                </p14:cNvPr>
                <p14:cNvContentPartPr/>
                <p14:nvPr/>
              </p14:nvContentPartPr>
              <p14:xfrm>
                <a:off x="8360798" y="2980943"/>
                <a:ext cx="2533320" cy="48600"/>
              </p14:xfrm>
            </p:contentPart>
          </mc:Choice>
          <mc:Fallback>
            <p:pic>
              <p:nvPicPr>
                <p:cNvPr id="46" name="Ink 45">
                  <a:extLst>
                    <a:ext uri="{FF2B5EF4-FFF2-40B4-BE49-F238E27FC236}">
                      <a16:creationId xmlns:a16="http://schemas.microsoft.com/office/drawing/2014/main" id="{DD2F181A-D188-784B-6A5B-94613FE43E55}"/>
                    </a:ext>
                  </a:extLst>
                </p:cNvPr>
                <p:cNvPicPr/>
                <p:nvPr/>
              </p:nvPicPr>
              <p:blipFill>
                <a:blip r:embed="rId79"/>
                <a:stretch>
                  <a:fillRect/>
                </a:stretch>
              </p:blipFill>
              <p:spPr>
                <a:xfrm>
                  <a:off x="8352158" y="2972303"/>
                  <a:ext cx="255096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7" name="Ink 46">
                  <a:extLst>
                    <a:ext uri="{FF2B5EF4-FFF2-40B4-BE49-F238E27FC236}">
                      <a16:creationId xmlns:a16="http://schemas.microsoft.com/office/drawing/2014/main" id="{866B0B0C-4279-2A53-F173-7F1FCD55ADCF}"/>
                    </a:ext>
                  </a:extLst>
                </p14:cNvPr>
                <p14:cNvContentPartPr/>
                <p14:nvPr/>
              </p14:nvContentPartPr>
              <p14:xfrm>
                <a:off x="8492198" y="2241143"/>
                <a:ext cx="2909520" cy="746640"/>
              </p14:xfrm>
            </p:contentPart>
          </mc:Choice>
          <mc:Fallback>
            <p:pic>
              <p:nvPicPr>
                <p:cNvPr id="47" name="Ink 46">
                  <a:extLst>
                    <a:ext uri="{FF2B5EF4-FFF2-40B4-BE49-F238E27FC236}">
                      <a16:creationId xmlns:a16="http://schemas.microsoft.com/office/drawing/2014/main" id="{866B0B0C-4279-2A53-F173-7F1FCD55ADCF}"/>
                    </a:ext>
                  </a:extLst>
                </p:cNvPr>
                <p:cNvPicPr/>
                <p:nvPr/>
              </p:nvPicPr>
              <p:blipFill>
                <a:blip r:embed="rId81"/>
                <a:stretch>
                  <a:fillRect/>
                </a:stretch>
              </p:blipFill>
              <p:spPr>
                <a:xfrm>
                  <a:off x="8483558" y="2232503"/>
                  <a:ext cx="2927160" cy="76428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8" name="Ink 47">
                  <a:extLst>
                    <a:ext uri="{FF2B5EF4-FFF2-40B4-BE49-F238E27FC236}">
                      <a16:creationId xmlns:a16="http://schemas.microsoft.com/office/drawing/2014/main" id="{EF26A3E7-049F-F81D-9ED8-84C62E50DC1A}"/>
                    </a:ext>
                  </a:extLst>
                </p14:cNvPr>
                <p14:cNvContentPartPr/>
                <p14:nvPr/>
              </p14:nvContentPartPr>
              <p14:xfrm>
                <a:off x="8972078" y="2573423"/>
                <a:ext cx="244800" cy="232920"/>
              </p14:xfrm>
            </p:contentPart>
          </mc:Choice>
          <mc:Fallback>
            <p:pic>
              <p:nvPicPr>
                <p:cNvPr id="48" name="Ink 47">
                  <a:extLst>
                    <a:ext uri="{FF2B5EF4-FFF2-40B4-BE49-F238E27FC236}">
                      <a16:creationId xmlns:a16="http://schemas.microsoft.com/office/drawing/2014/main" id="{EF26A3E7-049F-F81D-9ED8-84C62E50DC1A}"/>
                    </a:ext>
                  </a:extLst>
                </p:cNvPr>
                <p:cNvPicPr/>
                <p:nvPr/>
              </p:nvPicPr>
              <p:blipFill>
                <a:blip r:embed="rId83"/>
                <a:stretch>
                  <a:fillRect/>
                </a:stretch>
              </p:blipFill>
              <p:spPr>
                <a:xfrm>
                  <a:off x="8963438" y="2564783"/>
                  <a:ext cx="262440" cy="25056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9" name="Ink 48">
                  <a:extLst>
                    <a:ext uri="{FF2B5EF4-FFF2-40B4-BE49-F238E27FC236}">
                      <a16:creationId xmlns:a16="http://schemas.microsoft.com/office/drawing/2014/main" id="{A401AB06-0AA6-2119-F152-F5E628788FEC}"/>
                    </a:ext>
                  </a:extLst>
                </p14:cNvPr>
                <p14:cNvContentPartPr/>
                <p14:nvPr/>
              </p14:nvContentPartPr>
              <p14:xfrm>
                <a:off x="9376358" y="2559743"/>
                <a:ext cx="50040" cy="194760"/>
              </p14:xfrm>
            </p:contentPart>
          </mc:Choice>
          <mc:Fallback>
            <p:pic>
              <p:nvPicPr>
                <p:cNvPr id="49" name="Ink 48">
                  <a:extLst>
                    <a:ext uri="{FF2B5EF4-FFF2-40B4-BE49-F238E27FC236}">
                      <a16:creationId xmlns:a16="http://schemas.microsoft.com/office/drawing/2014/main" id="{A401AB06-0AA6-2119-F152-F5E628788FEC}"/>
                    </a:ext>
                  </a:extLst>
                </p:cNvPr>
                <p:cNvPicPr/>
                <p:nvPr/>
              </p:nvPicPr>
              <p:blipFill>
                <a:blip r:embed="rId85"/>
                <a:stretch>
                  <a:fillRect/>
                </a:stretch>
              </p:blipFill>
              <p:spPr>
                <a:xfrm>
                  <a:off x="9367718" y="2550743"/>
                  <a:ext cx="67680" cy="2124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0" name="Ink 49">
                  <a:extLst>
                    <a:ext uri="{FF2B5EF4-FFF2-40B4-BE49-F238E27FC236}">
                      <a16:creationId xmlns:a16="http://schemas.microsoft.com/office/drawing/2014/main" id="{29568514-5519-42C8-F7AD-92CF05A9B577}"/>
                    </a:ext>
                  </a:extLst>
                </p14:cNvPr>
                <p14:cNvContentPartPr/>
                <p14:nvPr/>
              </p14:nvContentPartPr>
              <p14:xfrm>
                <a:off x="9616478" y="2562623"/>
                <a:ext cx="82800" cy="219960"/>
              </p14:xfrm>
            </p:contentPart>
          </mc:Choice>
          <mc:Fallback>
            <p:pic>
              <p:nvPicPr>
                <p:cNvPr id="50" name="Ink 49">
                  <a:extLst>
                    <a:ext uri="{FF2B5EF4-FFF2-40B4-BE49-F238E27FC236}">
                      <a16:creationId xmlns:a16="http://schemas.microsoft.com/office/drawing/2014/main" id="{29568514-5519-42C8-F7AD-92CF05A9B577}"/>
                    </a:ext>
                  </a:extLst>
                </p:cNvPr>
                <p:cNvPicPr/>
                <p:nvPr/>
              </p:nvPicPr>
              <p:blipFill>
                <a:blip r:embed="rId87"/>
                <a:stretch>
                  <a:fillRect/>
                </a:stretch>
              </p:blipFill>
              <p:spPr>
                <a:xfrm>
                  <a:off x="9607478" y="2553623"/>
                  <a:ext cx="10044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1" name="Ink 50">
                  <a:extLst>
                    <a:ext uri="{FF2B5EF4-FFF2-40B4-BE49-F238E27FC236}">
                      <a16:creationId xmlns:a16="http://schemas.microsoft.com/office/drawing/2014/main" id="{90843619-636D-7F64-1C7E-CAC2E749E792}"/>
                    </a:ext>
                  </a:extLst>
                </p14:cNvPr>
                <p14:cNvContentPartPr/>
                <p14:nvPr/>
              </p14:nvContentPartPr>
              <p14:xfrm>
                <a:off x="9860198" y="2643623"/>
                <a:ext cx="129600" cy="174600"/>
              </p14:xfrm>
            </p:contentPart>
          </mc:Choice>
          <mc:Fallback>
            <p:pic>
              <p:nvPicPr>
                <p:cNvPr id="51" name="Ink 50">
                  <a:extLst>
                    <a:ext uri="{FF2B5EF4-FFF2-40B4-BE49-F238E27FC236}">
                      <a16:creationId xmlns:a16="http://schemas.microsoft.com/office/drawing/2014/main" id="{90843619-636D-7F64-1C7E-CAC2E749E792}"/>
                    </a:ext>
                  </a:extLst>
                </p:cNvPr>
                <p:cNvPicPr/>
                <p:nvPr/>
              </p:nvPicPr>
              <p:blipFill>
                <a:blip r:embed="rId89"/>
                <a:stretch>
                  <a:fillRect/>
                </a:stretch>
              </p:blipFill>
              <p:spPr>
                <a:xfrm>
                  <a:off x="9851198" y="2634623"/>
                  <a:ext cx="147240" cy="19224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2" name="Ink 51">
                  <a:extLst>
                    <a:ext uri="{FF2B5EF4-FFF2-40B4-BE49-F238E27FC236}">
                      <a16:creationId xmlns:a16="http://schemas.microsoft.com/office/drawing/2014/main" id="{20E66098-BF33-ED7F-A709-EC4E5C173442}"/>
                    </a:ext>
                  </a:extLst>
                </p14:cNvPr>
                <p14:cNvContentPartPr/>
                <p14:nvPr/>
              </p14:nvContentPartPr>
              <p14:xfrm>
                <a:off x="10162958" y="2624543"/>
                <a:ext cx="223560" cy="210960"/>
              </p14:xfrm>
            </p:contentPart>
          </mc:Choice>
          <mc:Fallback>
            <p:pic>
              <p:nvPicPr>
                <p:cNvPr id="52" name="Ink 51">
                  <a:extLst>
                    <a:ext uri="{FF2B5EF4-FFF2-40B4-BE49-F238E27FC236}">
                      <a16:creationId xmlns:a16="http://schemas.microsoft.com/office/drawing/2014/main" id="{20E66098-BF33-ED7F-A709-EC4E5C173442}"/>
                    </a:ext>
                  </a:extLst>
                </p:cNvPr>
                <p:cNvPicPr/>
                <p:nvPr/>
              </p:nvPicPr>
              <p:blipFill>
                <a:blip r:embed="rId91"/>
                <a:stretch>
                  <a:fillRect/>
                </a:stretch>
              </p:blipFill>
              <p:spPr>
                <a:xfrm>
                  <a:off x="10153958" y="2615903"/>
                  <a:ext cx="241200" cy="2286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4" name="Ink 53">
                  <a:extLst>
                    <a:ext uri="{FF2B5EF4-FFF2-40B4-BE49-F238E27FC236}">
                      <a16:creationId xmlns:a16="http://schemas.microsoft.com/office/drawing/2014/main" id="{4A3D5362-3225-189F-7082-E33B54D84314}"/>
                    </a:ext>
                  </a:extLst>
                </p14:cNvPr>
                <p14:cNvContentPartPr/>
                <p14:nvPr/>
              </p14:nvContentPartPr>
              <p14:xfrm>
                <a:off x="10016438" y="1693943"/>
                <a:ext cx="109440" cy="491040"/>
              </p14:xfrm>
            </p:contentPart>
          </mc:Choice>
          <mc:Fallback>
            <p:pic>
              <p:nvPicPr>
                <p:cNvPr id="54" name="Ink 53">
                  <a:extLst>
                    <a:ext uri="{FF2B5EF4-FFF2-40B4-BE49-F238E27FC236}">
                      <a16:creationId xmlns:a16="http://schemas.microsoft.com/office/drawing/2014/main" id="{4A3D5362-3225-189F-7082-E33B54D84314}"/>
                    </a:ext>
                  </a:extLst>
                </p:cNvPr>
                <p:cNvPicPr/>
                <p:nvPr/>
              </p:nvPicPr>
              <p:blipFill>
                <a:blip r:embed="rId93"/>
                <a:stretch>
                  <a:fillRect/>
                </a:stretch>
              </p:blipFill>
              <p:spPr>
                <a:xfrm>
                  <a:off x="10007798" y="1685303"/>
                  <a:ext cx="127080" cy="5086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5" name="Ink 54">
                  <a:extLst>
                    <a:ext uri="{FF2B5EF4-FFF2-40B4-BE49-F238E27FC236}">
                      <a16:creationId xmlns:a16="http://schemas.microsoft.com/office/drawing/2014/main" id="{1D627E9B-9258-54CA-E9C6-94760EE23E20}"/>
                    </a:ext>
                  </a:extLst>
                </p14:cNvPr>
                <p14:cNvContentPartPr/>
                <p14:nvPr/>
              </p14:nvContentPartPr>
              <p14:xfrm>
                <a:off x="10141358" y="1699703"/>
                <a:ext cx="232560" cy="550800"/>
              </p14:xfrm>
            </p:contentPart>
          </mc:Choice>
          <mc:Fallback>
            <p:pic>
              <p:nvPicPr>
                <p:cNvPr id="55" name="Ink 54">
                  <a:extLst>
                    <a:ext uri="{FF2B5EF4-FFF2-40B4-BE49-F238E27FC236}">
                      <a16:creationId xmlns:a16="http://schemas.microsoft.com/office/drawing/2014/main" id="{1D627E9B-9258-54CA-E9C6-94760EE23E20}"/>
                    </a:ext>
                  </a:extLst>
                </p:cNvPr>
                <p:cNvPicPr/>
                <p:nvPr/>
              </p:nvPicPr>
              <p:blipFill>
                <a:blip r:embed="rId95"/>
                <a:stretch>
                  <a:fillRect/>
                </a:stretch>
              </p:blipFill>
              <p:spPr>
                <a:xfrm>
                  <a:off x="10132718" y="1690703"/>
                  <a:ext cx="250200" cy="56844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6" name="Ink 55">
                  <a:extLst>
                    <a:ext uri="{FF2B5EF4-FFF2-40B4-BE49-F238E27FC236}">
                      <a16:creationId xmlns:a16="http://schemas.microsoft.com/office/drawing/2014/main" id="{7508E707-0D9E-64FE-2752-7D83A45CEADF}"/>
                    </a:ext>
                  </a:extLst>
                </p14:cNvPr>
                <p14:cNvContentPartPr/>
                <p14:nvPr/>
              </p14:nvContentPartPr>
              <p14:xfrm>
                <a:off x="10074758" y="1615823"/>
                <a:ext cx="127080" cy="111600"/>
              </p14:xfrm>
            </p:contentPart>
          </mc:Choice>
          <mc:Fallback>
            <p:pic>
              <p:nvPicPr>
                <p:cNvPr id="56" name="Ink 55">
                  <a:extLst>
                    <a:ext uri="{FF2B5EF4-FFF2-40B4-BE49-F238E27FC236}">
                      <a16:creationId xmlns:a16="http://schemas.microsoft.com/office/drawing/2014/main" id="{7508E707-0D9E-64FE-2752-7D83A45CEADF}"/>
                    </a:ext>
                  </a:extLst>
                </p:cNvPr>
                <p:cNvPicPr/>
                <p:nvPr/>
              </p:nvPicPr>
              <p:blipFill>
                <a:blip r:embed="rId97"/>
                <a:stretch>
                  <a:fillRect/>
                </a:stretch>
              </p:blipFill>
              <p:spPr>
                <a:xfrm>
                  <a:off x="10065758" y="1606823"/>
                  <a:ext cx="144720"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7" name="Ink 56">
                  <a:extLst>
                    <a:ext uri="{FF2B5EF4-FFF2-40B4-BE49-F238E27FC236}">
                      <a16:creationId xmlns:a16="http://schemas.microsoft.com/office/drawing/2014/main" id="{A7111E3D-6D5C-F0F8-AD86-DB0F533D8595}"/>
                    </a:ext>
                  </a:extLst>
                </p14:cNvPr>
                <p14:cNvContentPartPr/>
                <p14:nvPr/>
              </p14:nvContentPartPr>
              <p14:xfrm>
                <a:off x="10014638" y="1552823"/>
                <a:ext cx="43920" cy="186120"/>
              </p14:xfrm>
            </p:contentPart>
          </mc:Choice>
          <mc:Fallback>
            <p:pic>
              <p:nvPicPr>
                <p:cNvPr id="57" name="Ink 56">
                  <a:extLst>
                    <a:ext uri="{FF2B5EF4-FFF2-40B4-BE49-F238E27FC236}">
                      <a16:creationId xmlns:a16="http://schemas.microsoft.com/office/drawing/2014/main" id="{A7111E3D-6D5C-F0F8-AD86-DB0F533D8595}"/>
                    </a:ext>
                  </a:extLst>
                </p:cNvPr>
                <p:cNvPicPr/>
                <p:nvPr/>
              </p:nvPicPr>
              <p:blipFill>
                <a:blip r:embed="rId99"/>
                <a:stretch>
                  <a:fillRect/>
                </a:stretch>
              </p:blipFill>
              <p:spPr>
                <a:xfrm>
                  <a:off x="10005998" y="1544183"/>
                  <a:ext cx="61560" cy="20376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59" name="Ink 58">
                  <a:extLst>
                    <a:ext uri="{FF2B5EF4-FFF2-40B4-BE49-F238E27FC236}">
                      <a16:creationId xmlns:a16="http://schemas.microsoft.com/office/drawing/2014/main" id="{5D3B0ED2-247A-6946-86A6-99341D54F8DF}"/>
                    </a:ext>
                  </a:extLst>
                </p14:cNvPr>
                <p14:cNvContentPartPr/>
                <p14:nvPr/>
              </p14:nvContentPartPr>
              <p14:xfrm>
                <a:off x="10202198" y="1555703"/>
                <a:ext cx="96480" cy="170280"/>
              </p14:xfrm>
            </p:contentPart>
          </mc:Choice>
          <mc:Fallback>
            <p:pic>
              <p:nvPicPr>
                <p:cNvPr id="59" name="Ink 58">
                  <a:extLst>
                    <a:ext uri="{FF2B5EF4-FFF2-40B4-BE49-F238E27FC236}">
                      <a16:creationId xmlns:a16="http://schemas.microsoft.com/office/drawing/2014/main" id="{5D3B0ED2-247A-6946-86A6-99341D54F8DF}"/>
                    </a:ext>
                  </a:extLst>
                </p:cNvPr>
                <p:cNvPicPr/>
                <p:nvPr/>
              </p:nvPicPr>
              <p:blipFill>
                <a:blip r:embed="rId101"/>
                <a:stretch>
                  <a:fillRect/>
                </a:stretch>
              </p:blipFill>
              <p:spPr>
                <a:xfrm>
                  <a:off x="10193558" y="1546703"/>
                  <a:ext cx="11412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0" name="Ink 59">
                  <a:extLst>
                    <a:ext uri="{FF2B5EF4-FFF2-40B4-BE49-F238E27FC236}">
                      <a16:creationId xmlns:a16="http://schemas.microsoft.com/office/drawing/2014/main" id="{2F01AB68-8E54-2D4B-CA8C-C48E018D49B0}"/>
                    </a:ext>
                  </a:extLst>
                </p14:cNvPr>
                <p14:cNvContentPartPr/>
                <p14:nvPr/>
              </p14:nvContentPartPr>
              <p14:xfrm>
                <a:off x="9438278" y="1412783"/>
                <a:ext cx="128520" cy="395640"/>
              </p14:xfrm>
            </p:contentPart>
          </mc:Choice>
          <mc:Fallback>
            <p:pic>
              <p:nvPicPr>
                <p:cNvPr id="60" name="Ink 59">
                  <a:extLst>
                    <a:ext uri="{FF2B5EF4-FFF2-40B4-BE49-F238E27FC236}">
                      <a16:creationId xmlns:a16="http://schemas.microsoft.com/office/drawing/2014/main" id="{2F01AB68-8E54-2D4B-CA8C-C48E018D49B0}"/>
                    </a:ext>
                  </a:extLst>
                </p:cNvPr>
                <p:cNvPicPr/>
                <p:nvPr/>
              </p:nvPicPr>
              <p:blipFill>
                <a:blip r:embed="rId103"/>
                <a:stretch>
                  <a:fillRect/>
                </a:stretch>
              </p:blipFill>
              <p:spPr>
                <a:xfrm>
                  <a:off x="9429278" y="1404143"/>
                  <a:ext cx="146160" cy="41328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1" name="Ink 60">
                  <a:extLst>
                    <a:ext uri="{FF2B5EF4-FFF2-40B4-BE49-F238E27FC236}">
                      <a16:creationId xmlns:a16="http://schemas.microsoft.com/office/drawing/2014/main" id="{FA8CFC06-98A2-6A00-AE31-05D826BB3D9F}"/>
                    </a:ext>
                  </a:extLst>
                </p14:cNvPr>
                <p14:cNvContentPartPr/>
                <p14:nvPr/>
              </p14:nvContentPartPr>
              <p14:xfrm>
                <a:off x="9669758" y="1371383"/>
                <a:ext cx="147600" cy="526320"/>
              </p14:xfrm>
            </p:contentPart>
          </mc:Choice>
          <mc:Fallback>
            <p:pic>
              <p:nvPicPr>
                <p:cNvPr id="61" name="Ink 60">
                  <a:extLst>
                    <a:ext uri="{FF2B5EF4-FFF2-40B4-BE49-F238E27FC236}">
                      <a16:creationId xmlns:a16="http://schemas.microsoft.com/office/drawing/2014/main" id="{FA8CFC06-98A2-6A00-AE31-05D826BB3D9F}"/>
                    </a:ext>
                  </a:extLst>
                </p:cNvPr>
                <p:cNvPicPr/>
                <p:nvPr/>
              </p:nvPicPr>
              <p:blipFill>
                <a:blip r:embed="rId105"/>
                <a:stretch>
                  <a:fillRect/>
                </a:stretch>
              </p:blipFill>
              <p:spPr>
                <a:xfrm>
                  <a:off x="9660758" y="1362743"/>
                  <a:ext cx="165240" cy="5439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2" name="Ink 61">
                  <a:extLst>
                    <a:ext uri="{FF2B5EF4-FFF2-40B4-BE49-F238E27FC236}">
                      <a16:creationId xmlns:a16="http://schemas.microsoft.com/office/drawing/2014/main" id="{A1CAC0F7-4CC1-19EB-3C0D-2FCEA205A677}"/>
                    </a:ext>
                  </a:extLst>
                </p14:cNvPr>
                <p14:cNvContentPartPr/>
                <p14:nvPr/>
              </p14:nvContentPartPr>
              <p14:xfrm>
                <a:off x="9932918" y="1377503"/>
                <a:ext cx="118080" cy="453240"/>
              </p14:xfrm>
            </p:contentPart>
          </mc:Choice>
          <mc:Fallback>
            <p:pic>
              <p:nvPicPr>
                <p:cNvPr id="62" name="Ink 61">
                  <a:extLst>
                    <a:ext uri="{FF2B5EF4-FFF2-40B4-BE49-F238E27FC236}">
                      <a16:creationId xmlns:a16="http://schemas.microsoft.com/office/drawing/2014/main" id="{A1CAC0F7-4CC1-19EB-3C0D-2FCEA205A677}"/>
                    </a:ext>
                  </a:extLst>
                </p:cNvPr>
                <p:cNvPicPr/>
                <p:nvPr/>
              </p:nvPicPr>
              <p:blipFill>
                <a:blip r:embed="rId107"/>
                <a:stretch>
                  <a:fillRect/>
                </a:stretch>
              </p:blipFill>
              <p:spPr>
                <a:xfrm>
                  <a:off x="9923918" y="1368863"/>
                  <a:ext cx="135720" cy="47088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3" name="Ink 62">
                  <a:extLst>
                    <a:ext uri="{FF2B5EF4-FFF2-40B4-BE49-F238E27FC236}">
                      <a16:creationId xmlns:a16="http://schemas.microsoft.com/office/drawing/2014/main" id="{F453B267-1F79-5729-BB74-C2F25338F8EF}"/>
                    </a:ext>
                  </a:extLst>
                </p14:cNvPr>
                <p14:cNvContentPartPr/>
                <p14:nvPr/>
              </p14:nvContentPartPr>
              <p14:xfrm>
                <a:off x="10064678" y="1746863"/>
                <a:ext cx="637920" cy="901440"/>
              </p14:xfrm>
            </p:contentPart>
          </mc:Choice>
          <mc:Fallback>
            <p:pic>
              <p:nvPicPr>
                <p:cNvPr id="63" name="Ink 62">
                  <a:extLst>
                    <a:ext uri="{FF2B5EF4-FFF2-40B4-BE49-F238E27FC236}">
                      <a16:creationId xmlns:a16="http://schemas.microsoft.com/office/drawing/2014/main" id="{F453B267-1F79-5729-BB74-C2F25338F8EF}"/>
                    </a:ext>
                  </a:extLst>
                </p:cNvPr>
                <p:cNvPicPr/>
                <p:nvPr/>
              </p:nvPicPr>
              <p:blipFill>
                <a:blip r:embed="rId109"/>
                <a:stretch>
                  <a:fillRect/>
                </a:stretch>
              </p:blipFill>
              <p:spPr>
                <a:xfrm>
                  <a:off x="10055678" y="1737863"/>
                  <a:ext cx="655560" cy="91908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4" name="Ink 63">
                  <a:extLst>
                    <a:ext uri="{FF2B5EF4-FFF2-40B4-BE49-F238E27FC236}">
                      <a16:creationId xmlns:a16="http://schemas.microsoft.com/office/drawing/2014/main" id="{908E16A6-9914-A088-3350-9A034C2D4795}"/>
                    </a:ext>
                  </a:extLst>
                </p14:cNvPr>
                <p14:cNvContentPartPr/>
                <p14:nvPr/>
              </p14:nvContentPartPr>
              <p14:xfrm>
                <a:off x="10645718" y="2530223"/>
                <a:ext cx="88920" cy="139320"/>
              </p14:xfrm>
            </p:contentPart>
          </mc:Choice>
          <mc:Fallback>
            <p:pic>
              <p:nvPicPr>
                <p:cNvPr id="64" name="Ink 63">
                  <a:extLst>
                    <a:ext uri="{FF2B5EF4-FFF2-40B4-BE49-F238E27FC236}">
                      <a16:creationId xmlns:a16="http://schemas.microsoft.com/office/drawing/2014/main" id="{908E16A6-9914-A088-3350-9A034C2D4795}"/>
                    </a:ext>
                  </a:extLst>
                </p:cNvPr>
                <p:cNvPicPr/>
                <p:nvPr/>
              </p:nvPicPr>
              <p:blipFill>
                <a:blip r:embed="rId111"/>
                <a:stretch>
                  <a:fillRect/>
                </a:stretch>
              </p:blipFill>
              <p:spPr>
                <a:xfrm>
                  <a:off x="10636718" y="2521223"/>
                  <a:ext cx="10656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66" name="Ink 65">
                  <a:extLst>
                    <a:ext uri="{FF2B5EF4-FFF2-40B4-BE49-F238E27FC236}">
                      <a16:creationId xmlns:a16="http://schemas.microsoft.com/office/drawing/2014/main" id="{E56F0925-C770-AACA-3AD9-836854F82513}"/>
                    </a:ext>
                  </a:extLst>
                </p14:cNvPr>
                <p14:cNvContentPartPr/>
                <p14:nvPr/>
              </p14:nvContentPartPr>
              <p14:xfrm>
                <a:off x="10671998" y="3043583"/>
                <a:ext cx="23040" cy="390600"/>
              </p14:xfrm>
            </p:contentPart>
          </mc:Choice>
          <mc:Fallback>
            <p:pic>
              <p:nvPicPr>
                <p:cNvPr id="66" name="Ink 65">
                  <a:extLst>
                    <a:ext uri="{FF2B5EF4-FFF2-40B4-BE49-F238E27FC236}">
                      <a16:creationId xmlns:a16="http://schemas.microsoft.com/office/drawing/2014/main" id="{E56F0925-C770-AACA-3AD9-836854F82513}"/>
                    </a:ext>
                  </a:extLst>
                </p:cNvPr>
                <p:cNvPicPr/>
                <p:nvPr/>
              </p:nvPicPr>
              <p:blipFill>
                <a:blip r:embed="rId113"/>
                <a:stretch>
                  <a:fillRect/>
                </a:stretch>
              </p:blipFill>
              <p:spPr>
                <a:xfrm>
                  <a:off x="10663358" y="3034583"/>
                  <a:ext cx="40680" cy="40824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7" name="Ink 66">
                  <a:extLst>
                    <a:ext uri="{FF2B5EF4-FFF2-40B4-BE49-F238E27FC236}">
                      <a16:creationId xmlns:a16="http://schemas.microsoft.com/office/drawing/2014/main" id="{84A0950A-53B9-16B5-6838-515A3178D453}"/>
                    </a:ext>
                  </a:extLst>
                </p14:cNvPr>
                <p14:cNvContentPartPr/>
                <p14:nvPr/>
              </p14:nvContentPartPr>
              <p14:xfrm>
                <a:off x="10698998" y="3445343"/>
                <a:ext cx="117720" cy="150840"/>
              </p14:xfrm>
            </p:contentPart>
          </mc:Choice>
          <mc:Fallback>
            <p:pic>
              <p:nvPicPr>
                <p:cNvPr id="67" name="Ink 66">
                  <a:extLst>
                    <a:ext uri="{FF2B5EF4-FFF2-40B4-BE49-F238E27FC236}">
                      <a16:creationId xmlns:a16="http://schemas.microsoft.com/office/drawing/2014/main" id="{84A0950A-53B9-16B5-6838-515A3178D453}"/>
                    </a:ext>
                  </a:extLst>
                </p:cNvPr>
                <p:cNvPicPr/>
                <p:nvPr/>
              </p:nvPicPr>
              <p:blipFill>
                <a:blip r:embed="rId115"/>
                <a:stretch>
                  <a:fillRect/>
                </a:stretch>
              </p:blipFill>
              <p:spPr>
                <a:xfrm>
                  <a:off x="10690358" y="3436343"/>
                  <a:ext cx="13536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68" name="Ink 67">
                  <a:extLst>
                    <a:ext uri="{FF2B5EF4-FFF2-40B4-BE49-F238E27FC236}">
                      <a16:creationId xmlns:a16="http://schemas.microsoft.com/office/drawing/2014/main" id="{A76FC4B5-3E00-3FCB-CDC1-88636505F8A8}"/>
                    </a:ext>
                  </a:extLst>
                </p14:cNvPr>
                <p14:cNvContentPartPr/>
                <p14:nvPr/>
              </p14:nvContentPartPr>
              <p14:xfrm>
                <a:off x="10746878" y="3615623"/>
                <a:ext cx="13680" cy="145080"/>
              </p14:xfrm>
            </p:contentPart>
          </mc:Choice>
          <mc:Fallback>
            <p:pic>
              <p:nvPicPr>
                <p:cNvPr id="68" name="Ink 67">
                  <a:extLst>
                    <a:ext uri="{FF2B5EF4-FFF2-40B4-BE49-F238E27FC236}">
                      <a16:creationId xmlns:a16="http://schemas.microsoft.com/office/drawing/2014/main" id="{A76FC4B5-3E00-3FCB-CDC1-88636505F8A8}"/>
                    </a:ext>
                  </a:extLst>
                </p:cNvPr>
                <p:cNvPicPr/>
                <p:nvPr/>
              </p:nvPicPr>
              <p:blipFill>
                <a:blip r:embed="rId117"/>
                <a:stretch>
                  <a:fillRect/>
                </a:stretch>
              </p:blipFill>
              <p:spPr>
                <a:xfrm>
                  <a:off x="10738238" y="3606623"/>
                  <a:ext cx="3132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69" name="Ink 68">
                  <a:extLst>
                    <a:ext uri="{FF2B5EF4-FFF2-40B4-BE49-F238E27FC236}">
                      <a16:creationId xmlns:a16="http://schemas.microsoft.com/office/drawing/2014/main" id="{FD7719A5-EA1D-22D0-B559-0B076962A36C}"/>
                    </a:ext>
                  </a:extLst>
                </p14:cNvPr>
                <p14:cNvContentPartPr/>
                <p14:nvPr/>
              </p14:nvContentPartPr>
              <p14:xfrm>
                <a:off x="10708718" y="3749903"/>
                <a:ext cx="125640" cy="132480"/>
              </p14:xfrm>
            </p:contentPart>
          </mc:Choice>
          <mc:Fallback>
            <p:pic>
              <p:nvPicPr>
                <p:cNvPr id="69" name="Ink 68">
                  <a:extLst>
                    <a:ext uri="{FF2B5EF4-FFF2-40B4-BE49-F238E27FC236}">
                      <a16:creationId xmlns:a16="http://schemas.microsoft.com/office/drawing/2014/main" id="{FD7719A5-EA1D-22D0-B559-0B076962A36C}"/>
                    </a:ext>
                  </a:extLst>
                </p:cNvPr>
                <p:cNvPicPr/>
                <p:nvPr/>
              </p:nvPicPr>
              <p:blipFill>
                <a:blip r:embed="rId119"/>
                <a:stretch>
                  <a:fillRect/>
                </a:stretch>
              </p:blipFill>
              <p:spPr>
                <a:xfrm>
                  <a:off x="10699718" y="3740903"/>
                  <a:ext cx="14328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1" name="Ink 70">
                  <a:extLst>
                    <a:ext uri="{FF2B5EF4-FFF2-40B4-BE49-F238E27FC236}">
                      <a16:creationId xmlns:a16="http://schemas.microsoft.com/office/drawing/2014/main" id="{D8ECA111-0D41-0F96-17D9-98896357B48E}"/>
                    </a:ext>
                  </a:extLst>
                </p14:cNvPr>
                <p14:cNvContentPartPr/>
                <p14:nvPr/>
              </p14:nvContentPartPr>
              <p14:xfrm>
                <a:off x="10753358" y="3901823"/>
                <a:ext cx="7200" cy="195120"/>
              </p14:xfrm>
            </p:contentPart>
          </mc:Choice>
          <mc:Fallback>
            <p:pic>
              <p:nvPicPr>
                <p:cNvPr id="71" name="Ink 70">
                  <a:extLst>
                    <a:ext uri="{FF2B5EF4-FFF2-40B4-BE49-F238E27FC236}">
                      <a16:creationId xmlns:a16="http://schemas.microsoft.com/office/drawing/2014/main" id="{D8ECA111-0D41-0F96-17D9-98896357B48E}"/>
                    </a:ext>
                  </a:extLst>
                </p:cNvPr>
                <p:cNvPicPr/>
                <p:nvPr/>
              </p:nvPicPr>
              <p:blipFill>
                <a:blip r:embed="rId121"/>
                <a:stretch>
                  <a:fillRect/>
                </a:stretch>
              </p:blipFill>
              <p:spPr>
                <a:xfrm>
                  <a:off x="10744358" y="3892823"/>
                  <a:ext cx="24840" cy="21276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2" name="Ink 71">
                  <a:extLst>
                    <a:ext uri="{FF2B5EF4-FFF2-40B4-BE49-F238E27FC236}">
                      <a16:creationId xmlns:a16="http://schemas.microsoft.com/office/drawing/2014/main" id="{1DB25AE8-5C58-5AD5-155D-E76B4EBC82BB}"/>
                    </a:ext>
                  </a:extLst>
                </p14:cNvPr>
                <p14:cNvContentPartPr/>
                <p14:nvPr/>
              </p14:nvContentPartPr>
              <p14:xfrm>
                <a:off x="10754798" y="4137263"/>
                <a:ext cx="135720" cy="170280"/>
              </p14:xfrm>
            </p:contentPart>
          </mc:Choice>
          <mc:Fallback>
            <p:pic>
              <p:nvPicPr>
                <p:cNvPr id="72" name="Ink 71">
                  <a:extLst>
                    <a:ext uri="{FF2B5EF4-FFF2-40B4-BE49-F238E27FC236}">
                      <a16:creationId xmlns:a16="http://schemas.microsoft.com/office/drawing/2014/main" id="{1DB25AE8-5C58-5AD5-155D-E76B4EBC82BB}"/>
                    </a:ext>
                  </a:extLst>
                </p:cNvPr>
                <p:cNvPicPr/>
                <p:nvPr/>
              </p:nvPicPr>
              <p:blipFill>
                <a:blip r:embed="rId123"/>
                <a:stretch>
                  <a:fillRect/>
                </a:stretch>
              </p:blipFill>
              <p:spPr>
                <a:xfrm>
                  <a:off x="10746158" y="4128263"/>
                  <a:ext cx="15336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4" name="Ink 73">
                  <a:extLst>
                    <a:ext uri="{FF2B5EF4-FFF2-40B4-BE49-F238E27FC236}">
                      <a16:creationId xmlns:a16="http://schemas.microsoft.com/office/drawing/2014/main" id="{C34FFABC-72A0-FA06-C4E5-784F7D2BDEFE}"/>
                    </a:ext>
                  </a:extLst>
                </p14:cNvPr>
                <p14:cNvContentPartPr/>
                <p14:nvPr/>
              </p14:nvContentPartPr>
              <p14:xfrm>
                <a:off x="11033438" y="3642263"/>
                <a:ext cx="212760" cy="41040"/>
              </p14:xfrm>
            </p:contentPart>
          </mc:Choice>
          <mc:Fallback>
            <p:pic>
              <p:nvPicPr>
                <p:cNvPr id="74" name="Ink 73">
                  <a:extLst>
                    <a:ext uri="{FF2B5EF4-FFF2-40B4-BE49-F238E27FC236}">
                      <a16:creationId xmlns:a16="http://schemas.microsoft.com/office/drawing/2014/main" id="{C34FFABC-72A0-FA06-C4E5-784F7D2BDEFE}"/>
                    </a:ext>
                  </a:extLst>
                </p:cNvPr>
                <p:cNvPicPr/>
                <p:nvPr/>
              </p:nvPicPr>
              <p:blipFill>
                <a:blip r:embed="rId125"/>
                <a:stretch>
                  <a:fillRect/>
                </a:stretch>
              </p:blipFill>
              <p:spPr>
                <a:xfrm>
                  <a:off x="11024798" y="3633263"/>
                  <a:ext cx="230400" cy="5868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5" name="Ink 74">
                  <a:extLst>
                    <a:ext uri="{FF2B5EF4-FFF2-40B4-BE49-F238E27FC236}">
                      <a16:creationId xmlns:a16="http://schemas.microsoft.com/office/drawing/2014/main" id="{F8B79104-67CA-4317-28C0-A4814E3AEF4A}"/>
                    </a:ext>
                  </a:extLst>
                </p14:cNvPr>
                <p14:cNvContentPartPr/>
                <p14:nvPr/>
              </p14:nvContentPartPr>
              <p14:xfrm>
                <a:off x="11071598" y="3650903"/>
                <a:ext cx="116280" cy="231840"/>
              </p14:xfrm>
            </p:contentPart>
          </mc:Choice>
          <mc:Fallback>
            <p:pic>
              <p:nvPicPr>
                <p:cNvPr id="75" name="Ink 74">
                  <a:extLst>
                    <a:ext uri="{FF2B5EF4-FFF2-40B4-BE49-F238E27FC236}">
                      <a16:creationId xmlns:a16="http://schemas.microsoft.com/office/drawing/2014/main" id="{F8B79104-67CA-4317-28C0-A4814E3AEF4A}"/>
                    </a:ext>
                  </a:extLst>
                </p:cNvPr>
                <p:cNvPicPr/>
                <p:nvPr/>
              </p:nvPicPr>
              <p:blipFill>
                <a:blip r:embed="rId127"/>
                <a:stretch>
                  <a:fillRect/>
                </a:stretch>
              </p:blipFill>
              <p:spPr>
                <a:xfrm>
                  <a:off x="11062598" y="3642263"/>
                  <a:ext cx="133920" cy="24948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76" name="Ink 75">
                  <a:extLst>
                    <a:ext uri="{FF2B5EF4-FFF2-40B4-BE49-F238E27FC236}">
                      <a16:creationId xmlns:a16="http://schemas.microsoft.com/office/drawing/2014/main" id="{6CCC1E77-956C-12B8-F799-B7A8CC285367}"/>
                    </a:ext>
                  </a:extLst>
                </p14:cNvPr>
                <p14:cNvContentPartPr/>
                <p14:nvPr/>
              </p14:nvContentPartPr>
              <p14:xfrm>
                <a:off x="11266718" y="3772223"/>
                <a:ext cx="74880" cy="67680"/>
              </p14:xfrm>
            </p:contentPart>
          </mc:Choice>
          <mc:Fallback>
            <p:pic>
              <p:nvPicPr>
                <p:cNvPr id="76" name="Ink 75">
                  <a:extLst>
                    <a:ext uri="{FF2B5EF4-FFF2-40B4-BE49-F238E27FC236}">
                      <a16:creationId xmlns:a16="http://schemas.microsoft.com/office/drawing/2014/main" id="{6CCC1E77-956C-12B8-F799-B7A8CC285367}"/>
                    </a:ext>
                  </a:extLst>
                </p:cNvPr>
                <p:cNvPicPr/>
                <p:nvPr/>
              </p:nvPicPr>
              <p:blipFill>
                <a:blip r:embed="rId129"/>
                <a:stretch>
                  <a:fillRect/>
                </a:stretch>
              </p:blipFill>
              <p:spPr>
                <a:xfrm>
                  <a:off x="11258078" y="3763223"/>
                  <a:ext cx="9252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77" name="Ink 76">
                  <a:extLst>
                    <a:ext uri="{FF2B5EF4-FFF2-40B4-BE49-F238E27FC236}">
                      <a16:creationId xmlns:a16="http://schemas.microsoft.com/office/drawing/2014/main" id="{15BA252C-56D4-B1FA-21D1-4D4C36B63ED0}"/>
                    </a:ext>
                  </a:extLst>
                </p14:cNvPr>
                <p14:cNvContentPartPr/>
                <p14:nvPr/>
              </p14:nvContentPartPr>
              <p14:xfrm>
                <a:off x="11366798" y="3650543"/>
                <a:ext cx="156240" cy="195840"/>
              </p14:xfrm>
            </p:contentPart>
          </mc:Choice>
          <mc:Fallback>
            <p:pic>
              <p:nvPicPr>
                <p:cNvPr id="77" name="Ink 76">
                  <a:extLst>
                    <a:ext uri="{FF2B5EF4-FFF2-40B4-BE49-F238E27FC236}">
                      <a16:creationId xmlns:a16="http://schemas.microsoft.com/office/drawing/2014/main" id="{15BA252C-56D4-B1FA-21D1-4D4C36B63ED0}"/>
                    </a:ext>
                  </a:extLst>
                </p:cNvPr>
                <p:cNvPicPr/>
                <p:nvPr/>
              </p:nvPicPr>
              <p:blipFill>
                <a:blip r:embed="rId131"/>
                <a:stretch>
                  <a:fillRect/>
                </a:stretch>
              </p:blipFill>
              <p:spPr>
                <a:xfrm>
                  <a:off x="11358158" y="3641903"/>
                  <a:ext cx="173880" cy="21348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79" name="Ink 78">
                  <a:extLst>
                    <a:ext uri="{FF2B5EF4-FFF2-40B4-BE49-F238E27FC236}">
                      <a16:creationId xmlns:a16="http://schemas.microsoft.com/office/drawing/2014/main" id="{01EFC880-1DCE-B842-37DF-B064863FA248}"/>
                    </a:ext>
                  </a:extLst>
                </p14:cNvPr>
                <p14:cNvContentPartPr/>
                <p14:nvPr/>
              </p14:nvContentPartPr>
              <p14:xfrm>
                <a:off x="9400478" y="1147103"/>
                <a:ext cx="314280" cy="168120"/>
              </p14:xfrm>
            </p:contentPart>
          </mc:Choice>
          <mc:Fallback>
            <p:pic>
              <p:nvPicPr>
                <p:cNvPr id="79" name="Ink 78">
                  <a:extLst>
                    <a:ext uri="{FF2B5EF4-FFF2-40B4-BE49-F238E27FC236}">
                      <a16:creationId xmlns:a16="http://schemas.microsoft.com/office/drawing/2014/main" id="{01EFC880-1DCE-B842-37DF-B064863FA248}"/>
                    </a:ext>
                  </a:extLst>
                </p:cNvPr>
                <p:cNvPicPr/>
                <p:nvPr/>
              </p:nvPicPr>
              <p:blipFill>
                <a:blip r:embed="rId133"/>
                <a:stretch>
                  <a:fillRect/>
                </a:stretch>
              </p:blipFill>
              <p:spPr>
                <a:xfrm>
                  <a:off x="9391838" y="1138463"/>
                  <a:ext cx="331920" cy="18576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0" name="Ink 79">
                  <a:extLst>
                    <a:ext uri="{FF2B5EF4-FFF2-40B4-BE49-F238E27FC236}">
                      <a16:creationId xmlns:a16="http://schemas.microsoft.com/office/drawing/2014/main" id="{BC0EA369-F6E3-B145-0F68-81CA79982EDD}"/>
                    </a:ext>
                  </a:extLst>
                </p14:cNvPr>
                <p14:cNvContentPartPr/>
                <p14:nvPr/>
              </p14:nvContentPartPr>
              <p14:xfrm>
                <a:off x="9746438" y="1057103"/>
                <a:ext cx="269280" cy="245520"/>
              </p14:xfrm>
            </p:contentPart>
          </mc:Choice>
          <mc:Fallback>
            <p:pic>
              <p:nvPicPr>
                <p:cNvPr id="80" name="Ink 79">
                  <a:extLst>
                    <a:ext uri="{FF2B5EF4-FFF2-40B4-BE49-F238E27FC236}">
                      <a16:creationId xmlns:a16="http://schemas.microsoft.com/office/drawing/2014/main" id="{BC0EA369-F6E3-B145-0F68-81CA79982EDD}"/>
                    </a:ext>
                  </a:extLst>
                </p:cNvPr>
                <p:cNvPicPr/>
                <p:nvPr/>
              </p:nvPicPr>
              <p:blipFill>
                <a:blip r:embed="rId135"/>
                <a:stretch>
                  <a:fillRect/>
                </a:stretch>
              </p:blipFill>
              <p:spPr>
                <a:xfrm>
                  <a:off x="9737438" y="1048463"/>
                  <a:ext cx="286920" cy="26316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1" name="Ink 80">
                  <a:extLst>
                    <a:ext uri="{FF2B5EF4-FFF2-40B4-BE49-F238E27FC236}">
                      <a16:creationId xmlns:a16="http://schemas.microsoft.com/office/drawing/2014/main" id="{5C1BDF81-049F-0AFF-61E9-9EE046162569}"/>
                    </a:ext>
                  </a:extLst>
                </p14:cNvPr>
                <p14:cNvContentPartPr/>
                <p14:nvPr/>
              </p14:nvContentPartPr>
              <p14:xfrm>
                <a:off x="10102118" y="1071863"/>
                <a:ext cx="113760" cy="222120"/>
              </p14:xfrm>
            </p:contentPart>
          </mc:Choice>
          <mc:Fallback>
            <p:pic>
              <p:nvPicPr>
                <p:cNvPr id="81" name="Ink 80">
                  <a:extLst>
                    <a:ext uri="{FF2B5EF4-FFF2-40B4-BE49-F238E27FC236}">
                      <a16:creationId xmlns:a16="http://schemas.microsoft.com/office/drawing/2014/main" id="{5C1BDF81-049F-0AFF-61E9-9EE046162569}"/>
                    </a:ext>
                  </a:extLst>
                </p:cNvPr>
                <p:cNvPicPr/>
                <p:nvPr/>
              </p:nvPicPr>
              <p:blipFill>
                <a:blip r:embed="rId137"/>
                <a:stretch>
                  <a:fillRect/>
                </a:stretch>
              </p:blipFill>
              <p:spPr>
                <a:xfrm>
                  <a:off x="10093478" y="1062863"/>
                  <a:ext cx="131400" cy="23976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2" name="Ink 81">
                  <a:extLst>
                    <a:ext uri="{FF2B5EF4-FFF2-40B4-BE49-F238E27FC236}">
                      <a16:creationId xmlns:a16="http://schemas.microsoft.com/office/drawing/2014/main" id="{2754BA5C-4C09-9983-C85C-5D8172C1D65D}"/>
                    </a:ext>
                  </a:extLst>
                </p14:cNvPr>
                <p14:cNvContentPartPr/>
                <p14:nvPr/>
              </p14:nvContentPartPr>
              <p14:xfrm>
                <a:off x="10297238" y="1170143"/>
                <a:ext cx="222480" cy="152640"/>
              </p14:xfrm>
            </p:contentPart>
          </mc:Choice>
          <mc:Fallback>
            <p:pic>
              <p:nvPicPr>
                <p:cNvPr id="82" name="Ink 81">
                  <a:extLst>
                    <a:ext uri="{FF2B5EF4-FFF2-40B4-BE49-F238E27FC236}">
                      <a16:creationId xmlns:a16="http://schemas.microsoft.com/office/drawing/2014/main" id="{2754BA5C-4C09-9983-C85C-5D8172C1D65D}"/>
                    </a:ext>
                  </a:extLst>
                </p:cNvPr>
                <p:cNvPicPr/>
                <p:nvPr/>
              </p:nvPicPr>
              <p:blipFill>
                <a:blip r:embed="rId139"/>
                <a:stretch>
                  <a:fillRect/>
                </a:stretch>
              </p:blipFill>
              <p:spPr>
                <a:xfrm>
                  <a:off x="10288238" y="1161143"/>
                  <a:ext cx="240120" cy="17028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3" name="Ink 82">
                  <a:extLst>
                    <a:ext uri="{FF2B5EF4-FFF2-40B4-BE49-F238E27FC236}">
                      <a16:creationId xmlns:a16="http://schemas.microsoft.com/office/drawing/2014/main" id="{8E3F51E1-6EAB-DE29-C56C-C0139E6C8698}"/>
                    </a:ext>
                  </a:extLst>
                </p14:cNvPr>
                <p14:cNvContentPartPr/>
                <p14:nvPr/>
              </p14:nvContentPartPr>
              <p14:xfrm>
                <a:off x="10546718" y="1077623"/>
                <a:ext cx="110160" cy="253440"/>
              </p14:xfrm>
            </p:contentPart>
          </mc:Choice>
          <mc:Fallback>
            <p:pic>
              <p:nvPicPr>
                <p:cNvPr id="83" name="Ink 82">
                  <a:extLst>
                    <a:ext uri="{FF2B5EF4-FFF2-40B4-BE49-F238E27FC236}">
                      <a16:creationId xmlns:a16="http://schemas.microsoft.com/office/drawing/2014/main" id="{8E3F51E1-6EAB-DE29-C56C-C0139E6C8698}"/>
                    </a:ext>
                  </a:extLst>
                </p:cNvPr>
                <p:cNvPicPr/>
                <p:nvPr/>
              </p:nvPicPr>
              <p:blipFill>
                <a:blip r:embed="rId141"/>
                <a:stretch>
                  <a:fillRect/>
                </a:stretch>
              </p:blipFill>
              <p:spPr>
                <a:xfrm>
                  <a:off x="10538078" y="1068983"/>
                  <a:ext cx="127800" cy="27108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5" name="Ink 84">
                  <a:extLst>
                    <a:ext uri="{FF2B5EF4-FFF2-40B4-BE49-F238E27FC236}">
                      <a16:creationId xmlns:a16="http://schemas.microsoft.com/office/drawing/2014/main" id="{35B8DB40-3B76-ACA5-9378-BEED46DD99E2}"/>
                    </a:ext>
                  </a:extLst>
                </p14:cNvPr>
                <p14:cNvContentPartPr/>
                <p14:nvPr/>
              </p14:nvContentPartPr>
              <p14:xfrm>
                <a:off x="10509278" y="1439423"/>
                <a:ext cx="160560" cy="207360"/>
              </p14:xfrm>
            </p:contentPart>
          </mc:Choice>
          <mc:Fallback>
            <p:pic>
              <p:nvPicPr>
                <p:cNvPr id="85" name="Ink 84">
                  <a:extLst>
                    <a:ext uri="{FF2B5EF4-FFF2-40B4-BE49-F238E27FC236}">
                      <a16:creationId xmlns:a16="http://schemas.microsoft.com/office/drawing/2014/main" id="{35B8DB40-3B76-ACA5-9378-BEED46DD99E2}"/>
                    </a:ext>
                  </a:extLst>
                </p:cNvPr>
                <p:cNvPicPr/>
                <p:nvPr/>
              </p:nvPicPr>
              <p:blipFill>
                <a:blip r:embed="rId143"/>
                <a:stretch>
                  <a:fillRect/>
                </a:stretch>
              </p:blipFill>
              <p:spPr>
                <a:xfrm>
                  <a:off x="10500278" y="1430783"/>
                  <a:ext cx="178200" cy="2250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6" name="Ink 85">
                  <a:extLst>
                    <a:ext uri="{FF2B5EF4-FFF2-40B4-BE49-F238E27FC236}">
                      <a16:creationId xmlns:a16="http://schemas.microsoft.com/office/drawing/2014/main" id="{5B0C5CEC-30AD-1348-F446-413E9DE6E305}"/>
                    </a:ext>
                  </a:extLst>
                </p14:cNvPr>
                <p14:cNvContentPartPr/>
                <p14:nvPr/>
              </p14:nvContentPartPr>
              <p14:xfrm>
                <a:off x="10696838" y="1472543"/>
                <a:ext cx="118080" cy="124920"/>
              </p14:xfrm>
            </p:contentPart>
          </mc:Choice>
          <mc:Fallback>
            <p:pic>
              <p:nvPicPr>
                <p:cNvPr id="86" name="Ink 85">
                  <a:extLst>
                    <a:ext uri="{FF2B5EF4-FFF2-40B4-BE49-F238E27FC236}">
                      <a16:creationId xmlns:a16="http://schemas.microsoft.com/office/drawing/2014/main" id="{5B0C5CEC-30AD-1348-F446-413E9DE6E305}"/>
                    </a:ext>
                  </a:extLst>
                </p:cNvPr>
                <p:cNvPicPr/>
                <p:nvPr/>
              </p:nvPicPr>
              <p:blipFill>
                <a:blip r:embed="rId145"/>
                <a:stretch>
                  <a:fillRect/>
                </a:stretch>
              </p:blipFill>
              <p:spPr>
                <a:xfrm>
                  <a:off x="10688198" y="1463903"/>
                  <a:ext cx="135720" cy="14256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7" name="Ink 86">
                  <a:extLst>
                    <a:ext uri="{FF2B5EF4-FFF2-40B4-BE49-F238E27FC236}">
                      <a16:creationId xmlns:a16="http://schemas.microsoft.com/office/drawing/2014/main" id="{43F26D86-3D15-FAFE-C88A-FE0A1311BE6F}"/>
                    </a:ext>
                  </a:extLst>
                </p14:cNvPr>
                <p14:cNvContentPartPr/>
                <p14:nvPr/>
              </p14:nvContentPartPr>
              <p14:xfrm>
                <a:off x="10887998" y="1483343"/>
                <a:ext cx="128880" cy="207360"/>
              </p14:xfrm>
            </p:contentPart>
          </mc:Choice>
          <mc:Fallback>
            <p:pic>
              <p:nvPicPr>
                <p:cNvPr id="87" name="Ink 86">
                  <a:extLst>
                    <a:ext uri="{FF2B5EF4-FFF2-40B4-BE49-F238E27FC236}">
                      <a16:creationId xmlns:a16="http://schemas.microsoft.com/office/drawing/2014/main" id="{43F26D86-3D15-FAFE-C88A-FE0A1311BE6F}"/>
                    </a:ext>
                  </a:extLst>
                </p:cNvPr>
                <p:cNvPicPr/>
                <p:nvPr/>
              </p:nvPicPr>
              <p:blipFill>
                <a:blip r:embed="rId147"/>
                <a:stretch>
                  <a:fillRect/>
                </a:stretch>
              </p:blipFill>
              <p:spPr>
                <a:xfrm>
                  <a:off x="10878998" y="1474343"/>
                  <a:ext cx="146520" cy="22500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8" name="Ink 87">
                  <a:extLst>
                    <a:ext uri="{FF2B5EF4-FFF2-40B4-BE49-F238E27FC236}">
                      <a16:creationId xmlns:a16="http://schemas.microsoft.com/office/drawing/2014/main" id="{3105D231-0424-DE3E-3373-9337DD39C6DF}"/>
                    </a:ext>
                  </a:extLst>
                </p14:cNvPr>
                <p14:cNvContentPartPr/>
                <p14:nvPr/>
              </p14:nvContentPartPr>
              <p14:xfrm>
                <a:off x="11067278" y="1502783"/>
                <a:ext cx="129960" cy="131040"/>
              </p14:xfrm>
            </p:contentPart>
          </mc:Choice>
          <mc:Fallback>
            <p:pic>
              <p:nvPicPr>
                <p:cNvPr id="88" name="Ink 87">
                  <a:extLst>
                    <a:ext uri="{FF2B5EF4-FFF2-40B4-BE49-F238E27FC236}">
                      <a16:creationId xmlns:a16="http://schemas.microsoft.com/office/drawing/2014/main" id="{3105D231-0424-DE3E-3373-9337DD39C6DF}"/>
                    </a:ext>
                  </a:extLst>
                </p:cNvPr>
                <p:cNvPicPr/>
                <p:nvPr/>
              </p:nvPicPr>
              <p:blipFill>
                <a:blip r:embed="rId149"/>
                <a:stretch>
                  <a:fillRect/>
                </a:stretch>
              </p:blipFill>
              <p:spPr>
                <a:xfrm>
                  <a:off x="11058278" y="1494143"/>
                  <a:ext cx="147600" cy="14868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1" name="Ink 90">
                  <a:extLst>
                    <a:ext uri="{FF2B5EF4-FFF2-40B4-BE49-F238E27FC236}">
                      <a16:creationId xmlns:a16="http://schemas.microsoft.com/office/drawing/2014/main" id="{6D78B83E-7E81-8812-0F65-1B76ABD49FB6}"/>
                    </a:ext>
                  </a:extLst>
                </p14:cNvPr>
                <p14:cNvContentPartPr/>
                <p14:nvPr/>
              </p14:nvContentPartPr>
              <p14:xfrm>
                <a:off x="9324158" y="4993343"/>
                <a:ext cx="165960" cy="261720"/>
              </p14:xfrm>
            </p:contentPart>
          </mc:Choice>
          <mc:Fallback>
            <p:pic>
              <p:nvPicPr>
                <p:cNvPr id="91" name="Ink 90">
                  <a:extLst>
                    <a:ext uri="{FF2B5EF4-FFF2-40B4-BE49-F238E27FC236}">
                      <a16:creationId xmlns:a16="http://schemas.microsoft.com/office/drawing/2014/main" id="{6D78B83E-7E81-8812-0F65-1B76ABD49FB6}"/>
                    </a:ext>
                  </a:extLst>
                </p:cNvPr>
                <p:cNvPicPr/>
                <p:nvPr/>
              </p:nvPicPr>
              <p:blipFill>
                <a:blip r:embed="rId151"/>
                <a:stretch>
                  <a:fillRect/>
                </a:stretch>
              </p:blipFill>
              <p:spPr>
                <a:xfrm>
                  <a:off x="9315158" y="4984343"/>
                  <a:ext cx="183600" cy="27936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2" name="Ink 91">
                  <a:extLst>
                    <a:ext uri="{FF2B5EF4-FFF2-40B4-BE49-F238E27FC236}">
                      <a16:creationId xmlns:a16="http://schemas.microsoft.com/office/drawing/2014/main" id="{7AD236B2-443C-CF59-3959-5EC3C7BE57F0}"/>
                    </a:ext>
                  </a:extLst>
                </p14:cNvPr>
                <p14:cNvContentPartPr/>
                <p14:nvPr/>
              </p14:nvContentPartPr>
              <p14:xfrm>
                <a:off x="9519638" y="5093423"/>
                <a:ext cx="86760" cy="150840"/>
              </p14:xfrm>
            </p:contentPart>
          </mc:Choice>
          <mc:Fallback>
            <p:pic>
              <p:nvPicPr>
                <p:cNvPr id="92" name="Ink 91">
                  <a:extLst>
                    <a:ext uri="{FF2B5EF4-FFF2-40B4-BE49-F238E27FC236}">
                      <a16:creationId xmlns:a16="http://schemas.microsoft.com/office/drawing/2014/main" id="{7AD236B2-443C-CF59-3959-5EC3C7BE57F0}"/>
                    </a:ext>
                  </a:extLst>
                </p:cNvPr>
                <p:cNvPicPr/>
                <p:nvPr/>
              </p:nvPicPr>
              <p:blipFill>
                <a:blip r:embed="rId153"/>
                <a:stretch>
                  <a:fillRect/>
                </a:stretch>
              </p:blipFill>
              <p:spPr>
                <a:xfrm>
                  <a:off x="9510638" y="5084783"/>
                  <a:ext cx="10440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3" name="Ink 92">
                  <a:extLst>
                    <a:ext uri="{FF2B5EF4-FFF2-40B4-BE49-F238E27FC236}">
                      <a16:creationId xmlns:a16="http://schemas.microsoft.com/office/drawing/2014/main" id="{AF790956-FF4B-45E8-4202-613647BA994B}"/>
                    </a:ext>
                  </a:extLst>
                </p14:cNvPr>
                <p14:cNvContentPartPr/>
                <p14:nvPr/>
              </p14:nvContentPartPr>
              <p14:xfrm>
                <a:off x="9676238" y="5122943"/>
                <a:ext cx="111240" cy="99720"/>
              </p14:xfrm>
            </p:contentPart>
          </mc:Choice>
          <mc:Fallback>
            <p:pic>
              <p:nvPicPr>
                <p:cNvPr id="93" name="Ink 92">
                  <a:extLst>
                    <a:ext uri="{FF2B5EF4-FFF2-40B4-BE49-F238E27FC236}">
                      <a16:creationId xmlns:a16="http://schemas.microsoft.com/office/drawing/2014/main" id="{AF790956-FF4B-45E8-4202-613647BA994B}"/>
                    </a:ext>
                  </a:extLst>
                </p:cNvPr>
                <p:cNvPicPr/>
                <p:nvPr/>
              </p:nvPicPr>
              <p:blipFill>
                <a:blip r:embed="rId155"/>
                <a:stretch>
                  <a:fillRect/>
                </a:stretch>
              </p:blipFill>
              <p:spPr>
                <a:xfrm>
                  <a:off x="9667238" y="5113943"/>
                  <a:ext cx="128880" cy="11736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4" name="Ink 93">
                  <a:extLst>
                    <a:ext uri="{FF2B5EF4-FFF2-40B4-BE49-F238E27FC236}">
                      <a16:creationId xmlns:a16="http://schemas.microsoft.com/office/drawing/2014/main" id="{287AC056-D161-7EC3-EEFE-7496CDD03BE1}"/>
                    </a:ext>
                  </a:extLst>
                </p14:cNvPr>
                <p14:cNvContentPartPr/>
                <p14:nvPr/>
              </p14:nvContentPartPr>
              <p14:xfrm>
                <a:off x="9076118" y="4790663"/>
                <a:ext cx="981720" cy="636480"/>
              </p14:xfrm>
            </p:contentPart>
          </mc:Choice>
          <mc:Fallback>
            <p:pic>
              <p:nvPicPr>
                <p:cNvPr id="94" name="Ink 93">
                  <a:extLst>
                    <a:ext uri="{FF2B5EF4-FFF2-40B4-BE49-F238E27FC236}">
                      <a16:creationId xmlns:a16="http://schemas.microsoft.com/office/drawing/2014/main" id="{287AC056-D161-7EC3-EEFE-7496CDD03BE1}"/>
                    </a:ext>
                  </a:extLst>
                </p:cNvPr>
                <p:cNvPicPr/>
                <p:nvPr/>
              </p:nvPicPr>
              <p:blipFill>
                <a:blip r:embed="rId157"/>
                <a:stretch>
                  <a:fillRect/>
                </a:stretch>
              </p:blipFill>
              <p:spPr>
                <a:xfrm>
                  <a:off x="9067478" y="4781663"/>
                  <a:ext cx="999360" cy="65412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6" name="Ink 95">
                  <a:extLst>
                    <a:ext uri="{FF2B5EF4-FFF2-40B4-BE49-F238E27FC236}">
                      <a16:creationId xmlns:a16="http://schemas.microsoft.com/office/drawing/2014/main" id="{D253856E-B20E-159B-2127-81697705FCA1}"/>
                    </a:ext>
                  </a:extLst>
                </p14:cNvPr>
                <p14:cNvContentPartPr/>
                <p14:nvPr/>
              </p14:nvContentPartPr>
              <p14:xfrm>
                <a:off x="8044358" y="5142383"/>
                <a:ext cx="1036800" cy="39960"/>
              </p14:xfrm>
            </p:contentPart>
          </mc:Choice>
          <mc:Fallback>
            <p:pic>
              <p:nvPicPr>
                <p:cNvPr id="96" name="Ink 95">
                  <a:extLst>
                    <a:ext uri="{FF2B5EF4-FFF2-40B4-BE49-F238E27FC236}">
                      <a16:creationId xmlns:a16="http://schemas.microsoft.com/office/drawing/2014/main" id="{D253856E-B20E-159B-2127-81697705FCA1}"/>
                    </a:ext>
                  </a:extLst>
                </p:cNvPr>
                <p:cNvPicPr/>
                <p:nvPr/>
              </p:nvPicPr>
              <p:blipFill>
                <a:blip r:embed="rId159"/>
                <a:stretch>
                  <a:fillRect/>
                </a:stretch>
              </p:blipFill>
              <p:spPr>
                <a:xfrm>
                  <a:off x="8035718" y="5133383"/>
                  <a:ext cx="1054440" cy="576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7" name="Ink 96">
                  <a:extLst>
                    <a:ext uri="{FF2B5EF4-FFF2-40B4-BE49-F238E27FC236}">
                      <a16:creationId xmlns:a16="http://schemas.microsoft.com/office/drawing/2014/main" id="{8BD7A712-1107-0555-3B21-46C043C00A77}"/>
                    </a:ext>
                  </a:extLst>
                </p14:cNvPr>
                <p14:cNvContentPartPr/>
                <p14:nvPr/>
              </p14:nvContentPartPr>
              <p14:xfrm>
                <a:off x="7986758" y="5071463"/>
                <a:ext cx="230400" cy="191160"/>
              </p14:xfrm>
            </p:contentPart>
          </mc:Choice>
          <mc:Fallback>
            <p:pic>
              <p:nvPicPr>
                <p:cNvPr id="97" name="Ink 96">
                  <a:extLst>
                    <a:ext uri="{FF2B5EF4-FFF2-40B4-BE49-F238E27FC236}">
                      <a16:creationId xmlns:a16="http://schemas.microsoft.com/office/drawing/2014/main" id="{8BD7A712-1107-0555-3B21-46C043C00A77}"/>
                    </a:ext>
                  </a:extLst>
                </p:cNvPr>
                <p:cNvPicPr/>
                <p:nvPr/>
              </p:nvPicPr>
              <p:blipFill>
                <a:blip r:embed="rId161"/>
                <a:stretch>
                  <a:fillRect/>
                </a:stretch>
              </p:blipFill>
              <p:spPr>
                <a:xfrm>
                  <a:off x="7977758" y="5062823"/>
                  <a:ext cx="24804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98" name="Ink 97">
                  <a:extLst>
                    <a:ext uri="{FF2B5EF4-FFF2-40B4-BE49-F238E27FC236}">
                      <a16:creationId xmlns:a16="http://schemas.microsoft.com/office/drawing/2014/main" id="{B3718DBF-EE25-DEF5-6BAC-63C859901F92}"/>
                    </a:ext>
                  </a:extLst>
                </p14:cNvPr>
                <p14:cNvContentPartPr/>
                <p14:nvPr/>
              </p14:nvContentPartPr>
              <p14:xfrm>
                <a:off x="7251998" y="4937543"/>
                <a:ext cx="201600" cy="406800"/>
              </p14:xfrm>
            </p:contentPart>
          </mc:Choice>
          <mc:Fallback>
            <p:pic>
              <p:nvPicPr>
                <p:cNvPr id="98" name="Ink 97">
                  <a:extLst>
                    <a:ext uri="{FF2B5EF4-FFF2-40B4-BE49-F238E27FC236}">
                      <a16:creationId xmlns:a16="http://schemas.microsoft.com/office/drawing/2014/main" id="{B3718DBF-EE25-DEF5-6BAC-63C859901F92}"/>
                    </a:ext>
                  </a:extLst>
                </p:cNvPr>
                <p:cNvPicPr/>
                <p:nvPr/>
              </p:nvPicPr>
              <p:blipFill>
                <a:blip r:embed="rId163"/>
                <a:stretch>
                  <a:fillRect/>
                </a:stretch>
              </p:blipFill>
              <p:spPr>
                <a:xfrm>
                  <a:off x="7242998" y="4928543"/>
                  <a:ext cx="219240" cy="42444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99" name="Ink 98">
                  <a:extLst>
                    <a:ext uri="{FF2B5EF4-FFF2-40B4-BE49-F238E27FC236}">
                      <a16:creationId xmlns:a16="http://schemas.microsoft.com/office/drawing/2014/main" id="{6E90DB0B-C583-FE6C-F705-AAFF86C04C75}"/>
                    </a:ext>
                  </a:extLst>
                </p14:cNvPr>
                <p14:cNvContentPartPr/>
                <p14:nvPr/>
              </p14:nvContentPartPr>
              <p14:xfrm>
                <a:off x="6877958" y="4656383"/>
                <a:ext cx="961560" cy="822240"/>
              </p14:xfrm>
            </p:contentPart>
          </mc:Choice>
          <mc:Fallback>
            <p:pic>
              <p:nvPicPr>
                <p:cNvPr id="99" name="Ink 98">
                  <a:extLst>
                    <a:ext uri="{FF2B5EF4-FFF2-40B4-BE49-F238E27FC236}">
                      <a16:creationId xmlns:a16="http://schemas.microsoft.com/office/drawing/2014/main" id="{6E90DB0B-C583-FE6C-F705-AAFF86C04C75}"/>
                    </a:ext>
                  </a:extLst>
                </p:cNvPr>
                <p:cNvPicPr/>
                <p:nvPr/>
              </p:nvPicPr>
              <p:blipFill>
                <a:blip r:embed="rId165"/>
                <a:stretch>
                  <a:fillRect/>
                </a:stretch>
              </p:blipFill>
              <p:spPr>
                <a:xfrm>
                  <a:off x="6868958" y="4647743"/>
                  <a:ext cx="979200" cy="83988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0" name="Ink 99">
                  <a:extLst>
                    <a:ext uri="{FF2B5EF4-FFF2-40B4-BE49-F238E27FC236}">
                      <a16:creationId xmlns:a16="http://schemas.microsoft.com/office/drawing/2014/main" id="{4C1A5257-5411-AA73-8686-644C783AB00C}"/>
                    </a:ext>
                  </a:extLst>
                </p14:cNvPr>
                <p14:cNvContentPartPr/>
                <p14:nvPr/>
              </p14:nvContentPartPr>
              <p14:xfrm>
                <a:off x="6200078" y="5122223"/>
                <a:ext cx="733320" cy="39240"/>
              </p14:xfrm>
            </p:contentPart>
          </mc:Choice>
          <mc:Fallback>
            <p:pic>
              <p:nvPicPr>
                <p:cNvPr id="100" name="Ink 99">
                  <a:extLst>
                    <a:ext uri="{FF2B5EF4-FFF2-40B4-BE49-F238E27FC236}">
                      <a16:creationId xmlns:a16="http://schemas.microsoft.com/office/drawing/2014/main" id="{4C1A5257-5411-AA73-8686-644C783AB00C}"/>
                    </a:ext>
                  </a:extLst>
                </p:cNvPr>
                <p:cNvPicPr/>
                <p:nvPr/>
              </p:nvPicPr>
              <p:blipFill>
                <a:blip r:embed="rId167"/>
                <a:stretch>
                  <a:fillRect/>
                </a:stretch>
              </p:blipFill>
              <p:spPr>
                <a:xfrm>
                  <a:off x="6191438" y="5113583"/>
                  <a:ext cx="750960" cy="5688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1" name="Ink 100">
                  <a:extLst>
                    <a:ext uri="{FF2B5EF4-FFF2-40B4-BE49-F238E27FC236}">
                      <a16:creationId xmlns:a16="http://schemas.microsoft.com/office/drawing/2014/main" id="{DF3A896E-F4E6-BAEE-C4D4-9B63F729DEFD}"/>
                    </a:ext>
                  </a:extLst>
                </p14:cNvPr>
                <p14:cNvContentPartPr/>
                <p14:nvPr/>
              </p14:nvContentPartPr>
              <p14:xfrm>
                <a:off x="6220598" y="5060303"/>
                <a:ext cx="168120" cy="230760"/>
              </p14:xfrm>
            </p:contentPart>
          </mc:Choice>
          <mc:Fallback>
            <p:pic>
              <p:nvPicPr>
                <p:cNvPr id="101" name="Ink 100">
                  <a:extLst>
                    <a:ext uri="{FF2B5EF4-FFF2-40B4-BE49-F238E27FC236}">
                      <a16:creationId xmlns:a16="http://schemas.microsoft.com/office/drawing/2014/main" id="{DF3A896E-F4E6-BAEE-C4D4-9B63F729DEFD}"/>
                    </a:ext>
                  </a:extLst>
                </p:cNvPr>
                <p:cNvPicPr/>
                <p:nvPr/>
              </p:nvPicPr>
              <p:blipFill>
                <a:blip r:embed="rId169"/>
                <a:stretch>
                  <a:fillRect/>
                </a:stretch>
              </p:blipFill>
              <p:spPr>
                <a:xfrm>
                  <a:off x="6211598" y="5051663"/>
                  <a:ext cx="185760" cy="24840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2" name="Ink 101">
                  <a:extLst>
                    <a:ext uri="{FF2B5EF4-FFF2-40B4-BE49-F238E27FC236}">
                      <a16:creationId xmlns:a16="http://schemas.microsoft.com/office/drawing/2014/main" id="{D3BC6CD9-56C6-060A-A215-84F1DE72626F}"/>
                    </a:ext>
                  </a:extLst>
                </p14:cNvPr>
                <p14:cNvContentPartPr/>
                <p14:nvPr/>
              </p14:nvContentPartPr>
              <p14:xfrm>
                <a:off x="5311598" y="5027543"/>
                <a:ext cx="30240" cy="267120"/>
              </p14:xfrm>
            </p:contentPart>
          </mc:Choice>
          <mc:Fallback>
            <p:pic>
              <p:nvPicPr>
                <p:cNvPr id="102" name="Ink 101">
                  <a:extLst>
                    <a:ext uri="{FF2B5EF4-FFF2-40B4-BE49-F238E27FC236}">
                      <a16:creationId xmlns:a16="http://schemas.microsoft.com/office/drawing/2014/main" id="{D3BC6CD9-56C6-060A-A215-84F1DE72626F}"/>
                    </a:ext>
                  </a:extLst>
                </p:cNvPr>
                <p:cNvPicPr/>
                <p:nvPr/>
              </p:nvPicPr>
              <p:blipFill>
                <a:blip r:embed="rId171"/>
                <a:stretch>
                  <a:fillRect/>
                </a:stretch>
              </p:blipFill>
              <p:spPr>
                <a:xfrm>
                  <a:off x="5302958" y="5018903"/>
                  <a:ext cx="47880" cy="28476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3" name="Ink 102">
                  <a:extLst>
                    <a:ext uri="{FF2B5EF4-FFF2-40B4-BE49-F238E27FC236}">
                      <a16:creationId xmlns:a16="http://schemas.microsoft.com/office/drawing/2014/main" id="{4B131FAC-346E-2619-3E0E-1979CCD20EE5}"/>
                    </a:ext>
                  </a:extLst>
                </p14:cNvPr>
                <p14:cNvContentPartPr/>
                <p14:nvPr/>
              </p14:nvContentPartPr>
              <p14:xfrm>
                <a:off x="5329598" y="4966703"/>
                <a:ext cx="143280" cy="225360"/>
              </p14:xfrm>
            </p:contentPart>
          </mc:Choice>
          <mc:Fallback>
            <p:pic>
              <p:nvPicPr>
                <p:cNvPr id="103" name="Ink 102">
                  <a:extLst>
                    <a:ext uri="{FF2B5EF4-FFF2-40B4-BE49-F238E27FC236}">
                      <a16:creationId xmlns:a16="http://schemas.microsoft.com/office/drawing/2014/main" id="{4B131FAC-346E-2619-3E0E-1979CCD20EE5}"/>
                    </a:ext>
                  </a:extLst>
                </p:cNvPr>
                <p:cNvPicPr/>
                <p:nvPr/>
              </p:nvPicPr>
              <p:blipFill>
                <a:blip r:embed="rId173"/>
                <a:stretch>
                  <a:fillRect/>
                </a:stretch>
              </p:blipFill>
              <p:spPr>
                <a:xfrm>
                  <a:off x="5320958" y="4958063"/>
                  <a:ext cx="16092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04" name="Ink 103">
                  <a:extLst>
                    <a:ext uri="{FF2B5EF4-FFF2-40B4-BE49-F238E27FC236}">
                      <a16:creationId xmlns:a16="http://schemas.microsoft.com/office/drawing/2014/main" id="{E3E538EC-ECC2-A86C-277E-7B7D36354A69}"/>
                    </a:ext>
                  </a:extLst>
                </p14:cNvPr>
                <p14:cNvContentPartPr/>
                <p14:nvPr/>
              </p14:nvContentPartPr>
              <p14:xfrm>
                <a:off x="4782038" y="4647023"/>
                <a:ext cx="1169640" cy="1028520"/>
              </p14:xfrm>
            </p:contentPart>
          </mc:Choice>
          <mc:Fallback>
            <p:pic>
              <p:nvPicPr>
                <p:cNvPr id="104" name="Ink 103">
                  <a:extLst>
                    <a:ext uri="{FF2B5EF4-FFF2-40B4-BE49-F238E27FC236}">
                      <a16:creationId xmlns:a16="http://schemas.microsoft.com/office/drawing/2014/main" id="{E3E538EC-ECC2-A86C-277E-7B7D36354A69}"/>
                    </a:ext>
                  </a:extLst>
                </p:cNvPr>
                <p:cNvPicPr/>
                <p:nvPr/>
              </p:nvPicPr>
              <p:blipFill>
                <a:blip r:embed="rId175"/>
                <a:stretch>
                  <a:fillRect/>
                </a:stretch>
              </p:blipFill>
              <p:spPr>
                <a:xfrm>
                  <a:off x="4773038" y="4638383"/>
                  <a:ext cx="1187280" cy="104616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05" name="Ink 104">
                  <a:extLst>
                    <a:ext uri="{FF2B5EF4-FFF2-40B4-BE49-F238E27FC236}">
                      <a16:creationId xmlns:a16="http://schemas.microsoft.com/office/drawing/2014/main" id="{6FCB848E-D7FE-B6C8-1F31-AFD33D3B1CC6}"/>
                    </a:ext>
                  </a:extLst>
                </p14:cNvPr>
                <p14:cNvContentPartPr/>
                <p14:nvPr/>
              </p14:nvContentPartPr>
              <p14:xfrm>
                <a:off x="5004158" y="4672583"/>
                <a:ext cx="1014480" cy="716760"/>
              </p14:xfrm>
            </p:contentPart>
          </mc:Choice>
          <mc:Fallback>
            <p:pic>
              <p:nvPicPr>
                <p:cNvPr id="105" name="Ink 104">
                  <a:extLst>
                    <a:ext uri="{FF2B5EF4-FFF2-40B4-BE49-F238E27FC236}">
                      <a16:creationId xmlns:a16="http://schemas.microsoft.com/office/drawing/2014/main" id="{6FCB848E-D7FE-B6C8-1F31-AFD33D3B1CC6}"/>
                    </a:ext>
                  </a:extLst>
                </p:cNvPr>
                <p:cNvPicPr/>
                <p:nvPr/>
              </p:nvPicPr>
              <p:blipFill>
                <a:blip r:embed="rId177"/>
                <a:stretch>
                  <a:fillRect/>
                </a:stretch>
              </p:blipFill>
              <p:spPr>
                <a:xfrm>
                  <a:off x="4995158" y="4663943"/>
                  <a:ext cx="1032120" cy="73440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07" name="Ink 106">
                  <a:extLst>
                    <a:ext uri="{FF2B5EF4-FFF2-40B4-BE49-F238E27FC236}">
                      <a16:creationId xmlns:a16="http://schemas.microsoft.com/office/drawing/2014/main" id="{CC9C7E90-F0AA-62B2-02D7-72836598AF84}"/>
                    </a:ext>
                  </a:extLst>
                </p14:cNvPr>
                <p14:cNvContentPartPr/>
                <p14:nvPr/>
              </p14:nvContentPartPr>
              <p14:xfrm>
                <a:off x="4703198" y="5494463"/>
                <a:ext cx="3905640" cy="545400"/>
              </p14:xfrm>
            </p:contentPart>
          </mc:Choice>
          <mc:Fallback>
            <p:pic>
              <p:nvPicPr>
                <p:cNvPr id="107" name="Ink 106">
                  <a:extLst>
                    <a:ext uri="{FF2B5EF4-FFF2-40B4-BE49-F238E27FC236}">
                      <a16:creationId xmlns:a16="http://schemas.microsoft.com/office/drawing/2014/main" id="{CC9C7E90-F0AA-62B2-02D7-72836598AF84}"/>
                    </a:ext>
                  </a:extLst>
                </p:cNvPr>
                <p:cNvPicPr/>
                <p:nvPr/>
              </p:nvPicPr>
              <p:blipFill>
                <a:blip r:embed="rId179"/>
                <a:stretch>
                  <a:fillRect/>
                </a:stretch>
              </p:blipFill>
              <p:spPr>
                <a:xfrm>
                  <a:off x="4694558" y="5485463"/>
                  <a:ext cx="3923280" cy="56304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08" name="Ink 107">
                  <a:extLst>
                    <a:ext uri="{FF2B5EF4-FFF2-40B4-BE49-F238E27FC236}">
                      <a16:creationId xmlns:a16="http://schemas.microsoft.com/office/drawing/2014/main" id="{ACD23A1B-49A6-DEED-5310-B605EC7FBD8B}"/>
                    </a:ext>
                  </a:extLst>
                </p14:cNvPr>
                <p14:cNvContentPartPr/>
                <p14:nvPr/>
              </p14:nvContentPartPr>
              <p14:xfrm>
                <a:off x="6340838" y="6106823"/>
                <a:ext cx="315720" cy="289440"/>
              </p14:xfrm>
            </p:contentPart>
          </mc:Choice>
          <mc:Fallback>
            <p:pic>
              <p:nvPicPr>
                <p:cNvPr id="108" name="Ink 107">
                  <a:extLst>
                    <a:ext uri="{FF2B5EF4-FFF2-40B4-BE49-F238E27FC236}">
                      <a16:creationId xmlns:a16="http://schemas.microsoft.com/office/drawing/2014/main" id="{ACD23A1B-49A6-DEED-5310-B605EC7FBD8B}"/>
                    </a:ext>
                  </a:extLst>
                </p:cNvPr>
                <p:cNvPicPr/>
                <p:nvPr/>
              </p:nvPicPr>
              <p:blipFill>
                <a:blip r:embed="rId181"/>
                <a:stretch>
                  <a:fillRect/>
                </a:stretch>
              </p:blipFill>
              <p:spPr>
                <a:xfrm>
                  <a:off x="6331838" y="6098183"/>
                  <a:ext cx="333360" cy="30708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09" name="Ink 108">
                  <a:extLst>
                    <a:ext uri="{FF2B5EF4-FFF2-40B4-BE49-F238E27FC236}">
                      <a16:creationId xmlns:a16="http://schemas.microsoft.com/office/drawing/2014/main" id="{DB7EF394-1B1A-66E2-C68F-F57228E04356}"/>
                    </a:ext>
                  </a:extLst>
                </p14:cNvPr>
                <p14:cNvContentPartPr/>
                <p14:nvPr/>
              </p14:nvContentPartPr>
              <p14:xfrm>
                <a:off x="6670958" y="6104303"/>
                <a:ext cx="162360" cy="46080"/>
              </p14:xfrm>
            </p:contentPart>
          </mc:Choice>
          <mc:Fallback>
            <p:pic>
              <p:nvPicPr>
                <p:cNvPr id="109" name="Ink 108">
                  <a:extLst>
                    <a:ext uri="{FF2B5EF4-FFF2-40B4-BE49-F238E27FC236}">
                      <a16:creationId xmlns:a16="http://schemas.microsoft.com/office/drawing/2014/main" id="{DB7EF394-1B1A-66E2-C68F-F57228E04356}"/>
                    </a:ext>
                  </a:extLst>
                </p:cNvPr>
                <p:cNvPicPr/>
                <p:nvPr/>
              </p:nvPicPr>
              <p:blipFill>
                <a:blip r:embed="rId183"/>
                <a:stretch>
                  <a:fillRect/>
                </a:stretch>
              </p:blipFill>
              <p:spPr>
                <a:xfrm>
                  <a:off x="6662318" y="6095663"/>
                  <a:ext cx="180000" cy="6372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0" name="Ink 109">
                  <a:extLst>
                    <a:ext uri="{FF2B5EF4-FFF2-40B4-BE49-F238E27FC236}">
                      <a16:creationId xmlns:a16="http://schemas.microsoft.com/office/drawing/2014/main" id="{D5C6E16E-D340-F081-8B44-5EAA422771FD}"/>
                    </a:ext>
                  </a:extLst>
                </p14:cNvPr>
                <p14:cNvContentPartPr/>
                <p14:nvPr/>
              </p14:nvContentPartPr>
              <p14:xfrm>
                <a:off x="6700838" y="6099983"/>
                <a:ext cx="107280" cy="258480"/>
              </p14:xfrm>
            </p:contentPart>
          </mc:Choice>
          <mc:Fallback>
            <p:pic>
              <p:nvPicPr>
                <p:cNvPr id="110" name="Ink 109">
                  <a:extLst>
                    <a:ext uri="{FF2B5EF4-FFF2-40B4-BE49-F238E27FC236}">
                      <a16:creationId xmlns:a16="http://schemas.microsoft.com/office/drawing/2014/main" id="{D5C6E16E-D340-F081-8B44-5EAA422771FD}"/>
                    </a:ext>
                  </a:extLst>
                </p:cNvPr>
                <p:cNvPicPr/>
                <p:nvPr/>
              </p:nvPicPr>
              <p:blipFill>
                <a:blip r:embed="rId185"/>
                <a:stretch>
                  <a:fillRect/>
                </a:stretch>
              </p:blipFill>
              <p:spPr>
                <a:xfrm>
                  <a:off x="6691838" y="6090983"/>
                  <a:ext cx="124920" cy="27612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1" name="Ink 110">
                  <a:extLst>
                    <a:ext uri="{FF2B5EF4-FFF2-40B4-BE49-F238E27FC236}">
                      <a16:creationId xmlns:a16="http://schemas.microsoft.com/office/drawing/2014/main" id="{E5B9142E-3AD1-47C6-DFDD-6995C4BC88A2}"/>
                    </a:ext>
                  </a:extLst>
                </p14:cNvPr>
                <p14:cNvContentPartPr/>
                <p14:nvPr/>
              </p14:nvContentPartPr>
              <p14:xfrm>
                <a:off x="6863558" y="6088463"/>
                <a:ext cx="225720" cy="223560"/>
              </p14:xfrm>
            </p:contentPart>
          </mc:Choice>
          <mc:Fallback>
            <p:pic>
              <p:nvPicPr>
                <p:cNvPr id="111" name="Ink 110">
                  <a:extLst>
                    <a:ext uri="{FF2B5EF4-FFF2-40B4-BE49-F238E27FC236}">
                      <a16:creationId xmlns:a16="http://schemas.microsoft.com/office/drawing/2014/main" id="{E5B9142E-3AD1-47C6-DFDD-6995C4BC88A2}"/>
                    </a:ext>
                  </a:extLst>
                </p:cNvPr>
                <p:cNvPicPr/>
                <p:nvPr/>
              </p:nvPicPr>
              <p:blipFill>
                <a:blip r:embed="rId187"/>
                <a:stretch>
                  <a:fillRect/>
                </a:stretch>
              </p:blipFill>
              <p:spPr>
                <a:xfrm>
                  <a:off x="6854558" y="6079823"/>
                  <a:ext cx="243360" cy="24120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2" name="Ink 111">
                  <a:extLst>
                    <a:ext uri="{FF2B5EF4-FFF2-40B4-BE49-F238E27FC236}">
                      <a16:creationId xmlns:a16="http://schemas.microsoft.com/office/drawing/2014/main" id="{0086D9AD-D521-839F-AE13-589F305B8384}"/>
                    </a:ext>
                  </a:extLst>
                </p14:cNvPr>
                <p14:cNvContentPartPr/>
                <p14:nvPr/>
              </p14:nvContentPartPr>
              <p14:xfrm>
                <a:off x="7117358" y="6089183"/>
                <a:ext cx="195120" cy="217800"/>
              </p14:xfrm>
            </p:contentPart>
          </mc:Choice>
          <mc:Fallback>
            <p:pic>
              <p:nvPicPr>
                <p:cNvPr id="112" name="Ink 111">
                  <a:extLst>
                    <a:ext uri="{FF2B5EF4-FFF2-40B4-BE49-F238E27FC236}">
                      <a16:creationId xmlns:a16="http://schemas.microsoft.com/office/drawing/2014/main" id="{0086D9AD-D521-839F-AE13-589F305B8384}"/>
                    </a:ext>
                  </a:extLst>
                </p:cNvPr>
                <p:cNvPicPr/>
                <p:nvPr/>
              </p:nvPicPr>
              <p:blipFill>
                <a:blip r:embed="rId189"/>
                <a:stretch>
                  <a:fillRect/>
                </a:stretch>
              </p:blipFill>
              <p:spPr>
                <a:xfrm>
                  <a:off x="7108718" y="6080543"/>
                  <a:ext cx="212760" cy="23544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3" name="Ink 112">
                  <a:extLst>
                    <a:ext uri="{FF2B5EF4-FFF2-40B4-BE49-F238E27FC236}">
                      <a16:creationId xmlns:a16="http://schemas.microsoft.com/office/drawing/2014/main" id="{8F4CEE8A-8770-2DC8-19D4-14FA01A3AF47}"/>
                    </a:ext>
                  </a:extLst>
                </p14:cNvPr>
                <p14:cNvContentPartPr/>
                <p14:nvPr/>
              </p14:nvContentPartPr>
              <p14:xfrm>
                <a:off x="5946278" y="5914223"/>
                <a:ext cx="1500120" cy="622800"/>
              </p14:xfrm>
            </p:contentPart>
          </mc:Choice>
          <mc:Fallback>
            <p:pic>
              <p:nvPicPr>
                <p:cNvPr id="113" name="Ink 112">
                  <a:extLst>
                    <a:ext uri="{FF2B5EF4-FFF2-40B4-BE49-F238E27FC236}">
                      <a16:creationId xmlns:a16="http://schemas.microsoft.com/office/drawing/2014/main" id="{8F4CEE8A-8770-2DC8-19D4-14FA01A3AF47}"/>
                    </a:ext>
                  </a:extLst>
                </p:cNvPr>
                <p:cNvPicPr/>
                <p:nvPr/>
              </p:nvPicPr>
              <p:blipFill>
                <a:blip r:embed="rId191"/>
                <a:stretch>
                  <a:fillRect/>
                </a:stretch>
              </p:blipFill>
              <p:spPr>
                <a:xfrm>
                  <a:off x="5937638" y="5905223"/>
                  <a:ext cx="1517760" cy="64044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5" name="Ink 114">
                  <a:extLst>
                    <a:ext uri="{FF2B5EF4-FFF2-40B4-BE49-F238E27FC236}">
                      <a16:creationId xmlns:a16="http://schemas.microsoft.com/office/drawing/2014/main" id="{EEFE2902-A853-1468-AD48-BA0894A7E1B2}"/>
                    </a:ext>
                  </a:extLst>
                </p14:cNvPr>
                <p14:cNvContentPartPr/>
                <p14:nvPr/>
              </p14:nvContentPartPr>
              <p14:xfrm>
                <a:off x="4959158" y="3613463"/>
                <a:ext cx="4181040" cy="771840"/>
              </p14:xfrm>
            </p:contentPart>
          </mc:Choice>
          <mc:Fallback>
            <p:pic>
              <p:nvPicPr>
                <p:cNvPr id="115" name="Ink 114">
                  <a:extLst>
                    <a:ext uri="{FF2B5EF4-FFF2-40B4-BE49-F238E27FC236}">
                      <a16:creationId xmlns:a16="http://schemas.microsoft.com/office/drawing/2014/main" id="{EEFE2902-A853-1468-AD48-BA0894A7E1B2}"/>
                    </a:ext>
                  </a:extLst>
                </p:cNvPr>
                <p:cNvPicPr/>
                <p:nvPr/>
              </p:nvPicPr>
              <p:blipFill>
                <a:blip r:embed="rId193"/>
                <a:stretch>
                  <a:fillRect/>
                </a:stretch>
              </p:blipFill>
              <p:spPr>
                <a:xfrm>
                  <a:off x="4950518" y="3604463"/>
                  <a:ext cx="4198680" cy="78948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16" name="Ink 115">
                  <a:extLst>
                    <a:ext uri="{FF2B5EF4-FFF2-40B4-BE49-F238E27FC236}">
                      <a16:creationId xmlns:a16="http://schemas.microsoft.com/office/drawing/2014/main" id="{C4FA8877-6C81-59EE-D0EA-9D9AF3402A18}"/>
                    </a:ext>
                  </a:extLst>
                </p14:cNvPr>
                <p14:cNvContentPartPr/>
                <p14:nvPr/>
              </p14:nvContentPartPr>
              <p14:xfrm>
                <a:off x="5072918" y="3537503"/>
                <a:ext cx="4096800" cy="955080"/>
              </p14:xfrm>
            </p:contentPart>
          </mc:Choice>
          <mc:Fallback>
            <p:pic>
              <p:nvPicPr>
                <p:cNvPr id="116" name="Ink 115">
                  <a:extLst>
                    <a:ext uri="{FF2B5EF4-FFF2-40B4-BE49-F238E27FC236}">
                      <a16:creationId xmlns:a16="http://schemas.microsoft.com/office/drawing/2014/main" id="{C4FA8877-6C81-59EE-D0EA-9D9AF3402A18}"/>
                    </a:ext>
                  </a:extLst>
                </p:cNvPr>
                <p:cNvPicPr/>
                <p:nvPr/>
              </p:nvPicPr>
              <p:blipFill>
                <a:blip r:embed="rId195"/>
                <a:stretch>
                  <a:fillRect/>
                </a:stretch>
              </p:blipFill>
              <p:spPr>
                <a:xfrm>
                  <a:off x="5064278" y="3528503"/>
                  <a:ext cx="4114440" cy="97272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17" name="Ink 116">
                  <a:extLst>
                    <a:ext uri="{FF2B5EF4-FFF2-40B4-BE49-F238E27FC236}">
                      <a16:creationId xmlns:a16="http://schemas.microsoft.com/office/drawing/2014/main" id="{55163366-A2FB-3A34-E130-8603A01DCFD6}"/>
                    </a:ext>
                  </a:extLst>
                </p14:cNvPr>
                <p14:cNvContentPartPr/>
                <p14:nvPr/>
              </p14:nvContentPartPr>
              <p14:xfrm>
                <a:off x="5988758" y="3849983"/>
                <a:ext cx="294480" cy="253800"/>
              </p14:xfrm>
            </p:contentPart>
          </mc:Choice>
          <mc:Fallback>
            <p:pic>
              <p:nvPicPr>
                <p:cNvPr id="117" name="Ink 116">
                  <a:extLst>
                    <a:ext uri="{FF2B5EF4-FFF2-40B4-BE49-F238E27FC236}">
                      <a16:creationId xmlns:a16="http://schemas.microsoft.com/office/drawing/2014/main" id="{55163366-A2FB-3A34-E130-8603A01DCFD6}"/>
                    </a:ext>
                  </a:extLst>
                </p:cNvPr>
                <p:cNvPicPr/>
                <p:nvPr/>
              </p:nvPicPr>
              <p:blipFill>
                <a:blip r:embed="rId197"/>
                <a:stretch>
                  <a:fillRect/>
                </a:stretch>
              </p:blipFill>
              <p:spPr>
                <a:xfrm>
                  <a:off x="5979758" y="3841343"/>
                  <a:ext cx="312120" cy="27144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18" name="Ink 117">
                  <a:extLst>
                    <a:ext uri="{FF2B5EF4-FFF2-40B4-BE49-F238E27FC236}">
                      <a16:creationId xmlns:a16="http://schemas.microsoft.com/office/drawing/2014/main" id="{9838477D-6B63-0B72-45F4-7D8242D563D0}"/>
                    </a:ext>
                  </a:extLst>
                </p14:cNvPr>
                <p14:cNvContentPartPr/>
                <p14:nvPr/>
              </p14:nvContentPartPr>
              <p14:xfrm>
                <a:off x="6407798" y="3895343"/>
                <a:ext cx="231840" cy="12960"/>
              </p14:xfrm>
            </p:contentPart>
          </mc:Choice>
          <mc:Fallback>
            <p:pic>
              <p:nvPicPr>
                <p:cNvPr id="118" name="Ink 117">
                  <a:extLst>
                    <a:ext uri="{FF2B5EF4-FFF2-40B4-BE49-F238E27FC236}">
                      <a16:creationId xmlns:a16="http://schemas.microsoft.com/office/drawing/2014/main" id="{9838477D-6B63-0B72-45F4-7D8242D563D0}"/>
                    </a:ext>
                  </a:extLst>
                </p:cNvPr>
                <p:cNvPicPr/>
                <p:nvPr/>
              </p:nvPicPr>
              <p:blipFill>
                <a:blip r:embed="rId199"/>
                <a:stretch>
                  <a:fillRect/>
                </a:stretch>
              </p:blipFill>
              <p:spPr>
                <a:xfrm>
                  <a:off x="6398798" y="3886703"/>
                  <a:ext cx="24948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19" name="Ink 118">
                  <a:extLst>
                    <a:ext uri="{FF2B5EF4-FFF2-40B4-BE49-F238E27FC236}">
                      <a16:creationId xmlns:a16="http://schemas.microsoft.com/office/drawing/2014/main" id="{AD6C3526-FDAA-7CB9-F137-0797AF357CA3}"/>
                    </a:ext>
                  </a:extLst>
                </p14:cNvPr>
                <p14:cNvContentPartPr/>
                <p14:nvPr/>
              </p14:nvContentPartPr>
              <p14:xfrm>
                <a:off x="6525878" y="3901823"/>
                <a:ext cx="16920" cy="195840"/>
              </p14:xfrm>
            </p:contentPart>
          </mc:Choice>
          <mc:Fallback>
            <p:pic>
              <p:nvPicPr>
                <p:cNvPr id="119" name="Ink 118">
                  <a:extLst>
                    <a:ext uri="{FF2B5EF4-FFF2-40B4-BE49-F238E27FC236}">
                      <a16:creationId xmlns:a16="http://schemas.microsoft.com/office/drawing/2014/main" id="{AD6C3526-FDAA-7CB9-F137-0797AF357CA3}"/>
                    </a:ext>
                  </a:extLst>
                </p:cNvPr>
                <p:cNvPicPr/>
                <p:nvPr/>
              </p:nvPicPr>
              <p:blipFill>
                <a:blip r:embed="rId201"/>
                <a:stretch>
                  <a:fillRect/>
                </a:stretch>
              </p:blipFill>
              <p:spPr>
                <a:xfrm>
                  <a:off x="6517238" y="3892823"/>
                  <a:ext cx="34560" cy="2134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0" name="Ink 119">
                  <a:extLst>
                    <a:ext uri="{FF2B5EF4-FFF2-40B4-BE49-F238E27FC236}">
                      <a16:creationId xmlns:a16="http://schemas.microsoft.com/office/drawing/2014/main" id="{BE97AB3D-7299-4395-4134-2CA0ECE7BEFF}"/>
                    </a:ext>
                  </a:extLst>
                </p14:cNvPr>
                <p14:cNvContentPartPr/>
                <p14:nvPr/>
              </p14:nvContentPartPr>
              <p14:xfrm>
                <a:off x="6750518" y="3873023"/>
                <a:ext cx="305640" cy="234000"/>
              </p14:xfrm>
            </p:contentPart>
          </mc:Choice>
          <mc:Fallback>
            <p:pic>
              <p:nvPicPr>
                <p:cNvPr id="120" name="Ink 119">
                  <a:extLst>
                    <a:ext uri="{FF2B5EF4-FFF2-40B4-BE49-F238E27FC236}">
                      <a16:creationId xmlns:a16="http://schemas.microsoft.com/office/drawing/2014/main" id="{BE97AB3D-7299-4395-4134-2CA0ECE7BEFF}"/>
                    </a:ext>
                  </a:extLst>
                </p:cNvPr>
                <p:cNvPicPr/>
                <p:nvPr/>
              </p:nvPicPr>
              <p:blipFill>
                <a:blip r:embed="rId203"/>
                <a:stretch>
                  <a:fillRect/>
                </a:stretch>
              </p:blipFill>
              <p:spPr>
                <a:xfrm>
                  <a:off x="6741878" y="3864383"/>
                  <a:ext cx="323280" cy="25164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2" name="Ink 121">
                  <a:extLst>
                    <a:ext uri="{FF2B5EF4-FFF2-40B4-BE49-F238E27FC236}">
                      <a16:creationId xmlns:a16="http://schemas.microsoft.com/office/drawing/2014/main" id="{59F52446-F355-202A-52CC-8D88D0E24BB8}"/>
                    </a:ext>
                  </a:extLst>
                </p14:cNvPr>
                <p14:cNvContentPartPr/>
                <p14:nvPr/>
              </p14:nvContentPartPr>
              <p14:xfrm>
                <a:off x="10869998" y="4241663"/>
                <a:ext cx="365040" cy="255600"/>
              </p14:xfrm>
            </p:contentPart>
          </mc:Choice>
          <mc:Fallback>
            <p:pic>
              <p:nvPicPr>
                <p:cNvPr id="122" name="Ink 121">
                  <a:extLst>
                    <a:ext uri="{FF2B5EF4-FFF2-40B4-BE49-F238E27FC236}">
                      <a16:creationId xmlns:a16="http://schemas.microsoft.com/office/drawing/2014/main" id="{59F52446-F355-202A-52CC-8D88D0E24BB8}"/>
                    </a:ext>
                  </a:extLst>
                </p:cNvPr>
                <p:cNvPicPr/>
                <p:nvPr/>
              </p:nvPicPr>
              <p:blipFill>
                <a:blip r:embed="rId205"/>
                <a:stretch>
                  <a:fillRect/>
                </a:stretch>
              </p:blipFill>
              <p:spPr>
                <a:xfrm>
                  <a:off x="10860998" y="4233023"/>
                  <a:ext cx="382680" cy="27324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3" name="Ink 122">
                  <a:extLst>
                    <a:ext uri="{FF2B5EF4-FFF2-40B4-BE49-F238E27FC236}">
                      <a16:creationId xmlns:a16="http://schemas.microsoft.com/office/drawing/2014/main" id="{321BAECE-120F-760C-EBE1-63F62D3FFA82}"/>
                    </a:ext>
                  </a:extLst>
                </p14:cNvPr>
                <p14:cNvContentPartPr/>
                <p14:nvPr/>
              </p14:nvContentPartPr>
              <p14:xfrm>
                <a:off x="11147558" y="4508423"/>
                <a:ext cx="170280" cy="131760"/>
              </p14:xfrm>
            </p:contentPart>
          </mc:Choice>
          <mc:Fallback>
            <p:pic>
              <p:nvPicPr>
                <p:cNvPr id="123" name="Ink 122">
                  <a:extLst>
                    <a:ext uri="{FF2B5EF4-FFF2-40B4-BE49-F238E27FC236}">
                      <a16:creationId xmlns:a16="http://schemas.microsoft.com/office/drawing/2014/main" id="{321BAECE-120F-760C-EBE1-63F62D3FFA82}"/>
                    </a:ext>
                  </a:extLst>
                </p:cNvPr>
                <p:cNvPicPr/>
                <p:nvPr/>
              </p:nvPicPr>
              <p:blipFill>
                <a:blip r:embed="rId207"/>
                <a:stretch>
                  <a:fillRect/>
                </a:stretch>
              </p:blipFill>
              <p:spPr>
                <a:xfrm>
                  <a:off x="11138918" y="4499423"/>
                  <a:ext cx="187920" cy="14940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24" name="Ink 123">
                  <a:extLst>
                    <a:ext uri="{FF2B5EF4-FFF2-40B4-BE49-F238E27FC236}">
                      <a16:creationId xmlns:a16="http://schemas.microsoft.com/office/drawing/2014/main" id="{E7ACDAB7-53B3-CB94-5E6C-8E67A4CC9DDF}"/>
                    </a:ext>
                  </a:extLst>
                </p14:cNvPr>
                <p14:cNvContentPartPr/>
                <p14:nvPr/>
              </p14:nvContentPartPr>
              <p14:xfrm>
                <a:off x="11179958" y="4503023"/>
                <a:ext cx="74880" cy="61920"/>
              </p14:xfrm>
            </p:contentPart>
          </mc:Choice>
          <mc:Fallback>
            <p:pic>
              <p:nvPicPr>
                <p:cNvPr id="124" name="Ink 123">
                  <a:extLst>
                    <a:ext uri="{FF2B5EF4-FFF2-40B4-BE49-F238E27FC236}">
                      <a16:creationId xmlns:a16="http://schemas.microsoft.com/office/drawing/2014/main" id="{E7ACDAB7-53B3-CB94-5E6C-8E67A4CC9DDF}"/>
                    </a:ext>
                  </a:extLst>
                </p:cNvPr>
                <p:cNvPicPr/>
                <p:nvPr/>
              </p:nvPicPr>
              <p:blipFill>
                <a:blip r:embed="rId209"/>
                <a:stretch>
                  <a:fillRect/>
                </a:stretch>
              </p:blipFill>
              <p:spPr>
                <a:xfrm>
                  <a:off x="11171318" y="4494023"/>
                  <a:ext cx="92520" cy="7956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25" name="Ink 124">
                  <a:extLst>
                    <a:ext uri="{FF2B5EF4-FFF2-40B4-BE49-F238E27FC236}">
                      <a16:creationId xmlns:a16="http://schemas.microsoft.com/office/drawing/2014/main" id="{05CE0614-DA10-AEB0-0F4E-2205D2A8FB71}"/>
                    </a:ext>
                  </a:extLst>
                </p14:cNvPr>
                <p14:cNvContentPartPr/>
                <p14:nvPr/>
              </p14:nvContentPartPr>
              <p14:xfrm>
                <a:off x="11211278" y="4509143"/>
                <a:ext cx="74880" cy="73440"/>
              </p14:xfrm>
            </p:contentPart>
          </mc:Choice>
          <mc:Fallback>
            <p:pic>
              <p:nvPicPr>
                <p:cNvPr id="125" name="Ink 124">
                  <a:extLst>
                    <a:ext uri="{FF2B5EF4-FFF2-40B4-BE49-F238E27FC236}">
                      <a16:creationId xmlns:a16="http://schemas.microsoft.com/office/drawing/2014/main" id="{05CE0614-DA10-AEB0-0F4E-2205D2A8FB71}"/>
                    </a:ext>
                  </a:extLst>
                </p:cNvPr>
                <p:cNvPicPr/>
                <p:nvPr/>
              </p:nvPicPr>
              <p:blipFill>
                <a:blip r:embed="rId211"/>
                <a:stretch>
                  <a:fillRect/>
                </a:stretch>
              </p:blipFill>
              <p:spPr>
                <a:xfrm>
                  <a:off x="11202638" y="4500503"/>
                  <a:ext cx="92520" cy="910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26" name="Ink 125">
                  <a:extLst>
                    <a:ext uri="{FF2B5EF4-FFF2-40B4-BE49-F238E27FC236}">
                      <a16:creationId xmlns:a16="http://schemas.microsoft.com/office/drawing/2014/main" id="{63BD8B4C-7E2D-B315-D518-7EBDCDBB0724}"/>
                    </a:ext>
                  </a:extLst>
                </p14:cNvPr>
                <p14:cNvContentPartPr/>
                <p14:nvPr/>
              </p14:nvContentPartPr>
              <p14:xfrm>
                <a:off x="11229638" y="4540463"/>
                <a:ext cx="81360" cy="81000"/>
              </p14:xfrm>
            </p:contentPart>
          </mc:Choice>
          <mc:Fallback>
            <p:pic>
              <p:nvPicPr>
                <p:cNvPr id="126" name="Ink 125">
                  <a:extLst>
                    <a:ext uri="{FF2B5EF4-FFF2-40B4-BE49-F238E27FC236}">
                      <a16:creationId xmlns:a16="http://schemas.microsoft.com/office/drawing/2014/main" id="{63BD8B4C-7E2D-B315-D518-7EBDCDBB0724}"/>
                    </a:ext>
                  </a:extLst>
                </p:cNvPr>
                <p:cNvPicPr/>
                <p:nvPr/>
              </p:nvPicPr>
              <p:blipFill>
                <a:blip r:embed="rId213"/>
                <a:stretch>
                  <a:fillRect/>
                </a:stretch>
              </p:blipFill>
              <p:spPr>
                <a:xfrm>
                  <a:off x="11220998" y="4531823"/>
                  <a:ext cx="99000" cy="9864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28" name="Ink 127">
                  <a:extLst>
                    <a:ext uri="{FF2B5EF4-FFF2-40B4-BE49-F238E27FC236}">
                      <a16:creationId xmlns:a16="http://schemas.microsoft.com/office/drawing/2014/main" id="{4A9D6088-13B8-0247-5C36-B8CB2405C1FD}"/>
                    </a:ext>
                  </a:extLst>
                </p14:cNvPr>
                <p14:cNvContentPartPr/>
                <p14:nvPr/>
              </p14:nvContentPartPr>
              <p14:xfrm>
                <a:off x="9203558" y="3986783"/>
                <a:ext cx="1938960" cy="641880"/>
              </p14:xfrm>
            </p:contentPart>
          </mc:Choice>
          <mc:Fallback>
            <p:pic>
              <p:nvPicPr>
                <p:cNvPr id="128" name="Ink 127">
                  <a:extLst>
                    <a:ext uri="{FF2B5EF4-FFF2-40B4-BE49-F238E27FC236}">
                      <a16:creationId xmlns:a16="http://schemas.microsoft.com/office/drawing/2014/main" id="{4A9D6088-13B8-0247-5C36-B8CB2405C1FD}"/>
                    </a:ext>
                  </a:extLst>
                </p:cNvPr>
                <p:cNvPicPr/>
                <p:nvPr/>
              </p:nvPicPr>
              <p:blipFill>
                <a:blip r:embed="rId215"/>
                <a:stretch>
                  <a:fillRect/>
                </a:stretch>
              </p:blipFill>
              <p:spPr>
                <a:xfrm>
                  <a:off x="9194558" y="3978143"/>
                  <a:ext cx="1956600" cy="65952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29" name="Ink 128">
                  <a:extLst>
                    <a:ext uri="{FF2B5EF4-FFF2-40B4-BE49-F238E27FC236}">
                      <a16:creationId xmlns:a16="http://schemas.microsoft.com/office/drawing/2014/main" id="{E3D6861F-E2DC-3614-74A7-310992C35294}"/>
                    </a:ext>
                  </a:extLst>
                </p14:cNvPr>
                <p14:cNvContentPartPr/>
                <p14:nvPr/>
              </p14:nvContentPartPr>
              <p14:xfrm>
                <a:off x="9162518" y="3870503"/>
                <a:ext cx="176040" cy="203400"/>
              </p14:xfrm>
            </p:contentPart>
          </mc:Choice>
          <mc:Fallback>
            <p:pic>
              <p:nvPicPr>
                <p:cNvPr id="129" name="Ink 128">
                  <a:extLst>
                    <a:ext uri="{FF2B5EF4-FFF2-40B4-BE49-F238E27FC236}">
                      <a16:creationId xmlns:a16="http://schemas.microsoft.com/office/drawing/2014/main" id="{E3D6861F-E2DC-3614-74A7-310992C35294}"/>
                    </a:ext>
                  </a:extLst>
                </p:cNvPr>
                <p:cNvPicPr/>
                <p:nvPr/>
              </p:nvPicPr>
              <p:blipFill>
                <a:blip r:embed="rId217"/>
                <a:stretch>
                  <a:fillRect/>
                </a:stretch>
              </p:blipFill>
              <p:spPr>
                <a:xfrm>
                  <a:off x="9153518" y="3861503"/>
                  <a:ext cx="19368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1" name="Ink 130">
                  <a:extLst>
                    <a:ext uri="{FF2B5EF4-FFF2-40B4-BE49-F238E27FC236}">
                      <a16:creationId xmlns:a16="http://schemas.microsoft.com/office/drawing/2014/main" id="{C8C58296-24F7-C8D3-8247-7D58D388FD00}"/>
                    </a:ext>
                  </a:extLst>
                </p14:cNvPr>
                <p14:cNvContentPartPr/>
                <p14:nvPr/>
              </p14:nvContentPartPr>
              <p14:xfrm>
                <a:off x="8391398" y="4132583"/>
                <a:ext cx="1053000" cy="640440"/>
              </p14:xfrm>
            </p:contentPart>
          </mc:Choice>
          <mc:Fallback>
            <p:pic>
              <p:nvPicPr>
                <p:cNvPr id="131" name="Ink 130">
                  <a:extLst>
                    <a:ext uri="{FF2B5EF4-FFF2-40B4-BE49-F238E27FC236}">
                      <a16:creationId xmlns:a16="http://schemas.microsoft.com/office/drawing/2014/main" id="{C8C58296-24F7-C8D3-8247-7D58D388FD00}"/>
                    </a:ext>
                  </a:extLst>
                </p:cNvPr>
                <p:cNvPicPr/>
                <p:nvPr/>
              </p:nvPicPr>
              <p:blipFill>
                <a:blip r:embed="rId219"/>
                <a:stretch>
                  <a:fillRect/>
                </a:stretch>
              </p:blipFill>
              <p:spPr>
                <a:xfrm>
                  <a:off x="8382758" y="4123583"/>
                  <a:ext cx="1070640" cy="65808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2" name="Ink 131">
                  <a:extLst>
                    <a:ext uri="{FF2B5EF4-FFF2-40B4-BE49-F238E27FC236}">
                      <a16:creationId xmlns:a16="http://schemas.microsoft.com/office/drawing/2014/main" id="{9A4E522F-A1DA-37A8-839D-3DEE75769FDA}"/>
                    </a:ext>
                  </a:extLst>
                </p14:cNvPr>
                <p14:cNvContentPartPr/>
                <p14:nvPr/>
              </p14:nvContentPartPr>
              <p14:xfrm>
                <a:off x="8314358" y="4087223"/>
                <a:ext cx="138240" cy="77400"/>
              </p14:xfrm>
            </p:contentPart>
          </mc:Choice>
          <mc:Fallback>
            <p:pic>
              <p:nvPicPr>
                <p:cNvPr id="132" name="Ink 131">
                  <a:extLst>
                    <a:ext uri="{FF2B5EF4-FFF2-40B4-BE49-F238E27FC236}">
                      <a16:creationId xmlns:a16="http://schemas.microsoft.com/office/drawing/2014/main" id="{9A4E522F-A1DA-37A8-839D-3DEE75769FDA}"/>
                    </a:ext>
                  </a:extLst>
                </p:cNvPr>
                <p:cNvPicPr/>
                <p:nvPr/>
              </p:nvPicPr>
              <p:blipFill>
                <a:blip r:embed="rId221"/>
                <a:stretch>
                  <a:fillRect/>
                </a:stretch>
              </p:blipFill>
              <p:spPr>
                <a:xfrm>
                  <a:off x="8305358" y="4078223"/>
                  <a:ext cx="155880" cy="950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3" name="Ink 132">
                  <a:extLst>
                    <a:ext uri="{FF2B5EF4-FFF2-40B4-BE49-F238E27FC236}">
                      <a16:creationId xmlns:a16="http://schemas.microsoft.com/office/drawing/2014/main" id="{20A75AB0-385D-C9DE-6A98-A9741616B6EE}"/>
                    </a:ext>
                  </a:extLst>
                </p14:cNvPr>
                <p14:cNvContentPartPr/>
                <p14:nvPr/>
              </p14:nvContentPartPr>
              <p14:xfrm>
                <a:off x="7640438" y="4083263"/>
                <a:ext cx="458640" cy="519480"/>
              </p14:xfrm>
            </p:contentPart>
          </mc:Choice>
          <mc:Fallback>
            <p:pic>
              <p:nvPicPr>
                <p:cNvPr id="133" name="Ink 132">
                  <a:extLst>
                    <a:ext uri="{FF2B5EF4-FFF2-40B4-BE49-F238E27FC236}">
                      <a16:creationId xmlns:a16="http://schemas.microsoft.com/office/drawing/2014/main" id="{20A75AB0-385D-C9DE-6A98-A9741616B6EE}"/>
                    </a:ext>
                  </a:extLst>
                </p:cNvPr>
                <p:cNvPicPr/>
                <p:nvPr/>
              </p:nvPicPr>
              <p:blipFill>
                <a:blip r:embed="rId223"/>
                <a:stretch>
                  <a:fillRect/>
                </a:stretch>
              </p:blipFill>
              <p:spPr>
                <a:xfrm>
                  <a:off x="7631798" y="4074263"/>
                  <a:ext cx="476280" cy="53712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34" name="Ink 133">
                  <a:extLst>
                    <a:ext uri="{FF2B5EF4-FFF2-40B4-BE49-F238E27FC236}">
                      <a16:creationId xmlns:a16="http://schemas.microsoft.com/office/drawing/2014/main" id="{42B0CB01-867C-AED8-5EFB-BB3723C1C13C}"/>
                    </a:ext>
                  </a:extLst>
                </p14:cNvPr>
                <p14:cNvContentPartPr/>
                <p14:nvPr/>
              </p14:nvContentPartPr>
              <p14:xfrm>
                <a:off x="7588598" y="4551623"/>
                <a:ext cx="155520" cy="65160"/>
              </p14:xfrm>
            </p:contentPart>
          </mc:Choice>
          <mc:Fallback>
            <p:pic>
              <p:nvPicPr>
                <p:cNvPr id="134" name="Ink 133">
                  <a:extLst>
                    <a:ext uri="{FF2B5EF4-FFF2-40B4-BE49-F238E27FC236}">
                      <a16:creationId xmlns:a16="http://schemas.microsoft.com/office/drawing/2014/main" id="{42B0CB01-867C-AED8-5EFB-BB3723C1C13C}"/>
                    </a:ext>
                  </a:extLst>
                </p:cNvPr>
                <p:cNvPicPr/>
                <p:nvPr/>
              </p:nvPicPr>
              <p:blipFill>
                <a:blip r:embed="rId225"/>
                <a:stretch>
                  <a:fillRect/>
                </a:stretch>
              </p:blipFill>
              <p:spPr>
                <a:xfrm>
                  <a:off x="7579598" y="4542983"/>
                  <a:ext cx="173160" cy="82800"/>
                </a:xfrm>
                <a:prstGeom prst="rect">
                  <a:avLst/>
                </a:prstGeom>
              </p:spPr>
            </p:pic>
          </mc:Fallback>
        </mc:AlternateContent>
      </p:grpSp>
      <p:grpSp>
        <p:nvGrpSpPr>
          <p:cNvPr id="138" name="Group 137">
            <a:extLst>
              <a:ext uri="{FF2B5EF4-FFF2-40B4-BE49-F238E27FC236}">
                <a16:creationId xmlns:a16="http://schemas.microsoft.com/office/drawing/2014/main" id="{0042EA13-2F0C-56D0-8F85-74D0CE5EBF18}"/>
              </a:ext>
            </a:extLst>
          </p:cNvPr>
          <p:cNvGrpSpPr/>
          <p:nvPr/>
        </p:nvGrpSpPr>
        <p:grpSpPr>
          <a:xfrm>
            <a:off x="9246758" y="3926663"/>
            <a:ext cx="1995840" cy="714600"/>
            <a:chOff x="9246758" y="3926663"/>
            <a:chExt cx="1995840" cy="714600"/>
          </a:xfrm>
        </p:grpSpPr>
        <mc:AlternateContent xmlns:mc="http://schemas.openxmlformats.org/markup-compatibility/2006">
          <mc:Choice xmlns:p14="http://schemas.microsoft.com/office/powerpoint/2010/main" Requires="p14">
            <p:contentPart p14:bwMode="auto" r:id="rId226">
              <p14:nvContentPartPr>
                <p14:cNvPr id="136" name="Ink 135">
                  <a:extLst>
                    <a:ext uri="{FF2B5EF4-FFF2-40B4-BE49-F238E27FC236}">
                      <a16:creationId xmlns:a16="http://schemas.microsoft.com/office/drawing/2014/main" id="{49683F9F-DBEB-AA03-CA8D-E123BBAA6F48}"/>
                    </a:ext>
                  </a:extLst>
                </p14:cNvPr>
                <p14:cNvContentPartPr/>
                <p14:nvPr/>
              </p14:nvContentPartPr>
              <p14:xfrm>
                <a:off x="9258278" y="4039343"/>
                <a:ext cx="1984320" cy="601920"/>
              </p14:xfrm>
            </p:contentPart>
          </mc:Choice>
          <mc:Fallback>
            <p:pic>
              <p:nvPicPr>
                <p:cNvPr id="136" name="Ink 135">
                  <a:extLst>
                    <a:ext uri="{FF2B5EF4-FFF2-40B4-BE49-F238E27FC236}">
                      <a16:creationId xmlns:a16="http://schemas.microsoft.com/office/drawing/2014/main" id="{49683F9F-DBEB-AA03-CA8D-E123BBAA6F48}"/>
                    </a:ext>
                  </a:extLst>
                </p:cNvPr>
                <p:cNvPicPr/>
                <p:nvPr/>
              </p:nvPicPr>
              <p:blipFill>
                <a:blip r:embed="rId227"/>
                <a:stretch>
                  <a:fillRect/>
                </a:stretch>
              </p:blipFill>
              <p:spPr>
                <a:xfrm>
                  <a:off x="9249278" y="4030343"/>
                  <a:ext cx="2001960" cy="61956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37" name="Ink 136">
                  <a:extLst>
                    <a:ext uri="{FF2B5EF4-FFF2-40B4-BE49-F238E27FC236}">
                      <a16:creationId xmlns:a16="http://schemas.microsoft.com/office/drawing/2014/main" id="{DF931DCA-0CC5-0D65-7C29-DE38FFD00F83}"/>
                    </a:ext>
                  </a:extLst>
                </p14:cNvPr>
                <p14:cNvContentPartPr/>
                <p14:nvPr/>
              </p14:nvContentPartPr>
              <p14:xfrm>
                <a:off x="9246758" y="3926663"/>
                <a:ext cx="133200" cy="240120"/>
              </p14:xfrm>
            </p:contentPart>
          </mc:Choice>
          <mc:Fallback>
            <p:pic>
              <p:nvPicPr>
                <p:cNvPr id="137" name="Ink 136">
                  <a:extLst>
                    <a:ext uri="{FF2B5EF4-FFF2-40B4-BE49-F238E27FC236}">
                      <a16:creationId xmlns:a16="http://schemas.microsoft.com/office/drawing/2014/main" id="{DF931DCA-0CC5-0D65-7C29-DE38FFD00F83}"/>
                    </a:ext>
                  </a:extLst>
                </p:cNvPr>
                <p:cNvPicPr/>
                <p:nvPr/>
              </p:nvPicPr>
              <p:blipFill>
                <a:blip r:embed="rId229"/>
                <a:stretch>
                  <a:fillRect/>
                </a:stretch>
              </p:blipFill>
              <p:spPr>
                <a:xfrm>
                  <a:off x="9237758" y="3917663"/>
                  <a:ext cx="150840" cy="257760"/>
                </a:xfrm>
                <a:prstGeom prst="rect">
                  <a:avLst/>
                </a:prstGeom>
              </p:spPr>
            </p:pic>
          </mc:Fallback>
        </mc:AlternateContent>
      </p:grpSp>
    </p:spTree>
    <p:extLst>
      <p:ext uri="{BB962C8B-B14F-4D97-AF65-F5344CB8AC3E}">
        <p14:creationId xmlns:p14="http://schemas.microsoft.com/office/powerpoint/2010/main" val="34667721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7D3C-10DB-8789-64D4-D5A4BB7D7B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DA1264-F03D-7177-0F62-45022EE66F07}"/>
              </a:ext>
            </a:extLst>
          </p:cNvPr>
          <p:cNvSpPr>
            <a:spLocks noGrp="1"/>
          </p:cNvSpPr>
          <p:nvPr>
            <p:ph type="title"/>
          </p:nvPr>
        </p:nvSpPr>
        <p:spPr/>
        <p:txBody>
          <a:bodyPr/>
          <a:lstStyle/>
          <a:p>
            <a:endParaRPr lang="en-IN"/>
          </a:p>
        </p:txBody>
      </p:sp>
    </p:spTree>
    <p:extLst>
      <p:ext uri="{BB962C8B-B14F-4D97-AF65-F5344CB8AC3E}">
        <p14:creationId xmlns:p14="http://schemas.microsoft.com/office/powerpoint/2010/main" val="3031090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64D82-70AA-2D55-B8BE-4C85B34A8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5AD693-4654-2F3D-E4B0-13F998871213}"/>
              </a:ext>
            </a:extLst>
          </p:cNvPr>
          <p:cNvSpPr>
            <a:spLocks noGrp="1"/>
          </p:cNvSpPr>
          <p:nvPr>
            <p:ph type="title"/>
          </p:nvPr>
        </p:nvSpPr>
        <p:spPr/>
        <p:txBody>
          <a:bodyPr/>
          <a:lstStyle/>
          <a:p>
            <a:endParaRPr lang="en-IN"/>
          </a:p>
        </p:txBody>
      </p:sp>
    </p:spTree>
    <p:extLst>
      <p:ext uri="{BB962C8B-B14F-4D97-AF65-F5344CB8AC3E}">
        <p14:creationId xmlns:p14="http://schemas.microsoft.com/office/powerpoint/2010/main" val="2174729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5984C-7FDF-0A54-F147-9C740DC5C5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9DA7F2-5068-B234-96CA-9AACF8FFAAE0}"/>
              </a:ext>
            </a:extLst>
          </p:cNvPr>
          <p:cNvSpPr>
            <a:spLocks noGrp="1"/>
          </p:cNvSpPr>
          <p:nvPr>
            <p:ph type="title"/>
          </p:nvPr>
        </p:nvSpPr>
        <p:spPr/>
        <p:txBody>
          <a:bodyPr/>
          <a:lstStyle/>
          <a:p>
            <a:endParaRPr lang="en-IN"/>
          </a:p>
        </p:txBody>
      </p:sp>
    </p:spTree>
    <p:extLst>
      <p:ext uri="{BB962C8B-B14F-4D97-AF65-F5344CB8AC3E}">
        <p14:creationId xmlns:p14="http://schemas.microsoft.com/office/powerpoint/2010/main" val="20785370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17</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60,000+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8016</TotalTime>
  <Words>292</Words>
  <Application>Microsoft Office PowerPoint</Application>
  <PresentationFormat>Custom</PresentationFormat>
  <Paragraphs>41</Paragraphs>
  <Slides>13</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72</vt:lpstr>
      <vt:lpstr>Amasis MT Pro Black</vt:lpstr>
      <vt:lpstr>Arial</vt:lpstr>
      <vt:lpstr>Arial Black</vt:lpstr>
      <vt:lpstr>Calibri</vt:lpstr>
      <vt:lpstr>Cooper Black</vt:lpstr>
      <vt:lpstr>Segoe UI</vt:lpstr>
      <vt:lpstr>Segoe UI Light</vt:lpstr>
      <vt:lpstr>Office Theme</vt:lpstr>
      <vt:lpstr>SAP BTP Extension Suite Training</vt:lpstr>
      <vt:lpstr>PowerPoint Presentation</vt:lpstr>
      <vt:lpstr>Agenda – Day 17</vt:lpstr>
      <vt:lpstr>Hands on: Continuous Integration</vt:lpstr>
      <vt:lpstr>BTP Cloud Transport Management</vt:lpstr>
      <vt:lpstr>Hands on SAP BTP Cloud Transport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308</cp:revision>
  <dcterms:created xsi:type="dcterms:W3CDTF">2013-09-12T13:05:01Z</dcterms:created>
  <dcterms:modified xsi:type="dcterms:W3CDTF">2025-05-15T05:31:55Z</dcterms:modified>
</cp:coreProperties>
</file>