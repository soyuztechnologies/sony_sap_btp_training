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3" r:id="rId2"/>
  </p:sldMasterIdLst>
  <p:notesMasterIdLst>
    <p:notesMasterId r:id="rId13"/>
  </p:notesMasterIdLst>
  <p:sldIdLst>
    <p:sldId id="276" r:id="rId3"/>
    <p:sldId id="4122" r:id="rId4"/>
    <p:sldId id="277" r:id="rId5"/>
    <p:sldId id="567" r:id="rId6"/>
    <p:sldId id="531" r:id="rId7"/>
    <p:sldId id="295" r:id="rId8"/>
    <p:sldId id="296" r:id="rId9"/>
    <p:sldId id="282" r:id="rId10"/>
    <p:sldId id="280" r:id="rId11"/>
    <p:sldId id="4711" r:id="rId12"/>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8E8"/>
    <a:srgbClr val="074D92"/>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0240" autoAdjust="0"/>
    <p:restoredTop sz="95033" autoAdjust="0"/>
  </p:normalViewPr>
  <p:slideViewPr>
    <p:cSldViewPr>
      <p:cViewPr varScale="1">
        <p:scale>
          <a:sx n="102" d="100"/>
          <a:sy n="102" d="100"/>
        </p:scale>
        <p:origin x="640" y="288"/>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3/3/2026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10</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slideMaster" Target="../slideMasters/slideMaster2.xml"/><Relationship Id="rId1" Type="http://schemas.openxmlformats.org/officeDocument/2006/relationships/themeOverride" Target="../theme/themeOverride1.xml"/><Relationship Id="rId4"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3/3/2026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3/3/2026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3/3/2026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3/3/2026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3/3/2026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3/3/2026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3/3/2026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3/3/2026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2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367662" y="1498600"/>
            <a:ext cx="7008574" cy="711200"/>
          </a:xfrm>
          <a:prstGeom prst="rect">
            <a:avLst/>
          </a:prstGeom>
        </p:spPr>
        <p:txBody>
          <a:bodyPr vert="horz" lIns="91440" tIns="45720" rIns="91440" bIns="45720" rtlCol="0" anchor="ctr">
            <a:noAutofit/>
          </a:bodyPr>
          <a:lstStyle>
            <a:lvl1pPr algn="r">
              <a:defRPr lang="en-US" sz="4799" dirty="0"/>
            </a:lvl1pPr>
          </a:lstStyle>
          <a:p>
            <a:pPr lvl="0"/>
            <a:r>
              <a:rPr lang="en-US" dirty="0"/>
              <a:t>Click to edit title</a:t>
            </a:r>
          </a:p>
        </p:txBody>
      </p:sp>
      <p:sp>
        <p:nvSpPr>
          <p:cNvPr id="3" name="Subtitle 2"/>
          <p:cNvSpPr>
            <a:spLocks noGrp="1"/>
          </p:cNvSpPr>
          <p:nvPr>
            <p:ph type="subTitle" idx="1"/>
          </p:nvPr>
        </p:nvSpPr>
        <p:spPr>
          <a:xfrm>
            <a:off x="4367662" y="2209800"/>
            <a:ext cx="7008574" cy="1219200"/>
          </a:xfrm>
        </p:spPr>
        <p:txBody>
          <a:bodyPr/>
          <a:lstStyle>
            <a:lvl1pPr marL="0" indent="0" algn="r">
              <a:buNone/>
              <a:defRPr>
                <a:solidFill>
                  <a:schemeClr val="bg1">
                    <a:lumMod val="50000"/>
                  </a:schemeClr>
                </a:solidFill>
                <a:effectLst/>
              </a:defRPr>
            </a:lvl1pPr>
            <a:lvl2pPr marL="609448" indent="0" algn="ctr">
              <a:buNone/>
              <a:defRPr>
                <a:solidFill>
                  <a:schemeClr val="tx1">
                    <a:tint val="75000"/>
                  </a:schemeClr>
                </a:solidFill>
              </a:defRPr>
            </a:lvl2pPr>
            <a:lvl3pPr marL="1218895" indent="0" algn="ctr">
              <a:buNone/>
              <a:defRPr>
                <a:solidFill>
                  <a:schemeClr val="tx1">
                    <a:tint val="75000"/>
                  </a:schemeClr>
                </a:solidFill>
              </a:defRPr>
            </a:lvl3pPr>
            <a:lvl4pPr marL="1828343" indent="0" algn="ctr">
              <a:buNone/>
              <a:defRPr>
                <a:solidFill>
                  <a:schemeClr val="tx1">
                    <a:tint val="75000"/>
                  </a:schemeClr>
                </a:solidFill>
              </a:defRPr>
            </a:lvl4pPr>
            <a:lvl5pPr marL="2437790" indent="0" algn="ctr">
              <a:buNone/>
              <a:defRPr>
                <a:solidFill>
                  <a:schemeClr val="tx1">
                    <a:tint val="75000"/>
                  </a:schemeClr>
                </a:solidFill>
              </a:defRPr>
            </a:lvl5pPr>
            <a:lvl6pPr marL="3047238" indent="0" algn="ctr">
              <a:buNone/>
              <a:defRPr>
                <a:solidFill>
                  <a:schemeClr val="tx1">
                    <a:tint val="75000"/>
                  </a:schemeClr>
                </a:solidFill>
              </a:defRPr>
            </a:lvl6pPr>
            <a:lvl7pPr marL="3656686" indent="0" algn="ctr">
              <a:buNone/>
              <a:defRPr>
                <a:solidFill>
                  <a:schemeClr val="tx1">
                    <a:tint val="75000"/>
                  </a:schemeClr>
                </a:solidFill>
              </a:defRPr>
            </a:lvl7pPr>
            <a:lvl8pPr marL="4266133" indent="0" algn="ctr">
              <a:buNone/>
              <a:defRPr>
                <a:solidFill>
                  <a:schemeClr val="tx1">
                    <a:tint val="75000"/>
                  </a:schemeClr>
                </a:solidFill>
              </a:defRPr>
            </a:lvl8pPr>
            <a:lvl9pPr marL="4875581"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BA5CE939-B381-3A45-13A6-F58CC000B48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35252444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609441" y="6356351"/>
            <a:ext cx="2844059" cy="365125"/>
          </a:xfrm>
        </p:spPr>
        <p:txBody>
          <a:bodyPr/>
          <a:lstStyle>
            <a:lvl1pPr algn="l">
              <a:defRPr/>
            </a:lvl1pPr>
          </a:lstStyle>
          <a:p>
            <a:fld id="{B6F15528-21DE-4FAA-801E-634DDDAF4B2B}" type="slidenum">
              <a:rPr lang="en-US" smtClean="0"/>
              <a:pPr/>
              <a:t>‹#›</a:t>
            </a:fld>
            <a:endParaRPr lang="en-US"/>
          </a:p>
        </p:txBody>
      </p:sp>
      <p:sp>
        <p:nvSpPr>
          <p:cNvPr id="8" name="Title 1"/>
          <p:cNvSpPr>
            <a:spLocks noGrp="1"/>
          </p:cNvSpPr>
          <p:nvPr>
            <p:ph type="title" hasCustomPrompt="1"/>
          </p:nvPr>
        </p:nvSpPr>
        <p:spPr>
          <a:xfrm>
            <a:off x="609441" y="584201"/>
            <a:ext cx="10969943" cy="711201"/>
          </a:xfrm>
          <a:prstGeom prst="rect">
            <a:avLst/>
          </a:prstGeom>
        </p:spPr>
        <p:txBody>
          <a:bodyPr/>
          <a:lstStyle>
            <a:lvl1pPr>
              <a:defRPr sz="3732">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BE9035D6-1EB0-67FD-788E-258B941A5BB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24619795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2833" y="4406901"/>
            <a:ext cx="10360501" cy="1362075"/>
          </a:xfrm>
          <a:prstGeom prst="rect">
            <a:avLst/>
          </a:prstGeom>
        </p:spPr>
        <p:txBody>
          <a:bodyPr anchor="t"/>
          <a:lstStyle>
            <a:lvl1pPr algn="l">
              <a:defRPr sz="4266" b="1" cap="none"/>
            </a:lvl1pPr>
          </a:lstStyle>
          <a:p>
            <a:r>
              <a:rPr lang="en-US"/>
              <a:t>Click to edit title style</a:t>
            </a:r>
            <a:endParaRPr lang="en-US" dirty="0"/>
          </a:p>
        </p:txBody>
      </p:sp>
      <p:sp>
        <p:nvSpPr>
          <p:cNvPr id="3" name="Text Placeholder 2"/>
          <p:cNvSpPr>
            <a:spLocks noGrp="1"/>
          </p:cNvSpPr>
          <p:nvPr>
            <p:ph type="body" idx="1"/>
          </p:nvPr>
        </p:nvSpPr>
        <p:spPr>
          <a:xfrm>
            <a:off x="962833" y="2906713"/>
            <a:ext cx="10360501" cy="1500187"/>
          </a:xfrm>
        </p:spPr>
        <p:txBody>
          <a:bodyPr anchor="b"/>
          <a:lstStyle>
            <a:lvl1pPr marL="0" indent="0">
              <a:buNone/>
              <a:defRPr sz="2666">
                <a:solidFill>
                  <a:schemeClr val="tx1">
                    <a:tint val="75000"/>
                  </a:schemeClr>
                </a:solidFill>
              </a:defRPr>
            </a:lvl1pPr>
            <a:lvl2pPr marL="609448" indent="0">
              <a:buNone/>
              <a:defRPr sz="2399">
                <a:solidFill>
                  <a:schemeClr val="tx1">
                    <a:tint val="75000"/>
                  </a:schemeClr>
                </a:solidFill>
              </a:defRPr>
            </a:lvl2pPr>
            <a:lvl3pPr marL="1218895" indent="0">
              <a:buNone/>
              <a:defRPr sz="2133">
                <a:solidFill>
                  <a:schemeClr val="tx1">
                    <a:tint val="75000"/>
                  </a:schemeClr>
                </a:solidFill>
              </a:defRPr>
            </a:lvl3pPr>
            <a:lvl4pPr marL="1828343" indent="0">
              <a:buNone/>
              <a:defRPr sz="1866">
                <a:solidFill>
                  <a:schemeClr val="tx1">
                    <a:tint val="75000"/>
                  </a:schemeClr>
                </a:solidFill>
              </a:defRPr>
            </a:lvl4pPr>
            <a:lvl5pPr marL="2437790" indent="0">
              <a:buNone/>
              <a:defRPr sz="1866">
                <a:solidFill>
                  <a:schemeClr val="tx1">
                    <a:tint val="75000"/>
                  </a:schemeClr>
                </a:solidFill>
              </a:defRPr>
            </a:lvl5pPr>
            <a:lvl6pPr marL="3047238" indent="0">
              <a:buNone/>
              <a:defRPr sz="1866">
                <a:solidFill>
                  <a:schemeClr val="tx1">
                    <a:tint val="75000"/>
                  </a:schemeClr>
                </a:solidFill>
              </a:defRPr>
            </a:lvl6pPr>
            <a:lvl7pPr marL="3656686" indent="0">
              <a:buNone/>
              <a:defRPr sz="1866">
                <a:solidFill>
                  <a:schemeClr val="tx1">
                    <a:tint val="75000"/>
                  </a:schemeClr>
                </a:solidFill>
              </a:defRPr>
            </a:lvl7pPr>
            <a:lvl8pPr marL="4266133" indent="0">
              <a:buNone/>
              <a:defRPr sz="1866">
                <a:solidFill>
                  <a:schemeClr val="tx1">
                    <a:tint val="75000"/>
                  </a:schemeClr>
                </a:solidFill>
              </a:defRPr>
            </a:lvl8pPr>
            <a:lvl9pPr marL="4875581" indent="0">
              <a:buNone/>
              <a:defRPr sz="1866">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304721" y="6356351"/>
            <a:ext cx="2844059" cy="365125"/>
          </a:xfrm>
        </p:spPr>
        <p:txBody>
          <a:bodyPr/>
          <a:lstStyle>
            <a:lvl1pPr algn="l">
              <a:defRPr/>
            </a:lvl1p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19859E39-C1F4-F452-A609-81C93B9864E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26526996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441" y="76201"/>
            <a:ext cx="10969943" cy="812801"/>
          </a:xfrm>
          <a:prstGeom prst="rect">
            <a:avLst/>
          </a:prstGeom>
        </p:spPr>
        <p:txBody>
          <a:bodyPr/>
          <a:lstStyle/>
          <a:p>
            <a:r>
              <a:rPr lang="en-US" dirty="0"/>
              <a:t>Click to edit title style</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609441" y="1295400"/>
            <a:ext cx="5383398" cy="4876800"/>
          </a:xfrm>
        </p:spPr>
        <p:txBody>
          <a:bodyPr>
            <a:normAutofit/>
          </a:bodyPr>
          <a:lstStyle>
            <a:lvl1pPr marL="0" indent="0">
              <a:buFont typeface="Arial" pitchFamily="34" charset="0"/>
              <a:buNone/>
              <a:defRPr sz="1866"/>
            </a:lvl1pPr>
            <a:lvl2pPr>
              <a:defRPr sz="1600"/>
            </a:lvl2pPr>
            <a:lvl3pPr>
              <a:defRPr sz="1466"/>
            </a:lvl3pPr>
            <a:lvl4pPr>
              <a:defRPr sz="1466"/>
            </a:lvl4pPr>
            <a:lvl5pPr>
              <a:defRPr sz="1466"/>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8"/>
          <p:cNvSpPr>
            <a:spLocks noGrp="1"/>
          </p:cNvSpPr>
          <p:nvPr>
            <p:ph sz="quarter" idx="14"/>
          </p:nvPr>
        </p:nvSpPr>
        <p:spPr>
          <a:xfrm>
            <a:off x="6195986" y="1295400"/>
            <a:ext cx="5383398" cy="4876800"/>
          </a:xfrm>
        </p:spPr>
        <p:txBody>
          <a:bodyPr>
            <a:normAutofit/>
          </a:bodyPr>
          <a:lstStyle>
            <a:lvl1pPr marL="0" indent="0">
              <a:buNone/>
              <a:defRPr sz="1866"/>
            </a:lvl1pPr>
            <a:lvl2pPr>
              <a:defRPr sz="1600"/>
            </a:lvl2pPr>
            <a:lvl3pPr>
              <a:defRPr sz="1466"/>
            </a:lvl3pPr>
            <a:lvl4pPr>
              <a:defRPr sz="1466"/>
            </a:lvl4pPr>
            <a:lvl5pPr>
              <a:defRPr sz="1466"/>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descr="A yellow circle with black letters and a black background&#10;&#10;Description automatically generated">
            <a:extLst>
              <a:ext uri="{FF2B5EF4-FFF2-40B4-BE49-F238E27FC236}">
                <a16:creationId xmlns:a16="http://schemas.microsoft.com/office/drawing/2014/main" id="{361F23F3-4276-7AC6-FA37-CDC6351B9F7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21964215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609441" y="1295400"/>
            <a:ext cx="3555074" cy="4876800"/>
          </a:xfrm>
        </p:spPr>
        <p:txBody>
          <a:bodyPr>
            <a:normAutofit/>
          </a:bodyPr>
          <a:lstStyle>
            <a:lvl1pPr marL="0" indent="0">
              <a:buFont typeface="Arial" pitchFamily="34" charset="0"/>
              <a:buNone/>
              <a:defRPr sz="1866"/>
            </a:lvl1pPr>
            <a:lvl2pPr>
              <a:defRPr sz="1600"/>
            </a:lvl2pPr>
            <a:lvl3pPr>
              <a:defRPr sz="1466"/>
            </a:lvl3pPr>
            <a:lvl4pPr>
              <a:defRPr sz="1466"/>
            </a:lvl4pPr>
            <a:lvl5pPr>
              <a:defRPr sz="1466"/>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4316876" y="1295400"/>
            <a:ext cx="3555074" cy="4876800"/>
          </a:xfrm>
        </p:spPr>
        <p:txBody>
          <a:bodyPr>
            <a:normAutofit/>
          </a:bodyPr>
          <a:lstStyle>
            <a:lvl1pPr marL="0" indent="0">
              <a:buFont typeface="Arial" pitchFamily="34" charset="0"/>
              <a:buNone/>
              <a:defRPr sz="1866"/>
            </a:lvl1pPr>
            <a:lvl2pPr>
              <a:defRPr sz="1600"/>
            </a:lvl2pPr>
            <a:lvl3pPr>
              <a:defRPr sz="1466"/>
            </a:lvl3pPr>
            <a:lvl4pPr>
              <a:defRPr sz="1466"/>
            </a:lvl4pPr>
            <a:lvl5pPr>
              <a:defRPr sz="1466"/>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8"/>
          <p:cNvSpPr>
            <a:spLocks noGrp="1"/>
          </p:cNvSpPr>
          <p:nvPr>
            <p:ph sz="quarter" idx="15"/>
          </p:nvPr>
        </p:nvSpPr>
        <p:spPr>
          <a:xfrm>
            <a:off x="8024310" y="1295400"/>
            <a:ext cx="3555074" cy="4876800"/>
          </a:xfrm>
        </p:spPr>
        <p:txBody>
          <a:bodyPr>
            <a:normAutofit/>
          </a:bodyPr>
          <a:lstStyle>
            <a:lvl1pPr marL="0" indent="0">
              <a:buFont typeface="Arial" pitchFamily="34" charset="0"/>
              <a:buNone/>
              <a:defRPr sz="1866"/>
            </a:lvl1pPr>
            <a:lvl2pPr>
              <a:defRPr sz="1600"/>
            </a:lvl2pPr>
            <a:lvl3pPr>
              <a:defRPr sz="1466"/>
            </a:lvl3pPr>
            <a:lvl4pPr>
              <a:defRPr sz="1466"/>
            </a:lvl4pPr>
            <a:lvl5pPr>
              <a:defRPr sz="1466"/>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609441" y="584201"/>
            <a:ext cx="10969943" cy="711201"/>
          </a:xfrm>
          <a:prstGeom prst="rect">
            <a:avLst/>
          </a:prstGeom>
        </p:spPr>
        <p:txBody>
          <a:bodyPr/>
          <a:lstStyle>
            <a:lvl1pPr>
              <a:defRPr sz="3732">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5FDBF0D3-6CF9-4440-94E9-AA4A742169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74661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609441" y="1295400"/>
            <a:ext cx="3555074" cy="4876800"/>
          </a:xfrm>
        </p:spPr>
        <p:txBody>
          <a:bodyPr>
            <a:normAutofit/>
          </a:bodyPr>
          <a:lstStyle>
            <a:lvl1pPr marL="0" indent="0">
              <a:buFont typeface="Arial" pitchFamily="34" charset="0"/>
              <a:buNone/>
              <a:defRPr sz="1866"/>
            </a:lvl1pPr>
            <a:lvl2pPr>
              <a:defRPr sz="1600"/>
            </a:lvl2pPr>
            <a:lvl3pPr>
              <a:defRPr sz="1466"/>
            </a:lvl3pPr>
            <a:lvl4pPr>
              <a:defRPr sz="1466"/>
            </a:lvl4pPr>
            <a:lvl5pPr>
              <a:defRPr sz="1466"/>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4316876" y="1295400"/>
            <a:ext cx="3555074" cy="4876800"/>
          </a:xfrm>
        </p:spPr>
        <p:txBody>
          <a:bodyPr>
            <a:normAutofit/>
          </a:bodyPr>
          <a:lstStyle>
            <a:lvl1pPr marL="0" indent="0">
              <a:buFont typeface="Arial" pitchFamily="34" charset="0"/>
              <a:buNone/>
              <a:defRPr sz="1866"/>
            </a:lvl1pPr>
            <a:lvl2pPr>
              <a:defRPr sz="1600"/>
            </a:lvl2pPr>
            <a:lvl3pPr>
              <a:defRPr sz="1466"/>
            </a:lvl3pPr>
            <a:lvl4pPr>
              <a:defRPr sz="1466"/>
            </a:lvl4pPr>
            <a:lvl5pPr>
              <a:defRPr sz="1466"/>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609441" y="584201"/>
            <a:ext cx="10969943" cy="711201"/>
          </a:xfrm>
          <a:prstGeom prst="rect">
            <a:avLst/>
          </a:prstGeom>
        </p:spPr>
        <p:txBody>
          <a:bodyPr/>
          <a:lstStyle>
            <a:lvl1pPr>
              <a:defRPr sz="3732">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CB3935A3-C998-9B3D-079E-B7BC7E8C2A3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104619647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r>
              <a:rPr lang="en-US" dirty="0"/>
              <a:t>www.anubhavtrainings.com</a:t>
            </a:r>
          </a:p>
        </p:txBody>
      </p:sp>
      <p:sp>
        <p:nvSpPr>
          <p:cNvPr id="5" name="Slide Number Placeholder 4"/>
          <p:cNvSpPr>
            <a:spLocks noGrp="1"/>
          </p:cNvSpPr>
          <p:nvPr>
            <p:ph type="sldNum" sz="quarter" idx="12"/>
          </p:nvPr>
        </p:nvSpPr>
        <p:spPr>
          <a:xfrm>
            <a:off x="203147" y="6375400"/>
            <a:ext cx="2844059" cy="365125"/>
          </a:xfrm>
        </p:spPr>
        <p:txBody>
          <a:bodyPr/>
          <a:lstStyle>
            <a:lvl1pPr algn="l">
              <a:defRPr/>
            </a:lvl1pPr>
          </a:lstStyle>
          <a:p>
            <a:fld id="{B6F15528-21DE-4FAA-801E-634DDDAF4B2B}" type="slidenum">
              <a:rPr lang="en-US" smtClean="0"/>
              <a:pPr/>
              <a:t>‹#›</a:t>
            </a:fld>
            <a:endParaRPr lang="en-US"/>
          </a:p>
        </p:txBody>
      </p:sp>
      <p:sp>
        <p:nvSpPr>
          <p:cNvPr id="6" name="Title 1"/>
          <p:cNvSpPr>
            <a:spLocks noGrp="1"/>
          </p:cNvSpPr>
          <p:nvPr>
            <p:ph type="title" hasCustomPrompt="1"/>
          </p:nvPr>
        </p:nvSpPr>
        <p:spPr>
          <a:xfrm>
            <a:off x="222045" y="279401"/>
            <a:ext cx="10969943" cy="711201"/>
          </a:xfrm>
          <a:prstGeom prst="rect">
            <a:avLst/>
          </a:prstGeom>
        </p:spPr>
        <p:txBody>
          <a:bodyPr/>
          <a:lstStyle>
            <a:lvl1pPr>
              <a:defRPr sz="3466">
                <a:gradFill>
                  <a:gsLst>
                    <a:gs pos="0">
                      <a:srgbClr val="002060"/>
                    </a:gs>
                    <a:gs pos="100000">
                      <a:srgbClr val="0070C0"/>
                    </a:gs>
                  </a:gsLst>
                  <a:lin ang="5400000" scaled="0"/>
                </a:gradFill>
                <a:latin typeface="Cooper Black" panose="0208090404030B020404" pitchFamily="18" charset="0"/>
              </a:defRPr>
            </a:lvl1pPr>
          </a:lstStyle>
          <a:p>
            <a:r>
              <a:rPr lang="en-US" dirty="0"/>
              <a:t>Click to edit title style</a:t>
            </a:r>
          </a:p>
        </p:txBody>
      </p:sp>
      <p:pic>
        <p:nvPicPr>
          <p:cNvPr id="8" name="Picture 7" descr="A yellow circle with black letters and a black background&#10;&#10;Description automatically generated">
            <a:extLst>
              <a:ext uri="{FF2B5EF4-FFF2-40B4-BE49-F238E27FC236}">
                <a16:creationId xmlns:a16="http://schemas.microsoft.com/office/drawing/2014/main" id="{547D5447-D822-E114-D105-30608DBB5E2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477810" y="76201"/>
            <a:ext cx="658210" cy="650287"/>
          </a:xfrm>
          <a:prstGeom prst="rect">
            <a:avLst/>
          </a:prstGeom>
        </p:spPr>
      </p:pic>
    </p:spTree>
    <p:extLst>
      <p:ext uri="{BB962C8B-B14F-4D97-AF65-F5344CB8AC3E}">
        <p14:creationId xmlns:p14="http://schemas.microsoft.com/office/powerpoint/2010/main" val="86265259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www.anubhavtrainings.com</a:t>
            </a:r>
          </a:p>
        </p:txBody>
      </p:sp>
      <p:sp>
        <p:nvSpPr>
          <p:cNvPr id="4" name="Slide Number Placeholder 3"/>
          <p:cNvSpPr>
            <a:spLocks noGrp="1"/>
          </p:cNvSpPr>
          <p:nvPr>
            <p:ph type="sldNum" sz="quarter" idx="12"/>
          </p:nvPr>
        </p:nvSpPr>
        <p:spPr>
          <a:xfrm>
            <a:off x="203147" y="6356351"/>
            <a:ext cx="2844059" cy="365125"/>
          </a:xfrm>
        </p:spPr>
        <p:txBody>
          <a:bodyPr/>
          <a:lstStyle>
            <a:lvl1pPr algn="l">
              <a:defRPr/>
            </a:lvl1pPr>
          </a:lstStyle>
          <a:p>
            <a:fld id="{B6F15528-21DE-4FAA-801E-634DDDAF4B2B}" type="slidenum">
              <a:rPr lang="en-US" smtClean="0"/>
              <a:pPr/>
              <a:t>‹#›</a:t>
            </a:fld>
            <a:endParaRPr lang="en-US"/>
          </a:p>
        </p:txBody>
      </p:sp>
      <p:pic>
        <p:nvPicPr>
          <p:cNvPr id="5" name="Picture 4" descr="A yellow circle with black letters and a black background&#10;&#10;Description automatically generated">
            <a:extLst>
              <a:ext uri="{FF2B5EF4-FFF2-40B4-BE49-F238E27FC236}">
                <a16:creationId xmlns:a16="http://schemas.microsoft.com/office/drawing/2014/main" id="{BFC459EA-C247-C5E7-6491-AEF2B5F94E2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263651349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443" y="1092200"/>
            <a:ext cx="4010039" cy="1162051"/>
          </a:xfrm>
          <a:prstGeom prst="rect">
            <a:avLst/>
          </a:prstGeom>
        </p:spPr>
        <p:txBody>
          <a:bodyPr anchor="b"/>
          <a:lstStyle>
            <a:lvl1pPr algn="l">
              <a:defRPr sz="2666" b="1"/>
            </a:lvl1pPr>
          </a:lstStyle>
          <a:p>
            <a:r>
              <a:rPr lang="en-US"/>
              <a:t>Click to edit Master title style</a:t>
            </a:r>
          </a:p>
        </p:txBody>
      </p:sp>
      <p:sp>
        <p:nvSpPr>
          <p:cNvPr id="3" name="Content Placeholder 2"/>
          <p:cNvSpPr>
            <a:spLocks noGrp="1"/>
          </p:cNvSpPr>
          <p:nvPr>
            <p:ph idx="1"/>
          </p:nvPr>
        </p:nvSpPr>
        <p:spPr>
          <a:xfrm>
            <a:off x="4765492" y="1092201"/>
            <a:ext cx="6813892" cy="5033964"/>
          </a:xfrm>
        </p:spPr>
        <p:txBody>
          <a:bodyPr>
            <a:normAutofit/>
          </a:bodyPr>
          <a:lstStyle>
            <a:lvl1pPr>
              <a:defRPr sz="3199"/>
            </a:lvl1pPr>
            <a:lvl2pPr>
              <a:defRPr sz="2666"/>
            </a:lvl2pPr>
            <a:lvl3pPr>
              <a:defRPr sz="2399"/>
            </a:lvl3pPr>
            <a:lvl4pPr>
              <a:defRPr sz="2133"/>
            </a:lvl4pPr>
            <a:lvl5pPr>
              <a:defRPr sz="2133"/>
            </a:lvl5pPr>
            <a:lvl6pPr>
              <a:defRPr sz="2666"/>
            </a:lvl6pPr>
            <a:lvl7pPr>
              <a:defRPr sz="2666"/>
            </a:lvl7pPr>
            <a:lvl8pPr>
              <a:defRPr sz="2666"/>
            </a:lvl8pPr>
            <a:lvl9pPr>
              <a:defRPr sz="2666"/>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443" y="2311401"/>
            <a:ext cx="4010039" cy="3814764"/>
          </a:xfrm>
        </p:spPr>
        <p:txBody>
          <a:bodyPr/>
          <a:lstStyle>
            <a:lvl1pPr marL="0" indent="0">
              <a:buNone/>
              <a:defRPr sz="1866"/>
            </a:lvl1pPr>
            <a:lvl2pPr marL="609448" indent="0">
              <a:buNone/>
              <a:defRPr sz="1600"/>
            </a:lvl2pPr>
            <a:lvl3pPr marL="1218895" indent="0">
              <a:buNone/>
              <a:defRPr sz="1333"/>
            </a:lvl3pPr>
            <a:lvl4pPr marL="1828343" indent="0">
              <a:buNone/>
              <a:defRPr sz="1200"/>
            </a:lvl4pPr>
            <a:lvl5pPr marL="2437790" indent="0">
              <a:buNone/>
              <a:defRPr sz="1200"/>
            </a:lvl5pPr>
            <a:lvl6pPr marL="3047238" indent="0">
              <a:buNone/>
              <a:defRPr sz="1200"/>
            </a:lvl6pPr>
            <a:lvl7pPr marL="3656686" indent="0">
              <a:buNone/>
              <a:defRPr sz="1200"/>
            </a:lvl7pPr>
            <a:lvl8pPr marL="4266133" indent="0">
              <a:buNone/>
              <a:defRPr sz="1200"/>
            </a:lvl8pPr>
            <a:lvl9pPr marL="4875581" indent="0">
              <a:buNone/>
              <a:defRPr sz="12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40C7AE83-204E-A484-7237-A7EA3EBC4DA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197127322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095" y="4800600"/>
            <a:ext cx="7313295" cy="566739"/>
          </a:xfrm>
          <a:prstGeom prst="rect">
            <a:avLst/>
          </a:prstGeom>
        </p:spPr>
        <p:txBody>
          <a:bodyPr anchor="b"/>
          <a:lstStyle>
            <a:lvl1pPr algn="l">
              <a:defRPr sz="2666" b="1"/>
            </a:lvl1pPr>
          </a:lstStyle>
          <a:p>
            <a:r>
              <a:rPr lang="en-US"/>
              <a:t>Click to edit Master title style</a:t>
            </a:r>
          </a:p>
        </p:txBody>
      </p:sp>
      <p:sp>
        <p:nvSpPr>
          <p:cNvPr id="3" name="Picture Placeholder 2"/>
          <p:cNvSpPr>
            <a:spLocks noGrp="1"/>
          </p:cNvSpPr>
          <p:nvPr>
            <p:ph type="pic" idx="1"/>
          </p:nvPr>
        </p:nvSpPr>
        <p:spPr>
          <a:xfrm>
            <a:off x="2389095" y="1193799"/>
            <a:ext cx="7313295" cy="3533775"/>
          </a:xfrm>
        </p:spPr>
        <p:txBody>
          <a:bodyPr/>
          <a:lstStyle>
            <a:lvl1pPr marL="0" indent="0">
              <a:buNone/>
              <a:defRPr sz="4266"/>
            </a:lvl1pPr>
            <a:lvl2pPr marL="609448" indent="0">
              <a:buNone/>
              <a:defRPr sz="3732"/>
            </a:lvl2pPr>
            <a:lvl3pPr marL="1218895" indent="0">
              <a:buNone/>
              <a:defRPr sz="3199"/>
            </a:lvl3pPr>
            <a:lvl4pPr marL="1828343" indent="0">
              <a:buNone/>
              <a:defRPr sz="2666"/>
            </a:lvl4pPr>
            <a:lvl5pPr marL="2437790" indent="0">
              <a:buNone/>
              <a:defRPr sz="2666"/>
            </a:lvl5pPr>
            <a:lvl6pPr marL="3047238" indent="0">
              <a:buNone/>
              <a:defRPr sz="2666"/>
            </a:lvl6pPr>
            <a:lvl7pPr marL="3656686" indent="0">
              <a:buNone/>
              <a:defRPr sz="2666"/>
            </a:lvl7pPr>
            <a:lvl8pPr marL="4266133" indent="0">
              <a:buNone/>
              <a:defRPr sz="2666"/>
            </a:lvl8pPr>
            <a:lvl9pPr marL="4875581" indent="0">
              <a:buNone/>
              <a:defRPr sz="2666"/>
            </a:lvl9pPr>
          </a:lstStyle>
          <a:p>
            <a:endParaRPr lang="en-US"/>
          </a:p>
        </p:txBody>
      </p:sp>
      <p:sp>
        <p:nvSpPr>
          <p:cNvPr id="4" name="Text Placeholder 3"/>
          <p:cNvSpPr>
            <a:spLocks noGrp="1"/>
          </p:cNvSpPr>
          <p:nvPr>
            <p:ph type="body" sz="half" idx="2"/>
          </p:nvPr>
        </p:nvSpPr>
        <p:spPr>
          <a:xfrm>
            <a:off x="2389095" y="5367338"/>
            <a:ext cx="7313295" cy="804863"/>
          </a:xfrm>
        </p:spPr>
        <p:txBody>
          <a:bodyPr/>
          <a:lstStyle>
            <a:lvl1pPr marL="0" indent="0">
              <a:buNone/>
              <a:defRPr sz="1866"/>
            </a:lvl1pPr>
            <a:lvl2pPr marL="609448" indent="0">
              <a:buNone/>
              <a:defRPr sz="1600"/>
            </a:lvl2pPr>
            <a:lvl3pPr marL="1218895" indent="0">
              <a:buNone/>
              <a:defRPr sz="1333"/>
            </a:lvl3pPr>
            <a:lvl4pPr marL="1828343" indent="0">
              <a:buNone/>
              <a:defRPr sz="1200"/>
            </a:lvl4pPr>
            <a:lvl5pPr marL="2437790" indent="0">
              <a:buNone/>
              <a:defRPr sz="1200"/>
            </a:lvl5pPr>
            <a:lvl6pPr marL="3047238" indent="0">
              <a:buNone/>
              <a:defRPr sz="1200"/>
            </a:lvl6pPr>
            <a:lvl7pPr marL="3656686" indent="0">
              <a:buNone/>
              <a:defRPr sz="1200"/>
            </a:lvl7pPr>
            <a:lvl8pPr marL="4266133" indent="0">
              <a:buNone/>
              <a:defRPr sz="1200"/>
            </a:lvl8pPr>
            <a:lvl9pPr marL="4875581" indent="0">
              <a:buNone/>
              <a:defRPr sz="12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23DAEE89-C03B-1705-0782-CE3B90349AF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13111484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7" name="Title 1"/>
          <p:cNvSpPr>
            <a:spLocks noGrp="1"/>
          </p:cNvSpPr>
          <p:nvPr>
            <p:ph type="title" hasCustomPrompt="1"/>
          </p:nvPr>
        </p:nvSpPr>
        <p:spPr>
          <a:xfrm>
            <a:off x="609441" y="584201"/>
            <a:ext cx="10969943" cy="711201"/>
          </a:xfrm>
          <a:prstGeom prst="rect">
            <a:avLst/>
          </a:prstGeom>
        </p:spPr>
        <p:txBody>
          <a:bodyPr/>
          <a:lstStyle>
            <a:lvl1pPr>
              <a:defRPr sz="3732">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FDBE062A-C013-A203-17DC-F9C61DBF2E3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46002825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nvPr>
        </p:nvSpPr>
        <p:spPr>
          <a:xfrm>
            <a:off x="8836898" y="1396999"/>
            <a:ext cx="2742486" cy="4729164"/>
          </a:xfrm>
          <a:prstGeom prst="rect">
            <a:avLst/>
          </a:prstGeom>
        </p:spPr>
        <p:txBody>
          <a:bodyPr vert="eaVert"/>
          <a:lstStyle/>
          <a:p>
            <a:r>
              <a:rPr lang="en-US" dirty="0"/>
              <a:t>Click to edit title style</a:t>
            </a:r>
          </a:p>
        </p:txBody>
      </p:sp>
      <p:sp>
        <p:nvSpPr>
          <p:cNvPr id="3" name="Vertical Text Placeholder 2"/>
          <p:cNvSpPr>
            <a:spLocks noGrp="1"/>
          </p:cNvSpPr>
          <p:nvPr>
            <p:ph type="body" orient="vert" idx="1"/>
          </p:nvPr>
        </p:nvSpPr>
        <p:spPr>
          <a:xfrm>
            <a:off x="609441" y="1396999"/>
            <a:ext cx="8024310" cy="472916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CA6DBE16-F08A-6A41-329C-56621EE5368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148515100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3">
            <a:lum/>
          </a:blip>
          <a:srcRect/>
          <a:stretch>
            <a:fillRect b="-20000"/>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09441" y="1803400"/>
            <a:ext cx="10969943" cy="1727200"/>
          </a:xfrm>
          <a:prstGeom prst="rect">
            <a:avLst/>
          </a:prstGeom>
        </p:spPr>
        <p:txBody>
          <a:bodyPr/>
          <a:lstStyle>
            <a:lvl1pPr algn="l">
              <a:defRPr sz="7998" b="1">
                <a:gradFill flip="none" rotWithShape="1">
                  <a:gsLst>
                    <a:gs pos="0">
                      <a:srgbClr val="0070C0"/>
                    </a:gs>
                    <a:gs pos="100000">
                      <a:srgbClr val="00B0F0"/>
                    </a:gs>
                  </a:gsLst>
                  <a:lin ang="16200000" scaled="1"/>
                  <a:tileRect/>
                </a:gradFill>
                <a:effectLst/>
              </a:defRPr>
            </a:lvl1pPr>
          </a:lstStyle>
          <a:p>
            <a:r>
              <a:rPr lang="en-US"/>
              <a:t>Thank You</a:t>
            </a:r>
            <a:endParaRPr lang="en-US" dirty="0"/>
          </a:p>
        </p:txBody>
      </p:sp>
      <p:sp>
        <p:nvSpPr>
          <p:cNvPr id="3" name="Subtitle 2"/>
          <p:cNvSpPr>
            <a:spLocks noGrp="1"/>
          </p:cNvSpPr>
          <p:nvPr>
            <p:ph type="subTitle" idx="1" hasCustomPrompt="1"/>
          </p:nvPr>
        </p:nvSpPr>
        <p:spPr>
          <a:xfrm>
            <a:off x="609441" y="3530600"/>
            <a:ext cx="10969943" cy="1219200"/>
          </a:xfrm>
        </p:spPr>
        <p:txBody>
          <a:bodyPr/>
          <a:lstStyle>
            <a:lvl1pPr marL="0" indent="0" algn="l">
              <a:buNone/>
              <a:defRPr>
                <a:solidFill>
                  <a:schemeClr val="tx1">
                    <a:lumMod val="85000"/>
                    <a:lumOff val="15000"/>
                  </a:schemeClr>
                </a:solidFill>
                <a:effectLst/>
              </a:defRPr>
            </a:lvl1pPr>
            <a:lvl2pPr marL="609448" indent="0" algn="ctr">
              <a:buNone/>
              <a:defRPr>
                <a:solidFill>
                  <a:schemeClr val="tx1">
                    <a:tint val="75000"/>
                  </a:schemeClr>
                </a:solidFill>
              </a:defRPr>
            </a:lvl2pPr>
            <a:lvl3pPr marL="1218895" indent="0" algn="ctr">
              <a:buNone/>
              <a:defRPr>
                <a:solidFill>
                  <a:schemeClr val="tx1">
                    <a:tint val="75000"/>
                  </a:schemeClr>
                </a:solidFill>
              </a:defRPr>
            </a:lvl3pPr>
            <a:lvl4pPr marL="1828343" indent="0" algn="ctr">
              <a:buNone/>
              <a:defRPr>
                <a:solidFill>
                  <a:schemeClr val="tx1">
                    <a:tint val="75000"/>
                  </a:schemeClr>
                </a:solidFill>
              </a:defRPr>
            </a:lvl4pPr>
            <a:lvl5pPr marL="2437790" indent="0" algn="ctr">
              <a:buNone/>
              <a:defRPr>
                <a:solidFill>
                  <a:schemeClr val="tx1">
                    <a:tint val="75000"/>
                  </a:schemeClr>
                </a:solidFill>
              </a:defRPr>
            </a:lvl5pPr>
            <a:lvl6pPr marL="3047238" indent="0" algn="ctr">
              <a:buNone/>
              <a:defRPr>
                <a:solidFill>
                  <a:schemeClr val="tx1">
                    <a:tint val="75000"/>
                  </a:schemeClr>
                </a:solidFill>
              </a:defRPr>
            </a:lvl6pPr>
            <a:lvl7pPr marL="3656686" indent="0" algn="ctr">
              <a:buNone/>
              <a:defRPr>
                <a:solidFill>
                  <a:schemeClr val="tx1">
                    <a:tint val="75000"/>
                  </a:schemeClr>
                </a:solidFill>
              </a:defRPr>
            </a:lvl7pPr>
            <a:lvl8pPr marL="4266133" indent="0" algn="ctr">
              <a:buNone/>
              <a:defRPr>
                <a:solidFill>
                  <a:schemeClr val="tx1">
                    <a:tint val="75000"/>
                  </a:schemeClr>
                </a:solidFill>
              </a:defRPr>
            </a:lvl8pPr>
            <a:lvl9pPr marL="4875581" indent="0" algn="ctr">
              <a:buNone/>
              <a:defRPr>
                <a:solidFill>
                  <a:schemeClr val="tx1">
                    <a:tint val="75000"/>
                  </a:schemeClr>
                </a:solidFill>
              </a:defRPr>
            </a:lvl9pPr>
          </a:lstStyle>
          <a:p>
            <a:r>
              <a:rPr lang="en-US"/>
              <a:t>Contact Information</a:t>
            </a:r>
            <a:endParaRPr lang="en-US" dirty="0"/>
          </a:p>
        </p:txBody>
      </p:sp>
      <p:pic>
        <p:nvPicPr>
          <p:cNvPr id="4" name="Picture 3" descr="A yellow circle with black letters and a black background&#10;&#10;Description automatically generated">
            <a:extLst>
              <a:ext uri="{FF2B5EF4-FFF2-40B4-BE49-F238E27FC236}">
                <a16:creationId xmlns:a16="http://schemas.microsoft.com/office/drawing/2014/main" id="{624E307F-BC23-D6AD-3DDE-45757A637AC3}"/>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2318113546"/>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image" Target="../media/image2.jpg"/><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3/3/2026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09441" y="1295401"/>
            <a:ext cx="10969943" cy="4830764"/>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91440" tIns="45720" rIns="91440" bIns="45720" rtlCol="0" anchor="ctr"/>
          <a:lstStyle>
            <a:lvl1pPr algn="l">
              <a:defRPr sz="1600">
                <a:solidFill>
                  <a:schemeClr val="tx1">
                    <a:tint val="75000"/>
                  </a:schemeClr>
                </a:solidFill>
              </a:defRPr>
            </a:lvl1pPr>
          </a:lstStyle>
          <a:p>
            <a:fld id="{940CB006-912F-44E1-9560-9CBFEBE946EF}" type="datetime4">
              <a:rPr lang="en-US" smtClean="0"/>
              <a:t>March 3, 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91440" tIns="45720" rIns="91440" bIns="45720" rtlCol="0" anchor="ctr"/>
          <a:lstStyle>
            <a:lvl1pPr algn="ctr">
              <a:defRPr sz="1600">
                <a:solidFill>
                  <a:schemeClr val="tx1">
                    <a:tint val="75000"/>
                  </a:schemeClr>
                </a:solidFill>
              </a:defRPr>
            </a:lvl1pPr>
          </a:lstStyle>
          <a:p>
            <a:r>
              <a:rPr lang="en-US"/>
              <a:t>slidemodel.com</a:t>
            </a:r>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91440" tIns="45720" rIns="91440" bIns="45720" rtlCol="0" anchor="ctr"/>
          <a:lstStyle>
            <a:lvl1pPr algn="r">
              <a:defRPr sz="1600">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626578157"/>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hf hdr="0"/>
  <p:txStyles>
    <p:titleStyle>
      <a:lvl1pPr algn="l" defTabSz="1218895" rtl="0" eaLnBrk="1" latinLnBrk="0" hangingPunct="1">
        <a:spcBef>
          <a:spcPct val="0"/>
        </a:spcBef>
        <a:buNone/>
        <a:defRPr lang="en-US" sz="3732" b="1" kern="1200" dirty="0">
          <a:gradFill flip="none" rotWithShape="1">
            <a:gsLst>
              <a:gs pos="0">
                <a:srgbClr val="26588D"/>
              </a:gs>
              <a:gs pos="100000">
                <a:srgbClr val="4197C6"/>
              </a:gs>
            </a:gsLst>
            <a:lin ang="16200000" scaled="1"/>
            <a:tileRect/>
          </a:gradFill>
          <a:latin typeface="Arial" pitchFamily="34" charset="0"/>
          <a:ea typeface="+mj-ea"/>
          <a:cs typeface="Arial" pitchFamily="34" charset="0"/>
        </a:defRPr>
      </a:lvl1pPr>
    </p:titleStyle>
    <p:bodyStyle>
      <a:lvl1pPr marL="457086" indent="-457086" algn="l" defTabSz="1218895" rtl="0" eaLnBrk="1" latinLnBrk="0" hangingPunct="1">
        <a:spcBef>
          <a:spcPct val="20000"/>
        </a:spcBef>
        <a:buFont typeface="Arial" pitchFamily="34" charset="0"/>
        <a:buChar char="•"/>
        <a:defRPr sz="3199" kern="1200">
          <a:solidFill>
            <a:schemeClr val="tx1"/>
          </a:solidFill>
          <a:latin typeface="+mn-lt"/>
          <a:ea typeface="+mn-ea"/>
          <a:cs typeface="+mn-cs"/>
        </a:defRPr>
      </a:lvl1pPr>
      <a:lvl2pPr marL="990352" indent="-380905"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2pPr>
      <a:lvl3pPr marL="1523619" indent="-304724" algn="l" defTabSz="1218895" rtl="0" eaLnBrk="1" latinLnBrk="0" hangingPunct="1">
        <a:spcBef>
          <a:spcPct val="20000"/>
        </a:spcBef>
        <a:buFont typeface="Arial" pitchFamily="34" charset="0"/>
        <a:buChar char="•"/>
        <a:defRPr sz="2399" kern="1200">
          <a:solidFill>
            <a:schemeClr val="tx1"/>
          </a:solidFill>
          <a:latin typeface="+mn-lt"/>
          <a:ea typeface="+mn-ea"/>
          <a:cs typeface="+mn-cs"/>
        </a:defRPr>
      </a:lvl3pPr>
      <a:lvl4pPr marL="2133067" indent="-304724" algn="l" defTabSz="1218895" rtl="0" eaLnBrk="1" latinLnBrk="0" hangingPunct="1">
        <a:spcBef>
          <a:spcPct val="20000"/>
        </a:spcBef>
        <a:buFont typeface="Arial" pitchFamily="34" charset="0"/>
        <a:buChar char="–"/>
        <a:defRPr sz="2133" kern="1200">
          <a:solidFill>
            <a:schemeClr val="tx1"/>
          </a:solidFill>
          <a:latin typeface="+mn-lt"/>
          <a:ea typeface="+mn-ea"/>
          <a:cs typeface="+mn-cs"/>
        </a:defRPr>
      </a:lvl4pPr>
      <a:lvl5pPr marL="2742514" indent="-304724" algn="l" defTabSz="1218895" rtl="0" eaLnBrk="1" latinLnBrk="0" hangingPunct="1">
        <a:spcBef>
          <a:spcPct val="20000"/>
        </a:spcBef>
        <a:buFont typeface="Arial" pitchFamily="34" charset="0"/>
        <a:buChar char="»"/>
        <a:defRPr sz="2133" kern="1200">
          <a:solidFill>
            <a:schemeClr val="tx1"/>
          </a:solidFill>
          <a:latin typeface="+mn-lt"/>
          <a:ea typeface="+mn-ea"/>
          <a:cs typeface="+mn-cs"/>
        </a:defRPr>
      </a:lvl5pPr>
      <a:lvl6pPr marL="3351962"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6pPr>
      <a:lvl7pPr marL="3961409"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7pPr>
      <a:lvl8pPr marL="457085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8pPr>
      <a:lvl9pPr marL="5180305"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9pPr>
    </p:bodyStyle>
    <p:other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hyperlink" Target="https://help.sap.com/docs/build-process-automation/sap-build-process-automation/configure-sap-build-process-automation-destinations" TargetMode="Externa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0.xml"/></Relationships>
</file>

<file path=ppt/slides/_rels/slide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12.png"/><Relationship Id="rId4" Type="http://schemas.openxmlformats.org/officeDocument/2006/relationships/hyperlink" Target="http://www.dribbble.com/" TargetMode="External"/></Relationships>
</file>

<file path=ppt/slides/_rels/slide10.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13.jpeg"/><Relationship Id="rId7" Type="http://schemas.openxmlformats.org/officeDocument/2006/relationships/image" Target="../media/image17.tif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16.tiff"/><Relationship Id="rId5" Type="http://schemas.openxmlformats.org/officeDocument/2006/relationships/image" Target="../media/image15.tiff"/><Relationship Id="rId4" Type="http://schemas.openxmlformats.org/officeDocument/2006/relationships/image" Target="../media/image14.tiff"/><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Extension Suite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32</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32</a:t>
            </a:r>
            <a:endParaRPr lang="en-IN" dirty="0">
              <a:solidFill>
                <a:schemeClr val="bg1"/>
              </a:solidFill>
              <a:latin typeface="Cooper Black" panose="0208090404030B020404" pitchFamily="18" charset="0"/>
            </a:endParaRPr>
          </a:p>
        </p:txBody>
      </p:sp>
      <p:sp>
        <p:nvSpPr>
          <p:cNvPr id="5" name="Rectangle: Rounded Corners 4">
            <a:extLst>
              <a:ext uri="{FF2B5EF4-FFF2-40B4-BE49-F238E27FC236}">
                <a16:creationId xmlns:a16="http://schemas.microsoft.com/office/drawing/2014/main" id="{8EE791A1-2958-78B0-ECDD-F89DDE02F4B6}"/>
              </a:ext>
            </a:extLst>
          </p:cNvPr>
          <p:cNvSpPr/>
          <p:nvPr/>
        </p:nvSpPr>
        <p:spPr>
          <a:xfrm>
            <a:off x="3453886" y="1313238"/>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Rounded Corners 5">
            <a:extLst>
              <a:ext uri="{FF2B5EF4-FFF2-40B4-BE49-F238E27FC236}">
                <a16:creationId xmlns:a16="http://schemas.microsoft.com/office/drawing/2014/main" id="{5B89E801-E285-EBED-06F5-7E2B1B8E1E7A}"/>
              </a:ext>
            </a:extLst>
          </p:cNvPr>
          <p:cNvSpPr/>
          <p:nvPr/>
        </p:nvSpPr>
        <p:spPr>
          <a:xfrm>
            <a:off x="3453886" y="3068960"/>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Rectangle: Rounded Corners 6">
            <a:extLst>
              <a:ext uri="{FF2B5EF4-FFF2-40B4-BE49-F238E27FC236}">
                <a16:creationId xmlns:a16="http://schemas.microsoft.com/office/drawing/2014/main" id="{ABAB72EB-5FE6-B5CA-C654-D15CE54000E9}"/>
              </a:ext>
            </a:extLst>
          </p:cNvPr>
          <p:cNvSpPr/>
          <p:nvPr/>
        </p:nvSpPr>
        <p:spPr>
          <a:xfrm>
            <a:off x="3453886" y="4824683"/>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 name="Group 7">
            <a:extLst>
              <a:ext uri="{FF2B5EF4-FFF2-40B4-BE49-F238E27FC236}">
                <a16:creationId xmlns:a16="http://schemas.microsoft.com/office/drawing/2014/main" id="{1A27EE0E-9853-D0E9-E5A8-87BE731920EA}"/>
              </a:ext>
            </a:extLst>
          </p:cNvPr>
          <p:cNvGrpSpPr/>
          <p:nvPr/>
        </p:nvGrpSpPr>
        <p:grpSpPr>
          <a:xfrm>
            <a:off x="4118571" y="1566251"/>
            <a:ext cx="4359562" cy="922336"/>
            <a:chOff x="1395616" y="871285"/>
            <a:chExt cx="3825734" cy="1064137"/>
          </a:xfrm>
        </p:grpSpPr>
        <p:sp>
          <p:nvSpPr>
            <p:cNvPr id="9" name="TextBox 8">
              <a:extLst>
                <a:ext uri="{FF2B5EF4-FFF2-40B4-BE49-F238E27FC236}">
                  <a16:creationId xmlns:a16="http://schemas.microsoft.com/office/drawing/2014/main" id="{8B429D3B-7C38-B33E-067B-835764291C87}"/>
                </a:ext>
              </a:extLst>
            </p:cNvPr>
            <p:cNvSpPr txBox="1"/>
            <p:nvPr/>
          </p:nvSpPr>
          <p:spPr>
            <a:xfrm>
              <a:off x="2984420" y="1243566"/>
              <a:ext cx="2236930" cy="31958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Deploy Process</a:t>
              </a:r>
            </a:p>
          </p:txBody>
        </p:sp>
        <p:sp>
          <p:nvSpPr>
            <p:cNvPr id="10" name="TextBox 9">
              <a:extLst>
                <a:ext uri="{FF2B5EF4-FFF2-40B4-BE49-F238E27FC236}">
                  <a16:creationId xmlns:a16="http://schemas.microsoft.com/office/drawing/2014/main" id="{118C39A3-CA2B-146F-D772-D14998B4D672}"/>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 name="Group 10">
            <a:extLst>
              <a:ext uri="{FF2B5EF4-FFF2-40B4-BE49-F238E27FC236}">
                <a16:creationId xmlns:a16="http://schemas.microsoft.com/office/drawing/2014/main" id="{F7773B0C-4C36-F5CF-6049-15A22D3353B9}"/>
              </a:ext>
            </a:extLst>
          </p:cNvPr>
          <p:cNvGrpSpPr/>
          <p:nvPr/>
        </p:nvGrpSpPr>
        <p:grpSpPr>
          <a:xfrm>
            <a:off x="4118571" y="3321970"/>
            <a:ext cx="4431570" cy="922336"/>
            <a:chOff x="1395616" y="871285"/>
            <a:chExt cx="3825734" cy="1064137"/>
          </a:xfrm>
        </p:grpSpPr>
        <p:sp>
          <p:nvSpPr>
            <p:cNvPr id="12" name="TextBox 11">
              <a:extLst>
                <a:ext uri="{FF2B5EF4-FFF2-40B4-BE49-F238E27FC236}">
                  <a16:creationId xmlns:a16="http://schemas.microsoft.com/office/drawing/2014/main" id="{58BB80F5-BF50-C0D2-25DF-59F695C70420}"/>
                </a:ext>
              </a:extLst>
            </p:cNvPr>
            <p:cNvSpPr txBox="1"/>
            <p:nvPr/>
          </p:nvSpPr>
          <p:spPr>
            <a:xfrm>
              <a:off x="2984420" y="1243562"/>
              <a:ext cx="2236930" cy="319585"/>
            </a:xfrm>
            <a:prstGeom prst="rect">
              <a:avLst/>
            </a:prstGeom>
            <a:noFill/>
          </p:spPr>
          <p:txBody>
            <a:bodyPr wrap="square" lIns="0" tIns="0" rIns="0" bIns="0" rtlCol="0" anchor="ctr">
              <a:spAutoFit/>
            </a:bodyPr>
            <a:lstStyle/>
            <a:p>
              <a:r>
                <a:rPr lang="en-US" sz="1800" dirty="0">
                  <a:solidFill>
                    <a:srgbClr val="FFFFFF"/>
                  </a:solidFill>
                  <a:latin typeface="Segoe UI" panose="020B0502040204020203" pitchFamily="34" charset="0"/>
                  <a:ea typeface="Calibri Light" panose="020F0302020204030204" pitchFamily="34" charset="0"/>
                  <a:cs typeface="Segoe UI" panose="020B0502040204020203" pitchFamily="34" charset="0"/>
                </a:rPr>
                <a:t>Create Destination</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3" name="TextBox 12">
              <a:extLst>
                <a:ext uri="{FF2B5EF4-FFF2-40B4-BE49-F238E27FC236}">
                  <a16:creationId xmlns:a16="http://schemas.microsoft.com/office/drawing/2014/main" id="{6824D9CE-F522-A342-1387-CC55E9C4494E}"/>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4" name="Group 13">
            <a:extLst>
              <a:ext uri="{FF2B5EF4-FFF2-40B4-BE49-F238E27FC236}">
                <a16:creationId xmlns:a16="http://schemas.microsoft.com/office/drawing/2014/main" id="{51BD1B35-A18B-68D7-E07B-1A1A9AD2E859}"/>
              </a:ext>
            </a:extLst>
          </p:cNvPr>
          <p:cNvGrpSpPr/>
          <p:nvPr/>
        </p:nvGrpSpPr>
        <p:grpSpPr>
          <a:xfrm>
            <a:off x="4118571" y="5077693"/>
            <a:ext cx="4431570" cy="922336"/>
            <a:chOff x="1395616" y="871285"/>
            <a:chExt cx="4290329" cy="1064137"/>
          </a:xfrm>
        </p:grpSpPr>
        <p:sp>
          <p:nvSpPr>
            <p:cNvPr id="15" name="TextBox 14">
              <a:extLst>
                <a:ext uri="{FF2B5EF4-FFF2-40B4-BE49-F238E27FC236}">
                  <a16:creationId xmlns:a16="http://schemas.microsoft.com/office/drawing/2014/main" id="{2BEC2032-A77D-A0B0-E149-A23467DC1CAA}"/>
                </a:ext>
              </a:extLst>
            </p:cNvPr>
            <p:cNvSpPr txBox="1"/>
            <p:nvPr/>
          </p:nvSpPr>
          <p:spPr>
            <a:xfrm>
              <a:off x="2984420" y="1083768"/>
              <a:ext cx="2701525" cy="639170"/>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Create app and invoke process</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6" name="TextBox 15">
              <a:extLst>
                <a:ext uri="{FF2B5EF4-FFF2-40B4-BE49-F238E27FC236}">
                  <a16:creationId xmlns:a16="http://schemas.microsoft.com/office/drawing/2014/main" id="{C60195D9-2B81-A5CA-17AA-E418FAD1D320}"/>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FF936-5D85-DD7F-A65D-9D0E2646F7DA}"/>
            </a:ext>
          </a:extLst>
        </p:cNvPr>
        <p:cNvGrpSpPr/>
        <p:nvPr/>
      </p:nvGrpSpPr>
      <p:grpSpPr>
        <a:xfrm>
          <a:off x="0" y="0"/>
          <a:ext cx="0" cy="0"/>
          <a:chOff x="0" y="0"/>
          <a:chExt cx="0" cy="0"/>
        </a:xfrm>
      </p:grpSpPr>
      <p:pic>
        <p:nvPicPr>
          <p:cNvPr id="2" name="Picture 2" descr="A person smiling at a computer&#10;&#10;Description automatically generated">
            <a:extLst>
              <a:ext uri="{FF2B5EF4-FFF2-40B4-BE49-F238E27FC236}">
                <a16:creationId xmlns:a16="http://schemas.microsoft.com/office/drawing/2014/main" id="{C5ADDAA8-09C4-2AD3-B045-D91BD84DADC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b="11950"/>
          <a:stretch/>
        </p:blipFill>
        <p:spPr bwMode="auto">
          <a:xfrm>
            <a:off x="609441" y="1295956"/>
            <a:ext cx="10969943" cy="4829506"/>
          </a:xfrm>
          <a:prstGeom prst="rect">
            <a:avLst/>
          </a:prstGeom>
          <a:solidFill>
            <a:srgbClr val="FFFFFF"/>
          </a:solidFill>
        </p:spPr>
      </p:pic>
      <p:sp>
        <p:nvSpPr>
          <p:cNvPr id="3" name="Footer Placeholder 2">
            <a:extLst>
              <a:ext uri="{FF2B5EF4-FFF2-40B4-BE49-F238E27FC236}">
                <a16:creationId xmlns:a16="http://schemas.microsoft.com/office/drawing/2014/main" id="{573C06EE-9546-B2F7-B405-F9DEF20D24CC}"/>
              </a:ext>
            </a:extLst>
          </p:cNvPr>
          <p:cNvSpPr>
            <a:spLocks noGrp="1"/>
          </p:cNvSpPr>
          <p:nvPr>
            <p:ph type="ftr" sz="quarter" idx="11"/>
          </p:nvPr>
        </p:nvSpPr>
        <p:spPr>
          <a:xfrm>
            <a:off x="4164515" y="6355588"/>
            <a:ext cx="3859795" cy="365030"/>
          </a:xfrm>
        </p:spPr>
        <p:txBody>
          <a:bodyPr anchor="ctr">
            <a:normAutofit/>
          </a:bodyPr>
          <a:lstStyle/>
          <a:p>
            <a:pPr>
              <a:lnSpc>
                <a:spcPct val="90000"/>
              </a:lnSpc>
              <a:spcAft>
                <a:spcPts val="800"/>
              </a:spcAft>
            </a:pPr>
            <a:r>
              <a:rPr lang="en-US" dirty="0"/>
              <a:t>www.anubhavtrainings.com</a:t>
            </a:r>
            <a:endParaRPr lang="en-US"/>
          </a:p>
        </p:txBody>
      </p:sp>
      <p:sp>
        <p:nvSpPr>
          <p:cNvPr id="4" name="Slide Number Placeholder 3">
            <a:extLst>
              <a:ext uri="{FF2B5EF4-FFF2-40B4-BE49-F238E27FC236}">
                <a16:creationId xmlns:a16="http://schemas.microsoft.com/office/drawing/2014/main" id="{4C5BB865-FBB8-C99B-578D-A06188192290}"/>
              </a:ext>
            </a:extLst>
          </p:cNvPr>
          <p:cNvSpPr>
            <a:spLocks noGrp="1"/>
          </p:cNvSpPr>
          <p:nvPr>
            <p:ph type="sldNum" sz="quarter" idx="12"/>
          </p:nvPr>
        </p:nvSpPr>
        <p:spPr>
          <a:xfrm>
            <a:off x="609441" y="6355588"/>
            <a:ext cx="2844059" cy="365030"/>
          </a:xfrm>
        </p:spPr>
        <p:txBody>
          <a:bodyPr anchor="ctr">
            <a:normAutofit/>
          </a:bodyPr>
          <a:lstStyle/>
          <a:p>
            <a:pPr>
              <a:lnSpc>
                <a:spcPct val="90000"/>
              </a:lnSpc>
              <a:spcAft>
                <a:spcPts val="800"/>
              </a:spcAft>
            </a:pPr>
            <a:fld id="{B6F15528-21DE-4FAA-801E-634DDDAF4B2B}" type="slidenum">
              <a:rPr lang="en-US" smtClean="0"/>
              <a:pPr>
                <a:lnSpc>
                  <a:spcPct val="90000"/>
                </a:lnSpc>
                <a:spcAft>
                  <a:spcPts val="800"/>
                </a:spcAft>
              </a:pPr>
              <a:t>4</a:t>
            </a:fld>
            <a:endParaRPr lang="en-US"/>
          </a:p>
        </p:txBody>
      </p:sp>
      <p:sp>
        <p:nvSpPr>
          <p:cNvPr id="5" name="Title 4">
            <a:extLst>
              <a:ext uri="{FF2B5EF4-FFF2-40B4-BE49-F238E27FC236}">
                <a16:creationId xmlns:a16="http://schemas.microsoft.com/office/drawing/2014/main" id="{7C3E2BCE-2B31-8239-DE9D-0379C0E515B8}"/>
              </a:ext>
            </a:extLst>
          </p:cNvPr>
          <p:cNvSpPr>
            <a:spLocks noGrp="1"/>
          </p:cNvSpPr>
          <p:nvPr>
            <p:ph type="title"/>
          </p:nvPr>
        </p:nvSpPr>
        <p:spPr>
          <a:xfrm>
            <a:off x="609441" y="584942"/>
            <a:ext cx="10969943" cy="711016"/>
          </a:xfrm>
        </p:spPr>
        <p:txBody>
          <a:bodyPr>
            <a:normAutofit/>
          </a:bodyPr>
          <a:lstStyle/>
          <a:p>
            <a:r>
              <a:rPr lang="en-IN" dirty="0"/>
              <a:t>Hands-on Create process for Alex</a:t>
            </a:r>
          </a:p>
        </p:txBody>
      </p:sp>
    </p:spTree>
    <p:extLst>
      <p:ext uri="{BB962C8B-B14F-4D97-AF65-F5344CB8AC3E}">
        <p14:creationId xmlns:p14="http://schemas.microsoft.com/office/powerpoint/2010/main" val="4263989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B28174-CDFA-8C93-44DE-9D26D488127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B0293B4-D16C-6B44-34A2-5791214A3189}"/>
              </a:ext>
            </a:extLst>
          </p:cNvPr>
          <p:cNvSpPr>
            <a:spLocks noGrp="1"/>
          </p:cNvSpPr>
          <p:nvPr>
            <p:ph type="ftr" sz="quarter" idx="11"/>
          </p:nvPr>
        </p:nvSpPr>
        <p:spPr/>
        <p:txBody>
          <a:bodyPr/>
          <a:lstStyle/>
          <a:p>
            <a:pPr defTabSz="1218895"/>
            <a:r>
              <a:rPr lang="en-US" dirty="0">
                <a:solidFill>
                  <a:prstClr val="black">
                    <a:tint val="75000"/>
                  </a:prstClr>
                </a:solidFill>
                <a:latin typeface="Calibri"/>
              </a:rPr>
              <a:t>www.anubhavtrainings.com</a:t>
            </a:r>
          </a:p>
        </p:txBody>
      </p:sp>
      <p:sp>
        <p:nvSpPr>
          <p:cNvPr id="4" name="Slide Number Placeholder 3">
            <a:extLst>
              <a:ext uri="{FF2B5EF4-FFF2-40B4-BE49-F238E27FC236}">
                <a16:creationId xmlns:a16="http://schemas.microsoft.com/office/drawing/2014/main" id="{B2BA628F-50F7-5410-6868-C9F572B7B1D9}"/>
              </a:ext>
            </a:extLst>
          </p:cNvPr>
          <p:cNvSpPr>
            <a:spLocks noGrp="1"/>
          </p:cNvSpPr>
          <p:nvPr>
            <p:ph type="sldNum" sz="quarter" idx="12"/>
          </p:nvPr>
        </p:nvSpPr>
        <p:spPr>
          <a:xfrm>
            <a:off x="203147" y="6374633"/>
            <a:ext cx="609441" cy="365030"/>
          </a:xfrm>
        </p:spPr>
        <p:txBody>
          <a:bodyPr/>
          <a:lstStyle/>
          <a:p>
            <a:pPr defTabSz="1218895"/>
            <a:fld id="{B6F15528-21DE-4FAA-801E-634DDDAF4B2B}" type="slidenum">
              <a:rPr lang="en-US">
                <a:solidFill>
                  <a:prstClr val="black">
                    <a:tint val="75000"/>
                  </a:prstClr>
                </a:solidFill>
                <a:latin typeface="Calibri"/>
              </a:rPr>
              <a:pPr defTabSz="1218895"/>
              <a:t>5</a:t>
            </a:fld>
            <a:endParaRPr lang="en-US" dirty="0">
              <a:solidFill>
                <a:prstClr val="black">
                  <a:tint val="75000"/>
                </a:prstClr>
              </a:solidFill>
              <a:latin typeface="Calibri"/>
            </a:endParaRPr>
          </a:p>
        </p:txBody>
      </p:sp>
      <p:sp>
        <p:nvSpPr>
          <p:cNvPr id="5" name="Title 4">
            <a:extLst>
              <a:ext uri="{FF2B5EF4-FFF2-40B4-BE49-F238E27FC236}">
                <a16:creationId xmlns:a16="http://schemas.microsoft.com/office/drawing/2014/main" id="{A24F3A64-CE1A-D036-09F0-4A36790CCB77}"/>
              </a:ext>
            </a:extLst>
          </p:cNvPr>
          <p:cNvSpPr>
            <a:spLocks noGrp="1"/>
          </p:cNvSpPr>
          <p:nvPr>
            <p:ph type="title"/>
          </p:nvPr>
        </p:nvSpPr>
        <p:spPr>
          <a:xfrm>
            <a:off x="101573" y="178647"/>
            <a:ext cx="10969943" cy="711016"/>
          </a:xfrm>
        </p:spPr>
        <p:txBody>
          <a:bodyPr/>
          <a:lstStyle/>
          <a:p>
            <a:r>
              <a:rPr lang="en-IN" sz="3333" dirty="0" err="1"/>
              <a:t>sap_process_automation_service_user_access</a:t>
            </a:r>
            <a:endParaRPr lang="en-IN" sz="3333" dirty="0"/>
          </a:p>
        </p:txBody>
      </p:sp>
      <p:sp>
        <p:nvSpPr>
          <p:cNvPr id="2" name="TextBox 1">
            <a:extLst>
              <a:ext uri="{FF2B5EF4-FFF2-40B4-BE49-F238E27FC236}">
                <a16:creationId xmlns:a16="http://schemas.microsoft.com/office/drawing/2014/main" id="{35568780-1AAC-B5C6-5A6B-0A098D05DC10}"/>
              </a:ext>
            </a:extLst>
          </p:cNvPr>
          <p:cNvSpPr txBox="1"/>
          <p:nvPr/>
        </p:nvSpPr>
        <p:spPr>
          <a:xfrm>
            <a:off x="203147" y="1295955"/>
            <a:ext cx="11782531" cy="5424663"/>
          </a:xfrm>
          <a:prstGeom prst="rect">
            <a:avLst/>
          </a:prstGeom>
        </p:spPr>
        <p:txBody>
          <a:bodyPr vert="horz" lIns="121888" tIns="60944" rIns="121888" bIns="60944" rtlCol="0">
            <a:normAutofit/>
          </a:bodyPr>
          <a:lstStyle/>
          <a:p>
            <a:pPr defTabSz="1218895">
              <a:spcBef>
                <a:spcPct val="20000"/>
              </a:spcBef>
            </a:pPr>
            <a:r>
              <a:rPr lang="en-US" sz="1866" dirty="0">
                <a:solidFill>
                  <a:prstClr val="black"/>
                </a:solidFill>
                <a:latin typeface="Calibri"/>
                <a:hlinkClick r:id="rId2"/>
              </a:rPr>
              <a:t>https://help.sap.com/docs/build-process-automation/sap-build-process-automation/configure-sap-build-process-automation-destinations</a:t>
            </a:r>
            <a:endParaRPr lang="en-US" sz="1866" dirty="0">
              <a:solidFill>
                <a:prstClr val="black"/>
              </a:solidFill>
              <a:latin typeface="Calibri"/>
            </a:endParaRPr>
          </a:p>
          <a:p>
            <a:pPr defTabSz="1218895">
              <a:spcBef>
                <a:spcPct val="20000"/>
              </a:spcBef>
            </a:pPr>
            <a:endParaRPr lang="en-US" sz="1866" dirty="0">
              <a:solidFill>
                <a:prstClr val="black"/>
              </a:solidFill>
              <a:latin typeface="Calibri"/>
            </a:endParaRPr>
          </a:p>
        </p:txBody>
      </p:sp>
    </p:spTree>
    <p:extLst>
      <p:ext uri="{BB962C8B-B14F-4D97-AF65-F5344CB8AC3E}">
        <p14:creationId xmlns:p14="http://schemas.microsoft.com/office/powerpoint/2010/main" val="29615191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0EE7F-E514-30CF-A0FE-13000C06691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0B8AEB6-816B-6421-51F8-0FB021CEEEEB}"/>
              </a:ext>
            </a:extLst>
          </p:cNvPr>
          <p:cNvSpPr>
            <a:spLocks noGrp="1"/>
          </p:cNvSpPr>
          <p:nvPr>
            <p:ph type="ftr" sz="quarter" idx="11"/>
          </p:nvPr>
        </p:nvSpPr>
        <p:spPr/>
        <p:txBody>
          <a:bodyPr/>
          <a:lstStyle/>
          <a:p>
            <a:pPr defTabSz="1218895"/>
            <a:r>
              <a:rPr lang="en-US" dirty="0">
                <a:solidFill>
                  <a:prstClr val="black">
                    <a:tint val="75000"/>
                  </a:prstClr>
                </a:solidFill>
                <a:latin typeface="Calibri"/>
              </a:rPr>
              <a:t>www.anubhavtrainings.com</a:t>
            </a:r>
          </a:p>
        </p:txBody>
      </p:sp>
      <p:sp>
        <p:nvSpPr>
          <p:cNvPr id="4" name="Slide Number Placeholder 3">
            <a:extLst>
              <a:ext uri="{FF2B5EF4-FFF2-40B4-BE49-F238E27FC236}">
                <a16:creationId xmlns:a16="http://schemas.microsoft.com/office/drawing/2014/main" id="{92DE6FD0-70C0-6E3B-36CB-4BAE00AE86DD}"/>
              </a:ext>
            </a:extLst>
          </p:cNvPr>
          <p:cNvSpPr>
            <a:spLocks noGrp="1"/>
          </p:cNvSpPr>
          <p:nvPr>
            <p:ph type="sldNum" sz="quarter" idx="12"/>
          </p:nvPr>
        </p:nvSpPr>
        <p:spPr>
          <a:xfrm>
            <a:off x="203147" y="6374633"/>
            <a:ext cx="609441" cy="365030"/>
          </a:xfrm>
        </p:spPr>
        <p:txBody>
          <a:bodyPr/>
          <a:lstStyle/>
          <a:p>
            <a:pPr defTabSz="1218895"/>
            <a:fld id="{B6F15528-21DE-4FAA-801E-634DDDAF4B2B}" type="slidenum">
              <a:rPr lang="en-US">
                <a:solidFill>
                  <a:prstClr val="black">
                    <a:tint val="75000"/>
                  </a:prstClr>
                </a:solidFill>
                <a:latin typeface="Calibri"/>
              </a:rPr>
              <a:pPr defTabSz="1218895"/>
              <a:t>6</a:t>
            </a:fld>
            <a:endParaRPr lang="en-US" dirty="0">
              <a:solidFill>
                <a:prstClr val="black">
                  <a:tint val="75000"/>
                </a:prstClr>
              </a:solidFill>
              <a:latin typeface="Calibri"/>
            </a:endParaRPr>
          </a:p>
        </p:txBody>
      </p:sp>
      <p:sp>
        <p:nvSpPr>
          <p:cNvPr id="5" name="Title 4">
            <a:extLst>
              <a:ext uri="{FF2B5EF4-FFF2-40B4-BE49-F238E27FC236}">
                <a16:creationId xmlns:a16="http://schemas.microsoft.com/office/drawing/2014/main" id="{320B83AE-DAEF-3FF0-D2D0-D736F0001817}"/>
              </a:ext>
            </a:extLst>
          </p:cNvPr>
          <p:cNvSpPr>
            <a:spLocks noGrp="1"/>
          </p:cNvSpPr>
          <p:nvPr>
            <p:ph type="title"/>
          </p:nvPr>
        </p:nvSpPr>
        <p:spPr>
          <a:xfrm>
            <a:off x="101573" y="178647"/>
            <a:ext cx="10969943" cy="711016"/>
          </a:xfrm>
        </p:spPr>
        <p:txBody>
          <a:bodyPr/>
          <a:lstStyle/>
          <a:p>
            <a:r>
              <a:rPr lang="en-IN" sz="3333" dirty="0"/>
              <a:t>What is Build Apps?</a:t>
            </a:r>
          </a:p>
        </p:txBody>
      </p:sp>
      <p:sp>
        <p:nvSpPr>
          <p:cNvPr id="2" name="TextBox 1">
            <a:extLst>
              <a:ext uri="{FF2B5EF4-FFF2-40B4-BE49-F238E27FC236}">
                <a16:creationId xmlns:a16="http://schemas.microsoft.com/office/drawing/2014/main" id="{9A7C0E8A-37FF-B256-11B5-96411186DD48}"/>
              </a:ext>
            </a:extLst>
          </p:cNvPr>
          <p:cNvSpPr txBox="1"/>
          <p:nvPr/>
        </p:nvSpPr>
        <p:spPr>
          <a:xfrm>
            <a:off x="252942" y="1457027"/>
            <a:ext cx="11732736" cy="748795"/>
          </a:xfrm>
          <a:prstGeom prst="rect">
            <a:avLst/>
          </a:prstGeom>
          <a:noFill/>
        </p:spPr>
        <p:txBody>
          <a:bodyPr wrap="square" rtlCol="0">
            <a:spAutoFit/>
          </a:bodyPr>
          <a:lstStyle/>
          <a:p>
            <a:pPr defTabSz="1218895"/>
            <a:r>
              <a:rPr lang="en-US" sz="2133" dirty="0">
                <a:solidFill>
                  <a:srgbClr val="223548"/>
                </a:solidFill>
                <a:latin typeface="72 Brand Variable"/>
              </a:rPr>
              <a:t>SAP Build Apps is an AI-infused professional application development solution designed for anyone to quickly create apps without code regardless of role or skill level.</a:t>
            </a:r>
            <a:endParaRPr lang="en-IN" sz="2133" dirty="0">
              <a:solidFill>
                <a:prstClr val="black"/>
              </a:solidFill>
              <a:latin typeface="Calibri"/>
            </a:endParaRPr>
          </a:p>
        </p:txBody>
      </p:sp>
      <p:pic>
        <p:nvPicPr>
          <p:cNvPr id="7" name="Picture 6">
            <a:extLst>
              <a:ext uri="{FF2B5EF4-FFF2-40B4-BE49-F238E27FC236}">
                <a16:creationId xmlns:a16="http://schemas.microsoft.com/office/drawing/2014/main" id="{76BE1B0A-95B0-EF9F-7684-EA4FA264E171}"/>
              </a:ext>
            </a:extLst>
          </p:cNvPr>
          <p:cNvPicPr>
            <a:picLocks noChangeAspect="1"/>
          </p:cNvPicPr>
          <p:nvPr/>
        </p:nvPicPr>
        <p:blipFill>
          <a:blip r:embed="rId2"/>
          <a:stretch>
            <a:fillRect/>
          </a:stretch>
        </p:blipFill>
        <p:spPr>
          <a:xfrm>
            <a:off x="-1" y="2297044"/>
            <a:ext cx="12188825" cy="3079623"/>
          </a:xfrm>
          <a:prstGeom prst="rect">
            <a:avLst/>
          </a:prstGeom>
        </p:spPr>
      </p:pic>
    </p:spTree>
    <p:extLst>
      <p:ext uri="{BB962C8B-B14F-4D97-AF65-F5344CB8AC3E}">
        <p14:creationId xmlns:p14="http://schemas.microsoft.com/office/powerpoint/2010/main" val="28098809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DBB92-0448-10F1-FA6A-1DB07C3435D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12F512E-4323-5FFE-F414-58920DD3EAE6}"/>
              </a:ext>
            </a:extLst>
          </p:cNvPr>
          <p:cNvSpPr>
            <a:spLocks noGrp="1"/>
          </p:cNvSpPr>
          <p:nvPr>
            <p:ph type="title"/>
          </p:nvPr>
        </p:nvSpPr>
        <p:spPr>
          <a:xfrm>
            <a:off x="609441" y="211021"/>
            <a:ext cx="6500707" cy="881788"/>
          </a:xfrm>
        </p:spPr>
        <p:txBody>
          <a:bodyPr anchor="b">
            <a:noAutofit/>
          </a:bodyPr>
          <a:lstStyle/>
          <a:p>
            <a:r>
              <a:rPr lang="en-US" sz="3199" dirty="0">
                <a:latin typeface="Cooper Black" panose="0208090404030B020404" pitchFamily="18" charset="0"/>
              </a:rPr>
              <a:t>Core Capabilities?</a:t>
            </a:r>
          </a:p>
        </p:txBody>
      </p:sp>
      <p:sp>
        <p:nvSpPr>
          <p:cNvPr id="6" name="TextBox 5">
            <a:extLst>
              <a:ext uri="{FF2B5EF4-FFF2-40B4-BE49-F238E27FC236}">
                <a16:creationId xmlns:a16="http://schemas.microsoft.com/office/drawing/2014/main" id="{5A3F413B-EFF8-C4B5-F722-AE70853A02F1}"/>
              </a:ext>
            </a:extLst>
          </p:cNvPr>
          <p:cNvSpPr txBox="1"/>
          <p:nvPr/>
        </p:nvSpPr>
        <p:spPr>
          <a:xfrm>
            <a:off x="570332" y="1404409"/>
            <a:ext cx="5116155" cy="5347850"/>
          </a:xfrm>
          <a:prstGeom prst="rect">
            <a:avLst/>
          </a:prstGeom>
        </p:spPr>
        <p:txBody>
          <a:bodyPr vert="horz" lIns="121888" tIns="60944" rIns="121888" bIns="60944" rtlCol="0">
            <a:noAutofit/>
          </a:bodyPr>
          <a:lstStyle/>
          <a:p>
            <a:pPr algn="just" defTabSz="1218895" fontAlgn="base"/>
            <a:r>
              <a:rPr lang="en-US" sz="1466" b="1" dirty="0">
                <a:solidFill>
                  <a:prstClr val="black"/>
                </a:solidFill>
                <a:latin typeface="Calibri"/>
              </a:rPr>
              <a:t>Build Visually – </a:t>
            </a:r>
            <a:r>
              <a:rPr lang="en-US" sz="1466" dirty="0">
                <a:solidFill>
                  <a:prstClr val="black"/>
                </a:solidFill>
                <a:latin typeface="Calibri"/>
              </a:rPr>
              <a:t>SAP Build Capabilities enable customers to build visually, using drag-and-drop tools and intuitive interfaces. This allows users to quickly and easily design, configure, and deploy applications with no coding. By leveraging the SAP Build capabilities, customers can quickly create rich, interactive applications that streamline business processes, drive greater efficiency, and reduce operational costs. The tools are designed to be easy to use and are backed by a comprehensive library of pre-configured components, integration APIs, and data connectors.</a:t>
            </a:r>
          </a:p>
          <a:p>
            <a:pPr algn="just" defTabSz="1218895" fontAlgn="base"/>
            <a:endParaRPr lang="en-US" sz="1466" dirty="0">
              <a:solidFill>
                <a:prstClr val="black"/>
              </a:solidFill>
              <a:latin typeface="Calibri"/>
            </a:endParaRPr>
          </a:p>
          <a:p>
            <a:pPr algn="just" defTabSz="1218895" fontAlgn="base"/>
            <a:r>
              <a:rPr lang="en-US" sz="1466" b="1" dirty="0">
                <a:solidFill>
                  <a:prstClr val="black"/>
                </a:solidFill>
                <a:latin typeface="Calibri"/>
              </a:rPr>
              <a:t>Integrate Seamlessly – </a:t>
            </a:r>
            <a:r>
              <a:rPr lang="en-US" sz="1466" dirty="0">
                <a:solidFill>
                  <a:prstClr val="black"/>
                </a:solidFill>
                <a:latin typeface="Calibri"/>
              </a:rPr>
              <a:t>SAP Build capabilities help customers integrate their SAP solutions, applications, and systems with each other and with other systems and applications.</a:t>
            </a:r>
          </a:p>
          <a:p>
            <a:pPr algn="just" defTabSz="1218895" fontAlgn="base"/>
            <a:endParaRPr lang="en-US" sz="1466" dirty="0">
              <a:solidFill>
                <a:prstClr val="black"/>
              </a:solidFill>
              <a:latin typeface="Calibri"/>
            </a:endParaRPr>
          </a:p>
          <a:p>
            <a:pPr algn="just" defTabSz="1218895" fontAlgn="base"/>
            <a:r>
              <a:rPr lang="en-US" sz="1466" b="1" dirty="0">
                <a:solidFill>
                  <a:prstClr val="black"/>
                </a:solidFill>
                <a:latin typeface="Calibri"/>
              </a:rPr>
              <a:t>Collaborate Effectively –  </a:t>
            </a:r>
            <a:r>
              <a:rPr lang="en-US" sz="1466" dirty="0">
                <a:solidFill>
                  <a:prstClr val="black"/>
                </a:solidFill>
                <a:latin typeface="Calibri"/>
              </a:rPr>
              <a:t>With its feature of seamless integration, SAP Build helps businesses leverage technologies like cloud-based tools with development teams to establish communication protocols like lifecycle management and built-in governance.</a:t>
            </a:r>
          </a:p>
        </p:txBody>
      </p:sp>
      <p:sp>
        <p:nvSpPr>
          <p:cNvPr id="3" name="Footer Placeholder 2">
            <a:extLst>
              <a:ext uri="{FF2B5EF4-FFF2-40B4-BE49-F238E27FC236}">
                <a16:creationId xmlns:a16="http://schemas.microsoft.com/office/drawing/2014/main" id="{1323F023-5153-4873-8349-333A1B64F85A}"/>
              </a:ext>
            </a:extLst>
          </p:cNvPr>
          <p:cNvSpPr>
            <a:spLocks noGrp="1"/>
          </p:cNvSpPr>
          <p:nvPr>
            <p:ph type="ftr" sz="quarter" idx="11"/>
          </p:nvPr>
        </p:nvSpPr>
        <p:spPr>
          <a:xfrm>
            <a:off x="4164515" y="6355588"/>
            <a:ext cx="3859795" cy="365030"/>
          </a:xfrm>
        </p:spPr>
        <p:txBody>
          <a:bodyPr vert="horz" lIns="121888" tIns="60944" rIns="121888" bIns="60944" rtlCol="0" anchor="ctr">
            <a:normAutofit/>
          </a:bodyPr>
          <a:lstStyle/>
          <a:p>
            <a:pPr defTabSz="1218895">
              <a:lnSpc>
                <a:spcPct val="90000"/>
              </a:lnSpc>
              <a:spcAft>
                <a:spcPts val="800"/>
              </a:spcAft>
            </a:pPr>
            <a:r>
              <a:rPr lang="en-US">
                <a:solidFill>
                  <a:prstClr val="black">
                    <a:tint val="75000"/>
                  </a:prstClr>
                </a:solidFill>
                <a:latin typeface="Calibri"/>
              </a:rPr>
              <a:t>www.anubhavtrainings.com</a:t>
            </a:r>
          </a:p>
        </p:txBody>
      </p:sp>
      <p:sp>
        <p:nvSpPr>
          <p:cNvPr id="4" name="Slide Number Placeholder 3">
            <a:extLst>
              <a:ext uri="{FF2B5EF4-FFF2-40B4-BE49-F238E27FC236}">
                <a16:creationId xmlns:a16="http://schemas.microsoft.com/office/drawing/2014/main" id="{FAA42F60-A368-C0CC-8092-292F67DD5626}"/>
              </a:ext>
            </a:extLst>
          </p:cNvPr>
          <p:cNvSpPr>
            <a:spLocks noGrp="1"/>
          </p:cNvSpPr>
          <p:nvPr>
            <p:ph type="sldNum" sz="quarter" idx="12"/>
          </p:nvPr>
        </p:nvSpPr>
        <p:spPr>
          <a:xfrm>
            <a:off x="8735324" y="6355588"/>
            <a:ext cx="2844059" cy="365030"/>
          </a:xfrm>
        </p:spPr>
        <p:txBody>
          <a:bodyPr vert="horz" lIns="121888" tIns="60944" rIns="121888" bIns="60944" rtlCol="0" anchor="ctr">
            <a:normAutofit/>
          </a:bodyPr>
          <a:lstStyle/>
          <a:p>
            <a:pPr defTabSz="1218895">
              <a:lnSpc>
                <a:spcPct val="90000"/>
              </a:lnSpc>
              <a:spcAft>
                <a:spcPts val="800"/>
              </a:spcAft>
            </a:pPr>
            <a:fld id="{B6F15528-21DE-4FAA-801E-634DDDAF4B2B}" type="slidenum">
              <a:rPr lang="en-US">
                <a:solidFill>
                  <a:prstClr val="black">
                    <a:tint val="75000"/>
                  </a:prstClr>
                </a:solidFill>
                <a:latin typeface="Calibri"/>
              </a:rPr>
              <a:pPr defTabSz="1218895">
                <a:lnSpc>
                  <a:spcPct val="90000"/>
                </a:lnSpc>
                <a:spcAft>
                  <a:spcPts val="800"/>
                </a:spcAft>
              </a:pPr>
              <a:t>7</a:t>
            </a:fld>
            <a:endParaRPr lang="en-US">
              <a:solidFill>
                <a:prstClr val="black">
                  <a:tint val="75000"/>
                </a:prstClr>
              </a:solidFill>
              <a:latin typeface="Calibri"/>
            </a:endParaRPr>
          </a:p>
        </p:txBody>
      </p:sp>
      <p:pic>
        <p:nvPicPr>
          <p:cNvPr id="2050" name="Picture 2">
            <a:extLst>
              <a:ext uri="{FF2B5EF4-FFF2-40B4-BE49-F238E27FC236}">
                <a16:creationId xmlns:a16="http://schemas.microsoft.com/office/drawing/2014/main" id="{E6C5C3CF-D3AF-842C-ADD4-D11C6DD1B88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08486" y="2121693"/>
            <a:ext cx="6380339" cy="306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34478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1000"/>
                                        <p:tgtEl>
                                          <p:spTgt spid="6"/>
                                        </p:tgtEl>
                                      </p:cBhvr>
                                    </p:animEffect>
                                    <p:anim calcmode="lin" valueType="num">
                                      <p:cBhvr>
                                        <p:cTn id="15" dur="1000" fill="hold"/>
                                        <p:tgtEl>
                                          <p:spTgt spid="6"/>
                                        </p:tgtEl>
                                        <p:attrNameLst>
                                          <p:attrName>ppt_x</p:attrName>
                                        </p:attrNameLst>
                                      </p:cBhvr>
                                      <p:tavLst>
                                        <p:tav tm="0">
                                          <p:val>
                                            <p:strVal val="#ppt_x"/>
                                          </p:val>
                                        </p:tav>
                                        <p:tav tm="100000">
                                          <p:val>
                                            <p:strVal val="#ppt_x"/>
                                          </p:val>
                                        </p:tav>
                                      </p:tavLst>
                                    </p:anim>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24</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260+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60,000+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26000+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8339</TotalTime>
  <Words>387</Words>
  <Application>Microsoft Office PowerPoint</Application>
  <PresentationFormat>Custom</PresentationFormat>
  <Paragraphs>54</Paragraphs>
  <Slides>10</Slides>
  <Notes>1</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10</vt:i4>
      </vt:variant>
    </vt:vector>
  </HeadingPairs>
  <TitlesOfParts>
    <vt:vector size="20" baseType="lpstr">
      <vt:lpstr>72 Brand Variable</vt:lpstr>
      <vt:lpstr>Amasis MT Pro Black</vt:lpstr>
      <vt:lpstr>Arial</vt:lpstr>
      <vt:lpstr>Arial Black</vt:lpstr>
      <vt:lpstr>Calibri</vt:lpstr>
      <vt:lpstr>Cooper Black</vt:lpstr>
      <vt:lpstr>Segoe UI</vt:lpstr>
      <vt:lpstr>Segoe UI Light</vt:lpstr>
      <vt:lpstr>Office Theme</vt:lpstr>
      <vt:lpstr>1_Office Theme</vt:lpstr>
      <vt:lpstr>SAP BTP Extension Suite Training</vt:lpstr>
      <vt:lpstr>PowerPoint Presentation</vt:lpstr>
      <vt:lpstr>Agenda – Day 32</vt:lpstr>
      <vt:lpstr>Hands-on Create process for Alex</vt:lpstr>
      <vt:lpstr>sap_process_automation_service_user_access</vt:lpstr>
      <vt:lpstr>What is Build Apps?</vt:lpstr>
      <vt:lpstr>Core Capabilities?</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346</cp:revision>
  <dcterms:created xsi:type="dcterms:W3CDTF">2013-09-12T13:05:01Z</dcterms:created>
  <dcterms:modified xsi:type="dcterms:W3CDTF">2026-03-03T13:08:20Z</dcterms:modified>
</cp:coreProperties>
</file>