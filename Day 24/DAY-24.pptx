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 id="2147483709" r:id="rId3"/>
    <p:sldMasterId id="2147483729" r:id="rId4"/>
  </p:sldMasterIdLst>
  <p:notesMasterIdLst>
    <p:notesMasterId r:id="rId14"/>
  </p:notesMasterIdLst>
  <p:sldIdLst>
    <p:sldId id="256" r:id="rId5"/>
    <p:sldId id="402" r:id="rId6"/>
    <p:sldId id="276" r:id="rId7"/>
    <p:sldId id="314" r:id="rId8"/>
    <p:sldId id="1208" r:id="rId9"/>
    <p:sldId id="1209" r:id="rId10"/>
    <p:sldId id="1215" r:id="rId11"/>
    <p:sldId id="419" r:id="rId12"/>
    <p:sldId id="409" r:id="rId13"/>
  </p:sldIdLst>
  <p:sldSz cx="12188825" cy="6858000"/>
  <p:notesSz cx="6858000" cy="9144000"/>
  <p:embeddedFontLst>
    <p:embeddedFont>
      <p:font typeface="Arial Black" panose="020B0A04020102020204" pitchFamily="34" charset="0"/>
      <p:regular r:id="rId15"/>
      <p:bold r:id="rId16"/>
    </p:embeddedFont>
    <p:embeddedFont>
      <p:font typeface="Cambria" panose="02040503050406030204" pitchFamily="18" charset="0"/>
      <p:regular r:id="rId17"/>
      <p:bold r:id="rId18"/>
      <p:italic r:id="rId19"/>
      <p:boldItalic r:id="rId20"/>
    </p:embeddedFont>
    <p:embeddedFont>
      <p:font typeface="Cooper Black" panose="0208090404030B020404" pitchFamily="18" charset="0"/>
      <p:regular r:id="rId21"/>
    </p:embeddedFont>
    <p:embeddedFont>
      <p:font typeface="Corben" panose="020B0604020202020204" charset="0"/>
      <p:bold r:id="rId22"/>
    </p:embeddedFont>
    <p:embeddedFont>
      <p:font typeface="Open Sans" panose="020B0606030504020204" pitchFamily="34" charset="0"/>
      <p:regular r:id="rId23"/>
      <p:bold r:id="rId24"/>
      <p:italic r:id="rId25"/>
      <p:boldItalic r:id="rId26"/>
    </p:embeddedFont>
    <p:embeddedFont>
      <p:font typeface="Quattrocento Sans" panose="020B0502050000020003" pitchFamily="34" charset="0"/>
      <p:regular r:id="rId27"/>
      <p:bold r:id="rId28"/>
      <p:italic r:id="rId29"/>
      <p:boldItalic r:id="rId30"/>
    </p:embeddedFont>
    <p:embeddedFont>
      <p:font typeface="Segoe UI" panose="020B0502040204020203" pitchFamily="34" charset="0"/>
      <p:regular r:id="rId31"/>
      <p:bold r:id="rId32"/>
      <p:italic r:id="rId33"/>
      <p:boldItalic r:id="rId34"/>
    </p:embeddedFont>
    <p:embeddedFont>
      <p:font typeface="Segoe UI Black" panose="020B0A02040204020203" pitchFamily="34" charset="0"/>
      <p:bold r:id="rId35"/>
      <p:boldItalic r:id="rId36"/>
    </p:embeddedFont>
    <p:embeddedFont>
      <p:font typeface="Segoe UI Light" panose="020B0502040204020203" pitchFamily="34" charset="0"/>
      <p:regular r:id="rId37"/>
      <p: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03" roundtripDataSignature="AMtx7mjDuvg+AJ5SXhqS019oXJCQRER+/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3E6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280" autoAdjust="0"/>
    <p:restoredTop sz="94660"/>
  </p:normalViewPr>
  <p:slideViewPr>
    <p:cSldViewPr snapToGrid="0">
      <p:cViewPr varScale="1">
        <p:scale>
          <a:sx n="96" d="100"/>
          <a:sy n="96" d="100"/>
        </p:scale>
        <p:origin x="904" y="288"/>
      </p:cViewPr>
      <p:guideLst>
        <p:guide orient="horz" pos="2160"/>
        <p:guide pos="383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font" Target="fonts/font4.fntdata"/><Relationship Id="rId26" Type="http://schemas.openxmlformats.org/officeDocument/2006/relationships/font" Target="fonts/font12.fntdata"/><Relationship Id="rId21" Type="http://schemas.openxmlformats.org/officeDocument/2006/relationships/font" Target="fonts/font7.fntdata"/><Relationship Id="rId34" Type="http://schemas.openxmlformats.org/officeDocument/2006/relationships/font" Target="fonts/font20.fntdata"/><Relationship Id="rId7" Type="http://schemas.openxmlformats.org/officeDocument/2006/relationships/slide" Target="slides/slide3.xml"/><Relationship Id="rId20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10.fntdata"/><Relationship Id="rId32" Type="http://schemas.openxmlformats.org/officeDocument/2006/relationships/font" Target="fonts/font18.fntdata"/><Relationship Id="rId37" Type="http://schemas.openxmlformats.org/officeDocument/2006/relationships/font" Target="fonts/font23.fntdata"/><Relationship Id="rId20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font" Target="fonts/font14.fntdata"/><Relationship Id="rId36" Type="http://schemas.openxmlformats.org/officeDocument/2006/relationships/font" Target="fonts/font22.fntdata"/><Relationship Id="rId203" Type="http://customschemas.google.com/relationships/presentationmetadata" Target="metadata"/><Relationship Id="rId10" Type="http://schemas.openxmlformats.org/officeDocument/2006/relationships/slide" Target="slides/slide6.xml"/><Relationship Id="rId19" Type="http://schemas.openxmlformats.org/officeDocument/2006/relationships/font" Target="fonts/font5.fntdata"/><Relationship Id="rId31" Type="http://schemas.openxmlformats.org/officeDocument/2006/relationships/font" Target="fonts/font17.fntdata"/><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font" Target="fonts/font13.fntdata"/><Relationship Id="rId30" Type="http://schemas.openxmlformats.org/officeDocument/2006/relationships/font" Target="fonts/font16.fntdata"/><Relationship Id="rId35" Type="http://schemas.openxmlformats.org/officeDocument/2006/relationships/font" Target="fonts/font21.fntdata"/><Relationship Id="rId207" Type="http://schemas.openxmlformats.org/officeDocument/2006/relationships/tableStyles" Target="tableStyles.xml"/><Relationship Id="rId8" Type="http://schemas.openxmlformats.org/officeDocument/2006/relationships/slide" Target="slides/slide4.xml"/><Relationship Id="rId206"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font" Target="fonts/font3.fntdata"/><Relationship Id="rId25" Type="http://schemas.openxmlformats.org/officeDocument/2006/relationships/font" Target="fonts/font11.fntdata"/><Relationship Id="rId33" Type="http://schemas.openxmlformats.org/officeDocument/2006/relationships/font" Target="fonts/font19.fntdata"/><Relationship Id="rId38" Type="http://schemas.openxmlformats.org/officeDocument/2006/relationships/font" Target="fonts/font24.fntdata"/></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6T09:25:05.631"/>
    </inkml:context>
    <inkml:brush xml:id="br0">
      <inkml:brushProperty name="width" value="0.05" units="cm"/>
      <inkml:brushProperty name="height" value="0.05" units="cm"/>
    </inkml:brush>
  </inkml:definitions>
  <inkml:trace contextRef="#ctx0" brushRef="#br0">0 0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09T06:54:39.619"/>
    </inkml:context>
    <inkml:brush xml:id="br0">
      <inkml:brushProperty name="width" value="0.05" units="cm"/>
      <inkml:brushProperty name="height" value="0.05" units="cm"/>
    </inkml:brush>
  </inkml:definitions>
  <inkml:trace contextRef="#ctx0" brushRef="#br0">206 874 24575,'160'-8'0,"-13"-1"0,1169 8 0,-639 3 0,1914-2 0,-2555-2 0,0-2 0,36-7 0,5-2 0,31 1 0,122 2 0,-181 11 0,78-2 0,-124 1 0,0 0 0,0 0 0,0 0 0,0-1 0,0 0 0,0 1 0,-1-1 0,1 0 0,0 0 0,0 0 0,0-1 0,-1 1 0,1-1 0,-1 1 0,1-1 0,-1 0 0,0 0 0,1 0 0,-1 0 0,3-4 0,-3 1 0,0 0 0,0 0 0,0 1 0,0-1 0,-1 0 0,0-1 0,0 1 0,0 0 0,0 0 0,-1 0 0,0-6 0,-1-40 0,-1 1 0,-3-1 0,-2 1 0,-22-80 0,-64-170 0,92 295 0,-1-1 0,0 0 0,0 1 0,0-1 0,-1 1 0,0 0 0,0 0 0,-4-6 0,5 9 0,-1 0 0,0-1 0,1 1 0,-1 0 0,0 1 0,0-1 0,0 0 0,0 1 0,0 0 0,0-1 0,0 1 0,-1 1 0,1-1 0,0 0 0,-7 0 0,-194-1 0,121 4 0,-2515 3 0,1483-7 0,-315 2 0,1422 0 0,-1 1 0,1 0 0,-1 0 0,1 0 0,0 1 0,0 0 0,0 1 0,0 0 0,0 0 0,0 1 0,1 0 0,-1 0 0,1 0 0,0 1 0,1 1 0,-1-1 0,1 1 0,0 0 0,0 0 0,1 1 0,0-1 0,0 1 0,0 0 0,1 1 0,0-1 0,1 1 0,0 0 0,0 0 0,0 0 0,-1 9 0,-3 26 0,-3 75 0,8-81 0,-1 0 0,-1 0 0,-14 49 0,13-67 86,0-1-1,1 1 0,-3 27 1,6-41-176,1 0 0,0 0 0,0 0 0,1 0 0,0 0 1,-1-1-1,1 1 0,1 0 0,-1 0 0,1-1 1,0 1-1,0-1 0,0 0 0,0 1 0,1-1 0,0 0 1,0 0-1,6 6 0,4 1-6736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pixabay.com/photos/san-francisco-transamerica-pyramid-1633203/"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3" name="Google Shape;493;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4" name="Google Shape;494;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hlinkClick r:id="rId3"/>
              </a:rPr>
              <a:t>https://pixabay.com/photos/san-francisco-transamerica-pyramid-1633203/</a:t>
            </a:r>
            <a:endParaRPr lang="en-IN" dirty="0"/>
          </a:p>
        </p:txBody>
      </p:sp>
      <p:sp>
        <p:nvSpPr>
          <p:cNvPr id="4" name="Slide Number Placeholder 3"/>
          <p:cNvSpPr>
            <a:spLocks noGrp="1"/>
          </p:cNvSpPr>
          <p:nvPr>
            <p:ph type="sldNum" sz="quarter" idx="5"/>
          </p:nvPr>
        </p:nvSpPr>
        <p:spPr/>
        <p:txBody>
          <a:bodyPr/>
          <a:lstStyle/>
          <a:p>
            <a:fld id="{CA2D21D1-52E2-420B-B491-CFF6D7BB79FB}" type="slidenum">
              <a:rPr lang="en-US" smtClean="0"/>
              <a:pPr/>
              <a:t>3</a:t>
            </a:fld>
            <a:endParaRPr lang="en-US"/>
          </a:p>
        </p:txBody>
      </p:sp>
    </p:spTree>
    <p:extLst>
      <p:ext uri="{BB962C8B-B14F-4D97-AF65-F5344CB8AC3E}">
        <p14:creationId xmlns:p14="http://schemas.microsoft.com/office/powerpoint/2010/main" val="1245662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8"/>
        <p:cNvGrpSpPr/>
        <p:nvPr/>
      </p:nvGrpSpPr>
      <p:grpSpPr>
        <a:xfrm>
          <a:off x="0" y="0"/>
          <a:ext cx="0" cy="0"/>
          <a:chOff x="0" y="0"/>
          <a:chExt cx="0" cy="0"/>
        </a:xfrm>
      </p:grpSpPr>
      <p:sp>
        <p:nvSpPr>
          <p:cNvPr id="1309" name="Google Shape;1309;p5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10" name="Google Shape;1310;p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4"/>
        <p:cNvGrpSpPr/>
        <p:nvPr/>
      </p:nvGrpSpPr>
      <p:grpSpPr>
        <a:xfrm>
          <a:off x="0" y="0"/>
          <a:ext cx="0" cy="0"/>
          <a:chOff x="0" y="0"/>
          <a:chExt cx="0" cy="0"/>
        </a:xfrm>
      </p:grpSpPr>
      <p:sp>
        <p:nvSpPr>
          <p:cNvPr id="1655" name="Google Shape;1655;p8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56" name="Google Shape;1656;p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691677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66B8D726-D0BC-B240-A677-46F99704B74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53823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5"/>
        <p:cNvGrpSpPr/>
        <p:nvPr/>
      </p:nvGrpSpPr>
      <p:grpSpPr>
        <a:xfrm>
          <a:off x="0" y="0"/>
          <a:ext cx="0" cy="0"/>
          <a:chOff x="0" y="0"/>
          <a:chExt cx="0" cy="0"/>
        </a:xfrm>
      </p:grpSpPr>
      <p:sp>
        <p:nvSpPr>
          <p:cNvPr id="16" name="Google Shape;16;p146"/>
          <p:cNvSpPr/>
          <p:nvPr/>
        </p:nvSpPr>
        <p:spPr>
          <a:xfrm flipH="1">
            <a:off x="-2" y="3058359"/>
            <a:ext cx="7462565" cy="3799641"/>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7" name="Google Shape;17;p146"/>
          <p:cNvSpPr/>
          <p:nvPr/>
        </p:nvSpPr>
        <p:spPr>
          <a:xfrm>
            <a:off x="-6" y="1124744"/>
            <a:ext cx="12188831" cy="5733256"/>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ABD98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8" name="Google Shape;18;p146"/>
          <p:cNvSpPr/>
          <p:nvPr/>
        </p:nvSpPr>
        <p:spPr>
          <a:xfrm flipH="1">
            <a:off x="-2" y="1995614"/>
            <a:ext cx="12188827" cy="4862387"/>
          </a:xfrm>
          <a:custGeom>
            <a:avLst/>
            <a:gdLst/>
            <a:ahLst/>
            <a:cxnLst/>
            <a:rect l="l" t="t" r="r" b="b"/>
            <a:pathLst>
              <a:path w="12188827" h="4862387" extrusionOk="0">
                <a:moveTo>
                  <a:pt x="0" y="0"/>
                </a:moveTo>
                <a:lnTo>
                  <a:pt x="0" y="4862387"/>
                </a:lnTo>
                <a:lnTo>
                  <a:pt x="12188827" y="4862387"/>
                </a:lnTo>
                <a:lnTo>
                  <a:pt x="12188827" y="3248211"/>
                </a:lnTo>
                <a:lnTo>
                  <a:pt x="12065043" y="3174555"/>
                </a:lnTo>
                <a:cubicBezTo>
                  <a:pt x="11174911" y="2698247"/>
                  <a:pt x="10218900" y="3245765"/>
                  <a:pt x="8632675" y="4232925"/>
                </a:cubicBezTo>
                <a:cubicBezTo>
                  <a:pt x="5990931" y="5869126"/>
                  <a:pt x="4783278" y="2123831"/>
                  <a:pt x="103619" y="43113"/>
                </a:cubicBezTo>
                <a:close/>
              </a:path>
            </a:pathLst>
          </a:custGeom>
          <a:gradFill>
            <a:gsLst>
              <a:gs pos="0">
                <a:schemeClr val="accent1"/>
              </a:gs>
              <a:gs pos="100000">
                <a:schemeClr val="accent3"/>
              </a:gs>
            </a:gsLst>
            <a:lin ang="2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b="0" i="0" u="none" strike="noStrike" cap="none">
              <a:solidFill>
                <a:schemeClr val="dk1"/>
              </a:solidFill>
              <a:latin typeface="Quattrocento Sans"/>
              <a:ea typeface="Quattrocento Sans"/>
              <a:cs typeface="Quattrocento Sans"/>
              <a:sym typeface="Quattrocento Sans"/>
            </a:endParaRPr>
          </a:p>
        </p:txBody>
      </p:sp>
      <p:sp>
        <p:nvSpPr>
          <p:cNvPr id="19" name="Google Shape;19;p146"/>
          <p:cNvSpPr txBox="1">
            <a:spLocks noGrp="1"/>
          </p:cNvSpPr>
          <p:nvPr>
            <p:ph type="ctrTitle"/>
          </p:nvPr>
        </p:nvSpPr>
        <p:spPr>
          <a:xfrm>
            <a:off x="914162" y="1257197"/>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accent1"/>
              </a:buClr>
              <a:buSzPts val="4800"/>
              <a:buFont typeface="Quattrocento Sans"/>
              <a:buNone/>
              <a:defRPr sz="48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146"/>
          <p:cNvSpPr txBox="1">
            <a:spLocks noGrp="1"/>
          </p:cNvSpPr>
          <p:nvPr>
            <p:ph type="subTitle" idx="1"/>
          </p:nvPr>
        </p:nvSpPr>
        <p:spPr>
          <a:xfrm>
            <a:off x="914163" y="2765323"/>
            <a:ext cx="6980449" cy="612775"/>
          </a:xfrm>
          <a:prstGeom prst="rect">
            <a:avLst/>
          </a:prstGeom>
          <a:noFill/>
          <a:ln>
            <a:noFill/>
          </a:ln>
        </p:spPr>
        <p:txBody>
          <a:bodyPr spcFirstLastPara="1" wrap="square" lIns="0" tIns="60925" rIns="0" bIns="60925" anchor="t" anchorCtr="0">
            <a:noAutofit/>
          </a:bodyPr>
          <a:lstStyle>
            <a:lvl1pPr lvl="0" algn="l">
              <a:spcBef>
                <a:spcPts val="560"/>
              </a:spcBef>
              <a:spcAft>
                <a:spcPts val="0"/>
              </a:spcAft>
              <a:buClr>
                <a:srgbClr val="7F7F7F"/>
              </a:buClr>
              <a:buSzPts val="2800"/>
              <a:buNone/>
              <a:defRPr sz="2800">
                <a:solidFill>
                  <a:srgbClr val="7F7F7F"/>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21" name="Google Shape;21;p146"/>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46"/>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46"/>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 name="Google Shape;24;p146"/>
          <p:cNvSpPr txBox="1">
            <a:spLocks noGrp="1"/>
          </p:cNvSpPr>
          <p:nvPr>
            <p:ph type="body" idx="2"/>
          </p:nvPr>
        </p:nvSpPr>
        <p:spPr>
          <a:xfrm>
            <a:off x="7462563" y="5085184"/>
            <a:ext cx="4141693" cy="1156343"/>
          </a:xfrm>
          <a:prstGeom prst="rect">
            <a:avLst/>
          </a:prstGeom>
          <a:noFill/>
          <a:ln>
            <a:noFill/>
          </a:ln>
        </p:spPr>
        <p:txBody>
          <a:bodyPr spcFirstLastPara="1" wrap="square" lIns="0" tIns="60925" rIns="0" bIns="60925" anchor="b" anchorCtr="0">
            <a:noAutofit/>
          </a:bodyPr>
          <a:lstStyle>
            <a:lvl1pPr marL="457200" lvl="0" indent="-228600" algn="r">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 name="Google Shape;25;p146"/>
          <p:cNvSpPr/>
          <p:nvPr/>
        </p:nvSpPr>
        <p:spPr>
          <a:xfrm>
            <a:off x="0" y="0"/>
            <a:ext cx="1125860" cy="1052736"/>
          </a:xfrm>
          <a:custGeom>
            <a:avLst/>
            <a:gdLst/>
            <a:ahLst/>
            <a:cxnLst/>
            <a:rect l="l" t="t" r="r" b="b"/>
            <a:pathLst>
              <a:path w="1125860" h="1052736" extrusionOk="0">
                <a:moveTo>
                  <a:pt x="0" y="0"/>
                </a:moveTo>
                <a:lnTo>
                  <a:pt x="1078411" y="0"/>
                </a:lnTo>
                <a:lnTo>
                  <a:pt x="1109768" y="101015"/>
                </a:lnTo>
                <a:cubicBezTo>
                  <a:pt x="1120319" y="152578"/>
                  <a:pt x="1125860" y="205966"/>
                  <a:pt x="1125860" y="260648"/>
                </a:cubicBezTo>
                <a:cubicBezTo>
                  <a:pt x="1125860" y="698106"/>
                  <a:pt x="771230" y="1052736"/>
                  <a:pt x="333772" y="1052736"/>
                </a:cubicBezTo>
                <a:cubicBezTo>
                  <a:pt x="224408" y="1052736"/>
                  <a:pt x="120220" y="1030572"/>
                  <a:pt x="25456" y="990490"/>
                </a:cubicBezTo>
                <a:lnTo>
                  <a:pt x="0" y="976673"/>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6" name="Google Shape;26;p146"/>
          <p:cNvSpPr/>
          <p:nvPr/>
        </p:nvSpPr>
        <p:spPr>
          <a:xfrm>
            <a:off x="1413892" y="398372"/>
            <a:ext cx="472244" cy="472244"/>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7" name="Google Shape;27;p146"/>
          <p:cNvSpPr/>
          <p:nvPr/>
        </p:nvSpPr>
        <p:spPr>
          <a:xfrm>
            <a:off x="9367155" y="1301823"/>
            <a:ext cx="1406894" cy="1406894"/>
          </a:xfrm>
          <a:prstGeom prst="ellipse">
            <a:avLst/>
          </a:prstGeom>
          <a:solidFill>
            <a:srgbClr val="ACD98C"/>
          </a:solidFill>
          <a:ln w="1016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8" name="Google Shape;28;p146"/>
          <p:cNvSpPr/>
          <p:nvPr/>
        </p:nvSpPr>
        <p:spPr>
          <a:xfrm>
            <a:off x="10532246" y="729678"/>
            <a:ext cx="483606" cy="483606"/>
          </a:xfrm>
          <a:prstGeom prst="ellipse">
            <a:avLst/>
          </a:pr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79"/>
        <p:cNvGrpSpPr/>
        <p:nvPr/>
      </p:nvGrpSpPr>
      <p:grpSpPr>
        <a:xfrm>
          <a:off x="0" y="0"/>
          <a:ext cx="0" cy="0"/>
          <a:chOff x="0" y="0"/>
          <a:chExt cx="0" cy="0"/>
        </a:xfrm>
      </p:grpSpPr>
      <p:sp>
        <p:nvSpPr>
          <p:cNvPr id="80" name="Google Shape;80;p170"/>
          <p:cNvSpPr txBox="1">
            <a:spLocks noGrp="1"/>
          </p:cNvSpPr>
          <p:nvPr>
            <p:ph type="ctrTitle"/>
          </p:nvPr>
        </p:nvSpPr>
        <p:spPr>
          <a:xfrm>
            <a:off x="914162" y="1226215"/>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lt1"/>
              </a:buClr>
              <a:buSzPts val="4800"/>
              <a:buFont typeface="Quattrocento Sans"/>
              <a:buNone/>
              <a:defRPr sz="48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170"/>
          <p:cNvSpPr txBox="1">
            <a:spLocks noGrp="1"/>
          </p:cNvSpPr>
          <p:nvPr>
            <p:ph type="subTitle" idx="1"/>
          </p:nvPr>
        </p:nvSpPr>
        <p:spPr>
          <a:xfrm>
            <a:off x="914163" y="2734341"/>
            <a:ext cx="5396273" cy="1080120"/>
          </a:xfrm>
          <a:prstGeom prst="rect">
            <a:avLst/>
          </a:prstGeom>
          <a:noFill/>
          <a:ln>
            <a:noFill/>
          </a:ln>
        </p:spPr>
        <p:txBody>
          <a:bodyPr spcFirstLastPara="1" wrap="square" lIns="0" tIns="60925" rIns="0" bIns="60925" anchor="t" anchorCtr="0">
            <a:normAutofit/>
          </a:bodyPr>
          <a:lstStyle>
            <a:lvl1pPr lvl="0" algn="l">
              <a:spcBef>
                <a:spcPts val="720"/>
              </a:spcBef>
              <a:spcAft>
                <a:spcPts val="0"/>
              </a:spcAft>
              <a:buClr>
                <a:schemeClr val="lt1"/>
              </a:buClr>
              <a:buSzPts val="3600"/>
              <a:buNone/>
              <a:defRPr>
                <a:solidFill>
                  <a:schemeClr val="lt1"/>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82" name="Google Shape;82;p170"/>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70"/>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70"/>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85" name="Google Shape;85;p170"/>
          <p:cNvSpPr txBox="1">
            <a:spLocks noGrp="1"/>
          </p:cNvSpPr>
          <p:nvPr>
            <p:ph type="body" idx="2"/>
          </p:nvPr>
        </p:nvSpPr>
        <p:spPr>
          <a:xfrm>
            <a:off x="914400" y="3933825"/>
            <a:ext cx="5827713" cy="612775"/>
          </a:xfrm>
          <a:prstGeom prst="rect">
            <a:avLst/>
          </a:prstGeom>
          <a:noFill/>
          <a:ln>
            <a:noFill/>
          </a:ln>
        </p:spPr>
        <p:txBody>
          <a:bodyPr spcFirstLastPara="1" wrap="square" lIns="0" tIns="60925" rIns="0" bIns="60925" anchor="ctr" anchorCtr="0">
            <a:noAutofit/>
          </a:bodyPr>
          <a:lstStyle>
            <a:lvl1pPr marL="457200" lvl="0" indent="-228600" algn="l">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6" name="Google Shape;86;p170"/>
          <p:cNvSpPr>
            <a:spLocks noGrp="1"/>
          </p:cNvSpPr>
          <p:nvPr>
            <p:ph type="pic" idx="3"/>
          </p:nvPr>
        </p:nvSpPr>
        <p:spPr>
          <a:xfrm>
            <a:off x="5208376" y="0"/>
            <a:ext cx="6980449" cy="6858000"/>
          </a:xfrm>
          <a:prstGeom prst="rect">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7"/>
        <p:cNvGrpSpPr/>
        <p:nvPr/>
      </p:nvGrpSpPr>
      <p:grpSpPr>
        <a:xfrm>
          <a:off x="0" y="0"/>
          <a:ext cx="0" cy="0"/>
          <a:chOff x="0" y="0"/>
          <a:chExt cx="0" cy="0"/>
        </a:xfrm>
      </p:grpSpPr>
      <p:sp>
        <p:nvSpPr>
          <p:cNvPr id="88" name="Google Shape;88;p171"/>
          <p:cNvSpPr txBox="1">
            <a:spLocks noGrp="1"/>
          </p:cNvSpPr>
          <p:nvPr>
            <p:ph type="title"/>
          </p:nvPr>
        </p:nvSpPr>
        <p:spPr>
          <a:xfrm>
            <a:off x="962833" y="4406901"/>
            <a:ext cx="10360501" cy="1362075"/>
          </a:xfrm>
          <a:prstGeom prst="rect">
            <a:avLst/>
          </a:prstGeom>
          <a:noFill/>
          <a:ln>
            <a:noFill/>
          </a:ln>
        </p:spPr>
        <p:txBody>
          <a:bodyPr spcFirstLastPara="1" wrap="square" lIns="0" tIns="60925" rIns="0" bIns="60925" anchor="t" anchorCtr="0">
            <a:normAutofit/>
          </a:bodyPr>
          <a:lstStyle>
            <a:lvl1pPr lvl="0" algn="l">
              <a:spcBef>
                <a:spcPts val="0"/>
              </a:spcBef>
              <a:spcAft>
                <a:spcPts val="0"/>
              </a:spcAft>
              <a:buClr>
                <a:schemeClr val="accent1"/>
              </a:buClr>
              <a:buSzPts val="5300"/>
              <a:buFont typeface="Quattrocento Sans"/>
              <a:buNone/>
              <a:defRPr sz="53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171"/>
          <p:cNvSpPr txBox="1">
            <a:spLocks noGrp="1"/>
          </p:cNvSpPr>
          <p:nvPr>
            <p:ph type="body" idx="1"/>
          </p:nvPr>
        </p:nvSpPr>
        <p:spPr>
          <a:xfrm>
            <a:off x="962833" y="2906713"/>
            <a:ext cx="10360501" cy="1500187"/>
          </a:xfrm>
          <a:prstGeom prst="rect">
            <a:avLst/>
          </a:prstGeom>
          <a:noFill/>
          <a:ln>
            <a:noFill/>
          </a:ln>
        </p:spPr>
        <p:txBody>
          <a:bodyPr spcFirstLastPara="1" wrap="square" lIns="0" tIns="60925" rIns="0" bIns="60925" anchor="b" anchorCtr="0">
            <a:normAutofit/>
          </a:bodyPr>
          <a:lstStyle>
            <a:lvl1pPr marL="457200" lvl="0" indent="-228600" algn="l">
              <a:spcBef>
                <a:spcPts val="540"/>
              </a:spcBef>
              <a:spcAft>
                <a:spcPts val="0"/>
              </a:spcAft>
              <a:buClr>
                <a:srgbClr val="918E8D"/>
              </a:buClr>
              <a:buSzPts val="2700"/>
              <a:buNone/>
              <a:defRPr sz="2700">
                <a:solidFill>
                  <a:srgbClr val="918E8D"/>
                </a:solidFill>
              </a:defRPr>
            </a:lvl1pPr>
            <a:lvl2pPr marL="914400" lvl="1" indent="-228600" algn="l">
              <a:spcBef>
                <a:spcPts val="480"/>
              </a:spcBef>
              <a:spcAft>
                <a:spcPts val="0"/>
              </a:spcAft>
              <a:buClr>
                <a:srgbClr val="918E8D"/>
              </a:buClr>
              <a:buSzPts val="2400"/>
              <a:buNone/>
              <a:defRPr sz="2400">
                <a:solidFill>
                  <a:srgbClr val="918E8D"/>
                </a:solidFill>
              </a:defRPr>
            </a:lvl2pPr>
            <a:lvl3pPr marL="1371600" lvl="2" indent="-228600" algn="l">
              <a:spcBef>
                <a:spcPts val="420"/>
              </a:spcBef>
              <a:spcAft>
                <a:spcPts val="0"/>
              </a:spcAft>
              <a:buClr>
                <a:srgbClr val="918E8D"/>
              </a:buClr>
              <a:buSzPts val="2100"/>
              <a:buNone/>
              <a:defRPr sz="2100">
                <a:solidFill>
                  <a:srgbClr val="918E8D"/>
                </a:solidFill>
              </a:defRPr>
            </a:lvl3pPr>
            <a:lvl4pPr marL="1828800" lvl="3" indent="-228600" algn="l">
              <a:spcBef>
                <a:spcPts val="380"/>
              </a:spcBef>
              <a:spcAft>
                <a:spcPts val="0"/>
              </a:spcAft>
              <a:buClr>
                <a:srgbClr val="918E8D"/>
              </a:buClr>
              <a:buSzPts val="1900"/>
              <a:buNone/>
              <a:defRPr sz="1900">
                <a:solidFill>
                  <a:srgbClr val="918E8D"/>
                </a:solidFill>
              </a:defRPr>
            </a:lvl4pPr>
            <a:lvl5pPr marL="2286000" lvl="4" indent="-228600" algn="l">
              <a:spcBef>
                <a:spcPts val="380"/>
              </a:spcBef>
              <a:spcAft>
                <a:spcPts val="0"/>
              </a:spcAft>
              <a:buClr>
                <a:srgbClr val="918E8D"/>
              </a:buClr>
              <a:buSzPts val="1900"/>
              <a:buNone/>
              <a:defRPr sz="1900">
                <a:solidFill>
                  <a:srgbClr val="918E8D"/>
                </a:solidFill>
              </a:defRPr>
            </a:lvl5pPr>
            <a:lvl6pPr marL="2743200" lvl="5" indent="-228600" algn="l">
              <a:spcBef>
                <a:spcPts val="380"/>
              </a:spcBef>
              <a:spcAft>
                <a:spcPts val="0"/>
              </a:spcAft>
              <a:buClr>
                <a:srgbClr val="918E8D"/>
              </a:buClr>
              <a:buSzPts val="1900"/>
              <a:buNone/>
              <a:defRPr sz="1900">
                <a:solidFill>
                  <a:srgbClr val="918E8D"/>
                </a:solidFill>
              </a:defRPr>
            </a:lvl6pPr>
            <a:lvl7pPr marL="3200400" lvl="6" indent="-228600" algn="l">
              <a:spcBef>
                <a:spcPts val="380"/>
              </a:spcBef>
              <a:spcAft>
                <a:spcPts val="0"/>
              </a:spcAft>
              <a:buClr>
                <a:srgbClr val="918E8D"/>
              </a:buClr>
              <a:buSzPts val="1900"/>
              <a:buNone/>
              <a:defRPr sz="1900">
                <a:solidFill>
                  <a:srgbClr val="918E8D"/>
                </a:solidFill>
              </a:defRPr>
            </a:lvl7pPr>
            <a:lvl8pPr marL="3657600" lvl="7" indent="-228600" algn="l">
              <a:spcBef>
                <a:spcPts val="380"/>
              </a:spcBef>
              <a:spcAft>
                <a:spcPts val="0"/>
              </a:spcAft>
              <a:buClr>
                <a:srgbClr val="918E8D"/>
              </a:buClr>
              <a:buSzPts val="1900"/>
              <a:buNone/>
              <a:defRPr sz="1900">
                <a:solidFill>
                  <a:srgbClr val="918E8D"/>
                </a:solidFill>
              </a:defRPr>
            </a:lvl8pPr>
            <a:lvl9pPr marL="4114800" lvl="8" indent="-228600" algn="l">
              <a:spcBef>
                <a:spcPts val="380"/>
              </a:spcBef>
              <a:spcAft>
                <a:spcPts val="0"/>
              </a:spcAft>
              <a:buClr>
                <a:srgbClr val="918E8D"/>
              </a:buClr>
              <a:buSzPts val="1900"/>
              <a:buNone/>
              <a:defRPr sz="1900">
                <a:solidFill>
                  <a:srgbClr val="918E8D"/>
                </a:solidFill>
              </a:defRPr>
            </a:lvl9pPr>
          </a:lstStyle>
          <a:p>
            <a:endParaRPr/>
          </a:p>
        </p:txBody>
      </p:sp>
      <p:sp>
        <p:nvSpPr>
          <p:cNvPr id="90" name="Google Shape;90;p171"/>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171"/>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1"/>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93"/>
        <p:cNvGrpSpPr/>
        <p:nvPr/>
      </p:nvGrpSpPr>
      <p:grpSpPr>
        <a:xfrm>
          <a:off x="0" y="0"/>
          <a:ext cx="0" cy="0"/>
          <a:chOff x="0" y="0"/>
          <a:chExt cx="0" cy="0"/>
        </a:xfrm>
      </p:grpSpPr>
      <p:sp>
        <p:nvSpPr>
          <p:cNvPr id="94" name="Google Shape;94;p172"/>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72"/>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72"/>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97" name="Google Shape;97;p172"/>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3_Title Only">
  <p:cSld name="3_Title Only">
    <p:spTree>
      <p:nvGrpSpPr>
        <p:cNvPr id="1" name="Shape 98"/>
        <p:cNvGrpSpPr/>
        <p:nvPr/>
      </p:nvGrpSpPr>
      <p:grpSpPr>
        <a:xfrm>
          <a:off x="0" y="0"/>
          <a:ext cx="0" cy="0"/>
          <a:chOff x="0" y="0"/>
          <a:chExt cx="0" cy="0"/>
        </a:xfrm>
      </p:grpSpPr>
      <p:sp>
        <p:nvSpPr>
          <p:cNvPr id="99" name="Google Shape;99;p173"/>
          <p:cNvSpPr/>
          <p:nvPr/>
        </p:nvSpPr>
        <p:spPr>
          <a:xfrm>
            <a:off x="0" y="4581128"/>
            <a:ext cx="5163566" cy="2276872"/>
          </a:xfrm>
          <a:custGeom>
            <a:avLst/>
            <a:gdLst/>
            <a:ahLst/>
            <a:cxnLst/>
            <a:rect l="l" t="t" r="r" b="b"/>
            <a:pathLst>
              <a:path w="5163566" h="2276872" extrusionOk="0">
                <a:moveTo>
                  <a:pt x="2035697" y="0"/>
                </a:moveTo>
                <a:cubicBezTo>
                  <a:pt x="3397576" y="0"/>
                  <a:pt x="4566062" y="828016"/>
                  <a:pt x="5065187" y="2008081"/>
                </a:cubicBezTo>
                <a:lnTo>
                  <a:pt x="5163566" y="2276872"/>
                </a:lnTo>
                <a:lnTo>
                  <a:pt x="0" y="2276872"/>
                </a:lnTo>
                <a:lnTo>
                  <a:pt x="0" y="706170"/>
                </a:lnTo>
                <a:lnTo>
                  <a:pt x="5811" y="701257"/>
                </a:lnTo>
                <a:cubicBezTo>
                  <a:pt x="564774" y="261990"/>
                  <a:pt x="1269640" y="0"/>
                  <a:pt x="2035697" y="0"/>
                </a:cubicBezTo>
                <a:close/>
              </a:path>
            </a:pathLst>
          </a:custGeom>
          <a:gradFill>
            <a:gsLst>
              <a:gs pos="0">
                <a:schemeClr val="accent1"/>
              </a:gs>
              <a:gs pos="100000">
                <a:srgbClr val="ACD98C"/>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0" name="Google Shape;100;p173"/>
          <p:cNvSpPr/>
          <p:nvPr/>
        </p:nvSpPr>
        <p:spPr>
          <a:xfrm rot="5400000">
            <a:off x="-662523" y="1957214"/>
            <a:ext cx="5179585" cy="3854541"/>
          </a:xfrm>
          <a:prstGeom prst="round2SameRect">
            <a:avLst>
              <a:gd name="adj1" fmla="val 10983"/>
              <a:gd name="adj2" fmla="val 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1" name="Google Shape;101;p173"/>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173"/>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173"/>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173"/>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05" name="Google Shape;105;p173"/>
          <p:cNvSpPr/>
          <p:nvPr/>
        </p:nvSpPr>
        <p:spPr>
          <a:xfrm rot="5400000">
            <a:off x="-766723" y="1858237"/>
            <a:ext cx="5179585" cy="3646140"/>
          </a:xfrm>
          <a:prstGeom prst="round2SameRect">
            <a:avLst>
              <a:gd name="adj1" fmla="val 10983"/>
              <a:gd name="adj2" fmla="val 0"/>
            </a:avLst>
          </a:prstGeom>
          <a:gradFill>
            <a:gsLst>
              <a:gs pos="0">
                <a:schemeClr val="accent1"/>
              </a:gs>
              <a:gs pos="100000">
                <a:schemeClr val="accent3"/>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6" name="Google Shape;106;p173"/>
          <p:cNvSpPr txBox="1">
            <a:spLocks noGrp="1"/>
          </p:cNvSpPr>
          <p:nvPr>
            <p:ph type="body" idx="1"/>
          </p:nvPr>
        </p:nvSpPr>
        <p:spPr>
          <a:xfrm>
            <a:off x="609600" y="1508576"/>
            <a:ext cx="2676525" cy="1152153"/>
          </a:xfrm>
          <a:prstGeom prst="rect">
            <a:avLst/>
          </a:prstGeom>
          <a:noFill/>
          <a:ln>
            <a:noFill/>
          </a:ln>
        </p:spPr>
        <p:txBody>
          <a:bodyPr spcFirstLastPara="1" wrap="square" lIns="61200" tIns="60925" rIns="61200" bIns="60925" anchor="ctr" anchorCtr="0">
            <a:noAutofit/>
          </a:bodyPr>
          <a:lstStyle>
            <a:lvl1pPr marL="457200" lvl="0" indent="-228600" algn="l">
              <a:lnSpc>
                <a:spcPct val="80000"/>
              </a:lnSpc>
              <a:spcBef>
                <a:spcPts val="0"/>
              </a:spcBef>
              <a:spcAft>
                <a:spcPts val="0"/>
              </a:spcAft>
              <a:buClr>
                <a:schemeClr val="lt1"/>
              </a:buClr>
              <a:buSzPts val="2800"/>
              <a:buNone/>
              <a:defRPr sz="2800" b="1">
                <a:solidFill>
                  <a:schemeClr val="lt1"/>
                </a:solidFill>
              </a:defRPr>
            </a:lvl1pPr>
            <a:lvl2pPr marL="914400" lvl="1" indent="-228600" algn="l">
              <a:spcBef>
                <a:spcPts val="480"/>
              </a:spcBef>
              <a:spcAft>
                <a:spcPts val="0"/>
              </a:spcAft>
              <a:buClr>
                <a:schemeClr val="dk1"/>
              </a:buClr>
              <a:buSzPts val="2400"/>
              <a:buNone/>
              <a:defRPr sz="2400"/>
            </a:lvl2pPr>
            <a:lvl3pPr marL="1371600" lvl="2" indent="-228600" algn="l">
              <a:spcBef>
                <a:spcPts val="480"/>
              </a:spcBef>
              <a:spcAft>
                <a:spcPts val="0"/>
              </a:spcAft>
              <a:buClr>
                <a:schemeClr val="dk1"/>
              </a:buClr>
              <a:buSzPts val="2400"/>
              <a:buNone/>
              <a:defRPr sz="2400"/>
            </a:lvl3pPr>
            <a:lvl4pPr marL="1828800" lvl="3" indent="-228600" algn="l">
              <a:spcBef>
                <a:spcPts val="480"/>
              </a:spcBef>
              <a:spcAft>
                <a:spcPts val="0"/>
              </a:spcAft>
              <a:buClr>
                <a:schemeClr val="dk1"/>
              </a:buClr>
              <a:buSzPts val="2400"/>
              <a:buNone/>
              <a:defRPr sz="2400"/>
            </a:lvl4pPr>
            <a:lvl5pPr marL="2286000" lvl="4" indent="-228600" algn="l">
              <a:spcBef>
                <a:spcPts val="480"/>
              </a:spcBef>
              <a:spcAft>
                <a:spcPts val="0"/>
              </a:spcAft>
              <a:buClr>
                <a:schemeClr val="dk1"/>
              </a:buClr>
              <a:buSzPts val="2400"/>
              <a:buNone/>
              <a:defRPr sz="24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3243911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D28A985-8481-49D1-9FA1-9B83E1B5FD5E}"/>
              </a:ext>
            </a:extLst>
          </p:cNvPr>
          <p:cNvSpPr>
            <a:spLocks noGrp="1"/>
          </p:cNvSpPr>
          <p:nvPr>
            <p:ph type="pic" sz="quarter" idx="13"/>
          </p:nvPr>
        </p:nvSpPr>
        <p:spPr>
          <a:xfrm>
            <a:off x="-1" y="-1"/>
            <a:ext cx="5662364" cy="6858000"/>
          </a:xfrm>
          <a:custGeom>
            <a:avLst/>
            <a:gdLst>
              <a:gd name="connsiteX0" fmla="*/ 0 w 5662364"/>
              <a:gd name="connsiteY0" fmla="*/ 0 h 6858000"/>
              <a:gd name="connsiteX1" fmla="*/ 2591729 w 5662364"/>
              <a:gd name="connsiteY1" fmla="*/ 0 h 6858000"/>
              <a:gd name="connsiteX2" fmla="*/ 2813304 w 5662364"/>
              <a:gd name="connsiteY2" fmla="*/ 157566 h 6858000"/>
              <a:gd name="connsiteX3" fmla="*/ 5662364 w 5662364"/>
              <a:gd name="connsiteY3" fmla="*/ 5841268 h 6858000"/>
              <a:gd name="connsiteX4" fmla="*/ 5625745 w 5662364"/>
              <a:gd name="connsiteY4" fmla="*/ 6566465 h 6858000"/>
              <a:gd name="connsiteX5" fmla="*/ 5588699 w 5662364"/>
              <a:gd name="connsiteY5" fmla="*/ 6858000 h 6858000"/>
              <a:gd name="connsiteX6" fmla="*/ 0 w 566236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62364" h="6858000">
                <a:moveTo>
                  <a:pt x="0" y="0"/>
                </a:moveTo>
                <a:lnTo>
                  <a:pt x="2591729" y="0"/>
                </a:lnTo>
                <a:lnTo>
                  <a:pt x="2813304" y="157566"/>
                </a:lnTo>
                <a:cubicBezTo>
                  <a:pt x="4542859" y="1451022"/>
                  <a:pt x="5662364" y="3515408"/>
                  <a:pt x="5662364" y="5841268"/>
                </a:cubicBezTo>
                <a:cubicBezTo>
                  <a:pt x="5662364" y="6086096"/>
                  <a:pt x="5649960" y="6328026"/>
                  <a:pt x="5625745" y="6566465"/>
                </a:cubicBezTo>
                <a:lnTo>
                  <a:pt x="5588699" y="6858000"/>
                </a:lnTo>
                <a:lnTo>
                  <a:pt x="0" y="6858000"/>
                </a:lnTo>
                <a:close/>
              </a:path>
            </a:pathLst>
          </a:custGeom>
          <a:solidFill>
            <a:schemeClr val="bg1">
              <a:lumMod val="95000"/>
            </a:schemeClr>
          </a:solidFill>
        </p:spPr>
        <p:txBody>
          <a:bodyPr wrap="square" anchor="ctr">
            <a:noAutofit/>
          </a:bodyPr>
          <a:lstStyle>
            <a:lvl1pPr marL="0" indent="0" algn="ctr">
              <a:buFontTx/>
              <a:buNone/>
              <a:defRPr/>
            </a:lvl1pPr>
          </a:lstStyle>
          <a:p>
            <a:endParaRPr lang="en-IN"/>
          </a:p>
        </p:txBody>
      </p:sp>
      <p:sp>
        <p:nvSpPr>
          <p:cNvPr id="2" name="Date Placeholder 1"/>
          <p:cNvSpPr>
            <a:spLocks noGrp="1"/>
          </p:cNvSpPr>
          <p:nvPr>
            <p:ph type="dt" sz="half" idx="10"/>
          </p:nvPr>
        </p:nvSpPr>
        <p:spPr/>
        <p:txBody>
          <a:bodyPr/>
          <a:lstStyle/>
          <a:p>
            <a:fld id="{425404F2-BE9A-4460-8815-8F645183555F}" type="datetimeFigureOut">
              <a:rPr lang="en-US" smtClean="0"/>
              <a:pPr/>
              <a:t>2/19/2026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20596840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2"/>
        <p:cNvGrpSpPr/>
        <p:nvPr/>
      </p:nvGrpSpPr>
      <p:grpSpPr>
        <a:xfrm>
          <a:off x="0" y="0"/>
          <a:ext cx="0" cy="0"/>
          <a:chOff x="0" y="0"/>
          <a:chExt cx="0" cy="0"/>
        </a:xfrm>
      </p:grpSpPr>
      <p:grpSp>
        <p:nvGrpSpPr>
          <p:cNvPr id="133" name="Google Shape;133;p185"/>
          <p:cNvGrpSpPr/>
          <p:nvPr/>
        </p:nvGrpSpPr>
        <p:grpSpPr>
          <a:xfrm rot="10800000">
            <a:off x="9586912" y="4027941"/>
            <a:ext cx="2601913" cy="2833688"/>
            <a:chOff x="0" y="0"/>
            <a:chExt cx="2601913" cy="2833688"/>
          </a:xfrm>
        </p:grpSpPr>
        <p:sp>
          <p:nvSpPr>
            <p:cNvPr id="134" name="Google Shape;134;p185"/>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5" name="Google Shape;135;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6" name="Google Shape;136;p185"/>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7" name="Google Shape;137;p185"/>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8" name="Google Shape;138;p185"/>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9" name="Google Shape;139;p185"/>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0" name="Google Shape;140;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1" name="Google Shape;141;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2" name="Google Shape;142;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3" name="Google Shape;143;p185"/>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4" name="Google Shape;144;p185"/>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5" name="Google Shape;145;p185"/>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6" name="Google Shape;146;p185"/>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7" name="Google Shape;147;p185"/>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8" name="Google Shape;148;p185"/>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9" name="Google Shape;149;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0" name="Google Shape;150;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1" name="Google Shape;151;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2" name="Google Shape;152;p185"/>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3" name="Google Shape;153;p185"/>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4" name="Google Shape;154;p185"/>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155" name="Google Shape;155;p185"/>
          <p:cNvSpPr/>
          <p:nvPr/>
        </p:nvSpPr>
        <p:spPr>
          <a:xfrm>
            <a:off x="0" y="0"/>
            <a:ext cx="6094412"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6" name="Google Shape;156;p185"/>
          <p:cNvSpPr/>
          <p:nvPr/>
        </p:nvSpPr>
        <p:spPr>
          <a:xfrm rot="5400000">
            <a:off x="10179373" y="-118464"/>
            <a:ext cx="1890988" cy="2127916"/>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7" name="Google Shape;157;p185"/>
          <p:cNvSpPr txBox="1">
            <a:spLocks noGrp="1"/>
          </p:cNvSpPr>
          <p:nvPr>
            <p:ph type="ctrTitle"/>
          </p:nvPr>
        </p:nvSpPr>
        <p:spPr>
          <a:xfrm>
            <a:off x="1828323" y="2576512"/>
            <a:ext cx="8532178" cy="1392378"/>
          </a:xfrm>
          <a:prstGeom prst="rect">
            <a:avLst/>
          </a:prstGeom>
          <a:noFill/>
          <a:ln>
            <a:noFill/>
          </a:ln>
        </p:spPr>
        <p:txBody>
          <a:bodyPr spcFirstLastPara="1" wrap="square" lIns="121875" tIns="60925" rIns="121875" bIns="60925" anchor="b" anchorCtr="0">
            <a:noAutofit/>
          </a:bodyPr>
          <a:lstStyle>
            <a:lvl1pPr lvl="0" algn="ctr">
              <a:spcBef>
                <a:spcPts val="0"/>
              </a:spcBef>
              <a:spcAft>
                <a:spcPts val="0"/>
              </a:spcAft>
              <a:buClr>
                <a:schemeClr val="accent3"/>
              </a:buClr>
              <a:buSzPts val="8000"/>
              <a:buFont typeface="Open Sans"/>
              <a:buNone/>
              <a:defRPr sz="8000" b="1">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8" name="Google Shape;158;p185"/>
          <p:cNvSpPr txBox="1">
            <a:spLocks noGrp="1"/>
          </p:cNvSpPr>
          <p:nvPr>
            <p:ph type="subTitle" idx="1"/>
          </p:nvPr>
        </p:nvSpPr>
        <p:spPr>
          <a:xfrm>
            <a:off x="1828324" y="4027941"/>
            <a:ext cx="8532178" cy="764440"/>
          </a:xfrm>
          <a:prstGeom prst="rect">
            <a:avLst/>
          </a:prstGeom>
          <a:noFill/>
          <a:ln>
            <a:noFill/>
          </a:ln>
        </p:spPr>
        <p:txBody>
          <a:bodyPr spcFirstLastPara="1" wrap="square" lIns="121875" tIns="60925" rIns="121875" bIns="60925" anchor="t" anchorCtr="0">
            <a:normAutofit/>
          </a:bodyPr>
          <a:lstStyle>
            <a:lvl1pPr lvl="0" algn="ctr">
              <a:spcBef>
                <a:spcPts val="480"/>
              </a:spcBef>
              <a:spcAft>
                <a:spcPts val="0"/>
              </a:spcAft>
              <a:buClr>
                <a:srgbClr val="595959"/>
              </a:buClr>
              <a:buSzPts val="2400"/>
              <a:buNone/>
              <a:defRPr sz="2400">
                <a:solidFill>
                  <a:srgbClr val="595959"/>
                </a:solidFill>
                <a:latin typeface="Open Sans"/>
                <a:ea typeface="Open Sans"/>
                <a:cs typeface="Open Sans"/>
                <a:sym typeface="Open Sans"/>
              </a:defRPr>
            </a:lvl1pPr>
            <a:lvl2pPr lvl="1" algn="ctr">
              <a:spcBef>
                <a:spcPts val="640"/>
              </a:spcBef>
              <a:spcAft>
                <a:spcPts val="0"/>
              </a:spcAft>
              <a:buClr>
                <a:srgbClr val="888888"/>
              </a:buClr>
              <a:buSzPts val="32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159" name="Google Shape;159;p18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0" name="Google Shape;160;p18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1" name="Google Shape;161;p18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grpSp>
        <p:nvGrpSpPr>
          <p:cNvPr id="162" name="Google Shape;162;p185"/>
          <p:cNvGrpSpPr/>
          <p:nvPr/>
        </p:nvGrpSpPr>
        <p:grpSpPr>
          <a:xfrm>
            <a:off x="0" y="0"/>
            <a:ext cx="3445202" cy="4727575"/>
            <a:chOff x="0" y="0"/>
            <a:chExt cx="3445202" cy="4727575"/>
          </a:xfrm>
        </p:grpSpPr>
        <p:grpSp>
          <p:nvGrpSpPr>
            <p:cNvPr id="163" name="Google Shape;163;p185"/>
            <p:cNvGrpSpPr/>
            <p:nvPr/>
          </p:nvGrpSpPr>
          <p:grpSpPr>
            <a:xfrm rot="10800000">
              <a:off x="0" y="0"/>
              <a:ext cx="2913063" cy="4727575"/>
              <a:chOff x="9275762" y="2130425"/>
              <a:chExt cx="2913063" cy="4727575"/>
            </a:xfrm>
          </p:grpSpPr>
          <p:sp>
            <p:nvSpPr>
              <p:cNvPr id="164" name="Google Shape;164;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5" name="Google Shape;165;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6" name="Google Shape;166;p185"/>
              <p:cNvSpPr/>
              <p:nvPr/>
            </p:nvSpPr>
            <p:spPr>
              <a:xfrm>
                <a:off x="10785475" y="5818187"/>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7" name="Google Shape;167;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8" name="Google Shape;168;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9" name="Google Shape;169;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0" name="Google Shape;170;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1" name="Google Shape;171;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2" name="Google Shape;172;p185"/>
              <p:cNvSpPr/>
              <p:nvPr/>
            </p:nvSpPr>
            <p:spPr>
              <a:xfrm>
                <a:off x="9377362" y="3389312"/>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3" name="Google Shape;173;p185"/>
              <p:cNvSpPr/>
              <p:nvPr/>
            </p:nvSpPr>
            <p:spPr>
              <a:xfrm>
                <a:off x="10079037" y="4198937"/>
                <a:ext cx="706438" cy="809625"/>
              </a:xfrm>
              <a:custGeom>
                <a:avLst/>
                <a:gdLst/>
                <a:ahLst/>
                <a:cxnLst/>
                <a:rect l="l" t="t" r="r" b="b"/>
                <a:pathLst>
                  <a:path w="445" h="510" extrusionOk="0">
                    <a:moveTo>
                      <a:pt x="445" y="254"/>
                    </a:moveTo>
                    <a:lnTo>
                      <a:pt x="0" y="510"/>
                    </a:lnTo>
                    <a:lnTo>
                      <a:pt x="0" y="0"/>
                    </a:lnTo>
                    <a:lnTo>
                      <a:pt x="0" y="0"/>
                    </a:lnTo>
                    <a:lnTo>
                      <a:pt x="445" y="254"/>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4" name="Google Shape;174;p185"/>
              <p:cNvSpPr/>
              <p:nvPr/>
            </p:nvSpPr>
            <p:spPr>
              <a:xfrm>
                <a:off x="9275762" y="4414837"/>
                <a:ext cx="325438" cy="377825"/>
              </a:xfrm>
              <a:custGeom>
                <a:avLst/>
                <a:gdLst/>
                <a:ahLst/>
                <a:cxnLst/>
                <a:rect l="l" t="t" r="r" b="b"/>
                <a:pathLst>
                  <a:path w="205" h="238" extrusionOk="0">
                    <a:moveTo>
                      <a:pt x="205" y="118"/>
                    </a:moveTo>
                    <a:lnTo>
                      <a:pt x="0" y="238"/>
                    </a:lnTo>
                    <a:lnTo>
                      <a:pt x="0" y="0"/>
                    </a:lnTo>
                    <a:lnTo>
                      <a:pt x="0" y="0"/>
                    </a:lnTo>
                    <a:lnTo>
                      <a:pt x="205" y="11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5" name="Google Shape;175;p185"/>
              <p:cNvSpPr/>
              <p:nvPr/>
            </p:nvSpPr>
            <p:spPr>
              <a:xfrm>
                <a:off x="9371012" y="3322637"/>
                <a:ext cx="223838" cy="257175"/>
              </a:xfrm>
              <a:custGeom>
                <a:avLst/>
                <a:gdLst/>
                <a:ahLst/>
                <a:cxnLst/>
                <a:rect l="l" t="t" r="r" b="b"/>
                <a:pathLst>
                  <a:path w="141" h="162" extrusionOk="0">
                    <a:moveTo>
                      <a:pt x="141" y="80"/>
                    </a:moveTo>
                    <a:lnTo>
                      <a:pt x="0" y="162"/>
                    </a:lnTo>
                    <a:lnTo>
                      <a:pt x="0" y="0"/>
                    </a:lnTo>
                    <a:lnTo>
                      <a:pt x="0" y="0"/>
                    </a:lnTo>
                    <a:lnTo>
                      <a:pt x="141" y="8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6" name="Google Shape;176;p185"/>
              <p:cNvSpPr/>
              <p:nvPr/>
            </p:nvSpPr>
            <p:spPr>
              <a:xfrm>
                <a:off x="10079037" y="3792537"/>
                <a:ext cx="706438" cy="809625"/>
              </a:xfrm>
              <a:custGeom>
                <a:avLst/>
                <a:gdLst/>
                <a:ahLst/>
                <a:cxnLst/>
                <a:rect l="l" t="t" r="r" b="b"/>
                <a:pathLst>
                  <a:path w="445" h="510" extrusionOk="0">
                    <a:moveTo>
                      <a:pt x="445" y="0"/>
                    </a:moveTo>
                    <a:lnTo>
                      <a:pt x="445" y="510"/>
                    </a:lnTo>
                    <a:lnTo>
                      <a:pt x="445" y="510"/>
                    </a:lnTo>
                    <a:lnTo>
                      <a:pt x="0" y="256"/>
                    </a:lnTo>
                    <a:lnTo>
                      <a:pt x="445"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7" name="Google Shape;177;p185"/>
              <p:cNvSpPr/>
              <p:nvPr/>
            </p:nvSpPr>
            <p:spPr>
              <a:xfrm>
                <a:off x="10079037" y="3389312"/>
                <a:ext cx="706438" cy="809625"/>
              </a:xfrm>
              <a:custGeom>
                <a:avLst/>
                <a:gdLst/>
                <a:ahLst/>
                <a:cxnLst/>
                <a:rect l="l" t="t" r="r" b="b"/>
                <a:pathLst>
                  <a:path w="445" h="510" extrusionOk="0">
                    <a:moveTo>
                      <a:pt x="445" y="254"/>
                    </a:moveTo>
                    <a:lnTo>
                      <a:pt x="445" y="254"/>
                    </a:lnTo>
                    <a:lnTo>
                      <a:pt x="0"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8" name="Google Shape;178;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9" name="Google Shape;179;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0" name="Google Shape;180;p185"/>
              <p:cNvSpPr/>
              <p:nvPr/>
            </p:nvSpPr>
            <p:spPr>
              <a:xfrm>
                <a:off x="10083800" y="5414962"/>
                <a:ext cx="701675" cy="806450"/>
              </a:xfrm>
              <a:custGeom>
                <a:avLst/>
                <a:gdLst/>
                <a:ahLst/>
                <a:cxnLst/>
                <a:rect l="l" t="t" r="r" b="b"/>
                <a:pathLst>
                  <a:path w="442" h="508" extrusionOk="0">
                    <a:moveTo>
                      <a:pt x="442" y="0"/>
                    </a:moveTo>
                    <a:lnTo>
                      <a:pt x="442" y="508"/>
                    </a:lnTo>
                    <a:lnTo>
                      <a:pt x="0" y="254"/>
                    </a:lnTo>
                    <a:lnTo>
                      <a:pt x="442"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1" name="Google Shape;181;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2" name="Google Shape;182;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3" name="Google Shape;183;p185"/>
              <p:cNvSpPr/>
              <p:nvPr/>
            </p:nvSpPr>
            <p:spPr>
              <a:xfrm>
                <a:off x="10785475" y="6221412"/>
                <a:ext cx="701675" cy="636588"/>
              </a:xfrm>
              <a:custGeom>
                <a:avLst/>
                <a:gdLst/>
                <a:ahLst/>
                <a:cxnLst/>
                <a:rect l="l" t="t" r="r" b="b"/>
                <a:pathLst>
                  <a:path w="442" h="401" extrusionOk="0">
                    <a:moveTo>
                      <a:pt x="442" y="256"/>
                    </a:moveTo>
                    <a:lnTo>
                      <a:pt x="0" y="0"/>
                    </a:lnTo>
                    <a:lnTo>
                      <a:pt x="0" y="2"/>
                    </a:lnTo>
                    <a:lnTo>
                      <a:pt x="0" y="401"/>
                    </a:lnTo>
                    <a:lnTo>
                      <a:pt x="192" y="401"/>
                    </a:lnTo>
                    <a:lnTo>
                      <a:pt x="442" y="256"/>
                    </a:lnTo>
                    <a:lnTo>
                      <a:pt x="442" y="256"/>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4" name="Google Shape;184;p185"/>
              <p:cNvSpPr/>
              <p:nvPr/>
            </p:nvSpPr>
            <p:spPr>
              <a:xfrm>
                <a:off x="11090275" y="6627812"/>
                <a:ext cx="396875" cy="230188"/>
              </a:xfrm>
              <a:custGeom>
                <a:avLst/>
                <a:gdLst/>
                <a:ahLst/>
                <a:cxnLst/>
                <a:rect l="l" t="t" r="r" b="b"/>
                <a:pathLst>
                  <a:path w="250" h="145" extrusionOk="0">
                    <a:moveTo>
                      <a:pt x="0" y="145"/>
                    </a:moveTo>
                    <a:lnTo>
                      <a:pt x="250" y="145"/>
                    </a:lnTo>
                    <a:lnTo>
                      <a:pt x="250" y="0"/>
                    </a:lnTo>
                    <a:lnTo>
                      <a:pt x="0" y="14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5" name="Google Shape;185;p185"/>
              <p:cNvSpPr/>
              <p:nvPr/>
            </p:nvSpPr>
            <p:spPr>
              <a:xfrm>
                <a:off x="11487150" y="6627812"/>
                <a:ext cx="396875" cy="230188"/>
              </a:xfrm>
              <a:custGeom>
                <a:avLst/>
                <a:gdLst/>
                <a:ahLst/>
                <a:cxnLst/>
                <a:rect l="l" t="t" r="r" b="b"/>
                <a:pathLst>
                  <a:path w="250" h="145" extrusionOk="0">
                    <a:moveTo>
                      <a:pt x="0" y="0"/>
                    </a:moveTo>
                    <a:lnTo>
                      <a:pt x="0" y="145"/>
                    </a:lnTo>
                    <a:lnTo>
                      <a:pt x="250" y="145"/>
                    </a:lnTo>
                    <a:lnTo>
                      <a:pt x="0" y="0"/>
                    </a:ln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6" name="Google Shape;186;p185"/>
              <p:cNvSpPr/>
              <p:nvPr/>
            </p:nvSpPr>
            <p:spPr>
              <a:xfrm>
                <a:off x="11487150" y="6232525"/>
                <a:ext cx="687388" cy="625475"/>
              </a:xfrm>
              <a:custGeom>
                <a:avLst/>
                <a:gdLst/>
                <a:ahLst/>
                <a:cxnLst/>
                <a:rect l="l" t="t" r="r" b="b"/>
                <a:pathLst>
                  <a:path w="433" h="394" extrusionOk="0">
                    <a:moveTo>
                      <a:pt x="250" y="394"/>
                    </a:moveTo>
                    <a:lnTo>
                      <a:pt x="433" y="394"/>
                    </a:lnTo>
                    <a:lnTo>
                      <a:pt x="433" y="0"/>
                    </a:lnTo>
                    <a:lnTo>
                      <a:pt x="0" y="249"/>
                    </a:lnTo>
                    <a:lnTo>
                      <a:pt x="250" y="39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7" name="Google Shape;187;p185"/>
              <p:cNvSpPr/>
              <p:nvPr/>
            </p:nvSpPr>
            <p:spPr>
              <a:xfrm>
                <a:off x="9377362" y="5818187"/>
                <a:ext cx="701675" cy="809625"/>
              </a:xfrm>
              <a:custGeom>
                <a:avLst/>
                <a:gdLst/>
                <a:ahLst/>
                <a:cxnLst/>
                <a:rect l="l" t="t" r="r" b="b"/>
                <a:pathLst>
                  <a:path w="442" h="510" extrusionOk="0">
                    <a:moveTo>
                      <a:pt x="0" y="254"/>
                    </a:moveTo>
                    <a:lnTo>
                      <a:pt x="0" y="254"/>
                    </a:lnTo>
                    <a:lnTo>
                      <a:pt x="442" y="510"/>
                    </a:lnTo>
                    <a:lnTo>
                      <a:pt x="442" y="0"/>
                    </a:lnTo>
                    <a:lnTo>
                      <a:pt x="0" y="254"/>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8" name="Google Shape;188;p185"/>
              <p:cNvSpPr/>
              <p:nvPr/>
            </p:nvSpPr>
            <p:spPr>
              <a:xfrm>
                <a:off x="10079037" y="6627812"/>
                <a:ext cx="396875" cy="230188"/>
              </a:xfrm>
              <a:custGeom>
                <a:avLst/>
                <a:gdLst/>
                <a:ahLst/>
                <a:cxnLst/>
                <a:rect l="l" t="t" r="r" b="b"/>
                <a:pathLst>
                  <a:path w="250" h="145" extrusionOk="0">
                    <a:moveTo>
                      <a:pt x="0" y="0"/>
                    </a:moveTo>
                    <a:lnTo>
                      <a:pt x="0" y="0"/>
                    </a:lnTo>
                    <a:lnTo>
                      <a:pt x="0" y="145"/>
                    </a:lnTo>
                    <a:lnTo>
                      <a:pt x="250" y="145"/>
                    </a:lnTo>
                    <a:lnTo>
                      <a:pt x="0"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9" name="Google Shape;189;p185"/>
              <p:cNvSpPr/>
              <p:nvPr/>
            </p:nvSpPr>
            <p:spPr>
              <a:xfrm>
                <a:off x="10079037" y="6224587"/>
                <a:ext cx="706438" cy="633413"/>
              </a:xfrm>
              <a:custGeom>
                <a:avLst/>
                <a:gdLst/>
                <a:ahLst/>
                <a:cxnLst/>
                <a:rect l="l" t="t" r="r" b="b"/>
                <a:pathLst>
                  <a:path w="445" h="399" extrusionOk="0">
                    <a:moveTo>
                      <a:pt x="0" y="254"/>
                    </a:moveTo>
                    <a:lnTo>
                      <a:pt x="250" y="399"/>
                    </a:lnTo>
                    <a:lnTo>
                      <a:pt x="445" y="399"/>
                    </a:lnTo>
                    <a:lnTo>
                      <a:pt x="445" y="0"/>
                    </a:lnTo>
                    <a:lnTo>
                      <a:pt x="0" y="254"/>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0" name="Google Shape;190;p185"/>
              <p:cNvSpPr/>
              <p:nvPr/>
            </p:nvSpPr>
            <p:spPr>
              <a:xfrm>
                <a:off x="10079037" y="5818187"/>
                <a:ext cx="706438" cy="809625"/>
              </a:xfrm>
              <a:custGeom>
                <a:avLst/>
                <a:gdLst/>
                <a:ahLst/>
                <a:cxnLst/>
                <a:rect l="l" t="t" r="r" b="b"/>
                <a:pathLst>
                  <a:path w="445" h="510" extrusionOk="0">
                    <a:moveTo>
                      <a:pt x="445" y="254"/>
                    </a:moveTo>
                    <a:lnTo>
                      <a:pt x="445" y="254"/>
                    </a:lnTo>
                    <a:lnTo>
                      <a:pt x="0" y="0"/>
                    </a:lnTo>
                    <a:lnTo>
                      <a:pt x="0" y="510"/>
                    </a:lnTo>
                    <a:lnTo>
                      <a:pt x="0" y="510"/>
                    </a:lnTo>
                    <a:lnTo>
                      <a:pt x="445" y="256"/>
                    </a:lnTo>
                    <a:lnTo>
                      <a:pt x="445"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1" name="Google Shape;191;p185"/>
              <p:cNvSpPr/>
              <p:nvPr/>
            </p:nvSpPr>
            <p:spPr>
              <a:xfrm>
                <a:off x="10785475" y="3389312"/>
                <a:ext cx="701675" cy="809625"/>
              </a:xfrm>
              <a:custGeom>
                <a:avLst/>
                <a:gdLst/>
                <a:ahLst/>
                <a:cxnLst/>
                <a:rect l="l" t="t" r="r" b="b"/>
                <a:pathLst>
                  <a:path w="442" h="510" extrusionOk="0">
                    <a:moveTo>
                      <a:pt x="442" y="0"/>
                    </a:moveTo>
                    <a:lnTo>
                      <a:pt x="0" y="254"/>
                    </a:lnTo>
                    <a:lnTo>
                      <a:pt x="0" y="254"/>
                    </a:lnTo>
                    <a:lnTo>
                      <a:pt x="442" y="510"/>
                    </a:lnTo>
                    <a:lnTo>
                      <a:pt x="442"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2" name="Google Shape;192;p185"/>
              <p:cNvSpPr/>
              <p:nvPr/>
            </p:nvSpPr>
            <p:spPr>
              <a:xfrm>
                <a:off x="10785475" y="3792537"/>
                <a:ext cx="701675" cy="809625"/>
              </a:xfrm>
              <a:custGeom>
                <a:avLst/>
                <a:gdLst/>
                <a:ahLst/>
                <a:cxnLst/>
                <a:rect l="l" t="t" r="r" b="b"/>
                <a:pathLst>
                  <a:path w="442" h="510" extrusionOk="0">
                    <a:moveTo>
                      <a:pt x="442" y="256"/>
                    </a:moveTo>
                    <a:lnTo>
                      <a:pt x="0" y="0"/>
                    </a:lnTo>
                    <a:lnTo>
                      <a:pt x="0" y="510"/>
                    </a:lnTo>
                    <a:lnTo>
                      <a:pt x="0" y="510"/>
                    </a:lnTo>
                    <a:lnTo>
                      <a:pt x="442" y="256"/>
                    </a:lnTo>
                    <a:lnTo>
                      <a:pt x="442" y="256"/>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3" name="Google Shape;193;p185"/>
              <p:cNvSpPr/>
              <p:nvPr/>
            </p:nvSpPr>
            <p:spPr>
              <a:xfrm>
                <a:off x="10785475" y="4198937"/>
                <a:ext cx="701675" cy="809625"/>
              </a:xfrm>
              <a:custGeom>
                <a:avLst/>
                <a:gdLst/>
                <a:ahLst/>
                <a:cxnLst/>
                <a:rect l="l" t="t" r="r" b="b"/>
                <a:pathLst>
                  <a:path w="442" h="510" extrusionOk="0">
                    <a:moveTo>
                      <a:pt x="0" y="254"/>
                    </a:moveTo>
                    <a:lnTo>
                      <a:pt x="442" y="510"/>
                    </a:lnTo>
                    <a:lnTo>
                      <a:pt x="442" y="0"/>
                    </a:lnTo>
                    <a:lnTo>
                      <a:pt x="0" y="25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4" name="Google Shape;194;p185"/>
              <p:cNvSpPr/>
              <p:nvPr/>
            </p:nvSpPr>
            <p:spPr>
              <a:xfrm>
                <a:off x="11487150" y="4198937"/>
                <a:ext cx="687388" cy="809625"/>
              </a:xfrm>
              <a:custGeom>
                <a:avLst/>
                <a:gdLst/>
                <a:ahLst/>
                <a:cxnLst/>
                <a:rect l="l" t="t" r="r" b="b"/>
                <a:pathLst>
                  <a:path w="433" h="510" extrusionOk="0">
                    <a:moveTo>
                      <a:pt x="0" y="0"/>
                    </a:moveTo>
                    <a:lnTo>
                      <a:pt x="0" y="0"/>
                    </a:lnTo>
                    <a:lnTo>
                      <a:pt x="0" y="510"/>
                    </a:lnTo>
                    <a:lnTo>
                      <a:pt x="433" y="261"/>
                    </a:lnTo>
                    <a:lnTo>
                      <a:pt x="433" y="249"/>
                    </a:lnTo>
                    <a:lnTo>
                      <a:pt x="0"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5" name="Google Shape;195;p185"/>
              <p:cNvSpPr/>
              <p:nvPr/>
            </p:nvSpPr>
            <p:spPr>
              <a:xfrm>
                <a:off x="11487150" y="3803650"/>
                <a:ext cx="687388" cy="790575"/>
              </a:xfrm>
              <a:custGeom>
                <a:avLst/>
                <a:gdLst/>
                <a:ahLst/>
                <a:cxnLst/>
                <a:rect l="l" t="t" r="r" b="b"/>
                <a:pathLst>
                  <a:path w="433" h="498" extrusionOk="0">
                    <a:moveTo>
                      <a:pt x="433" y="0"/>
                    </a:moveTo>
                    <a:lnTo>
                      <a:pt x="0" y="249"/>
                    </a:lnTo>
                    <a:lnTo>
                      <a:pt x="433" y="498"/>
                    </a:lnTo>
                    <a:lnTo>
                      <a:pt x="433"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6" name="Google Shape;196;p185"/>
              <p:cNvSpPr/>
              <p:nvPr/>
            </p:nvSpPr>
            <p:spPr>
              <a:xfrm>
                <a:off x="11737975" y="2130425"/>
                <a:ext cx="201613" cy="233363"/>
              </a:xfrm>
              <a:custGeom>
                <a:avLst/>
                <a:gdLst/>
                <a:ahLst/>
                <a:cxnLst/>
                <a:rect l="l" t="t" r="r" b="b"/>
                <a:pathLst>
                  <a:path w="127" h="147" extrusionOk="0">
                    <a:moveTo>
                      <a:pt x="127" y="147"/>
                    </a:moveTo>
                    <a:lnTo>
                      <a:pt x="127" y="0"/>
                    </a:lnTo>
                    <a:lnTo>
                      <a:pt x="0" y="73"/>
                    </a:lnTo>
                    <a:lnTo>
                      <a:pt x="127" y="147"/>
                    </a:lnTo>
                    <a:lnTo>
                      <a:pt x="127" y="147"/>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7" name="Google Shape;197;p185"/>
              <p:cNvSpPr/>
              <p:nvPr/>
            </p:nvSpPr>
            <p:spPr>
              <a:xfrm>
                <a:off x="11487150" y="2576512"/>
                <a:ext cx="701675" cy="812800"/>
              </a:xfrm>
              <a:custGeom>
                <a:avLst/>
                <a:gdLst/>
                <a:ahLst/>
                <a:cxnLst/>
                <a:rect l="l" t="t" r="r" b="b"/>
                <a:pathLst>
                  <a:path w="442" h="512" extrusionOk="0">
                    <a:moveTo>
                      <a:pt x="0" y="0"/>
                    </a:moveTo>
                    <a:lnTo>
                      <a:pt x="0" y="510"/>
                    </a:lnTo>
                    <a:lnTo>
                      <a:pt x="0" y="512"/>
                    </a:lnTo>
                    <a:lnTo>
                      <a:pt x="442" y="256"/>
                    </a:lnTo>
                    <a:lnTo>
                      <a:pt x="442" y="256"/>
                    </a:lnTo>
                    <a:lnTo>
                      <a:pt x="0"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8" name="Google Shape;198;p185"/>
              <p:cNvSpPr/>
              <p:nvPr/>
            </p:nvSpPr>
            <p:spPr>
              <a:xfrm>
                <a:off x="11487150" y="5818187"/>
                <a:ext cx="687388" cy="809625"/>
              </a:xfrm>
              <a:custGeom>
                <a:avLst/>
                <a:gdLst/>
                <a:ahLst/>
                <a:cxnLst/>
                <a:rect l="l" t="t" r="r" b="b"/>
                <a:pathLst>
                  <a:path w="433" h="510" extrusionOk="0">
                    <a:moveTo>
                      <a:pt x="125" y="72"/>
                    </a:moveTo>
                    <a:lnTo>
                      <a:pt x="0" y="0"/>
                    </a:lnTo>
                    <a:lnTo>
                      <a:pt x="0" y="510"/>
                    </a:lnTo>
                    <a:lnTo>
                      <a:pt x="0" y="510"/>
                    </a:lnTo>
                    <a:lnTo>
                      <a:pt x="433" y="261"/>
                    </a:lnTo>
                    <a:lnTo>
                      <a:pt x="433" y="250"/>
                    </a:lnTo>
                    <a:lnTo>
                      <a:pt x="125" y="72"/>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9" name="Google Shape;199;p185"/>
              <p:cNvSpPr/>
              <p:nvPr/>
            </p:nvSpPr>
            <p:spPr>
              <a:xfrm>
                <a:off x="11487150" y="4613275"/>
                <a:ext cx="687388" cy="792163"/>
              </a:xfrm>
              <a:custGeom>
                <a:avLst/>
                <a:gdLst/>
                <a:ahLst/>
                <a:cxnLst/>
                <a:rect l="l" t="t" r="r" b="b"/>
                <a:pathLst>
                  <a:path w="433" h="499" extrusionOk="0">
                    <a:moveTo>
                      <a:pt x="433" y="0"/>
                    </a:moveTo>
                    <a:lnTo>
                      <a:pt x="0" y="249"/>
                    </a:lnTo>
                    <a:lnTo>
                      <a:pt x="0" y="249"/>
                    </a:lnTo>
                    <a:lnTo>
                      <a:pt x="433" y="499"/>
                    </a:lnTo>
                    <a:lnTo>
                      <a:pt x="433"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0" name="Google Shape;200;p185"/>
              <p:cNvSpPr/>
              <p:nvPr/>
            </p:nvSpPr>
            <p:spPr>
              <a:xfrm>
                <a:off x="11487150" y="5008562"/>
                <a:ext cx="687388" cy="809625"/>
              </a:xfrm>
              <a:custGeom>
                <a:avLst/>
                <a:gdLst/>
                <a:ahLst/>
                <a:cxnLst/>
                <a:rect l="l" t="t" r="r" b="b"/>
                <a:pathLst>
                  <a:path w="433" h="510" extrusionOk="0">
                    <a:moveTo>
                      <a:pt x="433" y="250"/>
                    </a:moveTo>
                    <a:lnTo>
                      <a:pt x="0" y="0"/>
                    </a:lnTo>
                    <a:lnTo>
                      <a:pt x="0" y="510"/>
                    </a:lnTo>
                    <a:lnTo>
                      <a:pt x="0" y="510"/>
                    </a:lnTo>
                    <a:lnTo>
                      <a:pt x="433" y="261"/>
                    </a:lnTo>
                    <a:lnTo>
                      <a:pt x="433" y="25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1" name="Google Shape;201;p185"/>
              <p:cNvSpPr/>
              <p:nvPr/>
            </p:nvSpPr>
            <p:spPr>
              <a:xfrm>
                <a:off x="11487150" y="5422900"/>
                <a:ext cx="687388" cy="792163"/>
              </a:xfrm>
              <a:custGeom>
                <a:avLst/>
                <a:gdLst/>
                <a:ahLst/>
                <a:cxnLst/>
                <a:rect l="l" t="t" r="r" b="b"/>
                <a:pathLst>
                  <a:path w="433" h="499" extrusionOk="0">
                    <a:moveTo>
                      <a:pt x="433" y="0"/>
                    </a:moveTo>
                    <a:lnTo>
                      <a:pt x="0" y="249"/>
                    </a:lnTo>
                    <a:lnTo>
                      <a:pt x="125" y="321"/>
                    </a:lnTo>
                    <a:lnTo>
                      <a:pt x="433" y="499"/>
                    </a:lnTo>
                    <a:lnTo>
                      <a:pt x="433"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2" name="Google Shape;202;p185"/>
              <p:cNvSpPr/>
              <p:nvPr/>
            </p:nvSpPr>
            <p:spPr>
              <a:xfrm>
                <a:off x="11685587" y="5932487"/>
                <a:ext cx="488950" cy="282575"/>
              </a:xfrm>
              <a:custGeom>
                <a:avLst/>
                <a:gdLst/>
                <a:ahLst/>
                <a:cxnLst/>
                <a:rect l="l" t="t" r="r" b="b"/>
                <a:pathLst>
                  <a:path w="308" h="178" extrusionOk="0">
                    <a:moveTo>
                      <a:pt x="308" y="178"/>
                    </a:moveTo>
                    <a:lnTo>
                      <a:pt x="0" y="0"/>
                    </a:lnTo>
                    <a:lnTo>
                      <a:pt x="308" y="178"/>
                    </a:lnTo>
                    <a:lnTo>
                      <a:pt x="308" y="178"/>
                    </a:lnTo>
                    <a:close/>
                  </a:path>
                </a:pathLst>
              </a:custGeom>
              <a:solidFill>
                <a:srgbClr val="00A6A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03" name="Google Shape;203;p185"/>
            <p:cNvSpPr/>
            <p:nvPr/>
          </p:nvSpPr>
          <p:spPr>
            <a:xfrm rot="10800000">
              <a:off x="2853998" y="686979"/>
              <a:ext cx="591204" cy="690398"/>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rgbClr val="C4C4C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Our Service">
  <p:cSld name="Our Service">
    <p:spTree>
      <p:nvGrpSpPr>
        <p:cNvPr id="1" name="Shape 204"/>
        <p:cNvGrpSpPr/>
        <p:nvPr/>
      </p:nvGrpSpPr>
      <p:grpSpPr>
        <a:xfrm>
          <a:off x="0" y="0"/>
          <a:ext cx="0" cy="0"/>
          <a:chOff x="0" y="0"/>
          <a:chExt cx="0" cy="0"/>
        </a:xfrm>
      </p:grpSpPr>
      <p:sp>
        <p:nvSpPr>
          <p:cNvPr id="205" name="Google Shape;205;p18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6" name="Google Shape;206;p18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7" name="Google Shape;207;p18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08" name="Google Shape;208;p186"/>
          <p:cNvSpPr/>
          <p:nvPr/>
        </p:nvSpPr>
        <p:spPr>
          <a:xfrm>
            <a:off x="0" y="708746"/>
            <a:ext cx="6094411"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09" name="Google Shape;209;p186"/>
          <p:cNvSpPr/>
          <p:nvPr/>
        </p:nvSpPr>
        <p:spPr>
          <a:xfrm>
            <a:off x="616764" y="1532063"/>
            <a:ext cx="10947963" cy="2880320"/>
          </a:xfrm>
          <a:prstGeom prst="rect">
            <a:avLst/>
          </a:prstGeom>
          <a:solidFill>
            <a:schemeClr val="l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0" name="Google Shape;210;p186"/>
          <p:cNvSpPr>
            <a:spLocks noGrp="1"/>
          </p:cNvSpPr>
          <p:nvPr>
            <p:ph type="pic" idx="2"/>
          </p:nvPr>
        </p:nvSpPr>
        <p:spPr>
          <a:xfrm>
            <a:off x="1295633" y="2078160"/>
            <a:ext cx="4458409" cy="1800225"/>
          </a:xfrm>
          <a:prstGeom prst="rect">
            <a:avLst/>
          </a:prstGeom>
          <a:solidFill>
            <a:srgbClr val="D8D8D8"/>
          </a:solidFill>
          <a:ln>
            <a:noFill/>
          </a:ln>
        </p:spPr>
      </p:sp>
      <p:sp>
        <p:nvSpPr>
          <p:cNvPr id="211" name="Google Shape;211;p186"/>
          <p:cNvSpPr>
            <a:spLocks noGrp="1"/>
          </p:cNvSpPr>
          <p:nvPr>
            <p:ph type="pic" idx="3"/>
          </p:nvPr>
        </p:nvSpPr>
        <p:spPr>
          <a:xfrm>
            <a:off x="6420125" y="2078160"/>
            <a:ext cx="4458409" cy="1800225"/>
          </a:xfrm>
          <a:prstGeom prst="rect">
            <a:avLst/>
          </a:prstGeom>
          <a:solidFill>
            <a:srgbClr val="D8D8D8"/>
          </a:solidFill>
          <a:ln>
            <a:noFill/>
          </a:ln>
        </p:spPr>
      </p:sp>
      <p:sp>
        <p:nvSpPr>
          <p:cNvPr id="212" name="Google Shape;212;p186"/>
          <p:cNvSpPr txBox="1">
            <a:spLocks noGrp="1"/>
          </p:cNvSpPr>
          <p:nvPr>
            <p:ph type="body" idx="1"/>
          </p:nvPr>
        </p:nvSpPr>
        <p:spPr>
          <a:xfrm>
            <a:off x="0" y="794684"/>
            <a:ext cx="5754688"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3" name="Google Shape;213;p186"/>
          <p:cNvSpPr txBox="1">
            <a:spLocks noGrp="1"/>
          </p:cNvSpPr>
          <p:nvPr>
            <p:ph type="body" idx="4"/>
          </p:nvPr>
        </p:nvSpPr>
        <p:spPr>
          <a:xfrm>
            <a:off x="1295633"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4" name="Google Shape;214;p186"/>
          <p:cNvSpPr txBox="1">
            <a:spLocks noGrp="1"/>
          </p:cNvSpPr>
          <p:nvPr>
            <p:ph type="body" idx="5"/>
          </p:nvPr>
        </p:nvSpPr>
        <p:spPr>
          <a:xfrm>
            <a:off x="1295633"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5" name="Google Shape;215;p186"/>
          <p:cNvSpPr txBox="1">
            <a:spLocks noGrp="1"/>
          </p:cNvSpPr>
          <p:nvPr>
            <p:ph type="body" idx="6"/>
          </p:nvPr>
        </p:nvSpPr>
        <p:spPr>
          <a:xfrm>
            <a:off x="6391740"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6" name="Google Shape;216;p186"/>
          <p:cNvSpPr txBox="1">
            <a:spLocks noGrp="1"/>
          </p:cNvSpPr>
          <p:nvPr>
            <p:ph type="body" idx="7"/>
          </p:nvPr>
        </p:nvSpPr>
        <p:spPr>
          <a:xfrm>
            <a:off x="6391740"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he Team">
  <p:cSld name="The Team">
    <p:spTree>
      <p:nvGrpSpPr>
        <p:cNvPr id="1" name="Shape 217"/>
        <p:cNvGrpSpPr/>
        <p:nvPr/>
      </p:nvGrpSpPr>
      <p:grpSpPr>
        <a:xfrm>
          <a:off x="0" y="0"/>
          <a:ext cx="0" cy="0"/>
          <a:chOff x="0" y="0"/>
          <a:chExt cx="0" cy="0"/>
        </a:xfrm>
      </p:grpSpPr>
      <p:sp>
        <p:nvSpPr>
          <p:cNvPr id="218" name="Google Shape;218;p187"/>
          <p:cNvSpPr/>
          <p:nvPr/>
        </p:nvSpPr>
        <p:spPr>
          <a:xfrm>
            <a:off x="-41943" y="0"/>
            <a:ext cx="4402929" cy="68580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9" name="Google Shape;219;p18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0" name="Google Shape;220;p18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1" name="Google Shape;221;p187"/>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22" name="Google Shape;222;p187"/>
          <p:cNvSpPr txBox="1">
            <a:spLocks noGrp="1"/>
          </p:cNvSpPr>
          <p:nvPr>
            <p:ph type="body" idx="1"/>
          </p:nvPr>
        </p:nvSpPr>
        <p:spPr>
          <a:xfrm>
            <a:off x="602805" y="1060150"/>
            <a:ext cx="3547750" cy="649288"/>
          </a:xfrm>
          <a:prstGeom prst="rect">
            <a:avLst/>
          </a:prstGeom>
          <a:noFill/>
          <a:ln>
            <a:noFill/>
          </a:ln>
        </p:spPr>
        <p:txBody>
          <a:bodyPr spcFirstLastPara="1" wrap="square" lIns="121875" tIns="60925" rIns="121875" bIns="60925" anchor="ctr" anchorCtr="0">
            <a:noAutofit/>
          </a:bodyPr>
          <a:lstStyle>
            <a:lvl1pPr marL="457200" lvl="0" indent="-228600" algn="r">
              <a:lnSpc>
                <a:spcPct val="80000"/>
              </a:lnSpc>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3" name="Google Shape;223;p187"/>
          <p:cNvSpPr>
            <a:spLocks noGrp="1"/>
          </p:cNvSpPr>
          <p:nvPr>
            <p:ph type="pic" idx="2"/>
          </p:nvPr>
        </p:nvSpPr>
        <p:spPr>
          <a:xfrm>
            <a:off x="4364494" y="2060843"/>
            <a:ext cx="1352103" cy="1352103"/>
          </a:xfrm>
          <a:prstGeom prst="rect">
            <a:avLst/>
          </a:prstGeom>
          <a:noFill/>
          <a:ln>
            <a:noFill/>
          </a:ln>
        </p:spPr>
      </p:sp>
      <p:sp>
        <p:nvSpPr>
          <p:cNvPr id="224" name="Google Shape;224;p187"/>
          <p:cNvSpPr>
            <a:spLocks noGrp="1"/>
          </p:cNvSpPr>
          <p:nvPr>
            <p:ph type="pic" idx="3"/>
          </p:nvPr>
        </p:nvSpPr>
        <p:spPr>
          <a:xfrm>
            <a:off x="5720105" y="2060843"/>
            <a:ext cx="1352103" cy="1352103"/>
          </a:xfrm>
          <a:prstGeom prst="rect">
            <a:avLst/>
          </a:prstGeom>
          <a:noFill/>
          <a:ln>
            <a:noFill/>
          </a:ln>
        </p:spPr>
      </p:sp>
      <p:sp>
        <p:nvSpPr>
          <p:cNvPr id="225" name="Google Shape;225;p187"/>
          <p:cNvSpPr>
            <a:spLocks noGrp="1"/>
          </p:cNvSpPr>
          <p:nvPr>
            <p:ph type="pic" idx="4"/>
          </p:nvPr>
        </p:nvSpPr>
        <p:spPr>
          <a:xfrm>
            <a:off x="8819301" y="724645"/>
            <a:ext cx="1352103" cy="1352103"/>
          </a:xfrm>
          <a:prstGeom prst="rect">
            <a:avLst/>
          </a:prstGeom>
          <a:noFill/>
          <a:ln>
            <a:noFill/>
          </a:ln>
        </p:spPr>
      </p:sp>
      <p:sp>
        <p:nvSpPr>
          <p:cNvPr id="226" name="Google Shape;226;p187"/>
          <p:cNvSpPr>
            <a:spLocks noGrp="1"/>
          </p:cNvSpPr>
          <p:nvPr>
            <p:ph type="pic" idx="5"/>
          </p:nvPr>
        </p:nvSpPr>
        <p:spPr>
          <a:xfrm>
            <a:off x="5722876" y="4760031"/>
            <a:ext cx="1352103" cy="1352103"/>
          </a:xfrm>
          <a:prstGeom prst="rect">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mpany Profile">
  <p:cSld name="Company Profile">
    <p:spTree>
      <p:nvGrpSpPr>
        <p:cNvPr id="1" name="Shape 227"/>
        <p:cNvGrpSpPr/>
        <p:nvPr/>
      </p:nvGrpSpPr>
      <p:grpSpPr>
        <a:xfrm>
          <a:off x="0" y="0"/>
          <a:ext cx="0" cy="0"/>
          <a:chOff x="0" y="0"/>
          <a:chExt cx="0" cy="0"/>
        </a:xfrm>
      </p:grpSpPr>
      <p:sp>
        <p:nvSpPr>
          <p:cNvPr id="228" name="Google Shape;228;p18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9" name="Google Shape;229;p18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0" name="Google Shape;230;p188"/>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1" name="Google Shape;231;p188"/>
          <p:cNvSpPr/>
          <p:nvPr/>
        </p:nvSpPr>
        <p:spPr>
          <a:xfrm>
            <a:off x="1" y="708746"/>
            <a:ext cx="4942284" cy="821288"/>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2" name="Google Shape;232;p188"/>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33" name="Google Shape;233;p188"/>
          <p:cNvSpPr>
            <a:spLocks noGrp="1"/>
          </p:cNvSpPr>
          <p:nvPr>
            <p:ph type="pic" idx="2"/>
          </p:nvPr>
        </p:nvSpPr>
        <p:spPr>
          <a:xfrm>
            <a:off x="0" y="1529910"/>
            <a:ext cx="4942284" cy="3411257"/>
          </a:xfrm>
          <a:prstGeom prst="rect">
            <a:avLst/>
          </a:prstGeom>
          <a:no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roject Two Column">
  <p:cSld name="Project Two Column">
    <p:spTree>
      <p:nvGrpSpPr>
        <p:cNvPr id="1" name="Shape 234"/>
        <p:cNvGrpSpPr/>
        <p:nvPr/>
      </p:nvGrpSpPr>
      <p:grpSpPr>
        <a:xfrm>
          <a:off x="0" y="0"/>
          <a:ext cx="0" cy="0"/>
          <a:chOff x="0" y="0"/>
          <a:chExt cx="0" cy="0"/>
        </a:xfrm>
      </p:grpSpPr>
      <p:sp>
        <p:nvSpPr>
          <p:cNvPr id="235" name="Google Shape;235;p18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6" name="Google Shape;236;p18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7" name="Google Shape;237;p189"/>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8" name="Google Shape;238;p189"/>
          <p:cNvSpPr/>
          <p:nvPr/>
        </p:nvSpPr>
        <p:spPr>
          <a:xfrm>
            <a:off x="1" y="708746"/>
            <a:ext cx="4942284" cy="82128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9" name="Google Shape;239;p189"/>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0" name="Google Shape;240;p189"/>
          <p:cNvSpPr>
            <a:spLocks noGrp="1"/>
          </p:cNvSpPr>
          <p:nvPr>
            <p:ph type="pic" idx="2"/>
          </p:nvPr>
        </p:nvSpPr>
        <p:spPr>
          <a:xfrm>
            <a:off x="609599" y="1529909"/>
            <a:ext cx="5439509" cy="4419363"/>
          </a:xfrm>
          <a:prstGeom prst="rect">
            <a:avLst/>
          </a:prstGeom>
          <a:noFill/>
          <a:ln>
            <a:noFill/>
          </a:ln>
        </p:spPr>
      </p:sp>
      <p:sp>
        <p:nvSpPr>
          <p:cNvPr id="241" name="Google Shape;241;p189"/>
          <p:cNvSpPr>
            <a:spLocks noGrp="1"/>
          </p:cNvSpPr>
          <p:nvPr>
            <p:ph type="pic" idx="3"/>
          </p:nvPr>
        </p:nvSpPr>
        <p:spPr>
          <a:xfrm>
            <a:off x="6131169" y="1529909"/>
            <a:ext cx="5439509" cy="4419363"/>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Our Appraoch">
  <p:cSld name="Our Appraoch">
    <p:spTree>
      <p:nvGrpSpPr>
        <p:cNvPr id="1" name="Shape 242"/>
        <p:cNvGrpSpPr/>
        <p:nvPr/>
      </p:nvGrpSpPr>
      <p:grpSpPr>
        <a:xfrm>
          <a:off x="0" y="0"/>
          <a:ext cx="0" cy="0"/>
          <a:chOff x="0" y="0"/>
          <a:chExt cx="0" cy="0"/>
        </a:xfrm>
      </p:grpSpPr>
      <p:sp>
        <p:nvSpPr>
          <p:cNvPr id="243" name="Google Shape;243;p19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4" name="Google Shape;244;p19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5" name="Google Shape;245;p190"/>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6" name="Google Shape;246;p190"/>
          <p:cNvSpPr/>
          <p:nvPr/>
        </p:nvSpPr>
        <p:spPr>
          <a:xfrm>
            <a:off x="1" y="708746"/>
            <a:ext cx="4942284" cy="82128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47" name="Google Shape;247;p190"/>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8" name="Google Shape;248;p190"/>
          <p:cNvSpPr>
            <a:spLocks noGrp="1"/>
          </p:cNvSpPr>
          <p:nvPr>
            <p:ph type="pic" idx="2"/>
          </p:nvPr>
        </p:nvSpPr>
        <p:spPr>
          <a:xfrm>
            <a:off x="609599" y="1529909"/>
            <a:ext cx="10961079" cy="2475155"/>
          </a:xfrm>
          <a:prstGeom prst="rect">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Project Tree Column">
  <p:cSld name="Project Tree Column">
    <p:spTree>
      <p:nvGrpSpPr>
        <p:cNvPr id="1" name="Shape 249"/>
        <p:cNvGrpSpPr/>
        <p:nvPr/>
      </p:nvGrpSpPr>
      <p:grpSpPr>
        <a:xfrm>
          <a:off x="0" y="0"/>
          <a:ext cx="0" cy="0"/>
          <a:chOff x="0" y="0"/>
          <a:chExt cx="0" cy="0"/>
        </a:xfrm>
      </p:grpSpPr>
      <p:sp>
        <p:nvSpPr>
          <p:cNvPr id="250" name="Google Shape;250;p19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1" name="Google Shape;251;p19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2" name="Google Shape;252;p191"/>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53" name="Google Shape;253;p191"/>
          <p:cNvSpPr/>
          <p:nvPr/>
        </p:nvSpPr>
        <p:spPr>
          <a:xfrm>
            <a:off x="1" y="708746"/>
            <a:ext cx="4942284"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54" name="Google Shape;254;p191"/>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5" name="Google Shape;255;p191"/>
          <p:cNvSpPr>
            <a:spLocks noGrp="1"/>
          </p:cNvSpPr>
          <p:nvPr>
            <p:ph type="pic" idx="2"/>
          </p:nvPr>
        </p:nvSpPr>
        <p:spPr>
          <a:xfrm>
            <a:off x="609441" y="1529909"/>
            <a:ext cx="3605855" cy="4419363"/>
          </a:xfrm>
          <a:prstGeom prst="rect">
            <a:avLst/>
          </a:prstGeom>
          <a:noFill/>
          <a:ln>
            <a:noFill/>
          </a:ln>
        </p:spPr>
      </p:sp>
      <p:sp>
        <p:nvSpPr>
          <p:cNvPr id="256" name="Google Shape;256;p191"/>
          <p:cNvSpPr>
            <a:spLocks noGrp="1"/>
          </p:cNvSpPr>
          <p:nvPr>
            <p:ph type="pic" idx="3"/>
          </p:nvPr>
        </p:nvSpPr>
        <p:spPr>
          <a:xfrm>
            <a:off x="4298073" y="1529909"/>
            <a:ext cx="3605855" cy="4419363"/>
          </a:xfrm>
          <a:prstGeom prst="rect">
            <a:avLst/>
          </a:prstGeom>
          <a:noFill/>
          <a:ln>
            <a:noFill/>
          </a:ln>
        </p:spPr>
      </p:sp>
      <p:sp>
        <p:nvSpPr>
          <p:cNvPr id="257" name="Google Shape;257;p191"/>
          <p:cNvSpPr>
            <a:spLocks noGrp="1"/>
          </p:cNvSpPr>
          <p:nvPr>
            <p:ph type="pic" idx="4"/>
          </p:nvPr>
        </p:nvSpPr>
        <p:spPr>
          <a:xfrm>
            <a:off x="7986705" y="1529909"/>
            <a:ext cx="3605855" cy="4419363"/>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8"/>
        <p:cNvGrpSpPr/>
        <p:nvPr/>
      </p:nvGrpSpPr>
      <p:grpSpPr>
        <a:xfrm>
          <a:off x="0" y="0"/>
          <a:ext cx="0" cy="0"/>
          <a:chOff x="0" y="0"/>
          <a:chExt cx="0" cy="0"/>
        </a:xfrm>
      </p:grpSpPr>
      <p:sp>
        <p:nvSpPr>
          <p:cNvPr id="259" name="Google Shape;259;p192"/>
          <p:cNvSpPr/>
          <p:nvPr/>
        </p:nvSpPr>
        <p:spPr>
          <a:xfrm flipH="1">
            <a:off x="4294212" y="0"/>
            <a:ext cx="7876318"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60" name="Google Shape;260;p192"/>
          <p:cNvSpPr/>
          <p:nvPr/>
        </p:nvSpPr>
        <p:spPr>
          <a:xfrm>
            <a:off x="-39608" y="-3"/>
            <a:ext cx="4333820" cy="4876818"/>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grpSp>
        <p:nvGrpSpPr>
          <p:cNvPr id="261" name="Google Shape;261;p192"/>
          <p:cNvGrpSpPr/>
          <p:nvPr/>
        </p:nvGrpSpPr>
        <p:grpSpPr>
          <a:xfrm>
            <a:off x="1" y="0"/>
            <a:ext cx="2601913" cy="2833688"/>
            <a:chOff x="0" y="0"/>
            <a:chExt cx="2601913" cy="2833688"/>
          </a:xfrm>
        </p:grpSpPr>
        <p:sp>
          <p:nvSpPr>
            <p:cNvPr id="262" name="Google Shape;262;p192"/>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3" name="Google Shape;263;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4" name="Google Shape;264;p192"/>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5" name="Google Shape;265;p192"/>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6" name="Google Shape;266;p192"/>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7" name="Google Shape;267;p192"/>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8" name="Google Shape;268;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9" name="Google Shape;269;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0" name="Google Shape;270;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1" name="Google Shape;271;p192"/>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2" name="Google Shape;272;p192"/>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3" name="Google Shape;273;p192"/>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4" name="Google Shape;274;p192"/>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5" name="Google Shape;275;p192"/>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6" name="Google Shape;276;p192"/>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7" name="Google Shape;277;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8" name="Google Shape;278;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9" name="Google Shape;279;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0" name="Google Shape;280;p192"/>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1" name="Google Shape;281;p192"/>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2" name="Google Shape;282;p192"/>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83" name="Google Shape;283;p192"/>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4" name="Google Shape;284;p192"/>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5" name="Google Shape;285;p192"/>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86" name="Google Shape;286;p192"/>
          <p:cNvSpPr txBox="1">
            <a:spLocks noGrp="1"/>
          </p:cNvSpPr>
          <p:nvPr>
            <p:ph type="title"/>
          </p:nvPr>
        </p:nvSpPr>
        <p:spPr>
          <a:xfrm>
            <a:off x="6094412" y="3789040"/>
            <a:ext cx="5491606" cy="1362075"/>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accent3"/>
              </a:buClr>
              <a:buSzPts val="5300"/>
              <a:buFont typeface="Open Sans"/>
              <a:buNone/>
              <a:defRPr sz="5300" b="1" cap="none">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7" name="Google Shape;287;p192"/>
          <p:cNvSpPr txBox="1">
            <a:spLocks noGrp="1"/>
          </p:cNvSpPr>
          <p:nvPr>
            <p:ph type="body" idx="1"/>
          </p:nvPr>
        </p:nvSpPr>
        <p:spPr>
          <a:xfrm>
            <a:off x="6094412" y="5319823"/>
            <a:ext cx="5521484" cy="828007"/>
          </a:xfrm>
          <a:prstGeom prst="rect">
            <a:avLst/>
          </a:prstGeom>
          <a:noFill/>
          <a:ln>
            <a:noFill/>
          </a:ln>
        </p:spPr>
        <p:txBody>
          <a:bodyPr spcFirstLastPara="1" wrap="square" lIns="121875" tIns="0" rIns="121875" bIns="0" anchor="t" anchorCtr="0">
            <a:normAutofit/>
          </a:bodyPr>
          <a:lstStyle>
            <a:lvl1pPr marL="457200" lvl="0" indent="-228600" algn="l">
              <a:spcBef>
                <a:spcPts val="320"/>
              </a:spcBef>
              <a:spcAft>
                <a:spcPts val="0"/>
              </a:spcAft>
              <a:buClr>
                <a:schemeClr val="accent3"/>
              </a:buClr>
              <a:buSzPts val="1600"/>
              <a:buNone/>
              <a:defRPr sz="1600">
                <a:solidFill>
                  <a:schemeClr val="accent3"/>
                </a:solidFill>
                <a:latin typeface="Open Sans"/>
                <a:ea typeface="Open Sans"/>
                <a:cs typeface="Open Sans"/>
                <a:sym typeface="Open Sans"/>
              </a:defRPr>
            </a:lvl1pPr>
            <a:lvl2pPr marL="914400" lvl="1" indent="-228600" algn="l">
              <a:spcBef>
                <a:spcPts val="480"/>
              </a:spcBef>
              <a:spcAft>
                <a:spcPts val="0"/>
              </a:spcAft>
              <a:buClr>
                <a:srgbClr val="888888"/>
              </a:buClr>
              <a:buSzPts val="2400"/>
              <a:buNone/>
              <a:defRPr sz="2400">
                <a:solidFill>
                  <a:srgbClr val="888888"/>
                </a:solidFill>
              </a:defRPr>
            </a:lvl2pPr>
            <a:lvl3pPr marL="1371600" lvl="2" indent="-228600" algn="l">
              <a:spcBef>
                <a:spcPts val="420"/>
              </a:spcBef>
              <a:spcAft>
                <a:spcPts val="0"/>
              </a:spcAft>
              <a:buClr>
                <a:srgbClr val="888888"/>
              </a:buClr>
              <a:buSzPts val="2100"/>
              <a:buNone/>
              <a:defRPr sz="2100">
                <a:solidFill>
                  <a:srgbClr val="888888"/>
                </a:solidFill>
              </a:defRPr>
            </a:lvl3pPr>
            <a:lvl4pPr marL="1828800" lvl="3" indent="-228600" algn="l">
              <a:spcBef>
                <a:spcPts val="380"/>
              </a:spcBef>
              <a:spcAft>
                <a:spcPts val="0"/>
              </a:spcAft>
              <a:buClr>
                <a:srgbClr val="888888"/>
              </a:buClr>
              <a:buSzPts val="1900"/>
              <a:buNone/>
              <a:defRPr sz="1900">
                <a:solidFill>
                  <a:srgbClr val="888888"/>
                </a:solidFill>
              </a:defRPr>
            </a:lvl4pPr>
            <a:lvl5pPr marL="2286000" lvl="4" indent="-228600" algn="l">
              <a:spcBef>
                <a:spcPts val="380"/>
              </a:spcBef>
              <a:spcAft>
                <a:spcPts val="0"/>
              </a:spcAft>
              <a:buClr>
                <a:srgbClr val="888888"/>
              </a:buClr>
              <a:buSzPts val="1900"/>
              <a:buNone/>
              <a:defRPr sz="1900">
                <a:solidFill>
                  <a:srgbClr val="888888"/>
                </a:solidFill>
              </a:defRPr>
            </a:lvl5pPr>
            <a:lvl6pPr marL="2743200" lvl="5" indent="-228600" algn="l">
              <a:spcBef>
                <a:spcPts val="380"/>
              </a:spcBef>
              <a:spcAft>
                <a:spcPts val="0"/>
              </a:spcAft>
              <a:buClr>
                <a:srgbClr val="888888"/>
              </a:buClr>
              <a:buSzPts val="1900"/>
              <a:buNone/>
              <a:defRPr sz="1900">
                <a:solidFill>
                  <a:srgbClr val="888888"/>
                </a:solidFill>
              </a:defRPr>
            </a:lvl6pPr>
            <a:lvl7pPr marL="3200400" lvl="6" indent="-228600" algn="l">
              <a:spcBef>
                <a:spcPts val="380"/>
              </a:spcBef>
              <a:spcAft>
                <a:spcPts val="0"/>
              </a:spcAft>
              <a:buClr>
                <a:srgbClr val="888888"/>
              </a:buClr>
              <a:buSzPts val="1900"/>
              <a:buNone/>
              <a:defRPr sz="1900">
                <a:solidFill>
                  <a:srgbClr val="888888"/>
                </a:solidFill>
              </a:defRPr>
            </a:lvl7pPr>
            <a:lvl8pPr marL="3657600" lvl="7" indent="-228600" algn="l">
              <a:spcBef>
                <a:spcPts val="380"/>
              </a:spcBef>
              <a:spcAft>
                <a:spcPts val="0"/>
              </a:spcAft>
              <a:buClr>
                <a:srgbClr val="888888"/>
              </a:buClr>
              <a:buSzPts val="1900"/>
              <a:buNone/>
              <a:defRPr sz="1900">
                <a:solidFill>
                  <a:srgbClr val="888888"/>
                </a:solidFill>
              </a:defRPr>
            </a:lvl8pPr>
            <a:lvl9pPr marL="4114800" lvl="8" indent="-228600" algn="l">
              <a:spcBef>
                <a:spcPts val="380"/>
              </a:spcBef>
              <a:spcAft>
                <a:spcPts val="0"/>
              </a:spcAft>
              <a:buClr>
                <a:srgbClr val="888888"/>
              </a:buClr>
              <a:buSzPts val="1900"/>
              <a:buNone/>
              <a:defRPr sz="1900">
                <a:solidFill>
                  <a:srgbClr val="888888"/>
                </a:solidFill>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Graph">
  <p:cSld name="Graph">
    <p:spTree>
      <p:nvGrpSpPr>
        <p:cNvPr id="1" name="Shape 288"/>
        <p:cNvGrpSpPr/>
        <p:nvPr/>
      </p:nvGrpSpPr>
      <p:grpSpPr>
        <a:xfrm>
          <a:off x="0" y="0"/>
          <a:ext cx="0" cy="0"/>
          <a:chOff x="0" y="0"/>
          <a:chExt cx="0" cy="0"/>
        </a:xfrm>
      </p:grpSpPr>
      <p:sp>
        <p:nvSpPr>
          <p:cNvPr id="289" name="Google Shape;289;p193"/>
          <p:cNvSpPr txBox="1">
            <a:spLocks noGrp="1"/>
          </p:cNvSpPr>
          <p:nvPr>
            <p:ph type="title"/>
          </p:nvPr>
        </p:nvSpPr>
        <p:spPr>
          <a:xfrm>
            <a:off x="609441" y="476672"/>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dk1"/>
              </a:buClr>
              <a:buSzPts val="3600"/>
              <a:buFont typeface="Open Sans"/>
              <a:buNone/>
              <a:defRPr sz="3600">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0" name="Google Shape;290;p19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1" name="Google Shape;291;p19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2" name="Google Shape;292;p19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93"/>
        <p:cNvGrpSpPr/>
        <p:nvPr/>
      </p:nvGrpSpPr>
      <p:grpSpPr>
        <a:xfrm>
          <a:off x="0" y="0"/>
          <a:ext cx="0" cy="0"/>
          <a:chOff x="0" y="0"/>
          <a:chExt cx="0" cy="0"/>
        </a:xfrm>
      </p:grpSpPr>
      <p:sp>
        <p:nvSpPr>
          <p:cNvPr id="294" name="Google Shape;294;p194"/>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5" name="Google Shape;295;p194"/>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96" name="Google Shape;296;p194"/>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7" name="Google Shape;297;p194"/>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8" name="Google Shape;298;p194"/>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9"/>
        <p:cNvGrpSpPr/>
        <p:nvPr/>
      </p:nvGrpSpPr>
      <p:grpSpPr>
        <a:xfrm>
          <a:off x="0" y="0"/>
          <a:ext cx="0" cy="0"/>
          <a:chOff x="0" y="0"/>
          <a:chExt cx="0" cy="0"/>
        </a:xfrm>
      </p:grpSpPr>
      <p:sp>
        <p:nvSpPr>
          <p:cNvPr id="300" name="Google Shape;300;p195"/>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1" name="Google Shape;301;p195"/>
          <p:cNvSpPr txBox="1">
            <a:spLocks noGrp="1"/>
          </p:cNvSpPr>
          <p:nvPr>
            <p:ph type="body" idx="1"/>
          </p:nvPr>
        </p:nvSpPr>
        <p:spPr>
          <a:xfrm>
            <a:off x="609441"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2" name="Google Shape;302;p195"/>
          <p:cNvSpPr txBox="1">
            <a:spLocks noGrp="1"/>
          </p:cNvSpPr>
          <p:nvPr>
            <p:ph type="body" idx="2"/>
          </p:nvPr>
        </p:nvSpPr>
        <p:spPr>
          <a:xfrm>
            <a:off x="6195986"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3" name="Google Shape;303;p19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4" name="Google Shape;304;p19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5" name="Google Shape;305;p19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6"/>
        <p:cNvGrpSpPr/>
        <p:nvPr/>
      </p:nvGrpSpPr>
      <p:grpSpPr>
        <a:xfrm>
          <a:off x="0" y="0"/>
          <a:ext cx="0" cy="0"/>
          <a:chOff x="0" y="0"/>
          <a:chExt cx="0" cy="0"/>
        </a:xfrm>
      </p:grpSpPr>
      <p:sp>
        <p:nvSpPr>
          <p:cNvPr id="307" name="Google Shape;307;p196"/>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36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8" name="Google Shape;308;p196"/>
          <p:cNvSpPr txBox="1">
            <a:spLocks noGrp="1"/>
          </p:cNvSpPr>
          <p:nvPr>
            <p:ph type="body" idx="1"/>
          </p:nvPr>
        </p:nvSpPr>
        <p:spPr>
          <a:xfrm>
            <a:off x="609441" y="1535113"/>
            <a:ext cx="5385514"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09" name="Google Shape;309;p196"/>
          <p:cNvSpPr txBox="1">
            <a:spLocks noGrp="1"/>
          </p:cNvSpPr>
          <p:nvPr>
            <p:ph type="body" idx="2"/>
          </p:nvPr>
        </p:nvSpPr>
        <p:spPr>
          <a:xfrm>
            <a:off x="609441" y="2174875"/>
            <a:ext cx="5385514"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0" name="Google Shape;310;p196"/>
          <p:cNvSpPr txBox="1">
            <a:spLocks noGrp="1"/>
          </p:cNvSpPr>
          <p:nvPr>
            <p:ph type="body" idx="3"/>
          </p:nvPr>
        </p:nvSpPr>
        <p:spPr>
          <a:xfrm>
            <a:off x="6191756" y="1535113"/>
            <a:ext cx="5387630"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11" name="Google Shape;311;p196"/>
          <p:cNvSpPr txBox="1">
            <a:spLocks noGrp="1"/>
          </p:cNvSpPr>
          <p:nvPr>
            <p:ph type="body" idx="4"/>
          </p:nvPr>
        </p:nvSpPr>
        <p:spPr>
          <a:xfrm>
            <a:off x="6191756" y="2174875"/>
            <a:ext cx="5387630"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2" name="Google Shape;312;p19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3" name="Google Shape;313;p19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4" name="Google Shape;314;p19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15"/>
        <p:cNvGrpSpPr/>
        <p:nvPr/>
      </p:nvGrpSpPr>
      <p:grpSpPr>
        <a:xfrm>
          <a:off x="0" y="0"/>
          <a:ext cx="0" cy="0"/>
          <a:chOff x="0" y="0"/>
          <a:chExt cx="0" cy="0"/>
        </a:xfrm>
      </p:grpSpPr>
      <p:sp>
        <p:nvSpPr>
          <p:cNvPr id="316" name="Google Shape;316;p19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7" name="Google Shape;317;p19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8" name="Google Shape;318;p197"/>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19"/>
        <p:cNvGrpSpPr/>
        <p:nvPr/>
      </p:nvGrpSpPr>
      <p:grpSpPr>
        <a:xfrm>
          <a:off x="0" y="0"/>
          <a:ext cx="0" cy="0"/>
          <a:chOff x="0" y="0"/>
          <a:chExt cx="0" cy="0"/>
        </a:xfrm>
      </p:grpSpPr>
      <p:sp>
        <p:nvSpPr>
          <p:cNvPr id="320" name="Google Shape;320;p198"/>
          <p:cNvSpPr txBox="1">
            <a:spLocks noGrp="1"/>
          </p:cNvSpPr>
          <p:nvPr>
            <p:ph type="title"/>
          </p:nvPr>
        </p:nvSpPr>
        <p:spPr>
          <a:xfrm>
            <a:off x="609443" y="273049"/>
            <a:ext cx="4010039" cy="1162051"/>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1" name="Google Shape;321;p198"/>
          <p:cNvSpPr txBox="1">
            <a:spLocks noGrp="1"/>
          </p:cNvSpPr>
          <p:nvPr>
            <p:ph type="body" idx="1"/>
          </p:nvPr>
        </p:nvSpPr>
        <p:spPr>
          <a:xfrm>
            <a:off x="4765492" y="273052"/>
            <a:ext cx="6813892" cy="5853113"/>
          </a:xfrm>
          <a:prstGeom prst="rect">
            <a:avLst/>
          </a:prstGeom>
          <a:noFill/>
          <a:ln>
            <a:noFill/>
          </a:ln>
        </p:spPr>
        <p:txBody>
          <a:bodyPr spcFirstLastPara="1" wrap="square" lIns="121875" tIns="60925" rIns="121875" bIns="60925" anchor="t" anchorCtr="0">
            <a:normAutofit/>
          </a:bodyPr>
          <a:lstStyle>
            <a:lvl1pPr marL="457200" lvl="0" indent="-501650" algn="l">
              <a:spcBef>
                <a:spcPts val="860"/>
              </a:spcBef>
              <a:spcAft>
                <a:spcPts val="0"/>
              </a:spcAft>
              <a:buClr>
                <a:schemeClr val="dk1"/>
              </a:buClr>
              <a:buSzPts val="4300"/>
              <a:buChar char="•"/>
              <a:defRPr sz="4300"/>
            </a:lvl1pPr>
            <a:lvl2pPr marL="914400" lvl="1" indent="-463550" algn="l">
              <a:spcBef>
                <a:spcPts val="740"/>
              </a:spcBef>
              <a:spcAft>
                <a:spcPts val="0"/>
              </a:spcAft>
              <a:buClr>
                <a:schemeClr val="dk1"/>
              </a:buClr>
              <a:buSzPts val="3700"/>
              <a:buChar char="–"/>
              <a:defRPr sz="3700"/>
            </a:lvl2pPr>
            <a:lvl3pPr marL="1371600" lvl="2" indent="-431800" algn="l">
              <a:spcBef>
                <a:spcPts val="640"/>
              </a:spcBef>
              <a:spcAft>
                <a:spcPts val="0"/>
              </a:spcAft>
              <a:buClr>
                <a:schemeClr val="dk1"/>
              </a:buClr>
              <a:buSzPts val="3200"/>
              <a:buChar char="•"/>
              <a:defRPr sz="3200"/>
            </a:lvl3pPr>
            <a:lvl4pPr marL="1828800" lvl="3" indent="-400050" algn="l">
              <a:spcBef>
                <a:spcPts val="540"/>
              </a:spcBef>
              <a:spcAft>
                <a:spcPts val="0"/>
              </a:spcAft>
              <a:buClr>
                <a:schemeClr val="dk1"/>
              </a:buClr>
              <a:buSzPts val="2700"/>
              <a:buChar char="–"/>
              <a:defRPr sz="2700"/>
            </a:lvl4pPr>
            <a:lvl5pPr marL="2286000" lvl="4" indent="-400050" algn="l">
              <a:spcBef>
                <a:spcPts val="540"/>
              </a:spcBef>
              <a:spcAft>
                <a:spcPts val="0"/>
              </a:spcAft>
              <a:buClr>
                <a:schemeClr val="dk1"/>
              </a:buClr>
              <a:buSzPts val="2700"/>
              <a:buChar char="»"/>
              <a:defRPr sz="2700"/>
            </a:lvl5pPr>
            <a:lvl6pPr marL="2743200" lvl="5" indent="-400050" algn="l">
              <a:spcBef>
                <a:spcPts val="540"/>
              </a:spcBef>
              <a:spcAft>
                <a:spcPts val="0"/>
              </a:spcAft>
              <a:buClr>
                <a:schemeClr val="dk1"/>
              </a:buClr>
              <a:buSzPts val="2700"/>
              <a:buChar char="•"/>
              <a:defRPr sz="2700"/>
            </a:lvl6pPr>
            <a:lvl7pPr marL="3200400" lvl="6" indent="-400050" algn="l">
              <a:spcBef>
                <a:spcPts val="540"/>
              </a:spcBef>
              <a:spcAft>
                <a:spcPts val="0"/>
              </a:spcAft>
              <a:buClr>
                <a:schemeClr val="dk1"/>
              </a:buClr>
              <a:buSzPts val="2700"/>
              <a:buChar char="•"/>
              <a:defRPr sz="2700"/>
            </a:lvl7pPr>
            <a:lvl8pPr marL="3657600" lvl="7" indent="-400050" algn="l">
              <a:spcBef>
                <a:spcPts val="540"/>
              </a:spcBef>
              <a:spcAft>
                <a:spcPts val="0"/>
              </a:spcAft>
              <a:buClr>
                <a:schemeClr val="dk1"/>
              </a:buClr>
              <a:buSzPts val="2700"/>
              <a:buChar char="•"/>
              <a:defRPr sz="2700"/>
            </a:lvl8pPr>
            <a:lvl9pPr marL="4114800" lvl="8" indent="-400050" algn="l">
              <a:spcBef>
                <a:spcPts val="540"/>
              </a:spcBef>
              <a:spcAft>
                <a:spcPts val="0"/>
              </a:spcAft>
              <a:buClr>
                <a:schemeClr val="dk1"/>
              </a:buClr>
              <a:buSzPts val="2700"/>
              <a:buChar char="•"/>
              <a:defRPr sz="2700"/>
            </a:lvl9pPr>
          </a:lstStyle>
          <a:p>
            <a:endParaRPr/>
          </a:p>
        </p:txBody>
      </p:sp>
      <p:sp>
        <p:nvSpPr>
          <p:cNvPr id="322" name="Google Shape;322;p198"/>
          <p:cNvSpPr txBox="1">
            <a:spLocks noGrp="1"/>
          </p:cNvSpPr>
          <p:nvPr>
            <p:ph type="body" idx="2"/>
          </p:nvPr>
        </p:nvSpPr>
        <p:spPr>
          <a:xfrm>
            <a:off x="609443" y="1435102"/>
            <a:ext cx="4010039" cy="46910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23" name="Google Shape;323;p19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4" name="Google Shape;324;p19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5" name="Google Shape;325;p198"/>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26"/>
        <p:cNvGrpSpPr/>
        <p:nvPr/>
      </p:nvGrpSpPr>
      <p:grpSpPr>
        <a:xfrm>
          <a:off x="0" y="0"/>
          <a:ext cx="0" cy="0"/>
          <a:chOff x="0" y="0"/>
          <a:chExt cx="0" cy="0"/>
        </a:xfrm>
      </p:grpSpPr>
      <p:sp>
        <p:nvSpPr>
          <p:cNvPr id="327" name="Google Shape;327;p199"/>
          <p:cNvSpPr txBox="1">
            <a:spLocks noGrp="1"/>
          </p:cNvSpPr>
          <p:nvPr>
            <p:ph type="title"/>
          </p:nvPr>
        </p:nvSpPr>
        <p:spPr>
          <a:xfrm>
            <a:off x="2389095" y="4800600"/>
            <a:ext cx="7313295" cy="566739"/>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8" name="Google Shape;328;p199"/>
          <p:cNvSpPr>
            <a:spLocks noGrp="1"/>
          </p:cNvSpPr>
          <p:nvPr>
            <p:ph type="pic" idx="2"/>
          </p:nvPr>
        </p:nvSpPr>
        <p:spPr>
          <a:xfrm>
            <a:off x="2389095" y="612775"/>
            <a:ext cx="7313295" cy="4114800"/>
          </a:xfrm>
          <a:prstGeom prst="rect">
            <a:avLst/>
          </a:prstGeom>
          <a:noFill/>
          <a:ln>
            <a:noFill/>
          </a:ln>
        </p:spPr>
      </p:sp>
      <p:sp>
        <p:nvSpPr>
          <p:cNvPr id="329" name="Google Shape;329;p199"/>
          <p:cNvSpPr txBox="1">
            <a:spLocks noGrp="1"/>
          </p:cNvSpPr>
          <p:nvPr>
            <p:ph type="body" idx="1"/>
          </p:nvPr>
        </p:nvSpPr>
        <p:spPr>
          <a:xfrm>
            <a:off x="2389095" y="5367338"/>
            <a:ext cx="7313295" cy="8048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30" name="Google Shape;330;p19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1" name="Google Shape;331;p19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2" name="Google Shape;332;p199"/>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33"/>
        <p:cNvGrpSpPr/>
        <p:nvPr/>
      </p:nvGrpSpPr>
      <p:grpSpPr>
        <a:xfrm>
          <a:off x="0" y="0"/>
          <a:ext cx="0" cy="0"/>
          <a:chOff x="0" y="0"/>
          <a:chExt cx="0" cy="0"/>
        </a:xfrm>
      </p:grpSpPr>
      <p:sp>
        <p:nvSpPr>
          <p:cNvPr id="334" name="Google Shape;334;p200"/>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5" name="Google Shape;335;p200"/>
          <p:cNvSpPr txBox="1">
            <a:spLocks noGrp="1"/>
          </p:cNvSpPr>
          <p:nvPr>
            <p:ph type="body" idx="1"/>
          </p:nvPr>
        </p:nvSpPr>
        <p:spPr>
          <a:xfrm rot="5400000">
            <a:off x="3600543" y="-1852677"/>
            <a:ext cx="4987739" cy="10969943"/>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36" name="Google Shape;336;p20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7" name="Google Shape;337;p20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8" name="Google Shape;338;p200"/>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339"/>
        <p:cNvGrpSpPr/>
        <p:nvPr/>
      </p:nvGrpSpPr>
      <p:grpSpPr>
        <a:xfrm>
          <a:off x="0" y="0"/>
          <a:ext cx="0" cy="0"/>
          <a:chOff x="0" y="0"/>
          <a:chExt cx="0" cy="0"/>
        </a:xfrm>
      </p:grpSpPr>
      <p:sp>
        <p:nvSpPr>
          <p:cNvPr id="340" name="Google Shape;340;p201"/>
          <p:cNvSpPr txBox="1">
            <a:spLocks noGrp="1"/>
          </p:cNvSpPr>
          <p:nvPr>
            <p:ph type="title"/>
          </p:nvPr>
        </p:nvSpPr>
        <p:spPr>
          <a:xfrm rot="5400000">
            <a:off x="7282379" y="1829159"/>
            <a:ext cx="5851525" cy="2742486"/>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1" name="Google Shape;341;p201"/>
          <p:cNvSpPr txBox="1">
            <a:spLocks noGrp="1"/>
          </p:cNvSpPr>
          <p:nvPr>
            <p:ph type="body" idx="1"/>
          </p:nvPr>
        </p:nvSpPr>
        <p:spPr>
          <a:xfrm rot="5400000">
            <a:off x="1695834" y="-811754"/>
            <a:ext cx="5851525" cy="8024310"/>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42" name="Google Shape;342;p20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3" name="Google Shape;343;p20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4" name="Google Shape;344;p201"/>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40_Full Blank">
  <p:cSld name="40_Full Blank">
    <p:spTree>
      <p:nvGrpSpPr>
        <p:cNvPr id="1" name="Shape 345"/>
        <p:cNvGrpSpPr/>
        <p:nvPr/>
      </p:nvGrpSpPr>
      <p:grpSpPr>
        <a:xfrm>
          <a:off x="0" y="0"/>
          <a:ext cx="0" cy="0"/>
          <a:chOff x="0" y="0"/>
          <a:chExt cx="0" cy="0"/>
        </a:xfrm>
      </p:grpSpPr>
      <p:sp>
        <p:nvSpPr>
          <p:cNvPr id="346" name="Google Shape;346;p202"/>
          <p:cNvSpPr/>
          <p:nvPr/>
        </p:nvSpPr>
        <p:spPr>
          <a:xfrm>
            <a:off x="0" y="-981"/>
            <a:ext cx="12188825" cy="6867857"/>
          </a:xfrm>
          <a:prstGeom prst="rect">
            <a:avLst/>
          </a:prstGeom>
          <a:solidFill>
            <a:srgbClr val="262626">
              <a:alpha val="96862"/>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47" name="Google Shape;347;p202"/>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nvGrpSpPr>
          <p:cNvPr id="348" name="Google Shape;348;p202"/>
          <p:cNvGrpSpPr/>
          <p:nvPr/>
        </p:nvGrpSpPr>
        <p:grpSpPr>
          <a:xfrm>
            <a:off x="531756" y="6037713"/>
            <a:ext cx="495031" cy="493336"/>
            <a:chOff x="5489575" y="1343025"/>
            <a:chExt cx="1724025" cy="1717676"/>
          </a:xfrm>
        </p:grpSpPr>
        <p:sp>
          <p:nvSpPr>
            <p:cNvPr id="349" name="Google Shape;349;p202"/>
            <p:cNvSpPr/>
            <p:nvPr/>
          </p:nvSpPr>
          <p:spPr>
            <a:xfrm>
              <a:off x="6137275" y="1343025"/>
              <a:ext cx="1076325" cy="1074738"/>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0" name="Google Shape;350;p202"/>
            <p:cNvSpPr/>
            <p:nvPr/>
          </p:nvSpPr>
          <p:spPr>
            <a:xfrm>
              <a:off x="5489575" y="2201863"/>
              <a:ext cx="754063" cy="754063"/>
            </a:xfrm>
            <a:custGeom>
              <a:avLst/>
              <a:gdLst/>
              <a:ahLst/>
              <a:cxnLst/>
              <a:rect l="l" t="t" r="r" b="b"/>
              <a:pathLst>
                <a:path w="199" h="199" extrusionOk="0">
                  <a:moveTo>
                    <a:pt x="100" y="0"/>
                  </a:moveTo>
                  <a:cubicBezTo>
                    <a:pt x="45" y="0"/>
                    <a:pt x="0" y="45"/>
                    <a:pt x="0" y="100"/>
                  </a:cubicBezTo>
                  <a:cubicBezTo>
                    <a:pt x="0" y="154"/>
                    <a:pt x="45" y="199"/>
                    <a:pt x="100" y="199"/>
                  </a:cubicBezTo>
                  <a:cubicBezTo>
                    <a:pt x="154" y="199"/>
                    <a:pt x="199" y="154"/>
                    <a:pt x="199" y="100"/>
                  </a:cubicBezTo>
                  <a:cubicBezTo>
                    <a:pt x="199" y="45"/>
                    <a:pt x="154" y="0"/>
                    <a:pt x="100" y="0"/>
                  </a:cubicBezTo>
                  <a:close/>
                  <a:moveTo>
                    <a:pt x="100" y="171"/>
                  </a:moveTo>
                  <a:cubicBezTo>
                    <a:pt x="60" y="171"/>
                    <a:pt x="29" y="139"/>
                    <a:pt x="29" y="100"/>
                  </a:cubicBezTo>
                  <a:cubicBezTo>
                    <a:pt x="29" y="60"/>
                    <a:pt x="60" y="28"/>
                    <a:pt x="100" y="28"/>
                  </a:cubicBezTo>
                  <a:cubicBezTo>
                    <a:pt x="139" y="28"/>
                    <a:pt x="171" y="60"/>
                    <a:pt x="171" y="100"/>
                  </a:cubicBezTo>
                  <a:cubicBezTo>
                    <a:pt x="171" y="139"/>
                    <a:pt x="139" y="171"/>
                    <a:pt x="100" y="171"/>
                  </a:cubicBezTo>
                  <a:close/>
                  <a:moveTo>
                    <a:pt x="100" y="171"/>
                  </a:moveTo>
                  <a:cubicBezTo>
                    <a:pt x="100" y="171"/>
                    <a:pt x="100" y="171"/>
                    <a:pt x="100" y="171"/>
                  </a:cubicBezTo>
                </a:path>
              </a:pathLst>
            </a:custGeom>
            <a:solidFill>
              <a:srgbClr val="D8D8D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1" name="Google Shape;351;p202"/>
            <p:cNvSpPr/>
            <p:nvPr/>
          </p:nvSpPr>
          <p:spPr>
            <a:xfrm>
              <a:off x="6459538" y="2633663"/>
              <a:ext cx="431800" cy="427038"/>
            </a:xfrm>
            <a:custGeom>
              <a:avLst/>
              <a:gdLst/>
              <a:ahLst/>
              <a:cxnLst/>
              <a:rect l="l" t="t" r="r" b="b"/>
              <a:pathLst>
                <a:path w="114" h="113" extrusionOk="0">
                  <a:moveTo>
                    <a:pt x="57" y="0"/>
                  </a:moveTo>
                  <a:cubicBezTo>
                    <a:pt x="25" y="0"/>
                    <a:pt x="0" y="25"/>
                    <a:pt x="0" y="57"/>
                  </a:cubicBezTo>
                  <a:cubicBezTo>
                    <a:pt x="0" y="88"/>
                    <a:pt x="25" y="113"/>
                    <a:pt x="57" y="113"/>
                  </a:cubicBezTo>
                  <a:cubicBezTo>
                    <a:pt x="88" y="113"/>
                    <a:pt x="114" y="88"/>
                    <a:pt x="114" y="57"/>
                  </a:cubicBezTo>
                  <a:cubicBezTo>
                    <a:pt x="114" y="25"/>
                    <a:pt x="88" y="0"/>
                    <a:pt x="57" y="0"/>
                  </a:cubicBezTo>
                  <a:close/>
                  <a:moveTo>
                    <a:pt x="57" y="85"/>
                  </a:moveTo>
                  <a:cubicBezTo>
                    <a:pt x="41" y="85"/>
                    <a:pt x="28" y="72"/>
                    <a:pt x="28" y="57"/>
                  </a:cubicBezTo>
                  <a:cubicBezTo>
                    <a:pt x="28" y="41"/>
                    <a:pt x="41" y="28"/>
                    <a:pt x="57" y="28"/>
                  </a:cubicBezTo>
                  <a:cubicBezTo>
                    <a:pt x="73" y="28"/>
                    <a:pt x="85" y="41"/>
                    <a:pt x="85" y="57"/>
                  </a:cubicBezTo>
                  <a:cubicBezTo>
                    <a:pt x="85" y="72"/>
                    <a:pt x="73" y="85"/>
                    <a:pt x="57" y="85"/>
                  </a:cubicBezTo>
                  <a:close/>
                  <a:moveTo>
                    <a:pt x="57" y="85"/>
                  </a:moveTo>
                  <a:cubicBezTo>
                    <a:pt x="57" y="85"/>
                    <a:pt x="57" y="85"/>
                    <a:pt x="57" y="85"/>
                  </a:cubicBezTo>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grpSp>
      <p:sp>
        <p:nvSpPr>
          <p:cNvPr id="352" name="Google Shape;352;p202"/>
          <p:cNvSpPr>
            <a:spLocks noGrp="1"/>
          </p:cNvSpPr>
          <p:nvPr>
            <p:ph type="pic" idx="2"/>
          </p:nvPr>
        </p:nvSpPr>
        <p:spPr>
          <a:xfrm>
            <a:off x="4148224" y="1443883"/>
            <a:ext cx="1398803" cy="1564773"/>
          </a:xfrm>
          <a:prstGeom prst="rect">
            <a:avLst/>
          </a:prstGeom>
          <a:noFill/>
          <a:ln>
            <a:noFill/>
          </a:ln>
        </p:spPr>
      </p:sp>
      <p:sp>
        <p:nvSpPr>
          <p:cNvPr id="353" name="Google Shape;353;p202"/>
          <p:cNvSpPr>
            <a:spLocks noGrp="1"/>
          </p:cNvSpPr>
          <p:nvPr>
            <p:ph type="pic" idx="3"/>
          </p:nvPr>
        </p:nvSpPr>
        <p:spPr>
          <a:xfrm>
            <a:off x="941890" y="3346175"/>
            <a:ext cx="752211" cy="841303"/>
          </a:xfrm>
          <a:prstGeom prst="rect">
            <a:avLst/>
          </a:prstGeom>
          <a:noFill/>
          <a:ln>
            <a:noFill/>
          </a:ln>
        </p:spPr>
      </p:sp>
      <p:sp>
        <p:nvSpPr>
          <p:cNvPr id="354" name="Google Shape;354;p202"/>
          <p:cNvSpPr>
            <a:spLocks noGrp="1"/>
          </p:cNvSpPr>
          <p:nvPr>
            <p:ph type="pic" idx="4"/>
          </p:nvPr>
        </p:nvSpPr>
        <p:spPr>
          <a:xfrm>
            <a:off x="2116623" y="2548677"/>
            <a:ext cx="2843864" cy="3181350"/>
          </a:xfrm>
          <a:prstGeom prst="rect">
            <a:avLst/>
          </a:prstGeom>
          <a:noFill/>
          <a:ln>
            <a:noFill/>
          </a:ln>
        </p:spPr>
      </p:sp>
      <p:grpSp>
        <p:nvGrpSpPr>
          <p:cNvPr id="355" name="Google Shape;355;p202"/>
          <p:cNvGrpSpPr/>
          <p:nvPr/>
        </p:nvGrpSpPr>
        <p:grpSpPr>
          <a:xfrm>
            <a:off x="0" y="6658753"/>
            <a:ext cx="12188825" cy="208124"/>
            <a:chOff x="0" y="6606540"/>
            <a:chExt cx="11430000" cy="251459"/>
          </a:xfrm>
        </p:grpSpPr>
        <p:sp>
          <p:nvSpPr>
            <p:cNvPr id="356" name="Google Shape;356;p202"/>
            <p:cNvSpPr/>
            <p:nvPr/>
          </p:nvSpPr>
          <p:spPr>
            <a:xfrm>
              <a:off x="0" y="6606540"/>
              <a:ext cx="2286000" cy="25145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7" name="Google Shape;357;p202"/>
            <p:cNvSpPr/>
            <p:nvPr/>
          </p:nvSpPr>
          <p:spPr>
            <a:xfrm>
              <a:off x="2286000" y="6606540"/>
              <a:ext cx="2286000" cy="251459"/>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8" name="Google Shape;358;p202"/>
            <p:cNvSpPr/>
            <p:nvPr/>
          </p:nvSpPr>
          <p:spPr>
            <a:xfrm>
              <a:off x="4572000" y="6606540"/>
              <a:ext cx="2286000" cy="251459"/>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9" name="Google Shape;359;p202"/>
            <p:cNvSpPr/>
            <p:nvPr/>
          </p:nvSpPr>
          <p:spPr>
            <a:xfrm>
              <a:off x="6858000" y="6606540"/>
              <a:ext cx="2286000" cy="25145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60" name="Google Shape;360;p202"/>
            <p:cNvSpPr/>
            <p:nvPr/>
          </p:nvSpPr>
          <p:spPr>
            <a:xfrm>
              <a:off x="9144000" y="6606540"/>
              <a:ext cx="2286000" cy="251459"/>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39_Full Blank">
  <p:cSld name="39_Full Blank">
    <p:spTree>
      <p:nvGrpSpPr>
        <p:cNvPr id="1" name="Shape 361"/>
        <p:cNvGrpSpPr/>
        <p:nvPr/>
      </p:nvGrpSpPr>
      <p:grpSpPr>
        <a:xfrm>
          <a:off x="0" y="0"/>
          <a:ext cx="0" cy="0"/>
          <a:chOff x="0" y="0"/>
          <a:chExt cx="0" cy="0"/>
        </a:xfrm>
      </p:grpSpPr>
      <p:sp>
        <p:nvSpPr>
          <p:cNvPr id="362" name="Google Shape;362;p203"/>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71082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2/19/2026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245349110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78282569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32413475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9266656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319141609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22504774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2/19/2026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45230934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2/19/2026</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66395774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359946853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230967579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369"/>
        <p:cNvGrpSpPr/>
        <p:nvPr/>
      </p:nvGrpSpPr>
      <p:grpSpPr>
        <a:xfrm>
          <a:off x="0" y="0"/>
          <a:ext cx="0" cy="0"/>
          <a:chOff x="0" y="0"/>
          <a:chExt cx="0" cy="0"/>
        </a:xfrm>
      </p:grpSpPr>
      <p:sp>
        <p:nvSpPr>
          <p:cNvPr id="370" name="Google Shape;370;p158"/>
          <p:cNvSpPr txBox="1">
            <a:spLocks noGrp="1"/>
          </p:cNvSpPr>
          <p:nvPr>
            <p:ph type="ctrTitle"/>
          </p:nvPr>
        </p:nvSpPr>
        <p:spPr>
          <a:xfrm>
            <a:off x="1523603" y="1122363"/>
            <a:ext cx="9141619"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5999"/>
              <a:buFont typeface="Calibri"/>
              <a:buNone/>
              <a:defRPr sz="5999"/>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1" name="Google Shape;371;p158"/>
          <p:cNvSpPr txBox="1">
            <a:spLocks noGrp="1"/>
          </p:cNvSpPr>
          <p:nvPr>
            <p:ph type="subTitle" idx="1"/>
          </p:nvPr>
        </p:nvSpPr>
        <p:spPr>
          <a:xfrm>
            <a:off x="1523603" y="3602037"/>
            <a:ext cx="9141619" cy="1655763"/>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399"/>
              <a:buNone/>
              <a:defRPr sz="2399"/>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72" name="Google Shape;372;p158"/>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3" name="Google Shape;373;p158"/>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4" name="Google Shape;374;p158"/>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32439346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470"/>
        <p:cNvGrpSpPr/>
        <p:nvPr/>
      </p:nvGrpSpPr>
      <p:grpSpPr>
        <a:xfrm>
          <a:off x="0" y="0"/>
          <a:ext cx="0" cy="0"/>
          <a:chOff x="0" y="0"/>
          <a:chExt cx="0" cy="0"/>
        </a:xfrm>
      </p:grpSpPr>
      <p:sp>
        <p:nvSpPr>
          <p:cNvPr id="471" name="Google Shape;471;p180"/>
          <p:cNvSpPr txBox="1">
            <a:spLocks noGrp="1"/>
          </p:cNvSpPr>
          <p:nvPr>
            <p:ph type="title"/>
          </p:nvPr>
        </p:nvSpPr>
        <p:spPr>
          <a:xfrm>
            <a:off x="837982" y="365125"/>
            <a:ext cx="10512862"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2" name="Google Shape;472;p180"/>
          <p:cNvSpPr txBox="1">
            <a:spLocks noGrp="1"/>
          </p:cNvSpPr>
          <p:nvPr>
            <p:ph type="body" idx="1"/>
          </p:nvPr>
        </p:nvSpPr>
        <p:spPr>
          <a:xfrm rot="5400000">
            <a:off x="3918744" y="-1255136"/>
            <a:ext cx="4351339" cy="1051286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3" name="Google Shape;473;p180"/>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4" name="Google Shape;474;p180"/>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5" name="Google Shape;475;p180"/>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54039460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476"/>
        <p:cNvGrpSpPr/>
        <p:nvPr/>
      </p:nvGrpSpPr>
      <p:grpSpPr>
        <a:xfrm>
          <a:off x="0" y="0"/>
          <a:ext cx="0" cy="0"/>
          <a:chOff x="0" y="0"/>
          <a:chExt cx="0" cy="0"/>
        </a:xfrm>
      </p:grpSpPr>
      <p:sp>
        <p:nvSpPr>
          <p:cNvPr id="477" name="Google Shape;477;p181"/>
          <p:cNvSpPr txBox="1">
            <a:spLocks noGrp="1"/>
          </p:cNvSpPr>
          <p:nvPr>
            <p:ph type="title"/>
          </p:nvPr>
        </p:nvSpPr>
        <p:spPr>
          <a:xfrm rot="5400000">
            <a:off x="7130817" y="1956938"/>
            <a:ext cx="5811839" cy="262821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8" name="Google Shape;478;p181"/>
          <p:cNvSpPr txBox="1">
            <a:spLocks noGrp="1"/>
          </p:cNvSpPr>
          <p:nvPr>
            <p:ph type="body" idx="1"/>
          </p:nvPr>
        </p:nvSpPr>
        <p:spPr>
          <a:xfrm rot="5400000">
            <a:off x="1798205" y="-595097"/>
            <a:ext cx="5811839" cy="7732286"/>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9" name="Google Shape;479;p181"/>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0" name="Google Shape;480;p181"/>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1" name="Google Shape;481;p181"/>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84407260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p:cSld name="Title">
    <p:bg>
      <p:bgPr>
        <a:gradFill>
          <a:gsLst>
            <a:gs pos="0">
              <a:schemeClr val="accent2"/>
            </a:gs>
            <a:gs pos="100000">
              <a:schemeClr val="dk1"/>
            </a:gs>
          </a:gsLst>
          <a:lin ang="8100019" scaled="0"/>
        </a:gradFill>
        <a:effectLst/>
      </p:bgPr>
    </p:bg>
    <p:spTree>
      <p:nvGrpSpPr>
        <p:cNvPr id="1" name="Shape 482"/>
        <p:cNvGrpSpPr/>
        <p:nvPr/>
      </p:nvGrpSpPr>
      <p:grpSpPr>
        <a:xfrm>
          <a:off x="0" y="0"/>
          <a:ext cx="0" cy="0"/>
          <a:chOff x="0" y="0"/>
          <a:chExt cx="0" cy="0"/>
        </a:xfrm>
      </p:grpSpPr>
      <p:sp>
        <p:nvSpPr>
          <p:cNvPr id="483" name="Google Shape;483;p182"/>
          <p:cNvSpPr txBox="1">
            <a:spLocks noGrp="1"/>
          </p:cNvSpPr>
          <p:nvPr>
            <p:ph type="ctrTitle"/>
          </p:nvPr>
        </p:nvSpPr>
        <p:spPr>
          <a:xfrm>
            <a:off x="1383473" y="2216600"/>
            <a:ext cx="9421946" cy="242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lt1"/>
              </a:buClr>
              <a:buSzPts val="6800"/>
              <a:buFont typeface="Calibri"/>
              <a:buNone/>
              <a:defRPr sz="9064">
                <a:solidFill>
                  <a:schemeClr val="lt1"/>
                </a:solidFill>
              </a:defRPr>
            </a:lvl1pPr>
            <a:lvl2pPr lvl="1">
              <a:lnSpc>
                <a:spcPct val="100000"/>
              </a:lnSpc>
              <a:spcBef>
                <a:spcPts val="0"/>
              </a:spcBef>
              <a:spcAft>
                <a:spcPts val="0"/>
              </a:spcAft>
              <a:buClr>
                <a:schemeClr val="lt1"/>
              </a:buClr>
              <a:buSzPts val="6800"/>
              <a:buNone/>
              <a:defRPr sz="9064">
                <a:solidFill>
                  <a:schemeClr val="lt1"/>
                </a:solidFill>
              </a:defRPr>
            </a:lvl2pPr>
            <a:lvl3pPr lvl="2">
              <a:lnSpc>
                <a:spcPct val="100000"/>
              </a:lnSpc>
              <a:spcBef>
                <a:spcPts val="0"/>
              </a:spcBef>
              <a:spcAft>
                <a:spcPts val="0"/>
              </a:spcAft>
              <a:buClr>
                <a:schemeClr val="lt1"/>
              </a:buClr>
              <a:buSzPts val="6800"/>
              <a:buNone/>
              <a:defRPr sz="9064">
                <a:solidFill>
                  <a:schemeClr val="lt1"/>
                </a:solidFill>
              </a:defRPr>
            </a:lvl3pPr>
            <a:lvl4pPr lvl="3">
              <a:lnSpc>
                <a:spcPct val="100000"/>
              </a:lnSpc>
              <a:spcBef>
                <a:spcPts val="0"/>
              </a:spcBef>
              <a:spcAft>
                <a:spcPts val="0"/>
              </a:spcAft>
              <a:buClr>
                <a:schemeClr val="lt1"/>
              </a:buClr>
              <a:buSzPts val="6800"/>
              <a:buNone/>
              <a:defRPr sz="9064">
                <a:solidFill>
                  <a:schemeClr val="lt1"/>
                </a:solidFill>
              </a:defRPr>
            </a:lvl4pPr>
            <a:lvl5pPr lvl="4">
              <a:lnSpc>
                <a:spcPct val="100000"/>
              </a:lnSpc>
              <a:spcBef>
                <a:spcPts val="0"/>
              </a:spcBef>
              <a:spcAft>
                <a:spcPts val="0"/>
              </a:spcAft>
              <a:buClr>
                <a:schemeClr val="lt1"/>
              </a:buClr>
              <a:buSzPts val="6800"/>
              <a:buNone/>
              <a:defRPr sz="9064">
                <a:solidFill>
                  <a:schemeClr val="lt1"/>
                </a:solidFill>
              </a:defRPr>
            </a:lvl5pPr>
            <a:lvl6pPr lvl="5">
              <a:lnSpc>
                <a:spcPct val="100000"/>
              </a:lnSpc>
              <a:spcBef>
                <a:spcPts val="0"/>
              </a:spcBef>
              <a:spcAft>
                <a:spcPts val="0"/>
              </a:spcAft>
              <a:buClr>
                <a:schemeClr val="lt1"/>
              </a:buClr>
              <a:buSzPts val="6800"/>
              <a:buNone/>
              <a:defRPr sz="9064">
                <a:solidFill>
                  <a:schemeClr val="lt1"/>
                </a:solidFill>
              </a:defRPr>
            </a:lvl6pPr>
            <a:lvl7pPr lvl="6">
              <a:lnSpc>
                <a:spcPct val="100000"/>
              </a:lnSpc>
              <a:spcBef>
                <a:spcPts val="0"/>
              </a:spcBef>
              <a:spcAft>
                <a:spcPts val="0"/>
              </a:spcAft>
              <a:buClr>
                <a:schemeClr val="lt1"/>
              </a:buClr>
              <a:buSzPts val="6800"/>
              <a:buNone/>
              <a:defRPr sz="9064">
                <a:solidFill>
                  <a:schemeClr val="lt1"/>
                </a:solidFill>
              </a:defRPr>
            </a:lvl7pPr>
            <a:lvl8pPr lvl="7">
              <a:lnSpc>
                <a:spcPct val="100000"/>
              </a:lnSpc>
              <a:spcBef>
                <a:spcPts val="0"/>
              </a:spcBef>
              <a:spcAft>
                <a:spcPts val="0"/>
              </a:spcAft>
              <a:buClr>
                <a:schemeClr val="lt1"/>
              </a:buClr>
              <a:buSzPts val="6800"/>
              <a:buNone/>
              <a:defRPr sz="9064">
                <a:solidFill>
                  <a:schemeClr val="lt1"/>
                </a:solidFill>
              </a:defRPr>
            </a:lvl8pPr>
            <a:lvl9pPr lvl="8">
              <a:lnSpc>
                <a:spcPct val="100000"/>
              </a:lnSpc>
              <a:spcBef>
                <a:spcPts val="0"/>
              </a:spcBef>
              <a:spcAft>
                <a:spcPts val="0"/>
              </a:spcAft>
              <a:buClr>
                <a:schemeClr val="lt1"/>
              </a:buClr>
              <a:buSzPts val="6800"/>
              <a:buNone/>
              <a:defRPr sz="9064">
                <a:solidFill>
                  <a:schemeClr val="lt1"/>
                </a:solidFill>
              </a:defRPr>
            </a:lvl9pPr>
          </a:lstStyle>
          <a:p>
            <a:endParaRPr/>
          </a:p>
        </p:txBody>
      </p:sp>
    </p:spTree>
    <p:extLst>
      <p:ext uri="{BB962C8B-B14F-4D97-AF65-F5344CB8AC3E}">
        <p14:creationId xmlns:p14="http://schemas.microsoft.com/office/powerpoint/2010/main" val="403058067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Blank - Dark">
  <p:cSld name="Blank - Dark">
    <p:bg>
      <p:bgPr>
        <a:gradFill>
          <a:gsLst>
            <a:gs pos="0">
              <a:schemeClr val="accent1"/>
            </a:gs>
            <a:gs pos="100000">
              <a:schemeClr val="accent2"/>
            </a:gs>
          </a:gsLst>
          <a:lin ang="8099331" scaled="0"/>
        </a:gradFill>
        <a:effectLst/>
      </p:bgPr>
    </p:bg>
    <p:spTree>
      <p:nvGrpSpPr>
        <p:cNvPr id="1" name="Shape 484"/>
        <p:cNvGrpSpPr/>
        <p:nvPr/>
      </p:nvGrpSpPr>
      <p:grpSpPr>
        <a:xfrm>
          <a:off x="0" y="0"/>
          <a:ext cx="0" cy="0"/>
          <a:chOff x="0" y="0"/>
          <a:chExt cx="0" cy="0"/>
        </a:xfrm>
      </p:grpSpPr>
      <p:sp>
        <p:nvSpPr>
          <p:cNvPr id="485" name="Google Shape;485;p183"/>
          <p:cNvSpPr txBox="1">
            <a:spLocks noGrp="1"/>
          </p:cNvSpPr>
          <p:nvPr>
            <p:ph type="sldNum" idx="12"/>
          </p:nvPr>
        </p:nvSpPr>
        <p:spPr>
          <a:xfrm>
            <a:off x="11101354" y="6129935"/>
            <a:ext cx="731409" cy="524800"/>
          </a:xfrm>
          <a:prstGeom prst="rect">
            <a:avLst/>
          </a:prstGeom>
          <a:noFill/>
          <a:ln>
            <a:noFill/>
          </a:ln>
        </p:spPr>
        <p:txBody>
          <a:bodyPr spcFirstLastPara="1" wrap="square" lIns="0" tIns="0" rIns="0" bIns="0" anchor="ctr" anchorCtr="0">
            <a:noAutofit/>
          </a:bodyPr>
          <a:lstStyle>
            <a:lvl1pPr marL="0" lvl="0" indent="0" algn="r">
              <a:buClr>
                <a:schemeClr val="lt1"/>
              </a:buClr>
              <a:buSzPts val="1200"/>
              <a:buFont typeface="Calibri"/>
              <a:buNone/>
              <a:defRPr sz="1200">
                <a:solidFill>
                  <a:schemeClr val="lt1"/>
                </a:solidFill>
                <a:latin typeface="Calibri"/>
                <a:ea typeface="Calibri"/>
                <a:cs typeface="Calibri"/>
                <a:sym typeface="Calibri"/>
              </a:defRPr>
            </a:lvl1pPr>
            <a:lvl2pPr marL="0" lvl="1" indent="0" algn="r">
              <a:buClr>
                <a:schemeClr val="lt1"/>
              </a:buClr>
              <a:buSzPts val="1200"/>
              <a:buFont typeface="Calibri"/>
              <a:buNone/>
              <a:defRPr sz="1200">
                <a:solidFill>
                  <a:schemeClr val="lt1"/>
                </a:solidFill>
                <a:latin typeface="Calibri"/>
                <a:ea typeface="Calibri"/>
                <a:cs typeface="Calibri"/>
                <a:sym typeface="Calibri"/>
              </a:defRPr>
            </a:lvl2pPr>
            <a:lvl3pPr marL="0" lvl="2" indent="0" algn="r">
              <a:buClr>
                <a:schemeClr val="lt1"/>
              </a:buClr>
              <a:buSzPts val="1200"/>
              <a:buFont typeface="Calibri"/>
              <a:buNone/>
              <a:defRPr sz="1200">
                <a:solidFill>
                  <a:schemeClr val="lt1"/>
                </a:solidFill>
                <a:latin typeface="Calibri"/>
                <a:ea typeface="Calibri"/>
                <a:cs typeface="Calibri"/>
                <a:sym typeface="Calibri"/>
              </a:defRPr>
            </a:lvl3pPr>
            <a:lvl4pPr marL="0" lvl="3" indent="0" algn="r">
              <a:buClr>
                <a:schemeClr val="lt1"/>
              </a:buClr>
              <a:buSzPts val="1200"/>
              <a:buFont typeface="Calibri"/>
              <a:buNone/>
              <a:defRPr sz="1200">
                <a:solidFill>
                  <a:schemeClr val="lt1"/>
                </a:solidFill>
                <a:latin typeface="Calibri"/>
                <a:ea typeface="Calibri"/>
                <a:cs typeface="Calibri"/>
                <a:sym typeface="Calibri"/>
              </a:defRPr>
            </a:lvl4pPr>
            <a:lvl5pPr marL="0" lvl="4" indent="0" algn="r">
              <a:buClr>
                <a:schemeClr val="lt1"/>
              </a:buClr>
              <a:buSzPts val="1200"/>
              <a:buFont typeface="Calibri"/>
              <a:buNone/>
              <a:defRPr sz="1200">
                <a:solidFill>
                  <a:schemeClr val="lt1"/>
                </a:solidFill>
                <a:latin typeface="Calibri"/>
                <a:ea typeface="Calibri"/>
                <a:cs typeface="Calibri"/>
                <a:sym typeface="Calibri"/>
              </a:defRPr>
            </a:lvl5pPr>
            <a:lvl6pPr marL="0" lvl="5" indent="0" algn="r">
              <a:buClr>
                <a:schemeClr val="lt1"/>
              </a:buClr>
              <a:buSzPts val="1200"/>
              <a:buFont typeface="Calibri"/>
              <a:buNone/>
              <a:defRPr sz="1200">
                <a:solidFill>
                  <a:schemeClr val="lt1"/>
                </a:solidFill>
                <a:latin typeface="Calibri"/>
                <a:ea typeface="Calibri"/>
                <a:cs typeface="Calibri"/>
                <a:sym typeface="Calibri"/>
              </a:defRPr>
            </a:lvl6pPr>
            <a:lvl7pPr marL="0" lvl="6" indent="0" algn="r">
              <a:buClr>
                <a:schemeClr val="lt1"/>
              </a:buClr>
              <a:buSzPts val="1200"/>
              <a:buFont typeface="Calibri"/>
              <a:buNone/>
              <a:defRPr sz="1200">
                <a:solidFill>
                  <a:schemeClr val="lt1"/>
                </a:solidFill>
                <a:latin typeface="Calibri"/>
                <a:ea typeface="Calibri"/>
                <a:cs typeface="Calibri"/>
                <a:sym typeface="Calibri"/>
              </a:defRPr>
            </a:lvl7pPr>
            <a:lvl8pPr marL="0" lvl="7" indent="0" algn="r">
              <a:buClr>
                <a:schemeClr val="lt1"/>
              </a:buClr>
              <a:buSzPts val="1200"/>
              <a:buFont typeface="Calibri"/>
              <a:buNone/>
              <a:defRPr sz="1200">
                <a:solidFill>
                  <a:schemeClr val="lt1"/>
                </a:solidFill>
                <a:latin typeface="Calibri"/>
                <a:ea typeface="Calibri"/>
                <a:cs typeface="Calibri"/>
                <a:sym typeface="Calibri"/>
              </a:defRPr>
            </a:lvl8pPr>
            <a:lvl9pPr marL="0" lvl="8" indent="0" algn="r">
              <a:buClr>
                <a:schemeClr val="lt1"/>
              </a:buClr>
              <a:buSzPts val="1200"/>
              <a:buFont typeface="Calibri"/>
              <a:buNone/>
              <a:defRPr sz="1200">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27675277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spTree>
      <p:nvGrpSpPr>
        <p:cNvPr id="1" name="Shape 486"/>
        <p:cNvGrpSpPr/>
        <p:nvPr/>
      </p:nvGrpSpPr>
      <p:grpSpPr>
        <a:xfrm>
          <a:off x="0" y="0"/>
          <a:ext cx="0" cy="0"/>
          <a:chOff x="0" y="0"/>
          <a:chExt cx="0" cy="0"/>
        </a:xfrm>
      </p:grpSpPr>
      <p:sp>
        <p:nvSpPr>
          <p:cNvPr id="487" name="Google Shape;487;p184"/>
          <p:cNvSpPr txBox="1">
            <a:spLocks noGrp="1"/>
          </p:cNvSpPr>
          <p:nvPr>
            <p:ph type="title"/>
          </p:nvPr>
        </p:nvSpPr>
        <p:spPr>
          <a:xfrm>
            <a:off x="1383473" y="1114667"/>
            <a:ext cx="9421946" cy="5284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dk1"/>
              </a:buClr>
              <a:buSzPts val="3200"/>
              <a:buFont typeface="Calibri"/>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488" name="Google Shape;488;p184"/>
          <p:cNvSpPr txBox="1">
            <a:spLocks noGrp="1"/>
          </p:cNvSpPr>
          <p:nvPr>
            <p:ph type="body" idx="1"/>
          </p:nvPr>
        </p:nvSpPr>
        <p:spPr>
          <a:xfrm>
            <a:off x="1383406" y="1805267"/>
            <a:ext cx="4402053" cy="4207200"/>
          </a:xfrm>
          <a:prstGeom prst="rect">
            <a:avLst/>
          </a:prstGeom>
          <a:noFill/>
          <a:ln>
            <a:noFill/>
          </a:ln>
        </p:spPr>
        <p:txBody>
          <a:bodyPr spcFirstLastPara="1" wrap="square" lIns="0" tIns="0" rIns="0" bIns="0" anchor="t" anchorCtr="0">
            <a:noAutofit/>
          </a:bodyPr>
          <a:lstStyle>
            <a:lvl1pPr marL="457200" lvl="0" indent="-355600" algn="l">
              <a:lnSpc>
                <a:spcPct val="90000"/>
              </a:lnSpc>
              <a:spcBef>
                <a:spcPts val="800"/>
              </a:spcBef>
              <a:spcAft>
                <a:spcPts val="0"/>
              </a:spcAft>
              <a:buClr>
                <a:schemeClr val="dk1"/>
              </a:buClr>
              <a:buSzPts val="2000"/>
              <a:buChar char="●"/>
              <a:defRPr sz="2666"/>
            </a:lvl1pPr>
            <a:lvl2pPr marL="914400" lvl="1" indent="-355600" algn="l">
              <a:lnSpc>
                <a:spcPct val="90000"/>
              </a:lnSpc>
              <a:spcBef>
                <a:spcPts val="0"/>
              </a:spcBef>
              <a:spcAft>
                <a:spcPts val="0"/>
              </a:spcAft>
              <a:buClr>
                <a:schemeClr val="dk1"/>
              </a:buClr>
              <a:buSzPts val="2000"/>
              <a:buChar char="○"/>
              <a:defRPr sz="2666"/>
            </a:lvl2pPr>
            <a:lvl3pPr marL="1371600" lvl="2" indent="-355600" algn="l">
              <a:lnSpc>
                <a:spcPct val="90000"/>
              </a:lnSpc>
              <a:spcBef>
                <a:spcPts val="0"/>
              </a:spcBef>
              <a:spcAft>
                <a:spcPts val="0"/>
              </a:spcAft>
              <a:buClr>
                <a:schemeClr val="dk1"/>
              </a:buClr>
              <a:buSzPts val="2000"/>
              <a:buChar char="■"/>
              <a:defRPr sz="2666"/>
            </a:lvl3pPr>
            <a:lvl4pPr marL="1828800" lvl="3" indent="-355600" algn="l">
              <a:lnSpc>
                <a:spcPct val="90000"/>
              </a:lnSpc>
              <a:spcBef>
                <a:spcPts val="0"/>
              </a:spcBef>
              <a:spcAft>
                <a:spcPts val="0"/>
              </a:spcAft>
              <a:buClr>
                <a:schemeClr val="dk1"/>
              </a:buClr>
              <a:buSzPts val="2000"/>
              <a:buChar char="●"/>
              <a:defRPr sz="2666"/>
            </a:lvl4pPr>
            <a:lvl5pPr marL="2286000" lvl="4" indent="-355600" algn="l">
              <a:lnSpc>
                <a:spcPct val="90000"/>
              </a:lnSpc>
              <a:spcBef>
                <a:spcPts val="0"/>
              </a:spcBef>
              <a:spcAft>
                <a:spcPts val="0"/>
              </a:spcAft>
              <a:buClr>
                <a:schemeClr val="dk1"/>
              </a:buClr>
              <a:buSzPts val="2000"/>
              <a:buChar char="○"/>
              <a:defRPr sz="2666"/>
            </a:lvl5pPr>
            <a:lvl6pPr marL="2743200" lvl="5" indent="-355600" algn="l">
              <a:lnSpc>
                <a:spcPct val="90000"/>
              </a:lnSpc>
              <a:spcBef>
                <a:spcPts val="0"/>
              </a:spcBef>
              <a:spcAft>
                <a:spcPts val="0"/>
              </a:spcAft>
              <a:buClr>
                <a:schemeClr val="dk1"/>
              </a:buClr>
              <a:buSzPts val="2000"/>
              <a:buChar char="■"/>
              <a:defRPr sz="2666"/>
            </a:lvl6pPr>
            <a:lvl7pPr marL="3200400" lvl="6" indent="-355600" algn="l">
              <a:lnSpc>
                <a:spcPct val="90000"/>
              </a:lnSpc>
              <a:spcBef>
                <a:spcPts val="0"/>
              </a:spcBef>
              <a:spcAft>
                <a:spcPts val="0"/>
              </a:spcAft>
              <a:buClr>
                <a:schemeClr val="dk1"/>
              </a:buClr>
              <a:buSzPts val="2000"/>
              <a:buChar char="●"/>
              <a:defRPr sz="2666"/>
            </a:lvl7pPr>
            <a:lvl8pPr marL="3657600" lvl="7" indent="-355600" algn="l">
              <a:lnSpc>
                <a:spcPct val="90000"/>
              </a:lnSpc>
              <a:spcBef>
                <a:spcPts val="0"/>
              </a:spcBef>
              <a:spcAft>
                <a:spcPts val="0"/>
              </a:spcAft>
              <a:buClr>
                <a:schemeClr val="dk1"/>
              </a:buClr>
              <a:buSzPts val="2000"/>
              <a:buChar char="○"/>
              <a:defRPr sz="2666"/>
            </a:lvl8pPr>
            <a:lvl9pPr marL="4114800" lvl="8" indent="-355600" algn="l">
              <a:lnSpc>
                <a:spcPct val="90000"/>
              </a:lnSpc>
              <a:spcBef>
                <a:spcPts val="0"/>
              </a:spcBef>
              <a:spcAft>
                <a:spcPts val="0"/>
              </a:spcAft>
              <a:buClr>
                <a:schemeClr val="dk1"/>
              </a:buClr>
              <a:buSzPts val="2000"/>
              <a:buChar char="■"/>
              <a:defRPr sz="2666"/>
            </a:lvl9pPr>
          </a:lstStyle>
          <a:p>
            <a:endParaRPr/>
          </a:p>
        </p:txBody>
      </p:sp>
      <p:sp>
        <p:nvSpPr>
          <p:cNvPr id="489" name="Google Shape;489;p184"/>
          <p:cNvSpPr txBox="1">
            <a:spLocks noGrp="1"/>
          </p:cNvSpPr>
          <p:nvPr>
            <p:ph type="body" idx="2"/>
          </p:nvPr>
        </p:nvSpPr>
        <p:spPr>
          <a:xfrm>
            <a:off x="6403163" y="1805267"/>
            <a:ext cx="4402053" cy="4207200"/>
          </a:xfrm>
          <a:prstGeom prst="rect">
            <a:avLst/>
          </a:prstGeom>
          <a:noFill/>
          <a:ln>
            <a:noFill/>
          </a:ln>
        </p:spPr>
        <p:txBody>
          <a:bodyPr spcFirstLastPara="1" wrap="square" lIns="0" tIns="0" rIns="0" bIns="0" anchor="t" anchorCtr="0">
            <a:noAutofit/>
          </a:bodyPr>
          <a:lstStyle>
            <a:lvl1pPr marL="457200" lvl="0" indent="-355600" algn="l">
              <a:lnSpc>
                <a:spcPct val="90000"/>
              </a:lnSpc>
              <a:spcBef>
                <a:spcPts val="800"/>
              </a:spcBef>
              <a:spcAft>
                <a:spcPts val="0"/>
              </a:spcAft>
              <a:buClr>
                <a:schemeClr val="dk1"/>
              </a:buClr>
              <a:buSzPts val="2000"/>
              <a:buChar char="●"/>
              <a:defRPr sz="2666"/>
            </a:lvl1pPr>
            <a:lvl2pPr marL="914400" lvl="1" indent="-355600" algn="l">
              <a:lnSpc>
                <a:spcPct val="90000"/>
              </a:lnSpc>
              <a:spcBef>
                <a:spcPts val="0"/>
              </a:spcBef>
              <a:spcAft>
                <a:spcPts val="0"/>
              </a:spcAft>
              <a:buClr>
                <a:schemeClr val="dk1"/>
              </a:buClr>
              <a:buSzPts val="2000"/>
              <a:buChar char="○"/>
              <a:defRPr sz="2666"/>
            </a:lvl2pPr>
            <a:lvl3pPr marL="1371600" lvl="2" indent="-355600" algn="l">
              <a:lnSpc>
                <a:spcPct val="90000"/>
              </a:lnSpc>
              <a:spcBef>
                <a:spcPts val="0"/>
              </a:spcBef>
              <a:spcAft>
                <a:spcPts val="0"/>
              </a:spcAft>
              <a:buClr>
                <a:schemeClr val="dk1"/>
              </a:buClr>
              <a:buSzPts val="2000"/>
              <a:buChar char="■"/>
              <a:defRPr sz="2666"/>
            </a:lvl3pPr>
            <a:lvl4pPr marL="1828800" lvl="3" indent="-355600" algn="l">
              <a:lnSpc>
                <a:spcPct val="90000"/>
              </a:lnSpc>
              <a:spcBef>
                <a:spcPts val="0"/>
              </a:spcBef>
              <a:spcAft>
                <a:spcPts val="0"/>
              </a:spcAft>
              <a:buClr>
                <a:schemeClr val="dk1"/>
              </a:buClr>
              <a:buSzPts val="2000"/>
              <a:buChar char="●"/>
              <a:defRPr sz="2666"/>
            </a:lvl4pPr>
            <a:lvl5pPr marL="2286000" lvl="4" indent="-355600" algn="l">
              <a:lnSpc>
                <a:spcPct val="90000"/>
              </a:lnSpc>
              <a:spcBef>
                <a:spcPts val="0"/>
              </a:spcBef>
              <a:spcAft>
                <a:spcPts val="0"/>
              </a:spcAft>
              <a:buClr>
                <a:schemeClr val="dk1"/>
              </a:buClr>
              <a:buSzPts val="2000"/>
              <a:buChar char="○"/>
              <a:defRPr sz="2666"/>
            </a:lvl5pPr>
            <a:lvl6pPr marL="2743200" lvl="5" indent="-355600" algn="l">
              <a:lnSpc>
                <a:spcPct val="90000"/>
              </a:lnSpc>
              <a:spcBef>
                <a:spcPts val="0"/>
              </a:spcBef>
              <a:spcAft>
                <a:spcPts val="0"/>
              </a:spcAft>
              <a:buClr>
                <a:schemeClr val="dk1"/>
              </a:buClr>
              <a:buSzPts val="2000"/>
              <a:buChar char="■"/>
              <a:defRPr sz="2666"/>
            </a:lvl6pPr>
            <a:lvl7pPr marL="3200400" lvl="6" indent="-355600" algn="l">
              <a:lnSpc>
                <a:spcPct val="90000"/>
              </a:lnSpc>
              <a:spcBef>
                <a:spcPts val="0"/>
              </a:spcBef>
              <a:spcAft>
                <a:spcPts val="0"/>
              </a:spcAft>
              <a:buClr>
                <a:schemeClr val="dk1"/>
              </a:buClr>
              <a:buSzPts val="2000"/>
              <a:buChar char="●"/>
              <a:defRPr sz="2666"/>
            </a:lvl7pPr>
            <a:lvl8pPr marL="3657600" lvl="7" indent="-355600" algn="l">
              <a:lnSpc>
                <a:spcPct val="90000"/>
              </a:lnSpc>
              <a:spcBef>
                <a:spcPts val="0"/>
              </a:spcBef>
              <a:spcAft>
                <a:spcPts val="0"/>
              </a:spcAft>
              <a:buClr>
                <a:schemeClr val="dk1"/>
              </a:buClr>
              <a:buSzPts val="2000"/>
              <a:buChar char="○"/>
              <a:defRPr sz="2666"/>
            </a:lvl8pPr>
            <a:lvl9pPr marL="4114800" lvl="8" indent="-355600" algn="l">
              <a:lnSpc>
                <a:spcPct val="90000"/>
              </a:lnSpc>
              <a:spcBef>
                <a:spcPts val="0"/>
              </a:spcBef>
              <a:spcAft>
                <a:spcPts val="0"/>
              </a:spcAft>
              <a:buClr>
                <a:schemeClr val="dk1"/>
              </a:buClr>
              <a:buSzPts val="2000"/>
              <a:buChar char="■"/>
              <a:defRPr sz="2666"/>
            </a:lvl9pPr>
          </a:lstStyle>
          <a:p>
            <a:endParaRPr/>
          </a:p>
        </p:txBody>
      </p:sp>
      <p:sp>
        <p:nvSpPr>
          <p:cNvPr id="490" name="Google Shape;490;p184"/>
          <p:cNvSpPr txBox="1">
            <a:spLocks noGrp="1"/>
          </p:cNvSpPr>
          <p:nvPr>
            <p:ph type="sldNum" idx="12"/>
          </p:nvPr>
        </p:nvSpPr>
        <p:spPr>
          <a:xfrm>
            <a:off x="11101354" y="6129935"/>
            <a:ext cx="731409" cy="524800"/>
          </a:xfrm>
          <a:prstGeom prst="rect">
            <a:avLst/>
          </a:prstGeom>
          <a:noFill/>
          <a:ln>
            <a:noFill/>
          </a:ln>
        </p:spPr>
        <p:txBody>
          <a:bodyPr spcFirstLastPara="1" wrap="square" lIns="0" tIns="0" rIns="0" bIns="0" anchor="ctr" anchorCtr="0">
            <a:noAutofit/>
          </a:bodyPr>
          <a:lstStyle>
            <a:lvl1pPr marL="0" lvl="0" indent="0" algn="r">
              <a:buClr>
                <a:srgbClr val="888888"/>
              </a:buClr>
              <a:buSzPts val="1200"/>
              <a:buFont typeface="Calibri"/>
              <a:buNone/>
              <a:defRPr sz="1200">
                <a:solidFill>
                  <a:srgbClr val="888888"/>
                </a:solidFill>
                <a:latin typeface="Calibri"/>
                <a:ea typeface="Calibri"/>
                <a:cs typeface="Calibri"/>
                <a:sym typeface="Calibri"/>
              </a:defRPr>
            </a:lvl1pPr>
            <a:lvl2pPr marL="0" lvl="1" indent="0" algn="r">
              <a:buClr>
                <a:srgbClr val="888888"/>
              </a:buClr>
              <a:buSzPts val="1200"/>
              <a:buFont typeface="Calibri"/>
              <a:buNone/>
              <a:defRPr sz="1200">
                <a:solidFill>
                  <a:srgbClr val="888888"/>
                </a:solidFill>
                <a:latin typeface="Calibri"/>
                <a:ea typeface="Calibri"/>
                <a:cs typeface="Calibri"/>
                <a:sym typeface="Calibri"/>
              </a:defRPr>
            </a:lvl2pPr>
            <a:lvl3pPr marL="0" lvl="2" indent="0" algn="r">
              <a:buClr>
                <a:srgbClr val="888888"/>
              </a:buClr>
              <a:buSzPts val="1200"/>
              <a:buFont typeface="Calibri"/>
              <a:buNone/>
              <a:defRPr sz="1200">
                <a:solidFill>
                  <a:srgbClr val="888888"/>
                </a:solidFill>
                <a:latin typeface="Calibri"/>
                <a:ea typeface="Calibri"/>
                <a:cs typeface="Calibri"/>
                <a:sym typeface="Calibri"/>
              </a:defRPr>
            </a:lvl3pPr>
            <a:lvl4pPr marL="0" lvl="3" indent="0" algn="r">
              <a:buClr>
                <a:srgbClr val="888888"/>
              </a:buClr>
              <a:buSzPts val="1200"/>
              <a:buFont typeface="Calibri"/>
              <a:buNone/>
              <a:defRPr sz="1200">
                <a:solidFill>
                  <a:srgbClr val="888888"/>
                </a:solidFill>
                <a:latin typeface="Calibri"/>
                <a:ea typeface="Calibri"/>
                <a:cs typeface="Calibri"/>
                <a:sym typeface="Calibri"/>
              </a:defRPr>
            </a:lvl4pPr>
            <a:lvl5pPr marL="0" lvl="4" indent="0" algn="r">
              <a:buClr>
                <a:srgbClr val="888888"/>
              </a:buClr>
              <a:buSzPts val="1200"/>
              <a:buFont typeface="Calibri"/>
              <a:buNone/>
              <a:defRPr sz="1200">
                <a:solidFill>
                  <a:srgbClr val="888888"/>
                </a:solidFill>
                <a:latin typeface="Calibri"/>
                <a:ea typeface="Calibri"/>
                <a:cs typeface="Calibri"/>
                <a:sym typeface="Calibri"/>
              </a:defRPr>
            </a:lvl5pPr>
            <a:lvl6pPr marL="0" lvl="5" indent="0" algn="r">
              <a:buClr>
                <a:srgbClr val="888888"/>
              </a:buClr>
              <a:buSzPts val="1200"/>
              <a:buFont typeface="Calibri"/>
              <a:buNone/>
              <a:defRPr sz="1200">
                <a:solidFill>
                  <a:srgbClr val="888888"/>
                </a:solidFill>
                <a:latin typeface="Calibri"/>
                <a:ea typeface="Calibri"/>
                <a:cs typeface="Calibri"/>
                <a:sym typeface="Calibri"/>
              </a:defRPr>
            </a:lvl6pPr>
            <a:lvl7pPr marL="0" lvl="6" indent="0" algn="r">
              <a:buClr>
                <a:srgbClr val="888888"/>
              </a:buClr>
              <a:buSzPts val="1200"/>
              <a:buFont typeface="Calibri"/>
              <a:buNone/>
              <a:defRPr sz="1200">
                <a:solidFill>
                  <a:srgbClr val="888888"/>
                </a:solidFill>
                <a:latin typeface="Calibri"/>
                <a:ea typeface="Calibri"/>
                <a:cs typeface="Calibri"/>
                <a:sym typeface="Calibri"/>
              </a:defRPr>
            </a:lvl7pPr>
            <a:lvl8pPr marL="0" lvl="7" indent="0" algn="r">
              <a:buClr>
                <a:srgbClr val="888888"/>
              </a:buClr>
              <a:buSzPts val="1200"/>
              <a:buFont typeface="Calibri"/>
              <a:buNone/>
              <a:defRPr sz="1200">
                <a:solidFill>
                  <a:srgbClr val="888888"/>
                </a:solidFill>
                <a:latin typeface="Calibri"/>
                <a:ea typeface="Calibri"/>
                <a:cs typeface="Calibri"/>
                <a:sym typeface="Calibri"/>
              </a:defRPr>
            </a:lvl8pPr>
            <a:lvl9pPr marL="0" lvl="8" indent="0" algn="r">
              <a:buClr>
                <a:srgbClr val="888888"/>
              </a:buClr>
              <a:buSzPts val="1200"/>
              <a:buFont typeface="Calibri"/>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7463977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18" Type="http://schemas.openxmlformats.org/officeDocument/2006/relationships/slideLayout" Target="../slideLayouts/slideLayout2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17" Type="http://schemas.openxmlformats.org/officeDocument/2006/relationships/slideLayout" Target="../slideLayouts/slideLayout24.xml"/><Relationship Id="rId2" Type="http://schemas.openxmlformats.org/officeDocument/2006/relationships/slideLayout" Target="../slideLayouts/slideLayout9.xml"/><Relationship Id="rId16" Type="http://schemas.openxmlformats.org/officeDocument/2006/relationships/slideLayout" Target="../slideLayouts/slideLayout23.xml"/><Relationship Id="rId20" Type="http://schemas.openxmlformats.org/officeDocument/2006/relationships/theme" Target="../theme/theme2.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5" Type="http://schemas.openxmlformats.org/officeDocument/2006/relationships/slideLayout" Target="../slideLayouts/slideLayout22.xml"/><Relationship Id="rId10" Type="http://schemas.openxmlformats.org/officeDocument/2006/relationships/slideLayout" Target="../slideLayouts/slideLayout17.xml"/><Relationship Id="rId19" Type="http://schemas.openxmlformats.org/officeDocument/2006/relationships/slideLayout" Target="../slideLayouts/slideLayout26.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image" Target="../media/image1.png"/><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3.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40.xml"/><Relationship Id="rId7" Type="http://schemas.openxmlformats.org/officeDocument/2006/relationships/theme" Target="../theme/theme4.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5" Type="http://schemas.openxmlformats.org/officeDocument/2006/relationships/slideLayout" Target="../slideLayouts/slideLayout42.xml"/><Relationship Id="rId4"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5"/>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rmAutofit/>
          </a:bodyPr>
          <a:lstStyle>
            <a:lvl1pPr marR="0" lvl="0" algn="l" rtl="0">
              <a:spcBef>
                <a:spcPts val="0"/>
              </a:spcBef>
              <a:spcAft>
                <a:spcPts val="0"/>
              </a:spcAft>
              <a:buClr>
                <a:schemeClr val="accent1"/>
              </a:buClr>
              <a:buSzPts val="3600"/>
              <a:buFont typeface="Quattrocento Sans"/>
              <a:buNone/>
              <a:defRPr sz="3600" b="1" i="0" u="none" strike="noStrike" cap="none">
                <a:solidFill>
                  <a:schemeClr val="accent1"/>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45"/>
          <p:cNvSpPr txBox="1">
            <a:spLocks noGrp="1"/>
          </p:cNvSpPr>
          <p:nvPr>
            <p:ph type="body" idx="1"/>
          </p:nvPr>
        </p:nvSpPr>
        <p:spPr>
          <a:xfrm>
            <a:off x="609441" y="1138425"/>
            <a:ext cx="10969943" cy="4987739"/>
          </a:xfrm>
          <a:prstGeom prst="rect">
            <a:avLst/>
          </a:prstGeom>
          <a:noFill/>
          <a:ln>
            <a:noFill/>
          </a:ln>
        </p:spPr>
        <p:txBody>
          <a:bodyPr spcFirstLastPara="1" wrap="square" lIns="0" tIns="60925" rIns="0"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Quattrocento Sans"/>
                <a:ea typeface="Quattrocento Sans"/>
                <a:cs typeface="Quattrocento Sans"/>
                <a:sym typeface="Quattrocento Sans"/>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Quattrocento Sans"/>
                <a:ea typeface="Quattrocento Sans"/>
                <a:cs typeface="Quattrocento Sans"/>
                <a:sym typeface="Quattrocento Sans"/>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Quattrocento Sans"/>
                <a:ea typeface="Quattrocento Sans"/>
                <a:cs typeface="Quattrocento Sans"/>
                <a:sym typeface="Quattrocento Sans"/>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2" name="Google Shape;12;p145"/>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marR="0" lvl="0" algn="l"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3" name="Google Shape;13;p145"/>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marR="0" lvl="0" algn="ctr"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4" name="Google Shape;14;p145"/>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marR="0" lvl="0"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1pPr>
            <a:lvl2pPr marL="0" marR="0" lvl="1"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2pPr>
            <a:lvl3pPr marL="0" marR="0" lvl="2"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3pPr>
            <a:lvl4pPr marL="0" marR="0" lvl="3"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4pPr>
            <a:lvl5pPr marL="0" marR="0" lvl="4"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5pPr>
            <a:lvl6pPr marL="0" marR="0" lvl="5"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6pPr>
            <a:lvl7pPr marL="0" marR="0" lvl="6"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7pPr>
            <a:lvl8pPr marL="0" marR="0" lvl="7"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8pPr>
            <a:lvl9pPr marL="0" marR="0" lvl="8"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7" r:id="rId2"/>
    <p:sldLayoutId id="2147483658" r:id="rId3"/>
    <p:sldLayoutId id="2147483659" r:id="rId4"/>
    <p:sldLayoutId id="2147483660" r:id="rId5"/>
    <p:sldLayoutId id="2147483707" r:id="rId6"/>
    <p:sldLayoutId id="2147483744"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Shape 107"/>
        <p:cNvGrpSpPr/>
        <p:nvPr/>
      </p:nvGrpSpPr>
      <p:grpSpPr>
        <a:xfrm>
          <a:off x="0" y="0"/>
          <a:ext cx="0" cy="0"/>
          <a:chOff x="0" y="0"/>
          <a:chExt cx="0" cy="0"/>
        </a:xfrm>
      </p:grpSpPr>
      <p:sp>
        <p:nvSpPr>
          <p:cNvPr id="108" name="Google Shape;108;p153"/>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marR="0" lvl="0" algn="l" rtl="0">
              <a:spcBef>
                <a:spcPts val="0"/>
              </a:spcBef>
              <a:spcAft>
                <a:spcPts val="0"/>
              </a:spcAft>
              <a:buClr>
                <a:schemeClr val="dk1"/>
              </a:buClr>
              <a:buSzPts val="3600"/>
              <a:buFont typeface="Calibri"/>
              <a:buNone/>
              <a:defRPr sz="36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9" name="Google Shape;109;p153"/>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Calibri"/>
                <a:ea typeface="Calibri"/>
                <a:cs typeface="Calibri"/>
                <a:sym typeface="Calibri"/>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9pPr>
          </a:lstStyle>
          <a:p>
            <a:endParaRPr/>
          </a:p>
        </p:txBody>
      </p:sp>
      <p:sp>
        <p:nvSpPr>
          <p:cNvPr id="110" name="Google Shape;110;p15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marR="0" lvl="0" algn="l"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1" name="Google Shape;111;p15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marR="0" lvl="0" algn="ctr"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2" name="Google Shape;112;p15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marR="0" lvl="0" indent="0" algn="r" rtl="0">
              <a:spcBef>
                <a:spcPts val="0"/>
              </a:spcBef>
              <a:buNone/>
              <a:defRPr sz="1600">
                <a:solidFill>
                  <a:srgbClr val="888888"/>
                </a:solidFill>
                <a:latin typeface="Calibri"/>
                <a:ea typeface="Calibri"/>
                <a:cs typeface="Calibri"/>
                <a:sym typeface="Calibri"/>
              </a:defRPr>
            </a:lvl1pPr>
            <a:lvl2pPr marL="0" marR="0" lvl="1" indent="0" algn="r" rtl="0">
              <a:spcBef>
                <a:spcPts val="0"/>
              </a:spcBef>
              <a:buNone/>
              <a:defRPr sz="1600">
                <a:solidFill>
                  <a:srgbClr val="888888"/>
                </a:solidFill>
                <a:latin typeface="Calibri"/>
                <a:ea typeface="Calibri"/>
                <a:cs typeface="Calibri"/>
                <a:sym typeface="Calibri"/>
              </a:defRPr>
            </a:lvl2pPr>
            <a:lvl3pPr marL="0" marR="0" lvl="2" indent="0" algn="r" rtl="0">
              <a:spcBef>
                <a:spcPts val="0"/>
              </a:spcBef>
              <a:buNone/>
              <a:defRPr sz="1600">
                <a:solidFill>
                  <a:srgbClr val="888888"/>
                </a:solidFill>
                <a:latin typeface="Calibri"/>
                <a:ea typeface="Calibri"/>
                <a:cs typeface="Calibri"/>
                <a:sym typeface="Calibri"/>
              </a:defRPr>
            </a:lvl3pPr>
            <a:lvl4pPr marL="0" marR="0" lvl="3" indent="0" algn="r" rtl="0">
              <a:spcBef>
                <a:spcPts val="0"/>
              </a:spcBef>
              <a:buNone/>
              <a:defRPr sz="1600">
                <a:solidFill>
                  <a:srgbClr val="888888"/>
                </a:solidFill>
                <a:latin typeface="Calibri"/>
                <a:ea typeface="Calibri"/>
                <a:cs typeface="Calibri"/>
                <a:sym typeface="Calibri"/>
              </a:defRPr>
            </a:lvl4pPr>
            <a:lvl5pPr marL="0" marR="0" lvl="4" indent="0" algn="r" rtl="0">
              <a:spcBef>
                <a:spcPts val="0"/>
              </a:spcBef>
              <a:buNone/>
              <a:defRPr sz="1600">
                <a:solidFill>
                  <a:srgbClr val="888888"/>
                </a:solidFill>
                <a:latin typeface="Calibri"/>
                <a:ea typeface="Calibri"/>
                <a:cs typeface="Calibri"/>
                <a:sym typeface="Calibri"/>
              </a:defRPr>
            </a:lvl5pPr>
            <a:lvl6pPr marL="0" marR="0" lvl="5" indent="0" algn="r" rtl="0">
              <a:spcBef>
                <a:spcPts val="0"/>
              </a:spcBef>
              <a:buNone/>
              <a:defRPr sz="1600">
                <a:solidFill>
                  <a:srgbClr val="888888"/>
                </a:solidFill>
                <a:latin typeface="Calibri"/>
                <a:ea typeface="Calibri"/>
                <a:cs typeface="Calibri"/>
                <a:sym typeface="Calibri"/>
              </a:defRPr>
            </a:lvl6pPr>
            <a:lvl7pPr marL="0" marR="0" lvl="6" indent="0" algn="r" rtl="0">
              <a:spcBef>
                <a:spcPts val="0"/>
              </a:spcBef>
              <a:buNone/>
              <a:defRPr sz="1600">
                <a:solidFill>
                  <a:srgbClr val="888888"/>
                </a:solidFill>
                <a:latin typeface="Calibri"/>
                <a:ea typeface="Calibri"/>
                <a:cs typeface="Calibri"/>
                <a:sym typeface="Calibri"/>
              </a:defRPr>
            </a:lvl7pPr>
            <a:lvl8pPr marL="0" marR="0" lvl="7" indent="0" algn="r" rtl="0">
              <a:spcBef>
                <a:spcPts val="0"/>
              </a:spcBef>
              <a:buNone/>
              <a:defRPr sz="1600">
                <a:solidFill>
                  <a:srgbClr val="888888"/>
                </a:solidFill>
                <a:latin typeface="Calibri"/>
                <a:ea typeface="Calibri"/>
                <a:cs typeface="Calibri"/>
                <a:sym typeface="Calibri"/>
              </a:defRPr>
            </a:lvl8pPr>
            <a:lvl9pPr marL="0" marR="0" lvl="8" indent="0" algn="r" rtl="0">
              <a:spcBef>
                <a:spcPts val="0"/>
              </a:spcBef>
              <a:buNone/>
              <a:defRPr sz="16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 id="2147483680" r:id="rId16"/>
    <p:sldLayoutId id="2147483681" r:id="rId17"/>
    <p:sldLayoutId id="2147483682" r:id="rId18"/>
    <p:sldLayoutId id="2147483683"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2/19/2026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0113064"/>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63"/>
        <p:cNvGrpSpPr/>
        <p:nvPr/>
      </p:nvGrpSpPr>
      <p:grpSpPr>
        <a:xfrm>
          <a:off x="0" y="0"/>
          <a:ext cx="0" cy="0"/>
          <a:chOff x="0" y="0"/>
          <a:chExt cx="0" cy="0"/>
        </a:xfrm>
      </p:grpSpPr>
      <p:sp>
        <p:nvSpPr>
          <p:cNvPr id="364" name="Google Shape;364;p157"/>
          <p:cNvSpPr txBox="1">
            <a:spLocks noGrp="1"/>
          </p:cNvSpPr>
          <p:nvPr>
            <p:ph type="title"/>
          </p:nvPr>
        </p:nvSpPr>
        <p:spPr>
          <a:xfrm>
            <a:off x="837982" y="365125"/>
            <a:ext cx="10512862"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399"/>
              <a:buFont typeface="Calibri"/>
              <a:buNone/>
              <a:defRPr sz="4399"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65" name="Google Shape;365;p157"/>
          <p:cNvSpPr txBox="1">
            <a:spLocks noGrp="1"/>
          </p:cNvSpPr>
          <p:nvPr>
            <p:ph type="body" idx="1"/>
          </p:nvPr>
        </p:nvSpPr>
        <p:spPr>
          <a:xfrm>
            <a:off x="837982" y="1825625"/>
            <a:ext cx="10512862" cy="4351339"/>
          </a:xfrm>
          <a:prstGeom prst="rect">
            <a:avLst/>
          </a:prstGeom>
          <a:noFill/>
          <a:ln>
            <a:noFill/>
          </a:ln>
        </p:spPr>
        <p:txBody>
          <a:bodyPr spcFirstLastPara="1" wrap="square" lIns="91425" tIns="45700" rIns="91425" bIns="45700" anchor="t" anchorCtr="0">
            <a:normAutofit/>
          </a:bodyPr>
          <a:lstStyle>
            <a:lvl1pPr marL="457200" marR="0" lvl="0" indent="-406336" algn="l" rtl="0">
              <a:lnSpc>
                <a:spcPct val="90000"/>
              </a:lnSpc>
              <a:spcBef>
                <a:spcPts val="1000"/>
              </a:spcBef>
              <a:spcAft>
                <a:spcPts val="0"/>
              </a:spcAft>
              <a:buClr>
                <a:schemeClr val="dk1"/>
              </a:buClr>
              <a:buSzPts val="2799"/>
              <a:buFont typeface="Arial"/>
              <a:buChar char="•"/>
              <a:defRPr sz="2799" b="0" i="0" u="none" strike="noStrike" cap="none">
                <a:solidFill>
                  <a:schemeClr val="dk1"/>
                </a:solidFill>
                <a:latin typeface="Calibri"/>
                <a:ea typeface="Calibri"/>
                <a:cs typeface="Calibri"/>
                <a:sym typeface="Calibri"/>
              </a:defRPr>
            </a:lvl1pPr>
            <a:lvl2pPr marL="914400" marR="0" lvl="1" indent="-380936" algn="l" rtl="0">
              <a:lnSpc>
                <a:spcPct val="90000"/>
              </a:lnSpc>
              <a:spcBef>
                <a:spcPts val="500"/>
              </a:spcBef>
              <a:spcAft>
                <a:spcPts val="0"/>
              </a:spcAft>
              <a:buClr>
                <a:schemeClr val="dk1"/>
              </a:buClr>
              <a:buSzPts val="2399"/>
              <a:buFont typeface="Arial"/>
              <a:buChar char="•"/>
              <a:defRPr sz="2399"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66" name="Google Shape;366;p157"/>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367" name="Google Shape;367;p157"/>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368" name="Google Shape;368;p157"/>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276916488"/>
      </p:ext>
    </p:extLst>
  </p:cSld>
  <p:clrMap bg1="lt1" tx1="dk1" bg2="dk2" tx2="lt2" accent1="accent1" accent2="accent2" accent3="accent3" accent4="accent4" accent5="accent5" accent6="accent6" hlink="hlink" folHlink="folHlink"/>
  <p:sldLayoutIdLst>
    <p:sldLayoutId id="2147483730" r:id="rId1"/>
    <p:sldLayoutId id="2147483736" r:id="rId2"/>
    <p:sldLayoutId id="2147483737" r:id="rId3"/>
    <p:sldLayoutId id="2147483738" r:id="rId4"/>
    <p:sldLayoutId id="2147483739" r:id="rId5"/>
    <p:sldLayoutId id="2147483740" r:id="rId6"/>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8.xml"/><Relationship Id="rId6" Type="http://schemas.openxmlformats.org/officeDocument/2006/relationships/image" Target="../media/image17.png"/><Relationship Id="rId5" Type="http://schemas.openxmlformats.org/officeDocument/2006/relationships/customXml" Target="../ink/ink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8.xml"/><Relationship Id="rId5" Type="http://schemas.openxmlformats.org/officeDocument/2006/relationships/image" Target="../media/image243.png"/><Relationship Id="rId4" Type="http://schemas.openxmlformats.org/officeDocument/2006/relationships/customXml" Target="../ink/ink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8.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8.xml"/></Relationships>
</file>

<file path=ppt/slides/_rels/slide8.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20.xml"/><Relationship Id="rId5" Type="http://schemas.openxmlformats.org/officeDocument/2006/relationships/image" Target="../media/image4.png"/><Relationship Id="rId4" Type="http://schemas.openxmlformats.org/officeDocument/2006/relationships/hyperlink" Target="http://www.dribbble.com/" TargetMode="External"/></Relationships>
</file>

<file path=ppt/slides/_rels/slide9.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9.jpeg"/><Relationship Id="rId7" Type="http://schemas.openxmlformats.org/officeDocument/2006/relationships/image" Target="../media/image13.tiff"/><Relationship Id="rId2" Type="http://schemas.openxmlformats.org/officeDocument/2006/relationships/notesSlide" Target="../notesSlides/notesSlide5.xml"/><Relationship Id="rId1" Type="http://schemas.openxmlformats.org/officeDocument/2006/relationships/slideLayout" Target="../slideLayouts/slideLayout37.xml"/><Relationship Id="rId6" Type="http://schemas.openxmlformats.org/officeDocument/2006/relationships/image" Target="../media/image12.tiff"/><Relationship Id="rId5" Type="http://schemas.openxmlformats.org/officeDocument/2006/relationships/image" Target="../media/image11.tiff"/><Relationship Id="rId4" Type="http://schemas.openxmlformats.org/officeDocument/2006/relationships/image" Target="../media/image10.tiff"/><Relationship Id="rId9"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1"/>
          <p:cNvSpPr txBox="1">
            <a:spLocks noGrp="1"/>
          </p:cNvSpPr>
          <p:nvPr>
            <p:ph type="ctrTitle"/>
          </p:nvPr>
        </p:nvSpPr>
        <p:spPr>
          <a:xfrm>
            <a:off x="910460" y="1569141"/>
            <a:ext cx="9194620" cy="1979512"/>
          </a:xfrm>
          <a:prstGeom prst="rect">
            <a:avLst/>
          </a:prstGeom>
          <a:noFill/>
          <a:ln>
            <a:noFill/>
          </a:ln>
        </p:spPr>
        <p:txBody>
          <a:bodyPr spcFirstLastPara="1" wrap="square" lIns="0" tIns="60925" rIns="0" bIns="60925" anchor="ctr" anchorCtr="0">
            <a:noAutofit/>
          </a:bodyPr>
          <a:lstStyle/>
          <a:p>
            <a:pPr lvl="0" algn="ctr">
              <a:buClr>
                <a:srgbClr val="194060"/>
              </a:buClr>
            </a:pPr>
            <a:r>
              <a:rPr lang="en-US" dirty="0">
                <a:solidFill>
                  <a:srgbClr val="00B050"/>
                </a:solidFill>
                <a:latin typeface="Arial Black" panose="020B0A04020102020204" pitchFamily="34" charset="0"/>
              </a:rPr>
              <a:t>SAP BTP ABAP</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 on Cloud / RAP </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Training</a:t>
            </a:r>
            <a:endParaRPr dirty="0">
              <a:solidFill>
                <a:srgbClr val="00B050"/>
              </a:solidFill>
            </a:endParaRPr>
          </a:p>
        </p:txBody>
      </p:sp>
      <p:pic>
        <p:nvPicPr>
          <p:cNvPr id="497" name="Google Shape;497;p1"/>
          <p:cNvPicPr preferRelativeResize="0"/>
          <p:nvPr/>
        </p:nvPicPr>
        <p:blipFill rotWithShape="1">
          <a:blip r:embed="rId3">
            <a:alphaModFix/>
          </a:blip>
          <a:srcRect/>
          <a:stretch/>
        </p:blipFill>
        <p:spPr>
          <a:xfrm>
            <a:off x="9262764" y="1268760"/>
            <a:ext cx="1733995" cy="1656184"/>
          </a:xfrm>
          <a:prstGeom prst="rect">
            <a:avLst/>
          </a:prstGeom>
          <a:noFill/>
          <a:ln>
            <a:noFill/>
          </a:ln>
        </p:spPr>
      </p:pic>
      <p:pic>
        <p:nvPicPr>
          <p:cNvPr id="498" name="Google Shape;498;p1"/>
          <p:cNvPicPr preferRelativeResize="0"/>
          <p:nvPr/>
        </p:nvPicPr>
        <p:blipFill rotWithShape="1">
          <a:blip r:embed="rId3">
            <a:alphaModFix/>
          </a:blip>
          <a:srcRect/>
          <a:stretch/>
        </p:blipFill>
        <p:spPr>
          <a:xfrm>
            <a:off x="133977" y="5551900"/>
            <a:ext cx="776483" cy="741639"/>
          </a:xfrm>
          <a:prstGeom prst="rect">
            <a:avLst/>
          </a:prstGeom>
          <a:noFill/>
          <a:ln>
            <a:noFill/>
          </a:ln>
        </p:spPr>
      </p:pic>
      <p:sp>
        <p:nvSpPr>
          <p:cNvPr id="500" name="Google Shape;500;p1"/>
          <p:cNvSpPr txBox="1"/>
          <p:nvPr/>
        </p:nvSpPr>
        <p:spPr>
          <a:xfrm>
            <a:off x="2698834" y="599964"/>
            <a:ext cx="6048672" cy="584775"/>
          </a:xfrm>
          <a:prstGeom prst="rect">
            <a:avLst/>
          </a:prstGeom>
          <a:gradFill>
            <a:gsLst>
              <a:gs pos="0">
                <a:srgbClr val="F3FCFF"/>
              </a:gs>
              <a:gs pos="35000">
                <a:srgbClr val="F6FCFF"/>
              </a:gs>
              <a:gs pos="100000">
                <a:srgbClr val="FBFFFF"/>
              </a:gs>
            </a:gsLst>
            <a:lin ang="16200000" scaled="0"/>
          </a:gradFill>
          <a:ln w="9525" cap="flat" cmpd="sng">
            <a:solidFill>
              <a:srgbClr val="000000"/>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0" i="0" u="none" strike="noStrike" cap="none" dirty="0">
                <a:solidFill>
                  <a:srgbClr val="579130"/>
                </a:solidFill>
                <a:latin typeface="Corben"/>
                <a:ea typeface="Corben"/>
                <a:cs typeface="Corben"/>
                <a:sym typeface="Corben"/>
              </a:rPr>
              <a:t>DAY-24</a:t>
            </a:r>
            <a:endParaRPr sz="3200" dirty="0">
              <a:solidFill>
                <a:srgbClr val="579130"/>
              </a:solidFill>
              <a:latin typeface="Corben"/>
              <a:ea typeface="Corben"/>
              <a:cs typeface="Corben"/>
              <a:sym typeface="Corben"/>
            </a:endParaRPr>
          </a:p>
        </p:txBody>
      </p:sp>
      <p:sp>
        <p:nvSpPr>
          <p:cNvPr id="2" name="TextBox 1"/>
          <p:cNvSpPr txBox="1"/>
          <p:nvPr/>
        </p:nvSpPr>
        <p:spPr>
          <a:xfrm>
            <a:off x="4589890" y="3524363"/>
            <a:ext cx="1835759" cy="338554"/>
          </a:xfrm>
          <a:prstGeom prst="rect">
            <a:avLst/>
          </a:prstGeom>
          <a:noFill/>
        </p:spPr>
        <p:txBody>
          <a:bodyPr wrap="none" rtlCol="0">
            <a:spAutoFit/>
          </a:bodyPr>
          <a:lstStyle/>
          <a:p>
            <a:r>
              <a:rPr lang="en-US" sz="1600" b="1" dirty="0">
                <a:solidFill>
                  <a:srgbClr val="283E69"/>
                </a:solidFill>
              </a:rPr>
              <a:t>Anubhav Oberoy</a:t>
            </a:r>
          </a:p>
        </p:txBody>
      </p:sp>
      <p:sp>
        <p:nvSpPr>
          <p:cNvPr id="9" name="Subtitle 736">
            <a:extLst>
              <a:ext uri="{FF2B5EF4-FFF2-40B4-BE49-F238E27FC236}">
                <a16:creationId xmlns:a16="http://schemas.microsoft.com/office/drawing/2014/main" id="{700EA347-9CC8-4879-9255-16687B0BED48}"/>
              </a:ext>
            </a:extLst>
          </p:cNvPr>
          <p:cNvSpPr txBox="1">
            <a:spLocks/>
          </p:cNvSpPr>
          <p:nvPr/>
        </p:nvSpPr>
        <p:spPr>
          <a:xfrm>
            <a:off x="2698834" y="4484357"/>
            <a:ext cx="5086633"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pPr>
              <a:buClrTx/>
            </a:pPr>
            <a:r>
              <a:rPr lang="en-IN" spc="100" dirty="0">
                <a:solidFill>
                  <a:srgbClr val="283E69"/>
                </a:solidFill>
                <a:latin typeface="Cooper Black" panose="0208090404030B020404" pitchFamily="18" charset="0"/>
              </a:rPr>
              <a:t>www.AnubhavTrainings.com</a:t>
            </a:r>
          </a:p>
        </p:txBody>
      </p:sp>
      <p:sp>
        <p:nvSpPr>
          <p:cNvPr id="11" name="TextBox 10">
            <a:extLst>
              <a:ext uri="{FF2B5EF4-FFF2-40B4-BE49-F238E27FC236}">
                <a16:creationId xmlns:a16="http://schemas.microsoft.com/office/drawing/2014/main" id="{66565992-7E12-89E4-D7DB-B3B44A1FB17D}"/>
              </a:ext>
            </a:extLst>
          </p:cNvPr>
          <p:cNvSpPr txBox="1"/>
          <p:nvPr/>
        </p:nvSpPr>
        <p:spPr>
          <a:xfrm>
            <a:off x="3388935" y="4846349"/>
            <a:ext cx="3963274" cy="338554"/>
          </a:xfrm>
          <a:prstGeom prst="rect">
            <a:avLst/>
          </a:prstGeom>
          <a:noFill/>
        </p:spPr>
        <p:txBody>
          <a:bodyPr wrap="square" rtlCol="0">
            <a:spAutoFit/>
          </a:bodyPr>
          <a:lstStyle/>
          <a:p>
            <a:pPr defTabSz="1218987">
              <a:buClrTx/>
              <a:buFontTx/>
              <a:buNone/>
            </a:pPr>
            <a:r>
              <a:rPr lang="en-US" sz="1600" b="1" kern="1200" dirty="0">
                <a:solidFill>
                  <a:srgbClr val="FFC000"/>
                </a:solidFill>
                <a:latin typeface="Segoe UI"/>
                <a:ea typeface="+mn-ea"/>
                <a:cs typeface="+mn-cs"/>
              </a:rPr>
              <a:t>Follow excellence with sheer passion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500"/>
                                        </p:tgtEl>
                                        <p:attrNameLst>
                                          <p:attrName>style.visibility</p:attrName>
                                        </p:attrNameLst>
                                      </p:cBhvr>
                                      <p:to>
                                        <p:strVal val="visible"/>
                                      </p:to>
                                    </p:set>
                                    <p:animEffect transition="in" filter="barn(inVertical)">
                                      <p:cBhvr>
                                        <p:cTn id="15" dur="500"/>
                                        <p:tgtEl>
                                          <p:spTgt spid="500"/>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496"/>
                                        </p:tgtEl>
                                        <p:attrNameLst>
                                          <p:attrName>style.visibility</p:attrName>
                                        </p:attrNameLst>
                                      </p:cBhvr>
                                      <p:to>
                                        <p:strVal val="visible"/>
                                      </p:to>
                                    </p:set>
                                    <p:animEffect transition="in" filter="barn(inVertical)">
                                      <p:cBhvr>
                                        <p:cTn id="20" dur="500"/>
                                        <p:tgtEl>
                                          <p:spTgt spid="496"/>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barn(inVertical)">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 grpId="0"/>
      <p:bldP spid="500" grpId="0" animBg="1"/>
      <p:bldP spid="2" grpId="0"/>
      <p:bldP spid="9" grpId="0"/>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3806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EA8F6A9E-4911-4C13-BF00-4BE4386AE0F7}"/>
              </a:ext>
            </a:extLst>
          </p:cNvPr>
          <p:cNvSpPr/>
          <p:nvPr/>
        </p:nvSpPr>
        <p:spPr>
          <a:xfrm>
            <a:off x="1718111" y="1105227"/>
            <a:ext cx="4889619" cy="840385"/>
          </a:xfrm>
          <a:prstGeom prst="roundRect">
            <a:avLst>
              <a:gd name="adj" fmla="val 1815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Rectangle: Rounded Corners 35">
            <a:extLst>
              <a:ext uri="{FF2B5EF4-FFF2-40B4-BE49-F238E27FC236}">
                <a16:creationId xmlns:a16="http://schemas.microsoft.com/office/drawing/2014/main" id="{AF6E7713-5946-46A4-BF47-B37093B73CC4}"/>
              </a:ext>
            </a:extLst>
          </p:cNvPr>
          <p:cNvSpPr/>
          <p:nvPr/>
        </p:nvSpPr>
        <p:spPr>
          <a:xfrm>
            <a:off x="2134637" y="2352875"/>
            <a:ext cx="4889619" cy="840385"/>
          </a:xfrm>
          <a:prstGeom prst="roundRect">
            <a:avLst>
              <a:gd name="adj" fmla="val 1815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Rectangle: Rounded Corners 36">
            <a:extLst>
              <a:ext uri="{FF2B5EF4-FFF2-40B4-BE49-F238E27FC236}">
                <a16:creationId xmlns:a16="http://schemas.microsoft.com/office/drawing/2014/main" id="{5216E7A0-138C-422D-847B-06FB608C8E01}"/>
              </a:ext>
            </a:extLst>
          </p:cNvPr>
          <p:cNvSpPr/>
          <p:nvPr/>
        </p:nvSpPr>
        <p:spPr>
          <a:xfrm>
            <a:off x="2551163" y="3600523"/>
            <a:ext cx="4889619" cy="840385"/>
          </a:xfrm>
          <a:prstGeom prst="roundRect">
            <a:avLst>
              <a:gd name="adj" fmla="val 18154"/>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Rectangle: Rounded Corners 37">
            <a:extLst>
              <a:ext uri="{FF2B5EF4-FFF2-40B4-BE49-F238E27FC236}">
                <a16:creationId xmlns:a16="http://schemas.microsoft.com/office/drawing/2014/main" id="{2E200DD0-D348-45E6-9B6B-43B966A8FF8C}"/>
              </a:ext>
            </a:extLst>
          </p:cNvPr>
          <p:cNvSpPr/>
          <p:nvPr/>
        </p:nvSpPr>
        <p:spPr>
          <a:xfrm>
            <a:off x="2967689" y="4848171"/>
            <a:ext cx="4889619" cy="840385"/>
          </a:xfrm>
          <a:prstGeom prst="roundRect">
            <a:avLst>
              <a:gd name="adj" fmla="val 18154"/>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3" name="Picture Placeholder 22">
            <a:extLst>
              <a:ext uri="{FF2B5EF4-FFF2-40B4-BE49-F238E27FC236}">
                <a16:creationId xmlns:a16="http://schemas.microsoft.com/office/drawing/2014/main" id="{58189288-4068-4B20-8FAB-92E0830D6B2E}"/>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l="39725" t="7760" r="8472" b="4056"/>
          <a:stretch/>
        </p:blipFill>
        <p:spPr>
          <a:xfrm>
            <a:off x="-1" y="-1"/>
            <a:ext cx="5662364" cy="6858000"/>
          </a:xfrm>
          <a:effectLst>
            <a:outerShdw blurRad="368300" dist="254000" dir="20580000" algn="tl" rotWithShape="0">
              <a:prstClr val="black">
                <a:alpha val="20000"/>
              </a:prstClr>
            </a:outerShdw>
          </a:effectLst>
        </p:spPr>
      </p:pic>
      <p:sp>
        <p:nvSpPr>
          <p:cNvPr id="31" name="Freeform: Shape 30">
            <a:extLst>
              <a:ext uri="{FF2B5EF4-FFF2-40B4-BE49-F238E27FC236}">
                <a16:creationId xmlns:a16="http://schemas.microsoft.com/office/drawing/2014/main" id="{C536E1EE-C900-4048-90CA-E22FBE51EE3B}"/>
              </a:ext>
            </a:extLst>
          </p:cNvPr>
          <p:cNvSpPr/>
          <p:nvPr/>
        </p:nvSpPr>
        <p:spPr>
          <a:xfrm>
            <a:off x="1718111" y="-1"/>
            <a:ext cx="3989979" cy="6814397"/>
          </a:xfrm>
          <a:custGeom>
            <a:avLst/>
            <a:gdLst>
              <a:gd name="connsiteX0" fmla="*/ 0 w 3989979"/>
              <a:gd name="connsiteY0" fmla="*/ 0 h 6814397"/>
              <a:gd name="connsiteX1" fmla="*/ 1282220 w 3989979"/>
              <a:gd name="connsiteY1" fmla="*/ 0 h 6814397"/>
              <a:gd name="connsiteX2" fmla="*/ 1402006 w 3989979"/>
              <a:gd name="connsiteY2" fmla="*/ 94133 h 6814397"/>
              <a:gd name="connsiteX3" fmla="*/ 3989979 w 3989979"/>
              <a:gd name="connsiteY3" fmla="*/ 5581812 h 6814397"/>
              <a:gd name="connsiteX4" fmla="*/ 3908037 w 3989979"/>
              <a:gd name="connsiteY4" fmla="*/ 6664843 h 6814397"/>
              <a:gd name="connsiteX5" fmla="*/ 3881330 w 3989979"/>
              <a:gd name="connsiteY5" fmla="*/ 6814397 h 6814397"/>
              <a:gd name="connsiteX6" fmla="*/ 3889285 w 3989979"/>
              <a:gd name="connsiteY6" fmla="*/ 6709775 h 6814397"/>
              <a:gd name="connsiteX7" fmla="*/ 3898539 w 3989979"/>
              <a:gd name="connsiteY7" fmla="*/ 6343812 h 6814397"/>
              <a:gd name="connsiteX8" fmla="*/ 176735 w 3989979"/>
              <a:gd name="connsiteY8" fmla="*/ 90518 h 6814397"/>
              <a:gd name="connsiteX9" fmla="*/ 0 w 3989979"/>
              <a:gd name="connsiteY9" fmla="*/ 0 h 6814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89979" h="6814397">
                <a:moveTo>
                  <a:pt x="0" y="0"/>
                </a:moveTo>
                <a:lnTo>
                  <a:pt x="1282220" y="0"/>
                </a:lnTo>
                <a:lnTo>
                  <a:pt x="1402006" y="94133"/>
                </a:lnTo>
                <a:cubicBezTo>
                  <a:pt x="2982546" y="1398511"/>
                  <a:pt x="3989979" y="3372512"/>
                  <a:pt x="3989979" y="5581812"/>
                </a:cubicBezTo>
                <a:cubicBezTo>
                  <a:pt x="3989979" y="5950029"/>
                  <a:pt x="3961995" y="6311709"/>
                  <a:pt x="3908037" y="6664843"/>
                </a:cubicBezTo>
                <a:lnTo>
                  <a:pt x="3881330" y="6814397"/>
                </a:lnTo>
                <a:lnTo>
                  <a:pt x="3889285" y="6709775"/>
                </a:lnTo>
                <a:cubicBezTo>
                  <a:pt x="3895430" y="6588564"/>
                  <a:pt x="3898539" y="6466551"/>
                  <a:pt x="3898539" y="6343812"/>
                </a:cubicBezTo>
                <a:cubicBezTo>
                  <a:pt x="3898539" y="3643557"/>
                  <a:pt x="2393609" y="1294797"/>
                  <a:pt x="176735" y="90518"/>
                </a:cubicBezTo>
                <a:lnTo>
                  <a:pt x="0" y="0"/>
                </a:lnTo>
                <a:close/>
              </a:path>
            </a:pathLst>
          </a:custGeom>
          <a:gradFill flip="none" rotWithShape="1">
            <a:gsLst>
              <a:gs pos="3000">
                <a:schemeClr val="accent1"/>
              </a:gs>
              <a:gs pos="100000">
                <a:schemeClr val="accent4"/>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TextBox 40">
            <a:extLst>
              <a:ext uri="{FF2B5EF4-FFF2-40B4-BE49-F238E27FC236}">
                <a16:creationId xmlns:a16="http://schemas.microsoft.com/office/drawing/2014/main" id="{E3F0EA58-87FF-4FBD-A2F2-8C01EFEECAF2}"/>
              </a:ext>
            </a:extLst>
          </p:cNvPr>
          <p:cNvSpPr txBox="1"/>
          <p:nvPr/>
        </p:nvSpPr>
        <p:spPr>
          <a:xfrm>
            <a:off x="5619826" y="1202254"/>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01</a:t>
            </a:r>
          </a:p>
        </p:txBody>
      </p:sp>
      <p:sp>
        <p:nvSpPr>
          <p:cNvPr id="42" name="TextBox 41">
            <a:extLst>
              <a:ext uri="{FF2B5EF4-FFF2-40B4-BE49-F238E27FC236}">
                <a16:creationId xmlns:a16="http://schemas.microsoft.com/office/drawing/2014/main" id="{73592A37-8994-4267-A0A4-4F9D2B0CA640}"/>
              </a:ext>
            </a:extLst>
          </p:cNvPr>
          <p:cNvSpPr txBox="1"/>
          <p:nvPr/>
        </p:nvSpPr>
        <p:spPr>
          <a:xfrm>
            <a:off x="6032781" y="2449902"/>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02</a:t>
            </a:r>
          </a:p>
        </p:txBody>
      </p:sp>
      <p:sp>
        <p:nvSpPr>
          <p:cNvPr id="43" name="TextBox 42">
            <a:extLst>
              <a:ext uri="{FF2B5EF4-FFF2-40B4-BE49-F238E27FC236}">
                <a16:creationId xmlns:a16="http://schemas.microsoft.com/office/drawing/2014/main" id="{FF2E8B29-6A17-40BB-94A2-F4C43336C48C}"/>
              </a:ext>
            </a:extLst>
          </p:cNvPr>
          <p:cNvSpPr txBox="1"/>
          <p:nvPr/>
        </p:nvSpPr>
        <p:spPr>
          <a:xfrm>
            <a:off x="6475232" y="3697550"/>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03</a:t>
            </a:r>
          </a:p>
        </p:txBody>
      </p:sp>
      <p:sp>
        <p:nvSpPr>
          <p:cNvPr id="44" name="TextBox 43">
            <a:extLst>
              <a:ext uri="{FF2B5EF4-FFF2-40B4-BE49-F238E27FC236}">
                <a16:creationId xmlns:a16="http://schemas.microsoft.com/office/drawing/2014/main" id="{D9D30836-9CA2-4FC2-B426-C58A1B77DEBB}"/>
              </a:ext>
            </a:extLst>
          </p:cNvPr>
          <p:cNvSpPr txBox="1"/>
          <p:nvPr/>
        </p:nvSpPr>
        <p:spPr>
          <a:xfrm>
            <a:off x="6868523" y="4945198"/>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a:solidFill>
                  <a:schemeClr val="bg1"/>
                </a:solidFill>
                <a:latin typeface="Open Sans" panose="020B0606030504020204" pitchFamily="34" charset="0"/>
                <a:ea typeface="Open Sans" panose="020B0606030504020204" pitchFamily="34" charset="0"/>
                <a:cs typeface="Open Sans" panose="020B0606030504020204" pitchFamily="34" charset="0"/>
              </a:rPr>
              <a:t>04</a:t>
            </a:r>
            <a:endPar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5" name="Rectangle 44">
            <a:extLst>
              <a:ext uri="{FF2B5EF4-FFF2-40B4-BE49-F238E27FC236}">
                <a16:creationId xmlns:a16="http://schemas.microsoft.com/office/drawing/2014/main" id="{8D598D36-C5FC-4900-B880-D9AEBB01296E}"/>
              </a:ext>
            </a:extLst>
          </p:cNvPr>
          <p:cNvSpPr/>
          <p:nvPr/>
        </p:nvSpPr>
        <p:spPr>
          <a:xfrm>
            <a:off x="7255772" y="937725"/>
            <a:ext cx="2597506" cy="646331"/>
          </a:xfrm>
          <a:prstGeom prst="rect">
            <a:avLst/>
          </a:prstGeom>
        </p:spPr>
        <p:txBody>
          <a:bodyPr wrap="square" lIns="0" rIns="0" anchor="ctr">
            <a:spAutoFit/>
          </a:bodyPr>
          <a:lstStyle/>
          <a:p>
            <a:r>
              <a:rPr lang="en-IN" sz="18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Fix the Composition issue</a:t>
            </a:r>
          </a:p>
        </p:txBody>
      </p:sp>
      <p:sp>
        <p:nvSpPr>
          <p:cNvPr id="49" name="Rectangle 48">
            <a:extLst>
              <a:ext uri="{FF2B5EF4-FFF2-40B4-BE49-F238E27FC236}">
                <a16:creationId xmlns:a16="http://schemas.microsoft.com/office/drawing/2014/main" id="{C0874C99-87AF-460C-9044-B8539EAC1769}"/>
              </a:ext>
            </a:extLst>
          </p:cNvPr>
          <p:cNvSpPr/>
          <p:nvPr/>
        </p:nvSpPr>
        <p:spPr>
          <a:xfrm>
            <a:off x="7712976" y="2234511"/>
            <a:ext cx="2597506" cy="646331"/>
          </a:xfrm>
          <a:prstGeom prst="rect">
            <a:avLst/>
          </a:prstGeom>
        </p:spPr>
        <p:txBody>
          <a:bodyPr wrap="square" lIns="0" rIns="0" anchor="ctr">
            <a:spAutoFit/>
          </a:bodyPr>
          <a:lstStyle/>
          <a:p>
            <a:r>
              <a:rPr lang="en-IN" sz="1800" b="1" dirty="0">
                <a:solidFill>
                  <a:schemeClr val="accent6">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Behavior Definition with CURD</a:t>
            </a:r>
          </a:p>
        </p:txBody>
      </p:sp>
      <p:sp>
        <p:nvSpPr>
          <p:cNvPr id="52" name="Rectangle 51">
            <a:extLst>
              <a:ext uri="{FF2B5EF4-FFF2-40B4-BE49-F238E27FC236}">
                <a16:creationId xmlns:a16="http://schemas.microsoft.com/office/drawing/2014/main" id="{20C13AF4-68B6-4226-9401-EDB6ED0540C2}"/>
              </a:ext>
            </a:extLst>
          </p:cNvPr>
          <p:cNvSpPr/>
          <p:nvPr/>
        </p:nvSpPr>
        <p:spPr>
          <a:xfrm>
            <a:off x="8207924" y="3739022"/>
            <a:ext cx="2597506" cy="369332"/>
          </a:xfrm>
          <a:prstGeom prst="rect">
            <a:avLst/>
          </a:prstGeom>
        </p:spPr>
        <p:txBody>
          <a:bodyPr wrap="square" lIns="0" rIns="0" anchor="ctr">
            <a:spAutoFit/>
          </a:bodyPr>
          <a:lstStyle/>
          <a:p>
            <a:r>
              <a:rPr lang="en-IN" sz="18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EML</a:t>
            </a:r>
          </a:p>
        </p:txBody>
      </p:sp>
      <p:sp>
        <p:nvSpPr>
          <p:cNvPr id="55" name="Rectangle 54">
            <a:extLst>
              <a:ext uri="{FF2B5EF4-FFF2-40B4-BE49-F238E27FC236}">
                <a16:creationId xmlns:a16="http://schemas.microsoft.com/office/drawing/2014/main" id="{C08D0B4E-C408-458A-9E80-98D57A618BD5}"/>
              </a:ext>
            </a:extLst>
          </p:cNvPr>
          <p:cNvSpPr/>
          <p:nvPr/>
        </p:nvSpPr>
        <p:spPr>
          <a:xfrm>
            <a:off x="8554525" y="4986670"/>
            <a:ext cx="2597506" cy="369332"/>
          </a:xfrm>
          <a:prstGeom prst="rect">
            <a:avLst/>
          </a:prstGeom>
        </p:spPr>
        <p:txBody>
          <a:bodyPr wrap="square" lIns="0" rIns="0" anchor="ctr">
            <a:spAutoFit/>
          </a:bodyPr>
          <a:lstStyle/>
          <a:p>
            <a:r>
              <a:rPr lang="en-IN" sz="1800" b="1" dirty="0">
                <a:solidFill>
                  <a:schemeClr val="accent4"/>
                </a:solidFill>
                <a:latin typeface="Open Sans" panose="020B0606030504020204" pitchFamily="34" charset="0"/>
                <a:ea typeface="Open Sans" panose="020B0606030504020204" pitchFamily="34" charset="0"/>
                <a:cs typeface="Open Sans" panose="020B0606030504020204" pitchFamily="34" charset="0"/>
              </a:rPr>
              <a:t>Class Pool</a:t>
            </a:r>
          </a:p>
        </p:txBody>
      </p:sp>
      <p:pic>
        <p:nvPicPr>
          <p:cNvPr id="2" name="Picture 4">
            <a:extLst>
              <a:ext uri="{FF2B5EF4-FFF2-40B4-BE49-F238E27FC236}">
                <a16:creationId xmlns:a16="http://schemas.microsoft.com/office/drawing/2014/main" id="{0ABA602A-777F-01F1-3482-2AA689766F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6416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11"/>
        <p:cNvGrpSpPr/>
        <p:nvPr/>
      </p:nvGrpSpPr>
      <p:grpSpPr>
        <a:xfrm>
          <a:off x="0" y="0"/>
          <a:ext cx="0" cy="0"/>
          <a:chOff x="0" y="0"/>
          <a:chExt cx="0" cy="0"/>
        </a:xfrm>
      </p:grpSpPr>
      <p:sp>
        <p:nvSpPr>
          <p:cNvPr id="1313" name="Google Shape;1313;p59"/>
          <p:cNvSpPr txBox="1"/>
          <p:nvPr/>
        </p:nvSpPr>
        <p:spPr>
          <a:xfrm>
            <a:off x="191294" y="895"/>
            <a:ext cx="11231710" cy="6461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Development Flow – Processor and Approver</a:t>
            </a:r>
            <a:endParaRPr sz="3599" dirty="0">
              <a:solidFill>
                <a:srgbClr val="FFC000"/>
              </a:solidFill>
              <a:latin typeface="Cooper Black" panose="0208090404030B020404" pitchFamily="18" charset="0"/>
              <a:ea typeface="Corben"/>
              <a:cs typeface="Corben"/>
              <a:sym typeface="Corben"/>
            </a:endParaRPr>
          </a:p>
        </p:txBody>
      </p:sp>
      <p:sp>
        <p:nvSpPr>
          <p:cNvPr id="1316" name="Google Shape;1316;p59"/>
          <p:cNvSpPr/>
          <p:nvPr/>
        </p:nvSpPr>
        <p:spPr>
          <a:xfrm>
            <a:off x="4438228" y="4869160"/>
            <a:ext cx="3096344" cy="1080120"/>
          </a:xfrm>
          <a:prstGeom prst="rect">
            <a:avLst/>
          </a:prstGeom>
          <a:solidFill>
            <a:srgbClr val="00B050"/>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Business Object (definition)</a:t>
            </a:r>
            <a:endParaRPr dirty="0"/>
          </a:p>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Includes the Travel, Booking and Booking Supplement CDS entities</a:t>
            </a:r>
            <a:endParaRPr dirty="0"/>
          </a:p>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100 fields</a:t>
            </a:r>
            <a:endParaRPr dirty="0"/>
          </a:p>
        </p:txBody>
      </p:sp>
      <p:sp>
        <p:nvSpPr>
          <p:cNvPr id="1317" name="Google Shape;1317;p59"/>
          <p:cNvSpPr/>
          <p:nvPr/>
        </p:nvSpPr>
        <p:spPr>
          <a:xfrm>
            <a:off x="405780" y="647098"/>
            <a:ext cx="3096344" cy="646203"/>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latin typeface="Calibri"/>
                <a:ea typeface="Calibri"/>
                <a:cs typeface="Calibri"/>
                <a:sym typeface="Calibri"/>
              </a:rPr>
              <a:t>Fiori App – Processor</a:t>
            </a:r>
            <a:endParaRPr dirty="0"/>
          </a:p>
          <a:p>
            <a:pPr marL="0" marR="0" lvl="0" indent="0" algn="ctr" rtl="0">
              <a:spcBef>
                <a:spcPts val="0"/>
              </a:spcBef>
              <a:spcAft>
                <a:spcPts val="0"/>
              </a:spcAft>
              <a:buNone/>
            </a:pPr>
            <a:r>
              <a:rPr lang="en-US" sz="1400" dirty="0">
                <a:solidFill>
                  <a:schemeClr val="lt1"/>
                </a:solidFill>
                <a:latin typeface="Calibri"/>
                <a:ea typeface="Calibri"/>
                <a:cs typeface="Calibri"/>
                <a:sym typeface="Calibri"/>
              </a:rPr>
              <a:t>Create, update, delete, copy travel</a:t>
            </a:r>
            <a:endParaRPr dirty="0"/>
          </a:p>
        </p:txBody>
      </p:sp>
      <p:sp>
        <p:nvSpPr>
          <p:cNvPr id="1318" name="Google Shape;1318;p59"/>
          <p:cNvSpPr/>
          <p:nvPr/>
        </p:nvSpPr>
        <p:spPr>
          <a:xfrm>
            <a:off x="8882191" y="691641"/>
            <a:ext cx="3024336" cy="646203"/>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Fiori App – Approver</a:t>
            </a:r>
            <a:endParaRPr/>
          </a:p>
          <a:p>
            <a:pPr marL="0" marR="0" lvl="0" indent="0" algn="ctr" rtl="0">
              <a:spcBef>
                <a:spcPts val="0"/>
              </a:spcBef>
              <a:spcAft>
                <a:spcPts val="0"/>
              </a:spcAft>
              <a:buNone/>
            </a:pPr>
            <a:r>
              <a:rPr lang="en-US" sz="1400">
                <a:solidFill>
                  <a:schemeClr val="lt1"/>
                </a:solidFill>
                <a:latin typeface="Calibri"/>
                <a:ea typeface="Calibri"/>
                <a:cs typeface="Calibri"/>
                <a:sym typeface="Calibri"/>
              </a:rPr>
              <a:t>Display the travel request data</a:t>
            </a:r>
            <a:endParaRPr/>
          </a:p>
        </p:txBody>
      </p:sp>
      <p:sp>
        <p:nvSpPr>
          <p:cNvPr id="1319" name="Google Shape;1319;p59"/>
          <p:cNvSpPr/>
          <p:nvPr/>
        </p:nvSpPr>
        <p:spPr>
          <a:xfrm>
            <a:off x="456151" y="4849657"/>
            <a:ext cx="3024336" cy="108012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Business Object Projection</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For Processor</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30 fields to internet</a:t>
            </a:r>
            <a:endParaRPr dirty="0"/>
          </a:p>
        </p:txBody>
      </p:sp>
      <p:sp>
        <p:nvSpPr>
          <p:cNvPr id="1320" name="Google Shape;1320;p59"/>
          <p:cNvSpPr/>
          <p:nvPr/>
        </p:nvSpPr>
        <p:spPr>
          <a:xfrm>
            <a:off x="8882191" y="4869160"/>
            <a:ext cx="3024336" cy="108012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Business Object Projection </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For Approver</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25 fields</a:t>
            </a:r>
            <a:endParaRPr/>
          </a:p>
        </p:txBody>
      </p:sp>
      <p:cxnSp>
        <p:nvCxnSpPr>
          <p:cNvPr id="1321" name="Google Shape;1321;p59"/>
          <p:cNvCxnSpPr>
            <a:stCxn id="1316" idx="1"/>
            <a:endCxn id="1319" idx="3"/>
          </p:cNvCxnSpPr>
          <p:nvPr/>
        </p:nvCxnSpPr>
        <p:spPr>
          <a:xfrm flipH="1" flipV="1">
            <a:off x="3480487" y="5389717"/>
            <a:ext cx="957741" cy="19503"/>
          </a:xfrm>
          <a:prstGeom prst="straightConnector1">
            <a:avLst/>
          </a:prstGeom>
          <a:noFill/>
          <a:ln w="9525" cap="flat" cmpd="sng">
            <a:solidFill>
              <a:schemeClr val="accent1"/>
            </a:solidFill>
            <a:prstDash val="solid"/>
            <a:miter lim="800000"/>
            <a:headEnd type="none" w="sm" len="sm"/>
            <a:tailEnd type="triangle" w="med" len="med"/>
          </a:ln>
        </p:spPr>
      </p:cxnSp>
      <p:cxnSp>
        <p:nvCxnSpPr>
          <p:cNvPr id="1322" name="Google Shape;1322;p59"/>
          <p:cNvCxnSpPr>
            <a:stCxn id="1316" idx="3"/>
            <a:endCxn id="1320" idx="1"/>
          </p:cNvCxnSpPr>
          <p:nvPr/>
        </p:nvCxnSpPr>
        <p:spPr>
          <a:xfrm>
            <a:off x="7534572" y="5409220"/>
            <a:ext cx="1347600" cy="0"/>
          </a:xfrm>
          <a:prstGeom prst="straightConnector1">
            <a:avLst/>
          </a:prstGeom>
          <a:noFill/>
          <a:ln w="9525" cap="flat" cmpd="sng">
            <a:solidFill>
              <a:schemeClr val="accent1"/>
            </a:solidFill>
            <a:prstDash val="solid"/>
            <a:miter lim="800000"/>
            <a:headEnd type="none" w="sm" len="sm"/>
            <a:tailEnd type="triangle" w="med" len="med"/>
          </a:ln>
        </p:spPr>
      </p:cxnSp>
      <p:sp>
        <p:nvSpPr>
          <p:cNvPr id="1323" name="Google Shape;1323;p59"/>
          <p:cNvSpPr/>
          <p:nvPr/>
        </p:nvSpPr>
        <p:spPr>
          <a:xfrm>
            <a:off x="405780" y="2132856"/>
            <a:ext cx="3024336" cy="72008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MDE for Processor Projection</a:t>
            </a:r>
            <a:endParaRPr dirty="0"/>
          </a:p>
        </p:txBody>
      </p:sp>
      <p:sp>
        <p:nvSpPr>
          <p:cNvPr id="1324" name="Google Shape;1324;p59"/>
          <p:cNvSpPr/>
          <p:nvPr/>
        </p:nvSpPr>
        <p:spPr>
          <a:xfrm>
            <a:off x="8882191" y="2155416"/>
            <a:ext cx="3024336" cy="72008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MDE for approver Projection</a:t>
            </a:r>
            <a:endParaRPr dirty="0"/>
          </a:p>
        </p:txBody>
      </p:sp>
      <p:cxnSp>
        <p:nvCxnSpPr>
          <p:cNvPr id="1325" name="Google Shape;1325;p59"/>
          <p:cNvCxnSpPr>
            <a:stCxn id="1319" idx="0"/>
            <a:endCxn id="1323" idx="2"/>
          </p:cNvCxnSpPr>
          <p:nvPr/>
        </p:nvCxnSpPr>
        <p:spPr>
          <a:xfrm flipH="1" flipV="1">
            <a:off x="1917948" y="2852936"/>
            <a:ext cx="50371" cy="1996721"/>
          </a:xfrm>
          <a:prstGeom prst="straightConnector1">
            <a:avLst/>
          </a:prstGeom>
          <a:noFill/>
          <a:ln w="9525" cap="flat" cmpd="sng">
            <a:solidFill>
              <a:schemeClr val="accent1"/>
            </a:solidFill>
            <a:prstDash val="solid"/>
            <a:miter lim="800000"/>
            <a:headEnd type="none" w="sm" len="sm"/>
            <a:tailEnd type="triangle" w="med" len="med"/>
          </a:ln>
        </p:spPr>
      </p:cxnSp>
      <p:cxnSp>
        <p:nvCxnSpPr>
          <p:cNvPr id="1326" name="Google Shape;1326;p59"/>
          <p:cNvCxnSpPr>
            <a:stCxn id="1320" idx="0"/>
            <a:endCxn id="1324" idx="2"/>
          </p:cNvCxnSpPr>
          <p:nvPr/>
        </p:nvCxnSpPr>
        <p:spPr>
          <a:xfrm rot="10800000">
            <a:off x="10394359" y="2875360"/>
            <a:ext cx="0" cy="1993800"/>
          </a:xfrm>
          <a:prstGeom prst="straightConnector1">
            <a:avLst/>
          </a:prstGeom>
          <a:noFill/>
          <a:ln w="9525" cap="flat" cmpd="sng">
            <a:solidFill>
              <a:schemeClr val="accent1"/>
            </a:solidFill>
            <a:prstDash val="solid"/>
            <a:miter lim="800000"/>
            <a:headEnd type="none" w="sm" len="sm"/>
            <a:tailEnd type="triangle" w="med" len="med"/>
          </a:ln>
        </p:spPr>
      </p:cxnSp>
      <p:sp>
        <p:nvSpPr>
          <p:cNvPr id="1327" name="Google Shape;1327;p59"/>
          <p:cNvSpPr/>
          <p:nvPr/>
        </p:nvSpPr>
        <p:spPr>
          <a:xfrm>
            <a:off x="405780" y="1412776"/>
            <a:ext cx="1584176" cy="600605"/>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Calibri"/>
                <a:ea typeface="Calibri"/>
                <a:cs typeface="Calibri"/>
                <a:sym typeface="Calibri"/>
              </a:rPr>
              <a:t>Service definition</a:t>
            </a:r>
            <a:endParaRPr/>
          </a:p>
        </p:txBody>
      </p:sp>
      <p:sp>
        <p:nvSpPr>
          <p:cNvPr id="1328" name="Google Shape;1328;p59"/>
          <p:cNvSpPr/>
          <p:nvPr/>
        </p:nvSpPr>
        <p:spPr>
          <a:xfrm>
            <a:off x="2061964" y="1416237"/>
            <a:ext cx="1440160" cy="600605"/>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Service Binding</a:t>
            </a:r>
            <a:endParaRPr dirty="0"/>
          </a:p>
        </p:txBody>
      </p:sp>
      <p:sp>
        <p:nvSpPr>
          <p:cNvPr id="1329" name="Google Shape;1329;p59"/>
          <p:cNvSpPr/>
          <p:nvPr/>
        </p:nvSpPr>
        <p:spPr>
          <a:xfrm>
            <a:off x="8855026" y="1464670"/>
            <a:ext cx="1584176" cy="600605"/>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Calibri"/>
                <a:ea typeface="Calibri"/>
                <a:cs typeface="Calibri"/>
                <a:sym typeface="Calibri"/>
              </a:rPr>
              <a:t>Service definition</a:t>
            </a:r>
            <a:endParaRPr/>
          </a:p>
        </p:txBody>
      </p:sp>
      <p:sp>
        <p:nvSpPr>
          <p:cNvPr id="1330" name="Google Shape;1330;p59"/>
          <p:cNvSpPr/>
          <p:nvPr/>
        </p:nvSpPr>
        <p:spPr>
          <a:xfrm>
            <a:off x="10511210" y="1468131"/>
            <a:ext cx="1440160" cy="600605"/>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Calibri"/>
                <a:ea typeface="Calibri"/>
                <a:cs typeface="Calibri"/>
                <a:sym typeface="Calibri"/>
              </a:rPr>
              <a:t>Service Binding</a:t>
            </a:r>
            <a:endParaRPr/>
          </a:p>
        </p:txBody>
      </p:sp>
      <p:pic>
        <p:nvPicPr>
          <p:cNvPr id="1332" name="Google Shape;1332;p59" descr="A green circle with a white tick in it&#10;&#10;Description automatically generated"/>
          <p:cNvPicPr preferRelativeResize="0"/>
          <p:nvPr/>
        </p:nvPicPr>
        <p:blipFill rotWithShape="1">
          <a:blip r:embed="rId3">
            <a:alphaModFix/>
          </a:blip>
          <a:srcRect/>
          <a:stretch/>
        </p:blipFill>
        <p:spPr>
          <a:xfrm>
            <a:off x="66713" y="6379793"/>
            <a:ext cx="457206" cy="457206"/>
          </a:xfrm>
          <a:prstGeom prst="rect">
            <a:avLst/>
          </a:prstGeom>
          <a:noFill/>
          <a:ln>
            <a:noFill/>
          </a:ln>
        </p:spPr>
      </p:pic>
      <p:sp>
        <p:nvSpPr>
          <p:cNvPr id="1336" name="Google Shape;1336;p59"/>
          <p:cNvSpPr/>
          <p:nvPr/>
        </p:nvSpPr>
        <p:spPr>
          <a:xfrm>
            <a:off x="4418057" y="3560437"/>
            <a:ext cx="3096344" cy="1080120"/>
          </a:xfrm>
          <a:prstGeom prst="rect">
            <a:avLst/>
          </a:prstGeom>
          <a:solidFill>
            <a:srgbClr val="00B050"/>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Behavior Definition (BDEF)</a:t>
            </a:r>
            <a:endParaRPr dirty="0"/>
          </a:p>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Tell RAP framework regarding our operations which needs to be supported for BO (managed)</a:t>
            </a:r>
            <a:endParaRPr dirty="0"/>
          </a:p>
        </p:txBody>
      </p:sp>
      <p:sp>
        <p:nvSpPr>
          <p:cNvPr id="1337" name="Google Shape;1337;p59"/>
          <p:cNvSpPr/>
          <p:nvPr/>
        </p:nvSpPr>
        <p:spPr>
          <a:xfrm>
            <a:off x="405780" y="3555658"/>
            <a:ext cx="3024336" cy="108012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BDEF Projection</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For Processor</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Expose what is needed by a processor role in company</a:t>
            </a:r>
            <a:endParaRPr dirty="0"/>
          </a:p>
        </p:txBody>
      </p:sp>
      <p:cxnSp>
        <p:nvCxnSpPr>
          <p:cNvPr id="1338" name="Google Shape;1338;p59"/>
          <p:cNvCxnSpPr/>
          <p:nvPr/>
        </p:nvCxnSpPr>
        <p:spPr>
          <a:xfrm rot="10800000">
            <a:off x="3409945" y="4095718"/>
            <a:ext cx="1008112" cy="0"/>
          </a:xfrm>
          <a:prstGeom prst="straightConnector1">
            <a:avLst/>
          </a:prstGeom>
          <a:noFill/>
          <a:ln w="9525" cap="flat" cmpd="sng">
            <a:solidFill>
              <a:schemeClr val="accent1"/>
            </a:solidFill>
            <a:prstDash val="solid"/>
            <a:miter lim="800000"/>
            <a:headEnd type="none" w="sm" len="sm"/>
            <a:tailEnd type="triangle" w="med" len="med"/>
          </a:ln>
        </p:spPr>
      </p:cxnSp>
      <p:sp>
        <p:nvSpPr>
          <p:cNvPr id="1339" name="Google Shape;1339;p59"/>
          <p:cNvSpPr/>
          <p:nvPr/>
        </p:nvSpPr>
        <p:spPr>
          <a:xfrm>
            <a:off x="8853228" y="3557570"/>
            <a:ext cx="3024336" cy="108012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BDEF Projection</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For Approver</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Expose what is needed by a approver role in company</a:t>
            </a:r>
            <a:endParaRPr/>
          </a:p>
        </p:txBody>
      </p:sp>
      <p:cxnSp>
        <p:nvCxnSpPr>
          <p:cNvPr id="1340" name="Google Shape;1340;p59"/>
          <p:cNvCxnSpPr/>
          <p:nvPr/>
        </p:nvCxnSpPr>
        <p:spPr>
          <a:xfrm>
            <a:off x="7462564" y="4095718"/>
            <a:ext cx="1347619" cy="0"/>
          </a:xfrm>
          <a:prstGeom prst="straightConnector1">
            <a:avLst/>
          </a:prstGeom>
          <a:noFill/>
          <a:ln w="9525" cap="flat" cmpd="sng">
            <a:solidFill>
              <a:schemeClr val="accent1"/>
            </a:solidFill>
            <a:prstDash val="solid"/>
            <a:miter lim="800000"/>
            <a:headEnd type="none" w="sm" len="sm"/>
            <a:tailEnd type="triangle" w="med" len="med"/>
          </a:ln>
        </p:spPr>
      </p:cxnSp>
      <p:sp>
        <p:nvSpPr>
          <p:cNvPr id="3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pic>
        <p:nvPicPr>
          <p:cNvPr id="3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pic>
        <p:nvPicPr>
          <p:cNvPr id="2" name="Google Shape;1332;p59" descr="A green circle with a white tick in it&#10;&#10;Description automatically generated">
            <a:extLst>
              <a:ext uri="{FF2B5EF4-FFF2-40B4-BE49-F238E27FC236}">
                <a16:creationId xmlns:a16="http://schemas.microsoft.com/office/drawing/2014/main" id="{76005F72-69C8-C4DF-6236-CD65A73A64F2}"/>
              </a:ext>
            </a:extLst>
          </p:cNvPr>
          <p:cNvPicPr preferRelativeResize="0"/>
          <p:nvPr/>
        </p:nvPicPr>
        <p:blipFill rotWithShape="1">
          <a:blip r:embed="rId3">
            <a:alphaModFix/>
          </a:blip>
          <a:srcRect/>
          <a:stretch/>
        </p:blipFill>
        <p:spPr>
          <a:xfrm>
            <a:off x="4251052" y="4751995"/>
            <a:ext cx="457206" cy="457206"/>
          </a:xfrm>
          <a:prstGeom prst="rect">
            <a:avLst/>
          </a:prstGeom>
          <a:noFill/>
          <a:ln>
            <a:noFill/>
          </a:ln>
        </p:spPr>
      </p:pic>
      <p:pic>
        <p:nvPicPr>
          <p:cNvPr id="3" name="Google Shape;1332;p59" descr="A green circle with a white tick in it&#10;&#10;Description automatically generated">
            <a:extLst>
              <a:ext uri="{FF2B5EF4-FFF2-40B4-BE49-F238E27FC236}">
                <a16:creationId xmlns:a16="http://schemas.microsoft.com/office/drawing/2014/main" id="{D433512C-334B-79D8-0205-26E3E32A1624}"/>
              </a:ext>
            </a:extLst>
          </p:cNvPr>
          <p:cNvPicPr preferRelativeResize="0"/>
          <p:nvPr/>
        </p:nvPicPr>
        <p:blipFill rotWithShape="1">
          <a:blip r:embed="rId3">
            <a:alphaModFix/>
          </a:blip>
          <a:srcRect/>
          <a:stretch/>
        </p:blipFill>
        <p:spPr>
          <a:xfrm>
            <a:off x="185083" y="4697257"/>
            <a:ext cx="457206" cy="457206"/>
          </a:xfrm>
          <a:prstGeom prst="rect">
            <a:avLst/>
          </a:prstGeom>
          <a:noFill/>
          <a:ln>
            <a:noFill/>
          </a:ln>
        </p:spPr>
      </p:pic>
      <p:pic>
        <p:nvPicPr>
          <p:cNvPr id="4" name="Google Shape;1332;p59" descr="A green circle with a white tick in it&#10;&#10;Description automatically generated">
            <a:extLst>
              <a:ext uri="{FF2B5EF4-FFF2-40B4-BE49-F238E27FC236}">
                <a16:creationId xmlns:a16="http://schemas.microsoft.com/office/drawing/2014/main" id="{C8D99C57-AF8A-034A-BCD2-15E06CACA78F}"/>
              </a:ext>
            </a:extLst>
          </p:cNvPr>
          <p:cNvPicPr preferRelativeResize="0"/>
          <p:nvPr/>
        </p:nvPicPr>
        <p:blipFill rotWithShape="1">
          <a:blip r:embed="rId3">
            <a:alphaModFix/>
          </a:blip>
          <a:srcRect/>
          <a:stretch/>
        </p:blipFill>
        <p:spPr>
          <a:xfrm>
            <a:off x="66713" y="1349779"/>
            <a:ext cx="457206" cy="457206"/>
          </a:xfrm>
          <a:prstGeom prst="rect">
            <a:avLst/>
          </a:prstGeom>
          <a:noFill/>
          <a:ln>
            <a:noFill/>
          </a:ln>
        </p:spPr>
      </p:pic>
      <p:pic>
        <p:nvPicPr>
          <p:cNvPr id="5" name="Google Shape;1332;p59" descr="A green circle with a white tick in it&#10;&#10;Description automatically generated">
            <a:extLst>
              <a:ext uri="{FF2B5EF4-FFF2-40B4-BE49-F238E27FC236}">
                <a16:creationId xmlns:a16="http://schemas.microsoft.com/office/drawing/2014/main" id="{656DB8F6-91C7-21B3-0F00-95D751F37CCF}"/>
              </a:ext>
            </a:extLst>
          </p:cNvPr>
          <p:cNvPicPr preferRelativeResize="0"/>
          <p:nvPr/>
        </p:nvPicPr>
        <p:blipFill rotWithShape="1">
          <a:blip r:embed="rId3">
            <a:alphaModFix/>
          </a:blip>
          <a:srcRect/>
          <a:stretch/>
        </p:blipFill>
        <p:spPr>
          <a:xfrm>
            <a:off x="3393023" y="1315991"/>
            <a:ext cx="457206" cy="457206"/>
          </a:xfrm>
          <a:prstGeom prst="rect">
            <a:avLst/>
          </a:prstGeom>
          <a:noFill/>
          <a:ln>
            <a:noFill/>
          </a:ln>
        </p:spPr>
      </p:pic>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83E4538C-8F61-FA7C-1202-5A3FBA8FFDCE}"/>
                  </a:ext>
                </a:extLst>
              </p14:cNvPr>
              <p14:cNvContentPartPr/>
              <p14:nvPr/>
            </p14:nvContentPartPr>
            <p14:xfrm>
              <a:off x="288292" y="6615382"/>
              <a:ext cx="360" cy="360"/>
            </p14:xfrm>
          </p:contentPart>
        </mc:Choice>
        <mc:Fallback xmlns="">
          <p:pic>
            <p:nvPicPr>
              <p:cNvPr id="8" name="Ink 7">
                <a:extLst>
                  <a:ext uri="{FF2B5EF4-FFF2-40B4-BE49-F238E27FC236}">
                    <a16:creationId xmlns:a16="http://schemas.microsoft.com/office/drawing/2014/main" id="{83E4538C-8F61-FA7C-1202-5A3FBA8FFDCE}"/>
                  </a:ext>
                </a:extLst>
              </p:cNvPr>
              <p:cNvPicPr/>
              <p:nvPr/>
            </p:nvPicPr>
            <p:blipFill>
              <a:blip r:embed="rId6"/>
              <a:stretch>
                <a:fillRect/>
              </a:stretch>
            </p:blipFill>
            <p:spPr>
              <a:xfrm>
                <a:off x="279292" y="6606382"/>
                <a:ext cx="18000" cy="18000"/>
              </a:xfrm>
              <a:prstGeom prst="rect">
                <a:avLst/>
              </a:prstGeom>
            </p:spPr>
          </p:pic>
        </mc:Fallback>
      </mc:AlternateContent>
      <p:pic>
        <p:nvPicPr>
          <p:cNvPr id="9" name="Google Shape;1332;p59" descr="A green circle with a white tick in it&#10;&#10;Description automatically generated">
            <a:extLst>
              <a:ext uri="{FF2B5EF4-FFF2-40B4-BE49-F238E27FC236}">
                <a16:creationId xmlns:a16="http://schemas.microsoft.com/office/drawing/2014/main" id="{EB2B8A03-3D4F-8C68-8797-C5726F10CDE5}"/>
              </a:ext>
            </a:extLst>
          </p:cNvPr>
          <p:cNvPicPr preferRelativeResize="0"/>
          <p:nvPr/>
        </p:nvPicPr>
        <p:blipFill rotWithShape="1">
          <a:blip r:embed="rId3">
            <a:alphaModFix/>
          </a:blip>
          <a:srcRect/>
          <a:stretch/>
        </p:blipFill>
        <p:spPr>
          <a:xfrm>
            <a:off x="37565" y="2016842"/>
            <a:ext cx="457206" cy="457206"/>
          </a:xfrm>
          <a:prstGeom prst="rect">
            <a:avLst/>
          </a:prstGeom>
          <a:noFill/>
          <a:ln>
            <a:noFill/>
          </a:ln>
        </p:spPr>
      </p:pic>
      <p:pic>
        <p:nvPicPr>
          <p:cNvPr id="17" name="Google Shape;1332;p59" descr="A green circle with a white tick in it&#10;&#10;Description automatically generated">
            <a:extLst>
              <a:ext uri="{FF2B5EF4-FFF2-40B4-BE49-F238E27FC236}">
                <a16:creationId xmlns:a16="http://schemas.microsoft.com/office/drawing/2014/main" id="{9456DD62-E612-424E-A9E7-4EDE8D9FC8EA}"/>
              </a:ext>
            </a:extLst>
          </p:cNvPr>
          <p:cNvPicPr preferRelativeResize="0"/>
          <p:nvPr/>
        </p:nvPicPr>
        <p:blipFill rotWithShape="1">
          <a:blip r:embed="rId3">
            <a:alphaModFix/>
          </a:blip>
          <a:srcRect/>
          <a:stretch/>
        </p:blipFill>
        <p:spPr>
          <a:xfrm>
            <a:off x="4167932" y="3297563"/>
            <a:ext cx="457206" cy="457206"/>
          </a:xfrm>
          <a:prstGeom prst="rect">
            <a:avLst/>
          </a:prstGeom>
          <a:noFill/>
          <a:ln>
            <a:noFill/>
          </a:ln>
        </p:spPr>
      </p:pic>
      <p:pic>
        <p:nvPicPr>
          <p:cNvPr id="18" name="Google Shape;1332;p59" descr="A green circle with a white tick in it&#10;&#10;Description automatically generated">
            <a:extLst>
              <a:ext uri="{FF2B5EF4-FFF2-40B4-BE49-F238E27FC236}">
                <a16:creationId xmlns:a16="http://schemas.microsoft.com/office/drawing/2014/main" id="{0E781AA4-F586-5949-45AC-04FBD96A68CE}"/>
              </a:ext>
            </a:extLst>
          </p:cNvPr>
          <p:cNvPicPr preferRelativeResize="0"/>
          <p:nvPr/>
        </p:nvPicPr>
        <p:blipFill rotWithShape="1">
          <a:blip r:embed="rId3">
            <a:alphaModFix/>
          </a:blip>
          <a:srcRect/>
          <a:stretch/>
        </p:blipFill>
        <p:spPr>
          <a:xfrm>
            <a:off x="185083" y="3394090"/>
            <a:ext cx="457206" cy="45720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CCC554-5F5F-4C41-842A-E233080CC55E}"/>
              </a:ext>
            </a:extLst>
          </p:cNvPr>
          <p:cNvSpPr>
            <a:spLocks noGrp="1"/>
          </p:cNvSpPr>
          <p:nvPr>
            <p:ph type="sldNum" sz="quarter" idx="12"/>
          </p:nvPr>
        </p:nvSpPr>
        <p:spPr>
          <a:xfrm>
            <a:off x="11701102" y="6446501"/>
            <a:ext cx="330114" cy="366087"/>
          </a:xfrm>
        </p:spPr>
        <p:txBody>
          <a:bodyPr/>
          <a:lstStyle/>
          <a:p>
            <a:fld id="{96E69268-9C8B-4EBF-A9EE-DC5DC2D48DC3}" type="slidenum">
              <a:rPr lang="en-US" sz="1333"/>
              <a:pPr/>
              <a:t>5</a:t>
            </a:fld>
            <a:endParaRPr lang="en-US" sz="1333" dirty="0">
              <a:latin typeface="Segoe UI Black" panose="020B0A02040204020203" pitchFamily="34" charset="0"/>
              <a:ea typeface="Segoe UI Black" panose="020B0A02040204020203" pitchFamily="34" charset="0"/>
            </a:endParaRPr>
          </a:p>
        </p:txBody>
      </p:sp>
      <p:sp>
        <p:nvSpPr>
          <p:cNvPr id="87" name="TextBox 86">
            <a:extLst>
              <a:ext uri="{FF2B5EF4-FFF2-40B4-BE49-F238E27FC236}">
                <a16:creationId xmlns:a16="http://schemas.microsoft.com/office/drawing/2014/main" id="{A775FDA3-5EF9-E28D-894C-872BB03E42EE}"/>
              </a:ext>
            </a:extLst>
          </p:cNvPr>
          <p:cNvSpPr txBox="1"/>
          <p:nvPr/>
        </p:nvSpPr>
        <p:spPr>
          <a:xfrm>
            <a:off x="224979" y="788088"/>
            <a:ext cx="11806237" cy="2031325"/>
          </a:xfrm>
          <a:prstGeom prst="rect">
            <a:avLst/>
          </a:prstGeom>
          <a:noFill/>
        </p:spPr>
        <p:txBody>
          <a:bodyPr wrap="square" rtlCol="0">
            <a:spAutoFit/>
          </a:bodyPr>
          <a:lstStyle/>
          <a:p>
            <a:r>
              <a:rPr lang="en-US" sz="1800" dirty="0"/>
              <a:t>As an application developer we want to determine which entities of our BO needs to allow create-, update-, delete- operations. Apart from that which properties of BO are allowed to be mandatory, read only, creatable, updatable. We can also control the availability of our data actions.</a:t>
            </a:r>
          </a:p>
          <a:p>
            <a:r>
              <a:rPr lang="en-US" sz="1800" dirty="0"/>
              <a:t>In RAP, feature controls are of 2 types:</a:t>
            </a:r>
          </a:p>
          <a:p>
            <a:pPr marL="342900" indent="-342900">
              <a:buAutoNum type="arabicPeriod"/>
            </a:pPr>
            <a:r>
              <a:rPr lang="en-US" sz="1800" dirty="0"/>
              <a:t>Static feature control – are specified at the level of behavior definition only. Statically declared and easy to implement.</a:t>
            </a:r>
          </a:p>
          <a:p>
            <a:pPr marL="342900" indent="-342900">
              <a:buAutoNum type="arabicPeriod"/>
            </a:pPr>
            <a:r>
              <a:rPr lang="en-US" sz="1800" dirty="0"/>
              <a:t>Dynamic feature control – complex to implement for more complex requirements. They require a mandatory implementation in BIMP class. We use keyword </a:t>
            </a:r>
            <a:r>
              <a:rPr lang="en-US" sz="1800" b="1" dirty="0" err="1"/>
              <a:t>features:instance</a:t>
            </a:r>
            <a:endParaRPr lang="en-IN" sz="1800" b="1" dirty="0"/>
          </a:p>
        </p:txBody>
      </p:sp>
      <p:sp>
        <p:nvSpPr>
          <p:cNvPr id="90" name="TextBox 89">
            <a:extLst>
              <a:ext uri="{FF2B5EF4-FFF2-40B4-BE49-F238E27FC236}">
                <a16:creationId xmlns:a16="http://schemas.microsoft.com/office/drawing/2014/main" id="{C8312175-0071-5A91-06A9-3499F67EC833}"/>
              </a:ext>
            </a:extLst>
          </p:cNvPr>
          <p:cNvSpPr txBox="1"/>
          <p:nvPr/>
        </p:nvSpPr>
        <p:spPr>
          <a:xfrm>
            <a:off x="191294" y="895"/>
            <a:ext cx="11231710" cy="646203"/>
          </a:xfrm>
          <a:prstGeom prst="rect">
            <a:avLst/>
          </a:prstGeom>
          <a:noFill/>
        </p:spPr>
        <p:txBody>
          <a:bodyPr wrap="square" rtlCol="0">
            <a:spAutoFit/>
          </a:bodyPr>
          <a:lstStyle/>
          <a:p>
            <a:r>
              <a:rPr lang="en-US" sz="3599" dirty="0">
                <a:latin typeface="Cooper Black" panose="0208090404030B020404" pitchFamily="18" charset="0"/>
              </a:rPr>
              <a:t>Feature Control</a:t>
            </a:r>
            <a:endParaRPr lang="en-IN" sz="3599" dirty="0">
              <a:latin typeface="Cooper Black" panose="0208090404030B020404" pitchFamily="18" charset="0"/>
            </a:endParaRPr>
          </a:p>
        </p:txBody>
      </p:sp>
      <p:sp>
        <p:nvSpPr>
          <p:cNvPr id="2" name="TextBox 1">
            <a:extLst>
              <a:ext uri="{FF2B5EF4-FFF2-40B4-BE49-F238E27FC236}">
                <a16:creationId xmlns:a16="http://schemas.microsoft.com/office/drawing/2014/main" id="{0B33C8CC-0F2E-5DA3-7FA8-B6BA9EE56AA2}"/>
              </a:ext>
            </a:extLst>
          </p:cNvPr>
          <p:cNvSpPr txBox="1"/>
          <p:nvPr/>
        </p:nvSpPr>
        <p:spPr>
          <a:xfrm>
            <a:off x="9249806" y="6491044"/>
            <a:ext cx="2961680" cy="276999"/>
          </a:xfrm>
          <a:prstGeom prst="rect">
            <a:avLst/>
          </a:prstGeom>
          <a:noFill/>
        </p:spPr>
        <p:txBody>
          <a:bodyPr wrap="square" rtlCol="0">
            <a:spAutoFit/>
          </a:bodyPr>
          <a:lstStyle/>
          <a:p>
            <a:r>
              <a:rPr lang="en-US" sz="1200" dirty="0">
                <a:latin typeface="Cooper Black" panose="0208090404030B020404" pitchFamily="18" charset="0"/>
              </a:rPr>
              <a:t>www.anubhavtrainings.com</a:t>
            </a:r>
            <a:endParaRPr lang="en-IN" sz="1200" dirty="0">
              <a:latin typeface="Cooper Black" panose="0208090404030B020404" pitchFamily="18" charset="0"/>
            </a:endParaRPr>
          </a:p>
        </p:txBody>
      </p:sp>
      <p:pic>
        <p:nvPicPr>
          <p:cNvPr id="3" name="Picture 2">
            <a:extLst>
              <a:ext uri="{FF2B5EF4-FFF2-40B4-BE49-F238E27FC236}">
                <a16:creationId xmlns:a16="http://schemas.microsoft.com/office/drawing/2014/main" id="{F89C887D-D9BC-50F6-8EC1-542E14ED8A8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688213" y="45412"/>
            <a:ext cx="436629" cy="431260"/>
          </a:xfrm>
          <a:prstGeom prst="rect">
            <a:avLst/>
          </a:prstGeom>
          <a:effectLst>
            <a:outerShdw blurRad="50800" dist="38100" dir="2700000" algn="tl" rotWithShape="0">
              <a:prstClr val="black">
                <a:alpha val="40000"/>
              </a:prstClr>
            </a:outerShdw>
          </a:effectLst>
        </p:spPr>
      </p:pic>
      <p:pic>
        <p:nvPicPr>
          <p:cNvPr id="8" name="Picture 7">
            <a:extLst>
              <a:ext uri="{FF2B5EF4-FFF2-40B4-BE49-F238E27FC236}">
                <a16:creationId xmlns:a16="http://schemas.microsoft.com/office/drawing/2014/main" id="{F197B89D-2325-12C8-E987-51633A1ECDD4}"/>
              </a:ext>
            </a:extLst>
          </p:cNvPr>
          <p:cNvPicPr>
            <a:picLocks noChangeAspect="1"/>
          </p:cNvPicPr>
          <p:nvPr/>
        </p:nvPicPr>
        <p:blipFill>
          <a:blip r:embed="rId3"/>
          <a:stretch>
            <a:fillRect/>
          </a:stretch>
        </p:blipFill>
        <p:spPr>
          <a:xfrm>
            <a:off x="1978950" y="3270974"/>
            <a:ext cx="7773521" cy="3089713"/>
          </a:xfrm>
          <a:prstGeom prst="rect">
            <a:avLst/>
          </a:prstGeom>
        </p:spPr>
      </p:pic>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6824B257-FB7F-C6D7-B108-273EAB7C2E1B}"/>
                  </a:ext>
                </a:extLst>
              </p14:cNvPr>
              <p14:cNvContentPartPr/>
              <p14:nvPr/>
            </p14:nvContentPartPr>
            <p14:xfrm>
              <a:off x="5412172" y="2722943"/>
              <a:ext cx="2126520" cy="315000"/>
            </p14:xfrm>
          </p:contentPart>
        </mc:Choice>
        <mc:Fallback xmlns="">
          <p:pic>
            <p:nvPicPr>
              <p:cNvPr id="5" name="Ink 4">
                <a:extLst>
                  <a:ext uri="{FF2B5EF4-FFF2-40B4-BE49-F238E27FC236}">
                    <a16:creationId xmlns:a16="http://schemas.microsoft.com/office/drawing/2014/main" id="{6824B257-FB7F-C6D7-B108-273EAB7C2E1B}"/>
                  </a:ext>
                </a:extLst>
              </p:cNvPr>
              <p:cNvPicPr/>
              <p:nvPr/>
            </p:nvPicPr>
            <p:blipFill>
              <a:blip r:embed="rId5"/>
              <a:stretch>
                <a:fillRect/>
              </a:stretch>
            </p:blipFill>
            <p:spPr>
              <a:xfrm>
                <a:off x="5403172" y="2713943"/>
                <a:ext cx="2144160" cy="332640"/>
              </a:xfrm>
              <a:prstGeom prst="rect">
                <a:avLst/>
              </a:prstGeom>
            </p:spPr>
          </p:pic>
        </mc:Fallback>
      </mc:AlternateContent>
    </p:spTree>
    <p:extLst>
      <p:ext uri="{BB962C8B-B14F-4D97-AF65-F5344CB8AC3E}">
        <p14:creationId xmlns:p14="http://schemas.microsoft.com/office/powerpoint/2010/main" val="24376959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CCC554-5F5F-4C41-842A-E233080CC55E}"/>
              </a:ext>
            </a:extLst>
          </p:cNvPr>
          <p:cNvSpPr>
            <a:spLocks noGrp="1"/>
          </p:cNvSpPr>
          <p:nvPr>
            <p:ph type="sldNum" sz="quarter" idx="12"/>
          </p:nvPr>
        </p:nvSpPr>
        <p:spPr>
          <a:xfrm>
            <a:off x="11701102" y="6446501"/>
            <a:ext cx="330114" cy="366087"/>
          </a:xfrm>
        </p:spPr>
        <p:txBody>
          <a:bodyPr/>
          <a:lstStyle/>
          <a:p>
            <a:fld id="{96E69268-9C8B-4EBF-A9EE-DC5DC2D48DC3}" type="slidenum">
              <a:rPr lang="en-US" sz="1333"/>
              <a:pPr/>
              <a:t>6</a:t>
            </a:fld>
            <a:endParaRPr lang="en-US" sz="1333" dirty="0">
              <a:latin typeface="Segoe UI Black" panose="020B0A02040204020203" pitchFamily="34" charset="0"/>
              <a:ea typeface="Segoe UI Black" panose="020B0A02040204020203" pitchFamily="34" charset="0"/>
            </a:endParaRPr>
          </a:p>
        </p:txBody>
      </p:sp>
      <p:sp>
        <p:nvSpPr>
          <p:cNvPr id="87" name="TextBox 86">
            <a:extLst>
              <a:ext uri="{FF2B5EF4-FFF2-40B4-BE49-F238E27FC236}">
                <a16:creationId xmlns:a16="http://schemas.microsoft.com/office/drawing/2014/main" id="{A775FDA3-5EF9-E28D-894C-872BB03E42EE}"/>
              </a:ext>
            </a:extLst>
          </p:cNvPr>
          <p:cNvSpPr txBox="1"/>
          <p:nvPr/>
        </p:nvSpPr>
        <p:spPr>
          <a:xfrm>
            <a:off x="224979" y="788088"/>
            <a:ext cx="11806237" cy="4524315"/>
          </a:xfrm>
          <a:prstGeom prst="rect">
            <a:avLst/>
          </a:prstGeom>
          <a:noFill/>
        </p:spPr>
        <p:txBody>
          <a:bodyPr wrap="square" rtlCol="0">
            <a:spAutoFit/>
          </a:bodyPr>
          <a:lstStyle/>
          <a:p>
            <a:r>
              <a:rPr lang="en-US" sz="1800" dirty="0"/>
              <a:t>In the context of RAP, an action is a non-standard operation that change the data of a BO instance or create new BO instances. They are self implemented operations. There are two main categories of data actions can be implemented in RAP:</a:t>
            </a:r>
          </a:p>
          <a:p>
            <a:endParaRPr lang="en-US" sz="1800" dirty="0"/>
          </a:p>
          <a:p>
            <a:r>
              <a:rPr lang="en-US" sz="1800" b="1" dirty="0"/>
              <a:t>Non factory action: </a:t>
            </a:r>
            <a:r>
              <a:rPr lang="en-US" sz="1800" dirty="0"/>
              <a:t>Defines a RAP action which offers the non-standard behavior and implement custom logic in handler with MODIFY clause. A non factory action can be of 2 sub types (</a:t>
            </a:r>
            <a:r>
              <a:rPr lang="en-US" sz="1800" b="1" dirty="0"/>
              <a:t>change a property of a record)</a:t>
            </a:r>
            <a:endParaRPr lang="en-US" sz="1800" dirty="0"/>
          </a:p>
          <a:p>
            <a:pPr marL="342900" indent="-342900">
              <a:buAutoNum type="alphaLcPeriod"/>
            </a:pPr>
            <a:r>
              <a:rPr lang="en-US" sz="1800" b="1" dirty="0"/>
              <a:t>Static – </a:t>
            </a:r>
            <a:r>
              <a:rPr lang="en-US" sz="1800" dirty="0"/>
              <a:t>they are not bound to any instance, they are generic and can be applied to all instances, like we want to change the booking fees for all travel request as fix price during promotion period.</a:t>
            </a:r>
          </a:p>
          <a:p>
            <a:pPr marL="342900" indent="-342900">
              <a:buAutoNum type="alphaLcPeriod"/>
            </a:pPr>
            <a:r>
              <a:rPr lang="en-US" sz="1800" b="1" dirty="0"/>
              <a:t>Instance – </a:t>
            </a:r>
            <a:r>
              <a:rPr lang="en-US" sz="1800" dirty="0"/>
              <a:t>An action that, by default relates to a BO RAP entity instance and changes the state of BO instance. E.g. like approve or reject a travel request where user choose a instance which they want to work with.</a:t>
            </a:r>
          </a:p>
          <a:p>
            <a:pPr marL="342900" indent="-342900">
              <a:buAutoNum type="alphaLcPeriod"/>
            </a:pPr>
            <a:endParaRPr lang="en-US" sz="1800" b="1" dirty="0"/>
          </a:p>
          <a:p>
            <a:r>
              <a:rPr lang="en-US" sz="1800" b="1" dirty="0"/>
              <a:t>Factory Action – </a:t>
            </a:r>
            <a:r>
              <a:rPr lang="en-US" sz="1800" dirty="0"/>
              <a:t>A factory action used to </a:t>
            </a:r>
            <a:r>
              <a:rPr lang="en-US" sz="1800" b="1" dirty="0"/>
              <a:t>create</a:t>
            </a:r>
            <a:r>
              <a:rPr lang="en-US" sz="1800" dirty="0"/>
              <a:t> new BO instances. A factory action can be instance-bound (default) or static.</a:t>
            </a:r>
            <a:endParaRPr lang="en-IN" sz="1800" dirty="0"/>
          </a:p>
          <a:p>
            <a:pPr marL="342900" indent="-342900">
              <a:buAutoNum type="alphaLcPeriod"/>
            </a:pPr>
            <a:r>
              <a:rPr lang="en-IN" sz="1800" dirty="0"/>
              <a:t>Instance – that copy specific values of an instance and create new instances based on copied data</a:t>
            </a:r>
          </a:p>
          <a:p>
            <a:pPr marL="342900" indent="-342900">
              <a:buAutoNum type="alphaLcPeriod"/>
            </a:pPr>
            <a:r>
              <a:rPr lang="en-IN" sz="1800" dirty="0"/>
              <a:t>Static – can be used to create instances with prefilled default values</a:t>
            </a:r>
          </a:p>
          <a:p>
            <a:endParaRPr lang="en-US" sz="1800" dirty="0"/>
          </a:p>
        </p:txBody>
      </p:sp>
      <p:sp>
        <p:nvSpPr>
          <p:cNvPr id="90" name="TextBox 89">
            <a:extLst>
              <a:ext uri="{FF2B5EF4-FFF2-40B4-BE49-F238E27FC236}">
                <a16:creationId xmlns:a16="http://schemas.microsoft.com/office/drawing/2014/main" id="{C8312175-0071-5A91-06A9-3499F67EC833}"/>
              </a:ext>
            </a:extLst>
          </p:cNvPr>
          <p:cNvSpPr txBox="1"/>
          <p:nvPr/>
        </p:nvSpPr>
        <p:spPr>
          <a:xfrm>
            <a:off x="191294" y="895"/>
            <a:ext cx="11231710" cy="646203"/>
          </a:xfrm>
          <a:prstGeom prst="rect">
            <a:avLst/>
          </a:prstGeom>
          <a:noFill/>
        </p:spPr>
        <p:txBody>
          <a:bodyPr wrap="square" rtlCol="0">
            <a:spAutoFit/>
          </a:bodyPr>
          <a:lstStyle/>
          <a:p>
            <a:r>
              <a:rPr lang="en-US" sz="3599" dirty="0">
                <a:latin typeface="Cooper Black" panose="0208090404030B020404" pitchFamily="18" charset="0"/>
              </a:rPr>
              <a:t>Data Actions in RAP</a:t>
            </a:r>
            <a:endParaRPr lang="en-IN" sz="3599" dirty="0">
              <a:latin typeface="Cooper Black" panose="0208090404030B020404" pitchFamily="18" charset="0"/>
            </a:endParaRPr>
          </a:p>
        </p:txBody>
      </p:sp>
      <p:sp>
        <p:nvSpPr>
          <p:cNvPr id="2" name="TextBox 1">
            <a:extLst>
              <a:ext uri="{FF2B5EF4-FFF2-40B4-BE49-F238E27FC236}">
                <a16:creationId xmlns:a16="http://schemas.microsoft.com/office/drawing/2014/main" id="{0B33C8CC-0F2E-5DA3-7FA8-B6BA9EE56AA2}"/>
              </a:ext>
            </a:extLst>
          </p:cNvPr>
          <p:cNvSpPr txBox="1"/>
          <p:nvPr/>
        </p:nvSpPr>
        <p:spPr>
          <a:xfrm>
            <a:off x="9249806" y="6491044"/>
            <a:ext cx="2961680" cy="276999"/>
          </a:xfrm>
          <a:prstGeom prst="rect">
            <a:avLst/>
          </a:prstGeom>
          <a:noFill/>
        </p:spPr>
        <p:txBody>
          <a:bodyPr wrap="square" rtlCol="0">
            <a:spAutoFit/>
          </a:bodyPr>
          <a:lstStyle/>
          <a:p>
            <a:r>
              <a:rPr lang="en-US" sz="1200" dirty="0">
                <a:latin typeface="Cooper Black" panose="0208090404030B020404" pitchFamily="18" charset="0"/>
              </a:rPr>
              <a:t>www.anubhavtrainings.com</a:t>
            </a:r>
            <a:endParaRPr lang="en-IN" sz="1200" dirty="0">
              <a:latin typeface="Cooper Black" panose="0208090404030B020404" pitchFamily="18" charset="0"/>
            </a:endParaRPr>
          </a:p>
        </p:txBody>
      </p:sp>
      <p:pic>
        <p:nvPicPr>
          <p:cNvPr id="3" name="Picture 2">
            <a:extLst>
              <a:ext uri="{FF2B5EF4-FFF2-40B4-BE49-F238E27FC236}">
                <a16:creationId xmlns:a16="http://schemas.microsoft.com/office/drawing/2014/main" id="{F89C887D-D9BC-50F6-8EC1-542E14ED8A8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688213" y="45412"/>
            <a:ext cx="436629" cy="43126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3440204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57"/>
        <p:cNvGrpSpPr/>
        <p:nvPr/>
      </p:nvGrpSpPr>
      <p:grpSpPr>
        <a:xfrm>
          <a:off x="0" y="0"/>
          <a:ext cx="0" cy="0"/>
          <a:chOff x="0" y="0"/>
          <a:chExt cx="0" cy="0"/>
        </a:xfrm>
      </p:grpSpPr>
      <p:sp>
        <p:nvSpPr>
          <p:cNvPr id="1659" name="Google Shape;1659;p85"/>
          <p:cNvSpPr txBox="1"/>
          <p:nvPr/>
        </p:nvSpPr>
        <p:spPr>
          <a:xfrm>
            <a:off x="224979" y="788088"/>
            <a:ext cx="11806237" cy="427809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dirty="0">
                <a:solidFill>
                  <a:schemeClr val="dk1"/>
                </a:solidFill>
                <a:latin typeface="Calibri"/>
                <a:ea typeface="Calibri"/>
                <a:cs typeface="Calibri"/>
                <a:sym typeface="Calibri"/>
              </a:rPr>
              <a:t>A determination modifies instance of business object based on trigger condition. Trigger condition can be modify operations such as create, update, and delete and modified field. There are 2 types of determination</a:t>
            </a:r>
            <a:endParaRPr dirty="0"/>
          </a:p>
          <a:p>
            <a:pPr marL="285750" marR="0" lvl="0" indent="-285750" algn="l" rtl="0">
              <a:spcBef>
                <a:spcPts val="0"/>
              </a:spcBef>
              <a:spcAft>
                <a:spcPts val="0"/>
              </a:spcAft>
              <a:buClr>
                <a:schemeClr val="dk1"/>
              </a:buClr>
              <a:buSzPts val="1600"/>
              <a:buFont typeface="Arial"/>
              <a:buChar char="•"/>
            </a:pPr>
            <a:r>
              <a:rPr lang="en-US" sz="1600" dirty="0">
                <a:solidFill>
                  <a:schemeClr val="dk1"/>
                </a:solidFill>
                <a:latin typeface="Calibri"/>
                <a:ea typeface="Calibri"/>
                <a:cs typeface="Calibri"/>
                <a:sym typeface="Calibri"/>
              </a:rPr>
              <a:t>on modify – will be triggered before save whenever trigger condition is met e.g. when I change booking fee</a:t>
            </a:r>
            <a:endParaRPr dirty="0"/>
          </a:p>
          <a:p>
            <a:pPr marL="285750" marR="0" lvl="0" indent="-285750" algn="l" rtl="0">
              <a:spcBef>
                <a:spcPts val="0"/>
              </a:spcBef>
              <a:spcAft>
                <a:spcPts val="0"/>
              </a:spcAft>
              <a:buClr>
                <a:schemeClr val="dk1"/>
              </a:buClr>
              <a:buSzPts val="1600"/>
              <a:buFont typeface="Arial"/>
              <a:buChar char="•"/>
            </a:pPr>
            <a:r>
              <a:rPr lang="en-US" sz="1600" dirty="0">
                <a:solidFill>
                  <a:schemeClr val="dk1"/>
                </a:solidFill>
                <a:latin typeface="Calibri"/>
                <a:ea typeface="Calibri"/>
                <a:cs typeface="Calibri"/>
                <a:sym typeface="Calibri"/>
              </a:rPr>
              <a:t>on save – will always trigger at the time of save</a:t>
            </a:r>
            <a:endParaRPr dirty="0"/>
          </a:p>
          <a:p>
            <a:pPr marL="285750" marR="0" lvl="0" indent="-184150" algn="l" rtl="0">
              <a:spcBef>
                <a:spcPts val="0"/>
              </a:spcBef>
              <a:spcAft>
                <a:spcPts val="0"/>
              </a:spcAft>
              <a:buClr>
                <a:schemeClr val="dk1"/>
              </a:buClr>
              <a:buSzPts val="1600"/>
              <a:buFont typeface="Arial"/>
              <a:buNone/>
            </a:pPr>
            <a:endParaRPr sz="16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600" b="1" dirty="0">
                <a:solidFill>
                  <a:schemeClr val="dk1"/>
                </a:solidFill>
                <a:latin typeface="Calibri"/>
                <a:ea typeface="Calibri"/>
                <a:cs typeface="Calibri"/>
                <a:sym typeface="Calibri"/>
              </a:rPr>
              <a:t>Steps</a:t>
            </a:r>
            <a:endParaRPr dirty="0"/>
          </a:p>
          <a:p>
            <a:pPr marL="342900" marR="0" lvl="0" indent="-342900" algn="l" rtl="0">
              <a:spcBef>
                <a:spcPts val="0"/>
              </a:spcBef>
              <a:spcAft>
                <a:spcPts val="0"/>
              </a:spcAft>
              <a:buClr>
                <a:schemeClr val="dk1"/>
              </a:buClr>
              <a:buSzPts val="1600"/>
              <a:buFont typeface="Calibri"/>
              <a:buAutoNum type="arabicPeriod"/>
            </a:pPr>
            <a:r>
              <a:rPr lang="en-US" sz="1600" dirty="0">
                <a:solidFill>
                  <a:schemeClr val="dk1"/>
                </a:solidFill>
                <a:latin typeface="Calibri"/>
                <a:ea typeface="Calibri"/>
                <a:cs typeface="Calibri"/>
                <a:sym typeface="Calibri"/>
              </a:rPr>
              <a:t>Add the code for defining the determination in behavior definition, we want to do it in reusable way</a:t>
            </a:r>
            <a:endParaRPr dirty="0"/>
          </a:p>
          <a:p>
            <a:pPr marL="342900" marR="0" lvl="0" indent="-342900" algn="l" rtl="0">
              <a:spcBef>
                <a:spcPts val="0"/>
              </a:spcBef>
              <a:spcAft>
                <a:spcPts val="0"/>
              </a:spcAft>
              <a:buClr>
                <a:schemeClr val="dk1"/>
              </a:buClr>
              <a:buSzPts val="1600"/>
              <a:buFont typeface="Calibri"/>
              <a:buAutoNum type="arabicPeriod"/>
            </a:pPr>
            <a:r>
              <a:rPr lang="en-US" sz="1600" dirty="0">
                <a:solidFill>
                  <a:schemeClr val="dk1"/>
                </a:solidFill>
                <a:latin typeface="Calibri"/>
                <a:ea typeface="Calibri"/>
                <a:cs typeface="Calibri"/>
                <a:sym typeface="Calibri"/>
              </a:rPr>
              <a:t>Use quick fix to generate the code for determination</a:t>
            </a:r>
            <a:endParaRPr dirty="0"/>
          </a:p>
          <a:p>
            <a:pPr marL="952393" marR="0" lvl="1" indent="-342900" algn="l" rtl="0">
              <a:spcBef>
                <a:spcPts val="0"/>
              </a:spcBef>
              <a:spcAft>
                <a:spcPts val="0"/>
              </a:spcAft>
              <a:buClr>
                <a:schemeClr val="dk1"/>
              </a:buClr>
              <a:buSzPts val="1600"/>
              <a:buFont typeface="Calibri"/>
              <a:buAutoNum type="arabicPeriod"/>
            </a:pPr>
            <a:r>
              <a:rPr lang="en-US" sz="1600" b="0" i="0" u="none" strike="noStrike" cap="none" dirty="0">
                <a:solidFill>
                  <a:schemeClr val="dk1"/>
                </a:solidFill>
                <a:latin typeface="Calibri"/>
                <a:ea typeface="Calibri"/>
                <a:cs typeface="Calibri"/>
                <a:sym typeface="Calibri"/>
              </a:rPr>
              <a:t>Define a structure where we can store all the booking fees and currency code</a:t>
            </a:r>
            <a:endParaRPr dirty="0"/>
          </a:p>
          <a:p>
            <a:pPr marL="952393" marR="0" lvl="1" indent="-342900" algn="l" rtl="0">
              <a:spcBef>
                <a:spcPts val="0"/>
              </a:spcBef>
              <a:spcAft>
                <a:spcPts val="0"/>
              </a:spcAft>
              <a:buClr>
                <a:schemeClr val="dk1"/>
              </a:buClr>
              <a:buSzPts val="1600"/>
              <a:buFont typeface="Calibri"/>
              <a:buAutoNum type="arabicPeriod"/>
            </a:pPr>
            <a:r>
              <a:rPr lang="en-US" sz="1600" b="0" i="0" u="none" strike="noStrike" cap="none" dirty="0">
                <a:solidFill>
                  <a:schemeClr val="dk1"/>
                </a:solidFill>
                <a:latin typeface="Calibri"/>
                <a:ea typeface="Calibri"/>
                <a:cs typeface="Calibri"/>
                <a:sym typeface="Calibri"/>
              </a:rPr>
              <a:t>Read all travel instances, subsequent bookings using EML</a:t>
            </a:r>
            <a:endParaRPr dirty="0"/>
          </a:p>
          <a:p>
            <a:pPr marL="952393" marR="0" lvl="1" indent="-342900" algn="l" rtl="0">
              <a:spcBef>
                <a:spcPts val="0"/>
              </a:spcBef>
              <a:spcAft>
                <a:spcPts val="0"/>
              </a:spcAft>
              <a:buClr>
                <a:schemeClr val="dk1"/>
              </a:buClr>
              <a:buSzPts val="1600"/>
              <a:buFont typeface="Calibri"/>
              <a:buAutoNum type="arabicPeriod"/>
            </a:pPr>
            <a:r>
              <a:rPr lang="en-US" sz="1600" b="0" i="0" u="none" strike="noStrike" cap="none" dirty="0">
                <a:solidFill>
                  <a:schemeClr val="dk1"/>
                </a:solidFill>
                <a:latin typeface="Calibri"/>
                <a:ea typeface="Calibri"/>
                <a:cs typeface="Calibri"/>
                <a:sym typeface="Calibri"/>
              </a:rPr>
              <a:t>Total all booking and supplement amounts which are in common currency</a:t>
            </a:r>
            <a:endParaRPr dirty="0"/>
          </a:p>
          <a:p>
            <a:pPr marL="952393" marR="0" lvl="1" indent="-342900" algn="l" rtl="0">
              <a:spcBef>
                <a:spcPts val="0"/>
              </a:spcBef>
              <a:spcAft>
                <a:spcPts val="0"/>
              </a:spcAft>
              <a:buClr>
                <a:schemeClr val="dk1"/>
              </a:buClr>
              <a:buSzPts val="1600"/>
              <a:buFont typeface="Calibri"/>
              <a:buAutoNum type="arabicPeriod"/>
            </a:pPr>
            <a:r>
              <a:rPr lang="en-US" sz="1600" b="0" i="0" u="none" strike="noStrike" cap="none" dirty="0">
                <a:solidFill>
                  <a:schemeClr val="dk1"/>
                </a:solidFill>
                <a:latin typeface="Calibri"/>
                <a:ea typeface="Calibri"/>
                <a:cs typeface="Calibri"/>
                <a:sym typeface="Calibri"/>
              </a:rPr>
              <a:t>Delete the values w/o any currency</a:t>
            </a:r>
            <a:endParaRPr dirty="0"/>
          </a:p>
          <a:p>
            <a:pPr marL="952393" marR="0" lvl="1" indent="-342900" algn="l" rtl="0">
              <a:spcBef>
                <a:spcPts val="0"/>
              </a:spcBef>
              <a:spcAft>
                <a:spcPts val="0"/>
              </a:spcAft>
              <a:buClr>
                <a:schemeClr val="dk1"/>
              </a:buClr>
              <a:buSzPts val="1600"/>
              <a:buFont typeface="Calibri"/>
              <a:buAutoNum type="arabicPeriod"/>
            </a:pPr>
            <a:r>
              <a:rPr lang="en-US" sz="1600" b="0" i="0" u="none" strike="noStrike" cap="none" dirty="0">
                <a:solidFill>
                  <a:schemeClr val="dk1"/>
                </a:solidFill>
                <a:latin typeface="Calibri"/>
                <a:ea typeface="Calibri"/>
                <a:cs typeface="Calibri"/>
                <a:sym typeface="Calibri"/>
              </a:rPr>
              <a:t>Loop at all amounts and compare with target currency</a:t>
            </a:r>
            <a:endParaRPr dirty="0"/>
          </a:p>
          <a:p>
            <a:pPr marL="952393" marR="0" lvl="1" indent="-342900" algn="l" rtl="0">
              <a:spcBef>
                <a:spcPts val="0"/>
              </a:spcBef>
              <a:spcAft>
                <a:spcPts val="0"/>
              </a:spcAft>
              <a:buClr>
                <a:schemeClr val="dk1"/>
              </a:buClr>
              <a:buSzPts val="1600"/>
              <a:buFont typeface="Calibri"/>
              <a:buAutoNum type="arabicPeriod"/>
            </a:pPr>
            <a:r>
              <a:rPr lang="en-US" sz="1600" b="0" i="0" u="none" strike="noStrike" cap="none" dirty="0">
                <a:solidFill>
                  <a:schemeClr val="dk1"/>
                </a:solidFill>
                <a:latin typeface="Calibri"/>
                <a:ea typeface="Calibri"/>
                <a:cs typeface="Calibri"/>
                <a:sym typeface="Calibri"/>
              </a:rPr>
              <a:t>Perform currency conversion</a:t>
            </a:r>
            <a:endParaRPr dirty="0"/>
          </a:p>
          <a:p>
            <a:pPr marL="952393" marR="0" lvl="1" indent="-342900" algn="l" rtl="0">
              <a:spcBef>
                <a:spcPts val="0"/>
              </a:spcBef>
              <a:spcAft>
                <a:spcPts val="0"/>
              </a:spcAft>
              <a:buClr>
                <a:schemeClr val="dk1"/>
              </a:buClr>
              <a:buSzPts val="1600"/>
              <a:buFont typeface="Calibri"/>
              <a:buAutoNum type="arabicPeriod"/>
            </a:pPr>
            <a:r>
              <a:rPr lang="en-US" sz="1600" b="0" i="0" u="none" strike="noStrike" cap="none" dirty="0">
                <a:solidFill>
                  <a:schemeClr val="dk1"/>
                </a:solidFill>
                <a:latin typeface="Calibri"/>
                <a:ea typeface="Calibri"/>
                <a:cs typeface="Calibri"/>
                <a:sym typeface="Calibri"/>
              </a:rPr>
              <a:t>Put back the total amount</a:t>
            </a:r>
            <a:endParaRPr dirty="0"/>
          </a:p>
          <a:p>
            <a:pPr marL="952393" marR="0" lvl="1" indent="-342900" algn="l" rtl="0">
              <a:spcBef>
                <a:spcPts val="0"/>
              </a:spcBef>
              <a:spcAft>
                <a:spcPts val="0"/>
              </a:spcAft>
              <a:buClr>
                <a:schemeClr val="dk1"/>
              </a:buClr>
              <a:buSzPts val="1600"/>
              <a:buFont typeface="Calibri"/>
              <a:buAutoNum type="arabicPeriod"/>
            </a:pPr>
            <a:r>
              <a:rPr lang="en-US" sz="1600" b="0" i="0" u="none" strike="noStrike" cap="none" dirty="0">
                <a:solidFill>
                  <a:schemeClr val="dk1"/>
                </a:solidFill>
                <a:latin typeface="Calibri"/>
                <a:ea typeface="Calibri"/>
                <a:cs typeface="Calibri"/>
                <a:sym typeface="Calibri"/>
              </a:rPr>
              <a:t>Return the total amount in </a:t>
            </a:r>
            <a:r>
              <a:rPr lang="en-US" sz="1600" b="1" i="0" u="none" strike="noStrike" cap="none" dirty="0">
                <a:solidFill>
                  <a:schemeClr val="dk1"/>
                </a:solidFill>
                <a:latin typeface="Calibri"/>
                <a:ea typeface="Calibri"/>
                <a:cs typeface="Calibri"/>
                <a:sym typeface="Calibri"/>
              </a:rPr>
              <a:t>mapped</a:t>
            </a:r>
            <a:r>
              <a:rPr lang="en-US" sz="1600" b="0" i="0" u="none" strike="noStrike" cap="none" dirty="0">
                <a:solidFill>
                  <a:schemeClr val="dk1"/>
                </a:solidFill>
                <a:latin typeface="Calibri"/>
                <a:ea typeface="Calibri"/>
                <a:cs typeface="Calibri"/>
                <a:sym typeface="Calibri"/>
              </a:rPr>
              <a:t> so the RAP will modify this data to DB</a:t>
            </a:r>
            <a:endParaRPr dirty="0"/>
          </a:p>
          <a:p>
            <a:pPr marL="952393" marR="0" lvl="1" indent="-241300" algn="l" rtl="0">
              <a:spcBef>
                <a:spcPts val="0"/>
              </a:spcBef>
              <a:spcAft>
                <a:spcPts val="0"/>
              </a:spcAft>
              <a:buClr>
                <a:schemeClr val="dk1"/>
              </a:buClr>
              <a:buSzPts val="1600"/>
              <a:buFont typeface="Calibri"/>
              <a:buNone/>
            </a:pPr>
            <a:endParaRPr sz="1600" b="0" i="0" u="none" strike="noStrike" cap="none" dirty="0">
              <a:solidFill>
                <a:schemeClr val="dk1"/>
              </a:solidFill>
              <a:latin typeface="Calibri"/>
              <a:ea typeface="Calibri"/>
              <a:cs typeface="Calibri"/>
              <a:sym typeface="Calibri"/>
            </a:endParaRPr>
          </a:p>
        </p:txBody>
      </p:sp>
      <p:sp>
        <p:nvSpPr>
          <p:cNvPr id="1660" name="Google Shape;1660;p85"/>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Determination</a:t>
            </a:r>
            <a:endParaRPr sz="3599" dirty="0">
              <a:solidFill>
                <a:srgbClr val="FFC000"/>
              </a:solidFill>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a:defRPr/>
            </a:pPr>
            <a:r>
              <a:rPr lang="en-US" sz="1600" dirty="0">
                <a:solidFill>
                  <a:srgbClr val="75C042"/>
                </a:solidFill>
                <a:latin typeface="Cambria" panose="02040503050406030204" pitchFamily="18" charset="0"/>
                <a:ea typeface="Cambria" panose="02040503050406030204" pitchFamily="18" charset="0"/>
                <a:cs typeface="Corben"/>
                <a:sym typeface="Corben"/>
              </a:rPr>
              <a:t>www.anubhavtrainings.com</a:t>
            </a:r>
            <a:endParaRPr sz="1600" dirty="0">
              <a:solidFill>
                <a:srgbClr val="75C042"/>
              </a:solidFill>
              <a:latin typeface="Cambria" panose="02040503050406030204" pitchFamily="18" charset="0"/>
              <a:ea typeface="Cambria" panose="02040503050406030204" pitchFamily="18" charset="0"/>
              <a:cs typeface="Corben"/>
              <a:sym typeface="Corben"/>
            </a:endParaRPr>
          </a:p>
        </p:txBody>
      </p:sp>
    </p:spTree>
    <p:extLst>
      <p:ext uri="{BB962C8B-B14F-4D97-AF65-F5344CB8AC3E}">
        <p14:creationId xmlns:p14="http://schemas.microsoft.com/office/powerpoint/2010/main" val="3377203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659">
                                            <p:txEl>
                                              <p:pRg st="0" end="0"/>
                                            </p:txEl>
                                          </p:spTgt>
                                        </p:tgtEl>
                                        <p:attrNameLst>
                                          <p:attrName>style.visibility</p:attrName>
                                        </p:attrNameLst>
                                      </p:cBhvr>
                                      <p:to>
                                        <p:strVal val="visible"/>
                                      </p:to>
                                    </p:set>
                                    <p:animEffect transition="in" filter="fade">
                                      <p:cBhvr>
                                        <p:cTn id="7" dur="1000"/>
                                        <p:tgtEl>
                                          <p:spTgt spid="1659">
                                            <p:txEl>
                                              <p:pRg st="0" end="0"/>
                                            </p:txEl>
                                          </p:spTgt>
                                        </p:tgtEl>
                                      </p:cBhvr>
                                    </p:animEffect>
                                    <p:anim calcmode="lin" valueType="num">
                                      <p:cBhvr>
                                        <p:cTn id="8" dur="1000" fill="hold"/>
                                        <p:tgtEl>
                                          <p:spTgt spid="165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659">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659">
                                            <p:txEl>
                                              <p:pRg st="1" end="1"/>
                                            </p:txEl>
                                          </p:spTgt>
                                        </p:tgtEl>
                                        <p:attrNameLst>
                                          <p:attrName>style.visibility</p:attrName>
                                        </p:attrNameLst>
                                      </p:cBhvr>
                                      <p:to>
                                        <p:strVal val="visible"/>
                                      </p:to>
                                    </p:set>
                                    <p:animEffect transition="in" filter="fade">
                                      <p:cBhvr>
                                        <p:cTn id="12" dur="1000"/>
                                        <p:tgtEl>
                                          <p:spTgt spid="1659">
                                            <p:txEl>
                                              <p:pRg st="1" end="1"/>
                                            </p:txEl>
                                          </p:spTgt>
                                        </p:tgtEl>
                                      </p:cBhvr>
                                    </p:animEffect>
                                    <p:anim calcmode="lin" valueType="num">
                                      <p:cBhvr>
                                        <p:cTn id="13" dur="1000" fill="hold"/>
                                        <p:tgtEl>
                                          <p:spTgt spid="1659">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659">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659">
                                            <p:txEl>
                                              <p:pRg st="2" end="2"/>
                                            </p:txEl>
                                          </p:spTgt>
                                        </p:tgtEl>
                                        <p:attrNameLst>
                                          <p:attrName>style.visibility</p:attrName>
                                        </p:attrNameLst>
                                      </p:cBhvr>
                                      <p:to>
                                        <p:strVal val="visible"/>
                                      </p:to>
                                    </p:set>
                                    <p:animEffect transition="in" filter="fade">
                                      <p:cBhvr>
                                        <p:cTn id="17" dur="1000"/>
                                        <p:tgtEl>
                                          <p:spTgt spid="1659">
                                            <p:txEl>
                                              <p:pRg st="2" end="2"/>
                                            </p:txEl>
                                          </p:spTgt>
                                        </p:tgtEl>
                                      </p:cBhvr>
                                    </p:animEffect>
                                    <p:anim calcmode="lin" valueType="num">
                                      <p:cBhvr>
                                        <p:cTn id="18" dur="1000" fill="hold"/>
                                        <p:tgtEl>
                                          <p:spTgt spid="1659">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165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1659">
                                            <p:txEl>
                                              <p:pRg st="4" end="4"/>
                                            </p:txEl>
                                          </p:spTgt>
                                        </p:tgtEl>
                                        <p:attrNameLst>
                                          <p:attrName>style.visibility</p:attrName>
                                        </p:attrNameLst>
                                      </p:cBhvr>
                                      <p:to>
                                        <p:strVal val="visible"/>
                                      </p:to>
                                    </p:set>
                                    <p:animEffect transition="in" filter="fade">
                                      <p:cBhvr>
                                        <p:cTn id="24" dur="1000"/>
                                        <p:tgtEl>
                                          <p:spTgt spid="1659">
                                            <p:txEl>
                                              <p:pRg st="4" end="4"/>
                                            </p:txEl>
                                          </p:spTgt>
                                        </p:tgtEl>
                                      </p:cBhvr>
                                    </p:animEffect>
                                    <p:anim calcmode="lin" valueType="num">
                                      <p:cBhvr>
                                        <p:cTn id="25" dur="1000" fill="hold"/>
                                        <p:tgtEl>
                                          <p:spTgt spid="1659">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1659">
                                            <p:txEl>
                                              <p:pRg st="4" end="4"/>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1659">
                                            <p:txEl>
                                              <p:pRg st="5" end="5"/>
                                            </p:txEl>
                                          </p:spTgt>
                                        </p:tgtEl>
                                        <p:attrNameLst>
                                          <p:attrName>style.visibility</p:attrName>
                                        </p:attrNameLst>
                                      </p:cBhvr>
                                      <p:to>
                                        <p:strVal val="visible"/>
                                      </p:to>
                                    </p:set>
                                    <p:animEffect transition="in" filter="fade">
                                      <p:cBhvr>
                                        <p:cTn id="29" dur="1000"/>
                                        <p:tgtEl>
                                          <p:spTgt spid="1659">
                                            <p:txEl>
                                              <p:pRg st="5" end="5"/>
                                            </p:txEl>
                                          </p:spTgt>
                                        </p:tgtEl>
                                      </p:cBhvr>
                                    </p:animEffect>
                                    <p:anim calcmode="lin" valueType="num">
                                      <p:cBhvr>
                                        <p:cTn id="30" dur="1000" fill="hold"/>
                                        <p:tgtEl>
                                          <p:spTgt spid="1659">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1659">
                                            <p:txEl>
                                              <p:pRg st="5" end="5"/>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1659">
                                            <p:txEl>
                                              <p:pRg st="6" end="6"/>
                                            </p:txEl>
                                          </p:spTgt>
                                        </p:tgtEl>
                                        <p:attrNameLst>
                                          <p:attrName>style.visibility</p:attrName>
                                        </p:attrNameLst>
                                      </p:cBhvr>
                                      <p:to>
                                        <p:strVal val="visible"/>
                                      </p:to>
                                    </p:set>
                                    <p:animEffect transition="in" filter="fade">
                                      <p:cBhvr>
                                        <p:cTn id="34" dur="1000"/>
                                        <p:tgtEl>
                                          <p:spTgt spid="1659">
                                            <p:txEl>
                                              <p:pRg st="6" end="6"/>
                                            </p:txEl>
                                          </p:spTgt>
                                        </p:tgtEl>
                                      </p:cBhvr>
                                    </p:animEffect>
                                    <p:anim calcmode="lin" valueType="num">
                                      <p:cBhvr>
                                        <p:cTn id="35" dur="1000" fill="hold"/>
                                        <p:tgtEl>
                                          <p:spTgt spid="1659">
                                            <p:txEl>
                                              <p:pRg st="6" end="6"/>
                                            </p:txEl>
                                          </p:spTgt>
                                        </p:tgtEl>
                                        <p:attrNameLst>
                                          <p:attrName>ppt_x</p:attrName>
                                        </p:attrNameLst>
                                      </p:cBhvr>
                                      <p:tavLst>
                                        <p:tav tm="0">
                                          <p:val>
                                            <p:strVal val="#ppt_x"/>
                                          </p:val>
                                        </p:tav>
                                        <p:tav tm="100000">
                                          <p:val>
                                            <p:strVal val="#ppt_x"/>
                                          </p:val>
                                        </p:tav>
                                      </p:tavLst>
                                    </p:anim>
                                    <p:anim calcmode="lin" valueType="num">
                                      <p:cBhvr>
                                        <p:cTn id="36" dur="1000" fill="hold"/>
                                        <p:tgtEl>
                                          <p:spTgt spid="1659">
                                            <p:txEl>
                                              <p:pRg st="6" end="6"/>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1659">
                                            <p:txEl>
                                              <p:pRg st="7" end="7"/>
                                            </p:txEl>
                                          </p:spTgt>
                                        </p:tgtEl>
                                        <p:attrNameLst>
                                          <p:attrName>style.visibility</p:attrName>
                                        </p:attrNameLst>
                                      </p:cBhvr>
                                      <p:to>
                                        <p:strVal val="visible"/>
                                      </p:to>
                                    </p:set>
                                    <p:animEffect transition="in" filter="fade">
                                      <p:cBhvr>
                                        <p:cTn id="39" dur="1000"/>
                                        <p:tgtEl>
                                          <p:spTgt spid="1659">
                                            <p:txEl>
                                              <p:pRg st="7" end="7"/>
                                            </p:txEl>
                                          </p:spTgt>
                                        </p:tgtEl>
                                      </p:cBhvr>
                                    </p:animEffect>
                                    <p:anim calcmode="lin" valueType="num">
                                      <p:cBhvr>
                                        <p:cTn id="40" dur="1000" fill="hold"/>
                                        <p:tgtEl>
                                          <p:spTgt spid="1659">
                                            <p:txEl>
                                              <p:pRg st="7" end="7"/>
                                            </p:txEl>
                                          </p:spTgt>
                                        </p:tgtEl>
                                        <p:attrNameLst>
                                          <p:attrName>ppt_x</p:attrName>
                                        </p:attrNameLst>
                                      </p:cBhvr>
                                      <p:tavLst>
                                        <p:tav tm="0">
                                          <p:val>
                                            <p:strVal val="#ppt_x"/>
                                          </p:val>
                                        </p:tav>
                                        <p:tav tm="100000">
                                          <p:val>
                                            <p:strVal val="#ppt_x"/>
                                          </p:val>
                                        </p:tav>
                                      </p:tavLst>
                                    </p:anim>
                                    <p:anim calcmode="lin" valueType="num">
                                      <p:cBhvr>
                                        <p:cTn id="41" dur="1000" fill="hold"/>
                                        <p:tgtEl>
                                          <p:spTgt spid="1659">
                                            <p:txEl>
                                              <p:pRg st="7" end="7"/>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1659">
                                            <p:txEl>
                                              <p:pRg st="8" end="8"/>
                                            </p:txEl>
                                          </p:spTgt>
                                        </p:tgtEl>
                                        <p:attrNameLst>
                                          <p:attrName>style.visibility</p:attrName>
                                        </p:attrNameLst>
                                      </p:cBhvr>
                                      <p:to>
                                        <p:strVal val="visible"/>
                                      </p:to>
                                    </p:set>
                                    <p:animEffect transition="in" filter="fade">
                                      <p:cBhvr>
                                        <p:cTn id="44" dur="1000"/>
                                        <p:tgtEl>
                                          <p:spTgt spid="1659">
                                            <p:txEl>
                                              <p:pRg st="8" end="8"/>
                                            </p:txEl>
                                          </p:spTgt>
                                        </p:tgtEl>
                                      </p:cBhvr>
                                    </p:animEffect>
                                    <p:anim calcmode="lin" valueType="num">
                                      <p:cBhvr>
                                        <p:cTn id="45" dur="1000" fill="hold"/>
                                        <p:tgtEl>
                                          <p:spTgt spid="1659">
                                            <p:txEl>
                                              <p:pRg st="8" end="8"/>
                                            </p:txEl>
                                          </p:spTgt>
                                        </p:tgtEl>
                                        <p:attrNameLst>
                                          <p:attrName>ppt_x</p:attrName>
                                        </p:attrNameLst>
                                      </p:cBhvr>
                                      <p:tavLst>
                                        <p:tav tm="0">
                                          <p:val>
                                            <p:strVal val="#ppt_x"/>
                                          </p:val>
                                        </p:tav>
                                        <p:tav tm="100000">
                                          <p:val>
                                            <p:strVal val="#ppt_x"/>
                                          </p:val>
                                        </p:tav>
                                      </p:tavLst>
                                    </p:anim>
                                    <p:anim calcmode="lin" valueType="num">
                                      <p:cBhvr>
                                        <p:cTn id="46" dur="1000" fill="hold"/>
                                        <p:tgtEl>
                                          <p:spTgt spid="1659">
                                            <p:txEl>
                                              <p:pRg st="8" end="8"/>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1659">
                                            <p:txEl>
                                              <p:pRg st="9" end="9"/>
                                            </p:txEl>
                                          </p:spTgt>
                                        </p:tgtEl>
                                        <p:attrNameLst>
                                          <p:attrName>style.visibility</p:attrName>
                                        </p:attrNameLst>
                                      </p:cBhvr>
                                      <p:to>
                                        <p:strVal val="visible"/>
                                      </p:to>
                                    </p:set>
                                    <p:animEffect transition="in" filter="fade">
                                      <p:cBhvr>
                                        <p:cTn id="49" dur="1000"/>
                                        <p:tgtEl>
                                          <p:spTgt spid="1659">
                                            <p:txEl>
                                              <p:pRg st="9" end="9"/>
                                            </p:txEl>
                                          </p:spTgt>
                                        </p:tgtEl>
                                      </p:cBhvr>
                                    </p:animEffect>
                                    <p:anim calcmode="lin" valueType="num">
                                      <p:cBhvr>
                                        <p:cTn id="50" dur="1000" fill="hold"/>
                                        <p:tgtEl>
                                          <p:spTgt spid="1659">
                                            <p:txEl>
                                              <p:pRg st="9" end="9"/>
                                            </p:txEl>
                                          </p:spTgt>
                                        </p:tgtEl>
                                        <p:attrNameLst>
                                          <p:attrName>ppt_x</p:attrName>
                                        </p:attrNameLst>
                                      </p:cBhvr>
                                      <p:tavLst>
                                        <p:tav tm="0">
                                          <p:val>
                                            <p:strVal val="#ppt_x"/>
                                          </p:val>
                                        </p:tav>
                                        <p:tav tm="100000">
                                          <p:val>
                                            <p:strVal val="#ppt_x"/>
                                          </p:val>
                                        </p:tav>
                                      </p:tavLst>
                                    </p:anim>
                                    <p:anim calcmode="lin" valueType="num">
                                      <p:cBhvr>
                                        <p:cTn id="51" dur="1000" fill="hold"/>
                                        <p:tgtEl>
                                          <p:spTgt spid="1659">
                                            <p:txEl>
                                              <p:pRg st="9" end="9"/>
                                            </p:txEl>
                                          </p:spTgt>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1659">
                                            <p:txEl>
                                              <p:pRg st="10" end="10"/>
                                            </p:txEl>
                                          </p:spTgt>
                                        </p:tgtEl>
                                        <p:attrNameLst>
                                          <p:attrName>style.visibility</p:attrName>
                                        </p:attrNameLst>
                                      </p:cBhvr>
                                      <p:to>
                                        <p:strVal val="visible"/>
                                      </p:to>
                                    </p:set>
                                    <p:animEffect transition="in" filter="fade">
                                      <p:cBhvr>
                                        <p:cTn id="54" dur="1000"/>
                                        <p:tgtEl>
                                          <p:spTgt spid="1659">
                                            <p:txEl>
                                              <p:pRg st="10" end="10"/>
                                            </p:txEl>
                                          </p:spTgt>
                                        </p:tgtEl>
                                      </p:cBhvr>
                                    </p:animEffect>
                                    <p:anim calcmode="lin" valueType="num">
                                      <p:cBhvr>
                                        <p:cTn id="55" dur="1000" fill="hold"/>
                                        <p:tgtEl>
                                          <p:spTgt spid="1659">
                                            <p:txEl>
                                              <p:pRg st="10" end="10"/>
                                            </p:txEl>
                                          </p:spTgt>
                                        </p:tgtEl>
                                        <p:attrNameLst>
                                          <p:attrName>ppt_x</p:attrName>
                                        </p:attrNameLst>
                                      </p:cBhvr>
                                      <p:tavLst>
                                        <p:tav tm="0">
                                          <p:val>
                                            <p:strVal val="#ppt_x"/>
                                          </p:val>
                                        </p:tav>
                                        <p:tav tm="100000">
                                          <p:val>
                                            <p:strVal val="#ppt_x"/>
                                          </p:val>
                                        </p:tav>
                                      </p:tavLst>
                                    </p:anim>
                                    <p:anim calcmode="lin" valueType="num">
                                      <p:cBhvr>
                                        <p:cTn id="56" dur="1000" fill="hold"/>
                                        <p:tgtEl>
                                          <p:spTgt spid="1659">
                                            <p:txEl>
                                              <p:pRg st="10" end="10"/>
                                            </p:txEl>
                                          </p:spTgt>
                                        </p:tgtEl>
                                        <p:attrNameLst>
                                          <p:attrName>ppt_y</p:attrName>
                                        </p:attrNameLst>
                                      </p:cBhvr>
                                      <p:tavLst>
                                        <p:tav tm="0">
                                          <p:val>
                                            <p:strVal val="#ppt_y+.1"/>
                                          </p:val>
                                        </p:tav>
                                        <p:tav tm="100000">
                                          <p:val>
                                            <p:strVal val="#ppt_y"/>
                                          </p:val>
                                        </p:tav>
                                      </p:tavLst>
                                    </p:anim>
                                  </p:childTnLst>
                                </p:cTn>
                              </p:par>
                              <p:par>
                                <p:cTn id="57" presetID="42" presetClass="entr" presetSubtype="0" fill="hold" nodeType="withEffect">
                                  <p:stCondLst>
                                    <p:cond delay="0"/>
                                  </p:stCondLst>
                                  <p:childTnLst>
                                    <p:set>
                                      <p:cBhvr>
                                        <p:cTn id="58" dur="1" fill="hold">
                                          <p:stCondLst>
                                            <p:cond delay="0"/>
                                          </p:stCondLst>
                                        </p:cTn>
                                        <p:tgtEl>
                                          <p:spTgt spid="1659">
                                            <p:txEl>
                                              <p:pRg st="11" end="11"/>
                                            </p:txEl>
                                          </p:spTgt>
                                        </p:tgtEl>
                                        <p:attrNameLst>
                                          <p:attrName>style.visibility</p:attrName>
                                        </p:attrNameLst>
                                      </p:cBhvr>
                                      <p:to>
                                        <p:strVal val="visible"/>
                                      </p:to>
                                    </p:set>
                                    <p:animEffect transition="in" filter="fade">
                                      <p:cBhvr>
                                        <p:cTn id="59" dur="1000"/>
                                        <p:tgtEl>
                                          <p:spTgt spid="1659">
                                            <p:txEl>
                                              <p:pRg st="11" end="11"/>
                                            </p:txEl>
                                          </p:spTgt>
                                        </p:tgtEl>
                                      </p:cBhvr>
                                    </p:animEffect>
                                    <p:anim calcmode="lin" valueType="num">
                                      <p:cBhvr>
                                        <p:cTn id="60" dur="1000" fill="hold"/>
                                        <p:tgtEl>
                                          <p:spTgt spid="1659">
                                            <p:txEl>
                                              <p:pRg st="11" end="11"/>
                                            </p:txEl>
                                          </p:spTgt>
                                        </p:tgtEl>
                                        <p:attrNameLst>
                                          <p:attrName>ppt_x</p:attrName>
                                        </p:attrNameLst>
                                      </p:cBhvr>
                                      <p:tavLst>
                                        <p:tav tm="0">
                                          <p:val>
                                            <p:strVal val="#ppt_x"/>
                                          </p:val>
                                        </p:tav>
                                        <p:tav tm="100000">
                                          <p:val>
                                            <p:strVal val="#ppt_x"/>
                                          </p:val>
                                        </p:tav>
                                      </p:tavLst>
                                    </p:anim>
                                    <p:anim calcmode="lin" valueType="num">
                                      <p:cBhvr>
                                        <p:cTn id="61" dur="1000" fill="hold"/>
                                        <p:tgtEl>
                                          <p:spTgt spid="1659">
                                            <p:txEl>
                                              <p:pRg st="11" end="11"/>
                                            </p:txEl>
                                          </p:spTgt>
                                        </p:tgtEl>
                                        <p:attrNameLst>
                                          <p:attrName>ppt_y</p:attrName>
                                        </p:attrNameLst>
                                      </p:cBhvr>
                                      <p:tavLst>
                                        <p:tav tm="0">
                                          <p:val>
                                            <p:strVal val="#ppt_y+.1"/>
                                          </p:val>
                                        </p:tav>
                                        <p:tav tm="100000">
                                          <p:val>
                                            <p:strVal val="#ppt_y"/>
                                          </p:val>
                                        </p:tav>
                                      </p:tavLst>
                                    </p:anim>
                                  </p:childTnLst>
                                </p:cTn>
                              </p:par>
                              <p:par>
                                <p:cTn id="62" presetID="42" presetClass="entr" presetSubtype="0" fill="hold" nodeType="withEffect">
                                  <p:stCondLst>
                                    <p:cond delay="0"/>
                                  </p:stCondLst>
                                  <p:childTnLst>
                                    <p:set>
                                      <p:cBhvr>
                                        <p:cTn id="63" dur="1" fill="hold">
                                          <p:stCondLst>
                                            <p:cond delay="0"/>
                                          </p:stCondLst>
                                        </p:cTn>
                                        <p:tgtEl>
                                          <p:spTgt spid="1659">
                                            <p:txEl>
                                              <p:pRg st="12" end="12"/>
                                            </p:txEl>
                                          </p:spTgt>
                                        </p:tgtEl>
                                        <p:attrNameLst>
                                          <p:attrName>style.visibility</p:attrName>
                                        </p:attrNameLst>
                                      </p:cBhvr>
                                      <p:to>
                                        <p:strVal val="visible"/>
                                      </p:to>
                                    </p:set>
                                    <p:animEffect transition="in" filter="fade">
                                      <p:cBhvr>
                                        <p:cTn id="64" dur="1000"/>
                                        <p:tgtEl>
                                          <p:spTgt spid="1659">
                                            <p:txEl>
                                              <p:pRg st="12" end="12"/>
                                            </p:txEl>
                                          </p:spTgt>
                                        </p:tgtEl>
                                      </p:cBhvr>
                                    </p:animEffect>
                                    <p:anim calcmode="lin" valueType="num">
                                      <p:cBhvr>
                                        <p:cTn id="65" dur="1000" fill="hold"/>
                                        <p:tgtEl>
                                          <p:spTgt spid="1659">
                                            <p:txEl>
                                              <p:pRg st="12" end="12"/>
                                            </p:txEl>
                                          </p:spTgt>
                                        </p:tgtEl>
                                        <p:attrNameLst>
                                          <p:attrName>ppt_x</p:attrName>
                                        </p:attrNameLst>
                                      </p:cBhvr>
                                      <p:tavLst>
                                        <p:tav tm="0">
                                          <p:val>
                                            <p:strVal val="#ppt_x"/>
                                          </p:val>
                                        </p:tav>
                                        <p:tav tm="100000">
                                          <p:val>
                                            <p:strVal val="#ppt_x"/>
                                          </p:val>
                                        </p:tav>
                                      </p:tavLst>
                                    </p:anim>
                                    <p:anim calcmode="lin" valueType="num">
                                      <p:cBhvr>
                                        <p:cTn id="66" dur="1000" fill="hold"/>
                                        <p:tgtEl>
                                          <p:spTgt spid="1659">
                                            <p:txEl>
                                              <p:pRg st="12" end="12"/>
                                            </p:txEl>
                                          </p:spTgt>
                                        </p:tgtEl>
                                        <p:attrNameLst>
                                          <p:attrName>ppt_y</p:attrName>
                                        </p:attrNameLst>
                                      </p:cBhvr>
                                      <p:tavLst>
                                        <p:tav tm="0">
                                          <p:val>
                                            <p:strVal val="#ppt_y+.1"/>
                                          </p:val>
                                        </p:tav>
                                        <p:tav tm="100000">
                                          <p:val>
                                            <p:strVal val="#ppt_y"/>
                                          </p:val>
                                        </p:tav>
                                      </p:tavLst>
                                    </p:anim>
                                  </p:childTnLst>
                                </p:cTn>
                              </p:par>
                              <p:par>
                                <p:cTn id="67" presetID="42" presetClass="entr" presetSubtype="0" fill="hold" nodeType="withEffect">
                                  <p:stCondLst>
                                    <p:cond delay="0"/>
                                  </p:stCondLst>
                                  <p:childTnLst>
                                    <p:set>
                                      <p:cBhvr>
                                        <p:cTn id="68" dur="1" fill="hold">
                                          <p:stCondLst>
                                            <p:cond delay="0"/>
                                          </p:stCondLst>
                                        </p:cTn>
                                        <p:tgtEl>
                                          <p:spTgt spid="1659">
                                            <p:txEl>
                                              <p:pRg st="13" end="13"/>
                                            </p:txEl>
                                          </p:spTgt>
                                        </p:tgtEl>
                                        <p:attrNameLst>
                                          <p:attrName>style.visibility</p:attrName>
                                        </p:attrNameLst>
                                      </p:cBhvr>
                                      <p:to>
                                        <p:strVal val="visible"/>
                                      </p:to>
                                    </p:set>
                                    <p:animEffect transition="in" filter="fade">
                                      <p:cBhvr>
                                        <p:cTn id="69" dur="1000"/>
                                        <p:tgtEl>
                                          <p:spTgt spid="1659">
                                            <p:txEl>
                                              <p:pRg st="13" end="13"/>
                                            </p:txEl>
                                          </p:spTgt>
                                        </p:tgtEl>
                                      </p:cBhvr>
                                    </p:animEffect>
                                    <p:anim calcmode="lin" valueType="num">
                                      <p:cBhvr>
                                        <p:cTn id="70" dur="1000" fill="hold"/>
                                        <p:tgtEl>
                                          <p:spTgt spid="1659">
                                            <p:txEl>
                                              <p:pRg st="13" end="13"/>
                                            </p:txEl>
                                          </p:spTgt>
                                        </p:tgtEl>
                                        <p:attrNameLst>
                                          <p:attrName>ppt_x</p:attrName>
                                        </p:attrNameLst>
                                      </p:cBhvr>
                                      <p:tavLst>
                                        <p:tav tm="0">
                                          <p:val>
                                            <p:strVal val="#ppt_x"/>
                                          </p:val>
                                        </p:tav>
                                        <p:tav tm="100000">
                                          <p:val>
                                            <p:strVal val="#ppt_x"/>
                                          </p:val>
                                        </p:tav>
                                      </p:tavLst>
                                    </p:anim>
                                    <p:anim calcmode="lin" valueType="num">
                                      <p:cBhvr>
                                        <p:cTn id="71" dur="1000" fill="hold"/>
                                        <p:tgtEl>
                                          <p:spTgt spid="1659">
                                            <p:txEl>
                                              <p:pRg st="13" end="13"/>
                                            </p:txEl>
                                          </p:spTgt>
                                        </p:tgtEl>
                                        <p:attrNameLst>
                                          <p:attrName>ppt_y</p:attrName>
                                        </p:attrNameLst>
                                      </p:cBhvr>
                                      <p:tavLst>
                                        <p:tav tm="0">
                                          <p:val>
                                            <p:strVal val="#ppt_y+.1"/>
                                          </p:val>
                                        </p:tav>
                                        <p:tav tm="100000">
                                          <p:val>
                                            <p:strVal val="#ppt_y"/>
                                          </p:val>
                                        </p:tav>
                                      </p:tavLst>
                                    </p:anim>
                                  </p:childTnLst>
                                </p:cTn>
                              </p:par>
                              <p:par>
                                <p:cTn id="72" presetID="42" presetClass="entr" presetSubtype="0" fill="hold" nodeType="withEffect">
                                  <p:stCondLst>
                                    <p:cond delay="0"/>
                                  </p:stCondLst>
                                  <p:childTnLst>
                                    <p:set>
                                      <p:cBhvr>
                                        <p:cTn id="73" dur="1" fill="hold">
                                          <p:stCondLst>
                                            <p:cond delay="0"/>
                                          </p:stCondLst>
                                        </p:cTn>
                                        <p:tgtEl>
                                          <p:spTgt spid="1659">
                                            <p:txEl>
                                              <p:pRg st="14" end="14"/>
                                            </p:txEl>
                                          </p:spTgt>
                                        </p:tgtEl>
                                        <p:attrNameLst>
                                          <p:attrName>style.visibility</p:attrName>
                                        </p:attrNameLst>
                                      </p:cBhvr>
                                      <p:to>
                                        <p:strVal val="visible"/>
                                      </p:to>
                                    </p:set>
                                    <p:animEffect transition="in" filter="fade">
                                      <p:cBhvr>
                                        <p:cTn id="74" dur="1000"/>
                                        <p:tgtEl>
                                          <p:spTgt spid="1659">
                                            <p:txEl>
                                              <p:pRg st="14" end="14"/>
                                            </p:txEl>
                                          </p:spTgt>
                                        </p:tgtEl>
                                      </p:cBhvr>
                                    </p:animEffect>
                                    <p:anim calcmode="lin" valueType="num">
                                      <p:cBhvr>
                                        <p:cTn id="75" dur="1000" fill="hold"/>
                                        <p:tgtEl>
                                          <p:spTgt spid="1659">
                                            <p:txEl>
                                              <p:pRg st="14" end="14"/>
                                            </p:txEl>
                                          </p:spTgt>
                                        </p:tgtEl>
                                        <p:attrNameLst>
                                          <p:attrName>ppt_x</p:attrName>
                                        </p:attrNameLst>
                                      </p:cBhvr>
                                      <p:tavLst>
                                        <p:tav tm="0">
                                          <p:val>
                                            <p:strVal val="#ppt_x"/>
                                          </p:val>
                                        </p:tav>
                                        <p:tav tm="100000">
                                          <p:val>
                                            <p:strVal val="#ppt_x"/>
                                          </p:val>
                                        </p:tav>
                                      </p:tavLst>
                                    </p:anim>
                                    <p:anim calcmode="lin" valueType="num">
                                      <p:cBhvr>
                                        <p:cTn id="76" dur="1000" fill="hold"/>
                                        <p:tgtEl>
                                          <p:spTgt spid="1659">
                                            <p:txEl>
                                              <p:pRg st="14" end="1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6000" b="1" i="0" u="none" strike="noStrike" kern="0" cap="none" spc="0" normalizeH="0" baseline="0" noProof="0" dirty="0">
                <a:ln>
                  <a:noFill/>
                </a:ln>
                <a:solidFill>
                  <a:srgbClr val="75C042"/>
                </a:solidFill>
                <a:effectLst/>
                <a:uLnTx/>
                <a:uFillTx/>
                <a:latin typeface="Arial"/>
                <a:cs typeface="Arial"/>
                <a:sym typeface="Arial"/>
              </a:rPr>
              <a:t>Thank</a:t>
            </a:r>
            <a:r>
              <a:rPr kumimoji="0" lang="en-IN" sz="6000" b="1" i="0" u="none" strike="noStrike" kern="0" cap="none" spc="0" normalizeH="0" baseline="0" noProof="0" dirty="0">
                <a:ln>
                  <a:noFill/>
                </a:ln>
                <a:solidFill>
                  <a:srgbClr val="BDBDBD"/>
                </a:solidFill>
                <a:effectLst/>
                <a:uLnTx/>
                <a:uFillTx/>
                <a:latin typeface="Arial"/>
                <a:cs typeface="Arial"/>
                <a:sym typeface="Arial"/>
              </a:rPr>
              <a:t> </a:t>
            </a:r>
            <a:r>
              <a:rPr kumimoji="0" lang="en-IN" sz="6000" b="1" i="0" u="none" strike="noStrike" kern="0" cap="none" spc="0" normalizeH="0" baseline="0" noProof="0" dirty="0">
                <a:ln>
                  <a:noFill/>
                </a:ln>
                <a:solidFill>
                  <a:srgbClr val="98C536"/>
                </a:solidFill>
                <a:effectLst/>
                <a:uLnTx/>
                <a:uFillTx/>
                <a:latin typeface="Segoe UI Light" panose="020B0502040204020203" pitchFamily="34" charset="0"/>
                <a:cs typeface="Segoe UI Light" panose="020B0502040204020203" pitchFamily="34" charset="0"/>
                <a:sym typeface="Arial"/>
              </a:rPr>
              <a:t>You</a:t>
            </a:r>
            <a:endParaRPr kumimoji="0" lang="en-IN" sz="6000" b="0" i="0" u="none" strike="noStrike" kern="0" cap="none" spc="0" normalizeH="0" baseline="0" noProof="0" dirty="0">
              <a:ln>
                <a:noFill/>
              </a:ln>
              <a:solidFill>
                <a:srgbClr val="98C536"/>
              </a:solidFill>
              <a:effectLst/>
              <a:uLnTx/>
              <a:uFillTx/>
              <a:latin typeface="Segoe UI Light" panose="020B0502040204020203" pitchFamily="34" charset="0"/>
              <a:cs typeface="Segoe UI Light" panose="020B0502040204020203" pitchFamily="34" charset="0"/>
              <a:sym typeface="Arial"/>
            </a:endParaRPr>
          </a:p>
        </p:txBody>
      </p:sp>
      <p:sp>
        <p:nvSpPr>
          <p:cNvPr id="3" name="TextBox 2">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5400" b="1" i="0" u="none" strike="noStrike" kern="0" cap="none" spc="0" normalizeH="0" baseline="0" noProof="0" dirty="0">
                <a:ln>
                  <a:noFill/>
                </a:ln>
                <a:solidFill>
                  <a:srgbClr val="98C536"/>
                </a:solidFill>
                <a:effectLst/>
                <a:uLnTx/>
                <a:uFillTx/>
                <a:latin typeface="Segoe UI" panose="020B0502040204020203" pitchFamily="34" charset="0"/>
                <a:ea typeface="Calibri Light" charset="0"/>
                <a:cs typeface="Segoe UI" panose="020B0502040204020203" pitchFamily="34" charset="0"/>
                <a:sym typeface="Arial"/>
              </a:rPr>
              <a:t>End of </a:t>
            </a:r>
            <a:r>
              <a:rPr kumimoji="0" lang="en-US" sz="5400" b="1" i="0" u="none" strike="noStrike" kern="0" cap="none" spc="0" normalizeH="0" baseline="0" noProof="0" dirty="0">
                <a:ln>
                  <a:noFill/>
                </a:ln>
                <a:solidFill>
                  <a:srgbClr val="75C042"/>
                </a:solidFill>
                <a:effectLst/>
                <a:uLnTx/>
                <a:uFillTx/>
                <a:latin typeface="Segoe UI" panose="020B0502040204020203" pitchFamily="34" charset="0"/>
                <a:ea typeface="Calibri Light" charset="0"/>
                <a:cs typeface="Segoe UI" panose="020B0502040204020203" pitchFamily="34" charset="0"/>
                <a:sym typeface="Arial"/>
              </a:rPr>
              <a:t>Day </a:t>
            </a:r>
            <a:r>
              <a:rPr lang="en-US" sz="5400" b="1">
                <a:solidFill>
                  <a:srgbClr val="75C042"/>
                </a:solidFill>
                <a:latin typeface="Segoe UI" panose="020B0502040204020203" pitchFamily="34" charset="0"/>
                <a:ea typeface="Calibri Light" charset="0"/>
                <a:cs typeface="Segoe UI" panose="020B0502040204020203" pitchFamily="34" charset="0"/>
              </a:rPr>
              <a:t>24</a:t>
            </a:r>
            <a:endParaRPr kumimoji="0" lang="en-US" sz="5400" b="1" i="0" u="none" strike="noStrike" kern="0" cap="none" spc="0" normalizeH="0" baseline="0" noProof="0" dirty="0">
              <a:ln>
                <a:noFill/>
              </a:ln>
              <a:solidFill>
                <a:srgbClr val="75C042"/>
              </a:solidFill>
              <a:effectLst/>
              <a:uLnTx/>
              <a:uFillTx/>
              <a:latin typeface="Segoe UI" panose="020B0502040204020203" pitchFamily="34" charset="0"/>
              <a:ea typeface="Calibri Light" charset="0"/>
              <a:cs typeface="Segoe UI" panose="020B0502040204020203" pitchFamily="34" charset="0"/>
              <a:sym typeface="Arial"/>
            </a:endParaRPr>
          </a:p>
        </p:txBody>
      </p:sp>
      <p:grpSp>
        <p:nvGrpSpPr>
          <p:cNvPr id="4" name="Group 3">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5" name="Oval 4">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6"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sp>
          <p:nvSpPr>
            <p:cNvPr id="7" name="Oval 6">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8"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sp>
          <p:nvSpPr>
            <p:cNvPr id="9" name="Oval 8">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0"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grpSp>
      <p:sp>
        <p:nvSpPr>
          <p:cNvPr id="11" name="Rectangle 10">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dirty="0">
                <a:ln>
                  <a:noFill/>
                </a:ln>
                <a:solidFill>
                  <a:srgbClr val="000000"/>
                </a:solidFill>
                <a:effectLst/>
                <a:uLnTx/>
                <a:uFillTx/>
                <a:latin typeface="Arial"/>
                <a:ea typeface="+mn-ea"/>
                <a:cs typeface="+mn-cs"/>
                <a:sym typeface="Arial"/>
              </a:rPr>
              <a:t>www.anubhavtrainings.com</a:t>
            </a:r>
          </a:p>
        </p:txBody>
      </p:sp>
      <p:sp>
        <p:nvSpPr>
          <p:cNvPr id="12" name="Right Triangle 11"/>
          <p:cNvSpPr/>
          <p:nvPr/>
        </p:nvSpPr>
        <p:spPr>
          <a:xfrm rot="19603165">
            <a:off x="394348" y="-1369124"/>
            <a:ext cx="4191287" cy="2738247"/>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solidFill>
                  <a:srgbClr val="00B050"/>
                </a:solidFill>
              </a:ln>
              <a:solidFill>
                <a:srgbClr val="00B050"/>
              </a:solidFill>
              <a:effectLst/>
              <a:uLnTx/>
              <a:uFillTx/>
              <a:latin typeface="Arial"/>
              <a:ea typeface="+mn-ea"/>
              <a:cs typeface="+mn-cs"/>
              <a:sym typeface="Arial"/>
            </a:endParaRPr>
          </a:p>
        </p:txBody>
      </p:sp>
      <p:sp>
        <p:nvSpPr>
          <p:cNvPr id="13" name="Right Triangle 12"/>
          <p:cNvSpPr/>
          <p:nvPr/>
        </p:nvSpPr>
        <p:spPr>
          <a:xfrm rot="16200000">
            <a:off x="6874209" y="1545491"/>
            <a:ext cx="4718460" cy="5910772"/>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solidFill>
                  <a:srgbClr val="00B050"/>
                </a:solidFill>
              </a:ln>
              <a:solidFill>
                <a:srgbClr val="00B050"/>
              </a:solidFill>
              <a:effectLst/>
              <a:uLnTx/>
              <a:uFillTx/>
              <a:latin typeface="Arial"/>
              <a:ea typeface="+mn-ea"/>
              <a:cs typeface="+mn-cs"/>
              <a:sym typeface="Arial"/>
            </a:endParaRPr>
          </a:p>
        </p:txBody>
      </p:sp>
      <p:sp>
        <p:nvSpPr>
          <p:cNvPr id="14" name="Minus 13"/>
          <p:cNvSpPr/>
          <p:nvPr/>
        </p:nvSpPr>
        <p:spPr>
          <a:xfrm rot="19276189">
            <a:off x="4275114" y="4157244"/>
            <a:ext cx="9864485" cy="472198"/>
          </a:xfrm>
          <a:prstGeom prst="mathMinus">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5"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Corben"/>
              <a:sym typeface="Corben"/>
            </a:endParaRPr>
          </a:p>
        </p:txBody>
      </p:sp>
      <p:pic>
        <p:nvPicPr>
          <p:cNvPr id="16"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7610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barn(inVertical)">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arn(inVertical)">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943"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pitchFamily="34" charset="0"/>
                <a:ea typeface="+mn-ea"/>
                <a:cs typeface="Arial" panose="020B0604020202020204" pitchFamily="34" charset="0"/>
              </a:rPr>
              <a:t>Contact us today!</a:t>
            </a:r>
          </a:p>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44546A"/>
                </a:solidFill>
                <a:effectLst/>
                <a:uLnTx/>
                <a:uFillTx/>
                <a:latin typeface="Arial" panose="020B0604020202020204"/>
                <a:ea typeface="+mn-ea"/>
                <a:cs typeface="+mn-cs"/>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rPr>
              <a:t>We build the workforce of the future.</a:t>
            </a:r>
            <a:endParaRPr kumimoji="0" lang="en-US"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30,000+</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25000+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We’re committed to empower you to be</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2799" b="1" i="0" u="none" strike="noStrike" kern="1200" cap="none" spc="0" normalizeH="0" baseline="0" noProof="0" dirty="0">
                <a:ln>
                  <a:noFill/>
                </a:ln>
                <a:solidFill>
                  <a:srgbClr val="2AC6D1">
                    <a:lumMod val="40000"/>
                    <a:lumOff val="60000"/>
                  </a:srgbClr>
                </a:solidFill>
                <a:effectLst/>
                <a:uLnTx/>
                <a:uFillTx/>
                <a:latin typeface="Arial" panose="020B0604020202020204" pitchFamily="34" charset="0"/>
                <a:ea typeface="+mn-ea"/>
                <a:cs typeface="Arial" panose="020B0604020202020204" pitchFamily="34" charset="0"/>
              </a:rPr>
              <a:t>#FutureReady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100" normalizeH="0" baseline="0" noProof="0" dirty="0">
                <a:ln>
                  <a:noFill/>
                </a:ln>
                <a:solidFill>
                  <a:srgbClr val="F97700"/>
                </a:solidFill>
                <a:effectLst/>
                <a:uLnTx/>
                <a:uFillTx/>
                <a:latin typeface="Arial" panose="020B0604020202020204"/>
                <a:ea typeface="+mn-ea"/>
                <a:cs typeface="+mn-cs"/>
              </a:rPr>
              <a:t>FREE WEBINARS </a:t>
            </a:r>
          </a:p>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F97700"/>
                </a:solidFill>
                <a:effectLst/>
                <a:uLnTx/>
                <a:uFillTx/>
                <a:latin typeface="Arial" panose="020B0604020202020204"/>
                <a:ea typeface="+mn-ea"/>
                <a:cs typeface="+mn-cs"/>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a:ea typeface="+mn-ea"/>
                <a:cs typeface="+mn-cs"/>
              </a:rPr>
              <a:t>Enroll Now!</a:t>
            </a:r>
            <a:endParaRPr kumimoji="0" lang="en-US" sz="1799"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5602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SlideModel - Sustainablity Strategy">
      <a:dk1>
        <a:srgbClr val="433835"/>
      </a:dk1>
      <a:lt1>
        <a:srgbClr val="FFFFFF"/>
      </a:lt1>
      <a:dk2>
        <a:srgbClr val="070707"/>
      </a:dk2>
      <a:lt2>
        <a:srgbClr val="FFFFFF"/>
      </a:lt2>
      <a:accent1>
        <a:srgbClr val="75C042"/>
      </a:accent1>
      <a:accent2>
        <a:srgbClr val="F0F6FB"/>
      </a:accent2>
      <a:accent3>
        <a:srgbClr val="243769"/>
      </a:accent3>
      <a:accent4>
        <a:srgbClr val="8FBBE1"/>
      </a:accent4>
      <a:accent5>
        <a:srgbClr val="E3F2D9"/>
      </a:accent5>
      <a:accent6>
        <a:srgbClr val="002060"/>
      </a:accent6>
      <a:hlink>
        <a:srgbClr val="FCD7DB"/>
      </a:hlink>
      <a:folHlink>
        <a:srgbClr val="F0E9E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Custom 76">
      <a:dk1>
        <a:srgbClr val="000000"/>
      </a:dk1>
      <a:lt1>
        <a:srgbClr val="FFFFFF"/>
      </a:lt1>
      <a:dk2>
        <a:srgbClr val="1F497D"/>
      </a:dk2>
      <a:lt2>
        <a:srgbClr val="EEECE1"/>
      </a:lt2>
      <a:accent1>
        <a:srgbClr val="BDBDBD"/>
      </a:accent1>
      <a:accent2>
        <a:srgbClr val="98C536"/>
      </a:accent2>
      <a:accent3>
        <a:srgbClr val="6D6D6D"/>
      </a:accent3>
      <a:accent4>
        <a:srgbClr val="1767AC"/>
      </a:accent4>
      <a:accent5>
        <a:srgbClr val="E5E6E8"/>
      </a:accent5>
      <a:accent6>
        <a:srgbClr val="99C274"/>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4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2142</TotalTime>
  <Words>826</Words>
  <Application>Microsoft Office PowerPoint</Application>
  <PresentationFormat>Custom</PresentationFormat>
  <Paragraphs>103</Paragraphs>
  <Slides>9</Slides>
  <Notes>5</Notes>
  <HiddenSlides>0</HiddenSlides>
  <MMClips>0</MMClips>
  <ScaleCrop>false</ScaleCrop>
  <HeadingPairs>
    <vt:vector size="6" baseType="variant">
      <vt:variant>
        <vt:lpstr>Fonts Used</vt:lpstr>
      </vt:variant>
      <vt:variant>
        <vt:i4>11</vt:i4>
      </vt:variant>
      <vt:variant>
        <vt:lpstr>Theme</vt:lpstr>
      </vt:variant>
      <vt:variant>
        <vt:i4>4</vt:i4>
      </vt:variant>
      <vt:variant>
        <vt:lpstr>Slide Titles</vt:lpstr>
      </vt:variant>
      <vt:variant>
        <vt:i4>9</vt:i4>
      </vt:variant>
    </vt:vector>
  </HeadingPairs>
  <TitlesOfParts>
    <vt:vector size="24" baseType="lpstr">
      <vt:lpstr>Corben</vt:lpstr>
      <vt:lpstr>Cooper Black</vt:lpstr>
      <vt:lpstr>Arial Black</vt:lpstr>
      <vt:lpstr>Segoe UI</vt:lpstr>
      <vt:lpstr>Cambria</vt:lpstr>
      <vt:lpstr>Segoe UI Light</vt:lpstr>
      <vt:lpstr>Arial</vt:lpstr>
      <vt:lpstr>Calibri</vt:lpstr>
      <vt:lpstr>Open Sans</vt:lpstr>
      <vt:lpstr>Segoe UI Black</vt:lpstr>
      <vt:lpstr>Quattrocento Sans</vt:lpstr>
      <vt:lpstr>Office Theme</vt:lpstr>
      <vt:lpstr>2_Office Theme</vt:lpstr>
      <vt:lpstr>3_Office Theme</vt:lpstr>
      <vt:lpstr>4_Office Theme</vt:lpstr>
      <vt:lpstr>SAP BTP ABAP  on Cloud / RAP  Training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ABAP ON CLOUD  RESTFUL APPLICATION  PROGRAMMING EMBEDDED STEAMPUNK TRAINING</dc:title>
  <dc:creator>anurag</dc:creator>
  <cp:lastModifiedBy>Anubhav Oberoy</cp:lastModifiedBy>
  <cp:revision>90</cp:revision>
  <dcterms:created xsi:type="dcterms:W3CDTF">2023-10-03T21:33:12Z</dcterms:created>
  <dcterms:modified xsi:type="dcterms:W3CDTF">2026-02-19T08:29:44Z</dcterms:modified>
</cp:coreProperties>
</file>