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29" r:id="rId4"/>
  </p:sldMasterIdLst>
  <p:notesMasterIdLst>
    <p:notesMasterId r:id="rId15"/>
  </p:notesMasterIdLst>
  <p:sldIdLst>
    <p:sldId id="256" r:id="rId5"/>
    <p:sldId id="402" r:id="rId6"/>
    <p:sldId id="276" r:id="rId7"/>
    <p:sldId id="314" r:id="rId8"/>
    <p:sldId id="1208" r:id="rId9"/>
    <p:sldId id="1209" r:id="rId10"/>
    <p:sldId id="1216" r:id="rId11"/>
    <p:sldId id="1215" r:id="rId12"/>
    <p:sldId id="419" r:id="rId13"/>
    <p:sldId id="409" r:id="rId14"/>
  </p:sldIdLst>
  <p:sldSz cx="12188825" cy="6858000"/>
  <p:notesSz cx="6858000" cy="9144000"/>
  <p:embeddedFontLst>
    <p:embeddedFont>
      <p:font typeface="Arial Black" panose="020B0A04020102020204" pitchFamily="34" charset="0"/>
      <p:regular r:id="rId16"/>
      <p:bold r:id="rId17"/>
    </p:embeddedFont>
    <p:embeddedFont>
      <p:font typeface="Cambria" panose="02040503050406030204" pitchFamily="18" charset="0"/>
      <p:regular r:id="rId18"/>
      <p:bold r:id="rId19"/>
      <p:italic r:id="rId20"/>
      <p:boldItalic r:id="rId21"/>
    </p:embeddedFont>
    <p:embeddedFont>
      <p:font typeface="Cooper Black" panose="0208090404030B020404" pitchFamily="18" charset="0"/>
      <p:regular r:id="rId22"/>
    </p:embeddedFont>
    <p:embeddedFont>
      <p:font typeface="Corben" panose="020B0604020202020204" charset="0"/>
      <p:bold r:id="rId23"/>
    </p:embeddedFont>
    <p:embeddedFont>
      <p:font typeface="Open Sans" panose="020B0606030504020204" pitchFamily="34" charset="0"/>
      <p:regular r:id="rId24"/>
      <p:bold r:id="rId25"/>
      <p:italic r:id="rId26"/>
      <p:boldItalic r:id="rId27"/>
    </p:embeddedFont>
    <p:embeddedFont>
      <p:font typeface="Quattrocento Sans" panose="020B0502050000020003" pitchFamily="34" charset="0"/>
      <p:regular r:id="rId28"/>
      <p:bold r:id="rId29"/>
      <p:italic r:id="rId30"/>
      <p:boldItalic r:id="rId31"/>
    </p:embeddedFont>
    <p:embeddedFont>
      <p:font typeface="Segoe UI" panose="020B0502040204020203" pitchFamily="34" charset="0"/>
      <p:regular r:id="rId32"/>
      <p:bold r:id="rId33"/>
      <p:italic r:id="rId34"/>
      <p:boldItalic r:id="rId35"/>
    </p:embeddedFont>
    <p:embeddedFont>
      <p:font typeface="Segoe UI Black" panose="020B0A02040204020203" pitchFamily="34" charset="0"/>
      <p:bold r:id="rId36"/>
      <p:boldItalic r:id="rId37"/>
    </p:embeddedFont>
    <p:embeddedFont>
      <p:font typeface="Segoe UI Light" panose="020B0502040204020203" pitchFamily="34" charset="0"/>
      <p:regular r:id="rId38"/>
      <p: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80" autoAdjust="0"/>
    <p:restoredTop sz="94660"/>
  </p:normalViewPr>
  <p:slideViewPr>
    <p:cSldViewPr snapToGrid="0">
      <p:cViewPr varScale="1">
        <p:scale>
          <a:sx n="96" d="100"/>
          <a:sy n="96" d="100"/>
        </p:scale>
        <p:origin x="904" y="288"/>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font" Target="fonts/font11.fntdata"/><Relationship Id="rId39" Type="http://schemas.openxmlformats.org/officeDocument/2006/relationships/font" Target="fonts/font24.fntdata"/><Relationship Id="rId21" Type="http://schemas.openxmlformats.org/officeDocument/2006/relationships/font" Target="fonts/font6.fntdata"/><Relationship Id="rId34" Type="http://schemas.openxmlformats.org/officeDocument/2006/relationships/font" Target="fonts/font19.fntdata"/><Relationship Id="rId7" Type="http://schemas.openxmlformats.org/officeDocument/2006/relationships/slide" Target="slides/slide3.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32" Type="http://schemas.openxmlformats.org/officeDocument/2006/relationships/font" Target="fonts/font17.fntdata"/><Relationship Id="rId37" Type="http://schemas.openxmlformats.org/officeDocument/2006/relationships/font" Target="fonts/font22.fntdata"/><Relationship Id="rId20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font" Target="fonts/font13.fntdata"/><Relationship Id="rId36" Type="http://schemas.openxmlformats.org/officeDocument/2006/relationships/font" Target="fonts/font21.fntdata"/><Relationship Id="rId203" Type="http://customschemas.google.com/relationships/presentationmetadata" Target="metadata"/><Relationship Id="rId10" Type="http://schemas.openxmlformats.org/officeDocument/2006/relationships/slide" Target="slides/slide6.xml"/><Relationship Id="rId19" Type="http://schemas.openxmlformats.org/officeDocument/2006/relationships/font" Target="fonts/font4.fntdata"/><Relationship Id="rId31" Type="http://schemas.openxmlformats.org/officeDocument/2006/relationships/font" Target="fonts/font16.fntdata"/><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font" Target="fonts/font15.fntdata"/><Relationship Id="rId35" Type="http://schemas.openxmlformats.org/officeDocument/2006/relationships/font" Target="fonts/font20.fntdata"/><Relationship Id="rId207" Type="http://schemas.openxmlformats.org/officeDocument/2006/relationships/tableStyles" Target="tableStyles.xml"/><Relationship Id="rId8" Type="http://schemas.openxmlformats.org/officeDocument/2006/relationships/slide" Target="slides/slide4.xml"/><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font" Target="fonts/font10.fntdata"/><Relationship Id="rId33" Type="http://schemas.openxmlformats.org/officeDocument/2006/relationships/font" Target="fonts/font18.fntdata"/><Relationship Id="rId38" Type="http://schemas.openxmlformats.org/officeDocument/2006/relationships/font" Target="fonts/font23.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16T09:25:05.631"/>
    </inkml:context>
    <inkml:brush xml:id="br0">
      <inkml:brushProperty name="width" value="0.05" units="cm"/>
      <inkml:brushProperty name="height" value="0.05" units="cm"/>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28.633"/>
    </inkml:context>
    <inkml:brush xml:id="br0">
      <inkml:brushProperty name="width" value="0.05" units="cm"/>
      <inkml:brushProperty name="height" value="0.05" units="cm"/>
    </inkml:brush>
  </inkml:definitions>
  <inkml:trace contextRef="#ctx0" brushRef="#br0">1 1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34.291"/>
    </inkml:context>
    <inkml:brush xml:id="br0">
      <inkml:brushProperty name="width" value="0.05" units="cm"/>
      <inkml:brushProperty name="height" value="0.05" units="cm"/>
    </inkml:brush>
  </inkml:definitions>
  <inkml:trace contextRef="#ctx0" brushRef="#br0">1 0 24575,'0'3'0,"0"4"0,0 8 0,0 3 0,0 6 0,3 2 0,88 18 0,39-2 0,3-7-659,-11-14 659,-21-9 0,-21-11 0,-24-5-7532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34.508"/>
    </inkml:context>
    <inkml:brush xml:id="br0">
      <inkml:brushProperty name="width" value="0.05" units="cm"/>
      <inkml:brushProperty name="height" value="0.05" units="cm"/>
    </inkml:brush>
  </inkml:definitions>
  <inkml:trace contextRef="#ctx0" brushRef="#br0">0 58 24575,'0'-4'0,"0"1"0,1-1 0,-1 0 0,1 1 0,-1-1 0,1 0 0,0 1 0,1-1 0,-1 1 0,0-1 0,3-2 0,-3 5 0,-1 0 0,1 0 0,0 0 0,0 0 0,0 0 0,0 1 0,0-1 0,0 0 0,0 1 0,0-1 0,0 1 0,0-1 0,1 1 0,-1-1 0,0 1 0,0 0 0,0 0 0,0-1 0,1 1 0,-1 0 0,0 0 0,0 0 0,1 0 0,-1 1 0,0-1 0,0 0 0,0 0 0,0 1 0,1-1 0,-1 1 0,0-1 0,0 1 0,0-1 0,0 1 0,0 0 0,0 0 0,1 0 0,7 6 0,-1-1 0,0 1 0,0 1 0,-1-1 0,0 1 0,0 0 0,5 10 0,37 65 0,-40-67 43,-2 1 0,0 1-1,0-1 1,-2 1 0,0 0-1,-1 0 1,2 34 0,-5-43-144,-1 1 1,0 0-1,-1 0 1,0 0 0,-1 0-1,0-1 1,0 1-1,-1-1 1,0 1 0,-1-1-1,0 0 1,0 0 0,-1-1-1,0 1 1,-1-1-1,-7 9 1,-7 4-6726</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35.095"/>
    </inkml:context>
    <inkml:brush xml:id="br0">
      <inkml:brushProperty name="width" value="0.05" units="cm"/>
      <inkml:brushProperty name="height" value="0.05" units="cm"/>
    </inkml:brush>
  </inkml:definitions>
  <inkml:trace contextRef="#ctx0" brushRef="#br0">448 182 24575,'29'-24'0,"-23"21"0,-1-2 0,1 1 0,-1 0 0,0-1 0,6-8 0,-5 6 0,-2 0 0,1-1 0,-1 1 0,0-1 0,0 1 0,4-17 0,-8 22 0,1 1 0,-1-1 0,0 0 0,1 1 0,-1-1 0,0 0 0,0 0 0,0 1 0,0-1 0,-1 0 0,1 0 0,0 1 0,-1-1 0,1 0 0,-1 1 0,0-1 0,0 0 0,1 1 0,-1-1 0,0 1 0,0-1 0,0 1 0,-1 0 0,1-1 0,0 1 0,0 0 0,-1 0 0,1 0 0,-1 0 0,1 0 0,-1 0 0,1 0 0,-1 1 0,1-1 0,-1 0 0,0 1 0,1-1 0,-1 1 0,0 0 0,-2-1 0,-4 0 0,-1 0 0,1 1 0,-1 0 0,1 0 0,-1 1 0,1 0 0,-1 1 0,1-1 0,0 2 0,-9 2 0,-3 3 0,1 0 0,-35 21 0,38-19 0,2 0 0,-1 1 0,1 0 0,1 1 0,0 1 0,1 0 0,0 1 0,1 0 0,-16 28 0,23-35 0,1 0 0,0 0 0,0 1 0,1-1 0,-1 1 0,2 0 0,-1 0 0,1 0 0,0 0 0,1 12 0,1-13 0,0-1 0,0 1 0,1-1 0,-1 1 0,1-1 0,1 0 0,-1 0 0,1 0 0,0 0 0,1 0 0,0-1 0,-1 1 0,2-1 0,5 6 0,0-1 0,1-1 0,0-1 0,1 0 0,-1 0 0,2-1 0,-1 0 0,1-1 0,0-1 0,0 0 0,0-1 0,18 4 0,-2-2 0,0-2 0,0-1 0,0-1 0,39-3 0,-146 1 0,18 6 0,-68 16 0,97-14 0,1 0 0,0 2 0,-58 28 0,80-33 0,0 0 0,0 0 0,0 1 0,1 0 0,0 0 0,0 1 0,0 0 0,1 0 0,-8 11 0,12-15 0,0 0 0,0 0 0,1 0 0,-1 1 0,1-1 0,0 0 0,0 1 0,0-1 0,0 0 0,0 1 0,1 0 0,0-1 0,-1 1 0,1-1 0,1 1 0,-1-1 0,0 1 0,1-1 0,0 1 0,0-1 0,0 1 0,0-1 0,0 0 0,1 0 0,0 1 0,-1-1 0,5 5 0,-1-3 23,0 1 0,1-2 0,-1 1-1,1 0 1,0-1 0,0 0 0,1-1-1,-1 1 1,1-1 0,-1 0 0,1-1-1,0 0 1,0 0 0,11 2 0,7-1-592,0 0 0,44-2 0,-10-4-6257</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35.703"/>
    </inkml:context>
    <inkml:brush xml:id="br0">
      <inkml:brushProperty name="width" value="0.05" units="cm"/>
      <inkml:brushProperty name="height" value="0.05" units="cm"/>
    </inkml:brush>
  </inkml:definitions>
  <inkml:trace contextRef="#ctx0" brushRef="#br0">72 325 24575,'-6'-7'0,"2"3"0,0 0 0,1 1 0,-1-1 0,-1 1 0,1 0 0,-1 0 0,1 0 0,-1 0 0,-7-2 0,12 5 0,0 0 0,0 0 0,-1 0 0,1 0 0,0 0 0,-1 0 0,1 0 0,0 0 0,-1 1 0,1-1 0,0 0 0,-1 0 0,1 0 0,0 0 0,0 0 0,-1 1 0,1-1 0,0 0 0,0 0 0,0 1 0,-1-1 0,1 0 0,0 0 0,0 1 0,0-1 0,-1 0 0,1 0 0,0 1 0,0-1 0,0 0 0,0 1 0,0-1 0,0 0 0,0 1 0,0-1 0,0 0 0,0 1 0,0-1 0,0 0 0,0 1 0,1 15 0,-1-15 0,6 38 0,10 115 0,-16-134 0,0 0 0,-1 0 0,-2 0 0,0-1 0,-10 36 0,5-38 0,4-27 0,5-30 0,16-40 0,3 1 0,38-95 0,-46 138 0,2 0 0,1 1 0,2 1 0,41-63 0,-54 91 0,0 1 0,1 0 0,-1 0 0,1 0 0,1 1 0,-1-1 0,10-5 0,-14 9 0,1 1 0,0-1 0,-1 0 0,1 0 0,0 1 0,0-1 0,0 1 0,0-1 0,0 1 0,-1 0 0,1 0 0,0 0 0,0 0 0,0 0 0,0 0 0,0 1 0,0-1 0,0 1 0,0-1 0,-1 1 0,1 0 0,0-1 0,0 1 0,-1 0 0,1 0 0,-1 0 0,1 0 0,-1 1 0,1-1 0,2 3 0,1 3 0,0 1 0,0 0 0,0 0 0,-1 0 0,0 0 0,0 1 0,-1-1 0,0 1 0,-1 0 0,0 0 0,1 13 0,1 16 0,-1 50 0,-3-86 0,-1 62 0,-2 0 0,-24 124 0,26-186 0,1 1 0,-1 1 0,0-1 0,0 1 0,0-1 0,0 1 0,0-1 0,-1 0 0,-3 6 0,5-9 0,0 0 0,0 0 0,0 0 0,0 0 0,0 0 0,-1 0 0,1 1 0,0-1 0,0 0 0,0 0 0,0 0 0,0 0 0,0 0 0,0 0 0,0 0 0,0 0 0,0 0 0,0 0 0,0 0 0,-1 0 0,1 0 0,0 0 0,0 0 0,0 0 0,0 0 0,0 0 0,0 0 0,0 0 0,0 0 0,0 0 0,-1 0 0,1 0 0,0 0 0,0 0 0,0 0 0,0 0 0,0 0 0,0 0 0,0 0 0,0 0 0,0 0 0,0 0 0,0 0 0,-1 0 0,1 0 0,0-1 0,0 1 0,0 0 0,0 0 0,0 0 0,0 0 0,0 0 0,0 0 0,0 0 0,0 0 0,0 0 0,0 0 0,0 0 0,0-1 0,0 1 0,0 0 0,-1-11 0,2-12 0,3-7 0,2-1 0,1 0 0,2 1 0,1 1 0,1-1 0,1 2 0,2-1 0,0 2 0,2 0 0,2 1 0,26-32 0,-39 53 0,-1 0 0,1 0 0,0 1 0,1 0 0,-1 0 0,1 1 0,-1-1 0,1 1 0,0 0 0,0 1 0,10-3 0,-13 4 0,1 0 0,-1 1 0,0 0 0,1-1 0,-1 1 0,1 1 0,-1-1 0,1 0 0,-1 1 0,1 0 0,-1 0 0,0 0 0,0 0 0,1 0 0,-1 1 0,0-1 0,0 1 0,0 0 0,0 0 0,-1 0 0,1 0 0,0 1 0,3 3 0,1 3 29,0 1-1,-1-1 0,0 1 1,-1 1-1,0-1 1,0 1-1,-1-1 0,-1 1 1,0 0-1,0 1 0,1 21 1,0 11-772,-5 76 1,1-112 521,-1 18-6605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35.991"/>
    </inkml:context>
    <inkml:brush xml:id="br0">
      <inkml:brushProperty name="width" value="0.05" units="cm"/>
      <inkml:brushProperty name="height" value="0.05" units="cm"/>
    </inkml:brush>
  </inkml:definitions>
  <inkml:trace contextRef="#ctx0" brushRef="#br0">0 21 24575,'1'-1'0,"0"-1"0,0 1 0,-1-1 0,1 1 0,0 0 0,0-1 0,0 1 0,0 0 0,0 0 0,1 0 0,-1 0 0,0 0 0,1 0 0,-1 0 0,3-1 0,-3 2 0,0-1 0,0 1 0,0 0 0,-1 0 0,1 0 0,0 0 0,0 0 0,0 0 0,0 0 0,0 1 0,0-1 0,0 0 0,0 0 0,-1 1 0,1-1 0,0 0 0,0 1 0,0-1 0,0 1 0,0 0 0,2 1 0,-1 1 0,1 0 0,-1-1 0,0 1 0,0 0 0,0 0 0,0 0 0,0 0 0,-1 1 0,1-1 0,-1 0 0,1 6 0,3 15 0,-1 0 0,-2 0 0,0 0 0,-3 38 0,-18 99 0,3-28 0,15-117 0,-4 81 0,5-84 0,1 0 0,0 0 0,1-1 0,1 1 0,5 17 0,-7-26 0,0-1 0,1 0 0,0 0 0,0 0 0,0 0 0,0 0 0,0 0 0,0 0 0,1-1 0,-1 1 0,1-1 0,0 0 0,-1 0 0,1 0 0,0 0 0,0 0 0,1-1 0,-1 1 0,0-1 0,1 0 0,-1 0 0,7 2 0,5-2 0,0 1 0,0-2 0,1 0 0,16-2 0,-2 0 0,-7 2-227,0-2-1,-1 0 1,1-2-1,-1 0 1,35-12-1,-32 5-6598</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36.244"/>
    </inkml:context>
    <inkml:brush xml:id="br0">
      <inkml:brushProperty name="width" value="0.05" units="cm"/>
      <inkml:brushProperty name="height" value="0.05" units="cm"/>
    </inkml:brush>
  </inkml:definitions>
  <inkml:trace contextRef="#ctx0" brushRef="#br0">0 16 24575,'0'3'0,"3"1"0,1 3 0,3 1 0,7-2 0,6-2 0,8-1 0,7-4 0,10-2 0,8-1 0,6-2 0,4-1 0,-1 1 0,0-1 0,-6 0 0,-8 2 0,-13 1-8191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45.361"/>
    </inkml:context>
    <inkml:brush xml:id="br0">
      <inkml:brushProperty name="width" value="0.05" units="cm"/>
      <inkml:brushProperty name="height" value="0.05" units="cm"/>
    </inkml:brush>
  </inkml:definitions>
  <inkml:trace contextRef="#ctx0" brushRef="#br0">1398 42 24575,'-3'0'0,"1"-1"0,-1 1 0,1-1 0,-1 0 0,1 0 0,-1 0 0,1 0 0,0-1 0,-1 1 0,1 0 0,0-1 0,-2-2 0,-22-11 0,7 12 0,-1-1 0,1 2 0,-1 1 0,0 0 0,-32 4 0,-3-1 0,-24 0 0,2 4 0,-1 3 0,1 3 0,0 3 0,2 4 0,-139 54 0,175-56 0,1 2 0,1 1 0,-48 35 0,71-46 0,1 2 0,1 0 0,-1 0 0,2 1 0,0 1 0,0 0 0,1 1 0,1-1 0,0 2 0,1-1 0,-10 24 0,16-33 0,1 0 0,-1 0 0,1 0 0,0 1 0,0-1 0,0 0 0,1 0 0,0 1 0,0-1 0,0 0 0,0 1 0,1-1 0,0 0 0,0 0 0,1 0 0,-1 0 0,1 0 0,0 0 0,1 0 0,-1 0 0,1-1 0,0 1 0,0-1 0,0 0 0,1 0 0,-1 0 0,1 0 0,0-1 0,0 1 0,0-1 0,7 4 0,6 3 0,1-1 0,0-1 0,0 0 0,1-2 0,0 0 0,33 6 0,123 9 0,-120-17 0,96 13 0,153 8 0,-419-23 0,66 4 0,1 2 0,0 2 0,0 2 0,1 2 0,1 2 0,0 2 0,-61 34 0,72-29 0,0 0 0,2 2 0,1 2 0,1 1 0,-35 42 0,29-26 0,3 1 0,1 2 0,-35 68 0,58-97 0,1 1 0,1 0 0,1 1 0,0-1 0,2 2 0,-5 29 0,8-37 0,2 1 0,-1-1 0,2 0 0,0 0 0,0 1 0,2-1 0,-1 0 0,2-1 0,-1 1 0,2 0 0,7 14 0,-3-10 0,0 0 0,1-1 0,1-1 0,0 1 0,1-2 0,1 0 0,0 0 0,1-1 0,1-1 0,0 0 0,21 11 0,-10-8 0,2-1 0,-1-2 0,2 0 0,0-2 0,0-2 0,40 7 0,42 3 0,159 4 0,114-20 0,-323-2 0,-59 0 8,7 0-351,0-1-1,-1 1 1,12-3 0,-7-1-6483</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46.295"/>
    </inkml:context>
    <inkml:brush xml:id="br0">
      <inkml:brushProperty name="width" value="0.05" units="cm"/>
      <inkml:brushProperty name="height" value="0.05" units="cm"/>
    </inkml:brush>
  </inkml:definitions>
  <inkml:trace contextRef="#ctx0" brushRef="#br0">5 91 24575,'0'-3'0,"-3"-2"0,2 1 0,4 1 0,6 1 0,6-3 0,8 0 0,8-2 0,10-1 0,9 2 0,6-1 0,3 0 0,0 1 0,0-1 0,-6 0 0,-7 2 0,-11 1-8191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46.485"/>
    </inkml:context>
    <inkml:brush xml:id="br0">
      <inkml:brushProperty name="width" value="0.05" units="cm"/>
      <inkml:brushProperty name="height" value="0.05" units="cm"/>
    </inkml:brush>
  </inkml:definitions>
  <inkml:trace contextRef="#ctx0" brushRef="#br0">0 0 24575,'0'3'0,"0"5"0,0 3 0,3 3 0,2 6 0,2 5 0,3 6 0,1 2 0,0 3 0,0 5 0,-3 1 0,-3-1 0,-2 0 0,-1-1 0,-2-7-8191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46.812"/>
    </inkml:context>
    <inkml:brush xml:id="br0">
      <inkml:brushProperty name="width" value="0.05" units="cm"/>
      <inkml:brushProperty name="height" value="0.05" units="cm"/>
    </inkml:brush>
  </inkml:definitions>
  <inkml:trace contextRef="#ctx0" brushRef="#br0">1 204 24575,'8'-26'0,"2"1"0,23-45 0,-30 64 0,1 1 0,0-1 0,0 0 0,0 1 0,0 0 0,1 0 0,0 0 0,0 0 0,0 1 0,1 0 0,-1 0 0,1 0 0,0 1 0,0 0 0,0 0 0,12-3 0,-11 5 0,-1 1 0,0-1 0,1 1 0,-1 1 0,1-1 0,-1 1 0,1 1 0,-1-1 0,0 1 0,0 0 0,0 0 0,0 1 0,0-1 0,0 1 0,0 1 0,-1-1 0,0 1 0,9 8 0,3 3 0,-1 0 0,0 2 0,26 36 0,-30-36 0,-1 0 0,15 30 0,-24-41 0,1-1 0,-1 1 0,0 0 0,0 0 0,-1 0 0,1 0 0,-1 0 0,-1 0 0,1 1 0,-1-1 0,0 0 0,-1 0 0,-1 7 0,2-11 0,0 0 0,-1 0 0,0 0 0,1 0 0,-1 0 0,0 0 0,0-1 0,0 1 0,0 0 0,0-1 0,-1 1 0,1 0 0,0-1 0,-1 0 0,1 1 0,-1-1 0,0 0 0,1 0 0,-1 1 0,0-1 0,0-1 0,1 1 0,-1 0 0,0 0 0,0-1 0,0 1 0,0-1 0,0 0 0,0 1 0,0-1 0,0 0 0,0 0 0,0 0 0,0 0 0,0-1 0,0 1 0,-3-2 0,0 1 0,1 0 0,0 0 0,-1-1 0,1 0 0,0 0 0,0 0 0,0-1 0,0 1 0,1-1 0,-1 0 0,1 0 0,0 0 0,0-1 0,0 1 0,0-1 0,-2-3 0,1-2 23,0 0 0,1 0 0,0-1-1,1 1 1,0-1 0,0 1 0,1-1-1,0 0 1,1 0 0,0 1 0,1-1-1,0 0 1,0 0 0,5-17 0,-3 18-137,0-1 0,0 1 0,1 0 0,0 0 1,0 0-1,1 1 0,0-1 0,1 1 1,0 0-1,0 0 0,0 1 0,1 0 1,0 0-1,14-9 0,-1 5-6712</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47.102"/>
    </inkml:context>
    <inkml:brush xml:id="br0">
      <inkml:brushProperty name="width" value="0.05" units="cm"/>
      <inkml:brushProperty name="height" value="0.05" units="cm"/>
    </inkml:brush>
  </inkml:definitions>
  <inkml:trace contextRef="#ctx0" brushRef="#br0">170 54 24575,'0'-2'0,"0"0"0,0-1 0,-1 1 0,1 0 0,-1 0 0,1-1 0,-1 1 0,0 0 0,0 0 0,0 0 0,0 0 0,0 0 0,-1 0 0,1 0 0,-1 0 0,1 1 0,-1-1 0,1 0 0,-1 1 0,0-1 0,0 1 0,0 0 0,0-1 0,0 1 0,0 0 0,0 0 0,0 1 0,-1-1 0,1 0 0,0 1 0,0-1 0,-4 1 0,2-1 0,0 1 0,1-1 0,-1 1 0,0 0 0,0 0 0,1 1 0,-1-1 0,0 1 0,1 0 0,-1 0 0,0 0 0,1 0 0,-1 1 0,1-1 0,0 1 0,-1 0 0,1 0 0,0 0 0,-3 4 0,0 1 0,1 0 0,0 1 0,1 0 0,-1 0 0,2 0 0,-1 1 0,1-1 0,0 1 0,1 0 0,0 0 0,1 0 0,0 0 0,0 0 0,0 0 0,2 14 0,-1-16 0,1 0 0,0-1 0,0 1 0,0-1 0,0 1 0,1-1 0,0 1 0,1-1 0,-1 0 0,1 0 0,0 0 0,1-1 0,0 1 0,-1-1 0,2 1 0,-1-1 0,1-1 0,-1 1 0,1 0 0,0-1 0,11 6 0,-12-8-97,1 0-1,0 0 1,0-1-1,-1 1 1,1-1-1,0 0 1,0-1-1,0 1 1,0-1-1,0 0 1,0 0-1,0-1 0,8-1 1,3-3-6729</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47.215"/>
    </inkml:context>
    <inkml:brush xml:id="br0">
      <inkml:brushProperty name="width" value="0.05" units="cm"/>
      <inkml:brushProperty name="height" value="0.05" units="cm"/>
    </inkml:brush>
  </inkml:definitions>
  <inkml:trace contextRef="#ctx0" brushRef="#br0">1 85 24575,'0'-3'0,"0"-8"0,0-4 0,0-4 0,0 0 0,0 1-8191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47.305"/>
    </inkml:context>
    <inkml:brush xml:id="br0">
      <inkml:brushProperty name="width" value="0.05" units="cm"/>
      <inkml:brushProperty name="height" value="0.05" units="cm"/>
    </inkml:brush>
  </inkml:definitions>
  <inkml:trace contextRef="#ctx0" brushRef="#br0">1 1 24575,'0'9'0,"3"10"0,1 4 0,3 5 0,1 1 0,1-2 0,3-2 0,2-2 0,2-2 0,-1-4-8191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48.107"/>
    </inkml:context>
    <inkml:brush xml:id="br0">
      <inkml:brushProperty name="width" value="0.05" units="cm"/>
      <inkml:brushProperty name="height" value="0.05" units="cm"/>
    </inkml:brush>
  </inkml:definitions>
  <inkml:trace contextRef="#ctx0" brushRef="#br0">0 521 24575,'5'-10'0,"-2"0"0,1 0 0,3-21 0,-7 25 0,1 0 0,1-1 0,-1 1 0,1 0 0,0 0 0,0 0 0,1 0 0,0 1 0,0-1 0,0 1 0,0-1 0,1 1 0,6-7 0,-9 11 0,1 0 0,-1 0 0,0 1 0,0-1 0,0 0 0,1 0 0,-1 1 0,0-1 0,1 1 0,-1-1 0,1 1 0,-1 0 0,0-1 0,1 1 0,-1 0 0,1 0 0,-1 0 0,1 0 0,-1 0 0,1 0 0,-1 1 0,2-1 0,0 2 0,0-1 0,-1 0 0,1 1 0,-1-1 0,1 1 0,-1 0 0,0 0 0,1 0 0,-1 0 0,2 3 0,4 6 0,0 0 0,-1 1 0,10 20 0,-17-30 0,16 37 0,-12-27 0,0-1 0,1 0 0,11 17 0,-16-27 0,0-1 0,0 1 0,0 0 0,1-1 0,-1 1 0,0-1 0,1 1 0,-1-1 0,0 0 0,1 1 0,-1-1 0,0 1 0,1-1 0,-1 0 0,1 1 0,-1-1 0,1 0 0,-1 1 0,1-1 0,-1 0 0,1 0 0,-1 1 0,1-1 0,-1 0 0,1 0 0,-1 0 0,1 0 0,-1 0 0,1 0 0,0 0 0,-1 0 0,1 0 0,-1 0 0,1 0 0,-1 0 0,1 0 0,0 0 0,-1-1 0,1 1 0,-1 0 0,1 0 0,-1-1 0,1 1 0,-1 0 0,0-1 0,1 1 0,-1 0 0,1-1 0,-1 1 0,0-1 0,1 1 0,-1-1 0,0 1 0,1-1 0,-1 1 0,0-1 0,0 1 0,1-1 0,-1 1 0,0-1 0,12-39 0,-10 33 0,3-21 0,7-18 0,-12 45 0,0 1 0,0 0 0,0-1 0,0 1 0,0-1 0,0 1 0,0 0 0,0-1 0,0 1 0,0-1 0,1 1 0,-1 0 0,0-1 0,0 1 0,0 0 0,1-1 0,-1 1 0,0 0 0,0-1 0,1 1 0,-1 0 0,0 0 0,1-1 0,-1 1 0,0 0 0,1 0 0,-1 0 0,0 0 0,1-1 0,-1 1 0,1 0 0,-1 0 0,0 0 0,1 0 0,-1 0 0,1 0 0,-1 0 0,0 0 0,1 0 0,-1 0 0,1 0 0,-1 0 0,0 0 0,1 0 0,-1 0 0,1 1 0,-1-1 0,0 0 0,1 0 0,-1 0 0,0 1 0,1-1 0,-1 0 0,0 0 0,1 1 0,-1-1 0,0 0 0,0 1 0,1-1 0,-1 0 0,0 1 0,0-1 0,0 0 0,1 1 0,-1-1 0,0 1 0,14 30 0,-12-26 0,-2-4 0,6 13 0,0 1 0,0-2 0,2 1 0,13 20 0,-18-31 0,0 1 0,0-1 0,0 0 0,1 0 0,-1 0 0,1 0 0,0-1 0,0 1 0,-1-1 0,1 0 0,1 0 0,-1-1 0,0 1 0,0-1 0,1 0 0,-1 0 0,1 0 0,-1-1 0,1 0 0,6 0 0,-1-1 0,0 0 0,0-1 0,0 0 0,0-1 0,0 0 0,0 0 0,0-1 0,-1-1 0,0 1 0,0-1 0,0-1 0,-1 0 0,1 0 0,-2-1 0,11-10 0,1-3 0,-1-2 0,-1 0 0,-1-1 0,19-36 0,-32 55 0,0-1 0,-1 0 0,0 1 0,0-1 0,0 0 0,-1 0 0,0 0 0,1-7 0,-2 10 0,0 1 0,0 0 0,0 0 0,0 0 0,0 0 0,0 0 0,-1 0 0,1 0 0,0 0 0,-1 0 0,1 0 0,-1 0 0,1 0 0,-1 0 0,1 0 0,-1 1 0,0-1 0,0-1 0,-1 1 0,1 0 0,-1 0 0,0 0 0,1 0 0,-1 1 0,0-1 0,0 0 0,0 1 0,1-1 0,-1 1 0,0 0 0,0 0 0,-3-1 0,-11 2 0,0 0 0,0 1 0,1 1 0,-1 1 0,1 0 0,0 0 0,0 2 0,0 0 0,1 0 0,0 2 0,-19 12 0,31-19 0,0 1 0,0 0 0,0 0 0,0-1 0,0 1 0,0 0 0,0 1 0,1-1 0,-1 0 0,1 0 0,0 1 0,-1-1 0,1 1 0,0-1 0,1 1 0,-1 0 0,0-1 0,0 4 0,1-2 0,0 0 0,0-1 0,1 1 0,0 0 0,-1 0 0,1-1 0,0 1 0,1-1 0,-1 1 0,0-1 0,5 7 0,1 0 0,0 0 0,1 0 0,1-1 0,-1 0 0,2 0 0,-1-1 0,12 7 0,-6-4 0,1-2 0,1 0 0,-1-1 0,1-1 0,1-1 0,-1 0 0,1-1 0,0-1 0,0 0 0,1-2 0,-1 0 0,27-1 0,-34-1 0,-1-1 0,1-1 0,0 0 0,-1 0 0,1-1 0,-1 0 0,0-1 0,0 0 0,18-11 0,-21 10 0,0 0 0,-1 0 0,1-1 0,-1 0 0,0 0 0,-1-1 0,1 0 0,-1 0 0,-1 0 0,1 0 0,-1-1 0,0 0 0,4-13 0,-2 0 0,-1 0 0,0 0 0,-2 0 0,-1-1 0,0 1 0,-3-43 0,-2 34 0,-1 1 0,-1 0 0,-1 0 0,-16-43 0,18 62 0,0 0 0,0 1 0,-1-1 0,-1 1 0,-12-16 0,17 23 0,0 1 0,-1 0 0,1-1 0,0 1 0,-1 0 0,0-1 0,1 1 0,-1 0 0,0 0 0,1 1 0,-1-1 0,0 0 0,0 0 0,0 1 0,0-1 0,-3 1 0,4 0 0,-1 0 0,0 1 0,0-1 0,0 1 0,1-1 0,-1 1 0,0 0 0,1-1 0,-1 1 0,1 0 0,-1 0 0,1 1 0,-1-1 0,1 0 0,0 0 0,-1 1 0,1-1 0,0 1 0,0-1 0,0 1 0,-1 2 0,-2 3 0,0 1 0,0 0 0,1 1 0,0-1 0,1 0 0,0 1 0,0 0 0,-1 17 0,2-2 0,4 50 0,1-45 0,2 1 0,0-1 0,3-1 0,0 1 0,1-2 0,2 1 0,1-1 0,1-1 0,1 0 0,2-1 0,0-1 0,1-1 0,2 0 0,27 25 0,-42-44-151,0 0-1,0 0 0,0-1 0,1 1 1,-1-1-1,1 0 0,0-1 1,11 4-1,-1-2-6674</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48.800"/>
    </inkml:context>
    <inkml:brush xml:id="br0">
      <inkml:brushProperty name="width" value="0.05" units="cm"/>
      <inkml:brushProperty name="height" value="0.05" units="cm"/>
    </inkml:brush>
  </inkml:definitions>
  <inkml:trace contextRef="#ctx0" brushRef="#br0">0 8 24575,'1'-7'0,"-1"17"0,3 43 0,23 166-1365,-23-201-5461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49.342"/>
    </inkml:context>
    <inkml:brush xml:id="br0">
      <inkml:brushProperty name="width" value="0.05" units="cm"/>
      <inkml:brushProperty name="height" value="0.05" units="cm"/>
    </inkml:brush>
  </inkml:definitions>
  <inkml:trace contextRef="#ctx0" brushRef="#br0">0 1 24575,'4'0'0,"3"0"0,4 3 0,7 1 0,6 0 0,5 0 0,5-2 0,5 3 0,2-1 0,4 0 0,1 0 0,-5-2 0,-3-1 0,-5-1 0,-5 0 0,-6-3 0,-8-1-8191</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0.135"/>
    </inkml:context>
    <inkml:brush xml:id="br0">
      <inkml:brushProperty name="width" value="0.05" units="cm"/>
      <inkml:brushProperty name="height" value="0.05" units="cm"/>
    </inkml:brush>
  </inkml:definitions>
  <inkml:trace contextRef="#ctx0" brushRef="#br0">1 331 24575,'-1'-1'0,"1"0"0,0 1 0,0-1 0,0 0 0,0 0 0,0 1 0,0-1 0,1 0 0,-1 0 0,0 0 0,0 1 0,1-1 0,-1 0 0,0 1 0,1-1 0,-1 0 0,0 1 0,1-1 0,-1 0 0,1 1 0,-1-1 0,1 1 0,0-1 0,-1 1 0,1-1 0,-1 1 0,1-1 0,0 1 0,-1 0 0,1-1 0,0 1 0,0 0 0,-1 0 0,1-1 0,0 1 0,0 0 0,-1 0 0,1 0 0,0 0 0,0 0 0,0 0 0,-1 0 0,1 0 0,0 0 0,0 0 0,1 1 0,0 0 0,0-1 0,1 1 0,-1 0 0,1 0 0,-1 0 0,0 1 0,0-1 0,1 0 0,-1 1 0,0-1 0,0 1 0,-1 0 0,3 2 0,-1 2 0,0-1 0,0 1 0,0 1 0,-1-1 0,0 0 0,0 1 0,-1-1 0,0 1 0,0-1 0,0 1 0,-1-1 0,-1 9 0,0 3 0,0-1 0,-2 1 0,-6 23 0,9-40 0,-2 7 0,-1 1 0,0-1 0,0 0 0,-4 9 0,7-17 0,0 0 0,0 0 0,0 0 0,0 0 0,-1 0 0,1 0 0,0 0 0,0 0 0,0 1 0,0-1 0,0 0 0,0 0 0,0 0 0,0 0 0,0 0 0,0 0 0,0 0 0,0 0 0,0 0 0,0 0 0,0 0 0,-1 0 0,1 0 0,0 0 0,0 0 0,0 0 0,0 0 0,0 0 0,0 0 0,0 0 0,0 0 0,0 0 0,0 0 0,-1 0 0,1 0 0,0 0 0,0 0 0,0 0 0,0 0 0,0 0 0,0 0 0,0 0 0,0 0 0,0 0 0,0 0 0,0 0 0,-1 0 0,1 0 0,0 0 0,0 0 0,0 0 0,0 0 0,0 0 0,0 0 0,0 0 0,0-1 0,0 1 0,0 0 0,0 0 0,0 0 0,0 0 0,0 0 0,0 0 0,0 0 0,0 0 0,0 0 0,0-1 0,-3-10 0,1-15 0,2-19 0,1 0 0,3-1 0,1 1 0,3 1 0,22-74 0,-25 104 0,0 0 0,2 1 0,0-1 0,0 2 0,1-1 0,1 1 0,0 0 0,1 1 0,19-19 0,-24 26 0,-1 0 0,1 0 0,0 1 0,1 0 0,-1-1 0,0 2 0,1-1 0,0 1 0,-1-1 0,1 2 0,0-1 0,0 1 0,0 0 0,0 0 0,0 0 0,1 1 0,-1 0 0,0 0 0,0 1 0,0 0 0,0 0 0,0 0 0,0 0 0,0 1 0,0 0 0,6 4 0,-8-4 0,1 0 0,-1 1 0,0 0 0,0 0 0,0 0 0,0 1 0,-1-1 0,1 1 0,-1 0 0,0 0 0,0 0 0,0 1 0,0-1 0,-1 0 0,0 1 0,0 0 0,0 0 0,0-1 0,-1 1 0,0 0 0,0 0 0,0 0 0,-1 0 0,0 1 0,0-1 0,0 0 0,0 0 0,-2 7 0,0 0 0,-1 1 0,0-1 0,-1 0 0,0 0 0,-1-1 0,-1 1 0,1-1 0,-2 0 0,1-1 0,-13 16 0,-2-3 0,-1-1 0,-1-1 0,0-1 0,-2-1 0,0-1 0,-43 23 0,102-56 0,1 1 0,0 2 0,1 2 0,0 1 0,60-6 0,-83 13 0,0 1 0,0 1 0,0 0 0,0 1 0,0 1 0,0 0 0,16 4 0,-27-5 0,1 0 0,0 0 0,-1 0 0,1 0 0,-1 0 0,0 0 0,1 1 0,-1-1 0,0 1 0,0 0 0,1-1 0,-1 1 0,-1 0 0,1 0 0,0 0 0,0 1 0,-1-1 0,1 0 0,-1 1 0,0-1 0,0 1 0,0-1 0,0 1 0,0-1 0,0 1 0,-1 0 0,0-1 0,1 1 0,-1 0 0,0 0 0,0-1 0,0 1 0,0 0 0,-1 0 0,1-1 0,-1 1 0,0 0 0,0-1 0,0 1 0,-1 2 0,-2 3 0,0 0 0,0 0 0,-1 0 0,0-1 0,0 0 0,-1 0 0,0 0 0,0-1 0,0 0 0,-1 0 0,0-1 0,0 1 0,-1-2 0,-14 9 0,-2-2 0,1-1 0,-2-1 0,-46 11 0,58-16-227,-1-1-1,0-1 1,0 0-1,0-1 1,-19-1-1,12-3-6598</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0.499"/>
    </inkml:context>
    <inkml:brush xml:id="br0">
      <inkml:brushProperty name="width" value="0.05" units="cm"/>
      <inkml:brushProperty name="height" value="0.05" units="cm"/>
    </inkml:brush>
  </inkml:definitions>
  <inkml:trace contextRef="#ctx0" brushRef="#br0">39 19 24575,'-4'6'0,"-1"0"0,1 0 0,1 0 0,-1 1 0,1-1 0,-4 10 0,5-7 0,0 1 0,0-1 0,1 1 0,0 0 0,0 0 0,1-1 0,1 1 0,-1 0 0,2 0 0,-1-1 0,5 13 0,-5-17 0,1-1 0,-1 1 0,1-1 0,0 0 0,1 0 0,-1 0 0,1 0 0,-1 0 0,1 0 0,0-1 0,1 1 0,-1-1 0,1 0 0,-1 0 0,1 0 0,0-1 0,0 1 0,0-1 0,0 0 0,1 0 0,-1 0 0,1-1 0,-1 1 0,1-1 0,5 1 0,-2-2 0,1 1 0,-1-1 0,1 0 0,0-1 0,-1 0 0,1 0 0,-1-1 0,0 0 0,1 0 0,-1-1 0,0 0 0,10-6 0,-13 7 0,-1-1 0,1 0 0,-1 0 0,0-1 0,1 0 0,-1 1 0,-1-1 0,1 0 0,-1-1 0,1 1 0,-1-1 0,-1 1 0,1-1 0,-1 0 0,1 0 0,-1 0 0,-1 0 0,1-1 0,-1 1 0,1-9 0,-1 9 16,-1 0-1,0 0 1,-1 0-1,1 0 1,-1 1-1,0-1 1,0 0-1,-1 0 1,1 1-1,-1-1 1,0 0-1,0 1 1,-1 0-1,1-1 1,-1 1-1,0 0 1,0 1 0,-1-1-1,1 0 1,-1 1-1,-4-4 1,-2 0-230,0 0 1,0 0 0,-1 2-1,1-1 1,-1 1 0,-1 1-1,-17-6 1,-4 3-6613</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0.913"/>
    </inkml:context>
    <inkml:brush xml:id="br0">
      <inkml:brushProperty name="width" value="0.05" units="cm"/>
      <inkml:brushProperty name="height" value="0.05" units="cm"/>
    </inkml:brush>
  </inkml:definitions>
  <inkml:trace contextRef="#ctx0" brushRef="#br0">177 111 24575,'0'-4'0,"-1"0"0,1-1 0,-1 1 0,0 0 0,-1 0 0,1 1 0,-1-1 0,1 0 0,-1 0 0,-1 1 0,1-1 0,0 1 0,-1 0 0,1-1 0,-1 1 0,0 0 0,0 1 0,-6-5 0,7 6 0,0-1 0,0 1 0,0-1 0,0 1 0,0 0 0,0 0 0,-1 0 0,1 0 0,-1 0 0,1 0 0,0 1 0,-1-1 0,1 1 0,-1 0 0,1 0 0,-1 0 0,1 0 0,-1 0 0,1 0 0,-1 1 0,1-1 0,-1 1 0,1 0 0,-1 0 0,1 0 0,0 0 0,0 0 0,-1 0 0,1 0 0,-4 4 0,0 2 0,0 0 0,0 0 0,1 1 0,0 0 0,0 0 0,1 0 0,0 1 0,0-1 0,1 1 0,0 0 0,1 0 0,-1 0 0,2 0 0,0 1 0,0-1 0,0 0 0,1 1 0,1-1 0,1 15 0,0-19 0,0 1 0,0-1 0,0 0 0,1 0 0,0-1 0,0 1 0,0 0 0,0-1 0,1 0 0,0 0 0,0 0 0,0 0 0,0-1 0,0 1 0,1-1 0,0 0 0,-1 0 0,1-1 0,0 1 0,0-1 0,1 0 0,-1-1 0,0 1 0,12 0 0,-10 0 0,0-2 0,0 1 0,1-1 0,-1 0 0,0-1 0,0 1 0,1-2 0,-1 1 0,0-1 0,0 0 0,0 0 0,-1-1 0,1 0 0,0 0 0,-1 0 0,0-1 0,0 0 0,10-8 0,-11 6 0,-1 0 0,1 0 0,-1 0 0,0 0 0,0-1 0,0 0 0,-1 1 0,0-1 0,-1-1 0,0 1 0,0 0 0,0 0 0,-1-1 0,0 1 0,0-1 0,-1 1 0,0-1 0,0 1 0,-1-1 0,0 1 0,0-1 0,-1 1 0,0 0 0,0-1 0,-1 1 0,0 0 0,0 1 0,-1-1 0,1 0 0,-2 1 0,1 0 0,-1 0 0,1 0 0,-2 1 0,1-1 0,0 1 0,-1 0 0,-10-6 0,14 10 10,0 0 0,0 0 0,0 0-1,-1 0 1,1 0 0,0 0 0,-1 1-1,1-1 1,0 1 0,-1-1 0,1 1-1,0 0 1,-1 0 0,1 0 0,-1 0-1,1 1 1,0-1 0,-1 1 0,1-1-1,0 1 1,0 0 0,-1 0 0,1 0-1,0 0 1,0 0 0,0 0 0,0 1-1,0-1 1,0 1 0,1-1 0,-1 1-1,0 0 1,1 0 0,-2 2 0,0-1-92,1 0 1,0 0 0,1 1 0,-1-1-1,1 1 1,-1 0 0,1-1-1,0 1 1,0 0 0,0 0 0,1 0-1,0-1 1,-1 1 0,1 0 0,1 0-1,-1 0 1,0 0 0,1 0 0,0-1-1,2 7 1,5 7-6745</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1.115"/>
    </inkml:context>
    <inkml:brush xml:id="br0">
      <inkml:brushProperty name="width" value="0.05" units="cm"/>
      <inkml:brushProperty name="height" value="0.05" units="cm"/>
    </inkml:brush>
  </inkml:definitions>
  <inkml:trace contextRef="#ctx0" brushRef="#br0">0 46 24575,'0'-6'0,"0"-5"0,0-5 0,0 5 0,0 9 0,0 13 0,0 9 0,4 12 0,0 9 0,0 4 0,2 4 0,1 0 0,1-3 0,0-2 0,2-3 0,-1-4 0,-2-10-8191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1.382"/>
    </inkml:context>
    <inkml:brush xml:id="br0">
      <inkml:brushProperty name="width" value="0.05" units="cm"/>
      <inkml:brushProperty name="height" value="0.05" units="cm"/>
    </inkml:brush>
  </inkml:definitions>
  <inkml:trace contextRef="#ctx0" brushRef="#br0">122 81 24575,'14'-26'0,"-10"20"0,0 0 0,-1 0 0,0 0 0,3-9 0,-6 14 0,0 1 0,0-1 0,0 1 0,0-1 0,1 1 0,-1-1 0,0 1 0,0 0 0,0-1 0,0 1 0,0-1 0,0 1 0,-1-1 0,1 1 0,0-1 0,0 1 0,0 0 0,0-1 0,0 1 0,-1-1 0,1 1 0,0 0 0,0-1 0,-1 1 0,1-1 0,0 1 0,-1 0 0,1 0 0,0-1 0,-1 1 0,1 0 0,0-1 0,-1 1 0,1 0 0,-1 0 0,1 0 0,0-1 0,-1 1 0,1 0 0,-1 0 0,1 0 0,-1 0 0,1 0 0,0 0 0,-1 0 0,1 0 0,-1 0 0,1 0 0,-1 0 0,1 0 0,-1 0 0,1 0 0,0 1 0,-1-1 0,1 0 0,-1 0 0,-27 10 0,-30 21 0,52-28 0,0 1 0,0 0 0,1 1 0,-1-1 0,1 1 0,0 0 0,-5 8 0,9-12 0,0 0 0,1 0 0,-1 0 0,1 0 0,-1 0 0,1 0 0,-1 1 0,1-1 0,0 0 0,-1 0 0,1 1 0,0-1 0,0 0 0,0 1 0,0-1 0,0 0 0,0 0 0,1 1 0,-1-1 0,0 0 0,1 3 0,1-2 0,-1 1 0,1-1 0,-1 0 0,1 1 0,0-1 0,0 0 0,0 0 0,0 0 0,4 2 0,5 4 0,1-2 0,-1 1 0,18 5 0,-24-10 0,185 79-1365,-178-76-5461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1.565"/>
    </inkml:context>
    <inkml:brush xml:id="br0">
      <inkml:brushProperty name="width" value="0.05" units="cm"/>
      <inkml:brushProperty name="height" value="0.05" units="cm"/>
    </inkml:brush>
  </inkml:definitions>
  <inkml:trace contextRef="#ctx0" brushRef="#br0">0 87 24575,'3'-3'0,"1"-7"0,3-6 0,1-2 0,1-2 0,3 6 0,-1 8 0,1 9 0,-1 9 0,0 10 0,-2 7 0,1 4 0,-1 4 0,0 1 0,0 1 0,-2-6-8191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2.423"/>
    </inkml:context>
    <inkml:brush xml:id="br0">
      <inkml:brushProperty name="width" value="0.05" units="cm"/>
      <inkml:brushProperty name="height" value="0.05" units="cm"/>
    </inkml:brush>
  </inkml:definitions>
  <inkml:trace contextRef="#ctx0" brushRef="#br0">1 143 24575,'1'9'0,"0"-1"0,1 1 0,0-1 0,0 1 0,1-1 0,0 0 0,8 16 0,-10-23 0,0 0 0,0 0 0,-1-1 0,1 1 0,0 0 0,0 0 0,0 0 0,0-1 0,0 1 0,0 0 0,0-1 0,0 1 0,1-1 0,-1 1 0,0-1 0,0 0 0,0 1 0,1-1 0,-1 0 0,0 0 0,0 0 0,0 0 0,3 0 0,33-8 0,-3 1 0,-26 8 0,-1 0 0,0 1 0,0 0 0,0 0 0,10 5 0,-9-4 0,0 0 0,-1-1 0,1 0 0,10 2 0,-7-3 0,1-1 0,-1 0 0,0-1 0,0 0 0,0-1 0,0-1 0,0 1 0,0-1 0,0-1 0,-1 0 0,1-1 0,-1 0 0,-1 0 0,12-9 0,-13 8 0,0 1 0,-1-1 0,0-1 0,0 0 0,0 0 0,-1 0 0,0 0 0,0-1 0,-1 0 0,0-1 0,-1 1 0,0-1 0,0 1 0,-1-1 0,0-1 0,0 1 0,1-11 0,-4 18 0,1 0 0,-1 0 0,0 1 0,1-1 0,-1 0 0,0 0 0,0 0 0,-1 0 0,1 1 0,0-1 0,-1 0 0,1 0 0,-1 0 0,1 1 0,-1-1 0,0 0 0,1 1 0,-1-1 0,0 1 0,0-1 0,-1 1 0,1-1 0,0 1 0,0-1 0,-1 1 0,1 0 0,0 0 0,-1 0 0,1 0 0,-1 0 0,0 0 0,1 0 0,-3 0 0,1 0 0,0 1 0,0 0 0,0 0 0,0 0 0,0 0 0,0 0 0,1 1 0,-1-1 0,0 1 0,0 0 0,0-1 0,1 2 0,-1-1 0,0 0 0,1 0 0,-1 1 0,1-1 0,0 1 0,-1 0 0,-3 4 0,0 1 0,-1 1 0,1 1 0,1-1 0,-1 1 0,1 0 0,1 0 0,0 1 0,0-1 0,1 1 0,0 0 0,1 0 0,0 0 0,0 0 0,1 0 0,1 17 0,0 3 0,1-1 0,2 1 0,1-1 0,10 35 0,2-12 0,37 85 0,9 24 0,-61-158 0,0 0 0,0 0 0,0 0 0,-1 0 0,1 0 0,-1 0 0,0 0 0,0 0 0,0 0 0,0 0 0,-1 0 0,1 0 0,-1 0 0,0 0 0,-1 4 0,1-5 0,-1 0 0,1-1 0,0 1 0,-1-1 0,1 1 0,-1-1 0,1 0 0,-1 1 0,0-1 0,0 0 0,1 0 0,-1 0 0,0-1 0,0 1 0,0 0 0,0-1 0,0 1 0,0-1 0,0 0 0,0 1 0,0-1 0,0 0 0,-3-1 0,-5 1 0,1-1 0,0-1 0,0 1 0,0-2 0,0 1 0,1-1 0,-1 0 0,1-1 0,0 0 0,-1-1 0,2 1 0,-12-10 0,10 7 0,-1-1 0,2 0 0,-1 0 0,1-1 0,0 0 0,1-1 0,0 1 0,0-2 0,-5-11 0,11 20 15,0 0 0,0-1 0,0 1 0,0-1-1,0 1 1,0-1 0,1 1 0,-1-1 0,1 1 0,0-1-1,0 0 1,0 1 0,0-1 0,0 0 0,1 1 0,-1-1 0,1 1-1,0-1 1,-1 1 0,1-1 0,0 1 0,3-5 0,-1 3-171,0 0 1,1 1 0,0-1 0,0 1 0,0 0 0,0 0 0,0 0-1,0 1 1,1-1 0,8-2 0,7-3-6671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3.075"/>
    </inkml:context>
    <inkml:brush xml:id="br0">
      <inkml:brushProperty name="width" value="0.05" units="cm"/>
      <inkml:brushProperty name="height" value="0.05" units="cm"/>
    </inkml:brush>
  </inkml:definitions>
  <inkml:trace contextRef="#ctx0" brushRef="#br0">56 1 24575,'-9'0'0,"-19"0"0,27 0 0,0 0 0,0 0 0,0 0 0,0 0 0,0 0 0,0 1 0,0-1 0,0 0 0,0 1 0,0-1 0,0 1 0,0-1 0,0 1 0,0-1 0,0 1 0,0 0 0,-1 0 0,2 0 0,1 0 0,-1-1 0,1 1 0,-1-1 0,1 1 0,-1-1 0,1 1 0,-1-1 0,1 0 0,-1 1 0,1-1 0,-1 0 0,1 1 0,-1-1 0,1 0 0,0 0 0,-1 1 0,1-1 0,0 0 0,-1 0 0,2 0 0,18 5 0,17 2 104,1-1 0,44-1 0,79-5-664,-91-1-557,-40 1-5709</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3.818"/>
    </inkml:context>
    <inkml:brush xml:id="br0">
      <inkml:brushProperty name="width" value="0.05" units="cm"/>
      <inkml:brushProperty name="height" value="0.05" units="cm"/>
    </inkml:brush>
  </inkml:definitions>
  <inkml:trace contextRef="#ctx0" brushRef="#br0">21 245 24575,'-2'-2'0,"-12"-11"0,9 13 0,6 8 0,10 34 0,-1-1 0,-2 1 0,-2 0 0,-2 0 0,-3 77 0,-7-93 0,6-26 0,0 0 0,0 0 0,0 0 0,0 0 0,0 1 0,0-1 0,0 0 0,0 0 0,0 0 0,0 0 0,-1 0 0,1 0 0,0 1 0,0-1 0,0 0 0,0 0 0,0 0 0,0 0 0,0 0 0,0 0 0,-1 0 0,1 0 0,0 0 0,0 0 0,0 1 0,0-1 0,0 0 0,0 0 0,-1 0 0,1 0 0,0 0 0,0 0 0,0 0 0,0 0 0,0 0 0,-1 0 0,1 0 0,0 0 0,0 0 0,0 0 0,0 0 0,0 0 0,0-1 0,-1 1 0,-3-13 0,2-3 0,1 0 0,1 0 0,0 0 0,2 0 0,3-22 0,23-79 0,-27 111 0,43-135 0,-35 117 0,1 0 0,2 0 0,22-35 0,-29 52 0,1 0 0,-1 1 0,1 0 0,0 0 0,1 0 0,-1 1 0,1 0 0,9-5 0,-14 9 0,-1 0 0,1 0 0,0 0 0,0 0 0,0 0 0,-1 0 0,1 1 0,0-1 0,0 1 0,0-1 0,0 1 0,0 0 0,0 0 0,0 0 0,0 0 0,0 0 0,0 0 0,0 1 0,0-1 0,0 1 0,0-1 0,0 1 0,0 0 0,0-1 0,0 1 0,0 0 0,-1 0 0,1 1 0,0-1 0,-1 0 0,1 0 0,-1 1 0,0-1 0,1 1 0,-1-1 0,0 1 0,0 0 0,2 2 0,-1 2 0,0 0 0,0 0 0,0 0 0,0 0 0,-1 0 0,0 0 0,-1 1 0,1-1 0,-1 0 0,0 0 0,-1 1 0,1-1 0,-1 0 0,-1 0 0,1 0 0,-1 0 0,0 0 0,-4 8 0,-6 12 0,-1-2 0,-28 42 0,33-55 0,-13 16 0,16-21 0,0-1 0,1 1 0,-1 0 0,1 0 0,1 1 0,-1-1 0,1 1 0,-4 11 0,7-16 0,0-1 0,0 0 0,0 1 0,0-1 0,0 1 0,0-1 0,1 0 0,-1 1 0,1-1 0,-1 0 0,1 0 0,-1 1 0,1-1 0,0 0 0,0 0 0,0 0 0,-1 0 0,1 0 0,0 0 0,0 0 0,0 0 0,1 0 0,-1 0 0,0 0 0,0-1 0,0 1 0,1 0 0,-1-1 0,0 1 0,0-1 0,1 0 0,-1 1 0,1-1 0,1 0 0,8 3 0,-1-2 0,1 1 0,13-1 0,-19-1 0,15 0 0,0 1 0,1 0 0,29 5 0,-46-5 0,0 0 0,0 0 0,0 0 0,1 0 0,-1 1 0,-1-1 0,1 1 0,0 0 0,0 0 0,-1 1 0,1-1 0,-1 1 0,0 0 0,0 0 0,0 0 0,0 0 0,0 0 0,2 4 0,-5-5 0,1 0 0,-1 0 0,1-1 0,-1 1 0,1 0 0,-1 0 0,0 0 0,0 0 0,0 0 0,0-1 0,0 1 0,-1 0 0,1 0 0,-1 0 0,1 0 0,-1-1 0,1 1 0,-1 0 0,0 0 0,0-1 0,0 1 0,0-1 0,0 1 0,0-1 0,0 1 0,-1-1 0,1 1 0,0-1 0,-1 0 0,-1 1 0,-7 6 0,0-1 0,0 0 0,-15 7 0,19-10 0,-12 5-170,0 0-1,-1-1 0,1-1 1,-2-1-1,1-1 0,-1 0 1,-30 2-1,21-5-6655</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4.160"/>
    </inkml:context>
    <inkml:brush xml:id="br0">
      <inkml:brushProperty name="width" value="0.05" units="cm"/>
      <inkml:brushProperty name="height" value="0.05" units="cm"/>
    </inkml:brush>
  </inkml:definitions>
  <inkml:trace contextRef="#ctx0" brushRef="#br0">129 44 24575,'1'0'0,"-1"0"0,0 0 0,0 0 0,0 0 0,1 0 0,-1-1 0,0 1 0,0 0 0,0 0 0,0 0 0,1 0 0,-1 0 0,0-1 0,0 1 0,0 0 0,0 0 0,0 0 0,1-1 0,-1 1 0,0 0 0,0 0 0,0 0 0,0-1 0,0 1 0,0 0 0,0 0 0,0 0 0,0-1 0,0 1 0,0 0 0,0 0 0,0-1 0,0 1 0,0 0 0,0 0 0,0 0 0,0-1 0,0 1 0,-1 0 0,1 0 0,0 0 0,0-1 0,0 1 0,0 0 0,0 0 0,0 0 0,-1-1 0,-13 1 0,-16 6 0,24-4 0,1 1 0,-1 0 0,1 1 0,0-1 0,0 1 0,0 0 0,0 1 0,1-1 0,0 1 0,0 0 0,0 0 0,0 0 0,1 0 0,0 0 0,0 1 0,0 0 0,0 0 0,1 0 0,0 0 0,1 0 0,-1 0 0,1 0 0,0 0 0,1 0 0,0 1 0,0 8 0,0-8 0,1 0 0,-1 0 0,1 0 0,1 0 0,-1-1 0,1 1 0,0 0 0,1 0 0,0-1 0,0 0 0,0 1 0,1-1 0,0-1 0,0 1 0,0 0 0,1-1 0,0 0 0,0 0 0,0 0 0,1-1 0,-1 0 0,1 0 0,9 5 0,-11-7 0,0-1 0,0 0 0,-1 0 0,1 0 0,0 0 0,0 0 0,0-1 0,0 0 0,0 1 0,0-2 0,0 1 0,0 0 0,0-1 0,0 0 0,4-1 0,-2 0 0,0-1 0,0 1 0,0-1 0,-1-1 0,1 1 0,-1-1 0,0 0 0,9-8 0,-6 2 0,0 1 0,0-1 0,-1 0 0,0-1 0,-1 0 0,0 0 0,0 0 0,-1-1 0,4-15 0,-8 21 0,1 0 0,-1-1 0,0 1 0,-1-1 0,1 1 0,-1 0 0,-1-1 0,1 1 0,-1-1 0,0 1 0,-1 0 0,1 0 0,-1 0 0,0 0 0,-4-8 0,3 10 0,0-1 0,0 1 0,0 0 0,-1 0 0,1 0 0,-1 0 0,0 0 0,0 1 0,-1 0 0,1 0 0,0 0 0,-1 0 0,0 1 0,0-1 0,0 1 0,0 1 0,0-1 0,-9-1 0,-16-1-1365,3 3-5461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4.518"/>
    </inkml:context>
    <inkml:brush xml:id="br0">
      <inkml:brushProperty name="width" value="0.05" units="cm"/>
      <inkml:brushProperty name="height" value="0.05" units="cm"/>
    </inkml:brush>
  </inkml:definitions>
  <inkml:trace contextRef="#ctx0" brushRef="#br0">187 84 24575,'-1'-2'0,"1"0"0,-1 0 0,0-1 0,1 1 0,-1 0 0,0 0 0,-1 0 0,1 0 0,0 0 0,-1 0 0,1 0 0,-3-2 0,-22-21 0,23 22 0,-1 0 0,0 0 0,0 0 0,0 0 0,0 1 0,0-1 0,-1 1 0,1 0 0,-1 1 0,-8-3 0,10 3 0,1 1 0,0 0 0,0 0 0,0 1 0,-1-1 0,1 0 0,0 1 0,0-1 0,0 1 0,0 0 0,0-1 0,0 1 0,0 0 0,0 0 0,0 0 0,0 1 0,1-1 0,-1 0 0,0 1 0,1-1 0,-1 1 0,1 0 0,0-1 0,-1 1 0,1 0 0,0 0 0,-1 2 0,-4 8 0,0 0 0,1 0 0,1 0 0,-1 1 0,2-1 0,0 1 0,-2 26 0,4-30 0,0 0 0,1-1 0,0 1 0,1 0 0,0 0 0,0 0 0,1-1 0,0 1 0,1 0 0,0-1 0,0 0 0,8 15 0,-9-21 0,-1 1 0,1 0 0,0-1 0,0 0 0,0 1 0,0-1 0,0 0 0,1 0 0,-1 0 0,0-1 0,1 1 0,0 0 0,-1-1 0,1 0 0,0 0 0,0 1 0,0-2 0,0 1 0,-1 0 0,1-1 0,1 1 0,-1-1 0,0 0 0,0 0 0,0 0 0,3 0 0,-1-2 0,0 1 0,0-1 0,-1 0 0,1 0 0,-1 0 0,1-1 0,-1 1 0,0-1 0,0 0 0,0 0 0,0-1 0,-1 1 0,1-1 0,-1 0 0,4-5 0,-2 0 0,0 1 0,0-1 0,-1-1 0,0 1 0,-1-1 0,0 1 0,-1-1 0,1 0 0,-2 0 0,0 0 0,0 0 0,-1 0 0,-1-14 0,1 18 0,-1 0 0,0 0 0,0 0 0,-1 0 0,0 0 0,0 0 0,0 0 0,-1 0 0,0 1 0,-4-7 0,5 9 0,-1 0 0,0 0 0,0-1 0,0 2 0,0-1 0,0 0 0,-1 1 0,1-1 0,-1 1 0,0 0 0,0 1 0,1-1 0,-1 0 0,0 1 0,-1 0 0,-3-1 0,5 2-105,1-1 0,-1 1 0,1 0 0,-1 0 0,1 0 0,-1 1 0,1-1 0,-1 0 0,1 1 0,0 0 0,-1-1 0,-3 3 0,-7 5-6721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4.800"/>
    </inkml:context>
    <inkml:brush xml:id="br0">
      <inkml:brushProperty name="width" value="0.05" units="cm"/>
      <inkml:brushProperty name="height" value="0.05" units="cm"/>
    </inkml:brush>
  </inkml:definitions>
  <inkml:trace contextRef="#ctx0" brushRef="#br0">59 55 24575,'-19'-23'0,"16"18"0,-1 0 0,1 1 0,-1-1 0,-9-6 0,13 11 0,0 0 0,0 0 0,-1-1 0,1 1 0,0 0 0,0 0 0,0 0 0,-1 0 0,1 0 0,0 0 0,0 0 0,0 0 0,-1 0 0,1 0 0,0 0 0,0 0 0,0 0 0,-1 0 0,1 0 0,0 0 0,0 0 0,-1 0 0,1 0 0,0 0 0,0 0 0,0 0 0,-1 0 0,1 0 0,0 0 0,0 1 0,0-1 0,0 0 0,-1 0 0,1 0 0,0 0 0,0 0 0,0 1 0,0-1 0,0 0 0,-1 0 0,1 0 0,0 1 0,0-1 0,0 0 0,0 0 0,0 0 0,0 1 0,0-1 0,0 0 0,0 0 0,0 1 0,-2 13 0,2-13 0,-2 112-682,19 165-1,-15-252-6143</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5.067"/>
    </inkml:context>
    <inkml:brush xml:id="br0">
      <inkml:brushProperty name="width" value="0.05" units="cm"/>
      <inkml:brushProperty name="height" value="0.05" units="cm"/>
    </inkml:brush>
  </inkml:definitions>
  <inkml:trace contextRef="#ctx0" brushRef="#br0">141 31 24575,'6'-7'0,"-5"5"0,1 0 0,0 0 0,-1 0 0,1 0 0,0 0 0,0 1 0,0-1 0,0 1 0,0-1 0,1 1 0,-1 0 0,0 0 0,5-2 0,-7 4 0,0 0 0,0-1 0,-1 1 0,1 0 0,0 0 0,0-1 0,0 1 0,-1 0 0,1-1 0,0 1 0,-1 0 0,1-1 0,-1 1 0,1-1 0,-1 1 0,1-1 0,-1 1 0,1 0 0,-1-1 0,0 1 0,-13 13 0,-55 38 0,45-35 0,-22 20 0,44-35 0,0-1 0,1 1 0,0-1 0,-1 1 0,1 0 0,0-1 0,0 1 0,0 0 0,0 0 0,0 0 0,0 0 0,1 0 0,-1 0 0,1 0 0,-1 0 0,1 0 0,0 0 0,0 0 0,0 0 0,0 0 0,0 0 0,0 0 0,0 0 0,1 0 0,-1 0 0,1 0 0,0 0 0,-1 0 0,1 0 0,0 0 0,0 0 0,0 0 0,0 0 0,1-1 0,2 4 0,5 6 0,1-1 0,0 0 0,1 0 0,14 10 0,-9-8 0,5 5-682,42 23-1,-39-26-6143</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5.686"/>
    </inkml:context>
    <inkml:brush xml:id="br0">
      <inkml:brushProperty name="width" value="0.05" units="cm"/>
      <inkml:brushProperty name="height" value="0.05" units="cm"/>
    </inkml:brush>
  </inkml:definitions>
  <inkml:trace contextRef="#ctx0" brushRef="#br0">295 55 24575,'-1'-2'0,"1"1"0,-1-1 0,1 0 0,-1 0 0,0 0 0,0 1 0,0-1 0,0 1 0,0-1 0,0 0 0,-1 1 0,1 0 0,0-1 0,-1 1 0,1 0 0,-1 0 0,0 0 0,1 0 0,-1 0 0,0 0 0,-3-1 0,-4-2 0,1 0 0,-1 1 0,-10-2 0,10 3 0,0 0 0,0 1 0,-1 0 0,1 0 0,0 1 0,-10 1 0,17 0 0,0-1 0,1 0 0,-1 0 0,0 1 0,1-1 0,-1 0 0,1 1 0,-1 0 0,1-1 0,-1 1 0,1 0 0,-1 0 0,1 0 0,0 0 0,-1 0 0,1 0 0,0 0 0,0 0 0,0 1 0,0-1 0,0 0 0,0 1 0,0-1 0,0 1 0,1-1 0,-1 1 0,0-1 0,1 1 0,-1 0 0,1-1 0,0 1 0,0-1 0,-1 1 0,1 0 0,0-1 0,0 1 0,1 0 0,-1-1 0,0 1 0,0 0 0,2 2 0,0 3 0,0-1 0,1 0 0,0 0 0,0 0 0,1 0 0,-1 0 0,1 0 0,0-1 0,1 0 0,-1 0 0,1 0 0,0 0 0,11 6 0,7 6 0,48 23 0,-71-39 0,49 22 0,26 16 0,-66-34 0,-1 1 0,1 0 0,-1 0 0,0 1 0,12 14 0,-18-20 0,-1 1 0,1 0 0,-1 0 0,0-1 0,0 1 0,0 0 0,0 0 0,0 0 0,0 0 0,-1 0 0,1 0 0,0 0 0,-1 1 0,0-1 0,0 0 0,1 0 0,-1 0 0,0 0 0,-1 0 0,1 1 0,-1 3 0,0-3 0,-1 0 0,0 1 0,0-1 0,1 0 0,-2 0 0,1 0 0,0-1 0,-1 1 0,1 0 0,-1-1 0,0 0 0,-2 3 0,-10 4 0,1-1 0,-1 0 0,0-1 0,-24 8 0,12-6 0,-1-1 0,0-1 0,-35 4 0,53-10 0,-1 0 0,0 0 0,1-1 0,-1 0 0,0-1 0,0-1 0,1 1 0,-1-2 0,1 0 0,-1 0 0,-16-8 0,23 9-47,1 0 0,0 0 0,0 0 0,0 0 0,0-1 0,0 1 0,1-1 0,-1 0 0,1 0-1,0 0 1,0 0 0,0 0 0,0 0 0,0-1 0,0 1 0,1 0 0,0-1 0,0 0 0,0 1 0,0-1 0,1 0 0,-1 1-1,1-1 1,0 0 0,0 0 0,0 1 0,0-1 0,2-7 0,5-15-6779</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6.467"/>
    </inkml:context>
    <inkml:brush xml:id="br0">
      <inkml:brushProperty name="width" value="0.05" units="cm"/>
      <inkml:brushProperty name="height" value="0.05" units="cm"/>
    </inkml:brush>
  </inkml:definitions>
  <inkml:trace contextRef="#ctx0" brushRef="#br0">0 32 24575,'16'-1'0,"-11"1"0,0 0 0,0 0 0,0 0 0,0 0 0,0 1 0,9 2 0,-12-2 0,-1-1 0,1 1 0,-1 0 0,0 0 0,0 0 0,0 0 0,1 0 0,-1 0 0,0 0 0,0 0 0,0 0 0,-1 1 0,1-1 0,0 0 0,0 0 0,-1 1 0,1-1 0,0 1 0,-1-1 0,0 1 0,1-1 0,-1 1 0,0-1 0,0 1 0,0-1 0,1 1 0,-2 2 0,1 44 0,-1-24 0,1 1 0,1-1 0,1 1 0,6 24 0,-6-41 0,0-1 0,1 0 0,-1 0 0,2 0 0,-1 0 0,1-1 0,-1 1 0,2-1 0,-1 0 0,1 0 0,0 0 0,0-1 0,1 0 0,-1 0 0,1 0 0,0-1 0,11 7 0,-11-8 0,0 0 0,0-1 0,0 1 0,0-1 0,0 0 0,0-1 0,1 0 0,-1 0 0,0 0 0,1 0 0,-1-1 0,1 0 0,-1-1 0,1 0 0,-1 1 0,0-2 0,1 1 0,-1-1 0,0 0 0,0 0 0,0-1 0,0 0 0,-1 0 0,1 0 0,-1-1 0,1 0 0,8-8 0,-4 2 0,-1 0 0,1 0 0,-1-1 0,-1-1 0,0 1 0,-1-1 0,0-1 0,-1 1 0,0-1 0,-1 0 0,6-25 0,-7 22 0,-2 0 0,1-1 0,-1-27 0,-2 40 0,0 0 0,0 0 0,0 0 0,-1 0 0,1 0 0,-1 0 0,0 1 0,0-1 0,-1 0 0,1 1 0,-1-1 0,0 1 0,0-1 0,0 1 0,0 0 0,0 0 0,-1 0 0,1 0 0,-1 0 0,0 0 0,-4-2 0,6 4 0,-1 0 0,1 0 0,0 1 0,0-1 0,0 1 0,-1-1 0,1 1 0,0-1 0,-1 1 0,1 0 0,0 0 0,-1 0 0,1 0 0,0 0 0,-1 0 0,1 0 0,0 0 0,-1 0 0,1 1 0,0-1 0,0 0 0,-1 1 0,1-1 0,0 1 0,0-1 0,-1 1 0,1 0 0,0 0 0,0-1 0,0 1 0,0 0 0,0 0 0,0 0 0,0 0 0,1 0 0,-1 0 0,-1 2 0,0 0 0,1 0 0,-1 1 0,1-1 0,0 0 0,0 1 0,0-1 0,0 1 0,0-1 0,1 1 0,0-1 0,-1 1 0,1-1 0,1 6 0,1 1 0,1 1 0,0-1 0,1 1 0,0-1 0,1-1 0,8 15 0,0-3 0,28 33 0,-37-49 0,1-1 0,0 1 0,0-1 0,0 0 0,1-1 0,-1 1 0,1-1 0,0 0 0,0 0 0,9 3 0,9 3 0,-21-7 0,-1 0 0,1-1 0,-1 1 0,0 0 0,0 0 0,1 1 0,-1-1 0,-1 0 0,1 1 0,0-1 0,0 1 0,-1 0 0,0 0 0,1-1 0,-1 1 0,0 0 0,0 0 0,0 5 0,2 9 0,0-1 0,0 22 0,-2-14 0,9 65 0,31 136 0,-34-204 0,-7-21 0,0 0 0,0 0 0,0 1 0,0-1 0,0 0 0,0 0 0,0 0 0,0 0 0,0 1 0,0-1 0,0 0 0,0 0 0,0 0 0,0 0 0,0 1 0,0-1 0,1 0 0,-1 0 0,0 0 0,0 0 0,0 0 0,0 0 0,0 0 0,1 1 0,-1-1 0,0 0 0,0 0 0,0 0 0,0 0 0,0 0 0,1 0 0,-1 0 0,0 0 0,0 0 0,0 0 0,1 0 0,-1 0 0,0 0 0,0 0 0,0 0 0,1 0 0,2-8 0,0-14 0,1-242 0,-6 149 0,18-144 0,-14 238 0,0 6 0,0 1 0,1 0 0,7-24 0,-10 37 0,0 1 0,0-1 0,1 0 0,-1 1 0,0-1 0,0 1 0,1-1 0,-1 0 0,1 1 0,-1-1 0,0 1 0,1-1 0,-1 1 0,1-1 0,-1 1 0,1-1 0,0 1 0,-1-1 0,1 1 0,-1 0 0,1-1 0,0 1 0,0 0 0,0 0 0,-1 0 0,1 0 0,-1 0 0,1 0 0,0 1 0,-1-1 0,1 0 0,-1 0 0,1 1 0,-1-1 0,1 0 0,-1 1 0,1-1 0,-1 1 0,1-1 0,-1 0 0,1 1 0,0 0 0,18 33 0,-16-26 0,13 23 0,-2 1 0,-2 0 0,-1 1 0,-1 1 0,10 68 0,-19-94-114,0 0 1,-1 0-1,0 1 0,0-1 0,-1 0 1,0 0-1,0 1 0,-1-1 0,0 0 1,0 0-1,-5 10 0,0-8-6712</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6.931"/>
    </inkml:context>
    <inkml:brush xml:id="br0">
      <inkml:brushProperty name="width" value="0.05" units="cm"/>
      <inkml:brushProperty name="height" value="0.05" units="cm"/>
    </inkml:brush>
  </inkml:definitions>
  <inkml:trace contextRef="#ctx0" brushRef="#br0">110 221 24575,'0'-1'0,"1"1"0,-1-1 0,0 1 0,1-1 0,-1 1 0,1-1 0,-1 1 0,1-1 0,-1 1 0,1 0 0,0-1 0,-1 1 0,1 0 0,-1-1 0,1 1 0,0 0 0,-1 0 0,1 0 0,0-1 0,-1 1 0,1 0 0,0 0 0,-1 0 0,1 0 0,0 0 0,-1 0 0,1 0 0,0 1 0,0-1 0,-1 0 0,1 0 0,-1 0 0,1 1 0,0-1 0,-1 0 0,1 1 0,-1-1 0,1 1 0,0-1 0,-1 0 0,1 1 0,-1-1 0,0 1 0,1-1 0,-1 1 0,1 0 0,-1 0 0,2 1 0,-1 0 0,0 1 0,-1-1 0,1 1 0,0-1 0,-1 1 0,1-1 0,-1 1 0,0-1 0,0 1 0,0 4 0,-33 168 0,30-149 0,1-7 0,0-1 0,-1 1 0,0-1 0,-2 1 0,0-1 0,-10 20 0,15-37 0,0-1 0,0 1 0,0-1 0,0 1 0,0-1 0,-1 0 0,1 1 0,0-1 0,0 0 0,-1 1 0,1-1 0,0 0 0,0 1 0,-1-1 0,1 0 0,0 1 0,-1-1 0,1 0 0,0 0 0,-1 0 0,1 1 0,-1-1 0,1 0 0,0 0 0,-1 0 0,1 0 0,-1 0 0,1 1 0,0-1 0,-1 0 0,1 0 0,-1 0 0,1 0 0,-1-1 0,-8-12 0,-1-24 0,10 36 0,-34-200 0,29 159 0,2 0 0,4-77 0,0 107 0,1-1 0,0 1 0,1 0 0,1 0 0,-1 0 0,2 0 0,0 1 0,7-13 0,-11 21 0,1 1 0,-1-1 0,1 1 0,0 0 0,0-1 0,0 1 0,0 0 0,0 0 0,0 0 0,1 0 0,-1 0 0,0 1 0,1-1 0,0 1 0,-1 0 0,1-1 0,0 1 0,0 1 0,0-1 0,0 0 0,-1 1 0,1-1 0,0 1 0,0 0 0,0 0 0,0 0 0,0 0 0,0 0 0,0 1 0,0 0 0,0-1 0,0 1 0,0 0 0,-1 0 0,1 1 0,0-1 0,-1 0 0,5 4 0,1 1 0,0 0 0,-1 0 0,0 1 0,0 0 0,-1 0 0,0 0 0,0 1 0,-1 0 0,1 0 0,-2 1 0,1-1 0,-1 1 0,-1 0 0,0 0 0,3 12 0,-4-14 0,0 0 0,-1 0 0,0 0 0,0 0 0,-1 1 0,1-1 0,-2 0 0,1 0 0,-1 0 0,0 1 0,-1-1 0,1 0 0,-1 0 0,-1-1 0,1 1 0,-1 0 0,0-1 0,-1 1 0,0-1 0,-8 10 0,9-13-170,0 0-1,0 0 0,0-1 1,-1 1-1,0-1 0,1 0 1,-8 3-1,-5 1-6655</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7.183"/>
    </inkml:context>
    <inkml:brush xml:id="br0">
      <inkml:brushProperty name="width" value="0.05" units="cm"/>
      <inkml:brushProperty name="height" value="0.05" units="cm"/>
    </inkml:brush>
  </inkml:definitions>
  <inkml:trace contextRef="#ctx0" brushRef="#br0">0 1 24575,'20'46'0,"-3"1"0,-2 1 0,13 70 0,-11-43 0,-13-59 34,1 1 1,0-1-1,1-1 0,1 1 0,0-1 0,1 0 0,1-1 0,1 0 0,11 14 1,-14-20-142,0-1 0,1 0 1,0 0-1,0 0 0,1-1 1,0-1-1,0 1 0,0-1 1,1-1-1,0 0 0,0 0 1,0-1-1,0 0 0,0-1 1,15 2-1,22-1-6719</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8.496"/>
    </inkml:context>
    <inkml:brush xml:id="br0">
      <inkml:brushProperty name="width" value="0.05" units="cm"/>
      <inkml:brushProperty name="height" value="0.05" units="cm"/>
    </inkml:brush>
  </inkml:definitions>
  <inkml:trace contextRef="#ctx0" brushRef="#br0">1 234 24575,'3'-10'0,"0"0"0,1 0 0,0 0 0,1 0 0,0 1 0,0-1 0,1 1 0,1 0 0,-1 1 0,1 0 0,1 0 0,-1 0 0,1 1 0,1 0 0,-1 1 0,1 0 0,18-10 0,-4 5 0,0 0 0,2 1 0,-1 1 0,1 2 0,0 0 0,34-4 0,-25 8 0,0 0 0,1 3 0,-1 0 0,0 3 0,0 1 0,0 1 0,-1 2 0,0 1 0,0 1 0,0 2 0,-2 2 0,50 26 0,-46-19 0,-1 2 0,-1 0 0,-1 3 0,-2 1 0,0 1 0,-2 1 0,0 1 0,-2 2 0,-2 1 0,31 52 0,-22-21-57,-3 1 0,-2 1 0,-4 2 0,-2 0 0,-4 1 0,17 118-1,-21-60-75,-5 0 0,-15 236 0,-23-115 199,18-187-10,-3-1-1,-23 65 1,24-89-13,-2-1 0,-1 0 1,-2-2-1,-34 50 0,35-60-12,-1 0 0,-1-2 0,-1 0 0,-1-1 0,-1-1 0,-44 29 0,35-28-236,-1-2-1,-1-1 1,0-2 0,-1-1-1,-61 15 1,44-19-6621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9.096"/>
    </inkml:context>
    <inkml:brush xml:id="br0">
      <inkml:brushProperty name="width" value="0.05" units="cm"/>
      <inkml:brushProperty name="height" value="0.05" units="cm"/>
    </inkml:brush>
  </inkml:definitions>
  <inkml:trace contextRef="#ctx0" brushRef="#br0">85 74 24575,'-15'-3'0,"-27"-8"0,40 11 0,0-1 0,1 0 0,-1 1 0,0-1 0,1 0 0,-1 0 0,0 0 0,1 0 0,-1 0 0,1 0 0,0 0 0,-1-1 0,1 1 0,0 0 0,0-1 0,0 1 0,-2-3 0,4 3 0,-1 1 0,0-1 0,0 0 0,0 1 0,0-1 0,1 0 0,-1 1 0,0-1 0,0 1 0,1-1 0,-1 0 0,1 1 0,-1-1 0,0 1 0,1-1 0,-1 1 0,1-1 0,-1 1 0,1 0 0,-1-1 0,1 1 0,0-1 0,-1 1 0,1 0 0,-1 0 0,1-1 0,0 1 0,-1 0 0,1 0 0,0 0 0,1 0 0,27-7 0,-26 6 0,32-5 0,0 1 0,0 1 0,0 2 0,0 2 0,1 1 0,-1 2 0,0 1 0,46 13 0,-74-16 0,-1 1 0,1 1 0,-1-1 0,0 1 0,0 0 0,0 1 0,-1-1 0,1 1 0,7 7 0,-12-9 0,1-1 0,-1 1 0,0-1 0,0 1 0,0 0 0,0 0 0,0-1 0,0 1 0,0 0 0,0 0 0,-1 0 0,1 0 0,-1 0 0,0 0 0,1 0 0,-1 0 0,0 0 0,0 0 0,0 0 0,-1 0 0,1 0 0,0 0 0,-1 0 0,1 0 0,-1 0 0,0 0 0,0 0 0,1-1 0,-1 1 0,0 0 0,-1 0 0,1-1 0,0 1 0,0-1 0,-3 3 0,-5 6 0,-2-1 0,1 1 0,-1-1 0,0-1 0,-1 0 0,-16 8 0,12-7 0,0 1 0,-26 20 0,41-29 0,0 1 0,-1-1 0,1 0 0,0 1 0,0-1 0,-1 0 0,1 1 0,0 0 0,1-1 0,-1 1 0,0-1 0,0 1 0,1 0 0,-1 0 0,0 2 0,1-3 0,0 0 0,0 1 0,0-1 0,1 0 0,-1 0 0,0 1 0,1-1 0,-1 0 0,1 0 0,-1 0 0,1 0 0,-1 0 0,1 0 0,0 0 0,-1 0 0,1 0 0,1 2 0,5 2 0,-1 0 0,1-1 0,0 0 0,0 0 0,13 5 0,-3 0 0,-4-3 0,10 6 0,0 0 0,33 25 0,-51-34 0,0 1 0,-1 0 0,1 0 0,-1 0 0,0 1 0,0-1 0,0 1 0,-1 0 0,0 0 0,0 0 0,0 1 0,0-1 0,-1 1 0,0 0 0,0-1 0,1 12 0,-3-15 0,0 0 0,0 0 0,0 0 0,-1 0 0,1 0 0,-1 0 0,1 0 0,-1 0 0,0 0 0,0-1 0,0 1 0,0 0 0,0 0 0,0-1 0,0 1 0,0-1 0,-1 1 0,1-1 0,-1 0 0,1 1 0,-1-1 0,0 0 0,1 0 0,-1 0 0,0 0 0,0 0 0,-3 1 0,-6 2 0,0-1 0,0 1 0,-17 1 0,24-4 0,-19 3-114,1-2 1,-1 0-1,1-1 0,-1-2 0,0 0 1,1-2-1,-1 0 0,1-1 0,0-1 1,0-2-1,-29-12 0,30 9-6712</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9.354"/>
    </inkml:context>
    <inkml:brush xml:id="br0">
      <inkml:brushProperty name="width" value="0.05" units="cm"/>
      <inkml:brushProperty name="height" value="0.05" units="cm"/>
    </inkml:brush>
  </inkml:definitions>
  <inkml:trace contextRef="#ctx0" brushRef="#br0">0 1 24575,'1'3'0,"0"1"0,0-1 0,0 1 0,0-1 0,1 0 0,-1 1 0,1-1 0,3 4 0,6 15 0,1 21 0,-1 0 0,6 62 0,-10-55 0,17 66 0,-23-111-105,1-1 0,-1 1 0,1-1 0,0 0 0,0 0 0,0 1 0,0-1 0,1-1 0,-1 1 0,1 0 0,0-1 0,7 7 0,3-2-6721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9.481"/>
    </inkml:context>
    <inkml:brush xml:id="br0">
      <inkml:brushProperty name="width" value="0.05" units="cm"/>
      <inkml:brushProperty name="height" value="0.05" units="cm"/>
    </inkml:brush>
  </inkml:definitions>
  <inkml:trace contextRef="#ctx0" brushRef="#br0">48 14 24575,'-6'-3'0,"-6"-1"0,-3 0 0,0 1-8191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6:59.678"/>
    </inkml:context>
    <inkml:brush xml:id="br0">
      <inkml:brushProperty name="width" value="0.05" units="cm"/>
      <inkml:brushProperty name="height" value="0.05" units="cm"/>
    </inkml:brush>
  </inkml:definitions>
  <inkml:trace contextRef="#ctx0" brushRef="#br0">1 1 24575,'0'3'0,"0"4"0,0 4 0,3 4 0,1 5 0,0 5 0,2 6 0,1 5 0,-2 7 0,2 6 0,0 3 0,1-1 0,1-2 0,-3-4 0,-1-9-8191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0.582"/>
    </inkml:context>
    <inkml:brush xml:id="br0">
      <inkml:brushProperty name="width" value="0.05" units="cm"/>
      <inkml:brushProperty name="height" value="0.05" units="cm"/>
    </inkml:brush>
  </inkml:definitions>
  <inkml:trace contextRef="#ctx0" brushRef="#br0">0 254 24575,'1'-2'0,"-1"0"0,0 0 0,1 0 0,-1 0 0,1 0 0,0 0 0,-1 1 0,1-1 0,0 0 0,0 0 0,0 0 0,0 1 0,1-1 0,-1 1 0,0-1 0,1 1 0,-1-1 0,1 1 0,0 0 0,-1 0 0,1 0 0,0 0 0,-1 0 0,1 0 0,0 0 0,0 0 0,0 1 0,2-1 0,8-2 0,-1 0 0,0 1 0,19-1 0,-28 3 0,271-4 0,-82 5 0,-183-1 0,35-3 0,-41 3 0,0-1 0,0 1 0,0-1 0,0 1 0,0-1 0,0 0 0,-1 1 0,1-1 0,0 0 0,0 0 0,0 0 0,-1-1 0,1 1 0,-1 0 0,1-1 0,2-2 0,-4 3 0,0 0 0,1 0 0,-1 0 0,0 0 0,0 1 0,0-1 0,0 0 0,0 0 0,0 0 0,0 0 0,0 0 0,0 0 0,0 0 0,0 0 0,-1 0 0,1 0 0,0 0 0,-1 0 0,1 1 0,-1-1 0,1 0 0,-1 0 0,1 0 0,-1 1 0,1-1 0,-1 0 0,-1-1 0,-23-19 0,22 19 0,-11-8 0,1 1 0,-2 0 0,1 0 0,-1 2 0,-1 0 0,1 0 0,-33-7 0,46 13 0,0 1 0,0-1 0,0 1 0,0 0 0,0-1 0,0 1 0,0 0 0,0 0 0,0 1 0,0-1 0,0 0 0,0 1 0,0-1 0,0 1 0,1 0 0,-1-1 0,0 1 0,0 0 0,0 0 0,1 0 0,-1 1 0,0-1 0,1 0 0,-1 0 0,1 1 0,0-1 0,-1 1 0,1 0 0,0-1 0,0 1 0,0 0 0,0-1 0,0 1 0,1 0 0,-1 0 0,0 0 0,1 0 0,-1 0 0,1 0 0,0 0 0,0 0 0,0 0 0,0 2 0,0 6 0,0 0 0,1 0 0,0 0 0,1 0 0,0 0 0,0-1 0,6 14 0,-3-10 0,0-1 0,1 0 0,1-1 0,0 1 0,1-1 0,0 0 0,0-1 0,1 0 0,1 0 0,0-1 0,0 0 0,0-1 0,19 11 0,-19-14 0,0 0 0,0 0 0,1-1 0,0 0 0,0-1 0,0 0 0,0-1 0,1 0 0,-1-1 0,0 0 0,1-1 0,-1 0 0,1-1 0,-1 0 0,0-1 0,14-4 0,-12 3 0,-1-1 0,1 0 0,-1-1 0,0-1 0,0 0 0,-1 0 0,0-1 0,0-1 0,-1 0 0,1 0 0,-2-1 0,1 0 0,-1-1 0,-1 0 0,0-1 0,0 1 0,-1-1 0,0-1 0,8-21 0,-9 21 0,-3 7 0,-1 0 0,0-1 0,0 1 0,0-1 0,-1 1 0,1-1 0,-1 0 0,0-6 0,-1 12 0,0 0 0,0-1 0,0 1 0,0 0 0,0-1 0,0 1 0,0 0 0,0-1 0,0 1 0,0-1 0,0 1 0,0 0 0,0-1 0,0 1 0,0 0 0,0-1 0,-1 1 0,1 0 0,0-1 0,0 1 0,0 0 0,0 0 0,-1-1 0,1 1 0,0 0 0,0 0 0,-1-1 0,0 1 0,-5 6 0,-5 19 0,8-14 0,2 0 0,0 0 0,0 0 0,1 1 0,0-1 0,1 0 0,0 0 0,6 20 0,-6-25 0,1-1 0,0 0 0,0 1 0,1-1 0,-1 0 0,1 0 0,0 0 0,7 7 0,-8-10 0,0 0 0,1 0 0,-1 0 0,1 0 0,-1 0 0,1 0 0,0-1 0,0 1 0,0-1 0,0 0 0,0 0 0,0 0 0,0 0 0,0 0 0,0-1 0,4 1 0,-1-1 0,0-1 0,-1 0 0,1 0 0,0 0 0,-1 0 0,0-1 0,1 0 0,-1 0 0,0-1 0,0 0 0,0 1 0,0-2 0,-1 1 0,1 0 0,-1-1 0,0 0 0,0 0 0,0 0 0,5-8 0,2-3 0,0 0 0,-2-1 0,0 0 0,13-30 0,-13 19 0,10-47 0,1-4 0,-20 77 0,0 1 0,0 0 0,-1 0 0,1 0 0,0 0 0,0 0 0,0-1 0,0 1 0,0 0 0,0 0 0,0 0 0,0 0 0,0 0 0,1-1 0,-1 1 0,0 0 0,0 0 0,0 0 0,0 0 0,0 0 0,0 0 0,0-1 0,0 1 0,0 0 0,0 0 0,0 0 0,0 0 0,1 0 0,-1 0 0,0 0 0,0 0 0,0-1 0,0 1 0,0 0 0,0 0 0,1 0 0,-1 0 0,0 0 0,0 0 0,0 0 0,0 0 0,0 0 0,1 0 0,-1 0 0,0 0 0,0 0 0,0 0 0,0 0 0,0 0 0,1 0 0,-1 0 0,0 0 0,0 0 0,0 0 0,0 0 0,0 0 0,1 1 0,-1-1 0,0 0 0,5 12 0,2 25 0,-6-34 0,11 73 0,3 0 0,36 103 0,-49-175 0,-1 0 0,1 0 0,0 1 0,0-1 0,1 0 0,-1 0 0,5 4 0,-6-6 0,1-1 0,0 0 0,-1 0 0,1 0 0,0 0 0,-1 0 0,1 0 0,0-1 0,0 1 0,0 0 0,-1-1 0,1 1 0,0-1 0,0 0 0,0 0 0,0 0 0,0 0 0,0 0 0,0 0 0,2-1 0,3 0 0,-1 0 0,1 1 0,0-1 0,-1 1 0,1 1 0,9 1 0,-14-2 0,0 1 0,-1 0 0,1-1 0,0 1 0,0 0 0,-1 0 0,1 0 0,-1 0 0,1 0 0,-1 1 0,1-1 0,-1 0 0,0 1 0,0-1 0,1 1 0,-1-1 0,0 1 0,0 0 0,-1-1 0,1 1 0,0 0 0,0 0 0,-1-1 0,1 1 0,-1 0 0,0 0 0,1 2 0,-1-2 7,0-1 0,0 0 0,1 0 0,-1 0-1,0 1 1,0-1 0,0 0 0,0 0 0,-1 1 0,1-1-1,0 0 1,0 0 0,-1 0 0,1 1 0,-1-1-1,1 0 1,-1 0 0,1 0 0,-1 0 0,0 0 0,1 0-1,-1 0 1,0 0 0,-1 1 0,0-1 5,0 0 0,0 0 0,0 0 1,1-1-1,-1 1 0,0-1 0,0 1 0,0-1 1,0 0-1,0 0 0,0 1 0,-1-1 0,-1-1 1,-6 0-298,1-1 1,0 0-1,0 0 1,0-1-1,-10-5 1,-5-3-6542</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1.209"/>
    </inkml:context>
    <inkml:brush xml:id="br0">
      <inkml:brushProperty name="width" value="0.05" units="cm"/>
      <inkml:brushProperty name="height" value="0.05" units="cm"/>
    </inkml:brush>
  </inkml:definitions>
  <inkml:trace contextRef="#ctx0" brushRef="#br0">1 219 24575,'27'-54'0,"52"-75"0,-76 125 0,0 0 0,0 1 0,1-1 0,-1 1 0,1-1 0,-1 1 0,8-4 0,-10 6 0,0 1 0,-1 0 0,1-1 0,0 1 0,0 0 0,0-1 0,0 1 0,0 0 0,0 0 0,0 0 0,0 0 0,0 0 0,0 0 0,0 0 0,0 0 0,0 0 0,0 0 0,0 1 0,0-1 0,0 0 0,0 1 0,-1-1 0,1 0 0,0 1 0,0-1 0,0 1 0,0 0 0,-1-1 0,1 1 0,0 0 0,-1-1 0,1 1 0,0 0 0,-1 0 0,1-1 0,-1 1 0,1 0 0,-1 0 0,0 0 0,1 0 0,-1 0 0,0 0 0,1 0 0,-1 1 0,3 9 0,1 1 0,-2-1 0,0 1 0,1 22 0,-3 54 0,-1-45 0,10 278-1365,-6-255-5461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1.620"/>
    </inkml:context>
    <inkml:brush xml:id="br0">
      <inkml:brushProperty name="width" value="0.05" units="cm"/>
      <inkml:brushProperty name="height" value="0.05" units="cm"/>
    </inkml:brush>
  </inkml:definitions>
  <inkml:trace contextRef="#ctx0" brushRef="#br0">14 185 24575,'-1'-1'0,"0"-1"0,0 1 0,-1 0 0,1-1 0,0 1 0,0-1 0,1 1 0,-1-1 0,0 1 0,0-1 0,1 0 0,-1 1 0,1-1 0,0 0 0,-1 1 0,1-1 0,0 0 0,0 1 0,0-1 0,0 0 0,0 0 0,0 1 0,1-1 0,-1 0 0,1 1 0,-1-1 0,1 0 0,0 1 0,-1-1 0,1 1 0,0-1 0,0 1 0,0-1 0,2-1 0,0-1 0,1 0 0,0 0 0,0 0 0,0 1 0,0-1 0,1 1 0,0 0 0,-1 0 0,10-3 0,18-5 0,1 1 0,0 1 0,1 3 0,47-5 0,138 4 0,-197 8 0,1 0 0,-1 1 0,0 1 0,0 1 0,-1 1 0,1 0 0,24 12 0,-37-14 0,-1 1 0,0 1 0,0 0 0,0 0 0,-1 0 0,0 1 0,0 0 0,0 0 0,-1 1 0,0 0 0,0 0 0,0 1 0,-1-1 0,0 1 0,-1 0 0,0 1 0,0-1 0,-1 1 0,5 16 0,-5-10 0,0 1 0,-1 0 0,0 16 0,-1-27 0,-1 0 0,-1 0 0,1 0 0,-1 0 0,1 0 0,-1 0 0,-1 0 0,1-1 0,-1 1 0,0 0 0,0 0 0,0-1 0,-4 6 0,6-10 0,-1 1 0,1-1 0,0 1 0,-1-1 0,1 1 0,-1-1 0,1 1 0,-1-1 0,1 0 0,-1 1 0,1-1 0,-1 0 0,0 0 0,1 1 0,-1-1 0,1 0 0,-1 0 0,0 0 0,1 0 0,-1 1 0,0-1 0,1 0 0,-1 0 0,0 0 0,1-1 0,-1 1 0,1 0 0,-1 0 0,0 0 0,1 0 0,-1-1 0,0 1 0,1 0 0,-1 0 0,1-1 0,-1 1 0,1 0 0,-1-1 0,1 1 0,-1-1 0,1 1 0,-1-1 0,1 1 0,0-1 0,-1 1 0,1-1 0,0 1 0,-1-1 0,1 0 0,0 1 0,0-1 0,-1 0 0,-1-4 0,0 1 0,0-1 0,0 1 0,0-1 0,-1-7 0,2 2 0,0-1 0,1 0 0,1 1 0,-1-1 0,2 0 0,-1 1 0,1-1 0,1 1 0,0 0 0,0 0 0,1 0 0,9-16 0,-4 9 0,2 0 0,0 1 0,0 0 0,2 1 0,27-28 0,-33 37-65,0 0 0,0 1 0,0-1 0,0 2 0,1-1 0,0 1 0,0 0 0,0 0 0,0 1 0,0 0 0,1 1 0,0 0 0,-1 0 0,1 1 0,0 0 0,0 1 0,0-1 0,0 2 0,-1-1 0,11 3 0,9 5-6761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2.522"/>
    </inkml:context>
    <inkml:brush xml:id="br0">
      <inkml:brushProperty name="width" value="0.05" units="cm"/>
      <inkml:brushProperty name="height" value="0.05" units="cm"/>
    </inkml:brush>
  </inkml:definitions>
  <inkml:trace contextRef="#ctx0" brushRef="#br0">1 297 24575,'1'-9'0,"1"0"0,0 0 0,1 1 0,0-1 0,0 1 0,1 0 0,0-1 0,7-8 0,-9 13 0,-1 3 0,-1-1 0,1 1 0,0 0 0,0-1 0,-1 1 0,1 0 0,0 0 0,0-1 0,1 1 0,-1 0 0,0 0 0,0 0 0,0 0 0,1 1 0,-1-1 0,1 0 0,-1 0 0,0 1 0,1-1 0,-1 1 0,1-1 0,-1 1 0,3-1 0,-2 2 0,0-1 0,-1 1 0,1-1 0,-1 1 0,1 0 0,0-1 0,-1 1 0,1 0 0,-1 0 0,0 0 0,1 0 0,-1 0 0,0 1 0,1-1 0,-1 0 0,0 1 0,0-1 0,0 0 0,0 1 0,0-1 0,0 3 0,11 23 0,-1-1 0,-1 2 0,-2 0 0,-1 0 0,-1 0 0,-1 1 0,1 37 0,-7-36 0,1-30 0,0 1 0,0-1 0,0 0 0,-1 1 0,1-1 0,0 0 0,0 1 0,0-1 0,0 0 0,0 1 0,-1-1 0,1 0 0,0 0 0,0 1 0,0-1 0,-1 0 0,1 0 0,0 1 0,0-1 0,-1 0 0,1 0 0,0 0 0,-1 0 0,1 1 0,0-1 0,-1 0 0,0 0 0,1-1 0,-1 1 0,0 0 0,1 0 0,-1-1 0,0 1 0,1-1 0,-1 1 0,1-1 0,-1 1 0,1-1 0,-1 1 0,1-1 0,-1 1 0,1-1 0,-1 1 0,1-1 0,-1 0 0,-6-11 0,1-1 0,-1 1 0,2-1 0,0 0 0,1-1 0,-4-17 0,-11-86 0,17 101 0,1 0 0,0 0 0,2 0 0,-1 0 0,2 0 0,0 1 0,1-1 0,9-27 0,-10 37 0,0 0 0,1 0 0,0 0 0,0 1 0,0-1 0,1 1 0,0 0 0,0 0 0,0 0 0,1 0 0,-1 1 0,1 0 0,0 0 0,1 0 0,-1 0 0,1 1 0,-1 0 0,1 0 0,0 0 0,0 1 0,0 0 0,0 0 0,1 1 0,8-2 0,-9 3 0,-1 0 0,1 1 0,-1-1 0,1 1 0,-1 0 0,0 0 0,1 1 0,-1-1 0,0 1 0,0 1 0,0-1 0,0 1 0,0-1 0,0 1 0,-1 1 0,1-1 0,3 5 0,-5-6 0,-1 0 0,1 1 0,-1-1 0,1 1 0,-1 0 0,0 0 0,0 0 0,0 0 0,-1 0 0,1 0 0,-1 1 0,0-1 0,0 0 0,0 1 0,0-1 0,0 1 0,-1-1 0,1 1 0,-1-1 0,0 1 0,0-1 0,-1 1 0,1-1 0,-1 1 0,1-1 0,-1 1 0,-2 4 0,-2 1 0,-1 1 0,0 0 0,-1-1 0,0-1 0,0 1 0,-10 8 0,-16 19 0,33-35 0,-1-1 0,1 0 0,0 1 0,-1-1 0,1 1 0,0-1 0,0 1 0,-1-1 0,1 1 0,0-1 0,0 1 0,0-1 0,0 1 0,0-1 0,0 1 0,-1-1 0,1 1 0,0 0 0,1-1 0,-1 1 0,0-1 0,0 1 0,0-1 0,0 1 0,0-1 0,0 1 0,1-1 0,-1 2 0,16 10 0,28 3 0,-38-13 0,108 36 0,-103-33 0,0 0 0,0 1 0,0 0 0,-1 1 0,0 0 0,0 1 0,14 14 0,-22-20 0,0 0 0,0 0 0,0 0 0,-1 0 0,1 0 0,-1 1 0,1-1 0,-1 1 0,0-1 0,0 1 0,0-1 0,0 1 0,-1 0 0,1-1 0,-1 1 0,1 0 0,-1-1 0,0 1 0,0 0 0,-1 4 0,0-5 0,0 1 0,0 0 0,0-1 0,-1 1 0,1-1 0,-1 1 0,0-1 0,1 0 0,-1 0 0,0 0 0,0 0 0,-1 0 0,1 0 0,0-1 0,-1 1 0,1-1 0,-1 1 0,1-1 0,-5 2 0,-11 4 49,0-1 0,-1-1 0,1 0-1,-1-2 1,0 0 0,-36 1 0,29-4-391,0-2 1,0 0 0,0-2-1,-38-10 1,40 7-6485</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3.498"/>
    </inkml:context>
    <inkml:brush xml:id="br0">
      <inkml:brushProperty name="width" value="0.05" units="cm"/>
      <inkml:brushProperty name="height" value="0.05" units="cm"/>
    </inkml:brush>
  </inkml:definitions>
  <inkml:trace contextRef="#ctx0" brushRef="#br0">35 257 24575,'1'-10'0,"3"9"0,8 15 0,9 28 0,-13-18 0,-1 0 0,-1 0 0,-2 1 0,0 0 0,1 40 0,-5-63 0,0-1 0,0 0 0,0 0 0,0 0 0,0 1 0,0-1 0,-1 0 0,1 0 0,0 0 0,-1 0 0,1 0 0,-1 1 0,0 0 0,1-2 0,0 0 0,-1 1 0,1-1 0,0 0 0,0 0 0,-1 0 0,1 0 0,0 0 0,-1 0 0,1 1 0,0-1 0,0 0 0,-1 0 0,1 0 0,0 0 0,-1 0 0,1 0 0,0 0 0,0 0 0,-1 0 0,1 0 0,0 0 0,-1-1 0,1 1 0,0 0 0,0 0 0,-1 0 0,1 0 0,0 0 0,0 0 0,-1-1 0,1 1 0,-3-2 0,1 0 0,0-1 0,-1 1 0,1-1 0,0 1 0,0-1 0,1 0 0,-3-3 0,-8-18 0,1-1 0,1 0 0,1 0 0,1-1 0,1 0 0,2-1 0,0 0 0,2 1 0,1-1 0,1 0 0,4-38 0,-2 58 0,0-1 0,1 1 0,0-1 0,0 1 0,0 0 0,1 0 0,0 0 0,1 0 0,0 1 0,0-1 0,5-5 0,-6 8 0,0 1 0,1-1 0,-1 1 0,1 0 0,0 0 0,0 0 0,0 1 0,0 0 0,0-1 0,1 1 0,-1 1 0,0-1 0,1 1 0,0 0 0,-1 0 0,1 0 0,0 0 0,8 1 0,2 1 0,-1 1 0,1 1 0,0 0 0,-1 1 0,0 0 0,0 1 0,0 1 0,-1 0 0,0 1 0,0 1 0,0 0 0,-1 0 0,0 1 0,-1 1 0,0 0 0,0 1 0,16 21 0,-24-27 0,0-1 0,0 1 0,-1 0 0,1 0 0,-1 0 0,0 0 0,-1 0 0,1 1 0,-1-1 0,0 0 0,-1 1 0,1-1 0,-1 1 0,0-1 0,0 0 0,-1 1 0,1-1 0,-3 8 0,1-6 0,-1-1 0,1 0 0,-1 0 0,-1 0 0,1 0 0,-1-1 0,0 1 0,0-1 0,0 0 0,-1 0 0,0-1 0,0 1 0,0-1 0,-10 6 0,-24 10 0,30-16 0,0 0 0,0 1 0,0 0 0,-9 8 0,18-10 0,7 0 0,14-2 0,-18 0 0,17 1 0,-1 1 0,0 1 0,-1 1 0,1 1 0,-1 0 0,0 2 0,0 0 0,-1 1 0,25 16 0,-40-24 0,-1 0 0,1 0 0,-1 1 0,1-1 0,-1 0 0,0 0 0,1 1 0,-1-1 0,0 1 0,0-1 0,0 1 0,0 0 0,0-1 0,-1 1 0,1 0 0,0 0 0,-1-1 0,1 4 0,-1-3 0,0-1 0,0 1 0,-1-1 0,1 1 0,0-1 0,-1 1 0,1-1 0,-1 0 0,0 1 0,1-1 0,-1 0 0,0 1 0,0-1 0,0 0 0,0 0 0,0 0 0,0 0 0,-1 1 0,-4 3 0,0-1 0,-1 0 0,1 0 0,-1-1 0,0 0 0,0 0 0,-14 4 0,-11-1-195,0-1 0,-1-1 0,0-2 0,1-1 0,-1-2 0,-43-6 0,41 2-6631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3.794"/>
    </inkml:context>
    <inkml:brush xml:id="br0">
      <inkml:brushProperty name="width" value="0.05" units="cm"/>
      <inkml:brushProperty name="height" value="0.05" units="cm"/>
    </inkml:brush>
  </inkml:definitions>
  <inkml:trace contextRef="#ctx0" brushRef="#br0">107 37 24575,'21'-7'0,"-18"7"0,-1-1 0,1 0 0,0 0 0,-1 0 0,1 0 0,-1 0 0,1 0 0,-1 0 0,1-1 0,-1 0 0,4-2 0,-6 4 0,0 0 0,0-1 0,0 1 0,0 0 0,0 0 0,0 0 0,0 0 0,1-1 0,-1 1 0,0 0 0,0 0 0,0 0 0,0 0 0,0-1 0,0 1 0,0 0 0,0 0 0,0 0 0,0 0 0,0-1 0,0 1 0,0 0 0,0 0 0,0 0 0,0-1 0,0 1 0,0 0 0,0 0 0,0 0 0,-1 0 0,1-1 0,0 1 0,0 0 0,0 0 0,0 0 0,0 0 0,0 0 0,0-1 0,-1 1 0,1 0 0,0 0 0,-11-4 0,-12 1 0,23 3 0,-7 0 0,1 0 0,0 1 0,-1-1 0,1 1 0,0 0 0,-1 1 0,1 0 0,0 0 0,0 0 0,0 0 0,1 1 0,-1 0 0,-9 7 0,13-8 0,-1 0 0,1 0 0,-1 1 0,1-1 0,0 1 0,0-1 0,0 1 0,0 0 0,0 0 0,0 0 0,1 0 0,0 0 0,-1 0 0,1 0 0,1 1 0,-1-1 0,0 0 0,1 1 0,-1-1 0,1 0 0,0 1 0,0-1 0,1 1 0,-1-1 0,1 0 0,-1 1 0,3 4 0,1 2 0,0 0 0,1 0 0,0 0 0,1-1 0,0 0 0,1 0 0,0 0 0,0-1 0,1 0 0,15 12 0,9 5 0,52 31 0,-82-54 0,1-1 0,19 15 0,-22-16 0,0 0 0,1 0 0,-1 1 0,0-1 0,1 0 0,-1 0 0,0 1 0,0-1 0,1 0 0,-1 0 0,0 1 0,0-1 0,0 0 0,1 1 0,-1-1 0,0 0 0,0 1 0,0-1 0,0 0 0,0 1 0,0-1 0,0 0 0,1 1 0,-1-1 0,0 1 0,0-1 0,0 0 0,0 1 0,-1-1 0,1 0 0,0 1 0,0-1 0,0 0 0,0 1 0,0-1 0,0 0 0,-1 1 0,1-1 0,0 0 0,0 1 0,0-1 0,-1 0 0,1 1 0,0-1 0,0 0 0,-1 0 0,1 0 0,0 1 0,-1-1 0,1 0 0,0 0 0,-1 0 0,1 1 0,0-1 0,-1 0 0,1 0 0,0 0 0,-1 0 0,0 0 0,-8 2-66,-1 0 0,0-1 0,0 0-1,-13 0 1,11-1-968,-39 1-5792</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5.689"/>
    </inkml:context>
    <inkml:brush xml:id="br0">
      <inkml:brushProperty name="width" value="0.05" units="cm"/>
      <inkml:brushProperty name="height" value="0.05" units="cm"/>
    </inkml:brush>
  </inkml:definitions>
  <inkml:trace contextRef="#ctx0" brushRef="#br0">110 43 24575,'-4'-4'0,"1"0"0,-1 0 0,0 0 0,0 0 0,0 1 0,0-1 0,-1 1 0,1 1 0,-1-1 0,1 0 0,-7-1 0,10 4 0,0 0 0,0 0 0,1 0 0,-1 1 0,0-1 0,0 0 0,0 1 0,1-1 0,-1 0 0,0 1 0,0-1 0,1 1 0,-1 0 0,1-1 0,-1 1 0,0-1 0,1 1 0,-1 0 0,1-1 0,-1 1 0,1 0 0,0 0 0,-1-1 0,1 1 0,0 0 0,-1 0 0,1 1 0,-9 29 0,8-25 0,-7 27 0,1 0 0,2 0 0,2 1 0,0 0 0,3-1 0,4 51 0,-1-68 0,0-1 0,0 0 0,2-1 0,0 1 0,0-1 0,1 0 0,9 15 0,-9-19 0,1-1 0,0 0 0,0 0 0,1-1 0,0 0 0,0 0 0,1 0 0,0-2 0,0 1 0,17 8 0,-8-6 38,2-1 0,-1 0 0,1-2 0,0 0 0,1-2 0,-1 0 0,1-1 0,40 0 0,-31-3-323,0-2 1,-1-2-1,1 0 1,-1-2-1,46-15 1,-34 6-6542</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5.919"/>
    </inkml:context>
    <inkml:brush xml:id="br0">
      <inkml:brushProperty name="width" value="0.05" units="cm"/>
      <inkml:brushProperty name="height" value="0.05" units="cm"/>
    </inkml:brush>
  </inkml:definitions>
  <inkml:trace contextRef="#ctx0" brushRef="#br0">0 1 24575,'7'7'0,"-1"1"0,0 0 0,-1 0 0,8 15 0,5 9 0,2-4 0,-1 2 0,-2 0 0,-1 1 0,18 49 0,-31-69 0,0 0 0,-1-1 0,0 1 0,-1 0 0,0 0 0,-1 0 0,-1 21 0,-1-23 0,1-1 0,-1 0 0,-1-1 0,0 1 0,0 0 0,0-1 0,-1 1 0,0-1 0,0 0 0,-1-1 0,-10 13 0,-17 10-1365,0-5-5461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6.540"/>
    </inkml:context>
    <inkml:brush xml:id="br0">
      <inkml:brushProperty name="width" value="0.05" units="cm"/>
      <inkml:brushProperty name="height" value="0.05" units="cm"/>
    </inkml:brush>
  </inkml:definitions>
  <inkml:trace contextRef="#ctx0" brushRef="#br0">91 667 24575,'-1'0'0,"1"0"0,-1 1 0,0-1 0,1 0 0,-1 0 0,0 1 0,1-1 0,-1 0 0,1 1 0,-1-1 0,0 1 0,1-1 0,-1 1 0,1-1 0,-1 1 0,1-1 0,0 1 0,-1-1 0,1 1 0,0 0 0,-1-1 0,1 1 0,0 0 0,0-1 0,-1 1 0,1 0 0,0 1 0,-4 21 0,4-20 0,-35 372 0,34-355 0,-1 15 0,1-33 0,1-20 0,-17-365 0,0 44 0,17 296 0,1 1 0,11-60 0,-10 89 0,0 0 0,2 0 0,-1 0 0,2 0 0,0 1 0,0 0 0,1 0 0,1 0 0,0 1 0,0 0 0,17-19 0,-19 25 0,1 0 0,-1 1 0,1 0 0,-1 0 0,1 0 0,1 1 0,-1 0 0,0 0 0,1 0 0,-1 1 0,1 0 0,0 0 0,0 1 0,10-2 0,-8 3 0,1 0 0,-1 1 0,1 0 0,-1 0 0,0 1 0,1 0 0,-1 1 0,0 0 0,15 7 0,-10-3 0,0 1 0,-1 0 0,0 1 0,-1 0 0,0 1 0,0 1 0,-1 0 0,0 0 0,-1 1 0,0 1 0,-1-1 0,12 25 0,-16-27 0,-1 0 0,0 1 0,0-1 0,-1 1 0,-1 0 0,0 0 0,0 0 0,-1 0 0,-1 0 0,1 0 0,-2 1 0,0-1 0,0 0 0,-5 16 0,1-11 0,0-1 0,-1 0 0,-1 0 0,0-1 0,-1 0 0,-1 0 0,0-1 0,-1 0 0,-17 16 0,7-8-455,-2-1 0,-40 28 0,12-15-6371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6.864"/>
    </inkml:context>
    <inkml:brush xml:id="br0">
      <inkml:brushProperty name="width" value="0.05" units="cm"/>
      <inkml:brushProperty name="height" value="0.05" units="cm"/>
    </inkml:brush>
  </inkml:definitions>
  <inkml:trace contextRef="#ctx0" brushRef="#br0">1 132 24575,'3'1'0,"0"-1"0,0 1 0,0 0 0,0 0 0,0 0 0,0 0 0,0 0 0,0 1 0,0-1 0,2 3 0,29 21 0,-28-21 0,10 9 0,-1 0 0,0 1 0,0 1 0,-1 0 0,-1 1 0,-1 0 0,0 1 0,11 22 0,-22-37 0,0 0 0,0 0 0,-1 0 0,1 0 0,-1 0 0,1 0 0,-1 0 0,1 0 0,-1 0 0,0 1 0,0-1 0,0 0 0,0 0 0,-1 0 0,1 0 0,0 0 0,-1 0 0,1 0 0,-3 4 0,2-5 0,0 1 0,0-1 0,0 0 0,-1 0 0,1 0 0,0 0 0,-1 0 0,1 0 0,-1 0 0,1 0 0,-1 0 0,1-1 0,-1 1 0,0-1 0,1 1 0,-1-1 0,0 0 0,1 1 0,-1-1 0,0 0 0,1 0 0,-1 0 0,0 0 0,0-1 0,-2 1 0,2-1 0,-1 1 0,1-1 0,0 1 0,-1-1 0,1 0 0,-1 0 0,1 0 0,0 0 0,0 0 0,0 0 0,0-1 0,0 1 0,0-1 0,0 1 0,0-1 0,0 0 0,-2-4 0,1 3 0,2-1 0,-1 1 0,0-1 0,1 0 0,-1 0 0,1 1 0,0-1 0,1 0 0,-1 0 0,0-6 0,1 0 0,0 0 0,1-1 0,0 1 0,1 0 0,0-1 0,1 1 0,7-18 0,-3 12-72,2 2 1,0-1-1,0 1 0,1 1 0,1-1 0,0 2 0,1 0 0,0 0 1,1 1-1,0 0 0,1 1 0,0 1 0,0 0 0,1 1 0,1 1 1,-1 0-1,1 1 0,25-6 0,-3 3-6754</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7.224"/>
    </inkml:context>
    <inkml:brush xml:id="br0">
      <inkml:brushProperty name="width" value="0.05" units="cm"/>
      <inkml:brushProperty name="height" value="0.05" units="cm"/>
    </inkml:brush>
  </inkml:definitions>
  <inkml:trace contextRef="#ctx0" brushRef="#br0">8 157 24575,'0'0'0,"0"0"0,-1 0 0,1 0 0,0 0 0,-1 0 0,1 0 0,0 0 0,0 0 0,-1 0 0,1 0 0,0 0 0,-1 0 0,1 0 0,0 1 0,0-1 0,-1 0 0,1 0 0,0 0 0,0 0 0,0 0 0,-1 1 0,1-1 0,0 0 0,0 0 0,0 0 0,-1 1 0,1-1 0,0 0 0,0 0 0,0 1 0,0-1 0,0 0 0,-1 0 0,1 1 0,0-1 0,0 0 0,0 0 0,0 1 0,0 0 0,5 13 0,13 11 0,-13-20 0,0-1 0,0 1 0,1-1 0,0 0 0,-1 0 0,1-1 0,1 0 0,-1 0 0,0 0 0,1-1 0,-1 0 0,1 0 0,0 0 0,0-1 0,-1 0 0,1-1 0,0 1 0,10-2 0,-13 1 0,0-1 0,1 1 0,-1-1 0,0 0 0,0-1 0,0 1 0,0 0 0,0-1 0,0 0 0,0 0 0,-1 0 0,1-1 0,-1 1 0,1-1 0,-1 0 0,0 0 0,0 0 0,0 0 0,-1 0 0,1-1 0,-1 1 0,1-1 0,-1 0 0,0 0 0,-1 0 0,1 0 0,-1 0 0,0 0 0,0 0 0,1-6 0,-1 2 0,-1-1 0,0 1 0,0-1 0,-1 1 0,0-1 0,0 1 0,-1 0 0,-5-16 0,5 19 0,0 0 0,1 0 0,-2 1 0,1-1 0,0 1 0,-1 0 0,0 0 0,0 0 0,0 0 0,-1 0 0,1 1 0,-1-1 0,0 1 0,0 0 0,0 0 0,-6-3 0,8 6 0,0-1 0,0 1 0,0-1 0,0 1 0,0-1 0,-1 1 0,1 0 0,0 0 0,0 0 0,0 1 0,-1-1 0,1 0 0,0 1 0,0-1 0,0 1 0,0 0 0,0 0 0,0 0 0,0 0 0,0 0 0,0 0 0,0 0 0,1 1 0,-1-1 0,0 1 0,1-1 0,-1 1 0,1-1 0,0 1 0,-1 0 0,1 0 0,-1 2 0,-3 4 0,1-1 0,0 1 0,1 0 0,0 0 0,0 0 0,-3 17 0,4-13 43,0 0 0,1 1-1,1 0 1,0-1 0,0 1-1,1-1 1,5 23 0,-4-29-144,0 1 1,0-1-1,1 0 1,0 0 0,0 0-1,0 0 1,1-1-1,-1 1 1,2-1 0,-1 0-1,0 0 1,1-1 0,0 1-1,0-1 1,0 0-1,8 5 1,18 7-6726</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7.666"/>
    </inkml:context>
    <inkml:brush xml:id="br0">
      <inkml:brushProperty name="width" value="0.05" units="cm"/>
      <inkml:brushProperty name="height" value="0.05" units="cm"/>
    </inkml:brush>
  </inkml:definitions>
  <inkml:trace contextRef="#ctx0" brushRef="#br0">75 20 24575,'-1'-2'0,"-1"0"0,1 1 0,-1-1 0,1 1 0,-1 0 0,0-1 0,1 1 0,-1 0 0,0 0 0,0 0 0,0 0 0,0 0 0,0 1 0,0-1 0,0 1 0,-1-1 0,-3 0 0,5 2 0,-1-1 0,1 1 0,-1-1 0,1 1 0,0 0 0,-1-1 0,1 1 0,0 0 0,-1 0 0,1 0 0,0 0 0,0 0 0,0 0 0,0 0 0,0 0 0,0 0 0,0 1 0,1-1 0,-1 0 0,0 1 0,1-1 0,-1 0 0,0 1 0,1-1 0,0 1 0,-1 2 0,-2 11 0,0 0 0,1 0 0,0 0 0,2 27 0,8 65 0,-2-53 0,4 41 0,-3-40 0,0 100 0,-7-152 0,0 1 0,0-1 0,0 0 0,-1 1 0,0-1 0,1 0 0,-1 0 0,-3 6 0,4-9 0,0 0 0,0 0 0,0 0 0,0 0 0,0 0 0,0 0 0,0 0 0,0 0 0,0 0 0,0 0 0,0 0 0,0 1 0,0-1 0,0 0 0,0 0 0,-1 0 0,1 0 0,0 0 0,0 0 0,0 0 0,0 0 0,0 0 0,0 0 0,0 0 0,0 0 0,0 0 0,0 0 0,0 0 0,-1 0 0,1 0 0,0 0 0,0 0 0,0 0 0,0 0 0,0 0 0,0 0 0,0 0 0,0 0 0,0 0 0,0 0 0,-1 0 0,1 0 0,0 0 0,0-1 0,0 1 0,0 0 0,0 0 0,0 0 0,0 0 0,0 0 0,0 0 0,0 0 0,0 0 0,0 0 0,0 0 0,0 0 0,0 0 0,0-1 0,0 1 0,-4-9 0,1-11 0,0-25 0,3 1 0,1-1 0,8-50 0,-4 63 0,2 0 0,1 1 0,1-1 0,2 2 0,15-32 0,-21 51 0,1 0 0,1 1 0,-1 0 0,2 0 0,-1 1 0,2 0 0,-1 0 0,11-8 0,-16 15 0,-1-1 0,1 1 0,0 0 0,0 1 0,0-1 0,0 0 0,0 1 0,0 0 0,0 0 0,1 0 0,-1 0 0,0 0 0,1 1 0,-1-1 0,1 1 0,-1 0 0,1 0 0,-1 0 0,0 0 0,1 1 0,-1 0 0,0-1 0,1 1 0,-1 0 0,0 1 0,0-1 0,1 0 0,-1 1 0,0 0 0,-1 0 0,1 0 0,4 3 0,-3-1 0,1 0 0,-1 1 0,0-1 0,0 1 0,-1 0 0,0 0 0,0 0 0,0 0 0,0 1 0,-1-1 0,1 1 0,-1-1 0,-1 1 0,1 0 0,-1 0 0,0 0 0,-1 0 0,1 0 0,-1 0 0,0 0 0,-1 0 0,1 0 0,-1 0 0,0 0 0,-1-1 0,0 1 0,0 0 0,0 0 0,0-1 0,-1 0 0,0 1 0,0-1 0,0 0 0,-1 0 0,1-1 0,-1 1 0,-1-1 0,1 0 0,-6 4 0,-1 1-114,0-1 1,-1 0-1,0-1 0,-1-1 0,1 0 1,-1 0-1,-1-1 0,1-1 0,-1 0 1,1-1-1,-28 3 0,14-6-6712</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8.076"/>
    </inkml:context>
    <inkml:brush xml:id="br0">
      <inkml:brushProperty name="width" value="0.05" units="cm"/>
      <inkml:brushProperty name="height" value="0.05" units="cm"/>
    </inkml:brush>
  </inkml:definitions>
  <inkml:trace contextRef="#ctx0" brushRef="#br0">237 31 24575,'2'-1'0,"-6"-3"0,-21-8 0,19 9 0,0 1 0,0 0 0,0 0 0,-1 1 0,1-1 0,-1 1 0,1 1 0,-8-1 0,11 2 0,0 0 0,-1 0 0,1 0 0,0 0 0,-1 1 0,1-1 0,0 1 0,0 0 0,0 0 0,1 0 0,-1 0 0,0 0 0,1 1 0,0-1 0,-1 1 0,-1 3 0,-4 6 0,0 1 0,-9 21 0,5-10 0,9-20 0,-30 67 0,30-64 0,0 0 0,1 0 0,0 0 0,1 0 0,0 0 0,0 1 0,0-1 0,1 11 0,0-16 0,1 0 0,-1 0 0,0 0 0,0 0 0,1 0 0,-1 0 0,1 0 0,0 0 0,0 0 0,0-1 0,0 1 0,0 0 0,0-1 0,0 1 0,0-1 0,0 1 0,1-1 0,-1 1 0,1-1 0,-1 0 0,4 2 0,-2-2 0,0 1 0,0-2 0,0 1 0,0 0 0,0-1 0,0 1 0,0-1 0,1 0 0,-1 0 0,0 0 0,0-1 0,5 0 0,4-2 0,1-1 0,-1 0 0,0-1 0,0 0 0,16-10 0,-10 3 0,1-2 0,-2 0 0,0-1 0,-1 0 0,16-20 0,-30 33 0,0-1 0,0 1 0,0 0 0,1-1 0,0 1 0,-1 1 0,4-3 0,-6 4 0,1 0 0,-1 0 0,0-1 0,1 1 0,-1 0 0,0 0 0,1 0 0,-1 0 0,0 0 0,1 0 0,-1 0 0,1 0 0,-1 0 0,0 0 0,1 0 0,-1 0 0,0 0 0,1 1 0,-1-1 0,0 0 0,1 0 0,-1 0 0,0 0 0,1 1 0,-1-1 0,6 15 0,-5 43 341,-2-43-1194,3 31 0,1-27-5973</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8.371"/>
    </inkml:context>
    <inkml:brush xml:id="br0">
      <inkml:brushProperty name="width" value="0.05" units="cm"/>
      <inkml:brushProperty name="height" value="0.05" units="cm"/>
    </inkml:brush>
  </inkml:definitions>
  <inkml:trace contextRef="#ctx0" brushRef="#br0">2 132 24575,'0'-9'0,"0"6"0,-1 0 0,1 1 0,0-1 0,0 0 0,0 1 0,0-1 0,1 0 0,-1 1 0,1-1 0,-1 0 0,1 1 0,0-1 0,0 1 0,0-1 0,2-3 0,-2 6 0,0 0 0,-1 0 0,1 0 0,-1 0 0,1 0 0,0 0 0,-1 0 0,1 0 0,-1 0 0,1 0 0,0 0 0,-1 0 0,1 0 0,0 0 0,-1 0 0,1 1 0,-1-1 0,1 0 0,-1 1 0,1-1 0,-1 0 0,1 1 0,-1-1 0,1 0 0,-1 1 0,1-1 0,-1 1 0,0-1 0,1 1 0,-1-1 0,0 1 0,1-1 0,-1 1 0,0-1 0,1 1 0,-1 0 0,0 0 0,13 26 0,-12-25 0,9 19 0,-1 0 0,-1 1 0,-1 1 0,-1-1 0,-1 1 0,2 26 0,-7-46 0,-1-1 0,1 0 0,0 1 0,-1-1 0,0 1 0,1-1 0,-1 0 0,0 1 0,0-1 0,0 0 0,-2 3 0,2-5 0,1 0 0,0 1 0,0-1 0,0 0 0,-1 1 0,1-1 0,0 0 0,-1 0 0,1 1 0,0-1 0,-1 0 0,1 0 0,0 1 0,-1-1 0,1 0 0,0 0 0,-1 0 0,1 0 0,-1 0 0,1 0 0,0 0 0,-1 1 0,1-1 0,-1 0 0,1 0 0,-1-1 0,0 1 0,0-1 0,1 1 0,-1-1 0,0 1 0,0-1 0,1 0 0,-1 0 0,1 1 0,-1-1 0,1 0 0,-1 0 0,1 0 0,-1 1 0,1-1 0,0 0 0,-1 0 0,1-1 0,-2-4 0,1 0 0,0 0 0,1 0 0,-1 0 0,1 0 0,0 0 0,1 0 0,-1-1 0,1 1 0,4-11 0,2-6 0,13-29 0,-14 36-151,2 0-1,0 1 0,1 0 0,0 0 1,1 1-1,1 0 0,0 1 1,14-13-1,2 4-6674</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8.779"/>
    </inkml:context>
    <inkml:brush xml:id="br0">
      <inkml:brushProperty name="width" value="0.05" units="cm"/>
      <inkml:brushProperty name="height" value="0.05" units="cm"/>
    </inkml:brush>
  </inkml:definitions>
  <inkml:trace contextRef="#ctx0" brushRef="#br0">26 150 24575,'-1'0'0,"0"0"0,0 0 0,0 0 0,0 0 0,0 1 0,0-1 0,0 0 0,0 0 0,0 1 0,0-1 0,0 1 0,0-1 0,0 1 0,0-1 0,0 1 0,0 0 0,1-1 0,-1 1 0,0 0 0,0-1 0,1 1 0,-1 0 0,0 0 0,1 0 0,-1 0 0,1 0 0,-1 0 0,1 0 0,0 0 0,-1 0 0,1 0 0,0 0 0,0 0 0,-1 0 0,1 0 0,0 0 0,0 0 0,0 0 0,0 0 0,1 0 0,-1 0 0,0 0 0,1 2 0,0 3 0,0-1 0,0 0 0,1 0 0,0 0 0,0 0 0,0 0 0,4 6 0,-1-5 0,-1-1 0,1 1 0,0-1 0,0 0 0,1 0 0,-1 0 0,1-1 0,0 0 0,1 0 0,-1 0 0,0-1 0,1 0 0,0 0 0,0-1 0,0 0 0,0 0 0,0 0 0,0-1 0,1 0 0,-1-1 0,0 0 0,1 0 0,-1 0 0,0-1 0,0 0 0,1 0 0,-1-1 0,0 0 0,0 0 0,0-1 0,-1 0 0,14-7 0,-13 5 0,0 0 0,1-1 0,-1 0 0,-1 0 0,0 0 0,1-1 0,-2 0 0,1 0 0,-1-1 0,0 0 0,-1 1 0,0-2 0,6-14 0,-8 18 0,-1 0 0,1 0 0,-1-1 0,0 1 0,0 0 0,-1 0 0,1-1 0,-1 1 0,-1 0 0,1 0 0,-1-1 0,0 1 0,0 0 0,0 0 0,0 0 0,-1 0 0,0 0 0,0 0 0,-1 1 0,1-1 0,-1 1 0,0-1 0,0 1 0,-1 0 0,-3-4 0,2 4 0,1 0 0,-1 1 0,0 0 0,-1 0 0,1 0 0,0 0 0,-1 1 0,1 0 0,-1 0 0,0 0 0,0 1 0,0 0 0,1 0 0,-1 0 0,0 1 0,0 0 0,0 0 0,0 1 0,0 0 0,0 0 0,0 0 0,0 0 0,0 1 0,1 0 0,-1 0 0,-7 5 0,5-3 0,-1 0 0,2 1 0,-1 0 0,1 1 0,-1-1 0,2 1 0,-1 1 0,1-1 0,-1 1 0,2 1 0,-1-1 0,1 1 0,0-1 0,1 1 0,0 1 0,-5 14 0,7-14-45,0 0-1,1 1 1,0-1-1,1 0 1,0 0-1,0 0 1,1 1-1,0-1 1,1 0-1,0 0 1,0 0-1,1 0 1,0-1-1,1 1 1,0-1-1,0 0 1,1 0-1,0 0 1,0 0-1,1-1 1,0 0-1,0 0 1,1 0-1,0-1 0,0 0 1,0-1-1,1 1 1,-1-2-1,17 9 1,12 2-6781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9.305"/>
    </inkml:context>
    <inkml:brush xml:id="br0">
      <inkml:brushProperty name="width" value="0.05" units="cm"/>
      <inkml:brushProperty name="height" value="0.05" units="cm"/>
    </inkml:brush>
  </inkml:definitions>
  <inkml:trace contextRef="#ctx0" brushRef="#br0">477 547 24575,'-7'-1'0,"1"-1"0,-1 0 0,1 0 0,-1-1 0,1 1 0,0-1 0,-11-8 0,8 5 0,-8-4 0,1-2 0,1 0 0,-16-16 0,-23-18 0,48 43 0,0 0 0,0 0 0,0 0 0,0 0 0,0 1 0,-1 0 0,1 0 0,-1 1 0,1 0 0,-1 0 0,1 0 0,-1 1 0,0 0 0,1 0 0,-1 1 0,0 0 0,1 0 0,-1 1 0,-9 2 0,7 0 0,-1-1 0,0 1 0,1 1 0,0 0 0,0 0 0,0 1 0,0 0 0,1 0 0,0 1 0,1 0 0,-13 15 0,18-19 0,0-1 0,0 1 0,1-1 0,-1 1 0,1 0 0,-1 0 0,1 0 0,0 0 0,0 0 0,0 0 0,1 0 0,-1 0 0,1 0 0,-1 0 0,1 0 0,0 1 0,0-1 0,1 0 0,-1 0 0,1 0 0,-1 0 0,1 0 0,0 0 0,0 0 0,2 4 0,0-3 0,-1-1 0,1 1 0,-1-1 0,1 0 0,0 0 0,1 0 0,-1 0 0,0 0 0,1-1 0,0 1 0,-1-1 0,1 0 0,0 0 0,0-1 0,0 1 0,0-1 0,1 0 0,4 1 0,2 0 0,0-1 0,1 0 0,-1-1 0,0 0 0,1-1 0,-1-1 0,0 1 0,1-2 0,-1 1 0,0-2 0,-1 1 0,1-2 0,-1 1 0,1-1 0,-2-1 0,1 0 0,0 0 0,11-11 0,-8 6 0,-1-1 0,0 0 0,-1-1 0,0-1 0,0 1 0,-2-2 0,0 1 0,-1-1 0,0-1 0,-1 0 0,8-25 0,-7 6 0,-1-1 0,-2 0 0,-2-1 0,-1 1 0,-3-51 0,0 83 0,-3-38 0,4 40 0,0 0 0,-1 0 0,1 0 0,-1 0 0,0 0 0,1 1 0,-1-1 0,0 0 0,0 0 0,0 0 0,0 1 0,0-1 0,-1 1 0,1-1 0,0 1 0,-3-3 0,3 4 0,0 0 0,0 0 0,1 0 0,-1 0 0,0 0 0,0 0 0,1 0 0,-1 0 0,0 0 0,1 1 0,-1-1 0,0 0 0,0 0 0,1 1 0,-1-1 0,0 0 0,1 1 0,-1-1 0,1 1 0,-1-1 0,0 1 0,1-1 0,-1 1 0,1-1 0,0 1 0,-1 0 0,1-1 0,-1 1 0,1 0 0,0-1 0,-1 1 0,1 0 0,0-1 0,0 3 0,-12 27 0,12-29 0,-7 25-97,1 0-1,2 0 1,1 1-1,0-1 1,2 1-1,1 0 1,2-1-1,0 1 1,2-1-1,0 0 1,2 0-1,1 0 0,19 44 1,-6-29-6729</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09.905"/>
    </inkml:context>
    <inkml:brush xml:id="br0">
      <inkml:brushProperty name="width" value="0.05" units="cm"/>
      <inkml:brushProperty name="height" value="0.05" units="cm"/>
    </inkml:brush>
  </inkml:definitions>
  <inkml:trace contextRef="#ctx0" brushRef="#br0">200 451 24575,'1'-9'0,"0"0"0,0-1 0,4-12 0,-3 16 0,0 0 0,-1-1 0,0 1 0,0 0 0,-1-1 0,1 1 0,-1-1 0,-1 1 0,0-8 0,0 13 0,1 0 0,0 0 0,0 0 0,-1-1 0,1 1 0,-1 0 0,1 0 0,-1 0 0,1 0 0,-1 0 0,0 0 0,1 0 0,-1 0 0,0 0 0,0 0 0,0 1 0,0-1 0,0 0 0,0 1 0,0-1 0,0 0 0,0 1 0,0-1 0,0 1 0,-2-1 0,1 1 0,-1 0 0,1 0 0,0 0 0,-1 0 0,1 0 0,-1 1 0,1-1 0,0 1 0,-1-1 0,1 1 0,-4 2 0,-6 3 0,0 1 0,1 0 0,-15 14 0,24-20 0,-12 10 0,1 1 0,-17 20 0,25-26 0,0 1 0,0 0 0,1 0 0,0 0 0,0 0 0,0 0 0,-3 13 0,6-19 0,1 1 0,-1-1 0,1 0 0,0 0 0,0 1 0,0-1 0,0 0 0,0 0 0,0 1 0,0-1 0,0 0 0,1 0 0,-1 1 0,0-1 0,1 0 0,-1 0 0,1 0 0,-1 1 0,1-1 0,-1 0 0,1 0 0,0 0 0,1 1 0,0 0 0,0 0 0,0-1 0,1 0 0,-1 1 0,0-1 0,1 0 0,-1 0 0,0 0 0,1-1 0,-1 1 0,4 0 0,2 0 0,0 0 0,0-1 0,1 0 0,-1 0 0,0-1 0,12-2 0,42-18 0,-21 6 0,-35 14 0,0 0 0,0 0 0,0 1 0,0 0 0,0 0 0,0 0 0,1 1 0,-1 0 0,0 0 0,0 1 0,11 4 0,24 4 0,-25-8 0,1 0 0,0-2 0,-1 0 0,1-1 0,-1 0 0,1-1 0,-1-1 0,1-1 0,-1 0 0,0-1 0,16-8 0,-21 8 0,0-1 0,0 0 0,-1-1 0,0 0 0,0-1 0,0 0 0,-1 0 0,0-1 0,-1 0 0,0-1 0,-1 0 0,1 0 0,-2 0 0,0-1 0,8-17 0,-6 6 0,0-1 0,-2 0 0,-1-1 0,4-28 0,-8 37 0,0 0 0,0 0 0,-2-1 0,0 1 0,0 0 0,-2 0 0,-6-26 0,8 39 0,0 0 0,1 0 0,-1 0 0,0 0 0,0 0 0,0 0 0,-1 0 0,1 1 0,0-1 0,-1 0 0,1 0 0,-1 1 0,-3-3 0,5 4 0,0-1 0,-1 1 0,1 0 0,-1 0 0,1 0 0,0 0 0,-1 0 0,1 0 0,-1 0 0,1 0 0,-1 0 0,1 0 0,0 0 0,-1 0 0,1 0 0,-1 0 0,1 0 0,-1 0 0,1 0 0,0 1 0,-1-1 0,1 0 0,-1 0 0,1 0 0,-1 1 0,0 0 0,0 1 0,0-1 0,0 0 0,0 0 0,0 1 0,0-1 0,0 1 0,1-1 0,-1 1 0,0 2 0,-5 16 38,1 0 0,1 1 0,1-1 0,1 1 0,1 0 0,0 0 0,2 0 0,3 21 0,2 0-607,2 1 0,25 76 0,-17-74-6257</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10.409"/>
    </inkml:context>
    <inkml:brush xml:id="br0">
      <inkml:brushProperty name="width" value="0.05" units="cm"/>
      <inkml:brushProperty name="height" value="0.05" units="cm"/>
    </inkml:brush>
  </inkml:definitions>
  <inkml:trace contextRef="#ctx0" brushRef="#br0">56 257 24575,'-20'-27'0,"15"21"0,0 0 0,1 0 0,-1-1 0,1 1 0,1-1 0,-5-11 0,7 17 0,1 0 0,0 0 0,0 0 0,0 0 0,0 0 0,0 0 0,0 0 0,0 0 0,0 1 0,0-1 0,0 0 0,0 0 0,0 0 0,1 0 0,-1 0 0,1 0 0,-1 0 0,0 0 0,1 0 0,-1 1 0,1-1 0,0 0 0,-1 0 0,1 1 0,0-1 0,-1 0 0,1 1 0,0-1 0,0 0 0,-1 1 0,1-1 0,0 1 0,0 0 0,0-1 0,0 1 0,0 0 0,0-1 0,0 1 0,0 0 0,0 0 0,1 0 0,7-2 0,0 1 0,0 1 0,15 0 0,-13 0 0,233-6 0,-173 1 0,100-21 0,-159 24 0,1-1 0,17-7 0,-27 9 0,0-1 0,-1 1 0,1 0 0,0-1 0,-1 1 0,1-1 0,-1 0 0,0 0 0,0 0 0,1 0 0,-1 0 0,-1-1 0,1 1 0,0-1 0,0 1 0,1-4 0,-3 5 0,0-1 0,1 1 0,-1 0 0,0-1 0,0 1 0,0-1 0,0 1 0,0 0 0,0-1 0,-1 1 0,1 0 0,0-1 0,-1 1 0,1 0 0,-1-1 0,1 1 0,-1 0 0,1 0 0,-1 0 0,0 0 0,0-1 0,0 1 0,0 0 0,0 0 0,0 0 0,0 1 0,0-1 0,0 0 0,0 0 0,0 1 0,0-1 0,-1 0 0,1 1 0,0-1 0,-3 0 0,-3-2 0,0 1 0,0 0 0,-1 0 0,1 0 0,-9 0 0,3 2 0,0 0 0,0 1 0,1 0 0,-1 1 0,1 1 0,-1 0 0,1 0 0,0 1 0,0 1 0,0 0 0,1 0 0,-15 11 0,18-11 0,0 0 0,1 0 0,-1 1 0,2 0 0,-1 0 0,1 1 0,-1 0 0,2 0 0,-1 0 0,1 1 0,0 0 0,1 0 0,0 0 0,0 1 0,1-1 0,0 1 0,-3 16 0,5-21 0,0 0 0,1-1 0,0 1 0,0 0 0,0 0 0,1-1 0,-1 1 0,1 0 0,0 0 0,0-1 0,0 1 0,0 0 0,1-1 0,0 0 0,-1 1 0,1-1 0,0 0 0,3 3 0,-1-2 0,0 0 0,0 0 0,1-1 0,-1 0 0,1 0 0,0 0 0,0 0 0,0-1 0,0 0 0,0 0 0,6 2 0,6 0 0,0-1 0,0-1 0,0-1 0,0 0 0,0-1 0,34-4 0,-36 2 0,-1-1 0,1 0 0,-1-1 0,0 0 0,0-1 0,-1-1 0,0 0 0,0-1 0,0 0 0,0-1 0,-1-1 0,-1 0 0,0 0 0,0-1 0,18-22 0,-28 31 0,-1 0 0,1 0 0,0 0 0,0 0 0,0 0 0,0 0 0,0 0 0,0 0 0,0 0 0,1 1 0,-1-1 0,0 0 0,0 1 0,1-1 0,1 0 0,-3 1 0,1 0 0,0 0 0,-1 0 0,1 0 0,0 1 0,-1-1 0,1 0 0,0 0 0,-1 0 0,1 1 0,-1-1 0,1 0 0,0 0 0,-1 1 0,1-1 0,-1 1 0,1-1 0,-1 1 0,1-1 0,-1 0 0,0 1 0,1 0 0,3 5 0,-1 0 0,-1-1 0,1 1 0,-1 0 0,2 10 0,2 2 0,14 28-1365,-12-26-5461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1.257"/>
    </inkml:context>
    <inkml:brush xml:id="br0">
      <inkml:brushProperty name="width" value="0.05" units="cm"/>
      <inkml:brushProperty name="height" value="0.05" units="cm"/>
    </inkml:brush>
  </inkml:definitions>
  <inkml:trace contextRef="#ctx0" brushRef="#br0">47 65 24575,'0'0'0,"0"-1"0,0 0 0,0 1 0,0-1 0,1 0 0,-1 1 0,0-1 0,1 0 0,-1 1 0,1-1 0,-1 1 0,1-1 0,-1 1 0,1-1 0,-1 1 0,1-1 0,-1 1 0,1-1 0,-1 1 0,1-1 0,0 1 0,-1 0 0,1 0 0,0-1 0,-1 1 0,1 0 0,0 0 0,0 0 0,-1 0 0,1 0 0,0 0 0,-1 0 0,3 0 0,23 3 0,-25-3 0,1 1 0,-1-1 0,0 1 0,0-1 0,1 1 0,-1 0 0,0 0 0,0-1 0,0 1 0,0 0 0,0 0 0,0 0 0,0 0 0,0 0 0,0 0 0,-1 0 0,2 2 0,-2-2 0,0 0 0,1 0 0,-1 0 0,0 0 0,0 0 0,0 0 0,0-1 0,0 1 0,0 0 0,0 0 0,-1 0 0,1 0 0,0 0 0,0 0 0,-1 0 0,1 0 0,-1-1 0,1 1 0,-1 1 0,-1 0 0,0 1 0,0-1 0,0 0 0,0 0 0,-1 0 0,1 0 0,0 0 0,-1 0 0,0-1 0,1 1 0,-1-1 0,0 0 0,-5 2 0,5-2 0,-1 0 0,1-1 0,0 0 0,0 1 0,0-1 0,0-1 0,0 1 0,-1 0 0,1-1 0,0 1 0,0-1 0,0 0 0,0 0 0,0 0 0,-5-3 0,7 3 0,0 0 0,0 0 0,0 0 0,0 0 0,0 0 0,0 0 0,0 0 0,0 0 0,0 0 0,1 0 0,-1-1 0,0 1 0,1 0 0,-1 0 0,1-1 0,-1 1 0,1-1 0,0 1 0,0 0 0,-1-1 0,1 1 0,0-1 0,0 1 0,0 0 0,1-1 0,-1 1 0,0-1 0,0 1 0,1 0 0,-1-1 0,1 1 0,-1 0 0,1-1 0,0 1 0,-1 0 0,3-2 0,0-2-97,1-1-1,0 1 1,1 0-1,-1 1 1,1-1-1,0 1 1,0 0-1,0 0 1,1 1-1,-1-1 1,1 1-1,0 0 0,9-2 1,-6 4-6729</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1.476"/>
    </inkml:context>
    <inkml:brush xml:id="br0">
      <inkml:brushProperty name="width" value="0.05" units="cm"/>
      <inkml:brushProperty name="height" value="0.05" units="cm"/>
    </inkml:brush>
  </inkml:definitions>
  <inkml:trace contextRef="#ctx0" brushRef="#br0">101 9 24575,'3'-4'0,"4"0"0,1 3 0,-1 5 0,-1 9 0,-3 4 0,-4 6 0,-5 5 0,-5 8 0,-3 3 0,-3 5 0,-2 1 0,0 2 0,0 0 0,2-5 0,5-11-8191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1.788"/>
    </inkml:context>
    <inkml:brush xml:id="br0">
      <inkml:brushProperty name="width" value="0.05" units="cm"/>
      <inkml:brushProperty name="height" value="0.05" units="cm"/>
    </inkml:brush>
  </inkml:definitions>
  <inkml:trace contextRef="#ctx0" brushRef="#br0">86 1 24575,'1'0'0,"0"0"0,0-1 0,0 1 0,1 0 0,-1 1 0,0-1 0,0 0 0,0 0 0,0 0 0,0 1 0,0-1 0,0 1 0,0-1 0,0 1 0,0-1 0,0 1 0,0-1 0,0 1 0,0 0 0,0 0 0,0-1 0,-1 1 0,1 0 0,1 1 0,-2 0 0,1-1 0,-1 1 0,1-1 0,-1 1 0,0 0 0,0-1 0,0 1 0,0-1 0,0 1 0,0-1 0,-1 1 0,1 0 0,0-1 0,-1 1 0,0 1 0,-1 3 0,-1 0 0,0-1 0,0 1 0,0-1 0,-1 0 0,0 0 0,1 0 0,-6 4 0,-26 17 0,34-25 0,0 0 0,0 0 0,0-1 0,0 1 0,0 0 0,-1-1 0,1 1 0,0-1 0,0 1 0,0-1 0,0 0 0,-1 0 0,1 1 0,0-1 0,0 0 0,-1 0 0,1 0 0,0 0 0,0 0 0,-1 0 0,1-1 0,0 1 0,0 0 0,0-1 0,-1 1 0,1-1 0,0 1 0,0-1 0,0 1 0,-2-2 0,3 1 0,-1 0 0,1-1 0,-1 1 0,1 0 0,0 0 0,-1 0 0,1-1 0,0 1 0,0 0 0,0 0 0,0 0 0,0-1 0,0 1 0,0 0 0,0 0 0,1-1 0,-1 1 0,0 0 0,1 0 0,-1 0 0,1 0 0,-1 0 0,1-1 0,0 1 0,-1 0 0,1 0 0,0 1 0,0-1 0,0 0 0,0 0 0,1-1 0,1-1 0,-1 1 0,1 0 0,0-1 0,0 1 0,0 0 0,0 0 0,0 0 0,1 1 0,4-3 0,6 4-1365,-2 2-5461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2.212"/>
    </inkml:context>
    <inkml:brush xml:id="br0">
      <inkml:brushProperty name="width" value="0.05" units="cm"/>
      <inkml:brushProperty name="height" value="0.05" units="cm"/>
    </inkml:brush>
  </inkml:definitions>
  <inkml:trace contextRef="#ctx0" brushRef="#br0">225 76 24575,'0'-3'0,"0"0"0,0 0 0,0 0 0,-1 0 0,1 0 0,-1 0 0,0 0 0,0 0 0,0 1 0,0-1 0,0 0 0,-1 1 0,1-1 0,-1 1 0,1-1 0,-1 1 0,0 0 0,0-1 0,0 1 0,-5-3 0,3 2 0,0 1 0,0 0 0,-1 0 0,1 0 0,-1 1 0,1 0 0,-1 0 0,0 0 0,1 0 0,-1 0 0,0 1 0,-7 0 0,7 0 0,0 1 0,0-1 0,0 1 0,1 0 0,-1 0 0,0 1 0,0-1 0,1 1 0,-1 0 0,1 0 0,-1 1 0,1-1 0,0 1 0,0 0 0,-5 5 0,4-3 0,0 0 0,1 1 0,0 0 0,0 0 0,0 0 0,1 0 0,0 1 0,0-1 0,-4 14 0,4-8 0,1-1 0,0 1 0,0-1 0,1 1 0,1 0 0,0 0 0,0 0 0,2 0 0,-1-1 0,1 1 0,1-1 0,7 21 0,-7-25 27,0-1-1,1 1 0,0-1 0,0 0 1,0 0-1,1 0 0,0 0 0,0-1 1,1 0-1,-1 0 0,1-1 0,8 6 1,-4-4-241,0-1 1,1-1 0,-1 0-1,1 0 1,0-1 0,0 0-1,14 1 1,19 1-6613</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2.413"/>
    </inkml:context>
    <inkml:brush xml:id="br0">
      <inkml:brushProperty name="width" value="0.05" units="cm"/>
      <inkml:brushProperty name="height" value="0.05" units="cm"/>
    </inkml:brush>
  </inkml:definitions>
  <inkml:trace contextRef="#ctx0" brushRef="#br0">0 1 24575,'0'3'0,"0"4"0,0 5 0,3 2 0,2 3 0,-1 1 0,-1 4 0,-1 5 0,0 0 0,2 2 0,0 0 0,0-3 0,-1-2 0,0-5-8191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2.566"/>
    </inkml:context>
    <inkml:brush xml:id="br0">
      <inkml:brushProperty name="width" value="0.05" units="cm"/>
      <inkml:brushProperty name="height" value="0.05" units="cm"/>
    </inkml:brush>
  </inkml:definitions>
  <inkml:trace contextRef="#ctx0" brushRef="#br0">1 44 24575,'0'-9'0,"0"-7"0,0 4 0,0 6 0,0 7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3.014"/>
    </inkml:context>
    <inkml:brush xml:id="br0">
      <inkml:brushProperty name="width" value="0.05" units="cm"/>
      <inkml:brushProperty name="height" value="0.05" units="cm"/>
    </inkml:brush>
  </inkml:definitions>
  <inkml:trace contextRef="#ctx0" brushRef="#br0">282 401 24575,'-1'-6'0,"1"0"0,-1 1 0,0-1 0,0 0 0,0 1 0,-1-1 0,0 1 0,0 0 0,0 0 0,-1-1 0,0 1 0,0 1 0,0-1 0,0 0 0,-1 1 0,0 0 0,0 0 0,0 0 0,0 0 0,-1 0 0,1 1 0,-1 0 0,0 0 0,0 0 0,0 1 0,-1 0 0,1 0 0,0 0 0,-1 0 0,1 1 0,-1 0 0,-9-1 0,10 2 0,-1-1 0,0 1 0,1-1 0,-1 2 0,0-1 0,0 1 0,1-1 0,-1 2 0,1-1 0,-1 0 0,1 1 0,-1 0 0,1 1 0,0-1 0,0 1 0,0 0 0,0 0 0,1 1 0,-1-1 0,1 1 0,0 0 0,0 0 0,0 0 0,0 1 0,1-1 0,0 1 0,0 0 0,0 0 0,1 0 0,-1 1 0,1-1 0,-2 8 0,2-6 0,1-1 0,0 0 0,0 1 0,0-1 0,1 1 0,0-1 0,0 1 0,1-1 0,-1 1 0,1-1 0,1 1 0,-1-1 0,1 0 0,0 0 0,1 0 0,0 0 0,0 0 0,0 0 0,0-1 0,1 1 0,0-1 0,0 0 0,0 0 0,1-1 0,0 1 0,0-1 0,0 0 0,0 0 0,1-1 0,-1 1 0,1-1 0,0 0 0,0-1 0,12 4 0,-9-3 0,1-1 0,0 0 0,0-1 0,0 0 0,0 0 0,0-1 0,0-1 0,0 0 0,0 0 0,0-1 0,0 0 0,0 0 0,0-1 0,-1-1 0,0 1 0,0-2 0,0 1 0,0-1 0,0-1 0,11-9 0,-8 5 0,0-1 0,-1 0 0,-1-1 0,0 0 0,0-1 0,-1 0 0,-1 0 0,0-1 0,-1 0 0,0 0 0,-1-1 0,5-21 0,-3 3 0,-2 0 0,-1 0 0,-1 0 0,-2 0 0,-1 0 0,-2-1 0,-5-34 0,-1 44 0,7 24 0,0-1 0,0 1 0,0 0 0,-1 0 0,1 0 0,0 0 0,0 0 0,0 0 0,-1 0 0,1 0 0,0 0 0,0 0 0,0 0 0,-1 1 0,1-1 0,0 0 0,0 0 0,0 0 0,0 0 0,-1 0 0,1 0 0,0 0 0,0 0 0,0 0 0,0 1 0,-1-1 0,1 0 0,0 0 0,0 0 0,0 0 0,0 1 0,0-1 0,0 0 0,0 0 0,0 0 0,0 0 0,-1 1 0,1-1 0,0 0 0,0 0 0,0 0 0,0 1 0,0-1 0,0 0 0,0 0 0,0 0 0,0 0 0,0 1 0,0-1 0,1 0 0,-1 0 0,-6 49 0,8 31-95,23 150 0,-15-156-1080,-2-11-5651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2.123"/>
    </inkml:context>
    <inkml:brush xml:id="br0">
      <inkml:brushProperty name="width" value="0.05" units="cm"/>
      <inkml:brushProperty name="height" value="0.05" units="cm"/>
    </inkml:brush>
  </inkml:definitions>
  <inkml:trace contextRef="#ctx0" brushRef="#br0">77 42 24575,'2'0'0,"6"0"0,0 0 0,1 1 0,10 2 0,-18-3 0,0 0 0,0 0 0,-1 0 0,1 0 0,0 1 0,-1-1 0,1 0 0,0 1 0,-1-1 0,1 1 0,0-1 0,-1 0 0,1 1 0,-1-1 0,1 1 0,-1 0 0,1-1 0,-1 1 0,1-1 0,0 2 0,-1-1 0,0-1 0,0 1 0,-1 0 0,1 0 0,0 0 0,0 0 0,0 0 0,-1-1 0,1 1 0,0 0 0,-1 0 0,1-1 0,-1 1 0,1 0 0,-1 0 0,1-1 0,-1 1 0,1 0 0,-1-1 0,0 1 0,1-1 0,-2 2 0,-5 3 0,1 0 0,-1-1 0,0 1 0,-13 5 0,16-8 0,0-1 0,1 1 0,-1-1 0,0 0 0,0 0 0,0 0 0,0-1 0,0 1 0,0-1 0,0 0 0,-6-1 0,8 1 0,1 0 0,0-1 0,-1 1 0,1-1 0,0 1 0,-1-1 0,1 0 0,0 1 0,0-1 0,0 0 0,0 0 0,0 0 0,0 0 0,0 0 0,0 0 0,0 0 0,0 0 0,0 0 0,0 0 0,1-1 0,-1 1 0,1 0 0,-1 0 0,1-1 0,-1 1 0,1 0 0,0-1 0,-1 1 0,1-1 0,0 1 0,0 0 0,0-1 0,0 1 0,0-1 0,1 1 0,-1 0 0,0-1 0,1 1 0,-1 0 0,1-1 0,-1 1 0,2-2 0,-1-1 0,1 0 0,-1 0 0,1 1 0,0-1 0,1 0 0,-1 1 0,1 0 0,-1-1 0,1 1 0,0 0 0,0 1 0,0-1 0,6-3 0,-4 3-105,1 1 0,0 0 0,0 1 0,0-1 0,0 1 0,0 1 0,0-1 0,0 1 0,0 0 0,0 0 0,0 0 0,8 2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2.387"/>
    </inkml:context>
    <inkml:brush xml:id="br0">
      <inkml:brushProperty name="width" value="0.05" units="cm"/>
      <inkml:brushProperty name="height" value="0.05" units="cm"/>
    </inkml:brush>
  </inkml:definitions>
  <inkml:trace contextRef="#ctx0" brushRef="#br0">252 0 24575,'-3'0'0,"-1"3"0,-3 5 0,0 6 0,-3 5 0,-2 4 0,-2 6 0,-5 4 0,-3 5 0,-3 3 0,-1 0 0,-3 0 0,2-1 0,1-1 0,5-7-8191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2.688"/>
    </inkml:context>
    <inkml:brush xml:id="br0">
      <inkml:brushProperty name="width" value="0.05" units="cm"/>
      <inkml:brushProperty name="height" value="0.05" units="cm"/>
    </inkml:brush>
  </inkml:definitions>
  <inkml:trace contextRef="#ctx0" brushRef="#br0">0 2 24575,'4'0'0,"3"0"0,4 0 0,1 3 0,-3 4 0,-5 1 0,-7-1 0,-6-1 0,-1-6 0,1-5 0,5-2 0,6 0 0,6 2 0,5 1 0,4 1 0,-2 2-8191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3.013"/>
    </inkml:context>
    <inkml:brush xml:id="br0">
      <inkml:brushProperty name="width" value="0.05" units="cm"/>
      <inkml:brushProperty name="height" value="0.05" units="cm"/>
    </inkml:brush>
  </inkml:definitions>
  <inkml:trace contextRef="#ctx0" brushRef="#br0">373 161 24575,'1'-3'0,"1"0"0,-1 0 0,1-1 0,-1 1 0,0 0 0,0-1 0,-1 1 0,1-1 0,-1 1 0,0 0 0,0-1 0,0 1 0,0-1 0,0 1 0,-1-1 0,1 1 0,-1-1 0,-2-4 0,1 3 0,-1 0 0,0 1 0,0 0 0,0-1 0,0 1 0,0 0 0,-1 1 0,0-1 0,0 1 0,0-1 0,-6-3 0,0 1 0,1 1 0,-1 0 0,1 1 0,-1 0 0,0 1 0,-1-1 0,1 2 0,-1 0 0,1 0 0,-1 1 0,-18 0 0,20 2 0,1 0 0,0 0 0,0 1 0,0 0 0,1 1 0,-1 0 0,0 0 0,1 0 0,0 1 0,0 0 0,0 1 0,0-1 0,-11 12 0,10-8 0,1-1 0,1 1 0,0 1 0,0-1 0,1 1 0,0 0 0,0 0 0,1 1 0,0 0 0,-3 12 0,4-11 0,0 0 0,1 0 0,1 0 0,0 0 0,0 1 0,1-1 0,0 0 0,1 0 0,1 0 0,0 0 0,0 0 0,1 0 0,0 0 0,1-1 0,0 1 0,1-1 0,0 0 0,0 0 0,1-1 0,1 0 0,8 11 0,-6-12 31,-1-1 0,2 1 0,-1-1 0,1-1 0,0 0 0,0 0 0,0-1 0,1-1 1,0 0-1,22 6 0,-8-5-458,1-1 0,0-1 1,46-1-1,-13-4-6399</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3.183"/>
    </inkml:context>
    <inkml:brush xml:id="br0">
      <inkml:brushProperty name="width" value="0.05" units="cm"/>
      <inkml:brushProperty name="height" value="0.05" units="cm"/>
    </inkml:brush>
  </inkml:definitions>
  <inkml:trace contextRef="#ctx0" brushRef="#br0">77 28 24575,'-3'-3'0,"-4"-4"0,-5-1 0,-2 1 0,0 4 0,3 7 0,4 5 0,2 8 0,2 3 0,2 6 0,2 3 0,2 4 0,2 0 0,3-1 0,-1-1 0,0-7-8191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3.325"/>
    </inkml:context>
    <inkml:brush xml:id="br0">
      <inkml:brushProperty name="width" value="0.05" units="cm"/>
      <inkml:brushProperty name="height" value="0.05" units="cm"/>
    </inkml:brush>
  </inkml:definitions>
  <inkml:trace contextRef="#ctx0" brushRef="#br0">1 49 24575,'3'-7'0,"1"-4"0,0-4 0,-1 3 0,0 8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3.779"/>
    </inkml:context>
    <inkml:brush xml:id="br0">
      <inkml:brushProperty name="width" value="0.05" units="cm"/>
      <inkml:brushProperty name="height" value="0.05" units="cm"/>
    </inkml:brush>
  </inkml:definitions>
  <inkml:trace contextRef="#ctx0" brushRef="#br0">302 434 24575,'0'-1'0,"1"-13"0,-2 0 0,0 0 0,0 0 0,-6-22 0,6 33 0,1 1 0,-1-1 0,0 1 0,0-1 0,0 1 0,0-1 0,-1 1 0,1 0 0,-1-1 0,1 1 0,-1 0 0,0 0 0,0 0 0,0 0 0,0 1 0,0-1 0,0 0 0,0 1 0,-1-1 0,1 1 0,-1 0 0,1 0 0,-1 0 0,1 0 0,-1 0 0,0 1 0,1-1 0,-1 1 0,0 0 0,1-1 0,-5 2 0,-2 0 0,0 0 0,0 1 0,0 1 0,0-1 0,1 1 0,-1 1 0,1 0 0,0 0 0,0 1 0,0-1 0,1 2 0,-12 9 0,6-3 0,0 0 0,2 1 0,-1 1 0,2 0 0,-17 25 0,24-33 0,0 0 0,1 0 0,-1 0 0,1 0 0,0 1 0,0-1 0,1 0 0,0 1 0,0-1 0,1 1 0,0 0 0,0 9 0,1-12 0,-1 0 0,1 0 0,0 0 0,1 0 0,-1 0 0,1-1 0,-1 1 0,1 0 0,0-1 0,0 1 0,1-1 0,-1 0 0,1 1 0,0-1 0,0-1 0,0 1 0,0 0 0,0-1 0,0 1 0,8 3 0,0-1 0,-1-1 0,1 0 0,0-1 0,1 0 0,-1 0 0,0-1 0,1-1 0,-1 0 0,1 0 0,0-2 0,-1 1 0,1-1 0,-1-1 0,1 0 0,-1 0 0,0-2 0,20-7 0,-13 4 0,-1-1 0,0-2 0,-1 1 0,1-2 0,-2 0 0,0-1 0,0 0 0,-1-1 0,-1-1 0,13-16 0,-8 5 0,-1 0 0,-1-2 0,-2 0 0,0 0 0,-2-2 0,-1 1 0,-1-2 0,-2 1 0,0-1 0,-3-1 0,0 1 0,-2-1 0,-1-46 0,-2 75 0,0-1 0,0 1 0,0 0 0,-1-1 0,1 1 0,-1 0 0,1-1 0,-1 1 0,0 0 0,0 0 0,0-1 0,-2-2 0,2 5 0,1 0 0,0 0 0,0-1 0,-1 1 0,1 0 0,0 0 0,-1 0 0,1-1 0,0 1 0,-1 0 0,1 0 0,0 0 0,-1 0 0,1 0 0,0 0 0,-1 0 0,1 0 0,0 0 0,-1 0 0,1 0 0,-1 0 0,1 0 0,0 0 0,-1 0 0,1 0 0,0 0 0,-1 0 0,1 0 0,-14 15 0,6 0 0,1 1 0,0-1 0,1 2 0,0-1 0,2 1 0,-4 19 0,-8 105 0,11 30-1365,5-125-5461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3.983"/>
    </inkml:context>
    <inkml:brush xml:id="br0">
      <inkml:brushProperty name="width" value="0.05" units="cm"/>
      <inkml:brushProperty name="height" value="0.05" units="cm"/>
    </inkml:brush>
  </inkml:definitions>
  <inkml:trace contextRef="#ctx0" brushRef="#br0">4 28 24575,'-3'0'0,"2"0"0,8 0 0,5 0 0,7 0 0,4 0 0,4-3 0,3-1 0,1-3 0,0-1 0,-4 2-8191</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4.359"/>
    </inkml:context>
    <inkml:brush xml:id="br0">
      <inkml:brushProperty name="width" value="0.05" units="cm"/>
      <inkml:brushProperty name="height" value="0.05" units="cm"/>
    </inkml:brush>
  </inkml:definitions>
  <inkml:trace contextRef="#ctx0" brushRef="#br0">16 114 24575,'-7'-27'0,"5"23"0,1-1 0,-1 1 0,1-1 0,0 0 0,0-7 0,1 11 0,0 0 0,0 0 0,0 0 0,0 0 0,0 0 0,1 0 0,-1 0 0,0 0 0,1 0 0,-1 0 0,1 0 0,-1 0 0,1 0 0,-1 0 0,1 0 0,0 1 0,-1-1 0,1 0 0,0 0 0,0 1 0,0-1 0,-1 0 0,1 1 0,0-1 0,0 1 0,0-1 0,0 1 0,0-1 0,2 1 0,0-1 0,1 1 0,0-1 0,0 1 0,0 0 0,-1 0 0,1 1 0,0-1 0,0 1 0,0 0 0,-1 0 0,1 0 0,0 0 0,-1 1 0,7 2 0,48 31 0,-54-32 0,9 6 0,-2 0 0,1 0 0,-1 1 0,0 0 0,-1 1 0,14 19 0,-19-22 0,0 0 0,0 1 0,-1-1 0,0 1 0,0 0 0,-1 0 0,0 1 0,-1-1 0,0 1 0,-1-1 0,1 11 0,-1-18 0,-1 1 0,0-1 0,-1 1 0,1-1 0,0 1 0,-1-1 0,1 1 0,-1-1 0,0 0 0,0 1 0,0-1 0,0 0 0,0 0 0,0 0 0,-1 0 0,1 0 0,0 0 0,-1 0 0,0 0 0,-3 3 0,3-4 0,1-1 0,-1 1 0,0 0 0,1 0 0,-1-1 0,0 1 0,0-1 0,1 1 0,-1-1 0,0 0 0,0 0 0,0 0 0,0 0 0,1 0 0,-1 0 0,0-1 0,0 1 0,0 0 0,1-1 0,-1 0 0,0 1 0,1-1 0,-1 0 0,0 0 0,1 0 0,-1 0 0,1 0 0,-2-1 0,-1-2 0,0 1 0,1 0 0,-1-1 0,1 0 0,0 0 0,0 0 0,0 0 0,1 0 0,-1-1 0,1 1 0,0-1 0,1 0 0,-1 1 0,1-1 0,0 0 0,0 0 0,0 0 0,1 0 0,-1 0 0,1 0 0,1 0 0,-1 0 0,1 0 0,-1 1 0,3-8 0,0 2 0,0 0 0,1 1 0,-1-1 0,2 1 0,0-1 0,0 1 0,0 1 0,1-1 0,1 1 0,-1 0 0,10-9 0,-5 8-124,1-1 0,-1 2 0,1 0 0,1 0 0,-1 1 0,2 1-1,-1 0 1,0 0 0,1 2 0,27-7 0,-13 7-6702</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4.746"/>
    </inkml:context>
    <inkml:brush xml:id="br0">
      <inkml:brushProperty name="width" value="0.05" units="cm"/>
      <inkml:brushProperty name="height" value="0.05" units="cm"/>
    </inkml:brush>
  </inkml:definitions>
  <inkml:trace contextRef="#ctx0" brushRef="#br0">25 208 24575,'-19'0'0,"14"-1"0,17 3 0,41 5 0,-25-2 0,1-2 0,36 0 0,-58-3 0,1 0 0,0-1 0,-1 0 0,1 0 0,-1-1 0,0 0 0,1-1 0,-1 1 0,0-1 0,-1-1 0,1 1 0,0-1 0,8-7 0,-13 10 0,0-1 0,-1 1 0,1-1 0,-1 1 0,1-1 0,-1 0 0,0 0 0,0 0 0,0 0 0,0 0 0,0 0 0,0 0 0,0 0 0,-1 0 0,1 0 0,-1 0 0,1-1 0,-1-2 0,0 2 0,-1-1 0,1 0 0,-1 0 0,1 1 0,-1-1 0,-1 1 0,1-1 0,0 1 0,-1-1 0,-2-3 0,-2-2 0,0 0 0,-1 0 0,0 0 0,-1 1 0,0 0 0,-11-10 0,13 14 0,1 0 0,-1 0 0,0 0 0,0 1 0,-1 0 0,1 0 0,-1 0 0,1 1 0,-1 0 0,0 0 0,0 1 0,-12-2 0,14 3 0,1 0 0,-1 1 0,1 0 0,0-1 0,0 1 0,-1 1 0,1-1 0,0 0 0,0 1 0,0 0 0,0 0 0,0 0 0,1 1 0,-1-1 0,1 1 0,-1 0 0,1 0 0,0 0 0,0 0 0,0 1 0,-3 5 0,0 0 0,1-1 0,1 1 0,0 0 0,0 0 0,1 1 0,0-1 0,0 1 0,1-1 0,0 1 0,1 0 0,0 0 0,1 0 0,0 0 0,0-1 0,1 1 0,1 0 0,-1 0 0,1 0 0,1-1 0,0 1 0,1-1 0,5 11 0,-3-7 0,0-1 0,1 0 0,1-1 0,0 0 0,1 0 0,0-1 0,0 0 0,1 0 0,0-1 0,1 0 0,0-1 0,0-1 0,1 1 0,0-2 0,20 9 0,30 3-1365,-4-7-5461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4.995"/>
    </inkml:context>
    <inkml:brush xml:id="br0">
      <inkml:brushProperty name="width" value="0.05" units="cm"/>
      <inkml:brushProperty name="height" value="0.05" units="cm"/>
    </inkml:brush>
  </inkml:definitions>
  <inkml:trace contextRef="#ctx0" brushRef="#br0">408 282 24575,'3'-14'0,"1"-1"0,-2 0 0,0 0 0,-1 0 0,0 0 0,-1 0 0,-1 0 0,0 0 0,-1 0 0,-1 0 0,-8-25 0,10 36 0,-1-1 0,0 0 0,0 1 0,0 0 0,0-1 0,-1 1 0,0 0 0,0 0 0,0 0 0,0 1 0,0-1 0,-1 1 0,0 0 0,0 0 0,0 0 0,0 0 0,-5-2 0,4 3 0,1 1 0,0 0 0,-1 0 0,1 0 0,-1 0 0,1 1 0,-1 0 0,0 0 0,1 0 0,-1 0 0,1 1 0,-1 0 0,1 0 0,0 0 0,-1 0 0,1 1 0,0-1 0,-8 5 0,2 0 0,0 1 0,0 0 0,1 1 0,-1 0 0,2 1 0,-1 0 0,1 0 0,1 0 0,-1 1 0,2 0 0,-1 1 0,2 0 0,-1 0 0,-5 18 0,-1 6 0,2-1 0,1 1 0,-6 63 0,6 27 0,8 135 0,3-137 0,-15 146 0,12-258 0,0-1 0,0 1 0,-1-1 0,0 0 0,0 1 0,-1-1 0,0 0 0,-10 19 0,13-29-44,-1 1 0,1 0 0,0 0 0,-1 0 0,1-1 0,-1 1 0,0 0 0,1 0 0,-1-1 0,1 1 0,-1-1 0,0 1 0,0 0 0,1-1 0,-1 1 0,0-1 0,0 0 0,1 1-1,-1-1 1,0 0 0,0 1 0,0-1 0,0 0 0,0 0 0,0 0 0,0 0 0,1 0 0,-1 0 0,0 0 0,-1 0 0,-9-5-6782</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5.153"/>
    </inkml:context>
    <inkml:brush xml:id="br0">
      <inkml:brushProperty name="width" value="0.05" units="cm"/>
      <inkml:brushProperty name="height" value="0.05" units="cm"/>
    </inkml:brush>
  </inkml:definitions>
  <inkml:trace contextRef="#ctx0" brushRef="#br0">0 210 24575,'7'-21'0,"4"-15"0,5-3 0,11 2 0,23 6 0,13 9 0,1 9 0,-3 5 0,-6 6 0,-10 5 0,-8 2 0,-12 1-8191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7.483"/>
    </inkml:context>
    <inkml:brush xml:id="br0">
      <inkml:brushProperty name="width" value="0.05" units="cm"/>
      <inkml:brushProperty name="height" value="0.05" units="cm"/>
    </inkml:brush>
  </inkml:definitions>
  <inkml:trace contextRef="#ctx0" brushRef="#br0">1 2268 24575,'0'1'0,"0"-1"0,0 0 0,0 1 0,0-1 0,0 0 0,0 1 0,0-1 0,0 0 0,0 1 0,0-1 0,0 0 0,1 1 0,-1-1 0,0 0 0,0 1 0,0-1 0,0 0 0,1 0 0,-1 1 0,0-1 0,0 0 0,1 0 0,-1 1 0,0-1 0,0 0 0,1 0 0,-1 0 0,0 1 0,1-1 0,-1 0 0,0 0 0,0 0 0,1 0 0,-1 0 0,0 0 0,1 0 0,-1 0 0,0 1 0,1-1 0,-1 0 0,0-1 0,1 1 0,-1 0 0,0 0 0,1 0 0,-1 0 0,0 0 0,1 0 0,-1 0 0,0 0 0,1-1 0,-1 1 0,0 0 0,1 0 0,-1 0 0,0-1 0,0 1 0,1 0 0,17-14 0,0-7 0,27-39 0,-1 0 0,31-27 0,3 3 0,103-85 0,497-334-1005,47 66-1,-490 313 611,6 10 0,5 10 0,4 12 0,504-116 0,-327 131-297,2 19 0,677-5-1,-509 75-345,775 115 0,-787-31 1038,-4 26 0,893 311 0,838 443-502,-1732-629 1259,-443-179-533,-2 6 0,134 99 0,-220-137 491,-1 2 0,-2 3 0,-1 1 1,39 50-1,-63-65-317,-1 0 1,-1 1 0,-2 0 0,-1 2 0,-1 0 0,-2 1-1,-1 0 1,16 65 0,-17-41-389,-3 1 1,2 106-1,-11-127-8,-1 0 1,-2 0 0,-1 0 0,-1 0 0,-20 58-1,17-71-2,-1-2 0,-1 1 0,0-1 0,-2-1 0,0 0 0,-1-1 0,-1 0 0,-26 24 0,0-6 0,-2-1 0,-67 40 0,69-48 0,-2-3 0,-1-1 0,-1-3 0,0-1 0,-2-3 0,0-1 0,-1-3 0,-70 10 0,107-21 0,-1 0 0,0 0 0,0-1 0,1-1 0,-1 0 0,0-1 0,1 0 0,-1 0 0,1-2 0,-18-6 0,18 1-1365,3 0-5461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47.900"/>
    </inkml:context>
    <inkml:brush xml:id="br0">
      <inkml:brushProperty name="width" value="0.05" units="cm"/>
      <inkml:brushProperty name="height" value="0.05" units="cm"/>
    </inkml:brush>
  </inkml:definitions>
  <inkml:trace contextRef="#ctx0" brushRef="#br0">246 81 24575,'1'-5'0,"0"-1"0,0 1 0,0-1 0,1 1 0,-1-1 0,1 1 0,1 0 0,-1 0 0,1 0 0,0 0 0,0 1 0,7-9 0,-10 13 0,0-1 0,0 1 0,1 0 0,-1-1 0,0 1 0,1 0 0,-1-1 0,0 1 0,1 0 0,-1-1 0,1 1 0,-1 0 0,0 0 0,1 0 0,-1-1 0,1 1 0,-1 0 0,1 0 0,-1 0 0,0 0 0,1 0 0,-1 0 0,1 0 0,-1 0 0,1 0 0,-1 0 0,1 0 0,2 11 0,-9 18 0,-3-9 0,-1 0 0,-2 0 0,0-1 0,-25 30 0,-68 64 0,101-108 0,-36 30 0,28-24 0,0-1 0,-14 16 0,26-25 0,-1 0 0,0-1 0,0 1 0,1 0 0,-1 0 0,1 0 0,-1 0 0,1 0 0,-1 0 0,1 0 0,-1 0 0,1 1 0,0-1 0,0 0 0,0 0 0,-1 0 0,1 0 0,0 0 0,0 1 0,1-1 0,-1 0 0,0 2 0,1-2 0,0 1 0,0-1 0,0 1 0,0-1 0,0 1 0,0-1 0,0 0 0,0 1 0,1-1 0,-1 0 0,1 0 0,-1 0 0,3 1 0,6 3 0,1 0 0,0-1 0,20 5 0,-18-5 0,75 24 0,-2 3 0,99 51 0,-158-68-1365,-5-3-5461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52.855"/>
    </inkml:context>
    <inkml:brush xml:id="br0">
      <inkml:brushProperty name="width" value="0.05" units="cm"/>
      <inkml:brushProperty name="height" value="0.05" units="cm"/>
    </inkml:brush>
  </inkml:definitions>
  <inkml:trace contextRef="#ctx0" brushRef="#br0">0 39 24575,'28'-2'0,"-23"1"0,1 1 0,0-1 0,0 1 0,0 0 0,0 0 0,10 3 0,-14-3 0,0 1 0,-1 0 0,1 0 0,-1-1 0,1 1 0,0 0 0,-1 1 0,0-1 0,1 0 0,-1 0 0,0 1 0,1-1 0,-1 0 0,0 1 0,0-1 0,0 1 0,0 0 0,-1-1 0,1 1 0,0 0 0,-1-1 0,1 1 0,-1 0 0,1 0 0,-1 0 0,0 3 0,0-3 0,0 0 0,0 0 0,0 0 0,0 0 0,0 0 0,-1 0 0,1 0 0,-1 0 0,1 0 0,-1 0 0,0 0 0,0 0 0,0 0 0,0-1 0,0 1 0,0 0 0,-1-1 0,1 1 0,0 0 0,-1-1 0,1 0 0,-1 1 0,0-1 0,1 0 0,-1 0 0,0 0 0,0 0 0,0 0 0,0-1 0,0 1 0,-2 0 0,3 0 0,-1-1 0,0 1 0,0-1 0,1 0 0,-1 0 0,0 0 0,1 0 0,-1 0 0,0 0 0,1 0 0,-1 0 0,0-1 0,0 1 0,1-1 0,-1 1 0,1-1 0,-1 0 0,1 1 0,-1-1 0,1 0 0,-1 0 0,1 0 0,0 0 0,-1-1 0,1 1 0,0 0 0,0 0 0,0-1 0,0 1 0,0-1 0,0 1 0,0-1 0,0 1 0,1-1 0,-1 1 0,1-1 0,-1-3 0,-1 0 0,1-1 0,1 0 0,-1 0 0,1 0 0,0 0 0,0 0 0,1 1 0,0-1 0,2-8 0,-3 12 0,1 1 0,-1-1 0,1 0 0,-1 1 0,1-1 0,0 1 0,0 0 0,0-1 0,0 1 0,0 0 0,0-1 0,0 1 0,0 0 0,1 0 0,-1 0 0,0 0 0,1 0 0,-1 0 0,0 0 0,1 1 0,-1-1 0,1 0 0,0 1 0,-1-1 0,1 1 0,-1 0 0,1-1 0,0 1 0,-1 0 0,1 0 0,0 0 0,-1 0 0,1 0 0,0 1 0,-1-1 0,1 0 0,1 1 0,-1 0 0,0-1 0,0 1 0,0-1 0,-1 1 0,1 0 0,0 0 0,-1 0 0,1 0 0,0 0 0,-1 0 0,1 0 0,-1 0 0,0 1 0,1-1 0,-1 1 0,0-1 0,0 1 0,0-1 0,0 1 0,0-1 0,0 1 0,0 0 0,-1 0 0,1 0 0,0-1 0,-1 1 0,0 0 0,1 0 0,-1 0 0,0 0 0,0 0 0,0 0 0,0-1 0,-1 1 0,1 0 0,0 0 0,-2 3 0,2-3 0,-1 0 0,0 0 0,0 0 0,1 0 0,-1-1 0,-1 1 0,1 0 0,0-1 0,0 1 0,-1 0 0,1-1 0,-1 1 0,1-1 0,-1 0 0,1 0 0,-1 1 0,0-1 0,0 0 0,0-1 0,0 1 0,1 0 0,-1 0 0,0-1 0,0 1 0,0-1 0,0 0 0,-1 1 0,1-1 0,0 0 0,0 0 0,0 0 0,0-1 0,0 1 0,0 0 0,-3-2 0,4 2 0,0 0 0,-1-1 0,1 1 0,-1 0 0,1-1 0,-1 1 0,1-1 0,0 0 0,0 0 0,-1 1 0,1-1 0,0 0 0,0 0 0,0 0 0,0 0 0,0 0 0,0-1 0,0 1 0,0 0 0,0 0 0,0-1 0,1 1 0,-1 0 0,1-1 0,-1 1 0,1 0 0,-1-1 0,1 1 0,0-1 0,0 1 0,-1-1 0,1 1 0,0-1 0,1 1 0,-1-3 0,1 1 0,0 1 0,0-1 0,0 1 0,0-1 0,0 1 0,1 0 0,-1-1 0,1 1 0,-1 0 0,1 0 0,0 0 0,0 0 0,0 0 0,0 1 0,0-1 0,1 0 0,-1 1 0,0 0 0,4-2 0,-1 1 0,1 1 0,-1-1 0,1 1 0,0 0 0,-1 0 0,1 1 0,0 0 0,-1 0 0,12 1 0,-16-1 0,1 0 0,-1 0 0,1 1 0,-1-1 0,0 0 0,1 1 0,-1-1 0,1 1 0,-1-1 0,0 1 0,0 0 0,1 0 0,-1-1 0,0 1 0,0 0 0,0 0 0,0 0 0,0 0 0,0 0 0,0 0 0,0 1 0,-1-1 0,1 0 0,0 0 0,-1 1 0,1-1 0,0 0 0,-1 1 0,0-1 0,1 1 0,-1-1 0,0 0 0,0 1 0,0-1 0,0 1 0,0-1 0,0 1 0,0-1 0,0 0 0,-1 1 0,1-1 0,0 1 0,-2 1 0,1 0-54,-1 0-1,0 0 0,0 0 1,0 0-1,0-1 1,0 1-1,0-1 0,-1 1 1,1-1-1,-1 0 1,0 0-1,1 0 0,-1-1 1,0 1-1,0-1 0,0 1 1,0-1-1,-1 0 1,1 0-1,0 0 0,0-1 1,-1 1-1,1-1 1,-6 1-1,-6 0-6771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59.299"/>
    </inkml:context>
    <inkml:brush xml:id="br0">
      <inkml:brushProperty name="width" value="0.05" units="cm"/>
      <inkml:brushProperty name="height" value="0.05" units="cm"/>
    </inkml:brush>
  </inkml:definitions>
  <inkml:trace contextRef="#ctx0" brushRef="#br0">71 357 24575,'0'0'0,"0"-1"0,0 1 0,-1-1 0,1 1 0,0 0 0,0-1 0,1 1 0,-1-1 0,0 1 0,0 0 0,0-1 0,0 1 0,0 0 0,0-1 0,0 1 0,1-1 0,-1 1 0,0 0 0,0-1 0,0 1 0,1 0 0,-1 0 0,0-1 0,1 1 0,-1 0 0,0 0 0,0-1 0,1 1 0,-1 0 0,0 0 0,1 0 0,-1-1 0,1 1 0,-1 0 0,0 0 0,1 0 0,-1 0 0,0 0 0,1 0 0,-1 0 0,1 0 0,-1 0 0,0 0 0,1 0 0,-1 0 0,1 0 0,-1 0 0,0 0 0,1 0 0,-1 1 0,0-1 0,1 0 0,-1 0 0,2 1 0,-1 0 0,1-1 0,-1 1 0,1 0 0,-1 0 0,0 0 0,0 0 0,1 0 0,-1 0 0,0 0 0,0 1 0,1 1 0,8 19 0,-2 2 0,0 0 0,-2 0 0,6 39 0,-2-11 0,-41-119 0,13 23 0,-11-22 0,3-3 0,-18-75 0,42 133 0,0 1 0,0-1 0,1 0 0,0 0 0,1 0 0,3-21 0,-3 29 0,1-1 0,0 0 0,0 1 0,0-1 0,1 0 0,-1 1 0,1 0 0,0-1 0,-1 1 0,2 0 0,-1 0 0,0 0 0,1 0 0,-1 0 0,1 0 0,0 1 0,0 0 0,0-1 0,0 1 0,0 0 0,1 0 0,6-2 0,1 0 0,0 1 0,1 1 0,-1 0 0,1 1 0,-1 0 0,1 1 0,0 0 0,-1 0 0,18 4 0,-7 0 0,-1 1 0,-1 1 0,1 0 0,24 12 0,-35-13 0,0 0 0,-1 0 0,1 1 0,-1 0 0,0 1 0,10 9 0,-17-14 0,0 0 0,0 0 0,-1 0 0,1 0 0,-1 0 0,1 0 0,-1 0 0,0 0 0,0 1 0,0-1 0,0 0 0,0 1 0,0-1 0,-1 1 0,1-1 0,-1 1 0,0-1 0,0 1 0,0-1 0,0 1 0,0 0 0,0-1 0,-1 1 0,1-1 0,-1 1 0,0-1 0,0 0 0,0 1 0,0-1 0,0 0 0,0 1 0,-3 2 0,0 1 0,-2 1 0,1-1 0,-1 0 0,1-1 0,-2 1 0,1-1 0,0 0 0,-15 7 0,-1-1 0,-37 13 0,9-5 0,50-19 0,-1 0 0,0 1 0,0-1 0,1 0 0,-1 0 0,0 1 0,1-1 0,-1 1 0,0-1 0,1 0 0,-1 1 0,1-1 0,-1 1 0,1 0 0,-1-1 0,1 1 0,-1-1 0,1 1 0,-1 0 0,1-1 0,0 1 0,-1 0 0,1 0 0,0 0 0,0-1 0,1 1 0,-1 0 0,0-1 0,0 1 0,1-1 0,-1 1 0,0-1 0,1 1 0,-1-1 0,1 1 0,-1-1 0,1 1 0,-1-1 0,1 0 0,-1 1 0,1-1 0,-1 1 0,1-1 0,0 0 0,37 13 0,-6-5 0,102 28 0,-117-30 0,-1 1 0,0 0 0,0 1 0,-1 1 0,27 19 0,-39-26 0,0 1 0,0 0 0,0 0 0,0 0 0,0 0 0,-1 0 0,1 0 0,-1 1 0,0 0 0,3 5 0,-4-7 0,-1-1 0,0 1 0,0-1 0,0 1 0,0-1 0,0 1 0,0-1 0,0 1 0,0-1 0,0 1 0,-1-1 0,1 1 0,0-1 0,-1 0 0,1 1 0,-1-1 0,0 0 0,0 1 0,1-1 0,-1 0 0,0 0 0,0 0 0,0 1 0,0-1 0,0 0 0,0 0 0,-1-1 0,1 1 0,0 0 0,0 0 0,-1 0 0,-1 0 0,-10 5 0,0 0 0,0-1 0,0 0 0,-1-1 0,0-1 0,-17 3 0,-87 4 0,104-9 0,-118-1-1365,75-3-5461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59.693"/>
    </inkml:context>
    <inkml:brush xml:id="br0">
      <inkml:brushProperty name="width" value="0.05" units="cm"/>
      <inkml:brushProperty name="height" value="0.05" units="cm"/>
    </inkml:brush>
  </inkml:definitions>
  <inkml:trace contextRef="#ctx0" brushRef="#br0">260 109 24575,'3'-2'0,"-1"0"0,0 0 0,0-1 0,0 1 0,0 0 0,-1-1 0,1 0 0,-1 1 0,1-1 0,-1 0 0,0 0 0,0 0 0,0 1 0,-1-1 0,1 0 0,-1 0 0,1-4 0,-1 5 0,-1-1 0,1 1 0,-1 0 0,0 0 0,0-1 0,0 1 0,0 0 0,0 0 0,0 0 0,0 0 0,-1 0 0,1 0 0,-1 0 0,0 1 0,1-1 0,-1 0 0,0 1 0,0 0 0,0-1 0,0 1 0,0 0 0,-4-2 0,-1 1 0,0-1 0,0 1 0,0 0 0,-1 1 0,1-1 0,-1 1 0,0 1 0,1 0 0,-1 0 0,1 0 0,-1 1 0,0 0 0,1 1 0,0-1 0,-1 1 0,1 1 0,-8 3 0,10-4 0,0 1 0,1-1 0,-1 1 0,1 0 0,0 0 0,0 0 0,0 0 0,0 1 0,1 0 0,-1 0 0,-4 7 0,7-8 0,-1 0 0,0 1 0,1-1 0,0 1 0,0-1 0,0 1 0,0 0 0,0-1 0,1 1 0,-1 0 0,1-1 0,0 1 0,1 0 0,-1 0 0,0-1 0,1 1 0,1 5 0,2 2 0,1 0 0,0-1 0,0 0 0,1 1 0,0-2 0,1 1 0,0-1 0,1 0 0,0 0 0,0-1 0,10 8 0,17 12 0,57 34 0,-80-54 0,6 3 0,25 16 0,-41-25 0,0 0 0,1-1 0,-1 1 0,0 1 0,0-1 0,0 0 0,-1 0 0,1 1 0,0-1 0,-1 1 0,0-1 0,3 6 0,-4-7 0,0 1 0,0-1 0,0 0 0,0 0 0,0 1 0,0-1 0,-1 0 0,1 0 0,0 1 0,-1-1 0,1 0 0,-1 0 0,1 0 0,-1 0 0,1 0 0,-1 0 0,0 0 0,0 0 0,1 0 0,-1 0 0,0 0 0,0 0 0,0 0 0,0 0 0,0-1 0,0 1 0,0 0 0,0-1 0,0 1 0,-1-1 0,0 1 0,-6 2 0,0 0 0,0 0 0,-12 1 0,16-3 0,-30 7 0,-65 5 0,88-13 0,0 1 0,1-2 0,-1 1 0,0-2 0,1 1 0,-1-1 0,1-1 0,0 0 0,-1 0 0,-13-8 0,7-1-1365,6 0-5461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0.063"/>
    </inkml:context>
    <inkml:brush xml:id="br0">
      <inkml:brushProperty name="width" value="0.05" units="cm"/>
      <inkml:brushProperty name="height" value="0.05" units="cm"/>
    </inkml:brush>
  </inkml:definitions>
  <inkml:trace contextRef="#ctx0" brushRef="#br0">40 36 24575,'-3'0'0,"-5"0"0,-3 0 0,0-3 0,5-1 0,9 0 0,8 1 0,8 1 0,7 0 0,6 2 0,6-1 0,3-2 0,-2-1 0,-1 0 0,-5 1 0,-7 1-8191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0.576"/>
    </inkml:context>
    <inkml:brush xml:id="br0">
      <inkml:brushProperty name="width" value="0.05" units="cm"/>
      <inkml:brushProperty name="height" value="0.05" units="cm"/>
    </inkml:brush>
  </inkml:definitions>
  <inkml:trace contextRef="#ctx0" brushRef="#br0">102 38 24575,'0'-1'0,"1"0"0,-1-1 0,1 1 0,0 0 0,-1 0 0,1 0 0,0 0 0,0 0 0,0 0 0,0 0 0,-1 0 0,1 0 0,1 1 0,-1-1 0,0 0 0,0 1 0,2-2 0,22-9 0,-23 10 0,0 0 0,-1 1 0,1-1 0,0 1 0,0 0 0,-1-1 0,1 1 0,0 0 0,0 0 0,0 0 0,-1 0 0,1 0 0,0 0 0,0 1 0,0-1 0,-1 1 0,1-1 0,0 1 0,-1 0 0,1 0 0,0-1 0,-1 1 0,1 0 0,-1 0 0,0 1 0,1-1 0,-1 0 0,0 0 0,1 1 0,-1-1 0,0 1 0,0-1 0,1 3 0,-1-2 0,0 1 0,0 0 0,0-1 0,-1 1 0,1 0 0,-1 0 0,0-1 0,0 1 0,0 0 0,0 0 0,0-1 0,0 1 0,-1 0 0,1 0 0,-1-1 0,0 1 0,0-1 0,0 1 0,0-1 0,0 1 0,-3 3 0,0-2 0,0 0 0,0 0 0,0 0 0,-1-1 0,1 0 0,-1 0 0,0 0 0,0 0 0,0-1 0,0 0 0,0 0 0,0 0 0,-1-1 0,1 1 0,-11 0 0,11-1 0,0-1 0,1 1 0,-1-1 0,0 0 0,1 0 0,-1 0 0,0-1 0,1 0 0,-1 0 0,1 0 0,-1 0 0,1-1 0,0 1 0,-1-1 0,1 0 0,0-1 0,0 1 0,0-1 0,-4-3 0,6 4 10,1 0 0,0 1 0,0-1-1,0 0 1,0 1 0,0-1 0,0 0-1,0 0 1,1 0 0,-1 0 0,1 0-1,-1 0 1,1 0 0,0 0 0,0 0-1,0 0 1,0 0 0,0 0 0,0 0-1,0 0 1,1 0 0,-1 1 0,1-1-1,-1 0 1,1 0 0,0 0 0,0 0-1,0 0 1,0 1 0,0-1 0,0 0-1,0 1 1,0-1 0,4-2 0,-1 0-166,0 0 1,1-1 0,0 2 0,0-1 0,0 1 0,1-1 0,-1 2-1,1-1 1,-1 0 0,8-1 0,4 0-6671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0.798"/>
    </inkml:context>
    <inkml:brush xml:id="br0">
      <inkml:brushProperty name="width" value="0.05" units="cm"/>
      <inkml:brushProperty name="height" value="0.05" units="cm"/>
    </inkml:brush>
  </inkml:definitions>
  <inkml:trace contextRef="#ctx0" brushRef="#br0">153 3 24575,'0'-3'0,"-3"5"0,-2 6 0,-2 7 0,-3 11 0,-4 10 0,-2 9 0,-1 5 0,-1 2 0,-1 0 0,3-2 0,1-3 0,3-10-8191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1.089"/>
    </inkml:context>
    <inkml:brush xml:id="br0">
      <inkml:brushProperty name="width" value="0.05" units="cm"/>
      <inkml:brushProperty name="height" value="0.05" units="cm"/>
    </inkml:brush>
  </inkml:definitions>
  <inkml:trace contextRef="#ctx0" brushRef="#br0">18 0 24575,'6'0'0,"5"0"0,4 0 0,0 3 0,-4 5 0,-5 0 0,-8-1 0,-7-2 0,-4-1 0,-1-5 0,0-2 0,-2-4 0,6 0 0,7 0 0,7 5 0,7 3 0,1 1-8191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1.395"/>
    </inkml:context>
    <inkml:brush xml:id="br0">
      <inkml:brushProperty name="width" value="0.05" units="cm"/>
      <inkml:brushProperty name="height" value="0.05" units="cm"/>
    </inkml:brush>
  </inkml:definitions>
  <inkml:trace contextRef="#ctx0" brushRef="#br0">184 112 24575,'3'-3'0,"-1"0"0,1 0 0,-1 0 0,0 0 0,0 0 0,0-1 0,0 1 0,-1 0 0,0-1 0,1 1 0,-1-1 0,0 0 0,0 1 0,-1-1 0,1 0 0,-1 0 0,0-7 0,-1 9 0,1 0 0,-1 0 0,1 0 0,-1-1 0,0 1 0,0 0 0,0 0 0,0 1 0,0-1 0,-1 0 0,1 0 0,-1 1 0,1-1 0,-1 0 0,1 1 0,-1 0 0,0-1 0,0 1 0,0 0 0,1 0 0,-1 0 0,0 0 0,0 0 0,-1 0 0,1 1 0,0-1 0,0 1 0,0-1 0,0 1 0,-1 0 0,-2 0 0,-1 0 0,0 0 0,0 0 0,0 1 0,0 0 0,0 0 0,0 0 0,0 1 0,0 0 0,0 0 0,1 0 0,-1 1 0,1 0 0,-1 0 0,1 0 0,0 1 0,0-1 0,1 1 0,-9 9 0,9-8 0,-1 0 0,1 1 0,0-1 0,1 1 0,-1 0 0,1 0 0,0 1 0,1-1 0,-1 1 0,1-1 0,1 1 0,-1 0 0,1-1 0,0 1 0,1 0 0,0 11 0,1-7 20,1 0 0,1 1 0,0-1 1,0 0-1,1 0 0,1-1 0,0 1 0,0-1 0,1 0 0,0 0 0,1-1 0,0 0 0,1 0 0,0-1 0,0 0 0,17 13 1,-17-14-111,1-1 0,0 0 0,0 0 0,1-1 0,-1 0 1,1-1-1,0 0 0,0-1 0,1 0 0,-1 0 1,1-1-1,-1-1 0,1 0 0,0 0 0,-1-1 0,1 0 1,0-1-1,11-2 0,6-5-6736</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1.565"/>
    </inkml:context>
    <inkml:brush xml:id="br0">
      <inkml:brushProperty name="width" value="0.05" units="cm"/>
      <inkml:brushProperty name="height" value="0.05" units="cm"/>
    </inkml:brush>
  </inkml:definitions>
  <inkml:trace contextRef="#ctx0" brushRef="#br0">37 64 24575,'0'-5'0,"-1"0"0,0-1 0,0 1 0,-1 0 0,1 0 0,-1 0 0,0 0 0,-1 0 0,-5-8 0,8 13 0,0 0 0,0-1 0,0 1 0,0 0 0,0 0 0,0-1 0,0 1 0,-1 0 0,1 0 0,0 0 0,0-1 0,0 1 0,0 0 0,0 0 0,-1 0 0,1-1 0,0 1 0,0 0 0,0 0 0,-1 0 0,1 0 0,0 0 0,0 0 0,-1-1 0,1 1 0,0 0 0,0 0 0,-1 0 0,1 0 0,0 0 0,0 0 0,-1 0 0,1 0 0,0 0 0,0 0 0,-1 0 0,1 0 0,0 0 0,0 1 0,-1-1 0,1 0 0,0 0 0,0 0 0,-1 0 0,-4 14 0,3 19 0,7 15 0,22 90 0,-25-126 0,4 7-1365,0-6-5461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1.737"/>
    </inkml:context>
    <inkml:brush xml:id="br0">
      <inkml:brushProperty name="width" value="0.05" units="cm"/>
      <inkml:brushProperty name="height" value="0.05" units="cm"/>
    </inkml:brush>
  </inkml:definitions>
  <inkml:trace contextRef="#ctx0" brushRef="#br0">69 28 24575,'-4'-3'0,"0"-5"0,-3 0 0,-4 1 0,1 5 0,-2 6 0,2 5 0,2 7 0,6 5 0,3-2-8191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2.177"/>
    </inkml:context>
    <inkml:brush xml:id="br0">
      <inkml:brushProperty name="width" value="0.05" units="cm"/>
      <inkml:brushProperty name="height" value="0.05" units="cm"/>
    </inkml:brush>
  </inkml:definitions>
  <inkml:trace contextRef="#ctx0" brushRef="#br0">183 368 24575,'2'0'0,"1"0"0,0 0 0,0-1 0,0 1 0,-1-1 0,1 1 0,0-1 0,-1 0 0,1 0 0,0 0 0,-1 0 0,5-3 0,-7 3 0,1 1 0,-1-1 0,1 1 0,-1-1 0,1 1 0,-1-1 0,0 1 0,1-1 0,-1 0 0,1 1 0,-1-1 0,0 0 0,0 1 0,0-1 0,1 0 0,-1 1 0,0-1 0,0 0 0,0 0 0,0 0 0,0-1 0,-1 1 0,1-1 0,-1 1 0,1-1 0,-1 1 0,1-1 0,-1 1 0,0 0 0,0-1 0,0 1 0,0 0 0,0 0 0,-1-2 0,-2 0 0,0 0 0,0 0 0,0 0 0,0 0 0,0 1 0,0-1 0,-1 1 0,1 0 0,-1 0 0,0 1 0,0 0 0,1-1 0,-1 2 0,0-1 0,0 0 0,0 1 0,0 0 0,0 0 0,0 1 0,-7 1 0,7-2 0,-1 2 0,1-1 0,0 1 0,-1-1 0,1 1 0,0 1 0,0-1 0,0 1 0,0 0 0,0 0 0,1 0 0,-1 1 0,1 0 0,0 0 0,0 0 0,1 0 0,-6 8 0,5-5 0,1-1 0,0 1 0,0 0 0,1 1 0,0-1 0,0 0 0,0 1 0,1-1 0,0 1 0,1-1 0,0 1 0,0-1 0,1 1 0,0-1 0,0 1 0,0-1 0,4 9 0,-4-11 0,1 1 0,1-1 0,-1 0 0,1 0 0,0-1 0,0 1 0,0 0 0,1-1 0,-1 0 0,1 0 0,0 0 0,0 0 0,1 0 0,-1-1 0,1 0 0,0 0 0,0 0 0,0-1 0,0 0 0,0 1 0,0-2 0,1 1 0,9 1 0,-3-2 0,0-1 0,-1 0 0,1 0 0,0-1 0,-1-1 0,0 0 0,1-1 0,-1 0 0,0-1 0,0 0 0,16-8 0,0-3 0,0 0 0,-1-2 0,28-24 0,-29 20 0,-1 0 0,-1-2 0,-1-1 0,32-45 0,-44 55 0,-1-1 0,-1 0 0,0 0 0,0-1 0,-2 0 0,0 0 0,-1 0 0,-1-1 0,0 0 0,2-27 0,-6 37 0,0 1 0,-1-1 0,1 0 0,-2 0 0,1 0 0,-1 0 0,0 1 0,0-1 0,-3-6 0,4 12 0,0-1 0,0 0 0,0 1 0,0-1 0,0 0 0,0 1 0,0 0 0,0-1 0,0 1 0,-1 0 0,1-1 0,-1 1 0,1 0 0,-1 0 0,1 0 0,-1 0 0,0 0 0,1 1 0,-1-1 0,0 0 0,0 1 0,1 0 0,-1-1 0,0 1 0,0 0 0,0 0 0,0 0 0,1 0 0,-1 0 0,0 0 0,0 0 0,0 1 0,0-1 0,1 1 0,-1-1 0,0 1 0,1 0 0,-3 1 0,0 0 0,-1 1 0,1 0 0,0 1 0,0-1 0,1 1 0,-1 0 0,1 0 0,0 0 0,0 0 0,0 0 0,0 1 0,1 0 0,-1-1 0,1 1 0,0 0 0,1 0 0,-1 0 0,0 6 0,-1 6 0,0 1 0,1 0 0,1 36 0,3-18-170,2 0-1,2 0 0,1-1 1,2 1-1,1-1 0,2-1 1,24 48-1,-19-49-6655</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2.782"/>
    </inkml:context>
    <inkml:brush xml:id="br0">
      <inkml:brushProperty name="width" value="0.05" units="cm"/>
      <inkml:brushProperty name="height" value="0.05" units="cm"/>
    </inkml:brush>
  </inkml:definitions>
  <inkml:trace contextRef="#ctx0" brushRef="#br0">184 126 24575,'-1'0'0,"1"0"0,-1-1 0,1 1 0,-1-1 0,1 1 0,-1-1 0,1 1 0,-1-1 0,1 1 0,0-1 0,-1 0 0,1 1 0,0-1 0,-1 1 0,1-1 0,0 0 0,0 1 0,0-1 0,0 0 0,-1 1 0,1-1 0,0 0 0,0 0 0,0 1 0,0-1 0,1 0 0,-1 1 0,0-1 0,0 0 0,0 1 0,0-1 0,1 0 0,-1 1 0,0-1 0,1 1 0,-1-1 0,1 0 0,-1 1 0,0-1 0,1 1 0,-1-1 0,1 1 0,-1-1 0,1 1 0,-1 0 0,2-1 0,-8 8 0,-8 3 0,5-7 0,0-1 0,0 0 0,0 0 0,0-1 0,0 0 0,0 0 0,0-1 0,-16-2 0,22 2 0,0 0 0,0 0 0,0-1 0,0 0 0,0 1 0,1-1 0,-1 0 0,0 0 0,0-1 0,0 1 0,1 0 0,-1-1 0,1 0 0,-1 1 0,1-1 0,0 0 0,-1 0 0,1-1 0,0 1 0,0 0 0,1-1 0,-1 1 0,0-1 0,1 0 0,0 1 0,-1-1 0,1 0 0,0 0 0,0-4 0,0 4 0,1 1 0,0-1 0,1 1 0,-1-1 0,0 1 0,1-1 0,-1 1 0,1-1 0,0 1 0,0 0 0,0-1 0,0 1 0,0 0 0,0 0 0,0 0 0,1 0 0,0 0 0,-1 0 0,1 0 0,0 0 0,0 1 0,-1-1 0,1 1 0,1-1 0,-1 1 0,0 0 0,3-2 0,-1 1 0,-1 1 0,1-1 0,-1 1 0,1 0 0,0 0 0,0 0 0,0 1 0,-1-1 0,1 1 0,0 0 0,0 0 0,0 0 0,0 1 0,0-1 0,0 1 0,-1 0 0,5 1 0,11 9-1365,-2 0-5461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3.018"/>
    </inkml:context>
    <inkml:brush xml:id="br0">
      <inkml:brushProperty name="width" value="0.05" units="cm"/>
      <inkml:brushProperty name="height" value="0.05" units="cm"/>
    </inkml:brush>
  </inkml:definitions>
  <inkml:trace contextRef="#ctx0" brushRef="#br0">181 30 24575,'0'-3'0,"0"-4"0,0-4 0,0 3 0,0 9 0,0 7 0,-3 6 0,-5 7 0,-3 6 0,-4 4 0,-4 4 0,-4 2 0,0 0 0,1-2 0,3-4 0,3-5 0,4-3 0,3-5-8191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3.312"/>
    </inkml:context>
    <inkml:brush xml:id="br0">
      <inkml:brushProperty name="width" value="0.05" units="cm"/>
      <inkml:brushProperty name="height" value="0.05" units="cm"/>
    </inkml:brush>
  </inkml:definitions>
  <inkml:trace contextRef="#ctx0" brushRef="#br0">10 50 24575,'5'-3'0,"-1"0"0,1 0 0,-1-1 0,0 1 0,4-5 0,-6 5 0,0 0 0,1 1 0,-1-1 0,1 1 0,0 0 0,0 0 0,0 0 0,0 0 0,0 0 0,4-1 0,-4 5 0,-6 6 0,-6 5 0,6-11 0,0 1 0,-1-1 0,1 1 0,0-1 0,-1 0 0,1 0 0,-1-1 0,-5 3 0,8-4 0,0 1 0,-1-1 0,1 0 0,0 1 0,-1-1 0,1 0 0,0 0 0,-1 0 0,1 0 0,0 0 0,-1 0 0,-1-1 0,2 1 0,1-1 0,-1 1 0,1 0 0,-1-1 0,1 1 0,-1 0 0,1-1 0,-1 1 0,1-1 0,-1 1 0,1-1 0,-1 1 0,1-1 0,0 1 0,-1-1 0,1 0 0,0 1 0,0-1 0,-1 1 0,1-1 0,0 0 0,0 1 0,0-1 0,0 0 0,0 1 0,0-2 0,0 1-42,0 0-1,0 0 0,0 0 1,0 1-1,0-1 0,0 0 1,1 0-1,-1 0 0,0 0 1,1 1-1,-1-1 0,0 0 1,1 0-1,-1 1 0,1-1 1,-1 0-1,1 1 0,0-1 1,-1 0-1,1 1 0,0-1 1,-1 1-1,1-1 0,0 1 1,0-1-1,-1 1 0,1 0 1,0-1-1,0 1 0,0 0 1,1-1-1,8 0-6783</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3.844"/>
    </inkml:context>
    <inkml:brush xml:id="br0">
      <inkml:brushProperty name="width" value="0.05" units="cm"/>
      <inkml:brushProperty name="height" value="0.05" units="cm"/>
    </inkml:brush>
  </inkml:definitions>
  <inkml:trace contextRef="#ctx0" brushRef="#br0">273 140 24575,'-1'-3'0,"1"0"0,0 0 0,-1 0 0,0 1 0,0-1 0,0 0 0,0 1 0,0-1 0,0 0 0,-1 1 0,1 0 0,-1-1 0,0 1 0,1 0 0,-1 0 0,0 0 0,-1 0 0,1 0 0,0 0 0,0 1 0,-1-1 0,1 1 0,-1-1 0,1 1 0,-1 0 0,0 0 0,1 0 0,-5 0 0,0-1 0,0 0 0,-1 1 0,1 0 0,0 0 0,0 1 0,0 0 0,-1 0 0,1 0 0,0 1 0,-10 3 0,8-2 0,1 2 0,-1-1 0,1 1 0,0 0 0,0 1 0,1 0 0,-1 0 0,1 1 0,0 0 0,1 0 0,-1 0 0,-10 15 0,15-18 0,-1 1 0,1 0 0,0 0 0,0 0 0,0 0 0,1 0 0,-1 0 0,1 0 0,0 0 0,0 1 0,1-1 0,-1 0 0,1 1 0,0-1 0,0 0 0,0 1 0,1-1 0,-1 1 0,1-1 0,0 0 0,1 0 0,-1 0 0,1 0 0,-1 0 0,1 0 0,1 0 0,-1 0 0,4 5 0,1-2 0,0 1 0,0-2 0,0 1 0,0-1 0,1 0 0,0-1 0,1 0 0,-1 0 0,1 0 0,0-1 0,0-1 0,0 0 0,1 0 0,-1 0 0,1-1 0,0-1 0,-1 0 0,12 0 0,0 0 0,0-2 0,-1 0 0,1-1 0,-1-2 0,1 0 0,-1-1 0,32-12 0,-40 12 0,1-1 0,-1 0 0,0-1 0,-1-1 0,1 0 0,-1 0 0,-1-1 0,0 0 0,0-1 0,-1 0 0,13-18 0,-18 22 0,-1 1 0,1-1 0,-1-1 0,0 1 0,-1 0 0,1-1 0,-1 1 0,-1-1 0,1 0 0,-1 0 0,0 1 0,-1-1 0,1 0 0,-1 0 0,-1 0 0,1 0 0,-1 0 0,0 0 0,-1 1 0,0-1 0,0 0 0,0 1 0,-1 0 0,-6-11 0,7 13 0,-1 1 0,1-1 0,-1 1 0,-1 0 0,1 0 0,0 0 0,-1 0 0,1 0 0,-7-3 0,9 5 0,0 1 0,1 0 0,-1-1 0,0 1 0,0 0 0,1 0 0,-1-1 0,0 1 0,0 0 0,0 0 0,0 0 0,1 0 0,-1 0 0,0 0 0,0 0 0,0 0 0,0 0 0,1 0 0,-1 1 0,0-1 0,0 0 0,0 1 0,0 0 0,0 0 0,0 0 0,0 0 0,1 0 0,-1 0 0,0 0 0,1 0 0,-1 0 0,1 1 0,0-1 0,-1 0 0,1 0 0,0 1 0,0-1 0,-1 0 0,1 0 0,0 1 0,0-1 0,1 2 0,1 21 0,1-1 0,2 0 0,0-1 0,1 1 0,11 22 0,0 6 0,-2-6-1365,-8-30-5461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3.981"/>
    </inkml:context>
    <inkml:brush xml:id="br0">
      <inkml:brushProperty name="width" value="0.05" units="cm"/>
      <inkml:brushProperty name="height" value="0.05" units="cm"/>
    </inkml:brush>
  </inkml:definitions>
  <inkml:trace contextRef="#ctx0" brushRef="#br0">1 48 24575,'0'-4'0,"0"-6"0,0-6 0,0 4 0,0 7 0,0 7 0,0 9 0,0 4-8191</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4.470"/>
    </inkml:context>
    <inkml:brush xml:id="br0">
      <inkml:brushProperty name="width" value="0.05" units="cm"/>
      <inkml:brushProperty name="height" value="0.05" units="cm"/>
    </inkml:brush>
  </inkml:definitions>
  <inkml:trace contextRef="#ctx0" brushRef="#br0">262 432 24575,'2'-3'0,"0"0"0,0 0 0,0-1 0,0 1 0,-1-1 0,0 1 0,1-1 0,-1 0 0,0 1 0,-1-1 0,1 0 0,0-6 0,-1 2 0,1 0 0,-2 0 0,1 0 0,-1 0 0,-2-9 0,2 11 0,-1-1 0,-1 1 0,1-1 0,-1 1 0,0 0 0,-1 0 0,1 0 0,-1 1 0,0-1 0,-1 1 0,1 0 0,-1 0 0,-8-6 0,10 9 0,-1 0 0,1 0 0,0 0 0,-1 0 0,1 1 0,-1-1 0,0 1 0,1 0 0,-1 0 0,0 0 0,0 1 0,0-1 0,0 1 0,1 0 0,-1 0 0,0 1 0,0-1 0,0 1 0,0-1 0,1 1 0,-1 0 0,0 1 0,1-1 0,-7 4 0,0 1 0,2 0 0,-1 0 0,1 1 0,0 1 0,0-1 0,1 1 0,0 0 0,0 1 0,1-1 0,0 1 0,0 1 0,1-1 0,1 1 0,-1 0 0,2 0 0,-1 0 0,1 1 0,1-1 0,0 1 0,0-1 0,1 1 0,1 16 0,0-23 0,0-1 0,0 1 0,1-1 0,-1 1 0,1-1 0,0 1 0,0-1 0,0 0 0,1 1 0,-1-1 0,1 0 0,0 0 0,-1 0 0,2 0 0,-1 0 0,0-1 0,0 1 0,1 0 0,-1-1 0,1 0 0,0 0 0,0 0 0,0 0 0,0 0 0,0 0 0,0-1 0,1 1 0,5 0 0,-2 0 0,0 0 0,0-1 0,1 0 0,-1-1 0,0 0 0,0 0 0,1 0 0,-1-1 0,0 0 0,1-1 0,-1 0 0,0 0 0,7-3 0,0-1 0,-1-1 0,0-1 0,-1 1 0,0-2 0,0 0 0,-1 0 0,0-1 0,-1-1 0,0 0 0,0 0 0,-1-1 0,-1 0 0,0-1 0,0 1 0,8-24 0,-6 12 0,-1 0 0,-2-1 0,-1 0 0,0 0 0,-2-1 0,-1 1 0,-1-1 0,-2-29 0,0 54 0,-4-43 0,4 42 0,-1-1 0,1 1 0,-1-1 0,0 1 0,0-1 0,0 1 0,0-1 0,0 1 0,-1 0 0,1 0 0,-1-1 0,0 1 0,-3-3 0,5 4 0,-1 1 0,1 0 0,-1-1 0,1 1 0,0 0 0,-1-1 0,1 1 0,-1 0 0,1 0 0,-1 0 0,1-1 0,-1 1 0,1 0 0,-1 0 0,1 0 0,-1 0 0,0 0 0,1 0 0,-1 0 0,1 0 0,-1 0 0,1 0 0,-1 0 0,1 0 0,-1 0 0,1 0 0,-1 1 0,1-1 0,-1 0 0,0 1 0,0 0 0,0 0 0,0 0 0,0 0 0,0 1 0,0-1 0,0 0 0,0 1 0,1-1 0,-1 0 0,0 4 0,-7 37 0,4-3-151,3 0-1,2 0 0,1 1 0,2-1 1,1 0-1,2-1 0,2 1 1,25 66-1,-21-73-6674</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4.655"/>
    </inkml:context>
    <inkml:brush xml:id="br0">
      <inkml:brushProperty name="width" value="0.05" units="cm"/>
      <inkml:brushProperty name="height" value="0.05" units="cm"/>
    </inkml:brush>
  </inkml:definitions>
  <inkml:trace contextRef="#ctx0" brushRef="#br0">5 0 24575,'-3'0'0,"2"0"0,4 0 0,6 0 0,3 0 0,6 0 0,4 0 0,4 0 0,0 0 0,0 0 0,-2 0 0,-2 0 0,-5 0-8191</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5.056"/>
    </inkml:context>
    <inkml:brush xml:id="br0">
      <inkml:brushProperty name="width" value="0.05" units="cm"/>
      <inkml:brushProperty name="height" value="0.05" units="cm"/>
    </inkml:brush>
  </inkml:definitions>
  <inkml:trace contextRef="#ctx0" brushRef="#br0">102 167 24575,'-32'-11'0,"-11"-4"0,41 14 0,0 0 0,0 0 0,1 0 0,-1 0 0,0 0 0,1 0 0,-1 0 0,1-1 0,-1 1 0,1-1 0,0 1 0,0-1 0,0 1 0,0-1 0,0 0 0,0 0 0,-1-3 0,2 5 0,0-1 0,0 0 0,0 1 0,0-1 0,0 0 0,0 1 0,0-1 0,0 0 0,0 1 0,1-1 0,-1 1 0,0-1 0,0 0 0,1 1 0,-1-1 0,0 1 0,1-1 0,-1 1 0,1-1 0,-1 1 0,1-1 0,-1 1 0,1-1 0,-1 1 0,1-1 0,-1 1 0,1 0 0,-1-1 0,1 1 0,0 0 0,-1 0 0,1 0 0,0-1 0,-1 1 0,1 0 0,1 0 0,27-4 0,-26 4 0,9-1 0,1 1 0,-1 1 0,0-1 0,0 2 0,0 0 0,0 0 0,0 1 0,0 1 0,0 0 0,18 9 0,-22-8 0,-1 0 0,0 0 0,1 0 0,-2 1 0,1-1 0,-1 2 0,0-1 0,0 1 0,0 0 0,-1 0 0,0 1 0,-1-1 0,0 1 0,0 0 0,4 13 0,-5-12 0,-1-1 0,-1 0 0,1 0 0,-1 1 0,-1-1 0,1 0 0,-3 17 0,2-23 0,-1 1 0,1-1 0,-1 0 0,0 1 0,1-1 0,-1 0 0,0 0 0,0 1 0,-1-1 0,1 0 0,0 0 0,-1 0 0,-2 3 0,2-4 0,1 0 0,-1 0 0,1-1 0,-1 1 0,1 0 0,-1 0 0,0-1 0,1 1 0,-1-1 0,0 0 0,0 1 0,1-1 0,-1 0 0,0 0 0,0 0 0,0 0 0,1 0 0,-1-1 0,0 1 0,0 0 0,-1-2 0,-2 1 0,0-1 0,0 1 0,0-1 0,1-1 0,-1 1 0,1-1 0,-1 0 0,1 0 0,0 0 0,0 0 0,0-1 0,1 1 0,-1-1 0,1 0 0,0 0 0,0-1 0,0 1 0,1-1 0,-1 1 0,1-1 0,0 0 0,1 0 0,-3-9 0,2 7 0,1-1 0,0 0 0,1 1 0,0-1 0,0 0 0,0 1 0,1-1 0,0 0 0,1 1 0,0-1 0,0 1 0,0-1 0,1 1 0,0 0 0,6-10 0,-2 7 29,0 0-1,1 1 1,0-1-1,0 2 0,1-1 1,0 1-1,1 0 1,0 1-1,0 0 1,1 1-1,20-10 1,-17 10-219,1 1 0,1 0 1,-1 1-1,1 0 0,-1 2 1,1 0-1,0 0 1,25 2-1,-3 3-6636</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5.460"/>
    </inkml:context>
    <inkml:brush xml:id="br0">
      <inkml:brushProperty name="width" value="0.05" units="cm"/>
      <inkml:brushProperty name="height" value="0.05" units="cm"/>
    </inkml:brush>
  </inkml:definitions>
  <inkml:trace contextRef="#ctx0" brushRef="#br0">108 73 24575,'-7'0'0,"0"0"0,0 1 0,0 0 0,-12 4 0,17-4 0,0-1 0,0 1 0,0 0 0,0 0 0,0-1 0,1 1 0,-1 0 0,0 0 0,0 1 0,1-1 0,-1 0 0,1 1 0,-1-1 0,1 1 0,-1-1 0,1 1 0,0 0 0,0-1 0,0 1 0,-1 2 0,2-2 0,0-1 0,0 1 0,0-1 0,0 1 0,0-1 0,1 1 0,-1-1 0,0 0 0,1 1 0,0-1 0,-1 0 0,1 1 0,0-1 0,-1 0 0,1 0 0,0 0 0,0 1 0,0-1 0,0 0 0,0 0 0,0-1 0,1 1 0,-1 0 0,0 0 0,0 0 0,1-1 0,1 2 0,5 2 0,-1-1 0,1 0 0,11 3 0,-10-4 0,-1 0 0,0-1 0,0 0 0,1 0 0,-1-1 0,0 0 0,1-1 0,13-2 0,-19 3 0,-1-1 0,0 1 0,0-1 0,0 0 0,0 0 0,0 0 0,0 0 0,-1 0 0,1 0 0,0 0 0,0 0 0,-1-1 0,1 1 0,-1-1 0,1 1 0,-1-1 0,1 0 0,-1 0 0,0 1 0,0-1 0,0 0 0,0 0 0,0 0 0,-1 0 0,1 0 0,0 0 0,-1-1 0,0 1 0,1 0 0,-1 0 0,0 0 0,0 0 0,0 0 0,-1-1 0,1 1 0,0 0 0,-1 0 0,-1-4 0,1 1 0,-1-1 0,-1 1 0,1 0 0,-1 0 0,0 0 0,0 0 0,0 0 0,-1 1 0,1-1 0,-1 1 0,0 0 0,-1 0 0,1 1 0,-1-1 0,1 1 0,-1 0 0,0 0 0,0 1 0,-10-5 0,11 6 0,1 0 0,0 0 0,-1 0 0,1 0 0,-1 0 0,1 1 0,-1-1 0,1 1 0,-1 0 0,1 0 0,-1 1 0,1-1 0,-1 1 0,1-1 0,-1 1 0,1 0 0,-1 0 0,1 1 0,0-1 0,0 1 0,0 0 0,0-1 0,0 1 0,0 1 0,0-1 0,1 0 0,-1 1 0,1-1 0,-1 1 0,1 0 0,0-1 0,-3 7 0,1-1 0,-1 1 0,2-1 0,-1 1 0,1 0 0,1 0 0,0 0 0,0 0 0,0 1 0,1-1 0,1 1 0,0-1 0,1 10 0,0-13 0,0 0 0,0 0 0,1 0 0,0-1 0,0 1 0,0 0 0,1-1 0,-1 0 0,2 1 0,-1-1 0,0 0 0,1-1 0,0 1 0,0-1 0,1 1 0,-1-1 0,1 0 0,0-1 0,8 6 0,-2-4-273,0 1 0,0-2 0,0 0 0,23 5 0,6-1-6553</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5.708"/>
    </inkml:context>
    <inkml:brush xml:id="br0">
      <inkml:brushProperty name="width" value="0.05" units="cm"/>
      <inkml:brushProperty name="height" value="0.05" units="cm"/>
    </inkml:brush>
  </inkml:definitions>
  <inkml:trace contextRef="#ctx0" brushRef="#br0">265 222 24575,'1'-17'0,"-2"-1"0,0 1 0,-1-1 0,-1 1 0,-1 0 0,-6-18 0,9 30 0,-1 0 0,0 1 0,0-1 0,-1 1 0,1-1 0,-1 1 0,0 0 0,0 0 0,0 0 0,-1 0 0,0 1 0,1-1 0,-1 1 0,0 0 0,-1 0 0,1 0 0,0 1 0,-1 0 0,0 0 0,1 0 0,-1 0 0,0 1 0,0-1 0,0 1 0,-6 0 0,9 1 0,-1-1 0,0 1 0,0 0 0,1 1 0,-1-1 0,0 1 0,0-1 0,1 1 0,-1 0 0,1 0 0,-1 0 0,1 0 0,-1 0 0,1 0 0,-1 1 0,-3 3 0,2-2 0,0 1 0,1 0 0,0 0 0,-1 0 0,1 1 0,1-1 0,-1 1 0,-2 6 0,-2 7 0,1 1 0,1 0 0,-5 31 0,10-49 0,-28 292 0,26 1 0,2-288 39,-3 40-1443,0-34-5422</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5.867"/>
    </inkml:context>
    <inkml:brush xml:id="br0">
      <inkml:brushProperty name="width" value="0.05" units="cm"/>
      <inkml:brushProperty name="height" value="0.05" units="cm"/>
    </inkml:brush>
  </inkml:definitions>
  <inkml:trace contextRef="#ctx0" brushRef="#br0">1 178 24575,'0'-9'0,"0"-10"0,3-7 0,14-9 0,10 1 0,6 7 0,5 8 0,4 10 0,6 10 0,-1 8 0,3 2 0,-2 3 0,-3 1 0,-5-1 0,-7 0 0,-9-2-8191</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07.885"/>
    </inkml:context>
    <inkml:brush xml:id="br0">
      <inkml:brushProperty name="width" value="0.05" units="cm"/>
      <inkml:brushProperty name="height" value="0.05" units="cm"/>
    </inkml:brush>
  </inkml:definitions>
  <inkml:trace contextRef="#ctx0" brushRef="#br0">0 1863 24575,'1'-9'0,"0"1"0,0-1 0,0 0 0,1 0 0,0 1 0,1-1 0,0 1 0,6-12 0,5-5 0,21-31 0,-9 17 0,39-58 0,124-144 0,109-62 0,-214 230-150,3 4 0,3 3 0,106-58 0,-70 56-539,260-100 0,159 8-836,11 55 486,897-39-2463,7 109 1628,1006 150-108,-1760-30 1553,1016 255-1,-866-87-55,-29 69 428,-298-55 769,-416-200-314,-3 6 0,149 126 0,-212-158 143,-3 3 1,-1 2-1,-2 1 0,38 59 1,-58-73 57,-1 1 0,-1 1 0,-2 1 0,-2 1 0,-1 0 0,-2 1 0,11 60 0,-15-38-215,-2 1 0,-3-1 0,-3 1 1,-2-1-1,-19 108 0,3-78 13,-4-1 1,-4-1 0,-42 96 0,53-149-398,-1-1 0,-2 0 0,-1-1 0,-2-1 0,-27 34 0,37-54 0,-1 1 0,0-2 0,0 1 0,-1-2 0,0 1 0,-1-2 0,0 0 0,-1-1 0,0 0 0,0-1 0,-1-1 0,1 0 0,-1-1 0,-19 3 0,-6-2 0,1-3 0,-53-1 0,-83-13 0,41 2 0,-6 4 0,0 6 0,-272 37 0,237-9 0,172-28 0,1-1 0,-1 1 0,1-1 0,-1 0 0,1-1 0,-1 1 0,1 0 0,-1-1 0,1 0 0,0 0 0,-1 0 0,1 0 0,0-1 0,0 1 0,-4-3 0,-3-3 0,1 0 0,-1 0 0,-8-11 0,3 4 0,11 11 0,1 0 0,0 0 0,0-1 0,0 1 0,0-1 0,1 1 0,-1-1 0,1 0 0,0 0 0,0 0 0,0-1 0,1 1 0,0 0 0,-1-1 0,1 1 0,1-1 0,-1 1 0,1-1 0,0 1 0,0-1 0,0 1 0,0-1 0,1 1 0,0-1 0,0 1 0,0 0 0,1-1 0,-1 1 0,1 0 0,0 0 0,0 0 0,0 0 0,5-5 0,0-1 0,-1 2 0,0-1 0,0 1 0,0 0 0,1 1 0,1 0 0,-1 0 0,16-10 0,-18 16 0,-9 8 0,-13 8 0,-26 10 0,-67 31 0,24-15 0,43-19 0,7-5 0,2 1 0,0 2 0,1 2 0,-36 29 0,67-49 0,-1 1 0,1-1 0,-1 0 0,1 1 0,0 0 0,0 0 0,0-1 0,0 1 0,1 0 0,-1 1 0,1-1 0,0 0 0,-2 6 0,3-7 0,0 0 0,0 0 0,0 0 0,1 0 0,-1-1 0,0 1 0,1 0 0,-1 0 0,1 0 0,0 0 0,0 0 0,0-1 0,0 1 0,0 0 0,0-1 0,0 1 0,0 0 0,0-1 0,1 0 0,-1 1 0,1-1 0,-1 0 0,1 0 0,0 1 0,1 0 0,16 8 0,0-1 0,1-1 0,0 0 0,1-1 0,-1-2 0,24 4 0,24 8 0,-34-7 0,-5-3 0,-1 2 0,34 15 0,-48-16-1365,-5 0-5461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22.397"/>
    </inkml:context>
    <inkml:brush xml:id="br0">
      <inkml:brushProperty name="width" value="0.05" units="cm"/>
      <inkml:brushProperty name="height" value="0.05" units="cm"/>
    </inkml:brush>
  </inkml:definitions>
  <inkml:trace contextRef="#ctx0" brushRef="#br0">163 85 24575,'0'-5'0,"0"-1"0,1 1 0,0 0 0,0-1 0,0 1 0,1 0 0,0-1 0,0 1 0,3-5 0,-5 8 0,1 0 0,0 1 0,0-1 0,0 0 0,1 1 0,-1-1 0,0 1 0,0 0 0,1-1 0,-1 1 0,1 0 0,-1 0 0,1 0 0,0 0 0,-1 0 0,1 0 0,0 1 0,0-1 0,-1 0 0,1 1 0,0-1 0,0 1 0,0 0 0,0 0 0,0 0 0,0 0 0,0 0 0,-1 0 0,4 1 0,-3-1 0,0 1 0,-1 0 0,1 0 0,0 0 0,-1 0 0,1 1 0,-1-1 0,1 0 0,-1 1 0,0-1 0,0 0 0,1 1 0,-1 0 0,0-1 0,0 1 0,0 0 0,-1-1 0,1 1 0,0 0 0,-1 0 0,1 0 0,-1 0 0,0 0 0,1 0 0,-1 0 0,0-1 0,0 5 0,0 3 0,0 1 0,-1 0 0,0 0 0,-3 10 0,1-9 0,0 1 0,-1-1 0,-1 0 0,0-1 0,0 1 0,-1-1 0,-1 0 0,1 0 0,-16 16 0,17-21 0,0 0 0,0 0 0,0-1 0,0 0 0,0 0 0,-1 0 0,0 0 0,0-1 0,0 0 0,0 0 0,-1-1 0,1 0 0,-1 0 0,1 0 0,-1-1 0,0 0 0,1 0 0,-11 0 0,14-1 0,1-1 0,-1 1 0,1 0 0,-1-1 0,0 0 0,1 1 0,-1-1 0,1 0 0,0 0 0,-1 0 0,1-1 0,0 1 0,-1 0 0,1-1 0,0 0 0,0 1 0,0-1 0,1 0 0,-4-4 0,4 3 0,-1 0 0,1 0 0,0 0 0,-1 0 0,2 0 0,-1-1 0,0 1 0,1 0 0,-1-1 0,1 1 0,0 0 0,0-1 0,1-4 0,0 0 0,0 1 0,1-1 0,0 1 0,1 0 0,-1 0 0,1 0 0,0 0 0,1 1 0,0-1 0,0 1 0,0 0 0,11-11 0,-13 15-85,1-1 0,-1 1-1,1 0 1,0 1 0,-1-1-1,1 0 1,0 1 0,0-1-1,0 1 1,1 0 0,-1 0-1,0 0 1,0 1 0,0-1-1,6 0 1,4 3-6741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22.616"/>
    </inkml:context>
    <inkml:brush xml:id="br0">
      <inkml:brushProperty name="width" value="0.05" units="cm"/>
      <inkml:brushProperty name="height" value="0.05" units="cm"/>
    </inkml:brush>
  </inkml:definitions>
  <inkml:trace contextRef="#ctx0" brushRef="#br0">152 1 24575,'0'3'0,"0"7"0,-3 6 0,-2 2 0,-2 5 0,-3 5 0,-1 7 0,-1 3 0,-1 2 0,-2 1 0,-2-1 0,0-1 0,1-1 0,2 0 0,2-7-8191</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22.941"/>
    </inkml:context>
    <inkml:brush xml:id="br0">
      <inkml:brushProperty name="width" value="0.05" units="cm"/>
      <inkml:brushProperty name="height" value="0.05" units="cm"/>
    </inkml:brush>
  </inkml:definitions>
  <inkml:trace contextRef="#ctx0" brushRef="#br0">37 9 24575,'1'-1'0,"-1"0"0,1 1 0,-1-1 0,1 1 0,-1-1 0,1 1 0,0-1 0,-1 1 0,1-1 0,-1 1 0,1-1 0,0 1 0,0 0 0,-1-1 0,1 1 0,0 0 0,0 0 0,-1 0 0,1-1 0,0 1 0,0 0 0,-1 0 0,1 0 0,0 0 0,0 0 0,-1 1 0,1-1 0,0 0 0,0 0 0,1 1 0,-1 0 0,1 0 0,-1 1 0,1-1 0,-1 1 0,0-1 0,1 1 0,-1-1 0,0 1 0,0 0 0,0-1 0,1 5 0,2 2 0,-1 1 0,-1 0 0,1 0 0,0 11 0,-2-8 0,0-1 0,-1 0 0,-1 0 0,-2 20 0,2-29 0,1 0 0,-1 1 0,0-1 0,1 0 0,-1 0 0,0 0 0,0 0 0,0 0 0,0-1 0,-1 1 0,1 0 0,0 0 0,-4 2 0,4-3 0,0-1 0,0 1 0,-1-1 0,1 1 0,0-1 0,0 1 0,-1-1 0,1 0 0,-1 0 0,1 0 0,0 0 0,-1 0 0,1 0 0,0 0 0,-1 0 0,1 0 0,0 0 0,-1-1 0,1 1 0,0-1 0,-1 1 0,1-1 0,0 1 0,-2-2 0,0 0 0,1 0 0,-1 1 0,0-1 0,1-1 0,0 1 0,-1 0 0,1-1 0,0 1 0,0-1 0,0 1 0,1-1 0,-1 0 0,1 0 0,-1 0 0,1 0 0,0 0 0,0 0 0,0 0 0,1-1 0,-1 1 0,1 0 0,0 0 0,-1-4 0,1 3 0,0-1 0,1 1 0,-1 0 0,1 0 0,0 0 0,0-1 0,0 1 0,0 0 0,1 0 0,-1 0 0,1 1 0,0-1 0,1 0 0,-1 1 0,0-1 0,1 1 0,4-4 0,2 1-1365</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23.314"/>
    </inkml:context>
    <inkml:brush xml:id="br0">
      <inkml:brushProperty name="width" value="0.05" units="cm"/>
      <inkml:brushProperty name="height" value="0.05" units="cm"/>
    </inkml:brush>
  </inkml:definitions>
  <inkml:trace contextRef="#ctx0" brushRef="#br0">425 126 24575,'0'-5'0,"0"0"0,0 0 0,-1 0 0,0 0 0,0 0 0,0 1 0,0-1 0,-1 0 0,1 1 0,-1-1 0,-1 0 0,1 1 0,-1 0 0,1 0 0,-1 0 0,0 0 0,-1 0 0,1 0 0,-1 1 0,1 0 0,-1 0 0,0 0 0,-1 0 0,1 0 0,0 1 0,-1 0 0,1 0 0,-6-2 0,0 1 0,0 0 0,-1 1 0,1 1 0,-1-1 0,1 2 0,0-1 0,-1 2 0,1-1 0,-1 1 0,1 1 0,-1 0 0,-13 4 0,11-1 0,1 0 0,-1 1 0,2 0 0,-1 0 0,1 1 0,0 1 0,0 0 0,1 1 0,0 0 0,0 0 0,1 1 0,-11 14 0,15-16 0,0-1 0,0 1 0,1 0 0,0 1 0,0-1 0,1 1 0,0-1 0,0 1 0,1 0 0,1 0 0,-1 0 0,1 0 0,1 1 0,0-1 0,0 0 0,0 0 0,2 0 0,3 18 0,-3-20 22,1 0-1,0 0 0,0 0 1,1-1-1,0 1 0,0-1 1,1 0-1,0 0 0,0 0 1,0 0-1,0-1 0,1 0 1,0 0-1,0-1 0,8 5 1,-1-2-266,1 1 0,0-2 0,1 0 0,-1-1 1,1 0-1,20 3 0,13 0-6582</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23.519"/>
    </inkml:context>
    <inkml:brush xml:id="br0">
      <inkml:brushProperty name="width" value="0.05" units="cm"/>
      <inkml:brushProperty name="height" value="0.05" units="cm"/>
    </inkml:brush>
  </inkml:definitions>
  <inkml:trace contextRef="#ctx0" brushRef="#br0">57 0 24575,'-6'0'0,"-2"4"0,-3 3 0,0 4 0,2 3 0,3 3 0,2 4 0,2 2 0,5 4 0,1-1 0,0 3 0,0-2 0,2-1 0,0-3 0,-1-1 0,-2-5-8191</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23.674"/>
    </inkml:context>
    <inkml:brush xml:id="br0">
      <inkml:brushProperty name="width" value="0.05" units="cm"/>
      <inkml:brushProperty name="height" value="0.05" units="cm"/>
    </inkml:brush>
  </inkml:definitions>
  <inkml:trace contextRef="#ctx0" brushRef="#br0">45 40 24575,'-4'-3'0,"0"-4"0,-3-4 0,-4-1 0,1 6 0,1 6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24.203"/>
    </inkml:context>
    <inkml:brush xml:id="br0">
      <inkml:brushProperty name="width" value="0.05" units="cm"/>
      <inkml:brushProperty name="height" value="0.05" units="cm"/>
    </inkml:brush>
  </inkml:definitions>
  <inkml:trace contextRef="#ctx0" brushRef="#br0">166 511 24575,'1'0'0,"1"0"0,-1-1 0,1 1 0,-1-1 0,0 1 0,1-1 0,-1 0 0,0 1 0,1-1 0,-1 0 0,0 0 0,0 0 0,0 0 0,1 0 0,-1 0 0,0 0 0,0 0 0,-1-1 0,1 1 0,0 0 0,0-1 0,-1 1 0,1 0 0,-1-1 0,1 1 0,0-3 0,0 0 0,0 0 0,0 0 0,0 0 0,-1 1 0,1-1 0,-1 0 0,0 0 0,0 0 0,-1-5 0,0 7 0,1-1 0,-1 0 0,0 0 0,0 1 0,0-1 0,0 1 0,0-1 0,-1 1 0,1-1 0,-1 1 0,1 0 0,-1 0 0,0 0 0,0 0 0,0 0 0,0 0 0,-5-3 0,5 4 0,-1 0 0,1 0 0,-1 1 0,1-1 0,-1 0 0,1 1 0,-1 0 0,0 0 0,1 0 0,-1 0 0,0 0 0,1 0 0,-1 0 0,0 1 0,-3 1 0,-1 0 0,0 1 0,1 0 0,-1 0 0,1 1 0,0-1 0,0 2 0,1-1 0,-1 0 0,1 1 0,0 0 0,0 0 0,-8 12 0,7-7 0,1-1 0,0 1 0,1 0 0,0 1 0,0-1 0,1 1 0,1-1 0,0 1 0,0 0 0,0 15 0,2-22 0,0 1 0,0-1 0,0 0 0,1 0 0,-1 1 0,1-1 0,0 0 0,0 0 0,1 0 0,-1 0 0,1 0 0,0 0 0,0-1 0,0 1 0,0-1 0,1 1 0,-1-1 0,1 0 0,0 0 0,0 0 0,0 0 0,1 0 0,-1-1 0,1 1 0,-1-1 0,1 0 0,0 0 0,0 0 0,7 1 0,-5-1 0,1-1 0,-1 0 0,1-1 0,-1 0 0,1 0 0,-1 0 0,1-1 0,-1 0 0,1 0 0,-1 0 0,0-1 0,1 0 0,-1 0 0,0-1 0,0 0 0,-1 0 0,1 0 0,6-5 0,1-2 0,0 0 0,-1-1 0,1-1 0,-2 1 0,0-2 0,10-14 0,-10 10 0,-1 0 0,0-1 0,-2 0 0,0-1 0,-1 0 0,0 0 0,-2-1 0,0 1 0,2-30 0,-4 10 0,-1-1 0,-2 0 0,-9-72 0,8 102 0,0 0 0,-1 0 0,0 1 0,0-1 0,-1 0 0,0 1 0,-1 0 0,0 0 0,-8-13 0,12 21 0,-1 0 0,1 0 0,-1 1 0,1-1 0,-1 0 0,1 1 0,-1-1 0,0 0 0,1 1 0,-1-1 0,0 1 0,1-1 0,-1 1 0,0-1 0,0 1 0,1 0 0,-1-1 0,0 1 0,0 0 0,0 0 0,0 0 0,-1-1 0,1 2 0,1-1 0,-1 0 0,0 1 0,1-1 0,-1 0 0,1 1 0,-1-1 0,1 1 0,-1-1 0,1 1 0,-1 0 0,1-1 0,-1 1 0,1-1 0,-1 1 0,1 0 0,0-1 0,-1 1 0,1 0 0,0 0 0,-2 6 0,0 0 0,1 0 0,0-1 0,-1 11 0,2 15 0,1-1 0,2-1 0,9 48 0,31 92 0,-33-136 0,67 232-1365,-68-236-5461</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4.032"/>
    </inkml:context>
    <inkml:brush xml:id="br0">
      <inkml:brushProperty name="width" value="0.05" units="cm"/>
      <inkml:brushProperty name="height" value="0.05" units="cm"/>
    </inkml:brush>
  </inkml:definitions>
  <inkml:trace contextRef="#ctx0" brushRef="#br0">44 192 24575,'-12'-4'0,"11"4"0,1 0 0,0-1 0,-1 1 0,1 0 0,-1 0 0,1-1 0,-1 1 0,1 0 0,-1 0 0,1 0 0,-1 0 0,1-1 0,-1 1 0,1 0 0,-1 0 0,1 0 0,-1 0 0,1 0 0,-1 0 0,1 0 0,-1 1 0,1-1 0,-1 0 0,1 0 0,-1 0 0,1 0 0,0 1 0,-1-1 0,1 0 0,-1 0 0,1 1 0,-1-1 0,1 0 0,0 1 0,-1-1 0,1 0 0,0 1 0,-1-1 0,1 1 0,0-1 0,0 1 0,-1-1 0,1 1 0,0-1 0,0 0 0,0 1 0,0-1 0,-1 1 0,1-1 0,0 1 0,0 0 0,-2 9 0,0-1 0,0 0 0,1 1 0,0-1 0,0 1 0,2 11 0,7 59 0,-6-63 0,10 144 0,-20-319 0,-3-38 0,11 167 0,-1 17 0,0 0 0,1 0 0,0 0 0,1 0 0,1 0 0,0 0 0,6-20 0,-7 30 0,0 0 0,0 0 0,0 0 0,0 0 0,1 0 0,-1 1 0,0-1 0,1 0 0,0 1 0,-1-1 0,1 1 0,0-1 0,-1 1 0,1 0 0,0 0 0,0 0 0,4-2 0,-2 2 0,-1 0 0,1 1 0,0-1 0,-1 1 0,1 0 0,0 0 0,0 0 0,-1 0 0,1 1 0,3 0 0,4 2 0,-1 0 0,0 1 0,0 0 0,-1 1 0,1 0 0,13 9 0,-15-8 0,0 0 0,-1 1 0,0 0 0,0 0 0,-1 0 0,1 1 0,-2 0 0,1 1 0,-1-1 0,0 1 0,-1 0 0,0 0 0,-1 0 0,0 1 0,3 14 0,-4-18 0,-1 1 0,-1 0 0,1 0 0,-1 0 0,0 0 0,-1-1 0,1 1 0,-1 0 0,-1 0 0,1-1 0,-1 1 0,-1-1 0,1 1 0,-1-1 0,0 0 0,0 0 0,-1 0 0,0 0 0,0-1 0,0 1 0,-1-1 0,1 0 0,-8 5 0,2-3 0,8-5 0,-1 0 0,1-1 0,0 1 0,0 0 0,-1 0 0,1 0 0,-2 4 0,4-6 0,0 0 0,0 1 0,-1-1 0,1 0 0,0 1 0,0-1 0,0 0 0,0 1 0,0-1 0,0 0 0,0 1 0,0-1 0,0 0 0,0 0 0,0 1 0,0-1 0,0 0 0,0 1 0,0-1 0,0 0 0,1 1 0,-1-1 0,0 0 0,0 0 0,0 1 0,0-1 0,1 1 0,14 6 0,3-2 0,8 2 0,-1 1 0,-1 1 0,30 15 0,-48-21 0,0 0 0,0 1 0,-1 0 0,1 0 0,-1 0 0,0 1 0,0 0 0,0 0 0,-1 0 0,0 0 0,0 1 0,0 0 0,-1 0 0,1 0 0,-2 0 0,1 0 0,3 12 0,-5-15 0,-1 1 0,1-1 0,-1 0 0,1 1 0,-1-1 0,0 1 0,-1-1 0,1 0 0,-1 1 0,1-1 0,-1 1 0,0-1 0,0 0 0,0 0 0,-1 1 0,1-1 0,-3 4 0,0-2 0,0-1 0,0 0 0,0 1 0,0-1 0,-1-1 0,1 1 0,-1-1 0,0 1 0,-8 3 0,-5 1 0,-1-1 0,0-1 0,0 0 0,0-1 0,-21 2 0,1-2-455,0-2 0,-64-3 0,51-4-6371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4.427"/>
    </inkml:context>
    <inkml:brush xml:id="br0">
      <inkml:brushProperty name="width" value="0.05" units="cm"/>
      <inkml:brushProperty name="height" value="0.05" units="cm"/>
    </inkml:brush>
  </inkml:definitions>
  <inkml:trace contextRef="#ctx0" brushRef="#br0">1 150 24575,'55'1'0,"65"-2"0,-102-1 0,1 0 0,-1-1 0,1-1 0,22-7 0,-39 10 0,0 1 0,-1-1 0,1 1 0,0-1 0,-1 0 0,1 1 0,0-1 0,-1 0 0,1 0 0,-1 0 0,1 0 0,-1-1 0,1 1 0,-1 0 0,0-1 0,0 1 0,0-1 0,1 1 0,-2-1 0,1 1 0,0-1 0,0 0 0,0 1 0,-1-1 0,1 0 0,-1 0 0,1-2 0,-1 1 0,-1-1 0,0 1 0,1 0 0,-1 0 0,0 0 0,-1 1 0,1-1 0,0 0 0,-1 0 0,0 1 0,1-1 0,-1 0 0,0 1 0,0 0 0,-4-3 0,1-1 0,-1 0 0,1 1 0,-1 0 0,0 0 0,-1 1 0,1 0 0,-9-4 0,15 8 0,0 0 0,0 0 0,0 0 0,1 0 0,-1 0 0,0 0 0,0 1 0,0-1 0,0 0 0,0 0 0,0 0 0,0 0 0,0 1 0,1-1 0,-1 0 0,0 0 0,0 0 0,0 0 0,0 1 0,0-1 0,0 0 0,0 0 0,0 0 0,0 1 0,0-1 0,0 0 0,0 0 0,0 0 0,0 1 0,0-1 0,-1 0 0,1 0 0,0 0 0,0 0 0,0 1 0,0-1 0,0 0 0,0 0 0,0 0 0,0 0 0,-1 0 0,1 1 0,0-1 0,0 0 0,0 0 0,0 0 0,-1 0 0,1 0 0,0 0 0,0 0 0,0 0 0,0 0 0,-1 1 0,1-1 0,0 0 0,0 0 0,0 0 0,-1 0 0,1 0 0,0 0 0,0 0 0,0 0 0,-1 0 0,1-1 0,0 1 0,0 0 0,-1 0 0,10 15 0,22 28 0,-11-16 0,-2 1 0,28 52 0,-43-72 0,1-1 0,-1 1 0,-1 0 0,1 0 0,-1 0 0,-1 1 0,0-1 0,0 0 0,0 1 0,-1-1 0,0 1 0,-1-1 0,0 0 0,0 1 0,-1-1 0,-3 9 0,2-10-151,-1 1-1,0-1 0,0 0 0,-1-1 1,0 1-1,0-1 0,0 0 1,-12 10-1,-17 13-6674</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55.575"/>
    </inkml:context>
    <inkml:brush xml:id="br0">
      <inkml:brushProperty name="width" value="0.05" units="cm"/>
      <inkml:brushProperty name="height" value="0.05" units="cm"/>
    </inkml:brush>
  </inkml:definitions>
  <inkml:trace contextRef="#ctx0" brushRef="#br0">1 0 24575,'794'0'-1365,"-773"0"-5461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55.829"/>
    </inkml:context>
    <inkml:brush xml:id="br0">
      <inkml:brushProperty name="width" value="0.05" units="cm"/>
      <inkml:brushProperty name="height" value="0.05" units="cm"/>
    </inkml:brush>
  </inkml:definitions>
  <inkml:trace contextRef="#ctx0" brushRef="#br0">9 13 24575,'-1'0'0,"1"0"0,0 0 0,-1 0 0,1 0 0,0 0 0,0 0 0,-1 0 0,1 0 0,0 0 0,-1 0 0,1 0 0,0 1 0,-1-1 0,1 0 0,0 0 0,0 0 0,-1 0 0,1 0 0,0 1 0,0-1 0,-1 0 0,1 0 0,0 0 0,0 1 0,0-1 0,-1 0 0,1 0 0,0 1 0,0-1 0,0 0 0,0 1 0,0-1 0,-1 0 0,1 0 0,0 1 0,0-1 0,0 0 0,0 1 0,0-1 0,0 0 0,0 1 0,0-1 0,0 0 0,0 1 0,0-1 0,0 0 0,1 0 0,-1 1 0,0-1 0,0 0 0,0 1 0,0-1 0,0 0 0,1 0 0,-1 1 0,0-1 0,0 0 0,1 1 0,-1 0 0,1 0 0,0 1 0,0-1 0,0 0 0,0 1 0,0-1 0,1 0 0,-1 0 0,0 0 0,3 2 0,3-1 0,1 1 0,-1-1 0,1-1 0,0 1 0,0-1 0,13 0 0,50-5 0,-51 3 0,2-1 10,397-39-1385,-388 37-5451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8.584"/>
    </inkml:context>
    <inkml:brush xml:id="br0">
      <inkml:brushProperty name="width" value="0.05" units="cm"/>
      <inkml:brushProperty name="height" value="0.05" units="cm"/>
    </inkml:brush>
  </inkml:definitions>
  <inkml:trace contextRef="#ctx0" brushRef="#br0">46 78 24575,'-2'-2'0,"-1"0"0,1 1 0,0-1 0,-1 1 0,0 0 0,1 0 0,-1 0 0,0 0 0,1 0 0,-1 1 0,-4-1 0,-4-1 0,92-1 0,98 0 0,-143 0 0,-1-1 0,-1-2 0,38-10 0,-47 6 0,-19 3 0,-7 7 0,1-1 0,0 1 0,-1 0 0,1-1 0,0 1 0,-1 0 0,1-1 0,-1 1 0,1 0 0,-1 0 0,1-1 0,0 1 0,-1 0 0,1 0 0,-1 0 0,1 0 0,-1-1 0,1 1 0,-1 0 0,0 0 0,0 0 0,-9-1 0,0-1 0,1 1 0,-1 1 0,0 0 0,-11 1 0,18-1 0,1 1 0,0-1 0,0 1 0,0-1 0,0 1 0,-1-1 0,1 1 0,0 0 0,0 0 0,0 0 0,1 0 0,-1 1 0,0-1 0,0 0 0,1 1 0,-1-1 0,1 1 0,-1-1 0,1 1 0,-1 0 0,1 0 0,0 0 0,0 0 0,0 0 0,0 0 0,0 0 0,1 0 0,-1 0 0,0 3 0,0 14 0,0-1 0,1 0 0,2 1 0,3 20 0,0 7 0,5 366 0,-17-333-1365,3-52-5461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8.815"/>
    </inkml:context>
    <inkml:brush xml:id="br0">
      <inkml:brushProperty name="width" value="0.05" units="cm"/>
      <inkml:brushProperty name="height" value="0.05" units="cm"/>
    </inkml:brush>
  </inkml:definitions>
  <inkml:trace contextRef="#ctx0" brushRef="#br0">1 96 24575,'0'-3'0,"3"-1"0,4 0 0,4-2 0,7 0 0,6 0 0,5-1 0,5 0 0,2 2 0,1-2 0,1 0 0,0-1 0,-3 0 0,-8-1 0,-8 1-8191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39.026"/>
    </inkml:context>
    <inkml:brush xml:id="br0">
      <inkml:brushProperty name="width" value="0.05" units="cm"/>
      <inkml:brushProperty name="height" value="0.05" units="cm"/>
    </inkml:brush>
  </inkml:definitions>
  <inkml:trace contextRef="#ctx0" brushRef="#br0">25 15 24575,'-2'-2'0,"0"1"0,0-1 0,0 0 0,0 1 0,0 0 0,0-1 0,0 1 0,-4-2 0,6 3 0,0 0 0,0 0 0,0 0 0,0 0 0,0 0 0,-1 0 0,1 0 0,0 0 0,0 0 0,0 0 0,0 0 0,0 0 0,0 0 0,0 0 0,0 0 0,0 0 0,0 0 0,-1 0 0,1 0 0,0 0 0,0 0 0,0 0 0,0 1 0,0-1 0,0 0 0,0 0 0,0 0 0,0 0 0,0 0 0,0 0 0,0 0 0,0 0 0,-1 0 0,1 0 0,0 0 0,0 0 0,0 0 0,0 0 0,0 1 0,0-1 0,0 0 0,0 0 0,0 0 0,0 0 0,0 0 0,0 0 0,0 0 0,0 0 0,0 0 0,0 0 0,0 1 0,0-1 0,0 0 0,0 0 0,0 0 0,0 0 0,0 0 0,0 0 0,0 0 0,1 0 0,-1 0 0,0 1 0,9 12 0,11 10 0,0 2 0,-2 0 0,-1 1 0,-1 0 0,-1 1 0,15 39 0,-27-55 0,0-1 0,0 1 0,-1 0 0,0 0 0,-1 0 0,0 0 0,-1 0 0,0 0 0,-2 14 0,1-17 0,-1 0 0,-1 0 0,1 0 0,-1-1 0,0 1 0,-1-1 0,0 1 0,0-1 0,-1-1 0,1 1 0,-2 0 0,1-1 0,-12 10 0,-25 15-1365,-1-5-5461</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56.599"/>
    </inkml:context>
    <inkml:brush xml:id="br0">
      <inkml:brushProperty name="width" value="0.05" units="cm"/>
      <inkml:brushProperty name="height" value="0.05" units="cm"/>
    </inkml:brush>
  </inkml:definitions>
  <inkml:trace contextRef="#ctx0" brushRef="#br0">15 20 24575,'-3'0'0,"-4"0"0,2 0 0,9 0 0,6 0 0,8 0 0,10 0 0,7 0 0,6 0 0,6-4 0,5 0 0,-1 0 0,-3 1 0,-2 0 0,-11 2-8191</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7:56.788"/>
    </inkml:context>
    <inkml:brush xml:id="br0">
      <inkml:brushProperty name="width" value="0.05" units="cm"/>
      <inkml:brushProperty name="height" value="0.05" units="cm"/>
    </inkml:brush>
  </inkml:definitions>
  <inkml:trace contextRef="#ctx0" brushRef="#br0">19 0 24575,'-6'3'0,"-2"5"0,3 0 0,6 2 0,9 0 0,9-3 0,11-1 0,9-3 0,8-1 0,2-1 0,2-1 0,-1-1 0,-4-2 0,-8-2-8191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23.971"/>
    </inkml:context>
    <inkml:brush xml:id="br0">
      <inkml:brushProperty name="width" value="0.05" units="cm"/>
      <inkml:brushProperty name="height" value="0.05" units="cm"/>
    </inkml:brush>
  </inkml:definitions>
  <inkml:trace contextRef="#ctx0" brushRef="#br0">137 47 24575,'-5'-1'0,"0"0"0,0 0 0,0-1 0,0 1 0,0-1 0,0-1 0,0 1 0,-7-6 0,-11-4 0,20 11 0,-25-9 0,27 9 0,-1 1 0,1 0 0,-1-1 0,1 1 0,-1 0 0,1 0 0,-1 0 0,1 0 0,-1 0 0,1 0 0,-1 1 0,1-1 0,-1 0 0,1 1 0,-4 0 0,5 0 0,0-1 0,-1 0 0,1 1 0,0-1 0,0 0 0,-1 1 0,1-1 0,0 0 0,0 1 0,-1-1 0,1 1 0,0-1 0,0 0 0,0 1 0,0-1 0,0 1 0,-1-1 0,1 1 0,0-1 0,0 0 0,0 1 0,0-1 0,0 1 0,0-1 0,1 1 0,-1-1 0,0 1 0,0-1 0,0 0 0,0 1 0,1 0 0,7 14 0,-7-15 0,9 14 0,1 0 0,1-1 0,0-1 0,25 20 0,66 41 0,-85-61 0,457 265-1309,23-35-815,-428-209 1914,1109 512-4296,11-21 3825,367 100 697,-1203-486 3578,-312-117 409,-73-28-4300,12 2-6380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24.213"/>
    </inkml:context>
    <inkml:brush xml:id="br0">
      <inkml:brushProperty name="width" value="0.05" units="cm"/>
      <inkml:brushProperty name="height" value="0.05" units="cm"/>
    </inkml:brush>
  </inkml:definitions>
  <inkml:trace contextRef="#ctx0" brushRef="#br0">28 39 24575,'-23'-39'0,"106"98"0,-53-33 0,42 47 0,-61-61 0,-1 0 0,-1 1 0,0 0 0,-1 1 0,0 0 0,10 27 0,-16-36 12,-1-1-1,0 0 0,0 0 1,-1 1-1,1-1 1,-1 1-1,0-1 0,0 0 1,0 1-1,-1-1 0,1 0 1,-1 1-1,0-1 1,-3 8-1,1-6 8,0 0 0,0-1 0,-1 1 0,0-1 0,0 1 0,0-1 0,-1-1 0,-9 9 0,-4 0-361,-1 0 1,0-2 0,0 0-1,-35 12 1,-34 12-6485</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31.537"/>
    </inkml:context>
    <inkml:brush xml:id="br0">
      <inkml:brushProperty name="width" value="0.05" units="cm"/>
      <inkml:brushProperty name="height" value="0.05" units="cm"/>
    </inkml:brush>
  </inkml:definitions>
  <inkml:trace contextRef="#ctx0" brushRef="#br0">1 6 24575,'20'-3'0,"-18"3"0,-1-1 0,1 1 0,0 0 0,-1-1 0,1 1 0,0 0 0,-1 0 0,1 0 0,0 0 0,-1 0 0,3 1 0,-3 0 0,0-1 0,0 1 0,-1 0 0,1 0 0,0-1 0,0 1 0,0 0 0,-1 0 0,1 0 0,0 0 0,-1 0 0,1 0 0,-1 0 0,1 0 0,-1 0 0,0 0 0,1 0 0,-1 0 0,0 1 0,0-1 0,0 0 0,0 1 0,4 35 0,-2 1 0,-4 55 0,-1-20 0,2-10 0,3 91 0,-2-150 0,1 1 0,0-1 0,0 1 0,0-1 0,0 0 0,1 1 0,-1-1 0,1 0 0,0 0 0,1 0 0,-1 0 0,1 0 0,-1 0 0,1-1 0,6 6 0,-4-5 0,0 0 0,1 0 0,0-1 0,-1 0 0,1 0 0,1 0 0,-1-1 0,0 0 0,12 3 0,3-2 0,0-1 0,0 0 0,1-2 0,-1 0 0,36-6 0,-22 0 0,0-1 0,0-1 0,53-21 0,-69 22 0,-2-1 0,1-1 0,-1-1 0,-1 0 0,0-1 0,0-1 0,-1-1 0,16-16 0,-27 25 0,-1 0 0,0 1 0,0-2 0,0 1 0,0 0 0,0-1 0,-1 1 0,0-1 0,0 1 0,0-1 0,-1 0 0,1 0 0,0-7 0,-2 8 0,0 1 0,0 0 0,-1 0 0,1 0 0,-1 0 0,0 0 0,0 0 0,0 0 0,0 0 0,-1 0 0,1 1 0,-1-1 0,1 0 0,-1 1 0,0-1 0,0 1 0,0 0 0,0-1 0,-1 1 0,1 0 0,-1 0 0,-4-2 0,-13-8 0,-1 1 0,-1 2 0,0 0 0,0 1 0,-25-6 0,119 62 0,-59-40 0,-1 1 0,0 0 0,0 1 0,0 1 0,18 22 0,-26-28 0,-1 0 0,1 0 0,-1 1 0,0-1 0,0 1 0,-1-1 0,0 1 0,0 0 0,0 0 0,-1 0 0,1 0 0,-2 1 0,1-1 0,-1 0 0,1 0 0,-2 0 0,0 11 0,-2-7 31,0 0 0,-1 0 0,0 0 0,0 0 0,-1-1 0,0 1 0,-1-1 0,0-1 1,0 1-1,-14 14 0,-1-3-600,-1 0 0,-39 27 0,-5-2-6257</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1.807"/>
    </inkml:context>
    <inkml:brush xml:id="br0">
      <inkml:brushProperty name="width" value="0.05" units="cm"/>
      <inkml:brushProperty name="height" value="0.05" units="cm"/>
    </inkml:brush>
  </inkml:definitions>
  <inkml:trace contextRef="#ctx0" brushRef="#br0">414 308 24575,'7'-7'0,"1"0"0,0 1 0,0 0 0,14-6 0,14-11 0,-14 6 0,36-36 0,-49 43 0,0 0 0,-1 0 0,0-1 0,-1 0 0,12-24 0,-18 33 0,0 0 0,0 0 0,0-1 0,-1 1 0,1 0 0,-1-1 0,1 1 0,-1-1 0,0 1 0,0-1 0,0 1 0,0-1 0,0 1 0,0 0 0,-1-1 0,1 1 0,-1-1 0,0 1 0,1 0 0,-1-1 0,0 1 0,-1 0 0,1 0 0,0 0 0,-2-2 0,0 1 0,0 0 0,0 1 0,0-1 0,-1 1 0,1 0 0,-1 0 0,1 0 0,-1 1 0,1-1 0,-1 1 0,0 0 0,0 0 0,0 0 0,0 1 0,-4-1 0,-7 1 0,1 0 0,0 1 0,0 0 0,0 1 0,0 1 0,1 0 0,-1 1 0,-17 7 0,2 2 0,2 0 0,-47 30 0,42-21 0,2 0 0,0 2 0,1 1 0,2 2 0,-26 31 0,42-44 0,-1 1 0,2 1 0,0 0 0,1 0 0,0 1 0,2 0 0,0 0 0,1 1 0,0 0 0,2 0 0,0 0 0,-2 24 0,6-35 0,0-1 0,0 0 0,0 1 0,1-1 0,0 0 0,0 0 0,0 0 0,1 0 0,0 0 0,0 0 0,1 0 0,0 0 0,0-1 0,0 1 0,1-1 0,-1 0 0,6 6 0,-2-5 0,0 0 0,0-1 0,0 1 0,1-1 0,0-1 0,0 0 0,0 0 0,0 0 0,0-1 0,1 0 0,12 2 0,15 1 0,0-1 0,0-2 0,0-2 0,1-1 0,-1-2 0,0-2 0,56-12 0,-87 15 0,38-11 0,-40 12 0,-1-1 0,1-1 0,-1 1 0,0 0 0,1 0 0,-1-1 0,0 0 0,0 1 0,0-1 0,0 0 0,0 0 0,0 0 0,2-3 0,-4 4 0,0 1 0,1-1 0,-1 0 0,0 1 0,1-1 0,-1 1 0,0-1 0,0 0 0,0 1 0,0-1 0,0 1 0,1-1 0,-1 0 0,0 1 0,0-1 0,-1 1 0,1-1 0,0 0 0,0 1 0,0-1 0,0 0 0,0 1 0,-1-1 0,1 1 0,0-1 0,0 1 0,-1-2 0,0 1 0,-1 0 0,1 0 0,0 0 0,0 0 0,-1 0 0,1 1 0,0-1 0,-1 0 0,1 0 0,-3 0 0,-39-7 0,22 6 0,-1 1 0,0 1 0,1 1 0,-37 6 0,50-5 0,-1 0 0,1 0 0,0 1 0,0 0 0,1 1 0,-13 7 0,16-9 0,0 1 0,1 0 0,-1 1 0,1-1 0,-1 0 0,1 1 0,0 0 0,0 0 0,0 0 0,1 0 0,0 0 0,-3 7 0,4-8 0,-1 0 0,2 0 0,-1 0 0,0 0 0,1 1 0,-1-1 0,1 0 0,0 0 0,0 0 0,0 0 0,0 0 0,1 1 0,-1-1 0,1 0 0,0 0 0,0 0 0,2 4 0,-1-3 0,1 1 0,0-1 0,0-1 0,0 1 0,0 0 0,1-1 0,-1 1 0,1-1 0,0 0 0,6 3 0,3 1 0,0 0 0,0-1 0,1 0 0,0-2 0,0 1 0,24 3 0,-9-4-455,1-2 0,30-1 0,-4-3-6371</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2.444"/>
    </inkml:context>
    <inkml:brush xml:id="br0">
      <inkml:brushProperty name="width" value="0.05" units="cm"/>
      <inkml:brushProperty name="height" value="0.05" units="cm"/>
    </inkml:brush>
  </inkml:definitions>
  <inkml:trace contextRef="#ctx0" brushRef="#br0">17 315 24575,'-1'-14'0,"0"1"0,-7-27 0,1 9 0,34 93 0,-8 12 0,-3 1 0,-4 0 0,6 123 0,-18-179 0,0-29 0,-1-35 0,1-30 0,19-135 0,-12 168 0,2 0 0,2 0 0,2 1 0,29-66 0,-36 95 0,0 1 0,1-1 0,1 1 0,-1 0 0,14-14 0,-18 23 0,-1-1 0,1 1 0,-1 0 0,1 0 0,0 0 0,0 0 0,0 1 0,0-1 0,0 1 0,0 0 0,6-2 0,-6 3 0,-1 0 0,0 0 0,0 0 0,0 0 0,1 0 0,-1 1 0,0-1 0,0 1 0,0-1 0,0 1 0,0 0 0,0 0 0,0 0 0,0 0 0,0 0 0,0 0 0,0 1 0,-1-1 0,1 0 0,1 3 0,5 4 0,-1 1 0,0 0 0,0 0 0,-1 1 0,-1-1 0,1 1 0,6 20 0,22 81 0,-27-83 0,29 122 0,-31-122 0,-1 1 0,-2-1 0,-1 39 0,0-94 0,0-1 0,7-48 0,1 35 0,2 0 0,28-70 0,-27 84 0,1 1 0,1 1 0,1 1 0,1 0 0,19-23 0,-30 42 0,0-1 0,1 0 0,0 1 0,-1 0 0,2 0 0,-1 1 0,11-6 0,-15 9 0,0 0 0,0 0 0,1 0 0,-1 1 0,0-1 0,1 1 0,-1-1 0,0 1 0,1 0 0,-1 0 0,1 0 0,-1 0 0,0 1 0,1-1 0,-1 1 0,0-1 0,1 1 0,-1 0 0,0 0 0,0 0 0,1 0 0,-1 0 0,0 0 0,0 1 0,0-1 0,-1 1 0,4 3 0,3 3 0,-1 1 0,0 0 0,0 1 0,-1-1 0,0 1 0,4 12 0,25 68 0,-30-76 0,55 211 74,-40-139-1513,-15-65-5387</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2.787"/>
    </inkml:context>
    <inkml:brush xml:id="br0">
      <inkml:brushProperty name="width" value="0.05" units="cm"/>
      <inkml:brushProperty name="height" value="0.05" units="cm"/>
    </inkml:brush>
  </inkml:definitions>
  <inkml:trace contextRef="#ctx0" brushRef="#br0">90 52 24575,'0'-10'0,"1"5"0,-1 1 0,0 0 0,0-1 0,-1 1 0,1 0 0,-3-8 0,3 12 0,0 0 0,0 0 0,0 0 0,0-1 0,0 1 0,0 0 0,0 0 0,0 0 0,0 0 0,-1-1 0,1 1 0,0 0 0,0 0 0,0 0 0,0 0 0,0-1 0,0 1 0,0 0 0,-1 0 0,1 0 0,0 0 0,0 0 0,0 0 0,0 0 0,-1-1 0,1 1 0,0 0 0,0 0 0,0 0 0,0 0 0,-1 0 0,1 0 0,0 0 0,0 0 0,0 0 0,0 0 0,-1 0 0,1 0 0,0 0 0,0 0 0,0 0 0,-1 0 0,1 0 0,0 0 0,0 0 0,0 1 0,0-1 0,-1 0 0,1 0 0,0 0 0,0 0 0,0 0 0,0 0 0,0 0 0,-1 1 0,1-1 0,0 0 0,0 0 0,0 0 0,0 0 0,0 0 0,0 1 0,0-1 0,0 0 0,0 0 0,-1 1 0,-5 13 0,-2 17 0,1 1 0,-4 56 0,3-27 0,-5 20 0,-11 111 0,24-183 0,-1 0 0,2 0 0,-1 0 0,1 0 0,1 0 0,4 17 0,-5-23 0,0 0 0,1 1 0,-1-1 0,1 0 0,0 0 0,0 0 0,0 0 0,1 0 0,-1 0 0,0-1 0,1 1 0,0-1 0,0 0 0,0 1 0,0-1 0,0 0 0,0-1 0,0 1 0,7 2 0,5 0 0,0-1 0,0 0 0,0-1 0,0-1 0,18 0 0,78-8 0,-100 6 0,148-22-227,-123 17-911,-3 1-5688</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3.545"/>
    </inkml:context>
    <inkml:brush xml:id="br0">
      <inkml:brushProperty name="width" value="0.05" units="cm"/>
      <inkml:brushProperty name="height" value="0.05" units="cm"/>
    </inkml:brush>
  </inkml:definitions>
  <inkml:trace contextRef="#ctx0" brushRef="#br0">0 326 24575,'1'-8'0,"-1"1"0,2 0 0,-1-1 0,1 1 0,0 0 0,0 0 0,1 0 0,0 1 0,0-1 0,1 1 0,5-9 0,0 3 0,1-1 0,0 1 0,1 1 0,14-13 0,-22 22 0,0 0 0,-1 0 0,1 0 0,0 0 0,0 0 0,0 0 0,0 1 0,0 0 0,0-1 0,0 1 0,1 0 0,-1 0 0,0 1 0,1-1 0,-1 1 0,1 0 0,6 0 0,-7 1 0,0 0 0,0 0 0,0 0 0,0 0 0,0 1 0,0-1 0,0 1 0,0 0 0,-1 0 0,1 0 0,-1 0 0,1 1 0,-1-1 0,0 0 0,0 1 0,0 0 0,0 0 0,3 5 0,6 13 0,-1 1 0,-1 0 0,-1 0 0,0 1 0,6 37 0,9 122 0,-19-140 0,0-9 0,6 119 0,-10-149 0,0-1 0,0 1 0,-1 0 0,1-1 0,0 1 0,-1-1 0,0 1 0,0-1 0,1 0 0,-1 1 0,-1-1 0,1 0 0,-3 4 0,4-6 0,0 1 0,-1-1 0,1 0 0,-1 1 0,1-1 0,0 0 0,-1 1 0,1-1 0,-1 0 0,1 0 0,-1 0 0,1 0 0,-1 1 0,1-1 0,-1 0 0,1 0 0,-1 0 0,1 0 0,-1 0 0,1 0 0,-1 0 0,1 0 0,-1 0 0,1 0 0,-1-1 0,-1 1 0,1-1 0,-1 0 0,1 0 0,0 0 0,0 0 0,-1 0 0,1 0 0,0 0 0,0-1 0,0 1 0,0 0 0,-1-2 0,-2-5 0,-1 0 0,1-1 0,1 1 0,0-1 0,0 0 0,-3-15 0,-5-58 0,9 43 0,1-1 0,1 1 0,3 0 0,1 0 0,2 0 0,1 0 0,3 1 0,0 0 0,3 0 0,33-67 0,-41 96 0,0-1 0,1 1 0,1 1 0,-1-1 0,1 1 0,1 0 0,-1 1 0,2 0 0,11-9 0,-17 14 0,0 0 0,1 0 0,-1 0 0,1 1 0,-1-1 0,1 1 0,0 0 0,0 0 0,-1 1 0,1-1 0,0 1 0,0-1 0,0 1 0,0 0 0,0 1 0,-1-1 0,1 1 0,0-1 0,0 1 0,0 1 0,-1-1 0,1 0 0,-1 1 0,1 0 0,-1-1 0,1 1 0,-1 1 0,5 3 0,2 3 0,-1 1 0,0 0 0,0 0 0,-1 1 0,0 0 0,-1 0 0,-1 1 0,8 16 0,0 5 0,17 67 0,-24-74 0,-2 0 0,-1 0 0,-1 1 0,-1 0 0,-1 31 0,-8-33 0,2-19 0,0-17 0,3 0 0,1 1 0,1-1 0,0 1 0,0-1 0,1 1 0,0-1 0,5-15 0,24-72 0,-19 68 0,2 1 0,1 0 0,1 1 0,19-27 0,-25 42 0,0 1 0,1 0 0,1 0 0,0 1 0,0 0 0,1 1 0,1 0 0,-1 1 0,1 1 0,18-9 0,-26 15 0,1-1 0,-1 1 0,1 1 0,0-1 0,0 1 0,-1 0 0,1 0 0,0 1 0,0-1 0,0 1 0,0 1 0,0-1 0,0 1 0,0 0 0,0 1 0,0-1 0,6 4 0,-6-2 0,1 0 0,-1 1 0,0-1 0,-1 2 0,1-1 0,-1 1 0,0-1 0,0 2 0,0-1 0,-1 0 0,0 1 0,0 0 0,0 0 0,3 8 0,1 5 0,0 0 0,-2 1 0,0-1 0,-1 1 0,-1 1 0,1 29 0,-2 127 0,-4-145 0,-1 76-1365,0-67-5461</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4.345"/>
    </inkml:context>
    <inkml:brush xml:id="br0">
      <inkml:brushProperty name="width" value="0.05" units="cm"/>
      <inkml:brushProperty name="height" value="0.05" units="cm"/>
    </inkml:brush>
  </inkml:definitions>
  <inkml:trace contextRef="#ctx0" brushRef="#br0">50 413 24575,'14'-16'0,"-12"12"0,-9 11 0,1 0 0,0 0 0,0 0 0,1 1 0,0-1 0,1 1 0,-1 0 0,1 1 0,1-1 0,0 0 0,0 1 0,1 0 0,0 0 0,0 0 0,1 0 0,0 0 0,1 0 0,-1 0 0,2 0 0,0 0 0,0 0 0,0 0 0,1 0 0,1 0 0,-1 0 0,1-1 0,1 1 0,7 12 0,-1 0 0,1-1 0,1-1 0,1 0 0,27 31 0,-38-48 0,0 1 0,1-2 0,-1 1 0,0 0 0,0 0 0,1-1 0,-1 1 0,1-1 0,-1 0 0,1 0 0,0 0 0,-1 0 0,1 0 0,0-1 0,0 1 0,5 0 0,-7-2 0,1 1 0,0 0 0,0-1 0,0 1 0,0-1 0,-1 0 0,1 1 0,0-1 0,0 0 0,-1 0 0,1 0 0,-1 0 0,1 0 0,-1-1 0,1 1 0,-1 0 0,0-1 0,0 1 0,1-1 0,-1 1 0,0-1 0,0 0 0,-1 1 0,1-1 0,1-3 0,2-7 0,0 0 0,-1 0 0,-1-1 0,0 0 0,0 1 0,-2-1 0,1 0 0,-3-23 0,-2 6 0,-2 0 0,-13-46 0,8 44 0,-2 0 0,-1 0 0,-1 1 0,-22-32 0,36 61 0,-12-25 0,12 27 0,1-1 0,0 1 0,0-1 0,0 1 0,0-1 0,0 1 0,0-1 0,0 1 0,0-1 0,0 1 0,0-1 0,0 1 0,0-1 0,0 1 0,0-1 0,0 1 0,0-1 0,1 1 0,-1-1 0,0 1 0,0-1 0,1 1 0,-1-1 0,0 1 0,1-1 0,-1 1 0,0 0 0,1-1 0,-1 1 0,1 0 0,-1-1 0,0 1 0,1 0 0,-1 0 0,1-1 0,-1 1 0,1 0 0,-1 0 0,1 0 0,-1 0 0,1-1 0,-1 1 0,1 0 0,-1 0 0,1 0 0,0 0 0,-1 0 0,1 0 0,-1 0 0,1 1 0,14 0 0,0 1 0,-1 1 0,1 0 0,23 8 0,-1 1 0,95 19 0,0-5 0,245 15 0,-360-40 0,-5 0 0,-1 0 0,1 0 0,-1-2 0,1 1 0,0-1 0,-1-1 0,20-5 0,-30 6 0,1 1 0,-1 0 0,0-1 0,0 1 0,0-1 0,0 1 0,0-1 0,0 1 0,0-1 0,0 0 0,0 0 0,0 1 0,0-1 0,0 0 0,0 0 0,-1 0 0,1 0 0,0 0 0,-1 0 0,1 0 0,-1 0 0,1 0 0,0-2 0,-1 1 0,0 1 0,0-1 0,-1 1 0,1 0 0,0-1 0,-1 1 0,1-1 0,-1 1 0,1 0 0,-1 0 0,0-1 0,0 1 0,1 0 0,-1 0 0,0 0 0,-2-2 0,-4-3 0,0 0 0,0 0 0,0 1 0,-1 0 0,-8-4 0,2 3 0,0 0 0,0 1 0,0 0 0,0 1 0,-1 0 0,0 2 0,1 0 0,-1 0 0,0 1 0,0 1 0,0 1 0,-17 2 0,22-2 0,0 1 0,0 1 0,0 0 0,1 0 0,-1 1 0,1 0 0,-1 0 0,1 1 0,1 1 0,-1-1 0,1 1 0,0 1 0,0 0 0,1 0 0,0 0 0,0 1 0,0 0 0,-7 13 0,5-4 0,0 0 0,1 1 0,1 0 0,1 0 0,0 1 0,1 0 0,-2 20 0,5-25 0,1 1 0,0-1 0,1 1 0,1 0 0,0-1 0,1 1 0,0-1 0,1 1 0,10 26 0,-10-35 0,-1 0 0,1 0 0,1-1 0,-1 1 0,1-1 0,0 0 0,0 0 0,0 0 0,1-1 0,0 1 0,0-1 0,0 0 0,0 0 0,1-1 0,-1 0 0,1 0 0,0 0 0,10 3 0,-7-4 0,-1 0 0,0-1 0,1 0 0,-1 0 0,1-1 0,0 0 0,-1 0 0,1-1 0,-1 0 0,0-1 0,1 0 0,-1 0 0,15-7 0,-8 2 0,1 0 0,-1-2 0,-1 0 0,1-1 0,-1 0 0,-1-1 0,0 0 0,-1-1 0,15-19 0,-12 12 0,-1-1 0,-2-1 0,0 0 0,-1 0 0,0-1 0,6-26 0,-4 6 0,-3-1 0,-1-1 0,-2 1 0,-2-1 0,-2-1 0,-6-85 0,2 120 0,1-1 0,-1 0 0,0-1 0,-1 1 0,0 0 0,-1 0 0,0 0 0,-5-12 0,7 22 0,1 1 0,0 0 0,0-1 0,0 1 0,0 0 0,0 0 0,0-1 0,0 1 0,0 0 0,-1 0 0,1-1 0,0 1 0,0 0 0,0 0 0,0 0 0,-1-1 0,1 1 0,0 0 0,0 0 0,0 0 0,-1 0 0,1-1 0,0 1 0,0 0 0,-1 0 0,1 0 0,0 0 0,-1 0 0,1 0 0,0 0 0,0 0 0,-1 0 0,1 0 0,-1 0 0,-3 9 0,0 19 0,0 46 0,3 0 0,4 1 0,3-1 0,3 0 0,3-1 0,4 0 0,31 91 0,-28-116-1365,-3-10-5461</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4.516"/>
    </inkml:context>
    <inkml:brush xml:id="br0">
      <inkml:brushProperty name="width" value="0.05" units="cm"/>
      <inkml:brushProperty name="height" value="0.05" units="cm"/>
    </inkml:brush>
  </inkml:definitions>
  <inkml:trace contextRef="#ctx0" brushRef="#br0">77 0 24575,'-3'4'0,"-2"3"0,-2 7 0,-3 8 0,-1 6 0,0 5 0,0 3 0,3 1 0,3 1 0,1-3 0,3-4 0,4-5 0,1-3 0,1-5-8191</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4.670"/>
    </inkml:context>
    <inkml:brush xml:id="br0">
      <inkml:brushProperty name="width" value="0.05" units="cm"/>
      <inkml:brushProperty name="height" value="0.05" units="cm"/>
    </inkml:brush>
  </inkml:definitions>
  <inkml:trace contextRef="#ctx0" brushRef="#br0">90 92 24575,'-3'-6'0,"-5"-5"0,-3-5 0,0-1 0,-2 1 0,-1 4 0,-2 3 0,2 4-8191</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4.964"/>
    </inkml:context>
    <inkml:brush xml:id="br0">
      <inkml:brushProperty name="width" value="0.05" units="cm"/>
      <inkml:brushProperty name="height" value="0.05" units="cm"/>
    </inkml:brush>
  </inkml:definitions>
  <inkml:trace contextRef="#ctx0" brushRef="#br0">457 318 24575,'-3'-34'0,"-1"-1"0,-1 2 0,-2-1 0,-16-47 0,21 74 0,0 0 0,1 0 0,-1 0 0,-1 0 0,1 1 0,-1-1 0,-1 1 0,1-1 0,-1 1 0,0 0 0,0 0 0,-1 1 0,-5-6 0,9 10 0,0 0 0,0 1 0,0-1 0,0 1 0,0-1 0,0 1 0,0 0 0,0-1 0,0 1 0,0 0 0,0 0 0,0 0 0,0-1 0,0 1 0,0 0 0,-1 1 0,1-1 0,0 0 0,0 0 0,0 0 0,0 1 0,0-1 0,0 0 0,0 1 0,0-1 0,0 1 0,0-1 0,0 1 0,0 0 0,1-1 0,-1 1 0,0 0 0,0-1 0,1 1 0,-2 1 0,-2 4 0,0-1 0,0 1 0,0 0 0,-3 8 0,-6 13 0,2 1 0,1 0 0,-9 41 0,-12 95 0,26-137 0,-56 571-444,10-67 74,48-512 370,3-8 0,-2-1 0,1 0 0,-1 1 0,0-1 0,-1 0 0,-1 0 0,1 0 0,-2-1 0,-9 18 0,14-26 17,-1-1 0,1 1 0,-1 0 0,0 0 0,1-1 0,-1 1 0,1-1 0,-1 1 1,0 0-1,0-1 0,1 1 0,-1-1 0,0 0 0,0 1 0,0-1 0,0 0 0,0 1 0,1-1 0,-1 0 0,0 0 0,0 0 0,0 0 1,0 0-1,0 0 0,0 0 0,0 0 0,0 0 0,0 0 0,1 0 0,-1 0 0,0-1 0,0 1 0,-1-1 0,-1-1-142,1 1-1,-1-1 0,1 0 0,0 0 1,0-1-1,0 1 0,0 0 1,-3-5-1,-11-19-6700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5.617"/>
    </inkml:context>
    <inkml:brush xml:id="br0">
      <inkml:brushProperty name="width" value="0.05" units="cm"/>
      <inkml:brushProperty name="height" value="0.05" units="cm"/>
    </inkml:brush>
  </inkml:definitions>
  <inkml:trace contextRef="#ctx0" brushRef="#br0">0 441 24575,'14'-46'0,"-12"33"0,2 0 0,0 0 0,0 0 0,2 1 0,-1-1 0,9-11 0,-12 21 0,0 1 0,0 0 0,0 0 0,1 0 0,-1 0 0,1 1 0,-1-1 0,1 1 0,0-1 0,-1 1 0,1 0 0,0 0 0,0 0 0,0 1 0,0-1 0,0 1 0,4-1 0,8 0 0,0 1 0,20 3 0,-9-2 0,-8 0 0,0-1 0,0-1 0,-1 0 0,1-2 0,34-8 0,-45 8 0,1 0 0,0 0 0,-1 0 0,0-1 0,0 0 0,0-1 0,0 0 0,-1 0 0,0 0 0,0-1 0,0 1 0,-1-1 0,1-1 0,-2 1 0,6-10 0,-4 5 0,0 0 0,-1 0 0,-1 0 0,0-1 0,0 1 0,-1-1 0,-1 0 0,0 0 0,0 0 0,-1 0 0,-1-14 0,-4 8 0,4 18 0,-1 0 0,1 0 0,0 0 0,0 0 0,-1 0 0,1 0 0,0 0 0,0 0 0,0 0 0,-1 0 0,1 0 0,0 0 0,0 0 0,0 0 0,-1 0 0,1 1 0,0-1 0,0 0 0,0 0 0,-1 0 0,1 0 0,0 0 0,0 0 0,0 1 0,0-1 0,-1 0 0,1 0 0,0 0 0,0 0 0,0 1 0,0-1 0,0 0 0,0 0 0,0 0 0,0 1 0,-1-1 0,1 0 0,0 1 0,-11 33 0,3 10 0,3 0 0,1 1 0,3-1 0,1 1 0,7 53 0,-6-91 0,0 1 0,1-1 0,0 1 0,0-1 0,1 1 0,0-1 0,0 0 0,0 0 0,1 0 0,0-1 0,8 11 0,-9-15 0,-1 1 0,1-1 0,-1 0 0,1 1 0,0-1 0,0-1 0,0 1 0,1 0 0,-1-1 0,0 1 0,0-1 0,1 0 0,-1 0 0,1-1 0,-1 1 0,1-1 0,-1 1 0,1-1 0,-1 0 0,1 0 0,-1-1 0,1 1 0,0-1 0,-1 0 0,0 0 0,1 0 0,4-2 0,4-3 0,-1 0 0,1 0 0,-1-1 0,-1-1 0,1 0 0,-1 0 0,-1-1 0,0 0 0,17-22 0,-3-1 0,38-68 0,-47 73 0,11-34 0,-23 91 0,-2 22 0,0-28 0,1-1 0,1 0 0,2 1 0,7 27 0,33 91 0,1 2 0,3 103 0,-45-215 0,-1-1 0,-1 0 0,-1 0 0,-2 0 0,-2 0 0,-6 32 0,7-53 0,0-1 0,0 0 0,0 1 0,-1-1 0,-1-1 0,-7 13 0,11-20 0,0 1 0,0 0 0,0-1 0,0 1 0,0-1 0,-1 0 0,1 1 0,0-1 0,-1 0 0,1 0 0,-1 0 0,0 0 0,1 0 0,-1 0 0,0 0 0,0-1 0,1 1 0,-1 0 0,0-1 0,0 0 0,0 1 0,0-1 0,0 0 0,1 0 0,-1 0 0,0 0 0,0 0 0,0-1 0,0 1 0,0-1 0,0 1 0,1-1 0,-1 1 0,0-1 0,0 0 0,1 0 0,-1 0 0,1 0 0,-1 0 0,-1-2 0,-2-1 0,0-1 0,1 0 0,-1-1 0,1 1 0,1-1 0,-1 0 0,1 0 0,-1 0 0,2 0 0,-1 0 0,1-1 0,0 0 0,0 1 0,1-1 0,0 0 0,0 1 0,0-10 0,0-4 0,2-1 0,0 1 0,1 0 0,7-33 0,-1 24 0,1 0 0,2 1 0,0 0 0,2 1 0,1 0 0,2 1 0,0 1 0,1 0 0,2 1 0,1 1 0,0 1 0,2 1 0,0 1 0,35-25 0,-43 36-151,0 1-1,1 1 0,0-1 0,0 2 1,1 0-1,-1 1 0,1 1 1,31-4-1,-1 4-6674</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6.705"/>
    </inkml:context>
    <inkml:brush xml:id="br0">
      <inkml:brushProperty name="width" value="0.05" units="cm"/>
      <inkml:brushProperty name="height" value="0.05" units="cm"/>
    </inkml:brush>
  </inkml:definitions>
  <inkml:trace contextRef="#ctx0" brushRef="#br0">214 560 24575,'-4'-2'0,"0"0"0,0 0 0,0 0 0,0-1 0,1 0 0,-1 1 0,1-1 0,-1-1 0,-3-4 0,5 5 0,0 1 0,1-1 0,0 0 0,0 0 0,0 0 0,0 0 0,0 0 0,0 0 0,1 0 0,-1 0 0,1 0 0,0 0 0,0 0 0,0 0 0,1-5 0,3-13 0,1 1 0,1-1 0,16-37 0,1-2 0,-23 57 0,6-12 0,-1 0 0,-1 0 0,0-1 0,-1 0 0,-1 0 0,0 0 0,-1-18 0,-1 32 0,0 1 0,-1 0 0,1-1 0,0 1 0,0 0 0,-1 0 0,1 0 0,-1-1 0,1 1 0,-1 0 0,1 0 0,-1 0 0,0 0 0,1 0 0,-1 0 0,0 0 0,0 0 0,0 0 0,0 0 0,0 0 0,0 1 0,0-1 0,0 0 0,0 1 0,0-1 0,0 1 0,0-1 0,-1 1 0,1-1 0,0 1 0,0 0 0,0 0 0,-1-1 0,1 1 0,0 0 0,-1 0 0,1 0 0,0 1 0,0-1 0,-1 0 0,1 0 0,0 1 0,0-1 0,-2 1 0,-4 1 0,1 1 0,-1-1 0,0 2 0,1-1 0,0 1 0,-10 6 0,2 1 0,1 1 0,0 1 0,1-1 0,0 2 0,1 0 0,0 0 0,1 1 0,1 1 0,0-1 0,-9 27 0,14-32 0,0 0 0,1 0 0,1 0 0,0 1 0,0-1 0,1 1 0,0-1 0,1 1 0,0-1 0,0 1 0,1-1 0,1 1 0,0-1 0,1 0 0,-1 0 0,2 1 0,0-2 0,0 1 0,6 10 0,0-5 0,2-1 0,0 0 0,0-1 0,1 0 0,1-1 0,0 0 0,23 14 0,-6-4 0,-30-21 0,-1-1 0,1 0 0,0 1 0,-1-1 0,1 0 0,0 1 0,-1-1 0,1 1 0,-1-1 0,1 1 0,-1-1 0,1 1 0,-1-1 0,1 1 0,-1-1 0,0 1 0,1 0 0,-1-1 0,0 1 0,0 0 0,1-1 0,-1 1 0,0 0 0,0-1 0,0 1 0,0 0 0,0 0 0,0-1 0,0 1 0,0 0 0,0-1 0,0 1 0,-1 1 0,0 0 0,-1 0 0,1-1 0,-1 1 0,0-1 0,0 0 0,1 1 0,-1-1 0,-4 2 0,-14 11 0,18-11 0,-1-1 0,1 1 0,0 0 0,0 1 0,1-1 0,-1 0 0,0 0 0,1 1 0,0-1 0,0 1 0,0-1 0,0 1 0,1 0 0,-1-1 0,1 1 0,0-1 0,0 1 0,1 0 0,-1-1 0,1 1 0,-1 0 0,3 4 0,-2-4 0,1 1 0,0-1 0,0 0 0,0 1 0,1-1 0,0 0 0,-1-1 0,1 1 0,1 0 0,-1-1 0,0 0 0,1 0 0,0 0 0,0 0 0,0 0 0,7 3 0,2-1 0,1 0 0,0 0 0,0-2 0,0 0 0,1 0 0,-1-2 0,26 1 0,-20-2 0,1-2 0,0 0 0,-1-1 0,38-11 0,-49 12 0,0-1 0,-1-1 0,1 0 0,-1 0 0,0 0 0,0-1 0,0-1 0,-1 1 0,0-1 0,0 0 0,0-1 0,7-9 0,-9 10 0,-1-1 0,1-1 0,-2 1 0,1-1 0,-1 1 0,0-1 0,-1 0 0,1 0 0,-2 0 0,1 0 0,-1 0 0,0-1 0,-1 1 0,0-9 0,-4-11 0,0 0 0,-2 0 0,-1 1 0,-1 0 0,-20-44 0,14 37 0,2-1 0,-12-53 0,23 85 0,1 0 0,-1 1 0,1-1 0,0 0 0,0 0 0,0 1 0,0-1 0,0 0 0,1 1 0,-1-1 0,1 0 0,0 1 0,1-5 0,-1 6 0,-1 1 0,0-1 0,1 1 0,-1-1 0,1 1 0,-1 0 0,0-1 0,1 1 0,-1 0 0,1-1 0,-1 1 0,1 0 0,-1 0 0,1-1 0,-1 1 0,1 0 0,-1 0 0,1 0 0,-1 0 0,1 0 0,-1 0 0,1 0 0,0 0 0,-1 0 0,1 0 0,1 0 0,0 1 0,0 0 0,-1-1 0,1 1 0,0 0 0,0 0 0,-1 0 0,1 0 0,-1 0 0,1 0 0,0 2 0,20 18 0,-1 1 0,-1 1 0,-1 1 0,19 31 0,-13-12 0,37 82 0,-50-91 0,-9-26 0,-1 1 0,2-1 0,-1 1 0,1-1 0,1 0 0,5 9 0,-9-17 0,-1 1 0,1-1 0,0 1 0,-1-1 0,1 0 0,0 1 0,0-1 0,-1 0 0,1 1 0,0-1 0,0 0 0,-1 0 0,1 0 0,0 1 0,0-1 0,0 0 0,0 0 0,-1 0 0,1 0 0,0-1 0,0 1 0,0 0 0,-1 0 0,1 0 0,0-1 0,0 1 0,-1 0 0,1-1 0,0 1 0,-1-1 0,1 1 0,0-1 0,-1 1 0,2-1 0,23-24 0,-20 20 0,5-5 0,-3 1 0,1 1 0,0 1 0,1-1 0,0 1 0,11-7 0,-17 13 0,0-1 0,-1 1 0,1 0 0,0 0 0,0 0 0,0 1 0,0-1 0,0 0 0,0 1 0,-1 0 0,1 0 0,0 0 0,0 0 0,0 0 0,0 1 0,0 0 0,0-1 0,0 1 0,0 0 0,-1 0 0,1 0 0,0 1 0,-1-1 0,1 1 0,2 1 0,5 5 0,0 1 0,-1 1 0,0-1 0,0 1 0,-1 1 0,0-1 0,6 14 0,-7-12 0,0-1 0,1 0 0,1 0 0,-1-1 0,2 0 0,15 13 0,-22-21 0,1 1 0,-1-1 0,1 0 0,-1 0 0,1-1 0,0 1 0,0-1 0,0 0 0,0 0 0,0 0 0,0 0 0,0-1 0,0 0 0,0 0 0,7 0 0,-5-1 0,0-1 0,0 1 0,1-1 0,-1 0 0,0-1 0,0 0 0,-1 0 0,1 0 0,5-4 0,4-4 0,-1-1 0,-1-1 0,0 0 0,-1 0 0,0-1 0,10-17 0,-4 2 0,-1-1 0,-2-1 0,0 0 0,-3-1 0,-1-1 0,-1 0 0,-1 0 0,-2 0 0,-2-1 0,-1-1 0,-1 1 0,-2 0 0,-5-48 0,2 60 0,-10-39 0,10 53 0,-1 0 0,0 0 0,0 1 0,-1-1 0,0 1 0,0-1 0,-9-10 0,12 16 0,0 1 0,0-1 0,0 1 0,-1 0 0,1-1 0,0 1 0,-1 0 0,1 0 0,-1 0 0,1 0 0,-1 0 0,0 0 0,1 0 0,-1 0 0,0 1 0,1-1 0,-1 0 0,0 1 0,0 0 0,0-1 0,1 1 0,-1 0 0,0 0 0,0 0 0,0 0 0,0 1 0,1-1 0,-1 0 0,0 1 0,0-1 0,0 1 0,1 0 0,-1-1 0,-2 3 0,0-1 0,0 2 0,1-1 0,-1 0 0,1 1 0,0 0 0,0 0 0,0 0 0,0 0 0,0 0 0,1 0 0,0 1 0,-2 5 0,-3 11 0,1 0 0,1 0 0,1 1 0,1 0 0,0 0 0,2 36 0,3-11 0,3 0 0,10 49 0,2-19-341,3-1 0,4-1-1,50 109 1,-59-154-6485</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6.826"/>
    </inkml:context>
    <inkml:brush xml:id="br0">
      <inkml:brushProperty name="width" value="0.05" units="cm"/>
      <inkml:brushProperty name="height" value="0.05" units="cm"/>
    </inkml:brush>
  </inkml:definitions>
  <inkml:trace contextRef="#ctx0" brushRef="#br0">32 298 24575,'-3'-6'0,"-4"-12"0,-1-12 0,0-7 0,3-3 0,4-2 0,10 3 0,8 6 0,12 8 0,9 9 0,9 6 0,5 9 0,3 7 0,-8 2-8191</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0T04:28:46.965"/>
    </inkml:context>
    <inkml:brush xml:id="br0">
      <inkml:brushProperty name="width" value="0.05" units="cm"/>
      <inkml:brushProperty name="height" value="0.05" units="cm"/>
    </inkml:brush>
  </inkml:definitions>
  <inkml:trace contextRef="#ctx0" brushRef="#br0">1 1 24575,'3'3'0,"4"1"0,5-1 0,-1 4 0,-2-4 0,-2-5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pixabay.com/photos/san-francisco-transamerica-pyramid-1633203/"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hlinkClick r:id="rId3"/>
              </a:rPr>
              <a:t>https://pixabay.com/photos/san-francisco-transamerica-pyramid-1633203/</a:t>
            </a:r>
            <a:endParaRPr lang="en-IN" dirty="0"/>
          </a:p>
        </p:txBody>
      </p:sp>
      <p:sp>
        <p:nvSpPr>
          <p:cNvPr id="4" name="Slide Number Placeholder 3"/>
          <p:cNvSpPr>
            <a:spLocks noGrp="1"/>
          </p:cNvSpPr>
          <p:nvPr>
            <p:ph type="sldNum" sz="quarter" idx="5"/>
          </p:nvPr>
        </p:nvSpPr>
        <p:spPr/>
        <p:txBody>
          <a:bodyPr/>
          <a:lstStyle/>
          <a:p>
            <a:fld id="{CA2D21D1-52E2-420B-B491-CFF6D7BB79FB}" type="slidenum">
              <a:rPr lang="en-US" smtClean="0"/>
              <a:pPr/>
              <a:t>3</a:t>
            </a:fld>
            <a:endParaRPr lang="en-US"/>
          </a:p>
        </p:txBody>
      </p:sp>
    </p:spTree>
    <p:extLst>
      <p:ext uri="{BB962C8B-B14F-4D97-AF65-F5344CB8AC3E}">
        <p14:creationId xmlns:p14="http://schemas.microsoft.com/office/powerpoint/2010/main" val="1245662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8"/>
        <p:cNvGrpSpPr/>
        <p:nvPr/>
      </p:nvGrpSpPr>
      <p:grpSpPr>
        <a:xfrm>
          <a:off x="0" y="0"/>
          <a:ext cx="0" cy="0"/>
          <a:chOff x="0" y="0"/>
          <a:chExt cx="0" cy="0"/>
        </a:xfrm>
      </p:grpSpPr>
      <p:sp>
        <p:nvSpPr>
          <p:cNvPr id="1309" name="Google Shape;1309;p5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10" name="Google Shape;1310;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4"/>
        <p:cNvGrpSpPr/>
        <p:nvPr/>
      </p:nvGrpSpPr>
      <p:grpSpPr>
        <a:xfrm>
          <a:off x="0" y="0"/>
          <a:ext cx="0" cy="0"/>
          <a:chOff x="0" y="0"/>
          <a:chExt cx="0" cy="0"/>
        </a:xfrm>
      </p:grpSpPr>
      <p:sp>
        <p:nvSpPr>
          <p:cNvPr id="1655" name="Google Shape;1655;p8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6" name="Google Shape;1656;p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691677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D28A985-8481-49D1-9FA1-9B83E1B5FD5E}"/>
              </a:ext>
            </a:extLst>
          </p:cNvPr>
          <p:cNvSpPr>
            <a:spLocks noGrp="1"/>
          </p:cNvSpPr>
          <p:nvPr>
            <p:ph type="pic" sz="quarter" idx="13"/>
          </p:nvPr>
        </p:nvSpPr>
        <p:spPr>
          <a:xfrm>
            <a:off x="-1" y="-1"/>
            <a:ext cx="5662364" cy="6858000"/>
          </a:xfrm>
          <a:custGeom>
            <a:avLst/>
            <a:gdLst>
              <a:gd name="connsiteX0" fmla="*/ 0 w 5662364"/>
              <a:gd name="connsiteY0" fmla="*/ 0 h 6858000"/>
              <a:gd name="connsiteX1" fmla="*/ 2591729 w 5662364"/>
              <a:gd name="connsiteY1" fmla="*/ 0 h 6858000"/>
              <a:gd name="connsiteX2" fmla="*/ 2813304 w 5662364"/>
              <a:gd name="connsiteY2" fmla="*/ 157566 h 6858000"/>
              <a:gd name="connsiteX3" fmla="*/ 5662364 w 5662364"/>
              <a:gd name="connsiteY3" fmla="*/ 5841268 h 6858000"/>
              <a:gd name="connsiteX4" fmla="*/ 5625745 w 5662364"/>
              <a:gd name="connsiteY4" fmla="*/ 6566465 h 6858000"/>
              <a:gd name="connsiteX5" fmla="*/ 5588699 w 5662364"/>
              <a:gd name="connsiteY5" fmla="*/ 6858000 h 6858000"/>
              <a:gd name="connsiteX6" fmla="*/ 0 w 5662364"/>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62364" h="6858000">
                <a:moveTo>
                  <a:pt x="0" y="0"/>
                </a:moveTo>
                <a:lnTo>
                  <a:pt x="2591729" y="0"/>
                </a:lnTo>
                <a:lnTo>
                  <a:pt x="2813304" y="157566"/>
                </a:lnTo>
                <a:cubicBezTo>
                  <a:pt x="4542859" y="1451022"/>
                  <a:pt x="5662364" y="3515408"/>
                  <a:pt x="5662364" y="5841268"/>
                </a:cubicBezTo>
                <a:cubicBezTo>
                  <a:pt x="5662364" y="6086096"/>
                  <a:pt x="5649960" y="6328026"/>
                  <a:pt x="5625745" y="6566465"/>
                </a:cubicBezTo>
                <a:lnTo>
                  <a:pt x="5588699" y="6858000"/>
                </a:lnTo>
                <a:lnTo>
                  <a:pt x="0" y="6858000"/>
                </a:lnTo>
                <a:close/>
              </a:path>
            </a:pathLst>
          </a:custGeom>
          <a:solidFill>
            <a:schemeClr val="bg1">
              <a:lumMod val="95000"/>
            </a:schemeClr>
          </a:solidFill>
        </p:spPr>
        <p:txBody>
          <a:bodyPr wrap="square" anchor="ctr">
            <a:noAutofit/>
          </a:bodyPr>
          <a:lstStyle>
            <a:lvl1pPr marL="0" indent="0" algn="ctr">
              <a:buFontTx/>
              <a:buNone/>
              <a:defRPr/>
            </a:lvl1pPr>
          </a:lstStyle>
          <a:p>
            <a:endParaRPr lang="en-IN"/>
          </a:p>
        </p:txBody>
      </p:sp>
      <p:sp>
        <p:nvSpPr>
          <p:cNvPr id="2" name="Date Placeholder 1"/>
          <p:cNvSpPr>
            <a:spLocks noGrp="1"/>
          </p:cNvSpPr>
          <p:nvPr>
            <p:ph type="dt" sz="half" idx="10"/>
          </p:nvPr>
        </p:nvSpPr>
        <p:spPr/>
        <p:txBody>
          <a:bodyPr/>
          <a:lstStyle/>
          <a:p>
            <a:fld id="{425404F2-BE9A-4460-8815-8F645183555F}" type="datetimeFigureOut">
              <a:rPr lang="en-US" smtClean="0"/>
              <a:pPr/>
              <a:t>2/20/2026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20596840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2/20/2026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2/20/2026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369"/>
        <p:cNvGrpSpPr/>
        <p:nvPr/>
      </p:nvGrpSpPr>
      <p:grpSpPr>
        <a:xfrm>
          <a:off x="0" y="0"/>
          <a:ext cx="0" cy="0"/>
          <a:chOff x="0" y="0"/>
          <a:chExt cx="0" cy="0"/>
        </a:xfrm>
      </p:grpSpPr>
      <p:sp>
        <p:nvSpPr>
          <p:cNvPr id="370" name="Google Shape;370;p158"/>
          <p:cNvSpPr txBox="1">
            <a:spLocks noGrp="1"/>
          </p:cNvSpPr>
          <p:nvPr>
            <p:ph type="ctrTitle"/>
          </p:nvPr>
        </p:nvSpPr>
        <p:spPr>
          <a:xfrm>
            <a:off x="1523603" y="1122363"/>
            <a:ext cx="9141619"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5999"/>
              <a:buFont typeface="Calibri"/>
              <a:buNone/>
              <a:defRPr sz="59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1" name="Google Shape;371;p158"/>
          <p:cNvSpPr txBox="1">
            <a:spLocks noGrp="1"/>
          </p:cNvSpPr>
          <p:nvPr>
            <p:ph type="subTitle" idx="1"/>
          </p:nvPr>
        </p:nvSpPr>
        <p:spPr>
          <a:xfrm>
            <a:off x="1523603" y="3602037"/>
            <a:ext cx="9141619" cy="165576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399"/>
              <a:buNone/>
              <a:defRPr sz="2399"/>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72" name="Google Shape;372;p158"/>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3" name="Google Shape;373;p158"/>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4" name="Google Shape;374;p158"/>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243934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470"/>
        <p:cNvGrpSpPr/>
        <p:nvPr/>
      </p:nvGrpSpPr>
      <p:grpSpPr>
        <a:xfrm>
          <a:off x="0" y="0"/>
          <a:ext cx="0" cy="0"/>
          <a:chOff x="0" y="0"/>
          <a:chExt cx="0" cy="0"/>
        </a:xfrm>
      </p:grpSpPr>
      <p:sp>
        <p:nvSpPr>
          <p:cNvPr id="471" name="Google Shape;471;p180"/>
          <p:cNvSpPr txBox="1">
            <a:spLocks noGrp="1"/>
          </p:cNvSpPr>
          <p:nvPr>
            <p:ph type="title"/>
          </p:nvPr>
        </p:nvSpPr>
        <p:spPr>
          <a:xfrm>
            <a:off x="837982" y="365125"/>
            <a:ext cx="10512862"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2" name="Google Shape;472;p180"/>
          <p:cNvSpPr txBox="1">
            <a:spLocks noGrp="1"/>
          </p:cNvSpPr>
          <p:nvPr>
            <p:ph type="body" idx="1"/>
          </p:nvPr>
        </p:nvSpPr>
        <p:spPr>
          <a:xfrm rot="5400000">
            <a:off x="3918744" y="-1255136"/>
            <a:ext cx="4351339" cy="1051286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3" name="Google Shape;473;p180"/>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4" name="Google Shape;474;p180"/>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5" name="Google Shape;475;p180"/>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54039460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476"/>
        <p:cNvGrpSpPr/>
        <p:nvPr/>
      </p:nvGrpSpPr>
      <p:grpSpPr>
        <a:xfrm>
          <a:off x="0" y="0"/>
          <a:ext cx="0" cy="0"/>
          <a:chOff x="0" y="0"/>
          <a:chExt cx="0" cy="0"/>
        </a:xfrm>
      </p:grpSpPr>
      <p:sp>
        <p:nvSpPr>
          <p:cNvPr id="477" name="Google Shape;477;p181"/>
          <p:cNvSpPr txBox="1">
            <a:spLocks noGrp="1"/>
          </p:cNvSpPr>
          <p:nvPr>
            <p:ph type="title"/>
          </p:nvPr>
        </p:nvSpPr>
        <p:spPr>
          <a:xfrm rot="5400000">
            <a:off x="7130817" y="1956938"/>
            <a:ext cx="5811839" cy="262821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8" name="Google Shape;478;p181"/>
          <p:cNvSpPr txBox="1">
            <a:spLocks noGrp="1"/>
          </p:cNvSpPr>
          <p:nvPr>
            <p:ph type="body" idx="1"/>
          </p:nvPr>
        </p:nvSpPr>
        <p:spPr>
          <a:xfrm rot="5400000">
            <a:off x="1798205" y="-595097"/>
            <a:ext cx="5811839" cy="773228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9" name="Google Shape;479;p181"/>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0" name="Google Shape;480;p181"/>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1" name="Google Shape;481;p181"/>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4407260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p:cSld name="Title">
    <p:bg>
      <p:bgPr>
        <a:gradFill>
          <a:gsLst>
            <a:gs pos="0">
              <a:schemeClr val="accent2"/>
            </a:gs>
            <a:gs pos="100000">
              <a:schemeClr val="dk1"/>
            </a:gs>
          </a:gsLst>
          <a:lin ang="8100019" scaled="0"/>
        </a:gradFill>
        <a:effectLst/>
      </p:bgPr>
    </p:bg>
    <p:spTree>
      <p:nvGrpSpPr>
        <p:cNvPr id="1" name="Shape 482"/>
        <p:cNvGrpSpPr/>
        <p:nvPr/>
      </p:nvGrpSpPr>
      <p:grpSpPr>
        <a:xfrm>
          <a:off x="0" y="0"/>
          <a:ext cx="0" cy="0"/>
          <a:chOff x="0" y="0"/>
          <a:chExt cx="0" cy="0"/>
        </a:xfrm>
      </p:grpSpPr>
      <p:sp>
        <p:nvSpPr>
          <p:cNvPr id="483" name="Google Shape;483;p182"/>
          <p:cNvSpPr txBox="1">
            <a:spLocks noGrp="1"/>
          </p:cNvSpPr>
          <p:nvPr>
            <p:ph type="ctrTitle"/>
          </p:nvPr>
        </p:nvSpPr>
        <p:spPr>
          <a:xfrm>
            <a:off x="1383473" y="2216600"/>
            <a:ext cx="9421946" cy="2424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800"/>
              <a:buFont typeface="Calibri"/>
              <a:buNone/>
              <a:defRPr sz="9064">
                <a:solidFill>
                  <a:schemeClr val="lt1"/>
                </a:solidFill>
              </a:defRPr>
            </a:lvl1pPr>
            <a:lvl2pPr lvl="1">
              <a:lnSpc>
                <a:spcPct val="100000"/>
              </a:lnSpc>
              <a:spcBef>
                <a:spcPts val="0"/>
              </a:spcBef>
              <a:spcAft>
                <a:spcPts val="0"/>
              </a:spcAft>
              <a:buClr>
                <a:schemeClr val="lt1"/>
              </a:buClr>
              <a:buSzPts val="6800"/>
              <a:buNone/>
              <a:defRPr sz="9064">
                <a:solidFill>
                  <a:schemeClr val="lt1"/>
                </a:solidFill>
              </a:defRPr>
            </a:lvl2pPr>
            <a:lvl3pPr lvl="2">
              <a:lnSpc>
                <a:spcPct val="100000"/>
              </a:lnSpc>
              <a:spcBef>
                <a:spcPts val="0"/>
              </a:spcBef>
              <a:spcAft>
                <a:spcPts val="0"/>
              </a:spcAft>
              <a:buClr>
                <a:schemeClr val="lt1"/>
              </a:buClr>
              <a:buSzPts val="6800"/>
              <a:buNone/>
              <a:defRPr sz="9064">
                <a:solidFill>
                  <a:schemeClr val="lt1"/>
                </a:solidFill>
              </a:defRPr>
            </a:lvl3pPr>
            <a:lvl4pPr lvl="3">
              <a:lnSpc>
                <a:spcPct val="100000"/>
              </a:lnSpc>
              <a:spcBef>
                <a:spcPts val="0"/>
              </a:spcBef>
              <a:spcAft>
                <a:spcPts val="0"/>
              </a:spcAft>
              <a:buClr>
                <a:schemeClr val="lt1"/>
              </a:buClr>
              <a:buSzPts val="6800"/>
              <a:buNone/>
              <a:defRPr sz="9064">
                <a:solidFill>
                  <a:schemeClr val="lt1"/>
                </a:solidFill>
              </a:defRPr>
            </a:lvl4pPr>
            <a:lvl5pPr lvl="4">
              <a:lnSpc>
                <a:spcPct val="100000"/>
              </a:lnSpc>
              <a:spcBef>
                <a:spcPts val="0"/>
              </a:spcBef>
              <a:spcAft>
                <a:spcPts val="0"/>
              </a:spcAft>
              <a:buClr>
                <a:schemeClr val="lt1"/>
              </a:buClr>
              <a:buSzPts val="6800"/>
              <a:buNone/>
              <a:defRPr sz="9064">
                <a:solidFill>
                  <a:schemeClr val="lt1"/>
                </a:solidFill>
              </a:defRPr>
            </a:lvl5pPr>
            <a:lvl6pPr lvl="5">
              <a:lnSpc>
                <a:spcPct val="100000"/>
              </a:lnSpc>
              <a:spcBef>
                <a:spcPts val="0"/>
              </a:spcBef>
              <a:spcAft>
                <a:spcPts val="0"/>
              </a:spcAft>
              <a:buClr>
                <a:schemeClr val="lt1"/>
              </a:buClr>
              <a:buSzPts val="6800"/>
              <a:buNone/>
              <a:defRPr sz="9064">
                <a:solidFill>
                  <a:schemeClr val="lt1"/>
                </a:solidFill>
              </a:defRPr>
            </a:lvl6pPr>
            <a:lvl7pPr lvl="6">
              <a:lnSpc>
                <a:spcPct val="100000"/>
              </a:lnSpc>
              <a:spcBef>
                <a:spcPts val="0"/>
              </a:spcBef>
              <a:spcAft>
                <a:spcPts val="0"/>
              </a:spcAft>
              <a:buClr>
                <a:schemeClr val="lt1"/>
              </a:buClr>
              <a:buSzPts val="6800"/>
              <a:buNone/>
              <a:defRPr sz="9064">
                <a:solidFill>
                  <a:schemeClr val="lt1"/>
                </a:solidFill>
              </a:defRPr>
            </a:lvl7pPr>
            <a:lvl8pPr lvl="7">
              <a:lnSpc>
                <a:spcPct val="100000"/>
              </a:lnSpc>
              <a:spcBef>
                <a:spcPts val="0"/>
              </a:spcBef>
              <a:spcAft>
                <a:spcPts val="0"/>
              </a:spcAft>
              <a:buClr>
                <a:schemeClr val="lt1"/>
              </a:buClr>
              <a:buSzPts val="6800"/>
              <a:buNone/>
              <a:defRPr sz="9064">
                <a:solidFill>
                  <a:schemeClr val="lt1"/>
                </a:solidFill>
              </a:defRPr>
            </a:lvl8pPr>
            <a:lvl9pPr lvl="8">
              <a:lnSpc>
                <a:spcPct val="100000"/>
              </a:lnSpc>
              <a:spcBef>
                <a:spcPts val="0"/>
              </a:spcBef>
              <a:spcAft>
                <a:spcPts val="0"/>
              </a:spcAft>
              <a:buClr>
                <a:schemeClr val="lt1"/>
              </a:buClr>
              <a:buSzPts val="6800"/>
              <a:buNone/>
              <a:defRPr sz="9064">
                <a:solidFill>
                  <a:schemeClr val="lt1"/>
                </a:solidFill>
              </a:defRPr>
            </a:lvl9pPr>
          </a:lstStyle>
          <a:p>
            <a:endParaRPr/>
          </a:p>
        </p:txBody>
      </p:sp>
    </p:spTree>
    <p:extLst>
      <p:ext uri="{BB962C8B-B14F-4D97-AF65-F5344CB8AC3E}">
        <p14:creationId xmlns:p14="http://schemas.microsoft.com/office/powerpoint/2010/main" val="403058067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Blank - Dark">
  <p:cSld name="Blank - Dark">
    <p:bg>
      <p:bgPr>
        <a:gradFill>
          <a:gsLst>
            <a:gs pos="0">
              <a:schemeClr val="accent1"/>
            </a:gs>
            <a:gs pos="100000">
              <a:schemeClr val="accent2"/>
            </a:gs>
          </a:gsLst>
          <a:lin ang="8099331" scaled="0"/>
        </a:gradFill>
        <a:effectLst/>
      </p:bgPr>
    </p:bg>
    <p:spTree>
      <p:nvGrpSpPr>
        <p:cNvPr id="1" name="Shape 484"/>
        <p:cNvGrpSpPr/>
        <p:nvPr/>
      </p:nvGrpSpPr>
      <p:grpSpPr>
        <a:xfrm>
          <a:off x="0" y="0"/>
          <a:ext cx="0" cy="0"/>
          <a:chOff x="0" y="0"/>
          <a:chExt cx="0" cy="0"/>
        </a:xfrm>
      </p:grpSpPr>
      <p:sp>
        <p:nvSpPr>
          <p:cNvPr id="485" name="Google Shape;485;p183"/>
          <p:cNvSpPr txBox="1">
            <a:spLocks noGrp="1"/>
          </p:cNvSpPr>
          <p:nvPr>
            <p:ph type="sldNum" idx="12"/>
          </p:nvPr>
        </p:nvSpPr>
        <p:spPr>
          <a:xfrm>
            <a:off x="11101354" y="6129935"/>
            <a:ext cx="731409" cy="524800"/>
          </a:xfrm>
          <a:prstGeom prst="rect">
            <a:avLst/>
          </a:prstGeom>
          <a:noFill/>
          <a:ln>
            <a:noFill/>
          </a:ln>
        </p:spPr>
        <p:txBody>
          <a:bodyPr spcFirstLastPara="1" wrap="square" lIns="0" tIns="0" rIns="0" bIns="0" anchor="ctr" anchorCtr="0">
            <a:noAutofit/>
          </a:bodyPr>
          <a:lstStyle>
            <a:lvl1pPr marL="0" lvl="0" indent="0" algn="r">
              <a:buClr>
                <a:schemeClr val="lt1"/>
              </a:buClr>
              <a:buSzPts val="1200"/>
              <a:buFont typeface="Calibri"/>
              <a:buNone/>
              <a:defRPr sz="1200">
                <a:solidFill>
                  <a:schemeClr val="lt1"/>
                </a:solidFill>
                <a:latin typeface="Calibri"/>
                <a:ea typeface="Calibri"/>
                <a:cs typeface="Calibri"/>
                <a:sym typeface="Calibri"/>
              </a:defRPr>
            </a:lvl1pPr>
            <a:lvl2pPr marL="0" lvl="1" indent="0" algn="r">
              <a:buClr>
                <a:schemeClr val="lt1"/>
              </a:buClr>
              <a:buSzPts val="1200"/>
              <a:buFont typeface="Calibri"/>
              <a:buNone/>
              <a:defRPr sz="1200">
                <a:solidFill>
                  <a:schemeClr val="lt1"/>
                </a:solidFill>
                <a:latin typeface="Calibri"/>
                <a:ea typeface="Calibri"/>
                <a:cs typeface="Calibri"/>
                <a:sym typeface="Calibri"/>
              </a:defRPr>
            </a:lvl2pPr>
            <a:lvl3pPr marL="0" lvl="2" indent="0" algn="r">
              <a:buClr>
                <a:schemeClr val="lt1"/>
              </a:buClr>
              <a:buSzPts val="1200"/>
              <a:buFont typeface="Calibri"/>
              <a:buNone/>
              <a:defRPr sz="1200">
                <a:solidFill>
                  <a:schemeClr val="lt1"/>
                </a:solidFill>
                <a:latin typeface="Calibri"/>
                <a:ea typeface="Calibri"/>
                <a:cs typeface="Calibri"/>
                <a:sym typeface="Calibri"/>
              </a:defRPr>
            </a:lvl3pPr>
            <a:lvl4pPr marL="0" lvl="3" indent="0" algn="r">
              <a:buClr>
                <a:schemeClr val="lt1"/>
              </a:buClr>
              <a:buSzPts val="1200"/>
              <a:buFont typeface="Calibri"/>
              <a:buNone/>
              <a:defRPr sz="1200">
                <a:solidFill>
                  <a:schemeClr val="lt1"/>
                </a:solidFill>
                <a:latin typeface="Calibri"/>
                <a:ea typeface="Calibri"/>
                <a:cs typeface="Calibri"/>
                <a:sym typeface="Calibri"/>
              </a:defRPr>
            </a:lvl4pPr>
            <a:lvl5pPr marL="0" lvl="4" indent="0" algn="r">
              <a:buClr>
                <a:schemeClr val="lt1"/>
              </a:buClr>
              <a:buSzPts val="1200"/>
              <a:buFont typeface="Calibri"/>
              <a:buNone/>
              <a:defRPr sz="1200">
                <a:solidFill>
                  <a:schemeClr val="lt1"/>
                </a:solidFill>
                <a:latin typeface="Calibri"/>
                <a:ea typeface="Calibri"/>
                <a:cs typeface="Calibri"/>
                <a:sym typeface="Calibri"/>
              </a:defRPr>
            </a:lvl5pPr>
            <a:lvl6pPr marL="0" lvl="5" indent="0" algn="r">
              <a:buClr>
                <a:schemeClr val="lt1"/>
              </a:buClr>
              <a:buSzPts val="1200"/>
              <a:buFont typeface="Calibri"/>
              <a:buNone/>
              <a:defRPr sz="1200">
                <a:solidFill>
                  <a:schemeClr val="lt1"/>
                </a:solidFill>
                <a:latin typeface="Calibri"/>
                <a:ea typeface="Calibri"/>
                <a:cs typeface="Calibri"/>
                <a:sym typeface="Calibri"/>
              </a:defRPr>
            </a:lvl6pPr>
            <a:lvl7pPr marL="0" lvl="6" indent="0" algn="r">
              <a:buClr>
                <a:schemeClr val="lt1"/>
              </a:buClr>
              <a:buSzPts val="1200"/>
              <a:buFont typeface="Calibri"/>
              <a:buNone/>
              <a:defRPr sz="1200">
                <a:solidFill>
                  <a:schemeClr val="lt1"/>
                </a:solidFill>
                <a:latin typeface="Calibri"/>
                <a:ea typeface="Calibri"/>
                <a:cs typeface="Calibri"/>
                <a:sym typeface="Calibri"/>
              </a:defRPr>
            </a:lvl7pPr>
            <a:lvl8pPr marL="0" lvl="7" indent="0" algn="r">
              <a:buClr>
                <a:schemeClr val="lt1"/>
              </a:buClr>
              <a:buSzPts val="1200"/>
              <a:buFont typeface="Calibri"/>
              <a:buNone/>
              <a:defRPr sz="1200">
                <a:solidFill>
                  <a:schemeClr val="lt1"/>
                </a:solidFill>
                <a:latin typeface="Calibri"/>
                <a:ea typeface="Calibri"/>
                <a:cs typeface="Calibri"/>
                <a:sym typeface="Calibri"/>
              </a:defRPr>
            </a:lvl8pPr>
            <a:lvl9pPr marL="0" lvl="8" indent="0" algn="r">
              <a:buClr>
                <a:schemeClr val="lt1"/>
              </a:buClr>
              <a:buSzPts val="1200"/>
              <a:buFont typeface="Calibri"/>
              <a:buNone/>
              <a:defRPr sz="1200">
                <a:solidFill>
                  <a:schemeClr val="lt1"/>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27675277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 2 columns" type="twoColTx">
  <p:cSld name="Title + 2 columns">
    <p:spTree>
      <p:nvGrpSpPr>
        <p:cNvPr id="1" name="Shape 486"/>
        <p:cNvGrpSpPr/>
        <p:nvPr/>
      </p:nvGrpSpPr>
      <p:grpSpPr>
        <a:xfrm>
          <a:off x="0" y="0"/>
          <a:ext cx="0" cy="0"/>
          <a:chOff x="0" y="0"/>
          <a:chExt cx="0" cy="0"/>
        </a:xfrm>
      </p:grpSpPr>
      <p:sp>
        <p:nvSpPr>
          <p:cNvPr id="487" name="Google Shape;487;p184"/>
          <p:cNvSpPr txBox="1">
            <a:spLocks noGrp="1"/>
          </p:cNvSpPr>
          <p:nvPr>
            <p:ph type="title"/>
          </p:nvPr>
        </p:nvSpPr>
        <p:spPr>
          <a:xfrm>
            <a:off x="1383473" y="1114667"/>
            <a:ext cx="9421946" cy="528400"/>
          </a:xfrm>
          <a:prstGeom prst="rect">
            <a:avLst/>
          </a:prstGeom>
          <a:noFill/>
          <a:ln>
            <a:noFill/>
          </a:ln>
        </p:spPr>
        <p:txBody>
          <a:bodyPr spcFirstLastPara="1" wrap="square" lIns="0" tIns="0" rIns="0" bIns="0" anchor="b" anchorCtr="0">
            <a:noAutofit/>
          </a:bodyPr>
          <a:lstStyle>
            <a:lvl1pPr lvl="0" algn="l">
              <a:lnSpc>
                <a:spcPct val="90000"/>
              </a:lnSpc>
              <a:spcBef>
                <a:spcPts val="0"/>
              </a:spcBef>
              <a:spcAft>
                <a:spcPts val="0"/>
              </a:spcAft>
              <a:buClr>
                <a:schemeClr val="dk1"/>
              </a:buClr>
              <a:buSzPts val="3200"/>
              <a:buFont typeface="Calibri"/>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488" name="Google Shape;488;p184"/>
          <p:cNvSpPr txBox="1">
            <a:spLocks noGrp="1"/>
          </p:cNvSpPr>
          <p:nvPr>
            <p:ph type="body" idx="1"/>
          </p:nvPr>
        </p:nvSpPr>
        <p:spPr>
          <a:xfrm>
            <a:off x="1383406" y="1805267"/>
            <a:ext cx="4402053" cy="4207200"/>
          </a:xfrm>
          <a:prstGeom prst="rect">
            <a:avLst/>
          </a:prstGeom>
          <a:noFill/>
          <a:ln>
            <a:noFill/>
          </a:ln>
        </p:spPr>
        <p:txBody>
          <a:bodyPr spcFirstLastPara="1" wrap="square" lIns="0" tIns="0" rIns="0" bIns="0" anchor="t" anchorCtr="0">
            <a:noAutofit/>
          </a:bodyPr>
          <a:lstStyle>
            <a:lvl1pPr marL="457200" lvl="0" indent="-355600" algn="l">
              <a:lnSpc>
                <a:spcPct val="90000"/>
              </a:lnSpc>
              <a:spcBef>
                <a:spcPts val="800"/>
              </a:spcBef>
              <a:spcAft>
                <a:spcPts val="0"/>
              </a:spcAft>
              <a:buClr>
                <a:schemeClr val="dk1"/>
              </a:buClr>
              <a:buSzPts val="2000"/>
              <a:buChar char="●"/>
              <a:defRPr sz="2666"/>
            </a:lvl1pPr>
            <a:lvl2pPr marL="914400" lvl="1" indent="-355600" algn="l">
              <a:lnSpc>
                <a:spcPct val="90000"/>
              </a:lnSpc>
              <a:spcBef>
                <a:spcPts val="0"/>
              </a:spcBef>
              <a:spcAft>
                <a:spcPts val="0"/>
              </a:spcAft>
              <a:buClr>
                <a:schemeClr val="dk1"/>
              </a:buClr>
              <a:buSzPts val="2000"/>
              <a:buChar char="○"/>
              <a:defRPr sz="2666"/>
            </a:lvl2pPr>
            <a:lvl3pPr marL="1371600" lvl="2" indent="-355600" algn="l">
              <a:lnSpc>
                <a:spcPct val="90000"/>
              </a:lnSpc>
              <a:spcBef>
                <a:spcPts val="0"/>
              </a:spcBef>
              <a:spcAft>
                <a:spcPts val="0"/>
              </a:spcAft>
              <a:buClr>
                <a:schemeClr val="dk1"/>
              </a:buClr>
              <a:buSzPts val="2000"/>
              <a:buChar char="■"/>
              <a:defRPr sz="2666"/>
            </a:lvl3pPr>
            <a:lvl4pPr marL="1828800" lvl="3" indent="-355600" algn="l">
              <a:lnSpc>
                <a:spcPct val="90000"/>
              </a:lnSpc>
              <a:spcBef>
                <a:spcPts val="0"/>
              </a:spcBef>
              <a:spcAft>
                <a:spcPts val="0"/>
              </a:spcAft>
              <a:buClr>
                <a:schemeClr val="dk1"/>
              </a:buClr>
              <a:buSzPts val="2000"/>
              <a:buChar char="●"/>
              <a:defRPr sz="2666"/>
            </a:lvl4pPr>
            <a:lvl5pPr marL="2286000" lvl="4" indent="-355600" algn="l">
              <a:lnSpc>
                <a:spcPct val="90000"/>
              </a:lnSpc>
              <a:spcBef>
                <a:spcPts val="0"/>
              </a:spcBef>
              <a:spcAft>
                <a:spcPts val="0"/>
              </a:spcAft>
              <a:buClr>
                <a:schemeClr val="dk1"/>
              </a:buClr>
              <a:buSzPts val="2000"/>
              <a:buChar char="○"/>
              <a:defRPr sz="2666"/>
            </a:lvl5pPr>
            <a:lvl6pPr marL="2743200" lvl="5" indent="-355600" algn="l">
              <a:lnSpc>
                <a:spcPct val="90000"/>
              </a:lnSpc>
              <a:spcBef>
                <a:spcPts val="0"/>
              </a:spcBef>
              <a:spcAft>
                <a:spcPts val="0"/>
              </a:spcAft>
              <a:buClr>
                <a:schemeClr val="dk1"/>
              </a:buClr>
              <a:buSzPts val="2000"/>
              <a:buChar char="■"/>
              <a:defRPr sz="2666"/>
            </a:lvl6pPr>
            <a:lvl7pPr marL="3200400" lvl="6" indent="-355600" algn="l">
              <a:lnSpc>
                <a:spcPct val="90000"/>
              </a:lnSpc>
              <a:spcBef>
                <a:spcPts val="0"/>
              </a:spcBef>
              <a:spcAft>
                <a:spcPts val="0"/>
              </a:spcAft>
              <a:buClr>
                <a:schemeClr val="dk1"/>
              </a:buClr>
              <a:buSzPts val="2000"/>
              <a:buChar char="●"/>
              <a:defRPr sz="2666"/>
            </a:lvl7pPr>
            <a:lvl8pPr marL="3657600" lvl="7" indent="-355600" algn="l">
              <a:lnSpc>
                <a:spcPct val="90000"/>
              </a:lnSpc>
              <a:spcBef>
                <a:spcPts val="0"/>
              </a:spcBef>
              <a:spcAft>
                <a:spcPts val="0"/>
              </a:spcAft>
              <a:buClr>
                <a:schemeClr val="dk1"/>
              </a:buClr>
              <a:buSzPts val="2000"/>
              <a:buChar char="○"/>
              <a:defRPr sz="2666"/>
            </a:lvl8pPr>
            <a:lvl9pPr marL="4114800" lvl="8" indent="-355600" algn="l">
              <a:lnSpc>
                <a:spcPct val="90000"/>
              </a:lnSpc>
              <a:spcBef>
                <a:spcPts val="0"/>
              </a:spcBef>
              <a:spcAft>
                <a:spcPts val="0"/>
              </a:spcAft>
              <a:buClr>
                <a:schemeClr val="dk1"/>
              </a:buClr>
              <a:buSzPts val="2000"/>
              <a:buChar char="■"/>
              <a:defRPr sz="2666"/>
            </a:lvl9pPr>
          </a:lstStyle>
          <a:p>
            <a:endParaRPr/>
          </a:p>
        </p:txBody>
      </p:sp>
      <p:sp>
        <p:nvSpPr>
          <p:cNvPr id="489" name="Google Shape;489;p184"/>
          <p:cNvSpPr txBox="1">
            <a:spLocks noGrp="1"/>
          </p:cNvSpPr>
          <p:nvPr>
            <p:ph type="body" idx="2"/>
          </p:nvPr>
        </p:nvSpPr>
        <p:spPr>
          <a:xfrm>
            <a:off x="6403163" y="1805267"/>
            <a:ext cx="4402053" cy="4207200"/>
          </a:xfrm>
          <a:prstGeom prst="rect">
            <a:avLst/>
          </a:prstGeom>
          <a:noFill/>
          <a:ln>
            <a:noFill/>
          </a:ln>
        </p:spPr>
        <p:txBody>
          <a:bodyPr spcFirstLastPara="1" wrap="square" lIns="0" tIns="0" rIns="0" bIns="0" anchor="t" anchorCtr="0">
            <a:noAutofit/>
          </a:bodyPr>
          <a:lstStyle>
            <a:lvl1pPr marL="457200" lvl="0" indent="-355600" algn="l">
              <a:lnSpc>
                <a:spcPct val="90000"/>
              </a:lnSpc>
              <a:spcBef>
                <a:spcPts val="800"/>
              </a:spcBef>
              <a:spcAft>
                <a:spcPts val="0"/>
              </a:spcAft>
              <a:buClr>
                <a:schemeClr val="dk1"/>
              </a:buClr>
              <a:buSzPts val="2000"/>
              <a:buChar char="●"/>
              <a:defRPr sz="2666"/>
            </a:lvl1pPr>
            <a:lvl2pPr marL="914400" lvl="1" indent="-355600" algn="l">
              <a:lnSpc>
                <a:spcPct val="90000"/>
              </a:lnSpc>
              <a:spcBef>
                <a:spcPts val="0"/>
              </a:spcBef>
              <a:spcAft>
                <a:spcPts val="0"/>
              </a:spcAft>
              <a:buClr>
                <a:schemeClr val="dk1"/>
              </a:buClr>
              <a:buSzPts val="2000"/>
              <a:buChar char="○"/>
              <a:defRPr sz="2666"/>
            </a:lvl2pPr>
            <a:lvl3pPr marL="1371600" lvl="2" indent="-355600" algn="l">
              <a:lnSpc>
                <a:spcPct val="90000"/>
              </a:lnSpc>
              <a:spcBef>
                <a:spcPts val="0"/>
              </a:spcBef>
              <a:spcAft>
                <a:spcPts val="0"/>
              </a:spcAft>
              <a:buClr>
                <a:schemeClr val="dk1"/>
              </a:buClr>
              <a:buSzPts val="2000"/>
              <a:buChar char="■"/>
              <a:defRPr sz="2666"/>
            </a:lvl3pPr>
            <a:lvl4pPr marL="1828800" lvl="3" indent="-355600" algn="l">
              <a:lnSpc>
                <a:spcPct val="90000"/>
              </a:lnSpc>
              <a:spcBef>
                <a:spcPts val="0"/>
              </a:spcBef>
              <a:spcAft>
                <a:spcPts val="0"/>
              </a:spcAft>
              <a:buClr>
                <a:schemeClr val="dk1"/>
              </a:buClr>
              <a:buSzPts val="2000"/>
              <a:buChar char="●"/>
              <a:defRPr sz="2666"/>
            </a:lvl4pPr>
            <a:lvl5pPr marL="2286000" lvl="4" indent="-355600" algn="l">
              <a:lnSpc>
                <a:spcPct val="90000"/>
              </a:lnSpc>
              <a:spcBef>
                <a:spcPts val="0"/>
              </a:spcBef>
              <a:spcAft>
                <a:spcPts val="0"/>
              </a:spcAft>
              <a:buClr>
                <a:schemeClr val="dk1"/>
              </a:buClr>
              <a:buSzPts val="2000"/>
              <a:buChar char="○"/>
              <a:defRPr sz="2666"/>
            </a:lvl5pPr>
            <a:lvl6pPr marL="2743200" lvl="5" indent="-355600" algn="l">
              <a:lnSpc>
                <a:spcPct val="90000"/>
              </a:lnSpc>
              <a:spcBef>
                <a:spcPts val="0"/>
              </a:spcBef>
              <a:spcAft>
                <a:spcPts val="0"/>
              </a:spcAft>
              <a:buClr>
                <a:schemeClr val="dk1"/>
              </a:buClr>
              <a:buSzPts val="2000"/>
              <a:buChar char="■"/>
              <a:defRPr sz="2666"/>
            </a:lvl6pPr>
            <a:lvl7pPr marL="3200400" lvl="6" indent="-355600" algn="l">
              <a:lnSpc>
                <a:spcPct val="90000"/>
              </a:lnSpc>
              <a:spcBef>
                <a:spcPts val="0"/>
              </a:spcBef>
              <a:spcAft>
                <a:spcPts val="0"/>
              </a:spcAft>
              <a:buClr>
                <a:schemeClr val="dk1"/>
              </a:buClr>
              <a:buSzPts val="2000"/>
              <a:buChar char="●"/>
              <a:defRPr sz="2666"/>
            </a:lvl7pPr>
            <a:lvl8pPr marL="3657600" lvl="7" indent="-355600" algn="l">
              <a:lnSpc>
                <a:spcPct val="90000"/>
              </a:lnSpc>
              <a:spcBef>
                <a:spcPts val="0"/>
              </a:spcBef>
              <a:spcAft>
                <a:spcPts val="0"/>
              </a:spcAft>
              <a:buClr>
                <a:schemeClr val="dk1"/>
              </a:buClr>
              <a:buSzPts val="2000"/>
              <a:buChar char="○"/>
              <a:defRPr sz="2666"/>
            </a:lvl8pPr>
            <a:lvl9pPr marL="4114800" lvl="8" indent="-355600" algn="l">
              <a:lnSpc>
                <a:spcPct val="90000"/>
              </a:lnSpc>
              <a:spcBef>
                <a:spcPts val="0"/>
              </a:spcBef>
              <a:spcAft>
                <a:spcPts val="0"/>
              </a:spcAft>
              <a:buClr>
                <a:schemeClr val="dk1"/>
              </a:buClr>
              <a:buSzPts val="2000"/>
              <a:buChar char="■"/>
              <a:defRPr sz="2666"/>
            </a:lvl9pPr>
          </a:lstStyle>
          <a:p>
            <a:endParaRPr/>
          </a:p>
        </p:txBody>
      </p:sp>
      <p:sp>
        <p:nvSpPr>
          <p:cNvPr id="490" name="Google Shape;490;p184"/>
          <p:cNvSpPr txBox="1">
            <a:spLocks noGrp="1"/>
          </p:cNvSpPr>
          <p:nvPr>
            <p:ph type="sldNum" idx="12"/>
          </p:nvPr>
        </p:nvSpPr>
        <p:spPr>
          <a:xfrm>
            <a:off x="11101354" y="6129935"/>
            <a:ext cx="731409" cy="524800"/>
          </a:xfrm>
          <a:prstGeom prst="rect">
            <a:avLst/>
          </a:prstGeom>
          <a:noFill/>
          <a:ln>
            <a:noFill/>
          </a:ln>
        </p:spPr>
        <p:txBody>
          <a:bodyPr spcFirstLastPara="1" wrap="square" lIns="0" tIns="0" rIns="0" bIns="0" anchor="ctr" anchorCtr="0">
            <a:noAutofit/>
          </a:bodyPr>
          <a:lstStyle>
            <a:lvl1pPr marL="0" lvl="0" indent="0" algn="r">
              <a:buClr>
                <a:srgbClr val="888888"/>
              </a:buClr>
              <a:buSzPts val="1200"/>
              <a:buFont typeface="Calibri"/>
              <a:buNone/>
              <a:defRPr sz="1200">
                <a:solidFill>
                  <a:srgbClr val="888888"/>
                </a:solidFill>
                <a:latin typeface="Calibri"/>
                <a:ea typeface="Calibri"/>
                <a:cs typeface="Calibri"/>
                <a:sym typeface="Calibri"/>
              </a:defRPr>
            </a:lvl1pPr>
            <a:lvl2pPr marL="0" lvl="1" indent="0" algn="r">
              <a:buClr>
                <a:srgbClr val="888888"/>
              </a:buClr>
              <a:buSzPts val="1200"/>
              <a:buFont typeface="Calibri"/>
              <a:buNone/>
              <a:defRPr sz="1200">
                <a:solidFill>
                  <a:srgbClr val="888888"/>
                </a:solidFill>
                <a:latin typeface="Calibri"/>
                <a:ea typeface="Calibri"/>
                <a:cs typeface="Calibri"/>
                <a:sym typeface="Calibri"/>
              </a:defRPr>
            </a:lvl2pPr>
            <a:lvl3pPr marL="0" lvl="2" indent="0" algn="r">
              <a:buClr>
                <a:srgbClr val="888888"/>
              </a:buClr>
              <a:buSzPts val="1200"/>
              <a:buFont typeface="Calibri"/>
              <a:buNone/>
              <a:defRPr sz="1200">
                <a:solidFill>
                  <a:srgbClr val="888888"/>
                </a:solidFill>
                <a:latin typeface="Calibri"/>
                <a:ea typeface="Calibri"/>
                <a:cs typeface="Calibri"/>
                <a:sym typeface="Calibri"/>
              </a:defRPr>
            </a:lvl3pPr>
            <a:lvl4pPr marL="0" lvl="3" indent="0" algn="r">
              <a:buClr>
                <a:srgbClr val="888888"/>
              </a:buClr>
              <a:buSzPts val="1200"/>
              <a:buFont typeface="Calibri"/>
              <a:buNone/>
              <a:defRPr sz="1200">
                <a:solidFill>
                  <a:srgbClr val="888888"/>
                </a:solidFill>
                <a:latin typeface="Calibri"/>
                <a:ea typeface="Calibri"/>
                <a:cs typeface="Calibri"/>
                <a:sym typeface="Calibri"/>
              </a:defRPr>
            </a:lvl4pPr>
            <a:lvl5pPr marL="0" lvl="4" indent="0" algn="r">
              <a:buClr>
                <a:srgbClr val="888888"/>
              </a:buClr>
              <a:buSzPts val="1200"/>
              <a:buFont typeface="Calibri"/>
              <a:buNone/>
              <a:defRPr sz="1200">
                <a:solidFill>
                  <a:srgbClr val="888888"/>
                </a:solidFill>
                <a:latin typeface="Calibri"/>
                <a:ea typeface="Calibri"/>
                <a:cs typeface="Calibri"/>
                <a:sym typeface="Calibri"/>
              </a:defRPr>
            </a:lvl5pPr>
            <a:lvl6pPr marL="0" lvl="5" indent="0" algn="r">
              <a:buClr>
                <a:srgbClr val="888888"/>
              </a:buClr>
              <a:buSzPts val="1200"/>
              <a:buFont typeface="Calibri"/>
              <a:buNone/>
              <a:defRPr sz="1200">
                <a:solidFill>
                  <a:srgbClr val="888888"/>
                </a:solidFill>
                <a:latin typeface="Calibri"/>
                <a:ea typeface="Calibri"/>
                <a:cs typeface="Calibri"/>
                <a:sym typeface="Calibri"/>
              </a:defRPr>
            </a:lvl6pPr>
            <a:lvl7pPr marL="0" lvl="6" indent="0" algn="r">
              <a:buClr>
                <a:srgbClr val="888888"/>
              </a:buClr>
              <a:buSzPts val="1200"/>
              <a:buFont typeface="Calibri"/>
              <a:buNone/>
              <a:defRPr sz="1200">
                <a:solidFill>
                  <a:srgbClr val="888888"/>
                </a:solidFill>
                <a:latin typeface="Calibri"/>
                <a:ea typeface="Calibri"/>
                <a:cs typeface="Calibri"/>
                <a:sym typeface="Calibri"/>
              </a:defRPr>
            </a:lvl7pPr>
            <a:lvl8pPr marL="0" lvl="7" indent="0" algn="r">
              <a:buClr>
                <a:srgbClr val="888888"/>
              </a:buClr>
              <a:buSzPts val="1200"/>
              <a:buFont typeface="Calibri"/>
              <a:buNone/>
              <a:defRPr sz="1200">
                <a:solidFill>
                  <a:srgbClr val="888888"/>
                </a:solidFill>
                <a:latin typeface="Calibri"/>
                <a:ea typeface="Calibri"/>
                <a:cs typeface="Calibri"/>
                <a:sym typeface="Calibri"/>
              </a:defRPr>
            </a:lvl8pPr>
            <a:lvl9pPr marL="0" lvl="8" indent="0" algn="r">
              <a:buClr>
                <a:srgbClr val="888888"/>
              </a:buClr>
              <a:buSzPts val="1200"/>
              <a:buFont typeface="Calibri"/>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746397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slideLayout" Target="../slideLayouts/slideLayout2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slideLayout" Target="../slideLayouts/slideLayout24.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theme" Target="../theme/theme2.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slideLayout" Target="../slideLayouts/slideLayout26.xml"/><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image" Target="../media/image1.png"/><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theme" Target="../theme/theme3.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40.xml"/><Relationship Id="rId7" Type="http://schemas.openxmlformats.org/officeDocument/2006/relationships/theme" Target="../theme/theme4.xml"/><Relationship Id="rId2" Type="http://schemas.openxmlformats.org/officeDocument/2006/relationships/slideLayout" Target="../slideLayouts/slideLayout39.xml"/><Relationship Id="rId1" Type="http://schemas.openxmlformats.org/officeDocument/2006/relationships/slideLayout" Target="../slideLayouts/slideLayout38.xml"/><Relationship Id="rId6" Type="http://schemas.openxmlformats.org/officeDocument/2006/relationships/slideLayout" Target="../slideLayouts/slideLayout43.xml"/><Relationship Id="rId5" Type="http://schemas.openxmlformats.org/officeDocument/2006/relationships/slideLayout" Target="../slideLayouts/slideLayout42.xml"/><Relationship Id="rId4"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7" r:id="rId2"/>
    <p:sldLayoutId id="2147483658" r:id="rId3"/>
    <p:sldLayoutId id="2147483659" r:id="rId4"/>
    <p:sldLayoutId id="2147483660" r:id="rId5"/>
    <p:sldLayoutId id="2147483707" r:id="rId6"/>
    <p:sldLayoutId id="2147483744"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2/20/2026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3"/>
        <p:cNvGrpSpPr/>
        <p:nvPr/>
      </p:nvGrpSpPr>
      <p:grpSpPr>
        <a:xfrm>
          <a:off x="0" y="0"/>
          <a:ext cx="0" cy="0"/>
          <a:chOff x="0" y="0"/>
          <a:chExt cx="0" cy="0"/>
        </a:xfrm>
      </p:grpSpPr>
      <p:sp>
        <p:nvSpPr>
          <p:cNvPr id="364" name="Google Shape;364;p157"/>
          <p:cNvSpPr txBox="1">
            <a:spLocks noGrp="1"/>
          </p:cNvSpPr>
          <p:nvPr>
            <p:ph type="title"/>
          </p:nvPr>
        </p:nvSpPr>
        <p:spPr>
          <a:xfrm>
            <a:off x="837982" y="365125"/>
            <a:ext cx="10512862"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399"/>
              <a:buFont typeface="Calibri"/>
              <a:buNone/>
              <a:defRPr sz="4399"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5" name="Google Shape;365;p157"/>
          <p:cNvSpPr txBox="1">
            <a:spLocks noGrp="1"/>
          </p:cNvSpPr>
          <p:nvPr>
            <p:ph type="body" idx="1"/>
          </p:nvPr>
        </p:nvSpPr>
        <p:spPr>
          <a:xfrm>
            <a:off x="837982" y="1825625"/>
            <a:ext cx="10512862" cy="4351339"/>
          </a:xfrm>
          <a:prstGeom prst="rect">
            <a:avLst/>
          </a:prstGeom>
          <a:noFill/>
          <a:ln>
            <a:noFill/>
          </a:ln>
        </p:spPr>
        <p:txBody>
          <a:bodyPr spcFirstLastPara="1" wrap="square" lIns="91425" tIns="45700" rIns="91425" bIns="45700" anchor="t" anchorCtr="0">
            <a:normAutofit/>
          </a:bodyPr>
          <a:lstStyle>
            <a:lvl1pPr marL="457200" marR="0" lvl="0" indent="-406336" algn="l" rtl="0">
              <a:lnSpc>
                <a:spcPct val="90000"/>
              </a:lnSpc>
              <a:spcBef>
                <a:spcPts val="1000"/>
              </a:spcBef>
              <a:spcAft>
                <a:spcPts val="0"/>
              </a:spcAft>
              <a:buClr>
                <a:schemeClr val="dk1"/>
              </a:buClr>
              <a:buSzPts val="2799"/>
              <a:buFont typeface="Arial"/>
              <a:buChar char="•"/>
              <a:defRPr sz="2799" b="0" i="0" u="none" strike="noStrike" cap="none">
                <a:solidFill>
                  <a:schemeClr val="dk1"/>
                </a:solidFill>
                <a:latin typeface="Calibri"/>
                <a:ea typeface="Calibri"/>
                <a:cs typeface="Calibri"/>
                <a:sym typeface="Calibri"/>
              </a:defRPr>
            </a:lvl1pPr>
            <a:lvl2pPr marL="914400" marR="0" lvl="1" indent="-380936" algn="l" rtl="0">
              <a:lnSpc>
                <a:spcPct val="90000"/>
              </a:lnSpc>
              <a:spcBef>
                <a:spcPts val="500"/>
              </a:spcBef>
              <a:spcAft>
                <a:spcPts val="0"/>
              </a:spcAft>
              <a:buClr>
                <a:schemeClr val="dk1"/>
              </a:buClr>
              <a:buSzPts val="2399"/>
              <a:buFont typeface="Arial"/>
              <a:buChar char="•"/>
              <a:defRPr sz="2399"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6" name="Google Shape;366;p157"/>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367" name="Google Shape;367;p157"/>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368" name="Google Shape;368;p157"/>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76916488"/>
      </p:ext>
    </p:extLst>
  </p:cSld>
  <p:clrMap bg1="lt1" tx1="dk1" bg2="dk2" tx2="lt2" accent1="accent1" accent2="accent2" accent3="accent3" accent4="accent4" accent5="accent5" accent6="accent6" hlink="hlink" folHlink="folHlink"/>
  <p:sldLayoutIdLst>
    <p:sldLayoutId id="2147483730" r:id="rId1"/>
    <p:sldLayoutId id="2147483736" r:id="rId2"/>
    <p:sldLayoutId id="2147483737" r:id="rId3"/>
    <p:sldLayoutId id="2147483738" r:id="rId4"/>
    <p:sldLayoutId id="2147483739" r:id="rId5"/>
    <p:sldLayoutId id="2147483740" r:id="rId6"/>
  </p:sldLayoutIdLst>
  <p:transition>
    <p:fade thruBlk="1"/>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8.xml"/><Relationship Id="rId6" Type="http://schemas.openxmlformats.org/officeDocument/2006/relationships/image" Target="../media/image17.png"/><Relationship Id="rId5" Type="http://schemas.openxmlformats.org/officeDocument/2006/relationships/customXml" Target="../ink/ink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117" Type="http://schemas.openxmlformats.org/officeDocument/2006/relationships/image" Target="../media/image67.png"/><Relationship Id="rId21" Type="http://schemas.openxmlformats.org/officeDocument/2006/relationships/image" Target="../media/image19.png"/><Relationship Id="rId63" Type="http://schemas.openxmlformats.org/officeDocument/2006/relationships/image" Target="../media/image40.png"/><Relationship Id="rId159" Type="http://schemas.openxmlformats.org/officeDocument/2006/relationships/image" Target="../media/image88.png"/><Relationship Id="rId170" Type="http://schemas.openxmlformats.org/officeDocument/2006/relationships/customXml" Target="../ink/ink86.xml"/><Relationship Id="rId226" Type="http://schemas.openxmlformats.org/officeDocument/2006/relationships/customXml" Target="../ink/ink114.xml"/><Relationship Id="rId107" Type="http://schemas.openxmlformats.org/officeDocument/2006/relationships/image" Target="../media/image62.png"/><Relationship Id="rId11" Type="http://schemas.openxmlformats.org/officeDocument/2006/relationships/image" Target="../media/image13.png"/><Relationship Id="rId32" Type="http://schemas.openxmlformats.org/officeDocument/2006/relationships/customXml" Target="../ink/ink17.xml"/><Relationship Id="rId53" Type="http://schemas.openxmlformats.org/officeDocument/2006/relationships/image" Target="../media/image35.png"/><Relationship Id="rId74" Type="http://schemas.openxmlformats.org/officeDocument/2006/relationships/customXml" Target="../ink/ink38.xml"/><Relationship Id="rId128" Type="http://schemas.openxmlformats.org/officeDocument/2006/relationships/customXml" Target="../ink/ink65.xml"/><Relationship Id="rId149" Type="http://schemas.openxmlformats.org/officeDocument/2006/relationships/image" Target="../media/image83.png"/><Relationship Id="rId5" Type="http://schemas.openxmlformats.org/officeDocument/2006/relationships/image" Target="../media/image10.png"/><Relationship Id="rId95" Type="http://schemas.openxmlformats.org/officeDocument/2006/relationships/image" Target="../media/image56.png"/><Relationship Id="rId160" Type="http://schemas.openxmlformats.org/officeDocument/2006/relationships/customXml" Target="../ink/ink81.xml"/><Relationship Id="rId181" Type="http://schemas.openxmlformats.org/officeDocument/2006/relationships/image" Target="../media/image99.png"/><Relationship Id="rId216" Type="http://schemas.openxmlformats.org/officeDocument/2006/relationships/customXml" Target="../ink/ink109.xml"/><Relationship Id="rId237" Type="http://schemas.openxmlformats.org/officeDocument/2006/relationships/image" Target="../media/image127.png"/><Relationship Id="rId258" Type="http://schemas.openxmlformats.org/officeDocument/2006/relationships/customXml" Target="../ink/ink130.xml"/><Relationship Id="rId22" Type="http://schemas.openxmlformats.org/officeDocument/2006/relationships/customXml" Target="../ink/ink12.xml"/><Relationship Id="rId43" Type="http://schemas.openxmlformats.org/officeDocument/2006/relationships/image" Target="../media/image30.png"/><Relationship Id="rId64" Type="http://schemas.openxmlformats.org/officeDocument/2006/relationships/customXml" Target="../ink/ink33.xml"/><Relationship Id="rId118" Type="http://schemas.openxmlformats.org/officeDocument/2006/relationships/customXml" Target="../ink/ink60.xml"/><Relationship Id="rId139" Type="http://schemas.openxmlformats.org/officeDocument/2006/relationships/image" Target="../media/image78.png"/><Relationship Id="rId85" Type="http://schemas.openxmlformats.org/officeDocument/2006/relationships/image" Target="../media/image51.png"/><Relationship Id="rId150" Type="http://schemas.openxmlformats.org/officeDocument/2006/relationships/customXml" Target="../ink/ink76.xml"/><Relationship Id="rId171" Type="http://schemas.openxmlformats.org/officeDocument/2006/relationships/image" Target="../media/image94.png"/><Relationship Id="rId192" Type="http://schemas.openxmlformats.org/officeDocument/2006/relationships/customXml" Target="../ink/ink97.xml"/><Relationship Id="rId206" Type="http://schemas.openxmlformats.org/officeDocument/2006/relationships/customXml" Target="../ink/ink104.xml"/><Relationship Id="rId227" Type="http://schemas.openxmlformats.org/officeDocument/2006/relationships/image" Target="../media/image122.png"/><Relationship Id="rId248" Type="http://schemas.openxmlformats.org/officeDocument/2006/relationships/customXml" Target="../ink/ink125.xml"/><Relationship Id="rId12" Type="http://schemas.openxmlformats.org/officeDocument/2006/relationships/customXml" Target="../ink/ink7.xml"/><Relationship Id="rId33" Type="http://schemas.openxmlformats.org/officeDocument/2006/relationships/image" Target="../media/image25.png"/><Relationship Id="rId108" Type="http://schemas.openxmlformats.org/officeDocument/2006/relationships/customXml" Target="../ink/ink55.xml"/><Relationship Id="rId129" Type="http://schemas.openxmlformats.org/officeDocument/2006/relationships/image" Target="../media/image73.png"/><Relationship Id="rId54" Type="http://schemas.openxmlformats.org/officeDocument/2006/relationships/customXml" Target="../ink/ink28.xml"/><Relationship Id="rId75" Type="http://schemas.openxmlformats.org/officeDocument/2006/relationships/image" Target="../media/image46.png"/><Relationship Id="rId96" Type="http://schemas.openxmlformats.org/officeDocument/2006/relationships/customXml" Target="../ink/ink49.xml"/><Relationship Id="rId140" Type="http://schemas.openxmlformats.org/officeDocument/2006/relationships/customXml" Target="../ink/ink71.xml"/><Relationship Id="rId161" Type="http://schemas.openxmlformats.org/officeDocument/2006/relationships/image" Target="../media/image89.png"/><Relationship Id="rId182" Type="http://schemas.openxmlformats.org/officeDocument/2006/relationships/customXml" Target="../ink/ink92.xml"/><Relationship Id="rId217" Type="http://schemas.openxmlformats.org/officeDocument/2006/relationships/image" Target="../media/image117.png"/><Relationship Id="rId6" Type="http://schemas.openxmlformats.org/officeDocument/2006/relationships/customXml" Target="../ink/ink4.xml"/><Relationship Id="rId238" Type="http://schemas.openxmlformats.org/officeDocument/2006/relationships/customXml" Target="../ink/ink120.xml"/><Relationship Id="rId259" Type="http://schemas.openxmlformats.org/officeDocument/2006/relationships/image" Target="../media/image138.png"/><Relationship Id="rId23" Type="http://schemas.openxmlformats.org/officeDocument/2006/relationships/image" Target="../media/image20.png"/><Relationship Id="rId119" Type="http://schemas.openxmlformats.org/officeDocument/2006/relationships/image" Target="../media/image68.png"/><Relationship Id="rId44" Type="http://schemas.openxmlformats.org/officeDocument/2006/relationships/customXml" Target="../ink/ink23.xml"/><Relationship Id="rId65" Type="http://schemas.openxmlformats.org/officeDocument/2006/relationships/image" Target="../media/image41.png"/><Relationship Id="rId86" Type="http://schemas.openxmlformats.org/officeDocument/2006/relationships/customXml" Target="../ink/ink44.xml"/><Relationship Id="rId130" Type="http://schemas.openxmlformats.org/officeDocument/2006/relationships/customXml" Target="../ink/ink66.xml"/><Relationship Id="rId151" Type="http://schemas.openxmlformats.org/officeDocument/2006/relationships/image" Target="../media/image84.png"/><Relationship Id="rId172" Type="http://schemas.openxmlformats.org/officeDocument/2006/relationships/customXml" Target="../ink/ink87.xml"/><Relationship Id="rId193" Type="http://schemas.openxmlformats.org/officeDocument/2006/relationships/image" Target="../media/image105.png"/><Relationship Id="rId207" Type="http://schemas.openxmlformats.org/officeDocument/2006/relationships/image" Target="../media/image112.png"/><Relationship Id="rId228" Type="http://schemas.openxmlformats.org/officeDocument/2006/relationships/customXml" Target="../ink/ink115.xml"/><Relationship Id="rId249" Type="http://schemas.openxmlformats.org/officeDocument/2006/relationships/image" Target="../media/image133.png"/><Relationship Id="rId13" Type="http://schemas.openxmlformats.org/officeDocument/2006/relationships/image" Target="../media/image14.png"/><Relationship Id="rId109" Type="http://schemas.openxmlformats.org/officeDocument/2006/relationships/image" Target="../media/image63.png"/><Relationship Id="rId260" Type="http://schemas.openxmlformats.org/officeDocument/2006/relationships/customXml" Target="../ink/ink131.xml"/><Relationship Id="rId34" Type="http://schemas.openxmlformats.org/officeDocument/2006/relationships/customXml" Target="../ink/ink18.xml"/><Relationship Id="rId55" Type="http://schemas.openxmlformats.org/officeDocument/2006/relationships/image" Target="../media/image36.png"/><Relationship Id="rId76" Type="http://schemas.openxmlformats.org/officeDocument/2006/relationships/customXml" Target="../ink/ink39.xml"/><Relationship Id="rId97" Type="http://schemas.openxmlformats.org/officeDocument/2006/relationships/image" Target="../media/image57.png"/><Relationship Id="rId120" Type="http://schemas.openxmlformats.org/officeDocument/2006/relationships/customXml" Target="../ink/ink61.xml"/><Relationship Id="rId141" Type="http://schemas.openxmlformats.org/officeDocument/2006/relationships/image" Target="../media/image79.png"/><Relationship Id="rId7" Type="http://schemas.openxmlformats.org/officeDocument/2006/relationships/image" Target="../media/image11.png"/><Relationship Id="rId162" Type="http://schemas.openxmlformats.org/officeDocument/2006/relationships/customXml" Target="../ink/ink82.xml"/><Relationship Id="rId183" Type="http://schemas.openxmlformats.org/officeDocument/2006/relationships/image" Target="../media/image100.png"/><Relationship Id="rId218" Type="http://schemas.openxmlformats.org/officeDocument/2006/relationships/customXml" Target="../ink/ink110.xml"/><Relationship Id="rId239" Type="http://schemas.openxmlformats.org/officeDocument/2006/relationships/image" Target="../media/image128.png"/><Relationship Id="rId250" Type="http://schemas.openxmlformats.org/officeDocument/2006/relationships/customXml" Target="../ink/ink126.xml"/><Relationship Id="rId24" Type="http://schemas.openxmlformats.org/officeDocument/2006/relationships/customXml" Target="../ink/ink13.xml"/><Relationship Id="rId45" Type="http://schemas.openxmlformats.org/officeDocument/2006/relationships/image" Target="../media/image31.png"/><Relationship Id="rId66" Type="http://schemas.openxmlformats.org/officeDocument/2006/relationships/customXml" Target="../ink/ink34.xml"/><Relationship Id="rId87" Type="http://schemas.openxmlformats.org/officeDocument/2006/relationships/image" Target="../media/image52.png"/><Relationship Id="rId110" Type="http://schemas.openxmlformats.org/officeDocument/2006/relationships/customXml" Target="../ink/ink56.xml"/><Relationship Id="rId131" Type="http://schemas.openxmlformats.org/officeDocument/2006/relationships/image" Target="../media/image74.png"/><Relationship Id="rId152" Type="http://schemas.openxmlformats.org/officeDocument/2006/relationships/customXml" Target="../ink/ink77.xml"/><Relationship Id="rId173" Type="http://schemas.openxmlformats.org/officeDocument/2006/relationships/image" Target="../media/image95.png"/><Relationship Id="rId194" Type="http://schemas.openxmlformats.org/officeDocument/2006/relationships/customXml" Target="../ink/ink98.xml"/><Relationship Id="rId208" Type="http://schemas.openxmlformats.org/officeDocument/2006/relationships/customXml" Target="../ink/ink105.xml"/><Relationship Id="rId229" Type="http://schemas.openxmlformats.org/officeDocument/2006/relationships/image" Target="../media/image123.png"/><Relationship Id="rId240" Type="http://schemas.openxmlformats.org/officeDocument/2006/relationships/customXml" Target="../ink/ink121.xml"/><Relationship Id="rId261" Type="http://schemas.openxmlformats.org/officeDocument/2006/relationships/image" Target="../media/image139.png"/><Relationship Id="rId14" Type="http://schemas.openxmlformats.org/officeDocument/2006/relationships/customXml" Target="../ink/ink8.xml"/><Relationship Id="rId35" Type="http://schemas.openxmlformats.org/officeDocument/2006/relationships/image" Target="../media/image26.png"/><Relationship Id="rId56" Type="http://schemas.openxmlformats.org/officeDocument/2006/relationships/customXml" Target="../ink/ink29.xml"/><Relationship Id="rId77" Type="http://schemas.openxmlformats.org/officeDocument/2006/relationships/image" Target="../media/image47.png"/><Relationship Id="rId100" Type="http://schemas.openxmlformats.org/officeDocument/2006/relationships/customXml" Target="../ink/ink51.xml"/><Relationship Id="rId8" Type="http://schemas.openxmlformats.org/officeDocument/2006/relationships/customXml" Target="../ink/ink5.xml"/><Relationship Id="rId98" Type="http://schemas.openxmlformats.org/officeDocument/2006/relationships/customXml" Target="../ink/ink50.xml"/><Relationship Id="rId121" Type="http://schemas.openxmlformats.org/officeDocument/2006/relationships/image" Target="../media/image69.png"/><Relationship Id="rId142" Type="http://schemas.openxmlformats.org/officeDocument/2006/relationships/customXml" Target="../ink/ink72.xml"/><Relationship Id="rId163" Type="http://schemas.openxmlformats.org/officeDocument/2006/relationships/image" Target="../media/image90.png"/><Relationship Id="rId184" Type="http://schemas.openxmlformats.org/officeDocument/2006/relationships/customXml" Target="../ink/ink93.xml"/><Relationship Id="rId219" Type="http://schemas.openxmlformats.org/officeDocument/2006/relationships/image" Target="../media/image118.png"/><Relationship Id="rId230" Type="http://schemas.openxmlformats.org/officeDocument/2006/relationships/customXml" Target="../ink/ink116.xml"/><Relationship Id="rId251" Type="http://schemas.openxmlformats.org/officeDocument/2006/relationships/image" Target="../media/image134.png"/><Relationship Id="rId25" Type="http://schemas.openxmlformats.org/officeDocument/2006/relationships/image" Target="../media/image21.png"/><Relationship Id="rId46" Type="http://schemas.openxmlformats.org/officeDocument/2006/relationships/customXml" Target="../ink/ink24.xml"/><Relationship Id="rId67" Type="http://schemas.openxmlformats.org/officeDocument/2006/relationships/image" Target="../media/image42.png"/><Relationship Id="rId88" Type="http://schemas.openxmlformats.org/officeDocument/2006/relationships/customXml" Target="../ink/ink45.xml"/><Relationship Id="rId111" Type="http://schemas.openxmlformats.org/officeDocument/2006/relationships/image" Target="../media/image64.png"/><Relationship Id="rId132" Type="http://schemas.openxmlformats.org/officeDocument/2006/relationships/customXml" Target="../ink/ink67.xml"/><Relationship Id="rId153" Type="http://schemas.openxmlformats.org/officeDocument/2006/relationships/image" Target="../media/image85.png"/><Relationship Id="rId174" Type="http://schemas.openxmlformats.org/officeDocument/2006/relationships/customXml" Target="../ink/ink88.xml"/><Relationship Id="rId195" Type="http://schemas.openxmlformats.org/officeDocument/2006/relationships/image" Target="../media/image106.png"/><Relationship Id="rId209" Type="http://schemas.openxmlformats.org/officeDocument/2006/relationships/image" Target="../media/image113.png"/><Relationship Id="rId220" Type="http://schemas.openxmlformats.org/officeDocument/2006/relationships/customXml" Target="../ink/ink111.xml"/><Relationship Id="rId241" Type="http://schemas.openxmlformats.org/officeDocument/2006/relationships/image" Target="../media/image129.png"/><Relationship Id="rId15" Type="http://schemas.openxmlformats.org/officeDocument/2006/relationships/image" Target="../media/image15.png"/><Relationship Id="rId36" Type="http://schemas.openxmlformats.org/officeDocument/2006/relationships/customXml" Target="../ink/ink19.xml"/><Relationship Id="rId57" Type="http://schemas.openxmlformats.org/officeDocument/2006/relationships/image" Target="../media/image37.png"/><Relationship Id="rId262" Type="http://schemas.openxmlformats.org/officeDocument/2006/relationships/customXml" Target="../ink/ink132.xml"/><Relationship Id="rId78" Type="http://schemas.openxmlformats.org/officeDocument/2006/relationships/customXml" Target="../ink/ink40.xml"/><Relationship Id="rId99" Type="http://schemas.openxmlformats.org/officeDocument/2006/relationships/image" Target="../media/image58.png"/><Relationship Id="rId101" Type="http://schemas.openxmlformats.org/officeDocument/2006/relationships/image" Target="../media/image59.png"/><Relationship Id="rId122" Type="http://schemas.openxmlformats.org/officeDocument/2006/relationships/customXml" Target="../ink/ink62.xml"/><Relationship Id="rId143" Type="http://schemas.openxmlformats.org/officeDocument/2006/relationships/image" Target="../media/image80.png"/><Relationship Id="rId164" Type="http://schemas.openxmlformats.org/officeDocument/2006/relationships/customXml" Target="../ink/ink83.xml"/><Relationship Id="rId185" Type="http://schemas.openxmlformats.org/officeDocument/2006/relationships/image" Target="../media/image101.png"/><Relationship Id="rId9" Type="http://schemas.openxmlformats.org/officeDocument/2006/relationships/image" Target="../media/image12.png"/><Relationship Id="rId210" Type="http://schemas.openxmlformats.org/officeDocument/2006/relationships/customXml" Target="../ink/ink106.xml"/><Relationship Id="rId26" Type="http://schemas.openxmlformats.org/officeDocument/2006/relationships/customXml" Target="../ink/ink14.xml"/><Relationship Id="rId231" Type="http://schemas.openxmlformats.org/officeDocument/2006/relationships/image" Target="../media/image124.png"/><Relationship Id="rId252" Type="http://schemas.openxmlformats.org/officeDocument/2006/relationships/customXml" Target="../ink/ink127.xml"/><Relationship Id="rId47" Type="http://schemas.openxmlformats.org/officeDocument/2006/relationships/image" Target="../media/image32.png"/><Relationship Id="rId68" Type="http://schemas.openxmlformats.org/officeDocument/2006/relationships/customXml" Target="../ink/ink35.xml"/><Relationship Id="rId89" Type="http://schemas.openxmlformats.org/officeDocument/2006/relationships/image" Target="../media/image53.png"/><Relationship Id="rId112" Type="http://schemas.openxmlformats.org/officeDocument/2006/relationships/customXml" Target="../ink/ink57.xml"/><Relationship Id="rId133" Type="http://schemas.openxmlformats.org/officeDocument/2006/relationships/image" Target="../media/image75.png"/><Relationship Id="rId154" Type="http://schemas.openxmlformats.org/officeDocument/2006/relationships/customXml" Target="../ink/ink78.xml"/><Relationship Id="rId175" Type="http://schemas.openxmlformats.org/officeDocument/2006/relationships/image" Target="../media/image96.png"/><Relationship Id="rId196" Type="http://schemas.openxmlformats.org/officeDocument/2006/relationships/customXml" Target="../ink/ink99.xml"/><Relationship Id="rId200" Type="http://schemas.openxmlformats.org/officeDocument/2006/relationships/customXml" Target="../ink/ink101.xml"/><Relationship Id="rId16" Type="http://schemas.openxmlformats.org/officeDocument/2006/relationships/customXml" Target="../ink/ink9.xml"/><Relationship Id="rId221" Type="http://schemas.openxmlformats.org/officeDocument/2006/relationships/image" Target="../media/image119.png"/><Relationship Id="rId242" Type="http://schemas.openxmlformats.org/officeDocument/2006/relationships/customXml" Target="../ink/ink122.xml"/><Relationship Id="rId263" Type="http://schemas.openxmlformats.org/officeDocument/2006/relationships/image" Target="../media/image140.png"/><Relationship Id="rId37" Type="http://schemas.openxmlformats.org/officeDocument/2006/relationships/image" Target="../media/image27.png"/><Relationship Id="rId58" Type="http://schemas.openxmlformats.org/officeDocument/2006/relationships/customXml" Target="../ink/ink30.xml"/><Relationship Id="rId79" Type="http://schemas.openxmlformats.org/officeDocument/2006/relationships/image" Target="../media/image48.png"/><Relationship Id="rId102" Type="http://schemas.openxmlformats.org/officeDocument/2006/relationships/customXml" Target="../ink/ink52.xml"/><Relationship Id="rId123" Type="http://schemas.openxmlformats.org/officeDocument/2006/relationships/image" Target="../media/image70.png"/><Relationship Id="rId144" Type="http://schemas.openxmlformats.org/officeDocument/2006/relationships/customXml" Target="../ink/ink73.xml"/><Relationship Id="rId90" Type="http://schemas.openxmlformats.org/officeDocument/2006/relationships/customXml" Target="../ink/ink46.xml"/><Relationship Id="rId165" Type="http://schemas.openxmlformats.org/officeDocument/2006/relationships/image" Target="../media/image91.png"/><Relationship Id="rId186" Type="http://schemas.openxmlformats.org/officeDocument/2006/relationships/customXml" Target="../ink/ink94.xml"/><Relationship Id="rId211" Type="http://schemas.openxmlformats.org/officeDocument/2006/relationships/image" Target="../media/image114.png"/><Relationship Id="rId232" Type="http://schemas.openxmlformats.org/officeDocument/2006/relationships/customXml" Target="../ink/ink117.xml"/><Relationship Id="rId253" Type="http://schemas.openxmlformats.org/officeDocument/2006/relationships/image" Target="../media/image135.png"/><Relationship Id="rId27" Type="http://schemas.openxmlformats.org/officeDocument/2006/relationships/image" Target="../media/image22.png"/><Relationship Id="rId48" Type="http://schemas.openxmlformats.org/officeDocument/2006/relationships/customXml" Target="../ink/ink25.xml"/><Relationship Id="rId69" Type="http://schemas.openxmlformats.org/officeDocument/2006/relationships/image" Target="../media/image43.png"/><Relationship Id="rId113" Type="http://schemas.openxmlformats.org/officeDocument/2006/relationships/image" Target="../media/image65.png"/><Relationship Id="rId134" Type="http://schemas.openxmlformats.org/officeDocument/2006/relationships/customXml" Target="../ink/ink68.xml"/><Relationship Id="rId80" Type="http://schemas.openxmlformats.org/officeDocument/2006/relationships/customXml" Target="../ink/ink41.xml"/><Relationship Id="rId155" Type="http://schemas.openxmlformats.org/officeDocument/2006/relationships/image" Target="../media/image86.png"/><Relationship Id="rId176" Type="http://schemas.openxmlformats.org/officeDocument/2006/relationships/customXml" Target="../ink/ink89.xml"/><Relationship Id="rId197" Type="http://schemas.openxmlformats.org/officeDocument/2006/relationships/image" Target="../media/image107.png"/><Relationship Id="rId201" Type="http://schemas.openxmlformats.org/officeDocument/2006/relationships/image" Target="../media/image109.png"/><Relationship Id="rId222" Type="http://schemas.openxmlformats.org/officeDocument/2006/relationships/customXml" Target="../ink/ink112.xml"/><Relationship Id="rId243" Type="http://schemas.openxmlformats.org/officeDocument/2006/relationships/image" Target="../media/image130.png"/><Relationship Id="rId264" Type="http://schemas.openxmlformats.org/officeDocument/2006/relationships/customXml" Target="../ink/ink133.xml"/><Relationship Id="rId17" Type="http://schemas.openxmlformats.org/officeDocument/2006/relationships/image" Target="../media/image16.png"/><Relationship Id="rId38" Type="http://schemas.openxmlformats.org/officeDocument/2006/relationships/customXml" Target="../ink/ink20.xml"/><Relationship Id="rId59" Type="http://schemas.openxmlformats.org/officeDocument/2006/relationships/image" Target="../media/image38.png"/><Relationship Id="rId103" Type="http://schemas.openxmlformats.org/officeDocument/2006/relationships/image" Target="../media/image60.png"/><Relationship Id="rId124" Type="http://schemas.openxmlformats.org/officeDocument/2006/relationships/customXml" Target="../ink/ink63.xml"/><Relationship Id="rId70" Type="http://schemas.openxmlformats.org/officeDocument/2006/relationships/customXml" Target="../ink/ink36.xml"/><Relationship Id="rId91" Type="http://schemas.openxmlformats.org/officeDocument/2006/relationships/image" Target="../media/image54.png"/><Relationship Id="rId145" Type="http://schemas.openxmlformats.org/officeDocument/2006/relationships/image" Target="../media/image81.png"/><Relationship Id="rId166" Type="http://schemas.openxmlformats.org/officeDocument/2006/relationships/customXml" Target="../ink/ink84.xml"/><Relationship Id="rId187" Type="http://schemas.openxmlformats.org/officeDocument/2006/relationships/image" Target="../media/image102.png"/><Relationship Id="rId1" Type="http://schemas.openxmlformats.org/officeDocument/2006/relationships/slideLayout" Target="../slideLayouts/slideLayout39.xml"/><Relationship Id="rId212" Type="http://schemas.openxmlformats.org/officeDocument/2006/relationships/customXml" Target="../ink/ink107.xml"/><Relationship Id="rId233" Type="http://schemas.openxmlformats.org/officeDocument/2006/relationships/image" Target="../media/image125.png"/><Relationship Id="rId254" Type="http://schemas.openxmlformats.org/officeDocument/2006/relationships/customXml" Target="../ink/ink128.xml"/><Relationship Id="rId28" Type="http://schemas.openxmlformats.org/officeDocument/2006/relationships/customXml" Target="../ink/ink15.xml"/><Relationship Id="rId49" Type="http://schemas.openxmlformats.org/officeDocument/2006/relationships/image" Target="../media/image33.png"/><Relationship Id="rId114" Type="http://schemas.openxmlformats.org/officeDocument/2006/relationships/customXml" Target="../ink/ink58.xml"/><Relationship Id="rId60" Type="http://schemas.openxmlformats.org/officeDocument/2006/relationships/customXml" Target="../ink/ink31.xml"/><Relationship Id="rId81" Type="http://schemas.openxmlformats.org/officeDocument/2006/relationships/image" Target="../media/image49.png"/><Relationship Id="rId135" Type="http://schemas.openxmlformats.org/officeDocument/2006/relationships/image" Target="../media/image76.png"/><Relationship Id="rId156" Type="http://schemas.openxmlformats.org/officeDocument/2006/relationships/customXml" Target="../ink/ink79.xml"/><Relationship Id="rId177" Type="http://schemas.openxmlformats.org/officeDocument/2006/relationships/image" Target="../media/image97.png"/><Relationship Id="rId198" Type="http://schemas.openxmlformats.org/officeDocument/2006/relationships/customXml" Target="../ink/ink100.xml"/><Relationship Id="rId202" Type="http://schemas.openxmlformats.org/officeDocument/2006/relationships/customXml" Target="../ink/ink102.xml"/><Relationship Id="rId223" Type="http://schemas.openxmlformats.org/officeDocument/2006/relationships/image" Target="../media/image120.png"/><Relationship Id="rId244" Type="http://schemas.openxmlformats.org/officeDocument/2006/relationships/customXml" Target="../ink/ink123.xml"/><Relationship Id="rId18" Type="http://schemas.openxmlformats.org/officeDocument/2006/relationships/customXml" Target="../ink/ink10.xml"/><Relationship Id="rId39" Type="http://schemas.openxmlformats.org/officeDocument/2006/relationships/image" Target="../media/image28.png"/><Relationship Id="rId265" Type="http://schemas.openxmlformats.org/officeDocument/2006/relationships/image" Target="../media/image141.png"/><Relationship Id="rId50" Type="http://schemas.openxmlformats.org/officeDocument/2006/relationships/customXml" Target="../ink/ink26.xml"/><Relationship Id="rId104" Type="http://schemas.openxmlformats.org/officeDocument/2006/relationships/customXml" Target="../ink/ink53.xml"/><Relationship Id="rId125" Type="http://schemas.openxmlformats.org/officeDocument/2006/relationships/image" Target="../media/image71.png"/><Relationship Id="rId146" Type="http://schemas.openxmlformats.org/officeDocument/2006/relationships/customXml" Target="../ink/ink74.xml"/><Relationship Id="rId167" Type="http://schemas.openxmlformats.org/officeDocument/2006/relationships/image" Target="../media/image92.png"/><Relationship Id="rId188" Type="http://schemas.openxmlformats.org/officeDocument/2006/relationships/customXml" Target="../ink/ink95.xml"/><Relationship Id="rId71" Type="http://schemas.openxmlformats.org/officeDocument/2006/relationships/image" Target="../media/image44.png"/><Relationship Id="rId92" Type="http://schemas.openxmlformats.org/officeDocument/2006/relationships/customXml" Target="../ink/ink47.xml"/><Relationship Id="rId213" Type="http://schemas.openxmlformats.org/officeDocument/2006/relationships/image" Target="../media/image115.png"/><Relationship Id="rId234" Type="http://schemas.openxmlformats.org/officeDocument/2006/relationships/customXml" Target="../ink/ink118.xml"/><Relationship Id="rId2" Type="http://schemas.openxmlformats.org/officeDocument/2006/relationships/customXml" Target="../ink/ink2.xml"/><Relationship Id="rId29" Type="http://schemas.openxmlformats.org/officeDocument/2006/relationships/image" Target="../media/image23.png"/><Relationship Id="rId255" Type="http://schemas.openxmlformats.org/officeDocument/2006/relationships/image" Target="../media/image136.png"/><Relationship Id="rId40" Type="http://schemas.openxmlformats.org/officeDocument/2006/relationships/customXml" Target="../ink/ink21.xml"/><Relationship Id="rId115" Type="http://schemas.openxmlformats.org/officeDocument/2006/relationships/image" Target="../media/image66.png"/><Relationship Id="rId136" Type="http://schemas.openxmlformats.org/officeDocument/2006/relationships/customXml" Target="../ink/ink69.xml"/><Relationship Id="rId157" Type="http://schemas.openxmlformats.org/officeDocument/2006/relationships/image" Target="../media/image87.png"/><Relationship Id="rId178" Type="http://schemas.openxmlformats.org/officeDocument/2006/relationships/customXml" Target="../ink/ink90.xml"/><Relationship Id="rId61" Type="http://schemas.openxmlformats.org/officeDocument/2006/relationships/image" Target="../media/image39.png"/><Relationship Id="rId82" Type="http://schemas.openxmlformats.org/officeDocument/2006/relationships/customXml" Target="../ink/ink42.xml"/><Relationship Id="rId199" Type="http://schemas.openxmlformats.org/officeDocument/2006/relationships/image" Target="../media/image108.png"/><Relationship Id="rId203" Type="http://schemas.openxmlformats.org/officeDocument/2006/relationships/image" Target="../media/image110.png"/><Relationship Id="rId19" Type="http://schemas.openxmlformats.org/officeDocument/2006/relationships/image" Target="../media/image18.png"/><Relationship Id="rId224" Type="http://schemas.openxmlformats.org/officeDocument/2006/relationships/customXml" Target="../ink/ink113.xml"/><Relationship Id="rId245" Type="http://schemas.openxmlformats.org/officeDocument/2006/relationships/image" Target="../media/image131.png"/><Relationship Id="rId30" Type="http://schemas.openxmlformats.org/officeDocument/2006/relationships/customXml" Target="../ink/ink16.xml"/><Relationship Id="rId105" Type="http://schemas.openxmlformats.org/officeDocument/2006/relationships/image" Target="../media/image61.png"/><Relationship Id="rId126" Type="http://schemas.openxmlformats.org/officeDocument/2006/relationships/customXml" Target="../ink/ink64.xml"/><Relationship Id="rId147" Type="http://schemas.openxmlformats.org/officeDocument/2006/relationships/image" Target="../media/image82.png"/><Relationship Id="rId168" Type="http://schemas.openxmlformats.org/officeDocument/2006/relationships/customXml" Target="../ink/ink85.xml"/><Relationship Id="rId51" Type="http://schemas.openxmlformats.org/officeDocument/2006/relationships/image" Target="../media/image34.png"/><Relationship Id="rId72" Type="http://schemas.openxmlformats.org/officeDocument/2006/relationships/customXml" Target="../ink/ink37.xml"/><Relationship Id="rId93" Type="http://schemas.openxmlformats.org/officeDocument/2006/relationships/image" Target="../media/image55.png"/><Relationship Id="rId189" Type="http://schemas.openxmlformats.org/officeDocument/2006/relationships/image" Target="../media/image103.png"/><Relationship Id="rId3" Type="http://schemas.openxmlformats.org/officeDocument/2006/relationships/image" Target="../media/image9.png"/><Relationship Id="rId214" Type="http://schemas.openxmlformats.org/officeDocument/2006/relationships/customXml" Target="../ink/ink108.xml"/><Relationship Id="rId235" Type="http://schemas.openxmlformats.org/officeDocument/2006/relationships/image" Target="../media/image126.png"/><Relationship Id="rId256" Type="http://schemas.openxmlformats.org/officeDocument/2006/relationships/customXml" Target="../ink/ink129.xml"/><Relationship Id="rId116" Type="http://schemas.openxmlformats.org/officeDocument/2006/relationships/customXml" Target="../ink/ink59.xml"/><Relationship Id="rId137" Type="http://schemas.openxmlformats.org/officeDocument/2006/relationships/image" Target="../media/image77.png"/><Relationship Id="rId158" Type="http://schemas.openxmlformats.org/officeDocument/2006/relationships/customXml" Target="../ink/ink80.xml"/><Relationship Id="rId20" Type="http://schemas.openxmlformats.org/officeDocument/2006/relationships/customXml" Target="../ink/ink11.xml"/><Relationship Id="rId41" Type="http://schemas.openxmlformats.org/officeDocument/2006/relationships/image" Target="../media/image29.png"/><Relationship Id="rId62" Type="http://schemas.openxmlformats.org/officeDocument/2006/relationships/customXml" Target="../ink/ink32.xml"/><Relationship Id="rId83" Type="http://schemas.openxmlformats.org/officeDocument/2006/relationships/image" Target="../media/image50.png"/><Relationship Id="rId179" Type="http://schemas.openxmlformats.org/officeDocument/2006/relationships/image" Target="../media/image98.png"/><Relationship Id="rId190" Type="http://schemas.openxmlformats.org/officeDocument/2006/relationships/customXml" Target="../ink/ink96.xml"/><Relationship Id="rId204" Type="http://schemas.openxmlformats.org/officeDocument/2006/relationships/customXml" Target="../ink/ink103.xml"/><Relationship Id="rId225" Type="http://schemas.openxmlformats.org/officeDocument/2006/relationships/image" Target="../media/image121.png"/><Relationship Id="rId246" Type="http://schemas.openxmlformats.org/officeDocument/2006/relationships/customXml" Target="../ink/ink124.xml"/><Relationship Id="rId106" Type="http://schemas.openxmlformats.org/officeDocument/2006/relationships/customXml" Target="../ink/ink54.xml"/><Relationship Id="rId127" Type="http://schemas.openxmlformats.org/officeDocument/2006/relationships/image" Target="../media/image72.png"/><Relationship Id="rId10" Type="http://schemas.openxmlformats.org/officeDocument/2006/relationships/customXml" Target="../ink/ink6.xml"/><Relationship Id="rId31" Type="http://schemas.openxmlformats.org/officeDocument/2006/relationships/image" Target="../media/image24.png"/><Relationship Id="rId52" Type="http://schemas.openxmlformats.org/officeDocument/2006/relationships/customXml" Target="../ink/ink27.xml"/><Relationship Id="rId73" Type="http://schemas.openxmlformats.org/officeDocument/2006/relationships/image" Target="../media/image45.png"/><Relationship Id="rId94" Type="http://schemas.openxmlformats.org/officeDocument/2006/relationships/customXml" Target="../ink/ink48.xml"/><Relationship Id="rId148" Type="http://schemas.openxmlformats.org/officeDocument/2006/relationships/customXml" Target="../ink/ink75.xml"/><Relationship Id="rId169" Type="http://schemas.openxmlformats.org/officeDocument/2006/relationships/image" Target="../media/image93.png"/><Relationship Id="rId4" Type="http://schemas.openxmlformats.org/officeDocument/2006/relationships/customXml" Target="../ink/ink3.xml"/><Relationship Id="rId180" Type="http://schemas.openxmlformats.org/officeDocument/2006/relationships/customXml" Target="../ink/ink91.xml"/><Relationship Id="rId215" Type="http://schemas.openxmlformats.org/officeDocument/2006/relationships/image" Target="../media/image116.png"/><Relationship Id="rId236" Type="http://schemas.openxmlformats.org/officeDocument/2006/relationships/customXml" Target="../ink/ink119.xml"/><Relationship Id="rId257" Type="http://schemas.openxmlformats.org/officeDocument/2006/relationships/image" Target="../media/image137.png"/><Relationship Id="rId42" Type="http://schemas.openxmlformats.org/officeDocument/2006/relationships/customXml" Target="../ink/ink22.xml"/><Relationship Id="rId84" Type="http://schemas.openxmlformats.org/officeDocument/2006/relationships/customXml" Target="../ink/ink43.xml"/><Relationship Id="rId138" Type="http://schemas.openxmlformats.org/officeDocument/2006/relationships/customXml" Target="../ink/ink70.xml"/><Relationship Id="rId191" Type="http://schemas.openxmlformats.org/officeDocument/2006/relationships/image" Target="../media/image104.png"/><Relationship Id="rId205" Type="http://schemas.openxmlformats.org/officeDocument/2006/relationships/image" Target="../media/image111.png"/><Relationship Id="rId247" Type="http://schemas.openxmlformats.org/officeDocument/2006/relationships/image" Target="../media/image132.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8.xml"/></Relationships>
</file>

<file path=ppt/slides/_rels/slide9.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0.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147.jpeg"/><Relationship Id="rId3" Type="http://schemas.openxmlformats.org/officeDocument/2006/relationships/image" Target="../media/image142.jpeg"/><Relationship Id="rId7" Type="http://schemas.openxmlformats.org/officeDocument/2006/relationships/image" Target="../media/image146.tiff"/><Relationship Id="rId2" Type="http://schemas.openxmlformats.org/officeDocument/2006/relationships/notesSlide" Target="../notesSlides/notesSlide5.xml"/><Relationship Id="rId1" Type="http://schemas.openxmlformats.org/officeDocument/2006/relationships/slideLayout" Target="../slideLayouts/slideLayout37.xml"/><Relationship Id="rId6" Type="http://schemas.openxmlformats.org/officeDocument/2006/relationships/image" Target="../media/image145.tiff"/><Relationship Id="rId5" Type="http://schemas.openxmlformats.org/officeDocument/2006/relationships/image" Target="../media/image144.tiff"/><Relationship Id="rId4" Type="http://schemas.openxmlformats.org/officeDocument/2006/relationships/image" Target="../media/image143.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ABAP</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 on Cloud / RAP </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Training</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DAY-24</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EA8F6A9E-4911-4C13-BF00-4BE4386AE0F7}"/>
              </a:ext>
            </a:extLst>
          </p:cNvPr>
          <p:cNvSpPr/>
          <p:nvPr/>
        </p:nvSpPr>
        <p:spPr>
          <a:xfrm>
            <a:off x="1718111" y="1105227"/>
            <a:ext cx="4889619" cy="840385"/>
          </a:xfrm>
          <a:prstGeom prst="roundRect">
            <a:avLst>
              <a:gd name="adj" fmla="val 1815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Rectangle: Rounded Corners 35">
            <a:extLst>
              <a:ext uri="{FF2B5EF4-FFF2-40B4-BE49-F238E27FC236}">
                <a16:creationId xmlns:a16="http://schemas.microsoft.com/office/drawing/2014/main" id="{AF6E7713-5946-46A4-BF47-B37093B73CC4}"/>
              </a:ext>
            </a:extLst>
          </p:cNvPr>
          <p:cNvSpPr/>
          <p:nvPr/>
        </p:nvSpPr>
        <p:spPr>
          <a:xfrm>
            <a:off x="2134637" y="2352875"/>
            <a:ext cx="4889619" cy="840385"/>
          </a:xfrm>
          <a:prstGeom prst="roundRect">
            <a:avLst>
              <a:gd name="adj" fmla="val 1815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Rectangle: Rounded Corners 36">
            <a:extLst>
              <a:ext uri="{FF2B5EF4-FFF2-40B4-BE49-F238E27FC236}">
                <a16:creationId xmlns:a16="http://schemas.microsoft.com/office/drawing/2014/main" id="{5216E7A0-138C-422D-847B-06FB608C8E01}"/>
              </a:ext>
            </a:extLst>
          </p:cNvPr>
          <p:cNvSpPr/>
          <p:nvPr/>
        </p:nvSpPr>
        <p:spPr>
          <a:xfrm>
            <a:off x="2551163" y="3600523"/>
            <a:ext cx="4889619" cy="840385"/>
          </a:xfrm>
          <a:prstGeom prst="roundRect">
            <a:avLst>
              <a:gd name="adj" fmla="val 1815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Rectangle: Rounded Corners 37">
            <a:extLst>
              <a:ext uri="{FF2B5EF4-FFF2-40B4-BE49-F238E27FC236}">
                <a16:creationId xmlns:a16="http://schemas.microsoft.com/office/drawing/2014/main" id="{2E200DD0-D348-45E6-9B6B-43B966A8FF8C}"/>
              </a:ext>
            </a:extLst>
          </p:cNvPr>
          <p:cNvSpPr/>
          <p:nvPr/>
        </p:nvSpPr>
        <p:spPr>
          <a:xfrm>
            <a:off x="2967689" y="4848171"/>
            <a:ext cx="4889619" cy="840385"/>
          </a:xfrm>
          <a:prstGeom prst="roundRect">
            <a:avLst>
              <a:gd name="adj" fmla="val 1815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3" name="Picture Placeholder 22">
            <a:extLst>
              <a:ext uri="{FF2B5EF4-FFF2-40B4-BE49-F238E27FC236}">
                <a16:creationId xmlns:a16="http://schemas.microsoft.com/office/drawing/2014/main" id="{58189288-4068-4B20-8FAB-92E0830D6B2E}"/>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l="39725" t="7760" r="8472" b="4056"/>
          <a:stretch/>
        </p:blipFill>
        <p:spPr>
          <a:xfrm>
            <a:off x="-1" y="-1"/>
            <a:ext cx="5662364" cy="6858000"/>
          </a:xfrm>
          <a:effectLst>
            <a:outerShdw blurRad="368300" dist="254000" dir="20580000" algn="tl" rotWithShape="0">
              <a:prstClr val="black">
                <a:alpha val="20000"/>
              </a:prstClr>
            </a:outerShdw>
          </a:effectLst>
        </p:spPr>
      </p:pic>
      <p:sp>
        <p:nvSpPr>
          <p:cNvPr id="31" name="Freeform: Shape 30">
            <a:extLst>
              <a:ext uri="{FF2B5EF4-FFF2-40B4-BE49-F238E27FC236}">
                <a16:creationId xmlns:a16="http://schemas.microsoft.com/office/drawing/2014/main" id="{C536E1EE-C900-4048-90CA-E22FBE51EE3B}"/>
              </a:ext>
            </a:extLst>
          </p:cNvPr>
          <p:cNvSpPr/>
          <p:nvPr/>
        </p:nvSpPr>
        <p:spPr>
          <a:xfrm>
            <a:off x="1718111" y="-1"/>
            <a:ext cx="3989979" cy="6814397"/>
          </a:xfrm>
          <a:custGeom>
            <a:avLst/>
            <a:gdLst>
              <a:gd name="connsiteX0" fmla="*/ 0 w 3989979"/>
              <a:gd name="connsiteY0" fmla="*/ 0 h 6814397"/>
              <a:gd name="connsiteX1" fmla="*/ 1282220 w 3989979"/>
              <a:gd name="connsiteY1" fmla="*/ 0 h 6814397"/>
              <a:gd name="connsiteX2" fmla="*/ 1402006 w 3989979"/>
              <a:gd name="connsiteY2" fmla="*/ 94133 h 6814397"/>
              <a:gd name="connsiteX3" fmla="*/ 3989979 w 3989979"/>
              <a:gd name="connsiteY3" fmla="*/ 5581812 h 6814397"/>
              <a:gd name="connsiteX4" fmla="*/ 3908037 w 3989979"/>
              <a:gd name="connsiteY4" fmla="*/ 6664843 h 6814397"/>
              <a:gd name="connsiteX5" fmla="*/ 3881330 w 3989979"/>
              <a:gd name="connsiteY5" fmla="*/ 6814397 h 6814397"/>
              <a:gd name="connsiteX6" fmla="*/ 3889285 w 3989979"/>
              <a:gd name="connsiteY6" fmla="*/ 6709775 h 6814397"/>
              <a:gd name="connsiteX7" fmla="*/ 3898539 w 3989979"/>
              <a:gd name="connsiteY7" fmla="*/ 6343812 h 6814397"/>
              <a:gd name="connsiteX8" fmla="*/ 176735 w 3989979"/>
              <a:gd name="connsiteY8" fmla="*/ 90518 h 6814397"/>
              <a:gd name="connsiteX9" fmla="*/ 0 w 3989979"/>
              <a:gd name="connsiteY9" fmla="*/ 0 h 681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89979" h="6814397">
                <a:moveTo>
                  <a:pt x="0" y="0"/>
                </a:moveTo>
                <a:lnTo>
                  <a:pt x="1282220" y="0"/>
                </a:lnTo>
                <a:lnTo>
                  <a:pt x="1402006" y="94133"/>
                </a:lnTo>
                <a:cubicBezTo>
                  <a:pt x="2982546" y="1398511"/>
                  <a:pt x="3989979" y="3372512"/>
                  <a:pt x="3989979" y="5581812"/>
                </a:cubicBezTo>
                <a:cubicBezTo>
                  <a:pt x="3989979" y="5950029"/>
                  <a:pt x="3961995" y="6311709"/>
                  <a:pt x="3908037" y="6664843"/>
                </a:cubicBezTo>
                <a:lnTo>
                  <a:pt x="3881330" y="6814397"/>
                </a:lnTo>
                <a:lnTo>
                  <a:pt x="3889285" y="6709775"/>
                </a:lnTo>
                <a:cubicBezTo>
                  <a:pt x="3895430" y="6588564"/>
                  <a:pt x="3898539" y="6466551"/>
                  <a:pt x="3898539" y="6343812"/>
                </a:cubicBezTo>
                <a:cubicBezTo>
                  <a:pt x="3898539" y="3643557"/>
                  <a:pt x="2393609" y="1294797"/>
                  <a:pt x="176735" y="90518"/>
                </a:cubicBezTo>
                <a:lnTo>
                  <a:pt x="0" y="0"/>
                </a:lnTo>
                <a:close/>
              </a:path>
            </a:pathLst>
          </a:custGeom>
          <a:gradFill flip="none" rotWithShape="1">
            <a:gsLst>
              <a:gs pos="3000">
                <a:schemeClr val="accent1"/>
              </a:gs>
              <a:gs pos="100000">
                <a:schemeClr val="accent4"/>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E3F0EA58-87FF-4FBD-A2F2-8C01EFEECAF2}"/>
              </a:ext>
            </a:extLst>
          </p:cNvPr>
          <p:cNvSpPr txBox="1"/>
          <p:nvPr/>
        </p:nvSpPr>
        <p:spPr>
          <a:xfrm>
            <a:off x="5619826" y="1202254"/>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01</a:t>
            </a:r>
          </a:p>
        </p:txBody>
      </p:sp>
      <p:sp>
        <p:nvSpPr>
          <p:cNvPr id="42" name="TextBox 41">
            <a:extLst>
              <a:ext uri="{FF2B5EF4-FFF2-40B4-BE49-F238E27FC236}">
                <a16:creationId xmlns:a16="http://schemas.microsoft.com/office/drawing/2014/main" id="{73592A37-8994-4267-A0A4-4F9D2B0CA640}"/>
              </a:ext>
            </a:extLst>
          </p:cNvPr>
          <p:cNvSpPr txBox="1"/>
          <p:nvPr/>
        </p:nvSpPr>
        <p:spPr>
          <a:xfrm>
            <a:off x="6032781" y="2449902"/>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02</a:t>
            </a:r>
          </a:p>
        </p:txBody>
      </p:sp>
      <p:sp>
        <p:nvSpPr>
          <p:cNvPr id="43" name="TextBox 42">
            <a:extLst>
              <a:ext uri="{FF2B5EF4-FFF2-40B4-BE49-F238E27FC236}">
                <a16:creationId xmlns:a16="http://schemas.microsoft.com/office/drawing/2014/main" id="{FF2E8B29-6A17-40BB-94A2-F4C43336C48C}"/>
              </a:ext>
            </a:extLst>
          </p:cNvPr>
          <p:cNvSpPr txBox="1"/>
          <p:nvPr/>
        </p:nvSpPr>
        <p:spPr>
          <a:xfrm>
            <a:off x="6475232" y="3697550"/>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rPr>
              <a:t>03</a:t>
            </a:r>
          </a:p>
        </p:txBody>
      </p:sp>
      <p:sp>
        <p:nvSpPr>
          <p:cNvPr id="44" name="TextBox 43">
            <a:extLst>
              <a:ext uri="{FF2B5EF4-FFF2-40B4-BE49-F238E27FC236}">
                <a16:creationId xmlns:a16="http://schemas.microsoft.com/office/drawing/2014/main" id="{D9D30836-9CA2-4FC2-B426-C58A1B77DEBB}"/>
              </a:ext>
            </a:extLst>
          </p:cNvPr>
          <p:cNvSpPr txBox="1"/>
          <p:nvPr/>
        </p:nvSpPr>
        <p:spPr>
          <a:xfrm>
            <a:off x="6868523" y="4945198"/>
            <a:ext cx="710451" cy="646331"/>
          </a:xfrm>
          <a:prstGeom prst="rect">
            <a:avLst/>
          </a:prstGeom>
          <a:noFill/>
          <a:effectLst>
            <a:outerShdw dist="50800" dir="2700000" algn="tl" rotWithShape="0">
              <a:prstClr val="black">
                <a:alpha val="17000"/>
              </a:prstClr>
            </a:outerShdw>
          </a:effectLst>
        </p:spPr>
        <p:txBody>
          <a:bodyPr wrap="none" rtlCol="0">
            <a:spAutoFit/>
          </a:bodyPr>
          <a:lstStyle/>
          <a:p>
            <a:pPr algn="ctr"/>
            <a:r>
              <a:rPr lang="en-IN" sz="3600" b="1">
                <a:solidFill>
                  <a:schemeClr val="bg1"/>
                </a:solidFill>
                <a:latin typeface="Open Sans" panose="020B0606030504020204" pitchFamily="34" charset="0"/>
                <a:ea typeface="Open Sans" panose="020B0606030504020204" pitchFamily="34" charset="0"/>
                <a:cs typeface="Open Sans" panose="020B0606030504020204" pitchFamily="34" charset="0"/>
              </a:rPr>
              <a:t>04</a:t>
            </a:r>
            <a:endParaRPr lang="en-IN" sz="3600"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Rectangle 44">
            <a:extLst>
              <a:ext uri="{FF2B5EF4-FFF2-40B4-BE49-F238E27FC236}">
                <a16:creationId xmlns:a16="http://schemas.microsoft.com/office/drawing/2014/main" id="{8D598D36-C5FC-4900-B880-D9AEBB01296E}"/>
              </a:ext>
            </a:extLst>
          </p:cNvPr>
          <p:cNvSpPr/>
          <p:nvPr/>
        </p:nvSpPr>
        <p:spPr>
          <a:xfrm>
            <a:off x="7255772" y="937725"/>
            <a:ext cx="2597506" cy="646331"/>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Fix the Composition issue</a:t>
            </a:r>
          </a:p>
        </p:txBody>
      </p:sp>
      <p:sp>
        <p:nvSpPr>
          <p:cNvPr id="49" name="Rectangle 48">
            <a:extLst>
              <a:ext uri="{FF2B5EF4-FFF2-40B4-BE49-F238E27FC236}">
                <a16:creationId xmlns:a16="http://schemas.microsoft.com/office/drawing/2014/main" id="{C0874C99-87AF-460C-9044-B8539EAC1769}"/>
              </a:ext>
            </a:extLst>
          </p:cNvPr>
          <p:cNvSpPr/>
          <p:nvPr/>
        </p:nvSpPr>
        <p:spPr>
          <a:xfrm>
            <a:off x="7712976" y="2234511"/>
            <a:ext cx="2597506" cy="646331"/>
          </a:xfrm>
          <a:prstGeom prst="rect">
            <a:avLst/>
          </a:prstGeom>
        </p:spPr>
        <p:txBody>
          <a:bodyPr wrap="square" lIns="0" rIns="0" anchor="ctr">
            <a:spAutoFit/>
          </a:bodyPr>
          <a:lstStyle/>
          <a:p>
            <a:r>
              <a:rPr lang="en-IN" sz="1800" b="1" dirty="0">
                <a:solidFill>
                  <a:schemeClr val="accent6">
                    <a:lumMod val="50000"/>
                    <a:lumOff val="50000"/>
                  </a:schemeClr>
                </a:solidFill>
                <a:latin typeface="Open Sans" panose="020B0606030504020204" pitchFamily="34" charset="0"/>
                <a:ea typeface="Open Sans" panose="020B0606030504020204" pitchFamily="34" charset="0"/>
                <a:cs typeface="Open Sans" panose="020B0606030504020204" pitchFamily="34" charset="0"/>
              </a:rPr>
              <a:t>Behavior Definition with CURD</a:t>
            </a:r>
          </a:p>
        </p:txBody>
      </p:sp>
      <p:sp>
        <p:nvSpPr>
          <p:cNvPr id="52" name="Rectangle 51">
            <a:extLst>
              <a:ext uri="{FF2B5EF4-FFF2-40B4-BE49-F238E27FC236}">
                <a16:creationId xmlns:a16="http://schemas.microsoft.com/office/drawing/2014/main" id="{20C13AF4-68B6-4226-9401-EDB6ED0540C2}"/>
              </a:ext>
            </a:extLst>
          </p:cNvPr>
          <p:cNvSpPr/>
          <p:nvPr/>
        </p:nvSpPr>
        <p:spPr>
          <a:xfrm>
            <a:off x="8207924" y="3739022"/>
            <a:ext cx="2597506" cy="369332"/>
          </a:xfrm>
          <a:prstGeom prst="rect">
            <a:avLst/>
          </a:prstGeom>
        </p:spPr>
        <p:txBody>
          <a:bodyPr wrap="square" lIns="0" rIns="0" anchor="ctr">
            <a:spAutoFit/>
          </a:bodyPr>
          <a:lstStyle/>
          <a:p>
            <a:r>
              <a:rPr lang="en-IN" sz="1800" b="1" dirty="0">
                <a:solidFill>
                  <a:schemeClr val="accent3"/>
                </a:solidFill>
                <a:latin typeface="Open Sans" panose="020B0606030504020204" pitchFamily="34" charset="0"/>
                <a:ea typeface="Open Sans" panose="020B0606030504020204" pitchFamily="34" charset="0"/>
                <a:cs typeface="Open Sans" panose="020B0606030504020204" pitchFamily="34" charset="0"/>
              </a:rPr>
              <a:t>EML</a:t>
            </a:r>
          </a:p>
        </p:txBody>
      </p:sp>
      <p:sp>
        <p:nvSpPr>
          <p:cNvPr id="55" name="Rectangle 54">
            <a:extLst>
              <a:ext uri="{FF2B5EF4-FFF2-40B4-BE49-F238E27FC236}">
                <a16:creationId xmlns:a16="http://schemas.microsoft.com/office/drawing/2014/main" id="{C08D0B4E-C408-458A-9E80-98D57A618BD5}"/>
              </a:ext>
            </a:extLst>
          </p:cNvPr>
          <p:cNvSpPr/>
          <p:nvPr/>
        </p:nvSpPr>
        <p:spPr>
          <a:xfrm>
            <a:off x="8554525" y="4986670"/>
            <a:ext cx="2597506" cy="369332"/>
          </a:xfrm>
          <a:prstGeom prst="rect">
            <a:avLst/>
          </a:prstGeom>
        </p:spPr>
        <p:txBody>
          <a:bodyPr wrap="square" lIns="0" rIns="0" anchor="ctr">
            <a:spAutoFit/>
          </a:bodyPr>
          <a:lstStyle/>
          <a:p>
            <a:r>
              <a:rPr lang="en-IN" sz="1800" b="1" dirty="0">
                <a:solidFill>
                  <a:schemeClr val="accent4"/>
                </a:solidFill>
                <a:latin typeface="Open Sans" panose="020B0606030504020204" pitchFamily="34" charset="0"/>
                <a:ea typeface="Open Sans" panose="020B0606030504020204" pitchFamily="34" charset="0"/>
                <a:cs typeface="Open Sans" panose="020B0606030504020204" pitchFamily="34" charset="0"/>
              </a:rPr>
              <a:t>Class Pool</a:t>
            </a:r>
          </a:p>
        </p:txBody>
      </p:sp>
      <p:pic>
        <p:nvPicPr>
          <p:cNvPr id="2" name="Picture 4">
            <a:extLst>
              <a:ext uri="{FF2B5EF4-FFF2-40B4-BE49-F238E27FC236}">
                <a16:creationId xmlns:a16="http://schemas.microsoft.com/office/drawing/2014/main" id="{0ABA602A-777F-01F1-3482-2AA689766F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416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11"/>
        <p:cNvGrpSpPr/>
        <p:nvPr/>
      </p:nvGrpSpPr>
      <p:grpSpPr>
        <a:xfrm>
          <a:off x="0" y="0"/>
          <a:ext cx="0" cy="0"/>
          <a:chOff x="0" y="0"/>
          <a:chExt cx="0" cy="0"/>
        </a:xfrm>
      </p:grpSpPr>
      <p:sp>
        <p:nvSpPr>
          <p:cNvPr id="1313" name="Google Shape;1313;p59"/>
          <p:cNvSpPr txBox="1"/>
          <p:nvPr/>
        </p:nvSpPr>
        <p:spPr>
          <a:xfrm>
            <a:off x="191294" y="895"/>
            <a:ext cx="11231710" cy="64616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Development Flow – Processor and Approver</a:t>
            </a:r>
            <a:endParaRPr sz="3599" dirty="0">
              <a:solidFill>
                <a:srgbClr val="FFC000"/>
              </a:solidFill>
              <a:latin typeface="Cooper Black" panose="0208090404030B020404" pitchFamily="18" charset="0"/>
              <a:ea typeface="Corben"/>
              <a:cs typeface="Corben"/>
              <a:sym typeface="Corben"/>
            </a:endParaRPr>
          </a:p>
        </p:txBody>
      </p:sp>
      <p:sp>
        <p:nvSpPr>
          <p:cNvPr id="1316" name="Google Shape;1316;p59"/>
          <p:cNvSpPr/>
          <p:nvPr/>
        </p:nvSpPr>
        <p:spPr>
          <a:xfrm>
            <a:off x="4438228" y="4869160"/>
            <a:ext cx="3096344" cy="1080120"/>
          </a:xfrm>
          <a:prstGeom prst="rect">
            <a:avLst/>
          </a:prstGeom>
          <a:solidFill>
            <a:srgbClr val="00B050"/>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Business Object (definition)</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Includes the Travel, Booking and Booking Supplement CDS entities</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100 fields</a:t>
            </a:r>
            <a:endParaRPr dirty="0"/>
          </a:p>
        </p:txBody>
      </p:sp>
      <p:sp>
        <p:nvSpPr>
          <p:cNvPr id="1317" name="Google Shape;1317;p59"/>
          <p:cNvSpPr/>
          <p:nvPr/>
        </p:nvSpPr>
        <p:spPr>
          <a:xfrm>
            <a:off x="405780" y="647098"/>
            <a:ext cx="3096344" cy="646203"/>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lt1"/>
                </a:solidFill>
                <a:latin typeface="Calibri"/>
                <a:ea typeface="Calibri"/>
                <a:cs typeface="Calibri"/>
                <a:sym typeface="Calibri"/>
              </a:rPr>
              <a:t>Fiori App – Processor</a:t>
            </a:r>
            <a:endParaRPr dirty="0"/>
          </a:p>
          <a:p>
            <a:pPr marL="0" marR="0" lvl="0" indent="0" algn="ctr" rtl="0">
              <a:spcBef>
                <a:spcPts val="0"/>
              </a:spcBef>
              <a:spcAft>
                <a:spcPts val="0"/>
              </a:spcAft>
              <a:buNone/>
            </a:pPr>
            <a:r>
              <a:rPr lang="en-US" sz="1400" dirty="0">
                <a:solidFill>
                  <a:schemeClr val="lt1"/>
                </a:solidFill>
                <a:latin typeface="Calibri"/>
                <a:ea typeface="Calibri"/>
                <a:cs typeface="Calibri"/>
                <a:sym typeface="Calibri"/>
              </a:rPr>
              <a:t>Create, update, delete, copy travel</a:t>
            </a:r>
            <a:endParaRPr dirty="0"/>
          </a:p>
        </p:txBody>
      </p:sp>
      <p:sp>
        <p:nvSpPr>
          <p:cNvPr id="1318" name="Google Shape;1318;p59"/>
          <p:cNvSpPr/>
          <p:nvPr/>
        </p:nvSpPr>
        <p:spPr>
          <a:xfrm>
            <a:off x="8882191" y="691641"/>
            <a:ext cx="3024336" cy="646203"/>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Fiori App – Approver</a:t>
            </a:r>
            <a:endParaRPr/>
          </a:p>
          <a:p>
            <a:pPr marL="0" marR="0" lvl="0" indent="0" algn="ctr" rtl="0">
              <a:spcBef>
                <a:spcPts val="0"/>
              </a:spcBef>
              <a:spcAft>
                <a:spcPts val="0"/>
              </a:spcAft>
              <a:buNone/>
            </a:pPr>
            <a:r>
              <a:rPr lang="en-US" sz="1400">
                <a:solidFill>
                  <a:schemeClr val="lt1"/>
                </a:solidFill>
                <a:latin typeface="Calibri"/>
                <a:ea typeface="Calibri"/>
                <a:cs typeface="Calibri"/>
                <a:sym typeface="Calibri"/>
              </a:rPr>
              <a:t>Display the travel request data</a:t>
            </a:r>
            <a:endParaRPr/>
          </a:p>
        </p:txBody>
      </p:sp>
      <p:sp>
        <p:nvSpPr>
          <p:cNvPr id="1319" name="Google Shape;1319;p59"/>
          <p:cNvSpPr/>
          <p:nvPr/>
        </p:nvSpPr>
        <p:spPr>
          <a:xfrm>
            <a:off x="456151" y="4849657"/>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Business Object Projection</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For Processor</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30 fields to internet</a:t>
            </a:r>
            <a:endParaRPr dirty="0"/>
          </a:p>
        </p:txBody>
      </p:sp>
      <p:sp>
        <p:nvSpPr>
          <p:cNvPr id="1320" name="Google Shape;1320;p59"/>
          <p:cNvSpPr/>
          <p:nvPr/>
        </p:nvSpPr>
        <p:spPr>
          <a:xfrm>
            <a:off x="8882191" y="4869160"/>
            <a:ext cx="3024336" cy="108012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Calibri"/>
                <a:ea typeface="Calibri"/>
                <a:cs typeface="Calibri"/>
                <a:sym typeface="Calibri"/>
              </a:rPr>
              <a:t>Business Object Projection </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For Approver</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25 fields</a:t>
            </a:r>
            <a:endParaRPr/>
          </a:p>
        </p:txBody>
      </p:sp>
      <p:cxnSp>
        <p:nvCxnSpPr>
          <p:cNvPr id="1321" name="Google Shape;1321;p59"/>
          <p:cNvCxnSpPr>
            <a:stCxn id="1316" idx="1"/>
            <a:endCxn id="1319" idx="3"/>
          </p:cNvCxnSpPr>
          <p:nvPr/>
        </p:nvCxnSpPr>
        <p:spPr>
          <a:xfrm flipH="1" flipV="1">
            <a:off x="3480487" y="5389717"/>
            <a:ext cx="957741" cy="19503"/>
          </a:xfrm>
          <a:prstGeom prst="straightConnector1">
            <a:avLst/>
          </a:prstGeom>
          <a:noFill/>
          <a:ln w="9525" cap="flat" cmpd="sng">
            <a:solidFill>
              <a:schemeClr val="accent1"/>
            </a:solidFill>
            <a:prstDash val="solid"/>
            <a:miter lim="800000"/>
            <a:headEnd type="none" w="sm" len="sm"/>
            <a:tailEnd type="triangle" w="med" len="med"/>
          </a:ln>
        </p:spPr>
      </p:cxnSp>
      <p:cxnSp>
        <p:nvCxnSpPr>
          <p:cNvPr id="1322" name="Google Shape;1322;p59"/>
          <p:cNvCxnSpPr>
            <a:stCxn id="1316" idx="3"/>
            <a:endCxn id="1320" idx="1"/>
          </p:cNvCxnSpPr>
          <p:nvPr/>
        </p:nvCxnSpPr>
        <p:spPr>
          <a:xfrm>
            <a:off x="7534572" y="5409220"/>
            <a:ext cx="1347600" cy="0"/>
          </a:xfrm>
          <a:prstGeom prst="straightConnector1">
            <a:avLst/>
          </a:prstGeom>
          <a:noFill/>
          <a:ln w="9525" cap="flat" cmpd="sng">
            <a:solidFill>
              <a:schemeClr val="accent1"/>
            </a:solidFill>
            <a:prstDash val="solid"/>
            <a:miter lim="800000"/>
            <a:headEnd type="none" w="sm" len="sm"/>
            <a:tailEnd type="triangle" w="med" len="med"/>
          </a:ln>
        </p:spPr>
      </p:cxnSp>
      <p:sp>
        <p:nvSpPr>
          <p:cNvPr id="1323" name="Google Shape;1323;p59"/>
          <p:cNvSpPr/>
          <p:nvPr/>
        </p:nvSpPr>
        <p:spPr>
          <a:xfrm>
            <a:off x="405780" y="2132856"/>
            <a:ext cx="3024336" cy="72008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MDE for Processor Projection</a:t>
            </a:r>
            <a:endParaRPr dirty="0"/>
          </a:p>
        </p:txBody>
      </p:sp>
      <p:sp>
        <p:nvSpPr>
          <p:cNvPr id="1324" name="Google Shape;1324;p59"/>
          <p:cNvSpPr/>
          <p:nvPr/>
        </p:nvSpPr>
        <p:spPr>
          <a:xfrm>
            <a:off x="8882191" y="2155416"/>
            <a:ext cx="3024336" cy="720080"/>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MDE for approver Projection</a:t>
            </a:r>
            <a:endParaRPr dirty="0"/>
          </a:p>
        </p:txBody>
      </p:sp>
      <p:cxnSp>
        <p:nvCxnSpPr>
          <p:cNvPr id="1325" name="Google Shape;1325;p59"/>
          <p:cNvCxnSpPr>
            <a:stCxn id="1319" idx="0"/>
            <a:endCxn id="1323" idx="2"/>
          </p:cNvCxnSpPr>
          <p:nvPr/>
        </p:nvCxnSpPr>
        <p:spPr>
          <a:xfrm flipH="1" flipV="1">
            <a:off x="1917948" y="2852936"/>
            <a:ext cx="50371" cy="1996721"/>
          </a:xfrm>
          <a:prstGeom prst="straightConnector1">
            <a:avLst/>
          </a:prstGeom>
          <a:noFill/>
          <a:ln w="9525" cap="flat" cmpd="sng">
            <a:solidFill>
              <a:schemeClr val="accent1"/>
            </a:solidFill>
            <a:prstDash val="solid"/>
            <a:miter lim="800000"/>
            <a:headEnd type="none" w="sm" len="sm"/>
            <a:tailEnd type="triangle" w="med" len="med"/>
          </a:ln>
        </p:spPr>
      </p:cxnSp>
      <p:cxnSp>
        <p:nvCxnSpPr>
          <p:cNvPr id="1326" name="Google Shape;1326;p59"/>
          <p:cNvCxnSpPr>
            <a:stCxn id="1320" idx="0"/>
            <a:endCxn id="1324" idx="2"/>
          </p:cNvCxnSpPr>
          <p:nvPr/>
        </p:nvCxnSpPr>
        <p:spPr>
          <a:xfrm rot="10800000">
            <a:off x="10394359" y="2875360"/>
            <a:ext cx="0" cy="1993800"/>
          </a:xfrm>
          <a:prstGeom prst="straightConnector1">
            <a:avLst/>
          </a:prstGeom>
          <a:noFill/>
          <a:ln w="9525" cap="flat" cmpd="sng">
            <a:solidFill>
              <a:schemeClr val="accent1"/>
            </a:solidFill>
            <a:prstDash val="solid"/>
            <a:miter lim="800000"/>
            <a:headEnd type="none" w="sm" len="sm"/>
            <a:tailEnd type="triangle" w="med" len="med"/>
          </a:ln>
        </p:spPr>
      </p:cxnSp>
      <p:sp>
        <p:nvSpPr>
          <p:cNvPr id="1327" name="Google Shape;1327;p59"/>
          <p:cNvSpPr/>
          <p:nvPr/>
        </p:nvSpPr>
        <p:spPr>
          <a:xfrm>
            <a:off x="405780" y="1412776"/>
            <a:ext cx="1584176" cy="600605"/>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definition</a:t>
            </a:r>
            <a:endParaRPr/>
          </a:p>
        </p:txBody>
      </p:sp>
      <p:sp>
        <p:nvSpPr>
          <p:cNvPr id="1328" name="Google Shape;1328;p59"/>
          <p:cNvSpPr/>
          <p:nvPr/>
        </p:nvSpPr>
        <p:spPr>
          <a:xfrm>
            <a:off x="2061964" y="1416237"/>
            <a:ext cx="1440160" cy="600605"/>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Service Binding</a:t>
            </a:r>
            <a:endParaRPr dirty="0"/>
          </a:p>
        </p:txBody>
      </p:sp>
      <p:sp>
        <p:nvSpPr>
          <p:cNvPr id="1329" name="Google Shape;1329;p59"/>
          <p:cNvSpPr/>
          <p:nvPr/>
        </p:nvSpPr>
        <p:spPr>
          <a:xfrm>
            <a:off x="8855026" y="1464670"/>
            <a:ext cx="1584176" cy="600605"/>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definition</a:t>
            </a:r>
            <a:endParaRPr/>
          </a:p>
        </p:txBody>
      </p:sp>
      <p:sp>
        <p:nvSpPr>
          <p:cNvPr id="1330" name="Google Shape;1330;p59"/>
          <p:cNvSpPr/>
          <p:nvPr/>
        </p:nvSpPr>
        <p:spPr>
          <a:xfrm>
            <a:off x="10511210" y="1468131"/>
            <a:ext cx="1440160" cy="600605"/>
          </a:xfrm>
          <a:prstGeom prst="rect">
            <a:avLst/>
          </a:prstGeom>
          <a:solidFill>
            <a:schemeClr val="accen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lt1"/>
                </a:solidFill>
                <a:latin typeface="Calibri"/>
                <a:ea typeface="Calibri"/>
                <a:cs typeface="Calibri"/>
                <a:sym typeface="Calibri"/>
              </a:rPr>
              <a:t>Service Binding</a:t>
            </a:r>
            <a:endParaRPr/>
          </a:p>
        </p:txBody>
      </p:sp>
      <p:pic>
        <p:nvPicPr>
          <p:cNvPr id="1332" name="Google Shape;1332;p59" descr="A green circle with a white tick in it&#10;&#10;Description automatically generated"/>
          <p:cNvPicPr preferRelativeResize="0"/>
          <p:nvPr/>
        </p:nvPicPr>
        <p:blipFill rotWithShape="1">
          <a:blip r:embed="rId3">
            <a:alphaModFix/>
          </a:blip>
          <a:srcRect/>
          <a:stretch/>
        </p:blipFill>
        <p:spPr>
          <a:xfrm>
            <a:off x="66713" y="6379793"/>
            <a:ext cx="457206" cy="457206"/>
          </a:xfrm>
          <a:prstGeom prst="rect">
            <a:avLst/>
          </a:prstGeom>
          <a:noFill/>
          <a:ln>
            <a:noFill/>
          </a:ln>
        </p:spPr>
      </p:pic>
      <p:sp>
        <p:nvSpPr>
          <p:cNvPr id="1336" name="Google Shape;1336;p59"/>
          <p:cNvSpPr/>
          <p:nvPr/>
        </p:nvSpPr>
        <p:spPr>
          <a:xfrm>
            <a:off x="4418057" y="3560437"/>
            <a:ext cx="3096344" cy="1080120"/>
          </a:xfrm>
          <a:prstGeom prst="rect">
            <a:avLst/>
          </a:prstGeom>
          <a:solidFill>
            <a:srgbClr val="00B050"/>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Behavior Definition (BDEF)</a:t>
            </a:r>
            <a:endParaRPr dirty="0"/>
          </a:p>
          <a:p>
            <a:pPr marL="0" marR="0" lvl="0" indent="0" algn="ctr" rtl="0">
              <a:spcBef>
                <a:spcPts val="0"/>
              </a:spcBef>
              <a:spcAft>
                <a:spcPts val="0"/>
              </a:spcAft>
              <a:buNone/>
            </a:pPr>
            <a:r>
              <a:rPr lang="en-US" sz="1600" dirty="0">
                <a:solidFill>
                  <a:schemeClr val="lt1"/>
                </a:solidFill>
                <a:latin typeface="Calibri"/>
                <a:ea typeface="Calibri"/>
                <a:cs typeface="Calibri"/>
                <a:sym typeface="Calibri"/>
              </a:rPr>
              <a:t>Tell RAP framework regarding our operations which needs to be supported for BO (managed)</a:t>
            </a:r>
            <a:endParaRPr dirty="0"/>
          </a:p>
        </p:txBody>
      </p:sp>
      <p:sp>
        <p:nvSpPr>
          <p:cNvPr id="1337" name="Google Shape;1337;p59"/>
          <p:cNvSpPr/>
          <p:nvPr/>
        </p:nvSpPr>
        <p:spPr>
          <a:xfrm>
            <a:off x="405780" y="3555658"/>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BDEF Projection</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For Processor</a:t>
            </a:r>
            <a:endParaRPr dirty="0"/>
          </a:p>
          <a:p>
            <a:pPr marL="0" marR="0" lvl="0" indent="0" algn="ctr" rtl="0">
              <a:spcBef>
                <a:spcPts val="0"/>
              </a:spcBef>
              <a:spcAft>
                <a:spcPts val="0"/>
              </a:spcAft>
              <a:buNone/>
            </a:pPr>
            <a:r>
              <a:rPr lang="en-US" sz="1800" dirty="0">
                <a:solidFill>
                  <a:schemeClr val="lt1"/>
                </a:solidFill>
                <a:latin typeface="Calibri"/>
                <a:ea typeface="Calibri"/>
                <a:cs typeface="Calibri"/>
                <a:sym typeface="Calibri"/>
              </a:rPr>
              <a:t>Expose what is needed by a processor role in company</a:t>
            </a:r>
            <a:endParaRPr dirty="0"/>
          </a:p>
        </p:txBody>
      </p:sp>
      <p:cxnSp>
        <p:nvCxnSpPr>
          <p:cNvPr id="1338" name="Google Shape;1338;p59"/>
          <p:cNvCxnSpPr/>
          <p:nvPr/>
        </p:nvCxnSpPr>
        <p:spPr>
          <a:xfrm rot="10800000">
            <a:off x="3409945" y="4095718"/>
            <a:ext cx="1008112" cy="0"/>
          </a:xfrm>
          <a:prstGeom prst="straightConnector1">
            <a:avLst/>
          </a:prstGeom>
          <a:noFill/>
          <a:ln w="9525" cap="flat" cmpd="sng">
            <a:solidFill>
              <a:schemeClr val="accent1"/>
            </a:solidFill>
            <a:prstDash val="solid"/>
            <a:miter lim="800000"/>
            <a:headEnd type="none" w="sm" len="sm"/>
            <a:tailEnd type="triangle" w="med" len="med"/>
          </a:ln>
        </p:spPr>
      </p:cxnSp>
      <p:sp>
        <p:nvSpPr>
          <p:cNvPr id="1339" name="Google Shape;1339;p59"/>
          <p:cNvSpPr/>
          <p:nvPr/>
        </p:nvSpPr>
        <p:spPr>
          <a:xfrm>
            <a:off x="8853228" y="3557570"/>
            <a:ext cx="3024336" cy="1080120"/>
          </a:xfrm>
          <a:prstGeom prst="rect">
            <a:avLst/>
          </a:prstGeom>
          <a:solidFill>
            <a:srgbClr val="2F5496"/>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Calibri"/>
                <a:ea typeface="Calibri"/>
                <a:cs typeface="Calibri"/>
                <a:sym typeface="Calibri"/>
              </a:rPr>
              <a:t>BDEF Projection</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For Approver</a:t>
            </a:r>
            <a:endParaRPr/>
          </a:p>
          <a:p>
            <a:pPr marL="0" marR="0" lvl="0" indent="0" algn="ctr" rtl="0">
              <a:spcBef>
                <a:spcPts val="0"/>
              </a:spcBef>
              <a:spcAft>
                <a:spcPts val="0"/>
              </a:spcAft>
              <a:buNone/>
            </a:pPr>
            <a:r>
              <a:rPr lang="en-US" sz="1800">
                <a:solidFill>
                  <a:schemeClr val="lt1"/>
                </a:solidFill>
                <a:latin typeface="Calibri"/>
                <a:ea typeface="Calibri"/>
                <a:cs typeface="Calibri"/>
                <a:sym typeface="Calibri"/>
              </a:rPr>
              <a:t>Expose what is needed by a approver role in company</a:t>
            </a:r>
            <a:endParaRPr/>
          </a:p>
        </p:txBody>
      </p:sp>
      <p:cxnSp>
        <p:nvCxnSpPr>
          <p:cNvPr id="1340" name="Google Shape;1340;p59"/>
          <p:cNvCxnSpPr/>
          <p:nvPr/>
        </p:nvCxnSpPr>
        <p:spPr>
          <a:xfrm>
            <a:off x="7462564" y="4095718"/>
            <a:ext cx="1347619" cy="0"/>
          </a:xfrm>
          <a:prstGeom prst="straightConnector1">
            <a:avLst/>
          </a:prstGeom>
          <a:noFill/>
          <a:ln w="9525" cap="flat" cmpd="sng">
            <a:solidFill>
              <a:schemeClr val="accent1"/>
            </a:solidFill>
            <a:prstDash val="solid"/>
            <a:miter lim="800000"/>
            <a:headEnd type="none" w="sm" len="sm"/>
            <a:tailEnd type="triangle" w="med" len="med"/>
          </a:ln>
        </p:spPr>
      </p:cxnSp>
      <p:sp>
        <p:nvSpPr>
          <p:cNvPr id="3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92D050"/>
              </a:solidFill>
              <a:effectLst/>
              <a:uLnTx/>
              <a:uFillTx/>
              <a:latin typeface="Cambria" panose="02040503050406030204" pitchFamily="18" charset="0"/>
              <a:ea typeface="Cambria" panose="02040503050406030204" pitchFamily="18" charset="0"/>
              <a:cs typeface="Corben"/>
              <a:sym typeface="Corben"/>
            </a:endParaRPr>
          </a:p>
        </p:txBody>
      </p:sp>
      <p:pic>
        <p:nvPicPr>
          <p:cNvPr id="3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pic>
        <p:nvPicPr>
          <p:cNvPr id="2" name="Google Shape;1332;p59" descr="A green circle with a white tick in it&#10;&#10;Description automatically generated">
            <a:extLst>
              <a:ext uri="{FF2B5EF4-FFF2-40B4-BE49-F238E27FC236}">
                <a16:creationId xmlns:a16="http://schemas.microsoft.com/office/drawing/2014/main" id="{76005F72-69C8-C4DF-6236-CD65A73A64F2}"/>
              </a:ext>
            </a:extLst>
          </p:cNvPr>
          <p:cNvPicPr preferRelativeResize="0"/>
          <p:nvPr/>
        </p:nvPicPr>
        <p:blipFill rotWithShape="1">
          <a:blip r:embed="rId3">
            <a:alphaModFix/>
          </a:blip>
          <a:srcRect/>
          <a:stretch/>
        </p:blipFill>
        <p:spPr>
          <a:xfrm>
            <a:off x="4251052" y="4751995"/>
            <a:ext cx="457206" cy="457206"/>
          </a:xfrm>
          <a:prstGeom prst="rect">
            <a:avLst/>
          </a:prstGeom>
          <a:noFill/>
          <a:ln>
            <a:noFill/>
          </a:ln>
        </p:spPr>
      </p:pic>
      <p:pic>
        <p:nvPicPr>
          <p:cNvPr id="3" name="Google Shape;1332;p59" descr="A green circle with a white tick in it&#10;&#10;Description automatically generated">
            <a:extLst>
              <a:ext uri="{FF2B5EF4-FFF2-40B4-BE49-F238E27FC236}">
                <a16:creationId xmlns:a16="http://schemas.microsoft.com/office/drawing/2014/main" id="{D433512C-334B-79D8-0205-26E3E32A1624}"/>
              </a:ext>
            </a:extLst>
          </p:cNvPr>
          <p:cNvPicPr preferRelativeResize="0"/>
          <p:nvPr/>
        </p:nvPicPr>
        <p:blipFill rotWithShape="1">
          <a:blip r:embed="rId3">
            <a:alphaModFix/>
          </a:blip>
          <a:srcRect/>
          <a:stretch/>
        </p:blipFill>
        <p:spPr>
          <a:xfrm>
            <a:off x="185083" y="4697257"/>
            <a:ext cx="457206" cy="457206"/>
          </a:xfrm>
          <a:prstGeom prst="rect">
            <a:avLst/>
          </a:prstGeom>
          <a:noFill/>
          <a:ln>
            <a:noFill/>
          </a:ln>
        </p:spPr>
      </p:pic>
      <p:pic>
        <p:nvPicPr>
          <p:cNvPr id="4" name="Google Shape;1332;p59" descr="A green circle with a white tick in it&#10;&#10;Description automatically generated">
            <a:extLst>
              <a:ext uri="{FF2B5EF4-FFF2-40B4-BE49-F238E27FC236}">
                <a16:creationId xmlns:a16="http://schemas.microsoft.com/office/drawing/2014/main" id="{C8D99C57-AF8A-034A-BCD2-15E06CACA78F}"/>
              </a:ext>
            </a:extLst>
          </p:cNvPr>
          <p:cNvPicPr preferRelativeResize="0"/>
          <p:nvPr/>
        </p:nvPicPr>
        <p:blipFill rotWithShape="1">
          <a:blip r:embed="rId3">
            <a:alphaModFix/>
          </a:blip>
          <a:srcRect/>
          <a:stretch/>
        </p:blipFill>
        <p:spPr>
          <a:xfrm>
            <a:off x="66713" y="1349779"/>
            <a:ext cx="457206" cy="457206"/>
          </a:xfrm>
          <a:prstGeom prst="rect">
            <a:avLst/>
          </a:prstGeom>
          <a:noFill/>
          <a:ln>
            <a:noFill/>
          </a:ln>
        </p:spPr>
      </p:pic>
      <p:pic>
        <p:nvPicPr>
          <p:cNvPr id="5" name="Google Shape;1332;p59" descr="A green circle with a white tick in it&#10;&#10;Description automatically generated">
            <a:extLst>
              <a:ext uri="{FF2B5EF4-FFF2-40B4-BE49-F238E27FC236}">
                <a16:creationId xmlns:a16="http://schemas.microsoft.com/office/drawing/2014/main" id="{656DB8F6-91C7-21B3-0F00-95D751F37CCF}"/>
              </a:ext>
            </a:extLst>
          </p:cNvPr>
          <p:cNvPicPr preferRelativeResize="0"/>
          <p:nvPr/>
        </p:nvPicPr>
        <p:blipFill rotWithShape="1">
          <a:blip r:embed="rId3">
            <a:alphaModFix/>
          </a:blip>
          <a:srcRect/>
          <a:stretch/>
        </p:blipFill>
        <p:spPr>
          <a:xfrm>
            <a:off x="3393023" y="1315991"/>
            <a:ext cx="457206" cy="457206"/>
          </a:xfrm>
          <a:prstGeom prst="rect">
            <a:avLst/>
          </a:prstGeom>
          <a:noFill/>
          <a:ln>
            <a:noFill/>
          </a:ln>
        </p:spPr>
      </p:pic>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83E4538C-8F61-FA7C-1202-5A3FBA8FFDCE}"/>
                  </a:ext>
                </a:extLst>
              </p14:cNvPr>
              <p14:cNvContentPartPr/>
              <p14:nvPr/>
            </p14:nvContentPartPr>
            <p14:xfrm>
              <a:off x="288292" y="6615382"/>
              <a:ext cx="360" cy="360"/>
            </p14:xfrm>
          </p:contentPart>
        </mc:Choice>
        <mc:Fallback xmlns="">
          <p:pic>
            <p:nvPicPr>
              <p:cNvPr id="8" name="Ink 7">
                <a:extLst>
                  <a:ext uri="{FF2B5EF4-FFF2-40B4-BE49-F238E27FC236}">
                    <a16:creationId xmlns:a16="http://schemas.microsoft.com/office/drawing/2014/main" id="{83E4538C-8F61-FA7C-1202-5A3FBA8FFDCE}"/>
                  </a:ext>
                </a:extLst>
              </p:cNvPr>
              <p:cNvPicPr/>
              <p:nvPr/>
            </p:nvPicPr>
            <p:blipFill>
              <a:blip r:embed="rId6"/>
              <a:stretch>
                <a:fillRect/>
              </a:stretch>
            </p:blipFill>
            <p:spPr>
              <a:xfrm>
                <a:off x="279292" y="6606382"/>
                <a:ext cx="18000" cy="18000"/>
              </a:xfrm>
              <a:prstGeom prst="rect">
                <a:avLst/>
              </a:prstGeom>
            </p:spPr>
          </p:pic>
        </mc:Fallback>
      </mc:AlternateContent>
      <p:pic>
        <p:nvPicPr>
          <p:cNvPr id="9" name="Google Shape;1332;p59" descr="A green circle with a white tick in it&#10;&#10;Description automatically generated">
            <a:extLst>
              <a:ext uri="{FF2B5EF4-FFF2-40B4-BE49-F238E27FC236}">
                <a16:creationId xmlns:a16="http://schemas.microsoft.com/office/drawing/2014/main" id="{EB2B8A03-3D4F-8C68-8797-C5726F10CDE5}"/>
              </a:ext>
            </a:extLst>
          </p:cNvPr>
          <p:cNvPicPr preferRelativeResize="0"/>
          <p:nvPr/>
        </p:nvPicPr>
        <p:blipFill rotWithShape="1">
          <a:blip r:embed="rId3">
            <a:alphaModFix/>
          </a:blip>
          <a:srcRect/>
          <a:stretch/>
        </p:blipFill>
        <p:spPr>
          <a:xfrm>
            <a:off x="37565" y="2016842"/>
            <a:ext cx="457206" cy="457206"/>
          </a:xfrm>
          <a:prstGeom prst="rect">
            <a:avLst/>
          </a:prstGeom>
          <a:noFill/>
          <a:ln>
            <a:noFill/>
          </a:ln>
        </p:spPr>
      </p:pic>
      <p:pic>
        <p:nvPicPr>
          <p:cNvPr id="17" name="Google Shape;1332;p59" descr="A green circle with a white tick in it&#10;&#10;Description automatically generated">
            <a:extLst>
              <a:ext uri="{FF2B5EF4-FFF2-40B4-BE49-F238E27FC236}">
                <a16:creationId xmlns:a16="http://schemas.microsoft.com/office/drawing/2014/main" id="{9456DD62-E612-424E-A9E7-4EDE8D9FC8EA}"/>
              </a:ext>
            </a:extLst>
          </p:cNvPr>
          <p:cNvPicPr preferRelativeResize="0"/>
          <p:nvPr/>
        </p:nvPicPr>
        <p:blipFill rotWithShape="1">
          <a:blip r:embed="rId3">
            <a:alphaModFix/>
          </a:blip>
          <a:srcRect/>
          <a:stretch/>
        </p:blipFill>
        <p:spPr>
          <a:xfrm>
            <a:off x="4167932" y="3297563"/>
            <a:ext cx="457206" cy="457206"/>
          </a:xfrm>
          <a:prstGeom prst="rect">
            <a:avLst/>
          </a:prstGeom>
          <a:noFill/>
          <a:ln>
            <a:noFill/>
          </a:ln>
        </p:spPr>
      </p:pic>
      <p:pic>
        <p:nvPicPr>
          <p:cNvPr id="18" name="Google Shape;1332;p59" descr="A green circle with a white tick in it&#10;&#10;Description automatically generated">
            <a:extLst>
              <a:ext uri="{FF2B5EF4-FFF2-40B4-BE49-F238E27FC236}">
                <a16:creationId xmlns:a16="http://schemas.microsoft.com/office/drawing/2014/main" id="{0E781AA4-F586-5949-45AC-04FBD96A68CE}"/>
              </a:ext>
            </a:extLst>
          </p:cNvPr>
          <p:cNvPicPr preferRelativeResize="0"/>
          <p:nvPr/>
        </p:nvPicPr>
        <p:blipFill rotWithShape="1">
          <a:blip r:embed="rId3">
            <a:alphaModFix/>
          </a:blip>
          <a:srcRect/>
          <a:stretch/>
        </p:blipFill>
        <p:spPr>
          <a:xfrm>
            <a:off x="185083" y="3394090"/>
            <a:ext cx="457206" cy="45720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CCC554-5F5F-4C41-842A-E233080CC55E}"/>
              </a:ext>
            </a:extLst>
          </p:cNvPr>
          <p:cNvSpPr>
            <a:spLocks noGrp="1"/>
          </p:cNvSpPr>
          <p:nvPr>
            <p:ph type="sldNum" sz="quarter" idx="12"/>
          </p:nvPr>
        </p:nvSpPr>
        <p:spPr>
          <a:xfrm>
            <a:off x="11701102" y="6446501"/>
            <a:ext cx="330114" cy="366087"/>
          </a:xfrm>
        </p:spPr>
        <p:txBody>
          <a:bodyPr/>
          <a:lstStyle/>
          <a:p>
            <a:fld id="{96E69268-9C8B-4EBF-A9EE-DC5DC2D48DC3}" type="slidenum">
              <a:rPr lang="en-US" sz="1333"/>
              <a:pPr/>
              <a:t>5</a:t>
            </a:fld>
            <a:endParaRPr lang="en-US" sz="1333" dirty="0">
              <a:latin typeface="Segoe UI Black" panose="020B0A02040204020203" pitchFamily="34" charset="0"/>
              <a:ea typeface="Segoe UI Black" panose="020B0A02040204020203" pitchFamily="34" charset="0"/>
            </a:endParaRPr>
          </a:p>
        </p:txBody>
      </p:sp>
      <p:sp>
        <p:nvSpPr>
          <p:cNvPr id="87" name="TextBox 86">
            <a:extLst>
              <a:ext uri="{FF2B5EF4-FFF2-40B4-BE49-F238E27FC236}">
                <a16:creationId xmlns:a16="http://schemas.microsoft.com/office/drawing/2014/main" id="{A775FDA3-5EF9-E28D-894C-872BB03E42EE}"/>
              </a:ext>
            </a:extLst>
          </p:cNvPr>
          <p:cNvSpPr txBox="1"/>
          <p:nvPr/>
        </p:nvSpPr>
        <p:spPr>
          <a:xfrm>
            <a:off x="224979" y="788088"/>
            <a:ext cx="11806237" cy="2031325"/>
          </a:xfrm>
          <a:prstGeom prst="rect">
            <a:avLst/>
          </a:prstGeom>
          <a:noFill/>
        </p:spPr>
        <p:txBody>
          <a:bodyPr wrap="square" rtlCol="0">
            <a:spAutoFit/>
          </a:bodyPr>
          <a:lstStyle/>
          <a:p>
            <a:r>
              <a:rPr lang="en-US" sz="1800" dirty="0"/>
              <a:t>As an application developer we want to determine which entities of our BO needs to allow create-, update-, delete- operations. Apart from that which properties of BO are allowed to be mandatory, read only, creatable, updatable. We can also control the availability of our data actions.</a:t>
            </a:r>
          </a:p>
          <a:p>
            <a:r>
              <a:rPr lang="en-US" sz="1800" dirty="0"/>
              <a:t>In RAP, feature controls are of 2 types:</a:t>
            </a:r>
          </a:p>
          <a:p>
            <a:pPr marL="342900" indent="-342900">
              <a:buAutoNum type="arabicPeriod"/>
            </a:pPr>
            <a:r>
              <a:rPr lang="en-US" sz="1800" dirty="0"/>
              <a:t>Static feature control – are specified at the level of behavior definition only. Statically declared and easy to implement.</a:t>
            </a:r>
          </a:p>
          <a:p>
            <a:pPr marL="342900" indent="-342900">
              <a:buAutoNum type="arabicPeriod"/>
            </a:pPr>
            <a:r>
              <a:rPr lang="en-US" sz="1800" dirty="0"/>
              <a:t>Dynamic feature control – complex to implement for more complex requirements. They require a mandatory implementation in BIMP class. We use keyword </a:t>
            </a:r>
            <a:r>
              <a:rPr lang="en-US" sz="1800" b="1" dirty="0" err="1"/>
              <a:t>features:instance</a:t>
            </a:r>
            <a:endParaRPr lang="en-IN" sz="1800" b="1" dirty="0"/>
          </a:p>
        </p:txBody>
      </p:sp>
      <p:sp>
        <p:nvSpPr>
          <p:cNvPr id="90" name="TextBox 89">
            <a:extLst>
              <a:ext uri="{FF2B5EF4-FFF2-40B4-BE49-F238E27FC236}">
                <a16:creationId xmlns:a16="http://schemas.microsoft.com/office/drawing/2014/main" id="{C8312175-0071-5A91-06A9-3499F67EC833}"/>
              </a:ext>
            </a:extLst>
          </p:cNvPr>
          <p:cNvSpPr txBox="1"/>
          <p:nvPr/>
        </p:nvSpPr>
        <p:spPr>
          <a:xfrm>
            <a:off x="191294" y="895"/>
            <a:ext cx="11231710" cy="646203"/>
          </a:xfrm>
          <a:prstGeom prst="rect">
            <a:avLst/>
          </a:prstGeom>
          <a:noFill/>
        </p:spPr>
        <p:txBody>
          <a:bodyPr wrap="square" rtlCol="0">
            <a:spAutoFit/>
          </a:bodyPr>
          <a:lstStyle/>
          <a:p>
            <a:r>
              <a:rPr lang="en-US" sz="3599" dirty="0">
                <a:latin typeface="Cooper Black" panose="0208090404030B020404" pitchFamily="18" charset="0"/>
              </a:rPr>
              <a:t>Feature Control</a:t>
            </a:r>
            <a:endParaRPr lang="en-IN" sz="3599" dirty="0">
              <a:latin typeface="Cooper Black" panose="0208090404030B020404" pitchFamily="18" charset="0"/>
            </a:endParaRPr>
          </a:p>
        </p:txBody>
      </p:sp>
      <p:sp>
        <p:nvSpPr>
          <p:cNvPr id="2" name="TextBox 1">
            <a:extLst>
              <a:ext uri="{FF2B5EF4-FFF2-40B4-BE49-F238E27FC236}">
                <a16:creationId xmlns:a16="http://schemas.microsoft.com/office/drawing/2014/main" id="{0B33C8CC-0F2E-5DA3-7FA8-B6BA9EE56AA2}"/>
              </a:ext>
            </a:extLst>
          </p:cNvPr>
          <p:cNvSpPr txBox="1"/>
          <p:nvPr/>
        </p:nvSpPr>
        <p:spPr>
          <a:xfrm>
            <a:off x="9249806" y="6491044"/>
            <a:ext cx="2961680" cy="276999"/>
          </a:xfrm>
          <a:prstGeom prst="rect">
            <a:avLst/>
          </a:prstGeom>
          <a:noFill/>
        </p:spPr>
        <p:txBody>
          <a:bodyPr wrap="square" rtlCol="0">
            <a:spAutoFit/>
          </a:bodyPr>
          <a:lstStyle/>
          <a:p>
            <a:r>
              <a:rPr lang="en-US" sz="1200" dirty="0">
                <a:latin typeface="Cooper Black" panose="0208090404030B020404" pitchFamily="18" charset="0"/>
              </a:rPr>
              <a:t>www.anubhavtrainings.com</a:t>
            </a:r>
            <a:endParaRPr lang="en-IN" sz="1200" dirty="0">
              <a:latin typeface="Cooper Black" panose="0208090404030B020404" pitchFamily="18" charset="0"/>
            </a:endParaRPr>
          </a:p>
        </p:txBody>
      </p:sp>
      <p:pic>
        <p:nvPicPr>
          <p:cNvPr id="3" name="Picture 2">
            <a:extLst>
              <a:ext uri="{FF2B5EF4-FFF2-40B4-BE49-F238E27FC236}">
                <a16:creationId xmlns:a16="http://schemas.microsoft.com/office/drawing/2014/main" id="{F89C887D-D9BC-50F6-8EC1-542E14ED8A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688213" y="45412"/>
            <a:ext cx="436629" cy="431260"/>
          </a:xfrm>
          <a:prstGeom prst="rect">
            <a:avLst/>
          </a:prstGeom>
          <a:effectLst>
            <a:outerShdw blurRad="50800" dist="38100" dir="2700000" algn="tl" rotWithShape="0">
              <a:prstClr val="black">
                <a:alpha val="40000"/>
              </a:prstClr>
            </a:outerShdw>
          </a:effectLst>
        </p:spPr>
      </p:pic>
      <p:pic>
        <p:nvPicPr>
          <p:cNvPr id="8" name="Picture 7">
            <a:extLst>
              <a:ext uri="{FF2B5EF4-FFF2-40B4-BE49-F238E27FC236}">
                <a16:creationId xmlns:a16="http://schemas.microsoft.com/office/drawing/2014/main" id="{F197B89D-2325-12C8-E987-51633A1ECDD4}"/>
              </a:ext>
            </a:extLst>
          </p:cNvPr>
          <p:cNvPicPr>
            <a:picLocks noChangeAspect="1"/>
          </p:cNvPicPr>
          <p:nvPr/>
        </p:nvPicPr>
        <p:blipFill>
          <a:blip r:embed="rId3"/>
          <a:stretch>
            <a:fillRect/>
          </a:stretch>
        </p:blipFill>
        <p:spPr>
          <a:xfrm>
            <a:off x="1978950" y="3270974"/>
            <a:ext cx="7773521" cy="3089713"/>
          </a:xfrm>
          <a:prstGeom prst="rect">
            <a:avLst/>
          </a:prstGeom>
        </p:spPr>
      </p:pic>
    </p:spTree>
    <p:extLst>
      <p:ext uri="{BB962C8B-B14F-4D97-AF65-F5344CB8AC3E}">
        <p14:creationId xmlns:p14="http://schemas.microsoft.com/office/powerpoint/2010/main" val="24376959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1CCC554-5F5F-4C41-842A-E233080CC55E}"/>
              </a:ext>
            </a:extLst>
          </p:cNvPr>
          <p:cNvSpPr>
            <a:spLocks noGrp="1"/>
          </p:cNvSpPr>
          <p:nvPr>
            <p:ph type="sldNum" sz="quarter" idx="12"/>
          </p:nvPr>
        </p:nvSpPr>
        <p:spPr>
          <a:xfrm>
            <a:off x="11701102" y="6446501"/>
            <a:ext cx="330114" cy="366087"/>
          </a:xfrm>
        </p:spPr>
        <p:txBody>
          <a:bodyPr/>
          <a:lstStyle/>
          <a:p>
            <a:fld id="{96E69268-9C8B-4EBF-A9EE-DC5DC2D48DC3}" type="slidenum">
              <a:rPr lang="en-US" sz="1333"/>
              <a:pPr/>
              <a:t>6</a:t>
            </a:fld>
            <a:endParaRPr lang="en-US" sz="1333" dirty="0">
              <a:latin typeface="Segoe UI Black" panose="020B0A02040204020203" pitchFamily="34" charset="0"/>
              <a:ea typeface="Segoe UI Black" panose="020B0A02040204020203" pitchFamily="34" charset="0"/>
            </a:endParaRPr>
          </a:p>
        </p:txBody>
      </p:sp>
      <p:sp>
        <p:nvSpPr>
          <p:cNvPr id="87" name="TextBox 86">
            <a:extLst>
              <a:ext uri="{FF2B5EF4-FFF2-40B4-BE49-F238E27FC236}">
                <a16:creationId xmlns:a16="http://schemas.microsoft.com/office/drawing/2014/main" id="{A775FDA3-5EF9-E28D-894C-872BB03E42EE}"/>
              </a:ext>
            </a:extLst>
          </p:cNvPr>
          <p:cNvSpPr txBox="1"/>
          <p:nvPr/>
        </p:nvSpPr>
        <p:spPr>
          <a:xfrm>
            <a:off x="224979" y="788088"/>
            <a:ext cx="11806237" cy="4524315"/>
          </a:xfrm>
          <a:prstGeom prst="rect">
            <a:avLst/>
          </a:prstGeom>
          <a:noFill/>
        </p:spPr>
        <p:txBody>
          <a:bodyPr wrap="square" rtlCol="0">
            <a:spAutoFit/>
          </a:bodyPr>
          <a:lstStyle/>
          <a:p>
            <a:r>
              <a:rPr lang="en-US" sz="1800" dirty="0"/>
              <a:t>In the context of RAP, an action is a non-standard operation that change the data of a BO instance or create new BO instances. They are self implemented operations. There are two main categories of data actions can be implemented in RAP:</a:t>
            </a:r>
          </a:p>
          <a:p>
            <a:endParaRPr lang="en-US" sz="1800" dirty="0"/>
          </a:p>
          <a:p>
            <a:r>
              <a:rPr lang="en-US" sz="1800" b="1" dirty="0"/>
              <a:t>Non factory action: </a:t>
            </a:r>
            <a:r>
              <a:rPr lang="en-US" sz="1800" dirty="0"/>
              <a:t>Defines a RAP action which offers the non-standard behavior and implement custom logic in handler with MODIFY clause. A non factory action can be of 2 sub types (</a:t>
            </a:r>
            <a:r>
              <a:rPr lang="en-US" sz="1800" b="1" dirty="0"/>
              <a:t>change a property of a record)</a:t>
            </a:r>
            <a:endParaRPr lang="en-US" sz="1800" dirty="0"/>
          </a:p>
          <a:p>
            <a:pPr marL="342900" indent="-342900">
              <a:buAutoNum type="alphaLcPeriod"/>
            </a:pPr>
            <a:r>
              <a:rPr lang="en-US" sz="1800" b="1" dirty="0"/>
              <a:t>Static – </a:t>
            </a:r>
            <a:r>
              <a:rPr lang="en-US" sz="1800" dirty="0"/>
              <a:t>they are not bound to any instance, they are generic and can be applied to all instances, like we want to change the booking fees for all travel request as fix price during promotion period.</a:t>
            </a:r>
          </a:p>
          <a:p>
            <a:pPr marL="342900" indent="-342900">
              <a:buAutoNum type="alphaLcPeriod"/>
            </a:pPr>
            <a:r>
              <a:rPr lang="en-US" sz="1800" b="1" dirty="0"/>
              <a:t>Instance – </a:t>
            </a:r>
            <a:r>
              <a:rPr lang="en-US" sz="1800" dirty="0"/>
              <a:t>An action that, by default relates to a BO RAP entity instance and changes the state of BO instance. E.g. like approve or reject a travel request where user choose a instance which they want to work with.</a:t>
            </a:r>
          </a:p>
          <a:p>
            <a:pPr marL="342900" indent="-342900">
              <a:buAutoNum type="alphaLcPeriod"/>
            </a:pPr>
            <a:endParaRPr lang="en-US" sz="1800" b="1" dirty="0"/>
          </a:p>
          <a:p>
            <a:r>
              <a:rPr lang="en-US" sz="1800" b="1" dirty="0"/>
              <a:t>Factory Action – </a:t>
            </a:r>
            <a:r>
              <a:rPr lang="en-US" sz="1800" dirty="0"/>
              <a:t>A factory action used to </a:t>
            </a:r>
            <a:r>
              <a:rPr lang="en-US" sz="1800" b="1" dirty="0"/>
              <a:t>create</a:t>
            </a:r>
            <a:r>
              <a:rPr lang="en-US" sz="1800" dirty="0"/>
              <a:t> new BO instances. A factory action can be instance-bound (default) or static.</a:t>
            </a:r>
            <a:endParaRPr lang="en-IN" sz="1800" dirty="0"/>
          </a:p>
          <a:p>
            <a:pPr marL="342900" indent="-342900">
              <a:buAutoNum type="alphaLcPeriod"/>
            </a:pPr>
            <a:r>
              <a:rPr lang="en-IN" sz="1800" dirty="0"/>
              <a:t>Instance – that copy specific values of an instance and create new instances based on copied data</a:t>
            </a:r>
          </a:p>
          <a:p>
            <a:pPr marL="342900" indent="-342900">
              <a:buAutoNum type="alphaLcPeriod"/>
            </a:pPr>
            <a:r>
              <a:rPr lang="en-IN" sz="1800" dirty="0"/>
              <a:t>Static – can be used to create instances with prefilled default values</a:t>
            </a:r>
          </a:p>
          <a:p>
            <a:endParaRPr lang="en-US" sz="1800" dirty="0"/>
          </a:p>
        </p:txBody>
      </p:sp>
      <p:sp>
        <p:nvSpPr>
          <p:cNvPr id="90" name="TextBox 89">
            <a:extLst>
              <a:ext uri="{FF2B5EF4-FFF2-40B4-BE49-F238E27FC236}">
                <a16:creationId xmlns:a16="http://schemas.microsoft.com/office/drawing/2014/main" id="{C8312175-0071-5A91-06A9-3499F67EC833}"/>
              </a:ext>
            </a:extLst>
          </p:cNvPr>
          <p:cNvSpPr txBox="1"/>
          <p:nvPr/>
        </p:nvSpPr>
        <p:spPr>
          <a:xfrm>
            <a:off x="191294" y="895"/>
            <a:ext cx="11231710" cy="646203"/>
          </a:xfrm>
          <a:prstGeom prst="rect">
            <a:avLst/>
          </a:prstGeom>
          <a:noFill/>
        </p:spPr>
        <p:txBody>
          <a:bodyPr wrap="square" rtlCol="0">
            <a:spAutoFit/>
          </a:bodyPr>
          <a:lstStyle/>
          <a:p>
            <a:r>
              <a:rPr lang="en-US" sz="3599" dirty="0">
                <a:latin typeface="Cooper Black" panose="0208090404030B020404" pitchFamily="18" charset="0"/>
              </a:rPr>
              <a:t>Data Actions in RAP</a:t>
            </a:r>
            <a:endParaRPr lang="en-IN" sz="3599" dirty="0">
              <a:latin typeface="Cooper Black" panose="0208090404030B020404" pitchFamily="18" charset="0"/>
            </a:endParaRPr>
          </a:p>
        </p:txBody>
      </p:sp>
      <p:sp>
        <p:nvSpPr>
          <p:cNvPr id="2" name="TextBox 1">
            <a:extLst>
              <a:ext uri="{FF2B5EF4-FFF2-40B4-BE49-F238E27FC236}">
                <a16:creationId xmlns:a16="http://schemas.microsoft.com/office/drawing/2014/main" id="{0B33C8CC-0F2E-5DA3-7FA8-B6BA9EE56AA2}"/>
              </a:ext>
            </a:extLst>
          </p:cNvPr>
          <p:cNvSpPr txBox="1"/>
          <p:nvPr/>
        </p:nvSpPr>
        <p:spPr>
          <a:xfrm>
            <a:off x="9249806" y="6491044"/>
            <a:ext cx="2961680" cy="276999"/>
          </a:xfrm>
          <a:prstGeom prst="rect">
            <a:avLst/>
          </a:prstGeom>
          <a:noFill/>
        </p:spPr>
        <p:txBody>
          <a:bodyPr wrap="square" rtlCol="0">
            <a:spAutoFit/>
          </a:bodyPr>
          <a:lstStyle/>
          <a:p>
            <a:r>
              <a:rPr lang="en-US" sz="1200" dirty="0">
                <a:latin typeface="Cooper Black" panose="0208090404030B020404" pitchFamily="18" charset="0"/>
              </a:rPr>
              <a:t>www.anubhavtrainings.com</a:t>
            </a:r>
            <a:endParaRPr lang="en-IN" sz="1200" dirty="0">
              <a:latin typeface="Cooper Black" panose="0208090404030B020404" pitchFamily="18" charset="0"/>
            </a:endParaRPr>
          </a:p>
        </p:txBody>
      </p:sp>
      <p:pic>
        <p:nvPicPr>
          <p:cNvPr id="3" name="Picture 2">
            <a:extLst>
              <a:ext uri="{FF2B5EF4-FFF2-40B4-BE49-F238E27FC236}">
                <a16:creationId xmlns:a16="http://schemas.microsoft.com/office/drawing/2014/main" id="{F89C887D-D9BC-50F6-8EC1-542E14ED8A8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688213" y="45412"/>
            <a:ext cx="436629" cy="43126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440204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5" name="Ink 4">
                <a:extLst>
                  <a:ext uri="{FF2B5EF4-FFF2-40B4-BE49-F238E27FC236}">
                    <a16:creationId xmlns:a16="http://schemas.microsoft.com/office/drawing/2014/main" id="{2F6BA8DA-1397-D95B-3949-C7754D2F30B2}"/>
                  </a:ext>
                </a:extLst>
              </p14:cNvPr>
              <p14:cNvContentPartPr/>
              <p14:nvPr/>
            </p14:nvContentPartPr>
            <p14:xfrm>
              <a:off x="1258664" y="808122"/>
              <a:ext cx="360" cy="360"/>
            </p14:xfrm>
          </p:contentPart>
        </mc:Choice>
        <mc:Fallback>
          <p:pic>
            <p:nvPicPr>
              <p:cNvPr id="5" name="Ink 4">
                <a:extLst>
                  <a:ext uri="{FF2B5EF4-FFF2-40B4-BE49-F238E27FC236}">
                    <a16:creationId xmlns:a16="http://schemas.microsoft.com/office/drawing/2014/main" id="{2F6BA8DA-1397-D95B-3949-C7754D2F30B2}"/>
                  </a:ext>
                </a:extLst>
              </p:cNvPr>
              <p:cNvPicPr/>
              <p:nvPr/>
            </p:nvPicPr>
            <p:blipFill>
              <a:blip r:embed="rId3"/>
              <a:stretch>
                <a:fillRect/>
              </a:stretch>
            </p:blipFill>
            <p:spPr>
              <a:xfrm>
                <a:off x="1250024" y="799482"/>
                <a:ext cx="18000" cy="18000"/>
              </a:xfrm>
              <a:prstGeom prst="rect">
                <a:avLst/>
              </a:prstGeom>
            </p:spPr>
          </p:pic>
        </mc:Fallback>
      </mc:AlternateContent>
      <p:grpSp>
        <p:nvGrpSpPr>
          <p:cNvPr id="13" name="Group 12">
            <a:extLst>
              <a:ext uri="{FF2B5EF4-FFF2-40B4-BE49-F238E27FC236}">
                <a16:creationId xmlns:a16="http://schemas.microsoft.com/office/drawing/2014/main" id="{099CD3D6-B544-DF0F-E062-4704A229D3AD}"/>
              </a:ext>
            </a:extLst>
          </p:cNvPr>
          <p:cNvGrpSpPr/>
          <p:nvPr/>
        </p:nvGrpSpPr>
        <p:grpSpPr>
          <a:xfrm>
            <a:off x="728744" y="615162"/>
            <a:ext cx="258480" cy="187560"/>
            <a:chOff x="728744" y="615162"/>
            <a:chExt cx="258480" cy="187560"/>
          </a:xfrm>
        </p:grpSpPr>
        <mc:AlternateContent xmlns:mc="http://schemas.openxmlformats.org/markup-compatibility/2006">
          <mc:Choice xmlns:p14="http://schemas.microsoft.com/office/powerpoint/2010/main" Requires="p14">
            <p:contentPart p14:bwMode="auto" r:id="rId4">
              <p14:nvContentPartPr>
                <p14:cNvPr id="6" name="Ink 5">
                  <a:extLst>
                    <a:ext uri="{FF2B5EF4-FFF2-40B4-BE49-F238E27FC236}">
                      <a16:creationId xmlns:a16="http://schemas.microsoft.com/office/drawing/2014/main" id="{5B76C2C3-13DB-C6AF-C9AA-D5F580E074DB}"/>
                    </a:ext>
                  </a:extLst>
                </p14:cNvPr>
                <p14:cNvContentPartPr/>
                <p14:nvPr/>
              </p14:nvContentPartPr>
              <p14:xfrm>
                <a:off x="728744" y="629562"/>
                <a:ext cx="258480" cy="89640"/>
              </p14:xfrm>
            </p:contentPart>
          </mc:Choice>
          <mc:Fallback>
            <p:pic>
              <p:nvPicPr>
                <p:cNvPr id="6" name="Ink 5">
                  <a:extLst>
                    <a:ext uri="{FF2B5EF4-FFF2-40B4-BE49-F238E27FC236}">
                      <a16:creationId xmlns:a16="http://schemas.microsoft.com/office/drawing/2014/main" id="{5B76C2C3-13DB-C6AF-C9AA-D5F580E074DB}"/>
                    </a:ext>
                  </a:extLst>
                </p:cNvPr>
                <p:cNvPicPr/>
                <p:nvPr/>
              </p:nvPicPr>
              <p:blipFill>
                <a:blip r:embed="rId5"/>
                <a:stretch>
                  <a:fillRect/>
                </a:stretch>
              </p:blipFill>
              <p:spPr>
                <a:xfrm>
                  <a:off x="720104" y="620562"/>
                  <a:ext cx="27612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7" name="Ink 6">
                  <a:extLst>
                    <a:ext uri="{FF2B5EF4-FFF2-40B4-BE49-F238E27FC236}">
                      <a16:creationId xmlns:a16="http://schemas.microsoft.com/office/drawing/2014/main" id="{6E85F1D1-A2CA-815D-4147-C0A0CEC4CB7B}"/>
                    </a:ext>
                  </a:extLst>
                </p14:cNvPr>
                <p14:cNvContentPartPr/>
                <p14:nvPr/>
              </p14:nvContentPartPr>
              <p14:xfrm>
                <a:off x="900824" y="615162"/>
                <a:ext cx="79560" cy="187560"/>
              </p14:xfrm>
            </p:contentPart>
          </mc:Choice>
          <mc:Fallback>
            <p:pic>
              <p:nvPicPr>
                <p:cNvPr id="7" name="Ink 6">
                  <a:extLst>
                    <a:ext uri="{FF2B5EF4-FFF2-40B4-BE49-F238E27FC236}">
                      <a16:creationId xmlns:a16="http://schemas.microsoft.com/office/drawing/2014/main" id="{6E85F1D1-A2CA-815D-4147-C0A0CEC4CB7B}"/>
                    </a:ext>
                  </a:extLst>
                </p:cNvPr>
                <p:cNvPicPr/>
                <p:nvPr/>
              </p:nvPicPr>
              <p:blipFill>
                <a:blip r:embed="rId7"/>
                <a:stretch>
                  <a:fillRect/>
                </a:stretch>
              </p:blipFill>
              <p:spPr>
                <a:xfrm>
                  <a:off x="891824" y="606162"/>
                  <a:ext cx="97200" cy="205200"/>
                </a:xfrm>
                <a:prstGeom prst="rect">
                  <a:avLst/>
                </a:prstGeom>
              </p:spPr>
            </p:pic>
          </mc:Fallback>
        </mc:AlternateContent>
      </p:grpSp>
      <p:grpSp>
        <p:nvGrpSpPr>
          <p:cNvPr id="12" name="Group 11">
            <a:extLst>
              <a:ext uri="{FF2B5EF4-FFF2-40B4-BE49-F238E27FC236}">
                <a16:creationId xmlns:a16="http://schemas.microsoft.com/office/drawing/2014/main" id="{17C99C39-4ED0-DE4A-195A-238C1292A84C}"/>
              </a:ext>
            </a:extLst>
          </p:cNvPr>
          <p:cNvGrpSpPr/>
          <p:nvPr/>
        </p:nvGrpSpPr>
        <p:grpSpPr>
          <a:xfrm>
            <a:off x="1243544" y="535602"/>
            <a:ext cx="1077840" cy="306000"/>
            <a:chOff x="1243544" y="535602"/>
            <a:chExt cx="1077840" cy="306000"/>
          </a:xfrm>
        </p:grpSpPr>
        <mc:AlternateContent xmlns:mc="http://schemas.openxmlformats.org/markup-compatibility/2006">
          <mc:Choice xmlns:p14="http://schemas.microsoft.com/office/powerpoint/2010/main" Requires="p14">
            <p:contentPart p14:bwMode="auto" r:id="rId8">
              <p14:nvContentPartPr>
                <p14:cNvPr id="8" name="Ink 7">
                  <a:extLst>
                    <a:ext uri="{FF2B5EF4-FFF2-40B4-BE49-F238E27FC236}">
                      <a16:creationId xmlns:a16="http://schemas.microsoft.com/office/drawing/2014/main" id="{FB093AD9-B9A2-BC78-AD0E-DF4FC3C064EE}"/>
                    </a:ext>
                  </a:extLst>
                </p14:cNvPr>
                <p14:cNvContentPartPr/>
                <p14:nvPr/>
              </p14:nvContentPartPr>
              <p14:xfrm>
                <a:off x="1243544" y="544242"/>
                <a:ext cx="198720" cy="297360"/>
              </p14:xfrm>
            </p:contentPart>
          </mc:Choice>
          <mc:Fallback>
            <p:pic>
              <p:nvPicPr>
                <p:cNvPr id="8" name="Ink 7">
                  <a:extLst>
                    <a:ext uri="{FF2B5EF4-FFF2-40B4-BE49-F238E27FC236}">
                      <a16:creationId xmlns:a16="http://schemas.microsoft.com/office/drawing/2014/main" id="{FB093AD9-B9A2-BC78-AD0E-DF4FC3C064EE}"/>
                    </a:ext>
                  </a:extLst>
                </p:cNvPr>
                <p:cNvPicPr/>
                <p:nvPr/>
              </p:nvPicPr>
              <p:blipFill>
                <a:blip r:embed="rId9"/>
                <a:stretch>
                  <a:fillRect/>
                </a:stretch>
              </p:blipFill>
              <p:spPr>
                <a:xfrm>
                  <a:off x="1234544" y="535602"/>
                  <a:ext cx="216360" cy="31500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9" name="Ink 8">
                  <a:extLst>
                    <a:ext uri="{FF2B5EF4-FFF2-40B4-BE49-F238E27FC236}">
                      <a16:creationId xmlns:a16="http://schemas.microsoft.com/office/drawing/2014/main" id="{EF93F499-615E-259F-430D-8BB8D12B022F}"/>
                    </a:ext>
                  </a:extLst>
                </p14:cNvPr>
                <p14:cNvContentPartPr/>
                <p14:nvPr/>
              </p14:nvContentPartPr>
              <p14:xfrm>
                <a:off x="1531184" y="552162"/>
                <a:ext cx="253080" cy="242280"/>
              </p14:xfrm>
            </p:contentPart>
          </mc:Choice>
          <mc:Fallback>
            <p:pic>
              <p:nvPicPr>
                <p:cNvPr id="9" name="Ink 8">
                  <a:extLst>
                    <a:ext uri="{FF2B5EF4-FFF2-40B4-BE49-F238E27FC236}">
                      <a16:creationId xmlns:a16="http://schemas.microsoft.com/office/drawing/2014/main" id="{EF93F499-615E-259F-430D-8BB8D12B022F}"/>
                    </a:ext>
                  </a:extLst>
                </p:cNvPr>
                <p:cNvPicPr/>
                <p:nvPr/>
              </p:nvPicPr>
              <p:blipFill>
                <a:blip r:embed="rId11"/>
                <a:stretch>
                  <a:fillRect/>
                </a:stretch>
              </p:blipFill>
              <p:spPr>
                <a:xfrm>
                  <a:off x="1522184" y="543522"/>
                  <a:ext cx="270720" cy="2599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10" name="Ink 9">
                  <a:extLst>
                    <a:ext uri="{FF2B5EF4-FFF2-40B4-BE49-F238E27FC236}">
                      <a16:creationId xmlns:a16="http://schemas.microsoft.com/office/drawing/2014/main" id="{8DB20AE2-6316-C8EB-E47A-D6FC97A5AB2C}"/>
                    </a:ext>
                  </a:extLst>
                </p14:cNvPr>
                <p14:cNvContentPartPr/>
                <p14:nvPr/>
              </p14:nvContentPartPr>
              <p14:xfrm>
                <a:off x="1841864" y="535602"/>
                <a:ext cx="156600" cy="275760"/>
              </p14:xfrm>
            </p:contentPart>
          </mc:Choice>
          <mc:Fallback>
            <p:pic>
              <p:nvPicPr>
                <p:cNvPr id="10" name="Ink 9">
                  <a:extLst>
                    <a:ext uri="{FF2B5EF4-FFF2-40B4-BE49-F238E27FC236}">
                      <a16:creationId xmlns:a16="http://schemas.microsoft.com/office/drawing/2014/main" id="{8DB20AE2-6316-C8EB-E47A-D6FC97A5AB2C}"/>
                    </a:ext>
                  </a:extLst>
                </p:cNvPr>
                <p:cNvPicPr/>
                <p:nvPr/>
              </p:nvPicPr>
              <p:blipFill>
                <a:blip r:embed="rId13"/>
                <a:stretch>
                  <a:fillRect/>
                </a:stretch>
              </p:blipFill>
              <p:spPr>
                <a:xfrm>
                  <a:off x="1832864" y="526602"/>
                  <a:ext cx="174240" cy="2934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1" name="Ink 10">
                  <a:extLst>
                    <a:ext uri="{FF2B5EF4-FFF2-40B4-BE49-F238E27FC236}">
                      <a16:creationId xmlns:a16="http://schemas.microsoft.com/office/drawing/2014/main" id="{25EEADF4-6A3F-9E82-AB8C-CB2324A2C73D}"/>
                    </a:ext>
                  </a:extLst>
                </p14:cNvPr>
                <p14:cNvContentPartPr/>
                <p14:nvPr/>
              </p14:nvContentPartPr>
              <p14:xfrm>
                <a:off x="2107184" y="630282"/>
                <a:ext cx="214200" cy="18720"/>
              </p14:xfrm>
            </p:contentPart>
          </mc:Choice>
          <mc:Fallback>
            <p:pic>
              <p:nvPicPr>
                <p:cNvPr id="11" name="Ink 10">
                  <a:extLst>
                    <a:ext uri="{FF2B5EF4-FFF2-40B4-BE49-F238E27FC236}">
                      <a16:creationId xmlns:a16="http://schemas.microsoft.com/office/drawing/2014/main" id="{25EEADF4-6A3F-9E82-AB8C-CB2324A2C73D}"/>
                    </a:ext>
                  </a:extLst>
                </p:cNvPr>
                <p:cNvPicPr/>
                <p:nvPr/>
              </p:nvPicPr>
              <p:blipFill>
                <a:blip r:embed="rId15"/>
                <a:stretch>
                  <a:fillRect/>
                </a:stretch>
              </p:blipFill>
              <p:spPr>
                <a:xfrm>
                  <a:off x="2098184" y="621642"/>
                  <a:ext cx="231840" cy="36360"/>
                </a:xfrm>
                <a:prstGeom prst="rect">
                  <a:avLst/>
                </a:prstGeom>
              </p:spPr>
            </p:pic>
          </mc:Fallback>
        </mc:AlternateContent>
      </p:grpSp>
      <p:grpSp>
        <p:nvGrpSpPr>
          <p:cNvPr id="42" name="Group 41">
            <a:extLst>
              <a:ext uri="{FF2B5EF4-FFF2-40B4-BE49-F238E27FC236}">
                <a16:creationId xmlns:a16="http://schemas.microsoft.com/office/drawing/2014/main" id="{13B0861B-59CF-2355-589A-1C343739901C}"/>
              </a:ext>
            </a:extLst>
          </p:cNvPr>
          <p:cNvGrpSpPr/>
          <p:nvPr/>
        </p:nvGrpSpPr>
        <p:grpSpPr>
          <a:xfrm>
            <a:off x="2697224" y="170202"/>
            <a:ext cx="2391480" cy="1173600"/>
            <a:chOff x="2697224" y="170202"/>
            <a:chExt cx="2391480" cy="1173600"/>
          </a:xfrm>
        </p:grpSpPr>
        <mc:AlternateContent xmlns:mc="http://schemas.openxmlformats.org/markup-compatibility/2006">
          <mc:Choice xmlns:p14="http://schemas.microsoft.com/office/powerpoint/2010/main" Requires="p14">
            <p:contentPart p14:bwMode="auto" r:id="rId16">
              <p14:nvContentPartPr>
                <p14:cNvPr id="14" name="Ink 13">
                  <a:extLst>
                    <a:ext uri="{FF2B5EF4-FFF2-40B4-BE49-F238E27FC236}">
                      <a16:creationId xmlns:a16="http://schemas.microsoft.com/office/drawing/2014/main" id="{B6F927E8-36F5-32A4-9042-7DEC1C057837}"/>
                    </a:ext>
                  </a:extLst>
                </p14:cNvPr>
                <p14:cNvContentPartPr/>
                <p14:nvPr/>
              </p14:nvContentPartPr>
              <p14:xfrm>
                <a:off x="2697224" y="329322"/>
                <a:ext cx="503280" cy="698400"/>
              </p14:xfrm>
            </p:contentPart>
          </mc:Choice>
          <mc:Fallback>
            <p:pic>
              <p:nvPicPr>
                <p:cNvPr id="14" name="Ink 13">
                  <a:extLst>
                    <a:ext uri="{FF2B5EF4-FFF2-40B4-BE49-F238E27FC236}">
                      <a16:creationId xmlns:a16="http://schemas.microsoft.com/office/drawing/2014/main" id="{B6F927E8-36F5-32A4-9042-7DEC1C057837}"/>
                    </a:ext>
                  </a:extLst>
                </p:cNvPr>
                <p:cNvPicPr/>
                <p:nvPr/>
              </p:nvPicPr>
              <p:blipFill>
                <a:blip r:embed="rId17"/>
                <a:stretch>
                  <a:fillRect/>
                </a:stretch>
              </p:blipFill>
              <p:spPr>
                <a:xfrm>
                  <a:off x="2688224" y="320322"/>
                  <a:ext cx="520920" cy="7160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5" name="Ink 14">
                  <a:extLst>
                    <a:ext uri="{FF2B5EF4-FFF2-40B4-BE49-F238E27FC236}">
                      <a16:creationId xmlns:a16="http://schemas.microsoft.com/office/drawing/2014/main" id="{524174B6-80B1-B687-B600-653F9990C8FA}"/>
                    </a:ext>
                  </a:extLst>
                </p14:cNvPr>
                <p14:cNvContentPartPr/>
                <p14:nvPr/>
              </p14:nvContentPartPr>
              <p14:xfrm>
                <a:off x="3304544" y="212682"/>
                <a:ext cx="194400" cy="32760"/>
              </p14:xfrm>
            </p:contentPart>
          </mc:Choice>
          <mc:Fallback>
            <p:pic>
              <p:nvPicPr>
                <p:cNvPr id="15" name="Ink 14">
                  <a:extLst>
                    <a:ext uri="{FF2B5EF4-FFF2-40B4-BE49-F238E27FC236}">
                      <a16:creationId xmlns:a16="http://schemas.microsoft.com/office/drawing/2014/main" id="{524174B6-80B1-B687-B600-653F9990C8FA}"/>
                    </a:ext>
                  </a:extLst>
                </p:cNvPr>
                <p:cNvPicPr/>
                <p:nvPr/>
              </p:nvPicPr>
              <p:blipFill>
                <a:blip r:embed="rId19"/>
                <a:stretch>
                  <a:fillRect/>
                </a:stretch>
              </p:blipFill>
              <p:spPr>
                <a:xfrm>
                  <a:off x="3295904" y="203682"/>
                  <a:ext cx="212040" cy="5040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6" name="Ink 15">
                  <a:extLst>
                    <a:ext uri="{FF2B5EF4-FFF2-40B4-BE49-F238E27FC236}">
                      <a16:creationId xmlns:a16="http://schemas.microsoft.com/office/drawing/2014/main" id="{472B798C-B964-3E66-64D3-F1B4A3F4F192}"/>
                    </a:ext>
                  </a:extLst>
                </p14:cNvPr>
                <p14:cNvContentPartPr/>
                <p14:nvPr/>
              </p14:nvContentPartPr>
              <p14:xfrm>
                <a:off x="3359264" y="225282"/>
                <a:ext cx="27720" cy="150840"/>
              </p14:xfrm>
            </p:contentPart>
          </mc:Choice>
          <mc:Fallback>
            <p:pic>
              <p:nvPicPr>
                <p:cNvPr id="16" name="Ink 15">
                  <a:extLst>
                    <a:ext uri="{FF2B5EF4-FFF2-40B4-BE49-F238E27FC236}">
                      <a16:creationId xmlns:a16="http://schemas.microsoft.com/office/drawing/2014/main" id="{472B798C-B964-3E66-64D3-F1B4A3F4F192}"/>
                    </a:ext>
                  </a:extLst>
                </p:cNvPr>
                <p:cNvPicPr/>
                <p:nvPr/>
              </p:nvPicPr>
              <p:blipFill>
                <a:blip r:embed="rId21"/>
                <a:stretch>
                  <a:fillRect/>
                </a:stretch>
              </p:blipFill>
              <p:spPr>
                <a:xfrm>
                  <a:off x="3350264" y="216282"/>
                  <a:ext cx="45360" cy="16848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7" name="Ink 16">
                  <a:extLst>
                    <a:ext uri="{FF2B5EF4-FFF2-40B4-BE49-F238E27FC236}">
                      <a16:creationId xmlns:a16="http://schemas.microsoft.com/office/drawing/2014/main" id="{4858B4B5-7E81-6A7A-4EFD-A7A72D920445}"/>
                    </a:ext>
                  </a:extLst>
                </p14:cNvPr>
                <p14:cNvContentPartPr/>
                <p14:nvPr/>
              </p14:nvContentPartPr>
              <p14:xfrm>
                <a:off x="3398864" y="277842"/>
                <a:ext cx="154080" cy="127800"/>
              </p14:xfrm>
            </p:contentPart>
          </mc:Choice>
          <mc:Fallback>
            <p:pic>
              <p:nvPicPr>
                <p:cNvPr id="17" name="Ink 16">
                  <a:extLst>
                    <a:ext uri="{FF2B5EF4-FFF2-40B4-BE49-F238E27FC236}">
                      <a16:creationId xmlns:a16="http://schemas.microsoft.com/office/drawing/2014/main" id="{4858B4B5-7E81-6A7A-4EFD-A7A72D920445}"/>
                    </a:ext>
                  </a:extLst>
                </p:cNvPr>
                <p:cNvPicPr/>
                <p:nvPr/>
              </p:nvPicPr>
              <p:blipFill>
                <a:blip r:embed="rId23"/>
                <a:stretch>
                  <a:fillRect/>
                </a:stretch>
              </p:blipFill>
              <p:spPr>
                <a:xfrm>
                  <a:off x="3390224" y="269202"/>
                  <a:ext cx="171720" cy="14544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18" name="Ink 17">
                  <a:extLst>
                    <a:ext uri="{FF2B5EF4-FFF2-40B4-BE49-F238E27FC236}">
                      <a16:creationId xmlns:a16="http://schemas.microsoft.com/office/drawing/2014/main" id="{2E8CD74F-7383-26B7-0578-0CABD24325C3}"/>
                    </a:ext>
                  </a:extLst>
                </p14:cNvPr>
                <p14:cNvContentPartPr/>
                <p14:nvPr/>
              </p14:nvContentPartPr>
              <p14:xfrm>
                <a:off x="3609464" y="291882"/>
                <a:ext cx="61560" cy="114120"/>
              </p14:xfrm>
            </p:contentPart>
          </mc:Choice>
          <mc:Fallback>
            <p:pic>
              <p:nvPicPr>
                <p:cNvPr id="18" name="Ink 17">
                  <a:extLst>
                    <a:ext uri="{FF2B5EF4-FFF2-40B4-BE49-F238E27FC236}">
                      <a16:creationId xmlns:a16="http://schemas.microsoft.com/office/drawing/2014/main" id="{2E8CD74F-7383-26B7-0578-0CABD24325C3}"/>
                    </a:ext>
                  </a:extLst>
                </p:cNvPr>
                <p:cNvPicPr/>
                <p:nvPr/>
              </p:nvPicPr>
              <p:blipFill>
                <a:blip r:embed="rId25"/>
                <a:stretch>
                  <a:fillRect/>
                </a:stretch>
              </p:blipFill>
              <p:spPr>
                <a:xfrm>
                  <a:off x="3600464" y="282882"/>
                  <a:ext cx="79200" cy="13176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19" name="Ink 18">
                  <a:extLst>
                    <a:ext uri="{FF2B5EF4-FFF2-40B4-BE49-F238E27FC236}">
                      <a16:creationId xmlns:a16="http://schemas.microsoft.com/office/drawing/2014/main" id="{A82269EE-D82E-3AA3-C904-86ACFC84D362}"/>
                    </a:ext>
                  </a:extLst>
                </p14:cNvPr>
                <p14:cNvContentPartPr/>
                <p14:nvPr/>
              </p14:nvContentPartPr>
              <p14:xfrm>
                <a:off x="3683984" y="320682"/>
                <a:ext cx="360" cy="30960"/>
              </p14:xfrm>
            </p:contentPart>
          </mc:Choice>
          <mc:Fallback>
            <p:pic>
              <p:nvPicPr>
                <p:cNvPr id="19" name="Ink 18">
                  <a:extLst>
                    <a:ext uri="{FF2B5EF4-FFF2-40B4-BE49-F238E27FC236}">
                      <a16:creationId xmlns:a16="http://schemas.microsoft.com/office/drawing/2014/main" id="{A82269EE-D82E-3AA3-C904-86ACFC84D362}"/>
                    </a:ext>
                  </a:extLst>
                </p:cNvPr>
                <p:cNvPicPr/>
                <p:nvPr/>
              </p:nvPicPr>
              <p:blipFill>
                <a:blip r:embed="rId27"/>
                <a:stretch>
                  <a:fillRect/>
                </a:stretch>
              </p:blipFill>
              <p:spPr>
                <a:xfrm>
                  <a:off x="3675344" y="311682"/>
                  <a:ext cx="18000" cy="4860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20" name="Ink 19">
                  <a:extLst>
                    <a:ext uri="{FF2B5EF4-FFF2-40B4-BE49-F238E27FC236}">
                      <a16:creationId xmlns:a16="http://schemas.microsoft.com/office/drawing/2014/main" id="{20D39763-3193-F0B8-0580-B8AD2E9215B8}"/>
                    </a:ext>
                  </a:extLst>
                </p14:cNvPr>
                <p14:cNvContentPartPr/>
                <p14:nvPr/>
              </p14:nvContentPartPr>
              <p14:xfrm>
                <a:off x="3677144" y="304482"/>
                <a:ext cx="32040" cy="79920"/>
              </p14:xfrm>
            </p:contentPart>
          </mc:Choice>
          <mc:Fallback>
            <p:pic>
              <p:nvPicPr>
                <p:cNvPr id="20" name="Ink 19">
                  <a:extLst>
                    <a:ext uri="{FF2B5EF4-FFF2-40B4-BE49-F238E27FC236}">
                      <a16:creationId xmlns:a16="http://schemas.microsoft.com/office/drawing/2014/main" id="{20D39763-3193-F0B8-0580-B8AD2E9215B8}"/>
                    </a:ext>
                  </a:extLst>
                </p:cNvPr>
                <p:cNvPicPr/>
                <p:nvPr/>
              </p:nvPicPr>
              <p:blipFill>
                <a:blip r:embed="rId29"/>
                <a:stretch>
                  <a:fillRect/>
                </a:stretch>
              </p:blipFill>
              <p:spPr>
                <a:xfrm>
                  <a:off x="3668504" y="295842"/>
                  <a:ext cx="49680" cy="9756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21" name="Ink 20">
                  <a:extLst>
                    <a:ext uri="{FF2B5EF4-FFF2-40B4-BE49-F238E27FC236}">
                      <a16:creationId xmlns:a16="http://schemas.microsoft.com/office/drawing/2014/main" id="{2202D290-6898-0F74-8CDD-D26988F0BCD4}"/>
                    </a:ext>
                  </a:extLst>
                </p14:cNvPr>
                <p14:cNvContentPartPr/>
                <p14:nvPr/>
              </p14:nvContentPartPr>
              <p14:xfrm>
                <a:off x="3750224" y="170202"/>
                <a:ext cx="411120" cy="242640"/>
              </p14:xfrm>
            </p:contentPart>
          </mc:Choice>
          <mc:Fallback>
            <p:pic>
              <p:nvPicPr>
                <p:cNvPr id="21" name="Ink 20">
                  <a:extLst>
                    <a:ext uri="{FF2B5EF4-FFF2-40B4-BE49-F238E27FC236}">
                      <a16:creationId xmlns:a16="http://schemas.microsoft.com/office/drawing/2014/main" id="{2202D290-6898-0F74-8CDD-D26988F0BCD4}"/>
                    </a:ext>
                  </a:extLst>
                </p:cNvPr>
                <p:cNvPicPr/>
                <p:nvPr/>
              </p:nvPicPr>
              <p:blipFill>
                <a:blip r:embed="rId31"/>
                <a:stretch>
                  <a:fillRect/>
                </a:stretch>
              </p:blipFill>
              <p:spPr>
                <a:xfrm>
                  <a:off x="3741224" y="161562"/>
                  <a:ext cx="428760" cy="26028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22" name="Ink 21">
                  <a:extLst>
                    <a:ext uri="{FF2B5EF4-FFF2-40B4-BE49-F238E27FC236}">
                      <a16:creationId xmlns:a16="http://schemas.microsoft.com/office/drawing/2014/main" id="{8AFCC1D1-64E0-583E-A461-CFC87047163C}"/>
                    </a:ext>
                  </a:extLst>
                </p14:cNvPr>
                <p14:cNvContentPartPr/>
                <p14:nvPr/>
              </p14:nvContentPartPr>
              <p14:xfrm>
                <a:off x="3465464" y="593202"/>
                <a:ext cx="12240" cy="108360"/>
              </p14:xfrm>
            </p:contentPart>
          </mc:Choice>
          <mc:Fallback>
            <p:pic>
              <p:nvPicPr>
                <p:cNvPr id="22" name="Ink 21">
                  <a:extLst>
                    <a:ext uri="{FF2B5EF4-FFF2-40B4-BE49-F238E27FC236}">
                      <a16:creationId xmlns:a16="http://schemas.microsoft.com/office/drawing/2014/main" id="{8AFCC1D1-64E0-583E-A461-CFC87047163C}"/>
                    </a:ext>
                  </a:extLst>
                </p:cNvPr>
                <p:cNvPicPr/>
                <p:nvPr/>
              </p:nvPicPr>
              <p:blipFill>
                <a:blip r:embed="rId33"/>
                <a:stretch>
                  <a:fillRect/>
                </a:stretch>
              </p:blipFill>
              <p:spPr>
                <a:xfrm>
                  <a:off x="3456464" y="584562"/>
                  <a:ext cx="29880" cy="12600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23" name="Ink 22">
                  <a:extLst>
                    <a:ext uri="{FF2B5EF4-FFF2-40B4-BE49-F238E27FC236}">
                      <a16:creationId xmlns:a16="http://schemas.microsoft.com/office/drawing/2014/main" id="{A697D7D1-857B-869C-31B6-E34896ADF960}"/>
                    </a:ext>
                  </a:extLst>
                </p14:cNvPr>
                <p14:cNvContentPartPr/>
                <p14:nvPr/>
              </p14:nvContentPartPr>
              <p14:xfrm>
                <a:off x="3180344" y="748362"/>
                <a:ext cx="170640" cy="13680"/>
              </p14:xfrm>
            </p:contentPart>
          </mc:Choice>
          <mc:Fallback>
            <p:pic>
              <p:nvPicPr>
                <p:cNvPr id="23" name="Ink 22">
                  <a:extLst>
                    <a:ext uri="{FF2B5EF4-FFF2-40B4-BE49-F238E27FC236}">
                      <a16:creationId xmlns:a16="http://schemas.microsoft.com/office/drawing/2014/main" id="{A697D7D1-857B-869C-31B6-E34896ADF960}"/>
                    </a:ext>
                  </a:extLst>
                </p:cNvPr>
                <p:cNvPicPr/>
                <p:nvPr/>
              </p:nvPicPr>
              <p:blipFill>
                <a:blip r:embed="rId35"/>
                <a:stretch>
                  <a:fillRect/>
                </a:stretch>
              </p:blipFill>
              <p:spPr>
                <a:xfrm>
                  <a:off x="3171344" y="739722"/>
                  <a:ext cx="188280" cy="313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24" name="Ink 23">
                  <a:extLst>
                    <a:ext uri="{FF2B5EF4-FFF2-40B4-BE49-F238E27FC236}">
                      <a16:creationId xmlns:a16="http://schemas.microsoft.com/office/drawing/2014/main" id="{C5995EAB-C24C-FE21-D34E-C9636A2902C1}"/>
                    </a:ext>
                  </a:extLst>
                </p14:cNvPr>
                <p14:cNvContentPartPr/>
                <p14:nvPr/>
              </p14:nvContentPartPr>
              <p14:xfrm>
                <a:off x="3431984" y="516882"/>
                <a:ext cx="207360" cy="231480"/>
              </p14:xfrm>
            </p:contentPart>
          </mc:Choice>
          <mc:Fallback>
            <p:pic>
              <p:nvPicPr>
                <p:cNvPr id="24" name="Ink 23">
                  <a:extLst>
                    <a:ext uri="{FF2B5EF4-FFF2-40B4-BE49-F238E27FC236}">
                      <a16:creationId xmlns:a16="http://schemas.microsoft.com/office/drawing/2014/main" id="{C5995EAB-C24C-FE21-D34E-C9636A2902C1}"/>
                    </a:ext>
                  </a:extLst>
                </p:cNvPr>
                <p:cNvPicPr/>
                <p:nvPr/>
              </p:nvPicPr>
              <p:blipFill>
                <a:blip r:embed="rId37"/>
                <a:stretch>
                  <a:fillRect/>
                </a:stretch>
              </p:blipFill>
              <p:spPr>
                <a:xfrm>
                  <a:off x="3422984" y="508242"/>
                  <a:ext cx="225000" cy="24912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25" name="Ink 24">
                  <a:extLst>
                    <a:ext uri="{FF2B5EF4-FFF2-40B4-BE49-F238E27FC236}">
                      <a16:creationId xmlns:a16="http://schemas.microsoft.com/office/drawing/2014/main" id="{415EA87F-B60E-80AB-9340-F3C56F745A42}"/>
                    </a:ext>
                  </a:extLst>
                </p14:cNvPr>
                <p14:cNvContentPartPr/>
                <p14:nvPr/>
              </p14:nvContentPartPr>
              <p14:xfrm>
                <a:off x="3709544" y="622722"/>
                <a:ext cx="103320" cy="101160"/>
              </p14:xfrm>
            </p:contentPart>
          </mc:Choice>
          <mc:Fallback>
            <p:pic>
              <p:nvPicPr>
                <p:cNvPr id="25" name="Ink 24">
                  <a:extLst>
                    <a:ext uri="{FF2B5EF4-FFF2-40B4-BE49-F238E27FC236}">
                      <a16:creationId xmlns:a16="http://schemas.microsoft.com/office/drawing/2014/main" id="{415EA87F-B60E-80AB-9340-F3C56F745A42}"/>
                    </a:ext>
                  </a:extLst>
                </p:cNvPr>
                <p:cNvPicPr/>
                <p:nvPr/>
              </p:nvPicPr>
              <p:blipFill>
                <a:blip r:embed="rId39"/>
                <a:stretch>
                  <a:fillRect/>
                </a:stretch>
              </p:blipFill>
              <p:spPr>
                <a:xfrm>
                  <a:off x="3700544" y="614082"/>
                  <a:ext cx="120960" cy="11880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26" name="Ink 25">
                  <a:extLst>
                    <a:ext uri="{FF2B5EF4-FFF2-40B4-BE49-F238E27FC236}">
                      <a16:creationId xmlns:a16="http://schemas.microsoft.com/office/drawing/2014/main" id="{DB53E588-06A1-1C47-F4D9-06E8967C9D21}"/>
                    </a:ext>
                  </a:extLst>
                </p14:cNvPr>
                <p14:cNvContentPartPr/>
                <p14:nvPr/>
              </p14:nvContentPartPr>
              <p14:xfrm>
                <a:off x="3885224" y="629202"/>
                <a:ext cx="108000" cy="114480"/>
              </p14:xfrm>
            </p:contentPart>
          </mc:Choice>
          <mc:Fallback>
            <p:pic>
              <p:nvPicPr>
                <p:cNvPr id="26" name="Ink 25">
                  <a:extLst>
                    <a:ext uri="{FF2B5EF4-FFF2-40B4-BE49-F238E27FC236}">
                      <a16:creationId xmlns:a16="http://schemas.microsoft.com/office/drawing/2014/main" id="{DB53E588-06A1-1C47-F4D9-06E8967C9D21}"/>
                    </a:ext>
                  </a:extLst>
                </p:cNvPr>
                <p:cNvPicPr/>
                <p:nvPr/>
              </p:nvPicPr>
              <p:blipFill>
                <a:blip r:embed="rId41"/>
                <a:stretch>
                  <a:fillRect/>
                </a:stretch>
              </p:blipFill>
              <p:spPr>
                <a:xfrm>
                  <a:off x="3876224" y="620562"/>
                  <a:ext cx="125640" cy="13212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27" name="Ink 26">
                  <a:extLst>
                    <a:ext uri="{FF2B5EF4-FFF2-40B4-BE49-F238E27FC236}">
                      <a16:creationId xmlns:a16="http://schemas.microsoft.com/office/drawing/2014/main" id="{352C8C2A-96B3-ADB8-577A-2E3F1FF73864}"/>
                    </a:ext>
                  </a:extLst>
                </p14:cNvPr>
                <p14:cNvContentPartPr/>
                <p14:nvPr/>
              </p14:nvContentPartPr>
              <p14:xfrm>
                <a:off x="4061624" y="553242"/>
                <a:ext cx="24120" cy="159480"/>
              </p14:xfrm>
            </p:contentPart>
          </mc:Choice>
          <mc:Fallback>
            <p:pic>
              <p:nvPicPr>
                <p:cNvPr id="27" name="Ink 26">
                  <a:extLst>
                    <a:ext uri="{FF2B5EF4-FFF2-40B4-BE49-F238E27FC236}">
                      <a16:creationId xmlns:a16="http://schemas.microsoft.com/office/drawing/2014/main" id="{352C8C2A-96B3-ADB8-577A-2E3F1FF73864}"/>
                    </a:ext>
                  </a:extLst>
                </p:cNvPr>
                <p:cNvPicPr/>
                <p:nvPr/>
              </p:nvPicPr>
              <p:blipFill>
                <a:blip r:embed="rId43"/>
                <a:stretch>
                  <a:fillRect/>
                </a:stretch>
              </p:blipFill>
              <p:spPr>
                <a:xfrm>
                  <a:off x="4052624" y="544242"/>
                  <a:ext cx="41760" cy="17712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28" name="Ink 27">
                  <a:extLst>
                    <a:ext uri="{FF2B5EF4-FFF2-40B4-BE49-F238E27FC236}">
                      <a16:creationId xmlns:a16="http://schemas.microsoft.com/office/drawing/2014/main" id="{E36BFCB4-E620-78FA-8268-F70F3FC23E3B}"/>
                    </a:ext>
                  </a:extLst>
                </p14:cNvPr>
                <p14:cNvContentPartPr/>
                <p14:nvPr/>
              </p14:nvContentPartPr>
              <p14:xfrm>
                <a:off x="4097624" y="633522"/>
                <a:ext cx="106200" cy="93600"/>
              </p14:xfrm>
            </p:contentPart>
          </mc:Choice>
          <mc:Fallback>
            <p:pic>
              <p:nvPicPr>
                <p:cNvPr id="28" name="Ink 27">
                  <a:extLst>
                    <a:ext uri="{FF2B5EF4-FFF2-40B4-BE49-F238E27FC236}">
                      <a16:creationId xmlns:a16="http://schemas.microsoft.com/office/drawing/2014/main" id="{E36BFCB4-E620-78FA-8268-F70F3FC23E3B}"/>
                    </a:ext>
                  </a:extLst>
                </p:cNvPr>
                <p:cNvPicPr/>
                <p:nvPr/>
              </p:nvPicPr>
              <p:blipFill>
                <a:blip r:embed="rId45"/>
                <a:stretch>
                  <a:fillRect/>
                </a:stretch>
              </p:blipFill>
              <p:spPr>
                <a:xfrm>
                  <a:off x="4088624" y="624882"/>
                  <a:ext cx="12384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29" name="Ink 28">
                  <a:extLst>
                    <a:ext uri="{FF2B5EF4-FFF2-40B4-BE49-F238E27FC236}">
                      <a16:creationId xmlns:a16="http://schemas.microsoft.com/office/drawing/2014/main" id="{52513261-07B5-3E6D-1444-F8859EF334F8}"/>
                    </a:ext>
                  </a:extLst>
                </p14:cNvPr>
                <p14:cNvContentPartPr/>
                <p14:nvPr/>
              </p14:nvContentPartPr>
              <p14:xfrm>
                <a:off x="4234064" y="624522"/>
                <a:ext cx="50760" cy="88560"/>
              </p14:xfrm>
            </p:contentPart>
          </mc:Choice>
          <mc:Fallback>
            <p:pic>
              <p:nvPicPr>
                <p:cNvPr id="29" name="Ink 28">
                  <a:extLst>
                    <a:ext uri="{FF2B5EF4-FFF2-40B4-BE49-F238E27FC236}">
                      <a16:creationId xmlns:a16="http://schemas.microsoft.com/office/drawing/2014/main" id="{52513261-07B5-3E6D-1444-F8859EF334F8}"/>
                    </a:ext>
                  </a:extLst>
                </p:cNvPr>
                <p:cNvPicPr/>
                <p:nvPr/>
              </p:nvPicPr>
              <p:blipFill>
                <a:blip r:embed="rId47"/>
                <a:stretch>
                  <a:fillRect/>
                </a:stretch>
              </p:blipFill>
              <p:spPr>
                <a:xfrm>
                  <a:off x="4225064" y="615522"/>
                  <a:ext cx="68400" cy="10620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30" name="Ink 29">
                  <a:extLst>
                    <a:ext uri="{FF2B5EF4-FFF2-40B4-BE49-F238E27FC236}">
                      <a16:creationId xmlns:a16="http://schemas.microsoft.com/office/drawing/2014/main" id="{8FD43957-FEEB-2889-4D90-B67EB927CEDC}"/>
                    </a:ext>
                  </a:extLst>
                </p14:cNvPr>
                <p14:cNvContentPartPr/>
                <p14:nvPr/>
              </p14:nvContentPartPr>
              <p14:xfrm>
                <a:off x="4359704" y="611202"/>
                <a:ext cx="182160" cy="285480"/>
              </p14:xfrm>
            </p:contentPart>
          </mc:Choice>
          <mc:Fallback>
            <p:pic>
              <p:nvPicPr>
                <p:cNvPr id="30" name="Ink 29">
                  <a:extLst>
                    <a:ext uri="{FF2B5EF4-FFF2-40B4-BE49-F238E27FC236}">
                      <a16:creationId xmlns:a16="http://schemas.microsoft.com/office/drawing/2014/main" id="{8FD43957-FEEB-2889-4D90-B67EB927CEDC}"/>
                    </a:ext>
                  </a:extLst>
                </p:cNvPr>
                <p:cNvPicPr/>
                <p:nvPr/>
              </p:nvPicPr>
              <p:blipFill>
                <a:blip r:embed="rId49"/>
                <a:stretch>
                  <a:fillRect/>
                </a:stretch>
              </p:blipFill>
              <p:spPr>
                <a:xfrm>
                  <a:off x="4351064" y="602562"/>
                  <a:ext cx="199800" cy="30312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31" name="Ink 30">
                  <a:extLst>
                    <a:ext uri="{FF2B5EF4-FFF2-40B4-BE49-F238E27FC236}">
                      <a16:creationId xmlns:a16="http://schemas.microsoft.com/office/drawing/2014/main" id="{BF3DF24E-E908-8DD2-ED40-C52AF2C0B81D}"/>
                    </a:ext>
                  </a:extLst>
                </p14:cNvPr>
                <p14:cNvContentPartPr/>
                <p14:nvPr/>
              </p14:nvContentPartPr>
              <p14:xfrm>
                <a:off x="3312824" y="1172442"/>
                <a:ext cx="162720" cy="14400"/>
              </p14:xfrm>
            </p:contentPart>
          </mc:Choice>
          <mc:Fallback>
            <p:pic>
              <p:nvPicPr>
                <p:cNvPr id="31" name="Ink 30">
                  <a:extLst>
                    <a:ext uri="{FF2B5EF4-FFF2-40B4-BE49-F238E27FC236}">
                      <a16:creationId xmlns:a16="http://schemas.microsoft.com/office/drawing/2014/main" id="{BF3DF24E-E908-8DD2-ED40-C52AF2C0B81D}"/>
                    </a:ext>
                  </a:extLst>
                </p:cNvPr>
                <p:cNvPicPr/>
                <p:nvPr/>
              </p:nvPicPr>
              <p:blipFill>
                <a:blip r:embed="rId51"/>
                <a:stretch>
                  <a:fillRect/>
                </a:stretch>
              </p:blipFill>
              <p:spPr>
                <a:xfrm>
                  <a:off x="3303824" y="1163802"/>
                  <a:ext cx="18036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32" name="Ink 31">
                  <a:extLst>
                    <a:ext uri="{FF2B5EF4-FFF2-40B4-BE49-F238E27FC236}">
                      <a16:creationId xmlns:a16="http://schemas.microsoft.com/office/drawing/2014/main" id="{E997A4C7-66F4-52EF-7CC1-BD82D83F7174}"/>
                    </a:ext>
                  </a:extLst>
                </p14:cNvPr>
                <p14:cNvContentPartPr/>
                <p14:nvPr/>
              </p14:nvContentPartPr>
              <p14:xfrm>
                <a:off x="3543944" y="998562"/>
                <a:ext cx="158760" cy="221760"/>
              </p14:xfrm>
            </p:contentPart>
          </mc:Choice>
          <mc:Fallback>
            <p:pic>
              <p:nvPicPr>
                <p:cNvPr id="32" name="Ink 31">
                  <a:extLst>
                    <a:ext uri="{FF2B5EF4-FFF2-40B4-BE49-F238E27FC236}">
                      <a16:creationId xmlns:a16="http://schemas.microsoft.com/office/drawing/2014/main" id="{E997A4C7-66F4-52EF-7CC1-BD82D83F7174}"/>
                    </a:ext>
                  </a:extLst>
                </p:cNvPr>
                <p:cNvPicPr/>
                <p:nvPr/>
              </p:nvPicPr>
              <p:blipFill>
                <a:blip r:embed="rId53"/>
                <a:stretch>
                  <a:fillRect/>
                </a:stretch>
              </p:blipFill>
              <p:spPr>
                <a:xfrm>
                  <a:off x="3534944" y="989922"/>
                  <a:ext cx="176400" cy="23940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33" name="Ink 32">
                  <a:extLst>
                    <a:ext uri="{FF2B5EF4-FFF2-40B4-BE49-F238E27FC236}">
                      <a16:creationId xmlns:a16="http://schemas.microsoft.com/office/drawing/2014/main" id="{6560058E-0E87-67F5-B2C4-0137936FE14C}"/>
                    </a:ext>
                  </a:extLst>
                </p14:cNvPr>
                <p14:cNvContentPartPr/>
                <p14:nvPr/>
              </p14:nvContentPartPr>
              <p14:xfrm>
                <a:off x="3730424" y="1070922"/>
                <a:ext cx="105120" cy="122040"/>
              </p14:xfrm>
            </p:contentPart>
          </mc:Choice>
          <mc:Fallback>
            <p:pic>
              <p:nvPicPr>
                <p:cNvPr id="33" name="Ink 32">
                  <a:extLst>
                    <a:ext uri="{FF2B5EF4-FFF2-40B4-BE49-F238E27FC236}">
                      <a16:creationId xmlns:a16="http://schemas.microsoft.com/office/drawing/2014/main" id="{6560058E-0E87-67F5-B2C4-0137936FE14C}"/>
                    </a:ext>
                  </a:extLst>
                </p:cNvPr>
                <p:cNvPicPr/>
                <p:nvPr/>
              </p:nvPicPr>
              <p:blipFill>
                <a:blip r:embed="rId55"/>
                <a:stretch>
                  <a:fillRect/>
                </a:stretch>
              </p:blipFill>
              <p:spPr>
                <a:xfrm>
                  <a:off x="3721784" y="1062282"/>
                  <a:ext cx="122760" cy="139680"/>
                </a:xfrm>
                <a:prstGeom prst="rect">
                  <a:avLst/>
                </a:prstGeom>
              </p:spPr>
            </p:pic>
          </mc:Fallback>
        </mc:AlternateContent>
        <mc:AlternateContent xmlns:mc="http://schemas.openxmlformats.org/markup-compatibility/2006">
          <mc:Choice xmlns:p14="http://schemas.microsoft.com/office/powerpoint/2010/main" Requires="p14">
            <p:contentPart p14:bwMode="auto" r:id="rId56">
              <p14:nvContentPartPr>
                <p14:cNvPr id="34" name="Ink 33">
                  <a:extLst>
                    <a:ext uri="{FF2B5EF4-FFF2-40B4-BE49-F238E27FC236}">
                      <a16:creationId xmlns:a16="http://schemas.microsoft.com/office/drawing/2014/main" id="{EB952ECD-07BD-FD25-30DF-BE729B35828E}"/>
                    </a:ext>
                  </a:extLst>
                </p14:cNvPr>
                <p14:cNvContentPartPr/>
                <p14:nvPr/>
              </p14:nvContentPartPr>
              <p14:xfrm>
                <a:off x="3894944" y="1076322"/>
                <a:ext cx="74520" cy="114840"/>
              </p14:xfrm>
            </p:contentPart>
          </mc:Choice>
          <mc:Fallback>
            <p:pic>
              <p:nvPicPr>
                <p:cNvPr id="34" name="Ink 33">
                  <a:extLst>
                    <a:ext uri="{FF2B5EF4-FFF2-40B4-BE49-F238E27FC236}">
                      <a16:creationId xmlns:a16="http://schemas.microsoft.com/office/drawing/2014/main" id="{EB952ECD-07BD-FD25-30DF-BE729B35828E}"/>
                    </a:ext>
                  </a:extLst>
                </p:cNvPr>
                <p:cNvPicPr/>
                <p:nvPr/>
              </p:nvPicPr>
              <p:blipFill>
                <a:blip r:embed="rId57"/>
                <a:stretch>
                  <a:fillRect/>
                </a:stretch>
              </p:blipFill>
              <p:spPr>
                <a:xfrm>
                  <a:off x="3885944" y="1067322"/>
                  <a:ext cx="92160" cy="132480"/>
                </a:xfrm>
                <a:prstGeom prst="rect">
                  <a:avLst/>
                </a:prstGeom>
              </p:spPr>
            </p:pic>
          </mc:Fallback>
        </mc:AlternateContent>
        <mc:AlternateContent xmlns:mc="http://schemas.openxmlformats.org/markup-compatibility/2006">
          <mc:Choice xmlns:p14="http://schemas.microsoft.com/office/powerpoint/2010/main" Requires="p14">
            <p:contentPart p14:bwMode="auto" r:id="rId58">
              <p14:nvContentPartPr>
                <p14:cNvPr id="35" name="Ink 34">
                  <a:extLst>
                    <a:ext uri="{FF2B5EF4-FFF2-40B4-BE49-F238E27FC236}">
                      <a16:creationId xmlns:a16="http://schemas.microsoft.com/office/drawing/2014/main" id="{63CBF2E2-A111-EB16-1F8F-07C656572ED2}"/>
                    </a:ext>
                  </a:extLst>
                </p14:cNvPr>
                <p14:cNvContentPartPr/>
                <p14:nvPr/>
              </p14:nvContentPartPr>
              <p14:xfrm>
                <a:off x="4047224" y="1027362"/>
                <a:ext cx="21240" cy="157680"/>
              </p14:xfrm>
            </p:contentPart>
          </mc:Choice>
          <mc:Fallback>
            <p:pic>
              <p:nvPicPr>
                <p:cNvPr id="35" name="Ink 34">
                  <a:extLst>
                    <a:ext uri="{FF2B5EF4-FFF2-40B4-BE49-F238E27FC236}">
                      <a16:creationId xmlns:a16="http://schemas.microsoft.com/office/drawing/2014/main" id="{63CBF2E2-A111-EB16-1F8F-07C656572ED2}"/>
                    </a:ext>
                  </a:extLst>
                </p:cNvPr>
                <p:cNvPicPr/>
                <p:nvPr/>
              </p:nvPicPr>
              <p:blipFill>
                <a:blip r:embed="rId59"/>
                <a:stretch>
                  <a:fillRect/>
                </a:stretch>
              </p:blipFill>
              <p:spPr>
                <a:xfrm>
                  <a:off x="4038584" y="1018722"/>
                  <a:ext cx="38880" cy="17532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36" name="Ink 35">
                  <a:extLst>
                    <a:ext uri="{FF2B5EF4-FFF2-40B4-BE49-F238E27FC236}">
                      <a16:creationId xmlns:a16="http://schemas.microsoft.com/office/drawing/2014/main" id="{D9487BD0-D13B-C1A1-488F-90CE9C26C219}"/>
                    </a:ext>
                  </a:extLst>
                </p14:cNvPr>
                <p14:cNvContentPartPr/>
                <p14:nvPr/>
              </p14:nvContentPartPr>
              <p14:xfrm>
                <a:off x="4064144" y="1082082"/>
                <a:ext cx="73440" cy="126000"/>
              </p14:xfrm>
            </p:contentPart>
          </mc:Choice>
          <mc:Fallback>
            <p:pic>
              <p:nvPicPr>
                <p:cNvPr id="36" name="Ink 35">
                  <a:extLst>
                    <a:ext uri="{FF2B5EF4-FFF2-40B4-BE49-F238E27FC236}">
                      <a16:creationId xmlns:a16="http://schemas.microsoft.com/office/drawing/2014/main" id="{D9487BD0-D13B-C1A1-488F-90CE9C26C219}"/>
                    </a:ext>
                  </a:extLst>
                </p:cNvPr>
                <p:cNvPicPr/>
                <p:nvPr/>
              </p:nvPicPr>
              <p:blipFill>
                <a:blip r:embed="rId61"/>
                <a:stretch>
                  <a:fillRect/>
                </a:stretch>
              </p:blipFill>
              <p:spPr>
                <a:xfrm>
                  <a:off x="4055504" y="1073082"/>
                  <a:ext cx="91080" cy="14364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37" name="Ink 36">
                  <a:extLst>
                    <a:ext uri="{FF2B5EF4-FFF2-40B4-BE49-F238E27FC236}">
                      <a16:creationId xmlns:a16="http://schemas.microsoft.com/office/drawing/2014/main" id="{73576F73-AAC7-6ED5-398D-EBF6B33B3130}"/>
                    </a:ext>
                  </a:extLst>
                </p14:cNvPr>
                <p14:cNvContentPartPr/>
                <p14:nvPr/>
              </p14:nvContentPartPr>
              <p14:xfrm>
                <a:off x="4227224" y="1060122"/>
                <a:ext cx="168840" cy="173520"/>
              </p14:xfrm>
            </p:contentPart>
          </mc:Choice>
          <mc:Fallback>
            <p:pic>
              <p:nvPicPr>
                <p:cNvPr id="37" name="Ink 36">
                  <a:extLst>
                    <a:ext uri="{FF2B5EF4-FFF2-40B4-BE49-F238E27FC236}">
                      <a16:creationId xmlns:a16="http://schemas.microsoft.com/office/drawing/2014/main" id="{73576F73-AAC7-6ED5-398D-EBF6B33B3130}"/>
                    </a:ext>
                  </a:extLst>
                </p:cNvPr>
                <p:cNvPicPr/>
                <p:nvPr/>
              </p:nvPicPr>
              <p:blipFill>
                <a:blip r:embed="rId63"/>
                <a:stretch>
                  <a:fillRect/>
                </a:stretch>
              </p:blipFill>
              <p:spPr>
                <a:xfrm>
                  <a:off x="4218584" y="1051122"/>
                  <a:ext cx="186480" cy="19116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38" name="Ink 37">
                  <a:extLst>
                    <a:ext uri="{FF2B5EF4-FFF2-40B4-BE49-F238E27FC236}">
                      <a16:creationId xmlns:a16="http://schemas.microsoft.com/office/drawing/2014/main" id="{A20C70F9-78A2-DB35-76AF-B7498F27DB4A}"/>
                    </a:ext>
                  </a:extLst>
                </p14:cNvPr>
                <p14:cNvContentPartPr/>
                <p14:nvPr/>
              </p14:nvContentPartPr>
              <p14:xfrm>
                <a:off x="4406144" y="1061922"/>
                <a:ext cx="298800" cy="281880"/>
              </p14:xfrm>
            </p:contentPart>
          </mc:Choice>
          <mc:Fallback>
            <p:pic>
              <p:nvPicPr>
                <p:cNvPr id="38" name="Ink 37">
                  <a:extLst>
                    <a:ext uri="{FF2B5EF4-FFF2-40B4-BE49-F238E27FC236}">
                      <a16:creationId xmlns:a16="http://schemas.microsoft.com/office/drawing/2014/main" id="{A20C70F9-78A2-DB35-76AF-B7498F27DB4A}"/>
                    </a:ext>
                  </a:extLst>
                </p:cNvPr>
                <p:cNvPicPr/>
                <p:nvPr/>
              </p:nvPicPr>
              <p:blipFill>
                <a:blip r:embed="rId65"/>
                <a:stretch>
                  <a:fillRect/>
                </a:stretch>
              </p:blipFill>
              <p:spPr>
                <a:xfrm>
                  <a:off x="4397144" y="1053282"/>
                  <a:ext cx="316440" cy="2995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39" name="Ink 38">
                  <a:extLst>
                    <a:ext uri="{FF2B5EF4-FFF2-40B4-BE49-F238E27FC236}">
                      <a16:creationId xmlns:a16="http://schemas.microsoft.com/office/drawing/2014/main" id="{E193C4E3-AFDF-3903-ADBB-4368DC4FD549}"/>
                    </a:ext>
                  </a:extLst>
                </p14:cNvPr>
                <p14:cNvContentPartPr/>
                <p14:nvPr/>
              </p14:nvContentPartPr>
              <p14:xfrm>
                <a:off x="4751024" y="1066602"/>
                <a:ext cx="86760" cy="221400"/>
              </p14:xfrm>
            </p:contentPart>
          </mc:Choice>
          <mc:Fallback>
            <p:pic>
              <p:nvPicPr>
                <p:cNvPr id="39" name="Ink 38">
                  <a:extLst>
                    <a:ext uri="{FF2B5EF4-FFF2-40B4-BE49-F238E27FC236}">
                      <a16:creationId xmlns:a16="http://schemas.microsoft.com/office/drawing/2014/main" id="{E193C4E3-AFDF-3903-ADBB-4368DC4FD549}"/>
                    </a:ext>
                  </a:extLst>
                </p:cNvPr>
                <p:cNvPicPr/>
                <p:nvPr/>
              </p:nvPicPr>
              <p:blipFill>
                <a:blip r:embed="rId67"/>
                <a:stretch>
                  <a:fillRect/>
                </a:stretch>
              </p:blipFill>
              <p:spPr>
                <a:xfrm>
                  <a:off x="4742384" y="1057962"/>
                  <a:ext cx="104400" cy="23904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40" name="Ink 39">
                  <a:extLst>
                    <a:ext uri="{FF2B5EF4-FFF2-40B4-BE49-F238E27FC236}">
                      <a16:creationId xmlns:a16="http://schemas.microsoft.com/office/drawing/2014/main" id="{B85677CE-A08A-03EF-D3DD-5B6B6FEC1266}"/>
                    </a:ext>
                  </a:extLst>
                </p14:cNvPr>
                <p14:cNvContentPartPr/>
                <p14:nvPr/>
              </p14:nvContentPartPr>
              <p14:xfrm>
                <a:off x="4949744" y="987042"/>
                <a:ext cx="138960" cy="211320"/>
              </p14:xfrm>
            </p:contentPart>
          </mc:Choice>
          <mc:Fallback>
            <p:pic>
              <p:nvPicPr>
                <p:cNvPr id="40" name="Ink 39">
                  <a:extLst>
                    <a:ext uri="{FF2B5EF4-FFF2-40B4-BE49-F238E27FC236}">
                      <a16:creationId xmlns:a16="http://schemas.microsoft.com/office/drawing/2014/main" id="{B85677CE-A08A-03EF-D3DD-5B6B6FEC1266}"/>
                    </a:ext>
                  </a:extLst>
                </p:cNvPr>
                <p:cNvPicPr/>
                <p:nvPr/>
              </p:nvPicPr>
              <p:blipFill>
                <a:blip r:embed="rId69"/>
                <a:stretch>
                  <a:fillRect/>
                </a:stretch>
              </p:blipFill>
              <p:spPr>
                <a:xfrm>
                  <a:off x="4940744" y="978402"/>
                  <a:ext cx="156600" cy="2289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70">
            <p14:nvContentPartPr>
              <p14:cNvPr id="43" name="Ink 42">
                <a:extLst>
                  <a:ext uri="{FF2B5EF4-FFF2-40B4-BE49-F238E27FC236}">
                    <a16:creationId xmlns:a16="http://schemas.microsoft.com/office/drawing/2014/main" id="{771A79A8-63A4-EA3C-2937-4767D8817D8E}"/>
                  </a:ext>
                </a:extLst>
              </p14:cNvPr>
              <p14:cNvContentPartPr/>
              <p14:nvPr/>
            </p14:nvContentPartPr>
            <p14:xfrm>
              <a:off x="5585504" y="167322"/>
              <a:ext cx="499320" cy="947160"/>
            </p14:xfrm>
          </p:contentPart>
        </mc:Choice>
        <mc:Fallback>
          <p:pic>
            <p:nvPicPr>
              <p:cNvPr id="43" name="Ink 42">
                <a:extLst>
                  <a:ext uri="{FF2B5EF4-FFF2-40B4-BE49-F238E27FC236}">
                    <a16:creationId xmlns:a16="http://schemas.microsoft.com/office/drawing/2014/main" id="{771A79A8-63A4-EA3C-2937-4767D8817D8E}"/>
                  </a:ext>
                </a:extLst>
              </p:cNvPr>
              <p:cNvPicPr/>
              <p:nvPr/>
            </p:nvPicPr>
            <p:blipFill>
              <a:blip r:embed="rId71"/>
              <a:stretch>
                <a:fillRect/>
              </a:stretch>
            </p:blipFill>
            <p:spPr>
              <a:xfrm>
                <a:off x="5576864" y="158682"/>
                <a:ext cx="516960" cy="964800"/>
              </a:xfrm>
              <a:prstGeom prst="rect">
                <a:avLst/>
              </a:prstGeom>
            </p:spPr>
          </p:pic>
        </mc:Fallback>
      </mc:AlternateContent>
      <p:grpSp>
        <p:nvGrpSpPr>
          <p:cNvPr id="56" name="Group 55">
            <a:extLst>
              <a:ext uri="{FF2B5EF4-FFF2-40B4-BE49-F238E27FC236}">
                <a16:creationId xmlns:a16="http://schemas.microsoft.com/office/drawing/2014/main" id="{CF4C3C22-C794-DEAC-AE20-A0682B314CC6}"/>
              </a:ext>
            </a:extLst>
          </p:cNvPr>
          <p:cNvGrpSpPr/>
          <p:nvPr/>
        </p:nvGrpSpPr>
        <p:grpSpPr>
          <a:xfrm>
            <a:off x="6582344" y="683922"/>
            <a:ext cx="1010880" cy="262800"/>
            <a:chOff x="6582344" y="683922"/>
            <a:chExt cx="1010880" cy="262800"/>
          </a:xfrm>
        </p:grpSpPr>
        <mc:AlternateContent xmlns:mc="http://schemas.openxmlformats.org/markup-compatibility/2006">
          <mc:Choice xmlns:p14="http://schemas.microsoft.com/office/powerpoint/2010/main" Requires="p14">
            <p:contentPart p14:bwMode="auto" r:id="rId72">
              <p14:nvContentPartPr>
                <p14:cNvPr id="44" name="Ink 43">
                  <a:extLst>
                    <a:ext uri="{FF2B5EF4-FFF2-40B4-BE49-F238E27FC236}">
                      <a16:creationId xmlns:a16="http://schemas.microsoft.com/office/drawing/2014/main" id="{17E4E5F4-BDEE-297E-6982-1E7EF248BF9F}"/>
                    </a:ext>
                  </a:extLst>
                </p14:cNvPr>
                <p14:cNvContentPartPr/>
                <p14:nvPr/>
              </p14:nvContentPartPr>
              <p14:xfrm>
                <a:off x="6582344" y="688962"/>
                <a:ext cx="197640" cy="204840"/>
              </p14:xfrm>
            </p:contentPart>
          </mc:Choice>
          <mc:Fallback>
            <p:pic>
              <p:nvPicPr>
                <p:cNvPr id="44" name="Ink 43">
                  <a:extLst>
                    <a:ext uri="{FF2B5EF4-FFF2-40B4-BE49-F238E27FC236}">
                      <a16:creationId xmlns:a16="http://schemas.microsoft.com/office/drawing/2014/main" id="{17E4E5F4-BDEE-297E-6982-1E7EF248BF9F}"/>
                    </a:ext>
                  </a:extLst>
                </p:cNvPr>
                <p:cNvPicPr/>
                <p:nvPr/>
              </p:nvPicPr>
              <p:blipFill>
                <a:blip r:embed="rId73"/>
                <a:stretch>
                  <a:fillRect/>
                </a:stretch>
              </p:blipFill>
              <p:spPr>
                <a:xfrm>
                  <a:off x="6573344" y="679962"/>
                  <a:ext cx="215280" cy="22248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45" name="Ink 44">
                  <a:extLst>
                    <a:ext uri="{FF2B5EF4-FFF2-40B4-BE49-F238E27FC236}">
                      <a16:creationId xmlns:a16="http://schemas.microsoft.com/office/drawing/2014/main" id="{4B27BDDE-BA70-0BAC-5617-EE18708FAEA4}"/>
                    </a:ext>
                  </a:extLst>
                </p14:cNvPr>
                <p14:cNvContentPartPr/>
                <p14:nvPr/>
              </p14:nvContentPartPr>
              <p14:xfrm>
                <a:off x="6884384" y="755202"/>
                <a:ext cx="52560" cy="173160"/>
              </p14:xfrm>
            </p:contentPart>
          </mc:Choice>
          <mc:Fallback>
            <p:pic>
              <p:nvPicPr>
                <p:cNvPr id="45" name="Ink 44">
                  <a:extLst>
                    <a:ext uri="{FF2B5EF4-FFF2-40B4-BE49-F238E27FC236}">
                      <a16:creationId xmlns:a16="http://schemas.microsoft.com/office/drawing/2014/main" id="{4B27BDDE-BA70-0BAC-5617-EE18708FAEA4}"/>
                    </a:ext>
                  </a:extLst>
                </p:cNvPr>
                <p:cNvPicPr/>
                <p:nvPr/>
              </p:nvPicPr>
              <p:blipFill>
                <a:blip r:embed="rId75"/>
                <a:stretch>
                  <a:fillRect/>
                </a:stretch>
              </p:blipFill>
              <p:spPr>
                <a:xfrm>
                  <a:off x="6875384" y="746562"/>
                  <a:ext cx="70200" cy="1908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46" name="Ink 45">
                  <a:extLst>
                    <a:ext uri="{FF2B5EF4-FFF2-40B4-BE49-F238E27FC236}">
                      <a16:creationId xmlns:a16="http://schemas.microsoft.com/office/drawing/2014/main" id="{83C0A173-CE06-ED5D-4798-1BA9BB92EFD7}"/>
                    </a:ext>
                  </a:extLst>
                </p14:cNvPr>
                <p14:cNvContentPartPr/>
                <p14:nvPr/>
              </p14:nvContentPartPr>
              <p14:xfrm>
                <a:off x="6933704" y="683922"/>
                <a:ext cx="17640" cy="5400"/>
              </p14:xfrm>
            </p:contentPart>
          </mc:Choice>
          <mc:Fallback>
            <p:pic>
              <p:nvPicPr>
                <p:cNvPr id="46" name="Ink 45">
                  <a:extLst>
                    <a:ext uri="{FF2B5EF4-FFF2-40B4-BE49-F238E27FC236}">
                      <a16:creationId xmlns:a16="http://schemas.microsoft.com/office/drawing/2014/main" id="{83C0A173-CE06-ED5D-4798-1BA9BB92EFD7}"/>
                    </a:ext>
                  </a:extLst>
                </p:cNvPr>
                <p:cNvPicPr/>
                <p:nvPr/>
              </p:nvPicPr>
              <p:blipFill>
                <a:blip r:embed="rId77"/>
                <a:stretch>
                  <a:fillRect/>
                </a:stretch>
              </p:blipFill>
              <p:spPr>
                <a:xfrm>
                  <a:off x="6924704" y="674922"/>
                  <a:ext cx="35280" cy="2304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47" name="Ink 46">
                  <a:extLst>
                    <a:ext uri="{FF2B5EF4-FFF2-40B4-BE49-F238E27FC236}">
                      <a16:creationId xmlns:a16="http://schemas.microsoft.com/office/drawing/2014/main" id="{65596A40-4953-AA88-D911-5E594A8D324B}"/>
                    </a:ext>
                  </a:extLst>
                </p14:cNvPr>
                <p14:cNvContentPartPr/>
                <p14:nvPr/>
              </p14:nvContentPartPr>
              <p14:xfrm>
                <a:off x="7069784" y="728562"/>
                <a:ext cx="25920" cy="171000"/>
              </p14:xfrm>
            </p:contentPart>
          </mc:Choice>
          <mc:Fallback>
            <p:pic>
              <p:nvPicPr>
                <p:cNvPr id="47" name="Ink 46">
                  <a:extLst>
                    <a:ext uri="{FF2B5EF4-FFF2-40B4-BE49-F238E27FC236}">
                      <a16:creationId xmlns:a16="http://schemas.microsoft.com/office/drawing/2014/main" id="{65596A40-4953-AA88-D911-5E594A8D324B}"/>
                    </a:ext>
                  </a:extLst>
                </p:cNvPr>
                <p:cNvPicPr/>
                <p:nvPr/>
              </p:nvPicPr>
              <p:blipFill>
                <a:blip r:embed="rId79"/>
                <a:stretch>
                  <a:fillRect/>
                </a:stretch>
              </p:blipFill>
              <p:spPr>
                <a:xfrm>
                  <a:off x="7061144" y="719922"/>
                  <a:ext cx="43560" cy="18864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48" name="Ink 47">
                  <a:extLst>
                    <a:ext uri="{FF2B5EF4-FFF2-40B4-BE49-F238E27FC236}">
                      <a16:creationId xmlns:a16="http://schemas.microsoft.com/office/drawing/2014/main" id="{7CF2AE3A-3F50-1369-E130-93F8C4F3BE65}"/>
                    </a:ext>
                  </a:extLst>
                </p14:cNvPr>
                <p14:cNvContentPartPr/>
                <p14:nvPr/>
              </p14:nvContentPartPr>
              <p14:xfrm>
                <a:off x="7049984" y="763122"/>
                <a:ext cx="543240" cy="183600"/>
              </p14:xfrm>
            </p:contentPart>
          </mc:Choice>
          <mc:Fallback>
            <p:pic>
              <p:nvPicPr>
                <p:cNvPr id="48" name="Ink 47">
                  <a:extLst>
                    <a:ext uri="{FF2B5EF4-FFF2-40B4-BE49-F238E27FC236}">
                      <a16:creationId xmlns:a16="http://schemas.microsoft.com/office/drawing/2014/main" id="{7CF2AE3A-3F50-1369-E130-93F8C4F3BE65}"/>
                    </a:ext>
                  </a:extLst>
                </p:cNvPr>
                <p:cNvPicPr/>
                <p:nvPr/>
              </p:nvPicPr>
              <p:blipFill>
                <a:blip r:embed="rId81"/>
                <a:stretch>
                  <a:fillRect/>
                </a:stretch>
              </p:blipFill>
              <p:spPr>
                <a:xfrm>
                  <a:off x="7040984" y="754122"/>
                  <a:ext cx="560880" cy="201240"/>
                </a:xfrm>
                <a:prstGeom prst="rect">
                  <a:avLst/>
                </a:prstGeom>
              </p:spPr>
            </p:pic>
          </mc:Fallback>
        </mc:AlternateContent>
      </p:grpSp>
      <p:grpSp>
        <p:nvGrpSpPr>
          <p:cNvPr id="55" name="Group 54">
            <a:extLst>
              <a:ext uri="{FF2B5EF4-FFF2-40B4-BE49-F238E27FC236}">
                <a16:creationId xmlns:a16="http://schemas.microsoft.com/office/drawing/2014/main" id="{87913DFC-199D-E2F4-4E9B-3EC70E86CC00}"/>
              </a:ext>
            </a:extLst>
          </p:cNvPr>
          <p:cNvGrpSpPr/>
          <p:nvPr/>
        </p:nvGrpSpPr>
        <p:grpSpPr>
          <a:xfrm>
            <a:off x="8217824" y="451362"/>
            <a:ext cx="398160" cy="262080"/>
            <a:chOff x="8217824" y="451362"/>
            <a:chExt cx="398160" cy="262080"/>
          </a:xfrm>
        </p:grpSpPr>
        <mc:AlternateContent xmlns:mc="http://schemas.openxmlformats.org/markup-compatibility/2006">
          <mc:Choice xmlns:p14="http://schemas.microsoft.com/office/powerpoint/2010/main" Requires="p14">
            <p:contentPart p14:bwMode="auto" r:id="rId82">
              <p14:nvContentPartPr>
                <p14:cNvPr id="49" name="Ink 48">
                  <a:extLst>
                    <a:ext uri="{FF2B5EF4-FFF2-40B4-BE49-F238E27FC236}">
                      <a16:creationId xmlns:a16="http://schemas.microsoft.com/office/drawing/2014/main" id="{6B56E427-4C3A-B44D-CADD-0751E239D8E7}"/>
                    </a:ext>
                  </a:extLst>
                </p14:cNvPr>
                <p14:cNvContentPartPr/>
                <p14:nvPr/>
              </p14:nvContentPartPr>
              <p14:xfrm>
                <a:off x="8262464" y="451362"/>
                <a:ext cx="72000" cy="223200"/>
              </p14:xfrm>
            </p:contentPart>
          </mc:Choice>
          <mc:Fallback>
            <p:pic>
              <p:nvPicPr>
                <p:cNvPr id="49" name="Ink 48">
                  <a:extLst>
                    <a:ext uri="{FF2B5EF4-FFF2-40B4-BE49-F238E27FC236}">
                      <a16:creationId xmlns:a16="http://schemas.microsoft.com/office/drawing/2014/main" id="{6B56E427-4C3A-B44D-CADD-0751E239D8E7}"/>
                    </a:ext>
                  </a:extLst>
                </p:cNvPr>
                <p:cNvPicPr/>
                <p:nvPr/>
              </p:nvPicPr>
              <p:blipFill>
                <a:blip r:embed="rId83"/>
                <a:stretch>
                  <a:fillRect/>
                </a:stretch>
              </p:blipFill>
              <p:spPr>
                <a:xfrm>
                  <a:off x="8253824" y="442722"/>
                  <a:ext cx="89640" cy="24084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50" name="Ink 49">
                  <a:extLst>
                    <a:ext uri="{FF2B5EF4-FFF2-40B4-BE49-F238E27FC236}">
                      <a16:creationId xmlns:a16="http://schemas.microsoft.com/office/drawing/2014/main" id="{1B3C0D61-4347-B1E2-EA53-02658D62DC0F}"/>
                    </a:ext>
                  </a:extLst>
                </p14:cNvPr>
                <p14:cNvContentPartPr/>
                <p14:nvPr/>
              </p14:nvContentPartPr>
              <p14:xfrm>
                <a:off x="8217824" y="576282"/>
                <a:ext cx="398160" cy="137160"/>
              </p14:xfrm>
            </p:contentPart>
          </mc:Choice>
          <mc:Fallback>
            <p:pic>
              <p:nvPicPr>
                <p:cNvPr id="50" name="Ink 49">
                  <a:extLst>
                    <a:ext uri="{FF2B5EF4-FFF2-40B4-BE49-F238E27FC236}">
                      <a16:creationId xmlns:a16="http://schemas.microsoft.com/office/drawing/2014/main" id="{1B3C0D61-4347-B1E2-EA53-02658D62DC0F}"/>
                    </a:ext>
                  </a:extLst>
                </p:cNvPr>
                <p:cNvPicPr/>
                <p:nvPr/>
              </p:nvPicPr>
              <p:blipFill>
                <a:blip r:embed="rId85"/>
                <a:stretch>
                  <a:fillRect/>
                </a:stretch>
              </p:blipFill>
              <p:spPr>
                <a:xfrm>
                  <a:off x="8209184" y="567282"/>
                  <a:ext cx="415800" cy="1548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86">
            <p14:nvContentPartPr>
              <p14:cNvPr id="51" name="Ink 50">
                <a:extLst>
                  <a:ext uri="{FF2B5EF4-FFF2-40B4-BE49-F238E27FC236}">
                    <a16:creationId xmlns:a16="http://schemas.microsoft.com/office/drawing/2014/main" id="{AF121015-EAD1-F309-3398-6746065575FC}"/>
                  </a:ext>
                </a:extLst>
              </p14:cNvPr>
              <p14:cNvContentPartPr/>
              <p14:nvPr/>
            </p14:nvContentPartPr>
            <p14:xfrm>
              <a:off x="8235824" y="880482"/>
              <a:ext cx="199080" cy="186840"/>
            </p14:xfrm>
          </p:contentPart>
        </mc:Choice>
        <mc:Fallback>
          <p:pic>
            <p:nvPicPr>
              <p:cNvPr id="51" name="Ink 50">
                <a:extLst>
                  <a:ext uri="{FF2B5EF4-FFF2-40B4-BE49-F238E27FC236}">
                    <a16:creationId xmlns:a16="http://schemas.microsoft.com/office/drawing/2014/main" id="{AF121015-EAD1-F309-3398-6746065575FC}"/>
                  </a:ext>
                </a:extLst>
              </p:cNvPr>
              <p:cNvPicPr/>
              <p:nvPr/>
            </p:nvPicPr>
            <p:blipFill>
              <a:blip r:embed="rId87"/>
              <a:stretch>
                <a:fillRect/>
              </a:stretch>
            </p:blipFill>
            <p:spPr>
              <a:xfrm>
                <a:off x="8227184" y="871482"/>
                <a:ext cx="216720" cy="204480"/>
              </a:xfrm>
              <a:prstGeom prst="rect">
                <a:avLst/>
              </a:prstGeom>
            </p:spPr>
          </p:pic>
        </mc:Fallback>
      </mc:AlternateContent>
      <p:grpSp>
        <p:nvGrpSpPr>
          <p:cNvPr id="54" name="Group 53">
            <a:extLst>
              <a:ext uri="{FF2B5EF4-FFF2-40B4-BE49-F238E27FC236}">
                <a16:creationId xmlns:a16="http://schemas.microsoft.com/office/drawing/2014/main" id="{0032881A-D9C2-BE46-7021-36AC3253379A}"/>
              </a:ext>
            </a:extLst>
          </p:cNvPr>
          <p:cNvGrpSpPr/>
          <p:nvPr/>
        </p:nvGrpSpPr>
        <p:grpSpPr>
          <a:xfrm>
            <a:off x="8257064" y="1206282"/>
            <a:ext cx="343440" cy="219600"/>
            <a:chOff x="8257064" y="1206282"/>
            <a:chExt cx="343440" cy="219600"/>
          </a:xfrm>
        </p:grpSpPr>
        <mc:AlternateContent xmlns:mc="http://schemas.openxmlformats.org/markup-compatibility/2006">
          <mc:Choice xmlns:p14="http://schemas.microsoft.com/office/powerpoint/2010/main" Requires="p14">
            <p:contentPart p14:bwMode="auto" r:id="rId88">
              <p14:nvContentPartPr>
                <p14:cNvPr id="52" name="Ink 51">
                  <a:extLst>
                    <a:ext uri="{FF2B5EF4-FFF2-40B4-BE49-F238E27FC236}">
                      <a16:creationId xmlns:a16="http://schemas.microsoft.com/office/drawing/2014/main" id="{6741773D-D422-236A-07A1-1C9FF6919856}"/>
                    </a:ext>
                  </a:extLst>
                </p14:cNvPr>
                <p14:cNvContentPartPr/>
                <p14:nvPr/>
              </p14:nvContentPartPr>
              <p14:xfrm>
                <a:off x="8257064" y="1206282"/>
                <a:ext cx="179280" cy="206280"/>
              </p14:xfrm>
            </p:contentPart>
          </mc:Choice>
          <mc:Fallback>
            <p:pic>
              <p:nvPicPr>
                <p:cNvPr id="52" name="Ink 51">
                  <a:extLst>
                    <a:ext uri="{FF2B5EF4-FFF2-40B4-BE49-F238E27FC236}">
                      <a16:creationId xmlns:a16="http://schemas.microsoft.com/office/drawing/2014/main" id="{6741773D-D422-236A-07A1-1C9FF6919856}"/>
                    </a:ext>
                  </a:extLst>
                </p:cNvPr>
                <p:cNvPicPr/>
                <p:nvPr/>
              </p:nvPicPr>
              <p:blipFill>
                <a:blip r:embed="rId89"/>
                <a:stretch>
                  <a:fillRect/>
                </a:stretch>
              </p:blipFill>
              <p:spPr>
                <a:xfrm>
                  <a:off x="8248064" y="1197642"/>
                  <a:ext cx="196920" cy="22392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53" name="Ink 52">
                  <a:extLst>
                    <a:ext uri="{FF2B5EF4-FFF2-40B4-BE49-F238E27FC236}">
                      <a16:creationId xmlns:a16="http://schemas.microsoft.com/office/drawing/2014/main" id="{E443E999-2972-A4EE-D271-FD777AFD9C3F}"/>
                    </a:ext>
                  </a:extLst>
                </p14:cNvPr>
                <p14:cNvContentPartPr/>
                <p14:nvPr/>
              </p14:nvContentPartPr>
              <p14:xfrm>
                <a:off x="8515904" y="1298442"/>
                <a:ext cx="84600" cy="127440"/>
              </p14:xfrm>
            </p:contentPart>
          </mc:Choice>
          <mc:Fallback>
            <p:pic>
              <p:nvPicPr>
                <p:cNvPr id="53" name="Ink 52">
                  <a:extLst>
                    <a:ext uri="{FF2B5EF4-FFF2-40B4-BE49-F238E27FC236}">
                      <a16:creationId xmlns:a16="http://schemas.microsoft.com/office/drawing/2014/main" id="{E443E999-2972-A4EE-D271-FD777AFD9C3F}"/>
                    </a:ext>
                  </a:extLst>
                </p:cNvPr>
                <p:cNvPicPr/>
                <p:nvPr/>
              </p:nvPicPr>
              <p:blipFill>
                <a:blip r:embed="rId91"/>
                <a:stretch>
                  <a:fillRect/>
                </a:stretch>
              </p:blipFill>
              <p:spPr>
                <a:xfrm>
                  <a:off x="8506904" y="1289442"/>
                  <a:ext cx="102240" cy="1450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92">
            <p14:nvContentPartPr>
              <p14:cNvPr id="57" name="Ink 56">
                <a:extLst>
                  <a:ext uri="{FF2B5EF4-FFF2-40B4-BE49-F238E27FC236}">
                    <a16:creationId xmlns:a16="http://schemas.microsoft.com/office/drawing/2014/main" id="{C3A579C0-7CFF-E544-F8B5-B1349AD30707}"/>
                  </a:ext>
                </a:extLst>
              </p14:cNvPr>
              <p14:cNvContentPartPr/>
              <p14:nvPr/>
            </p14:nvContentPartPr>
            <p14:xfrm>
              <a:off x="748904" y="1839882"/>
              <a:ext cx="229680" cy="222480"/>
            </p14:xfrm>
          </p:contentPart>
        </mc:Choice>
        <mc:Fallback>
          <p:pic>
            <p:nvPicPr>
              <p:cNvPr id="57" name="Ink 56">
                <a:extLst>
                  <a:ext uri="{FF2B5EF4-FFF2-40B4-BE49-F238E27FC236}">
                    <a16:creationId xmlns:a16="http://schemas.microsoft.com/office/drawing/2014/main" id="{C3A579C0-7CFF-E544-F8B5-B1349AD30707}"/>
                  </a:ext>
                </a:extLst>
              </p:cNvPr>
              <p:cNvPicPr/>
              <p:nvPr/>
            </p:nvPicPr>
            <p:blipFill>
              <a:blip r:embed="rId93"/>
              <a:stretch>
                <a:fillRect/>
              </a:stretch>
            </p:blipFill>
            <p:spPr>
              <a:xfrm>
                <a:off x="740264" y="1831242"/>
                <a:ext cx="247320" cy="24012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58" name="Ink 57">
                <a:extLst>
                  <a:ext uri="{FF2B5EF4-FFF2-40B4-BE49-F238E27FC236}">
                    <a16:creationId xmlns:a16="http://schemas.microsoft.com/office/drawing/2014/main" id="{C7708012-8122-54C8-5471-B9C8143890EC}"/>
                  </a:ext>
                </a:extLst>
              </p14:cNvPr>
              <p14:cNvContentPartPr/>
              <p14:nvPr/>
            </p14:nvContentPartPr>
            <p14:xfrm>
              <a:off x="934304" y="1928082"/>
              <a:ext cx="62640" cy="197640"/>
            </p14:xfrm>
          </p:contentPart>
        </mc:Choice>
        <mc:Fallback>
          <p:pic>
            <p:nvPicPr>
              <p:cNvPr id="58" name="Ink 57">
                <a:extLst>
                  <a:ext uri="{FF2B5EF4-FFF2-40B4-BE49-F238E27FC236}">
                    <a16:creationId xmlns:a16="http://schemas.microsoft.com/office/drawing/2014/main" id="{C7708012-8122-54C8-5471-B9C8143890EC}"/>
                  </a:ext>
                </a:extLst>
              </p:cNvPr>
              <p:cNvPicPr/>
              <p:nvPr/>
            </p:nvPicPr>
            <p:blipFill>
              <a:blip r:embed="rId95"/>
              <a:stretch>
                <a:fillRect/>
              </a:stretch>
            </p:blipFill>
            <p:spPr>
              <a:xfrm>
                <a:off x="925304" y="1919442"/>
                <a:ext cx="80280" cy="21528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59" name="Ink 58">
                <a:extLst>
                  <a:ext uri="{FF2B5EF4-FFF2-40B4-BE49-F238E27FC236}">
                    <a16:creationId xmlns:a16="http://schemas.microsoft.com/office/drawing/2014/main" id="{DEA2435D-0CB9-17B3-983F-110D9E42A675}"/>
                  </a:ext>
                </a:extLst>
              </p14:cNvPr>
              <p14:cNvContentPartPr/>
              <p14:nvPr/>
            </p14:nvContentPartPr>
            <p14:xfrm>
              <a:off x="1226264" y="1787322"/>
              <a:ext cx="177120" cy="410760"/>
            </p14:xfrm>
          </p:contentPart>
        </mc:Choice>
        <mc:Fallback>
          <p:pic>
            <p:nvPicPr>
              <p:cNvPr id="59" name="Ink 58">
                <a:extLst>
                  <a:ext uri="{FF2B5EF4-FFF2-40B4-BE49-F238E27FC236}">
                    <a16:creationId xmlns:a16="http://schemas.microsoft.com/office/drawing/2014/main" id="{DEA2435D-0CB9-17B3-983F-110D9E42A675}"/>
                  </a:ext>
                </a:extLst>
              </p:cNvPr>
              <p:cNvPicPr/>
              <p:nvPr/>
            </p:nvPicPr>
            <p:blipFill>
              <a:blip r:embed="rId97"/>
              <a:stretch>
                <a:fillRect/>
              </a:stretch>
            </p:blipFill>
            <p:spPr>
              <a:xfrm>
                <a:off x="1217624" y="1778322"/>
                <a:ext cx="194760" cy="42840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60" name="Ink 59">
                <a:extLst>
                  <a:ext uri="{FF2B5EF4-FFF2-40B4-BE49-F238E27FC236}">
                    <a16:creationId xmlns:a16="http://schemas.microsoft.com/office/drawing/2014/main" id="{F9DBF83A-9B17-FBB1-44FE-DAC0AD97BDDB}"/>
                  </a:ext>
                </a:extLst>
              </p14:cNvPr>
              <p14:cNvContentPartPr/>
              <p14:nvPr/>
            </p14:nvContentPartPr>
            <p14:xfrm>
              <a:off x="1411304" y="2006562"/>
              <a:ext cx="155520" cy="142200"/>
            </p14:xfrm>
          </p:contentPart>
        </mc:Choice>
        <mc:Fallback>
          <p:pic>
            <p:nvPicPr>
              <p:cNvPr id="60" name="Ink 59">
                <a:extLst>
                  <a:ext uri="{FF2B5EF4-FFF2-40B4-BE49-F238E27FC236}">
                    <a16:creationId xmlns:a16="http://schemas.microsoft.com/office/drawing/2014/main" id="{F9DBF83A-9B17-FBB1-44FE-DAC0AD97BDDB}"/>
                  </a:ext>
                </a:extLst>
              </p:cNvPr>
              <p:cNvPicPr/>
              <p:nvPr/>
            </p:nvPicPr>
            <p:blipFill>
              <a:blip r:embed="rId99"/>
              <a:stretch>
                <a:fillRect/>
              </a:stretch>
            </p:blipFill>
            <p:spPr>
              <a:xfrm>
                <a:off x="1402664" y="1997562"/>
                <a:ext cx="17316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61" name="Ink 60">
                <a:extLst>
                  <a:ext uri="{FF2B5EF4-FFF2-40B4-BE49-F238E27FC236}">
                    <a16:creationId xmlns:a16="http://schemas.microsoft.com/office/drawing/2014/main" id="{6987FBF6-DFCB-2C6F-5BA6-71AB3C268C68}"/>
                  </a:ext>
                </a:extLst>
              </p14:cNvPr>
              <p14:cNvContentPartPr/>
              <p14:nvPr/>
            </p14:nvContentPartPr>
            <p14:xfrm>
              <a:off x="1620464" y="2023842"/>
              <a:ext cx="88560" cy="120240"/>
            </p14:xfrm>
          </p:contentPart>
        </mc:Choice>
        <mc:Fallback>
          <p:pic>
            <p:nvPicPr>
              <p:cNvPr id="61" name="Ink 60">
                <a:extLst>
                  <a:ext uri="{FF2B5EF4-FFF2-40B4-BE49-F238E27FC236}">
                    <a16:creationId xmlns:a16="http://schemas.microsoft.com/office/drawing/2014/main" id="{6987FBF6-DFCB-2C6F-5BA6-71AB3C268C68}"/>
                  </a:ext>
                </a:extLst>
              </p:cNvPr>
              <p:cNvPicPr/>
              <p:nvPr/>
            </p:nvPicPr>
            <p:blipFill>
              <a:blip r:embed="rId101"/>
              <a:stretch>
                <a:fillRect/>
              </a:stretch>
            </p:blipFill>
            <p:spPr>
              <a:xfrm>
                <a:off x="1611464" y="2014842"/>
                <a:ext cx="106200" cy="13788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62" name="Ink 61">
                <a:extLst>
                  <a:ext uri="{FF2B5EF4-FFF2-40B4-BE49-F238E27FC236}">
                    <a16:creationId xmlns:a16="http://schemas.microsoft.com/office/drawing/2014/main" id="{CAC77F1B-73B4-B2DA-7B6D-B05F9AB01F34}"/>
                  </a:ext>
                </a:extLst>
              </p14:cNvPr>
              <p14:cNvContentPartPr/>
              <p14:nvPr/>
            </p14:nvContentPartPr>
            <p14:xfrm>
              <a:off x="1847984" y="2027082"/>
              <a:ext cx="117720" cy="228960"/>
            </p14:xfrm>
          </p:contentPart>
        </mc:Choice>
        <mc:Fallback>
          <p:pic>
            <p:nvPicPr>
              <p:cNvPr id="62" name="Ink 61">
                <a:extLst>
                  <a:ext uri="{FF2B5EF4-FFF2-40B4-BE49-F238E27FC236}">
                    <a16:creationId xmlns:a16="http://schemas.microsoft.com/office/drawing/2014/main" id="{CAC77F1B-73B4-B2DA-7B6D-B05F9AB01F34}"/>
                  </a:ext>
                </a:extLst>
              </p:cNvPr>
              <p:cNvPicPr/>
              <p:nvPr/>
            </p:nvPicPr>
            <p:blipFill>
              <a:blip r:embed="rId103"/>
              <a:stretch>
                <a:fillRect/>
              </a:stretch>
            </p:blipFill>
            <p:spPr>
              <a:xfrm>
                <a:off x="1839344" y="2018082"/>
                <a:ext cx="135360" cy="24660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63" name="Ink 62">
                <a:extLst>
                  <a:ext uri="{FF2B5EF4-FFF2-40B4-BE49-F238E27FC236}">
                    <a16:creationId xmlns:a16="http://schemas.microsoft.com/office/drawing/2014/main" id="{AE97D388-8F64-1F2A-AAC8-D18AC288C9C7}"/>
                  </a:ext>
                </a:extLst>
              </p14:cNvPr>
              <p14:cNvContentPartPr/>
              <p14:nvPr/>
            </p14:nvContentPartPr>
            <p14:xfrm>
              <a:off x="2021864" y="2036082"/>
              <a:ext cx="114840" cy="112680"/>
            </p14:xfrm>
          </p:contentPart>
        </mc:Choice>
        <mc:Fallback>
          <p:pic>
            <p:nvPicPr>
              <p:cNvPr id="63" name="Ink 62">
                <a:extLst>
                  <a:ext uri="{FF2B5EF4-FFF2-40B4-BE49-F238E27FC236}">
                    <a16:creationId xmlns:a16="http://schemas.microsoft.com/office/drawing/2014/main" id="{AE97D388-8F64-1F2A-AAC8-D18AC288C9C7}"/>
                  </a:ext>
                </a:extLst>
              </p:cNvPr>
              <p:cNvPicPr/>
              <p:nvPr/>
            </p:nvPicPr>
            <p:blipFill>
              <a:blip r:embed="rId105"/>
              <a:stretch>
                <a:fillRect/>
              </a:stretch>
            </p:blipFill>
            <p:spPr>
              <a:xfrm>
                <a:off x="2012864" y="2027082"/>
                <a:ext cx="132480" cy="13032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64" name="Ink 63">
                <a:extLst>
                  <a:ext uri="{FF2B5EF4-FFF2-40B4-BE49-F238E27FC236}">
                    <a16:creationId xmlns:a16="http://schemas.microsoft.com/office/drawing/2014/main" id="{B4662D80-DDA7-4319-2720-25F3EE13C64E}"/>
                  </a:ext>
                </a:extLst>
              </p14:cNvPr>
              <p14:cNvContentPartPr/>
              <p14:nvPr/>
            </p14:nvContentPartPr>
            <p14:xfrm>
              <a:off x="2238584" y="2026362"/>
              <a:ext cx="78480" cy="120240"/>
            </p14:xfrm>
          </p:contentPart>
        </mc:Choice>
        <mc:Fallback>
          <p:pic>
            <p:nvPicPr>
              <p:cNvPr id="64" name="Ink 63">
                <a:extLst>
                  <a:ext uri="{FF2B5EF4-FFF2-40B4-BE49-F238E27FC236}">
                    <a16:creationId xmlns:a16="http://schemas.microsoft.com/office/drawing/2014/main" id="{B4662D80-DDA7-4319-2720-25F3EE13C64E}"/>
                  </a:ext>
                </a:extLst>
              </p:cNvPr>
              <p:cNvPicPr/>
              <p:nvPr/>
            </p:nvPicPr>
            <p:blipFill>
              <a:blip r:embed="rId107"/>
              <a:stretch>
                <a:fillRect/>
              </a:stretch>
            </p:blipFill>
            <p:spPr>
              <a:xfrm>
                <a:off x="2229944" y="2017362"/>
                <a:ext cx="96120" cy="13788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65" name="Ink 64">
                <a:extLst>
                  <a:ext uri="{FF2B5EF4-FFF2-40B4-BE49-F238E27FC236}">
                    <a16:creationId xmlns:a16="http://schemas.microsoft.com/office/drawing/2014/main" id="{1FDF1434-922D-A4BF-FD0E-CDE5EEB53691}"/>
                  </a:ext>
                </a:extLst>
              </p14:cNvPr>
              <p14:cNvContentPartPr/>
              <p14:nvPr/>
            </p14:nvContentPartPr>
            <p14:xfrm>
              <a:off x="2409224" y="2026362"/>
              <a:ext cx="123480" cy="145080"/>
            </p14:xfrm>
          </p:contentPart>
        </mc:Choice>
        <mc:Fallback>
          <p:pic>
            <p:nvPicPr>
              <p:cNvPr id="65" name="Ink 64">
                <a:extLst>
                  <a:ext uri="{FF2B5EF4-FFF2-40B4-BE49-F238E27FC236}">
                    <a16:creationId xmlns:a16="http://schemas.microsoft.com/office/drawing/2014/main" id="{1FDF1434-922D-A4BF-FD0E-CDE5EEB53691}"/>
                  </a:ext>
                </a:extLst>
              </p:cNvPr>
              <p:cNvPicPr/>
              <p:nvPr/>
            </p:nvPicPr>
            <p:blipFill>
              <a:blip r:embed="rId109"/>
              <a:stretch>
                <a:fillRect/>
              </a:stretch>
            </p:blipFill>
            <p:spPr>
              <a:xfrm>
                <a:off x="2400224" y="2017362"/>
                <a:ext cx="141120" cy="16272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66" name="Ink 65">
                <a:extLst>
                  <a:ext uri="{FF2B5EF4-FFF2-40B4-BE49-F238E27FC236}">
                    <a16:creationId xmlns:a16="http://schemas.microsoft.com/office/drawing/2014/main" id="{3BD8EEDD-60F5-B0EB-35F1-BC366B2F1E39}"/>
                  </a:ext>
                </a:extLst>
              </p14:cNvPr>
              <p14:cNvContentPartPr/>
              <p14:nvPr/>
            </p14:nvContentPartPr>
            <p14:xfrm>
              <a:off x="2684264" y="1936722"/>
              <a:ext cx="172080" cy="217080"/>
            </p14:xfrm>
          </p:contentPart>
        </mc:Choice>
        <mc:Fallback>
          <p:pic>
            <p:nvPicPr>
              <p:cNvPr id="66" name="Ink 65">
                <a:extLst>
                  <a:ext uri="{FF2B5EF4-FFF2-40B4-BE49-F238E27FC236}">
                    <a16:creationId xmlns:a16="http://schemas.microsoft.com/office/drawing/2014/main" id="{3BD8EEDD-60F5-B0EB-35F1-BC366B2F1E39}"/>
                  </a:ext>
                </a:extLst>
              </p:cNvPr>
              <p:cNvPicPr/>
              <p:nvPr/>
            </p:nvPicPr>
            <p:blipFill>
              <a:blip r:embed="rId111"/>
              <a:stretch>
                <a:fillRect/>
              </a:stretch>
            </p:blipFill>
            <p:spPr>
              <a:xfrm>
                <a:off x="2675264" y="1928082"/>
                <a:ext cx="189720" cy="23472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67" name="Ink 66">
                <a:extLst>
                  <a:ext uri="{FF2B5EF4-FFF2-40B4-BE49-F238E27FC236}">
                    <a16:creationId xmlns:a16="http://schemas.microsoft.com/office/drawing/2014/main" id="{149328A2-0277-DF8F-C136-88F0FB103E52}"/>
                  </a:ext>
                </a:extLst>
              </p14:cNvPr>
              <p14:cNvContentPartPr/>
              <p14:nvPr/>
            </p14:nvContentPartPr>
            <p14:xfrm>
              <a:off x="2949584" y="1937802"/>
              <a:ext cx="265320" cy="189000"/>
            </p14:xfrm>
          </p:contentPart>
        </mc:Choice>
        <mc:Fallback>
          <p:pic>
            <p:nvPicPr>
              <p:cNvPr id="67" name="Ink 66">
                <a:extLst>
                  <a:ext uri="{FF2B5EF4-FFF2-40B4-BE49-F238E27FC236}">
                    <a16:creationId xmlns:a16="http://schemas.microsoft.com/office/drawing/2014/main" id="{149328A2-0277-DF8F-C136-88F0FB103E52}"/>
                  </a:ext>
                </a:extLst>
              </p:cNvPr>
              <p:cNvPicPr/>
              <p:nvPr/>
            </p:nvPicPr>
            <p:blipFill>
              <a:blip r:embed="rId113"/>
              <a:stretch>
                <a:fillRect/>
              </a:stretch>
            </p:blipFill>
            <p:spPr>
              <a:xfrm>
                <a:off x="2940944" y="1929162"/>
                <a:ext cx="282960" cy="20664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68" name="Ink 67">
                <a:extLst>
                  <a:ext uri="{FF2B5EF4-FFF2-40B4-BE49-F238E27FC236}">
                    <a16:creationId xmlns:a16="http://schemas.microsoft.com/office/drawing/2014/main" id="{6DF2EAE3-829A-97B2-EE43-35B6198A0C39}"/>
                  </a:ext>
                </a:extLst>
              </p14:cNvPr>
              <p14:cNvContentPartPr/>
              <p14:nvPr/>
            </p14:nvContentPartPr>
            <p14:xfrm>
              <a:off x="3193304" y="2001522"/>
              <a:ext cx="308160" cy="112320"/>
            </p14:xfrm>
          </p:contentPart>
        </mc:Choice>
        <mc:Fallback>
          <p:pic>
            <p:nvPicPr>
              <p:cNvPr id="68" name="Ink 67">
                <a:extLst>
                  <a:ext uri="{FF2B5EF4-FFF2-40B4-BE49-F238E27FC236}">
                    <a16:creationId xmlns:a16="http://schemas.microsoft.com/office/drawing/2014/main" id="{6DF2EAE3-829A-97B2-EE43-35B6198A0C39}"/>
                  </a:ext>
                </a:extLst>
              </p:cNvPr>
              <p:cNvPicPr/>
              <p:nvPr/>
            </p:nvPicPr>
            <p:blipFill>
              <a:blip r:embed="rId115"/>
              <a:stretch>
                <a:fillRect/>
              </a:stretch>
            </p:blipFill>
            <p:spPr>
              <a:xfrm>
                <a:off x="3184664" y="1992882"/>
                <a:ext cx="32580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79" name="Ink 78">
                <a:extLst>
                  <a:ext uri="{FF2B5EF4-FFF2-40B4-BE49-F238E27FC236}">
                    <a16:creationId xmlns:a16="http://schemas.microsoft.com/office/drawing/2014/main" id="{BF899FDB-D78C-A41B-E5BB-1ABDD383DD76}"/>
                  </a:ext>
                </a:extLst>
              </p14:cNvPr>
              <p14:cNvContentPartPr/>
              <p14:nvPr/>
            </p14:nvContentPartPr>
            <p14:xfrm>
              <a:off x="4184024" y="3017802"/>
              <a:ext cx="41040" cy="43200"/>
            </p14:xfrm>
          </p:contentPart>
        </mc:Choice>
        <mc:Fallback>
          <p:pic>
            <p:nvPicPr>
              <p:cNvPr id="79" name="Ink 78">
                <a:extLst>
                  <a:ext uri="{FF2B5EF4-FFF2-40B4-BE49-F238E27FC236}">
                    <a16:creationId xmlns:a16="http://schemas.microsoft.com/office/drawing/2014/main" id="{BF899FDB-D78C-A41B-E5BB-1ABDD383DD76}"/>
                  </a:ext>
                </a:extLst>
              </p:cNvPr>
              <p:cNvPicPr/>
              <p:nvPr/>
            </p:nvPicPr>
            <p:blipFill>
              <a:blip r:embed="rId117"/>
              <a:stretch>
                <a:fillRect/>
              </a:stretch>
            </p:blipFill>
            <p:spPr>
              <a:xfrm>
                <a:off x="4175024" y="3009162"/>
                <a:ext cx="58680" cy="6084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80" name="Ink 79">
                <a:extLst>
                  <a:ext uri="{FF2B5EF4-FFF2-40B4-BE49-F238E27FC236}">
                    <a16:creationId xmlns:a16="http://schemas.microsoft.com/office/drawing/2014/main" id="{3C366C35-6CA7-9BDC-26CF-F3F7D817EA51}"/>
                  </a:ext>
                </a:extLst>
              </p14:cNvPr>
              <p14:cNvContentPartPr/>
              <p14:nvPr/>
            </p14:nvContentPartPr>
            <p14:xfrm>
              <a:off x="4303904" y="3005202"/>
              <a:ext cx="48960" cy="150120"/>
            </p14:xfrm>
          </p:contentPart>
        </mc:Choice>
        <mc:Fallback>
          <p:pic>
            <p:nvPicPr>
              <p:cNvPr id="80" name="Ink 79">
                <a:extLst>
                  <a:ext uri="{FF2B5EF4-FFF2-40B4-BE49-F238E27FC236}">
                    <a16:creationId xmlns:a16="http://schemas.microsoft.com/office/drawing/2014/main" id="{3C366C35-6CA7-9BDC-26CF-F3F7D817EA51}"/>
                  </a:ext>
                </a:extLst>
              </p:cNvPr>
              <p:cNvPicPr/>
              <p:nvPr/>
            </p:nvPicPr>
            <p:blipFill>
              <a:blip r:embed="rId119"/>
              <a:stretch>
                <a:fillRect/>
              </a:stretch>
            </p:blipFill>
            <p:spPr>
              <a:xfrm>
                <a:off x="4294904" y="2996202"/>
                <a:ext cx="66600" cy="16776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81" name="Ink 80">
                <a:extLst>
                  <a:ext uri="{FF2B5EF4-FFF2-40B4-BE49-F238E27FC236}">
                    <a16:creationId xmlns:a16="http://schemas.microsoft.com/office/drawing/2014/main" id="{14C272B1-6CCB-CF85-B228-5F6BA5E5DF3F}"/>
                  </a:ext>
                </a:extLst>
              </p14:cNvPr>
              <p14:cNvContentPartPr/>
              <p14:nvPr/>
            </p14:nvContentPartPr>
            <p14:xfrm>
              <a:off x="4415144" y="3087642"/>
              <a:ext cx="41040" cy="45360"/>
            </p14:xfrm>
          </p:contentPart>
        </mc:Choice>
        <mc:Fallback>
          <p:pic>
            <p:nvPicPr>
              <p:cNvPr id="81" name="Ink 80">
                <a:extLst>
                  <a:ext uri="{FF2B5EF4-FFF2-40B4-BE49-F238E27FC236}">
                    <a16:creationId xmlns:a16="http://schemas.microsoft.com/office/drawing/2014/main" id="{14C272B1-6CCB-CF85-B228-5F6BA5E5DF3F}"/>
                  </a:ext>
                </a:extLst>
              </p:cNvPr>
              <p:cNvPicPr/>
              <p:nvPr/>
            </p:nvPicPr>
            <p:blipFill>
              <a:blip r:embed="rId121"/>
              <a:stretch>
                <a:fillRect/>
              </a:stretch>
            </p:blipFill>
            <p:spPr>
              <a:xfrm>
                <a:off x="4406504" y="3078642"/>
                <a:ext cx="58680" cy="6300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82" name="Ink 81">
                <a:extLst>
                  <a:ext uri="{FF2B5EF4-FFF2-40B4-BE49-F238E27FC236}">
                    <a16:creationId xmlns:a16="http://schemas.microsoft.com/office/drawing/2014/main" id="{58BB7D30-E4F3-3631-86AA-844DEF299AB2}"/>
                  </a:ext>
                </a:extLst>
              </p14:cNvPr>
              <p14:cNvContentPartPr/>
              <p14:nvPr/>
            </p14:nvContentPartPr>
            <p14:xfrm>
              <a:off x="4650224" y="3034002"/>
              <a:ext cx="82800" cy="142200"/>
            </p14:xfrm>
          </p:contentPart>
        </mc:Choice>
        <mc:Fallback>
          <p:pic>
            <p:nvPicPr>
              <p:cNvPr id="82" name="Ink 81">
                <a:extLst>
                  <a:ext uri="{FF2B5EF4-FFF2-40B4-BE49-F238E27FC236}">
                    <a16:creationId xmlns:a16="http://schemas.microsoft.com/office/drawing/2014/main" id="{58BB7D30-E4F3-3631-86AA-844DEF299AB2}"/>
                  </a:ext>
                </a:extLst>
              </p:cNvPr>
              <p:cNvPicPr/>
              <p:nvPr/>
            </p:nvPicPr>
            <p:blipFill>
              <a:blip r:embed="rId123"/>
              <a:stretch>
                <a:fillRect/>
              </a:stretch>
            </p:blipFill>
            <p:spPr>
              <a:xfrm>
                <a:off x="4641584" y="3025002"/>
                <a:ext cx="10044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83" name="Ink 82">
                <a:extLst>
                  <a:ext uri="{FF2B5EF4-FFF2-40B4-BE49-F238E27FC236}">
                    <a16:creationId xmlns:a16="http://schemas.microsoft.com/office/drawing/2014/main" id="{69A02357-9B72-012E-A363-7879781F92DC}"/>
                  </a:ext>
                </a:extLst>
              </p14:cNvPr>
              <p14:cNvContentPartPr/>
              <p14:nvPr/>
            </p14:nvContentPartPr>
            <p14:xfrm>
              <a:off x="4863344" y="3034362"/>
              <a:ext cx="13320" cy="99000"/>
            </p14:xfrm>
          </p:contentPart>
        </mc:Choice>
        <mc:Fallback>
          <p:pic>
            <p:nvPicPr>
              <p:cNvPr id="83" name="Ink 82">
                <a:extLst>
                  <a:ext uri="{FF2B5EF4-FFF2-40B4-BE49-F238E27FC236}">
                    <a16:creationId xmlns:a16="http://schemas.microsoft.com/office/drawing/2014/main" id="{69A02357-9B72-012E-A363-7879781F92DC}"/>
                  </a:ext>
                </a:extLst>
              </p:cNvPr>
              <p:cNvPicPr/>
              <p:nvPr/>
            </p:nvPicPr>
            <p:blipFill>
              <a:blip r:embed="rId125"/>
              <a:stretch>
                <a:fillRect/>
              </a:stretch>
            </p:blipFill>
            <p:spPr>
              <a:xfrm>
                <a:off x="4854344" y="3025722"/>
                <a:ext cx="30960" cy="11664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84" name="Ink 83">
                <a:extLst>
                  <a:ext uri="{FF2B5EF4-FFF2-40B4-BE49-F238E27FC236}">
                    <a16:creationId xmlns:a16="http://schemas.microsoft.com/office/drawing/2014/main" id="{AE226343-7362-A2A8-D172-018793D8A002}"/>
                  </a:ext>
                </a:extLst>
              </p14:cNvPr>
              <p14:cNvContentPartPr/>
              <p14:nvPr/>
            </p14:nvContentPartPr>
            <p14:xfrm>
              <a:off x="4909784" y="2945802"/>
              <a:ext cx="360" cy="16200"/>
            </p14:xfrm>
          </p:contentPart>
        </mc:Choice>
        <mc:Fallback>
          <p:pic>
            <p:nvPicPr>
              <p:cNvPr id="84" name="Ink 83">
                <a:extLst>
                  <a:ext uri="{FF2B5EF4-FFF2-40B4-BE49-F238E27FC236}">
                    <a16:creationId xmlns:a16="http://schemas.microsoft.com/office/drawing/2014/main" id="{AE226343-7362-A2A8-D172-018793D8A002}"/>
                  </a:ext>
                </a:extLst>
              </p:cNvPr>
              <p:cNvPicPr/>
              <p:nvPr/>
            </p:nvPicPr>
            <p:blipFill>
              <a:blip r:embed="rId127"/>
              <a:stretch>
                <a:fillRect/>
              </a:stretch>
            </p:blipFill>
            <p:spPr>
              <a:xfrm>
                <a:off x="4901144" y="2937162"/>
                <a:ext cx="18000" cy="3384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85" name="Ink 84">
                <a:extLst>
                  <a:ext uri="{FF2B5EF4-FFF2-40B4-BE49-F238E27FC236}">
                    <a16:creationId xmlns:a16="http://schemas.microsoft.com/office/drawing/2014/main" id="{4728CA56-1281-2646-235F-1DDB5909C39E}"/>
                  </a:ext>
                </a:extLst>
              </p14:cNvPr>
              <p14:cNvContentPartPr/>
              <p14:nvPr/>
            </p14:nvContentPartPr>
            <p14:xfrm>
              <a:off x="5007344" y="2943642"/>
              <a:ext cx="177840" cy="204120"/>
            </p14:xfrm>
          </p:contentPart>
        </mc:Choice>
        <mc:Fallback>
          <p:pic>
            <p:nvPicPr>
              <p:cNvPr id="85" name="Ink 84">
                <a:extLst>
                  <a:ext uri="{FF2B5EF4-FFF2-40B4-BE49-F238E27FC236}">
                    <a16:creationId xmlns:a16="http://schemas.microsoft.com/office/drawing/2014/main" id="{4728CA56-1281-2646-235F-1DDB5909C39E}"/>
                  </a:ext>
                </a:extLst>
              </p:cNvPr>
              <p:cNvPicPr/>
              <p:nvPr/>
            </p:nvPicPr>
            <p:blipFill>
              <a:blip r:embed="rId129"/>
              <a:stretch>
                <a:fillRect/>
              </a:stretch>
            </p:blipFill>
            <p:spPr>
              <a:xfrm>
                <a:off x="4998704" y="2934642"/>
                <a:ext cx="195480" cy="22176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95" name="Ink 94">
                <a:extLst>
                  <a:ext uri="{FF2B5EF4-FFF2-40B4-BE49-F238E27FC236}">
                    <a16:creationId xmlns:a16="http://schemas.microsoft.com/office/drawing/2014/main" id="{F152F891-97D4-8EE4-DDD1-65B6A7BE30CD}"/>
                  </a:ext>
                </a:extLst>
              </p14:cNvPr>
              <p14:cNvContentPartPr/>
              <p14:nvPr/>
            </p14:nvContentPartPr>
            <p14:xfrm>
              <a:off x="6293624" y="3013122"/>
              <a:ext cx="49680" cy="40320"/>
            </p14:xfrm>
          </p:contentPart>
        </mc:Choice>
        <mc:Fallback>
          <p:pic>
            <p:nvPicPr>
              <p:cNvPr id="95" name="Ink 94">
                <a:extLst>
                  <a:ext uri="{FF2B5EF4-FFF2-40B4-BE49-F238E27FC236}">
                    <a16:creationId xmlns:a16="http://schemas.microsoft.com/office/drawing/2014/main" id="{F152F891-97D4-8EE4-DDD1-65B6A7BE30CD}"/>
                  </a:ext>
                </a:extLst>
              </p:cNvPr>
              <p:cNvPicPr/>
              <p:nvPr/>
            </p:nvPicPr>
            <p:blipFill>
              <a:blip r:embed="rId131"/>
              <a:stretch>
                <a:fillRect/>
              </a:stretch>
            </p:blipFill>
            <p:spPr>
              <a:xfrm>
                <a:off x="6284624" y="3004482"/>
                <a:ext cx="67320" cy="5796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96" name="Ink 95">
                <a:extLst>
                  <a:ext uri="{FF2B5EF4-FFF2-40B4-BE49-F238E27FC236}">
                    <a16:creationId xmlns:a16="http://schemas.microsoft.com/office/drawing/2014/main" id="{E046DAFB-6AD7-6F74-8E8D-062957DAF74D}"/>
                  </a:ext>
                </a:extLst>
              </p14:cNvPr>
              <p14:cNvContentPartPr/>
              <p14:nvPr/>
            </p14:nvContentPartPr>
            <p14:xfrm>
              <a:off x="6449144" y="2988282"/>
              <a:ext cx="91080" cy="144720"/>
            </p14:xfrm>
          </p:contentPart>
        </mc:Choice>
        <mc:Fallback>
          <p:pic>
            <p:nvPicPr>
              <p:cNvPr id="96" name="Ink 95">
                <a:extLst>
                  <a:ext uri="{FF2B5EF4-FFF2-40B4-BE49-F238E27FC236}">
                    <a16:creationId xmlns:a16="http://schemas.microsoft.com/office/drawing/2014/main" id="{E046DAFB-6AD7-6F74-8E8D-062957DAF74D}"/>
                  </a:ext>
                </a:extLst>
              </p:cNvPr>
              <p:cNvPicPr/>
              <p:nvPr/>
            </p:nvPicPr>
            <p:blipFill>
              <a:blip r:embed="rId133"/>
              <a:stretch>
                <a:fillRect/>
              </a:stretch>
            </p:blipFill>
            <p:spPr>
              <a:xfrm>
                <a:off x="6440144" y="2979282"/>
                <a:ext cx="108720" cy="16236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97" name="Ink 96">
                <a:extLst>
                  <a:ext uri="{FF2B5EF4-FFF2-40B4-BE49-F238E27FC236}">
                    <a16:creationId xmlns:a16="http://schemas.microsoft.com/office/drawing/2014/main" id="{C553E2BD-ABCE-7247-E53D-03E6F4896C56}"/>
                  </a:ext>
                </a:extLst>
              </p14:cNvPr>
              <p14:cNvContentPartPr/>
              <p14:nvPr/>
            </p14:nvContentPartPr>
            <p14:xfrm>
              <a:off x="6566144" y="3060642"/>
              <a:ext cx="24480" cy="11880"/>
            </p14:xfrm>
          </p:contentPart>
        </mc:Choice>
        <mc:Fallback>
          <p:pic>
            <p:nvPicPr>
              <p:cNvPr id="97" name="Ink 96">
                <a:extLst>
                  <a:ext uri="{FF2B5EF4-FFF2-40B4-BE49-F238E27FC236}">
                    <a16:creationId xmlns:a16="http://schemas.microsoft.com/office/drawing/2014/main" id="{C553E2BD-ABCE-7247-E53D-03E6F4896C56}"/>
                  </a:ext>
                </a:extLst>
              </p:cNvPr>
              <p:cNvPicPr/>
              <p:nvPr/>
            </p:nvPicPr>
            <p:blipFill>
              <a:blip r:embed="rId135"/>
              <a:stretch>
                <a:fillRect/>
              </a:stretch>
            </p:blipFill>
            <p:spPr>
              <a:xfrm>
                <a:off x="6557144" y="3052002"/>
                <a:ext cx="42120" cy="2952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98" name="Ink 97">
                <a:extLst>
                  <a:ext uri="{FF2B5EF4-FFF2-40B4-BE49-F238E27FC236}">
                    <a16:creationId xmlns:a16="http://schemas.microsoft.com/office/drawing/2014/main" id="{62B5C0F5-3B2A-CF96-9127-5F76D3C93927}"/>
                  </a:ext>
                </a:extLst>
              </p14:cNvPr>
              <p14:cNvContentPartPr/>
              <p14:nvPr/>
            </p14:nvContentPartPr>
            <p14:xfrm>
              <a:off x="6763424" y="2996562"/>
              <a:ext cx="145440" cy="176760"/>
            </p14:xfrm>
          </p:contentPart>
        </mc:Choice>
        <mc:Fallback>
          <p:pic>
            <p:nvPicPr>
              <p:cNvPr id="98" name="Ink 97">
                <a:extLst>
                  <a:ext uri="{FF2B5EF4-FFF2-40B4-BE49-F238E27FC236}">
                    <a16:creationId xmlns:a16="http://schemas.microsoft.com/office/drawing/2014/main" id="{62B5C0F5-3B2A-CF96-9127-5F76D3C93927}"/>
                  </a:ext>
                </a:extLst>
              </p:cNvPr>
              <p:cNvPicPr/>
              <p:nvPr/>
            </p:nvPicPr>
            <p:blipFill>
              <a:blip r:embed="rId137"/>
              <a:stretch>
                <a:fillRect/>
              </a:stretch>
            </p:blipFill>
            <p:spPr>
              <a:xfrm>
                <a:off x="6754784" y="2987922"/>
                <a:ext cx="163080" cy="19440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99" name="Ink 98">
                <a:extLst>
                  <a:ext uri="{FF2B5EF4-FFF2-40B4-BE49-F238E27FC236}">
                    <a16:creationId xmlns:a16="http://schemas.microsoft.com/office/drawing/2014/main" id="{BBCD4D4B-5FED-5033-0B16-38513484839F}"/>
                  </a:ext>
                </a:extLst>
              </p14:cNvPr>
              <p14:cNvContentPartPr/>
              <p14:nvPr/>
            </p14:nvContentPartPr>
            <p14:xfrm>
              <a:off x="6995984" y="3031122"/>
              <a:ext cx="28080" cy="92880"/>
            </p14:xfrm>
          </p:contentPart>
        </mc:Choice>
        <mc:Fallback>
          <p:pic>
            <p:nvPicPr>
              <p:cNvPr id="99" name="Ink 98">
                <a:extLst>
                  <a:ext uri="{FF2B5EF4-FFF2-40B4-BE49-F238E27FC236}">
                    <a16:creationId xmlns:a16="http://schemas.microsoft.com/office/drawing/2014/main" id="{BBCD4D4B-5FED-5033-0B16-38513484839F}"/>
                  </a:ext>
                </a:extLst>
              </p:cNvPr>
              <p:cNvPicPr/>
              <p:nvPr/>
            </p:nvPicPr>
            <p:blipFill>
              <a:blip r:embed="rId139"/>
              <a:stretch>
                <a:fillRect/>
              </a:stretch>
            </p:blipFill>
            <p:spPr>
              <a:xfrm>
                <a:off x="6986984" y="3022122"/>
                <a:ext cx="45720" cy="11052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100" name="Ink 99">
                <a:extLst>
                  <a:ext uri="{FF2B5EF4-FFF2-40B4-BE49-F238E27FC236}">
                    <a16:creationId xmlns:a16="http://schemas.microsoft.com/office/drawing/2014/main" id="{5CE50D18-2AC9-EF54-51D1-742D0669CBC2}"/>
                  </a:ext>
                </a:extLst>
              </p14:cNvPr>
              <p14:cNvContentPartPr/>
              <p14:nvPr/>
            </p14:nvContentPartPr>
            <p14:xfrm>
              <a:off x="7043144" y="2931042"/>
              <a:ext cx="6480" cy="18000"/>
            </p14:xfrm>
          </p:contentPart>
        </mc:Choice>
        <mc:Fallback>
          <p:pic>
            <p:nvPicPr>
              <p:cNvPr id="100" name="Ink 99">
                <a:extLst>
                  <a:ext uri="{FF2B5EF4-FFF2-40B4-BE49-F238E27FC236}">
                    <a16:creationId xmlns:a16="http://schemas.microsoft.com/office/drawing/2014/main" id="{5CE50D18-2AC9-EF54-51D1-742D0669CBC2}"/>
                  </a:ext>
                </a:extLst>
              </p:cNvPr>
              <p:cNvPicPr/>
              <p:nvPr/>
            </p:nvPicPr>
            <p:blipFill>
              <a:blip r:embed="rId141"/>
              <a:stretch>
                <a:fillRect/>
              </a:stretch>
            </p:blipFill>
            <p:spPr>
              <a:xfrm>
                <a:off x="7034504" y="2922042"/>
                <a:ext cx="24120" cy="3564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101" name="Ink 100">
                <a:extLst>
                  <a:ext uri="{FF2B5EF4-FFF2-40B4-BE49-F238E27FC236}">
                    <a16:creationId xmlns:a16="http://schemas.microsoft.com/office/drawing/2014/main" id="{984D4845-A7AF-BB71-D11A-468920863846}"/>
                  </a:ext>
                </a:extLst>
              </p14:cNvPr>
              <p14:cNvContentPartPr/>
              <p14:nvPr/>
            </p14:nvContentPartPr>
            <p14:xfrm>
              <a:off x="7087064" y="2931762"/>
              <a:ext cx="217080" cy="231120"/>
            </p14:xfrm>
          </p:contentPart>
        </mc:Choice>
        <mc:Fallback>
          <p:pic>
            <p:nvPicPr>
              <p:cNvPr id="101" name="Ink 100">
                <a:extLst>
                  <a:ext uri="{FF2B5EF4-FFF2-40B4-BE49-F238E27FC236}">
                    <a16:creationId xmlns:a16="http://schemas.microsoft.com/office/drawing/2014/main" id="{984D4845-A7AF-BB71-D11A-468920863846}"/>
                  </a:ext>
                </a:extLst>
              </p:cNvPr>
              <p:cNvPicPr/>
              <p:nvPr/>
            </p:nvPicPr>
            <p:blipFill>
              <a:blip r:embed="rId143"/>
              <a:stretch>
                <a:fillRect/>
              </a:stretch>
            </p:blipFill>
            <p:spPr>
              <a:xfrm>
                <a:off x="7078424" y="2923122"/>
                <a:ext cx="234720" cy="24876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102" name="Ink 101">
                <a:extLst>
                  <a:ext uri="{FF2B5EF4-FFF2-40B4-BE49-F238E27FC236}">
                    <a16:creationId xmlns:a16="http://schemas.microsoft.com/office/drawing/2014/main" id="{5BA27F82-3DA8-129F-77D5-04A497C8A4D7}"/>
                  </a:ext>
                </a:extLst>
              </p14:cNvPr>
              <p14:cNvContentPartPr/>
              <p14:nvPr/>
            </p14:nvContentPartPr>
            <p14:xfrm>
              <a:off x="7426184" y="3176922"/>
              <a:ext cx="74880" cy="10440"/>
            </p14:xfrm>
          </p:contentPart>
        </mc:Choice>
        <mc:Fallback>
          <p:pic>
            <p:nvPicPr>
              <p:cNvPr id="102" name="Ink 101">
                <a:extLst>
                  <a:ext uri="{FF2B5EF4-FFF2-40B4-BE49-F238E27FC236}">
                    <a16:creationId xmlns:a16="http://schemas.microsoft.com/office/drawing/2014/main" id="{5BA27F82-3DA8-129F-77D5-04A497C8A4D7}"/>
                  </a:ext>
                </a:extLst>
              </p:cNvPr>
              <p:cNvPicPr/>
              <p:nvPr/>
            </p:nvPicPr>
            <p:blipFill>
              <a:blip r:embed="rId145"/>
              <a:stretch>
                <a:fillRect/>
              </a:stretch>
            </p:blipFill>
            <p:spPr>
              <a:xfrm>
                <a:off x="7417184" y="3167922"/>
                <a:ext cx="92520" cy="2808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103" name="Ink 102">
                <a:extLst>
                  <a:ext uri="{FF2B5EF4-FFF2-40B4-BE49-F238E27FC236}">
                    <a16:creationId xmlns:a16="http://schemas.microsoft.com/office/drawing/2014/main" id="{E017F157-8F5C-50F0-AAC9-20C8EEEB7852}"/>
                  </a:ext>
                </a:extLst>
              </p14:cNvPr>
              <p14:cNvContentPartPr/>
              <p14:nvPr/>
            </p14:nvContentPartPr>
            <p14:xfrm>
              <a:off x="7568024" y="3013482"/>
              <a:ext cx="153720" cy="122040"/>
            </p14:xfrm>
          </p:contentPart>
        </mc:Choice>
        <mc:Fallback>
          <p:pic>
            <p:nvPicPr>
              <p:cNvPr id="103" name="Ink 102">
                <a:extLst>
                  <a:ext uri="{FF2B5EF4-FFF2-40B4-BE49-F238E27FC236}">
                    <a16:creationId xmlns:a16="http://schemas.microsoft.com/office/drawing/2014/main" id="{E017F157-8F5C-50F0-AAC9-20C8EEEB7852}"/>
                  </a:ext>
                </a:extLst>
              </p:cNvPr>
              <p:cNvPicPr/>
              <p:nvPr/>
            </p:nvPicPr>
            <p:blipFill>
              <a:blip r:embed="rId147"/>
              <a:stretch>
                <a:fillRect/>
              </a:stretch>
            </p:blipFill>
            <p:spPr>
              <a:xfrm>
                <a:off x="7559384" y="3004482"/>
                <a:ext cx="171360" cy="13968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104" name="Ink 103">
                <a:extLst>
                  <a:ext uri="{FF2B5EF4-FFF2-40B4-BE49-F238E27FC236}">
                    <a16:creationId xmlns:a16="http://schemas.microsoft.com/office/drawing/2014/main" id="{B399B480-1F5A-D542-2155-7C35C2214690}"/>
                  </a:ext>
                </a:extLst>
              </p14:cNvPr>
              <p14:cNvContentPartPr/>
              <p14:nvPr/>
            </p14:nvContentPartPr>
            <p14:xfrm>
              <a:off x="7789784" y="2999442"/>
              <a:ext cx="122400" cy="168840"/>
            </p14:xfrm>
          </p:contentPart>
        </mc:Choice>
        <mc:Fallback>
          <p:pic>
            <p:nvPicPr>
              <p:cNvPr id="104" name="Ink 103">
                <a:extLst>
                  <a:ext uri="{FF2B5EF4-FFF2-40B4-BE49-F238E27FC236}">
                    <a16:creationId xmlns:a16="http://schemas.microsoft.com/office/drawing/2014/main" id="{B399B480-1F5A-D542-2155-7C35C2214690}"/>
                  </a:ext>
                </a:extLst>
              </p:cNvPr>
              <p:cNvPicPr/>
              <p:nvPr/>
            </p:nvPicPr>
            <p:blipFill>
              <a:blip r:embed="rId149"/>
              <a:stretch>
                <a:fillRect/>
              </a:stretch>
            </p:blipFill>
            <p:spPr>
              <a:xfrm>
                <a:off x="7781144" y="2990442"/>
                <a:ext cx="140040" cy="18648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105" name="Ink 104">
                <a:extLst>
                  <a:ext uri="{FF2B5EF4-FFF2-40B4-BE49-F238E27FC236}">
                    <a16:creationId xmlns:a16="http://schemas.microsoft.com/office/drawing/2014/main" id="{AD86F8EE-7BEF-C740-55A0-BA8DE516AF22}"/>
                  </a:ext>
                </a:extLst>
              </p14:cNvPr>
              <p14:cNvContentPartPr/>
              <p14:nvPr/>
            </p14:nvContentPartPr>
            <p14:xfrm>
              <a:off x="8036384" y="2886762"/>
              <a:ext cx="151920" cy="458640"/>
            </p14:xfrm>
          </p:contentPart>
        </mc:Choice>
        <mc:Fallback>
          <p:pic>
            <p:nvPicPr>
              <p:cNvPr id="105" name="Ink 104">
                <a:extLst>
                  <a:ext uri="{FF2B5EF4-FFF2-40B4-BE49-F238E27FC236}">
                    <a16:creationId xmlns:a16="http://schemas.microsoft.com/office/drawing/2014/main" id="{AD86F8EE-7BEF-C740-55A0-BA8DE516AF22}"/>
                  </a:ext>
                </a:extLst>
              </p:cNvPr>
              <p:cNvPicPr/>
              <p:nvPr/>
            </p:nvPicPr>
            <p:blipFill>
              <a:blip r:embed="rId151"/>
              <a:stretch>
                <a:fillRect/>
              </a:stretch>
            </p:blipFill>
            <p:spPr>
              <a:xfrm>
                <a:off x="8027384" y="2878122"/>
                <a:ext cx="169560" cy="47628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106" name="Ink 105">
                <a:extLst>
                  <a:ext uri="{FF2B5EF4-FFF2-40B4-BE49-F238E27FC236}">
                    <a16:creationId xmlns:a16="http://schemas.microsoft.com/office/drawing/2014/main" id="{8D4C1C1C-5BDA-CC66-D6E0-83BF469C0788}"/>
                  </a:ext>
                </a:extLst>
              </p14:cNvPr>
              <p14:cNvContentPartPr/>
              <p14:nvPr/>
            </p14:nvContentPartPr>
            <p14:xfrm>
              <a:off x="8017304" y="3051642"/>
              <a:ext cx="166320" cy="75960"/>
            </p14:xfrm>
          </p:contentPart>
        </mc:Choice>
        <mc:Fallback>
          <p:pic>
            <p:nvPicPr>
              <p:cNvPr id="106" name="Ink 105">
                <a:extLst>
                  <a:ext uri="{FF2B5EF4-FFF2-40B4-BE49-F238E27FC236}">
                    <a16:creationId xmlns:a16="http://schemas.microsoft.com/office/drawing/2014/main" id="{8D4C1C1C-5BDA-CC66-D6E0-83BF469C0788}"/>
                  </a:ext>
                </a:extLst>
              </p:cNvPr>
              <p:cNvPicPr/>
              <p:nvPr/>
            </p:nvPicPr>
            <p:blipFill>
              <a:blip r:embed="rId153"/>
              <a:stretch>
                <a:fillRect/>
              </a:stretch>
            </p:blipFill>
            <p:spPr>
              <a:xfrm>
                <a:off x="8008304" y="3042642"/>
                <a:ext cx="183960" cy="9360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109" name="Ink 108">
                <a:extLst>
                  <a:ext uri="{FF2B5EF4-FFF2-40B4-BE49-F238E27FC236}">
                    <a16:creationId xmlns:a16="http://schemas.microsoft.com/office/drawing/2014/main" id="{FFCDA0F5-CD4E-9CFB-A743-15795A129787}"/>
                  </a:ext>
                </a:extLst>
              </p14:cNvPr>
              <p14:cNvContentPartPr/>
              <p14:nvPr/>
            </p14:nvContentPartPr>
            <p14:xfrm>
              <a:off x="3842744" y="1654842"/>
              <a:ext cx="5064840" cy="1394280"/>
            </p14:xfrm>
          </p:contentPart>
        </mc:Choice>
        <mc:Fallback>
          <p:pic>
            <p:nvPicPr>
              <p:cNvPr id="109" name="Ink 108">
                <a:extLst>
                  <a:ext uri="{FF2B5EF4-FFF2-40B4-BE49-F238E27FC236}">
                    <a16:creationId xmlns:a16="http://schemas.microsoft.com/office/drawing/2014/main" id="{FFCDA0F5-CD4E-9CFB-A743-15795A129787}"/>
                  </a:ext>
                </a:extLst>
              </p:cNvPr>
              <p:cNvPicPr/>
              <p:nvPr/>
            </p:nvPicPr>
            <p:blipFill>
              <a:blip r:embed="rId155"/>
              <a:stretch>
                <a:fillRect/>
              </a:stretch>
            </p:blipFill>
            <p:spPr>
              <a:xfrm>
                <a:off x="3834104" y="1645842"/>
                <a:ext cx="5082480" cy="141192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110" name="Ink 109">
                <a:extLst>
                  <a:ext uri="{FF2B5EF4-FFF2-40B4-BE49-F238E27FC236}">
                    <a16:creationId xmlns:a16="http://schemas.microsoft.com/office/drawing/2014/main" id="{9E3926A7-9BAC-38A9-8CDC-4801E57F5E9A}"/>
                  </a:ext>
                </a:extLst>
              </p14:cNvPr>
              <p14:cNvContentPartPr/>
              <p14:nvPr/>
            </p14:nvContentPartPr>
            <p14:xfrm>
              <a:off x="8445704" y="2932482"/>
              <a:ext cx="181800" cy="218880"/>
            </p14:xfrm>
          </p:contentPart>
        </mc:Choice>
        <mc:Fallback>
          <p:pic>
            <p:nvPicPr>
              <p:cNvPr id="110" name="Ink 109">
                <a:extLst>
                  <a:ext uri="{FF2B5EF4-FFF2-40B4-BE49-F238E27FC236}">
                    <a16:creationId xmlns:a16="http://schemas.microsoft.com/office/drawing/2014/main" id="{9E3926A7-9BAC-38A9-8CDC-4801E57F5E9A}"/>
                  </a:ext>
                </a:extLst>
              </p:cNvPr>
              <p:cNvPicPr/>
              <p:nvPr/>
            </p:nvPicPr>
            <p:blipFill>
              <a:blip r:embed="rId157"/>
              <a:stretch>
                <a:fillRect/>
              </a:stretch>
            </p:blipFill>
            <p:spPr>
              <a:xfrm>
                <a:off x="8436704" y="2923842"/>
                <a:ext cx="199440" cy="23652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112" name="Ink 111">
                <a:extLst>
                  <a:ext uri="{FF2B5EF4-FFF2-40B4-BE49-F238E27FC236}">
                    <a16:creationId xmlns:a16="http://schemas.microsoft.com/office/drawing/2014/main" id="{863C00FF-70D2-039F-CEF4-68D41A242545}"/>
                  </a:ext>
                </a:extLst>
              </p14:cNvPr>
              <p14:cNvContentPartPr/>
              <p14:nvPr/>
            </p14:nvContentPartPr>
            <p14:xfrm>
              <a:off x="6592784" y="3060282"/>
              <a:ext cx="54360" cy="46800"/>
            </p14:xfrm>
          </p:contentPart>
        </mc:Choice>
        <mc:Fallback>
          <p:pic>
            <p:nvPicPr>
              <p:cNvPr id="112" name="Ink 111">
                <a:extLst>
                  <a:ext uri="{FF2B5EF4-FFF2-40B4-BE49-F238E27FC236}">
                    <a16:creationId xmlns:a16="http://schemas.microsoft.com/office/drawing/2014/main" id="{863C00FF-70D2-039F-CEF4-68D41A242545}"/>
                  </a:ext>
                </a:extLst>
              </p:cNvPr>
              <p:cNvPicPr/>
              <p:nvPr/>
            </p:nvPicPr>
            <p:blipFill>
              <a:blip r:embed="rId159"/>
              <a:stretch>
                <a:fillRect/>
              </a:stretch>
            </p:blipFill>
            <p:spPr>
              <a:xfrm>
                <a:off x="6583784" y="3051642"/>
                <a:ext cx="72000" cy="64440"/>
              </a:xfrm>
              <a:prstGeom prst="rect">
                <a:avLst/>
              </a:prstGeom>
            </p:spPr>
          </p:pic>
        </mc:Fallback>
      </mc:AlternateContent>
      <mc:AlternateContent xmlns:mc="http://schemas.openxmlformats.org/markup-compatibility/2006">
        <mc:Choice xmlns:p14="http://schemas.microsoft.com/office/powerpoint/2010/main" Requires="p14">
          <p:contentPart p14:bwMode="auto" r:id="rId160">
            <p14:nvContentPartPr>
              <p14:cNvPr id="120" name="Ink 119">
                <a:extLst>
                  <a:ext uri="{FF2B5EF4-FFF2-40B4-BE49-F238E27FC236}">
                    <a16:creationId xmlns:a16="http://schemas.microsoft.com/office/drawing/2014/main" id="{877ADFBC-E4AA-5F76-DEC6-320A14DDBFBC}"/>
                  </a:ext>
                </a:extLst>
              </p14:cNvPr>
              <p14:cNvContentPartPr/>
              <p14:nvPr/>
            </p14:nvContentPartPr>
            <p14:xfrm>
              <a:off x="4254944" y="3495882"/>
              <a:ext cx="202680" cy="205560"/>
            </p14:xfrm>
          </p:contentPart>
        </mc:Choice>
        <mc:Fallback>
          <p:pic>
            <p:nvPicPr>
              <p:cNvPr id="120" name="Ink 119">
                <a:extLst>
                  <a:ext uri="{FF2B5EF4-FFF2-40B4-BE49-F238E27FC236}">
                    <a16:creationId xmlns:a16="http://schemas.microsoft.com/office/drawing/2014/main" id="{877ADFBC-E4AA-5F76-DEC6-320A14DDBFBC}"/>
                  </a:ext>
                </a:extLst>
              </p:cNvPr>
              <p:cNvPicPr/>
              <p:nvPr/>
            </p:nvPicPr>
            <p:blipFill>
              <a:blip r:embed="rId161"/>
              <a:stretch>
                <a:fillRect/>
              </a:stretch>
            </p:blipFill>
            <p:spPr>
              <a:xfrm>
                <a:off x="4245944" y="3487242"/>
                <a:ext cx="220320" cy="22320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121" name="Ink 120">
                <a:extLst>
                  <a:ext uri="{FF2B5EF4-FFF2-40B4-BE49-F238E27FC236}">
                    <a16:creationId xmlns:a16="http://schemas.microsoft.com/office/drawing/2014/main" id="{A044CDC8-8BE8-C3EC-8A4E-29429CF98282}"/>
                  </a:ext>
                </a:extLst>
              </p14:cNvPr>
              <p14:cNvContentPartPr/>
              <p14:nvPr/>
            </p14:nvContentPartPr>
            <p14:xfrm>
              <a:off x="4478144" y="3525762"/>
              <a:ext cx="129960" cy="177480"/>
            </p14:xfrm>
          </p:contentPart>
        </mc:Choice>
        <mc:Fallback>
          <p:pic>
            <p:nvPicPr>
              <p:cNvPr id="121" name="Ink 120">
                <a:extLst>
                  <a:ext uri="{FF2B5EF4-FFF2-40B4-BE49-F238E27FC236}">
                    <a16:creationId xmlns:a16="http://schemas.microsoft.com/office/drawing/2014/main" id="{A044CDC8-8BE8-C3EC-8A4E-29429CF98282}"/>
                  </a:ext>
                </a:extLst>
              </p:cNvPr>
              <p:cNvPicPr/>
              <p:nvPr/>
            </p:nvPicPr>
            <p:blipFill>
              <a:blip r:embed="rId163"/>
              <a:stretch>
                <a:fillRect/>
              </a:stretch>
            </p:blipFill>
            <p:spPr>
              <a:xfrm>
                <a:off x="4469144" y="3517122"/>
                <a:ext cx="147600" cy="195120"/>
              </a:xfrm>
              <a:prstGeom prst="rect">
                <a:avLst/>
              </a:prstGeom>
            </p:spPr>
          </p:pic>
        </mc:Fallback>
      </mc:AlternateContent>
      <mc:AlternateContent xmlns:mc="http://schemas.openxmlformats.org/markup-compatibility/2006">
        <mc:Choice xmlns:p14="http://schemas.microsoft.com/office/powerpoint/2010/main" Requires="p14">
          <p:contentPart p14:bwMode="auto" r:id="rId164">
            <p14:nvContentPartPr>
              <p14:cNvPr id="122" name="Ink 121">
                <a:extLst>
                  <a:ext uri="{FF2B5EF4-FFF2-40B4-BE49-F238E27FC236}">
                    <a16:creationId xmlns:a16="http://schemas.microsoft.com/office/drawing/2014/main" id="{8B2E0755-4B38-C367-A0CF-131570E9F357}"/>
                  </a:ext>
                </a:extLst>
              </p14:cNvPr>
              <p14:cNvContentPartPr/>
              <p14:nvPr/>
            </p14:nvContentPartPr>
            <p14:xfrm>
              <a:off x="5114264" y="3611442"/>
              <a:ext cx="110520" cy="12960"/>
            </p14:xfrm>
          </p:contentPart>
        </mc:Choice>
        <mc:Fallback>
          <p:pic>
            <p:nvPicPr>
              <p:cNvPr id="122" name="Ink 121">
                <a:extLst>
                  <a:ext uri="{FF2B5EF4-FFF2-40B4-BE49-F238E27FC236}">
                    <a16:creationId xmlns:a16="http://schemas.microsoft.com/office/drawing/2014/main" id="{8B2E0755-4B38-C367-A0CF-131570E9F357}"/>
                  </a:ext>
                </a:extLst>
              </p:cNvPr>
              <p:cNvPicPr/>
              <p:nvPr/>
            </p:nvPicPr>
            <p:blipFill>
              <a:blip r:embed="rId165"/>
              <a:stretch>
                <a:fillRect/>
              </a:stretch>
            </p:blipFill>
            <p:spPr>
              <a:xfrm>
                <a:off x="5105624" y="3602802"/>
                <a:ext cx="128160" cy="3060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123" name="Ink 122">
                <a:extLst>
                  <a:ext uri="{FF2B5EF4-FFF2-40B4-BE49-F238E27FC236}">
                    <a16:creationId xmlns:a16="http://schemas.microsoft.com/office/drawing/2014/main" id="{9E4D23EA-51EE-8040-2842-8E391CF46E23}"/>
                  </a:ext>
                </a:extLst>
              </p14:cNvPr>
              <p14:cNvContentPartPr/>
              <p14:nvPr/>
            </p14:nvContentPartPr>
            <p14:xfrm>
              <a:off x="5522504" y="3524682"/>
              <a:ext cx="73800" cy="49320"/>
            </p14:xfrm>
          </p:contentPart>
        </mc:Choice>
        <mc:Fallback>
          <p:pic>
            <p:nvPicPr>
              <p:cNvPr id="123" name="Ink 122">
                <a:extLst>
                  <a:ext uri="{FF2B5EF4-FFF2-40B4-BE49-F238E27FC236}">
                    <a16:creationId xmlns:a16="http://schemas.microsoft.com/office/drawing/2014/main" id="{9E4D23EA-51EE-8040-2842-8E391CF46E23}"/>
                  </a:ext>
                </a:extLst>
              </p:cNvPr>
              <p:cNvPicPr/>
              <p:nvPr/>
            </p:nvPicPr>
            <p:blipFill>
              <a:blip r:embed="rId167"/>
              <a:stretch>
                <a:fillRect/>
              </a:stretch>
            </p:blipFill>
            <p:spPr>
              <a:xfrm>
                <a:off x="5513864" y="3515682"/>
                <a:ext cx="91440" cy="6696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24" name="Ink 123">
                <a:extLst>
                  <a:ext uri="{FF2B5EF4-FFF2-40B4-BE49-F238E27FC236}">
                    <a16:creationId xmlns:a16="http://schemas.microsoft.com/office/drawing/2014/main" id="{6D0543F9-1926-DDC0-AB8A-F4E2092D11EB}"/>
                  </a:ext>
                </a:extLst>
              </p14:cNvPr>
              <p14:cNvContentPartPr/>
              <p14:nvPr/>
            </p14:nvContentPartPr>
            <p14:xfrm>
              <a:off x="5676584" y="3530442"/>
              <a:ext cx="55080" cy="151560"/>
            </p14:xfrm>
          </p:contentPart>
        </mc:Choice>
        <mc:Fallback>
          <p:pic>
            <p:nvPicPr>
              <p:cNvPr id="124" name="Ink 123">
                <a:extLst>
                  <a:ext uri="{FF2B5EF4-FFF2-40B4-BE49-F238E27FC236}">
                    <a16:creationId xmlns:a16="http://schemas.microsoft.com/office/drawing/2014/main" id="{6D0543F9-1926-DDC0-AB8A-F4E2092D11EB}"/>
                  </a:ext>
                </a:extLst>
              </p:cNvPr>
              <p:cNvPicPr/>
              <p:nvPr/>
            </p:nvPicPr>
            <p:blipFill>
              <a:blip r:embed="rId169"/>
              <a:stretch>
                <a:fillRect/>
              </a:stretch>
            </p:blipFill>
            <p:spPr>
              <a:xfrm>
                <a:off x="5667944" y="3521442"/>
                <a:ext cx="72720" cy="16920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25" name="Ink 124">
                <a:extLst>
                  <a:ext uri="{FF2B5EF4-FFF2-40B4-BE49-F238E27FC236}">
                    <a16:creationId xmlns:a16="http://schemas.microsoft.com/office/drawing/2014/main" id="{AEB6B4DD-DA86-CA73-8295-7CAE11262A98}"/>
                  </a:ext>
                </a:extLst>
              </p14:cNvPr>
              <p14:cNvContentPartPr/>
              <p14:nvPr/>
            </p14:nvContentPartPr>
            <p14:xfrm>
              <a:off x="5784944" y="3637722"/>
              <a:ext cx="29520" cy="12960"/>
            </p14:xfrm>
          </p:contentPart>
        </mc:Choice>
        <mc:Fallback>
          <p:pic>
            <p:nvPicPr>
              <p:cNvPr id="125" name="Ink 124">
                <a:extLst>
                  <a:ext uri="{FF2B5EF4-FFF2-40B4-BE49-F238E27FC236}">
                    <a16:creationId xmlns:a16="http://schemas.microsoft.com/office/drawing/2014/main" id="{AEB6B4DD-DA86-CA73-8295-7CAE11262A98}"/>
                  </a:ext>
                </a:extLst>
              </p:cNvPr>
              <p:cNvPicPr/>
              <p:nvPr/>
            </p:nvPicPr>
            <p:blipFill>
              <a:blip r:embed="rId171"/>
              <a:stretch>
                <a:fillRect/>
              </a:stretch>
            </p:blipFill>
            <p:spPr>
              <a:xfrm>
                <a:off x="5776304" y="3628722"/>
                <a:ext cx="47160" cy="3060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26" name="Ink 125">
                <a:extLst>
                  <a:ext uri="{FF2B5EF4-FFF2-40B4-BE49-F238E27FC236}">
                    <a16:creationId xmlns:a16="http://schemas.microsoft.com/office/drawing/2014/main" id="{A1977D60-B11B-44B5-D19F-BC5E167868A9}"/>
                  </a:ext>
                </a:extLst>
              </p14:cNvPr>
              <p14:cNvContentPartPr/>
              <p14:nvPr/>
            </p14:nvContentPartPr>
            <p14:xfrm>
              <a:off x="5943704" y="3538002"/>
              <a:ext cx="121680" cy="145800"/>
            </p14:xfrm>
          </p:contentPart>
        </mc:Choice>
        <mc:Fallback>
          <p:pic>
            <p:nvPicPr>
              <p:cNvPr id="126" name="Ink 125">
                <a:extLst>
                  <a:ext uri="{FF2B5EF4-FFF2-40B4-BE49-F238E27FC236}">
                    <a16:creationId xmlns:a16="http://schemas.microsoft.com/office/drawing/2014/main" id="{A1977D60-B11B-44B5-D19F-BC5E167868A9}"/>
                  </a:ext>
                </a:extLst>
              </p:cNvPr>
              <p:cNvPicPr/>
              <p:nvPr/>
            </p:nvPicPr>
            <p:blipFill>
              <a:blip r:embed="rId173"/>
              <a:stretch>
                <a:fillRect/>
              </a:stretch>
            </p:blipFill>
            <p:spPr>
              <a:xfrm>
                <a:off x="5935064" y="3529362"/>
                <a:ext cx="13932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27" name="Ink 126">
                <a:extLst>
                  <a:ext uri="{FF2B5EF4-FFF2-40B4-BE49-F238E27FC236}">
                    <a16:creationId xmlns:a16="http://schemas.microsoft.com/office/drawing/2014/main" id="{BA5A51A1-0790-9D52-A771-89999CF9C7B5}"/>
                  </a:ext>
                </a:extLst>
              </p14:cNvPr>
              <p14:cNvContentPartPr/>
              <p14:nvPr/>
            </p14:nvContentPartPr>
            <p14:xfrm>
              <a:off x="6095624" y="3561402"/>
              <a:ext cx="16560" cy="100440"/>
            </p14:xfrm>
          </p:contentPart>
        </mc:Choice>
        <mc:Fallback>
          <p:pic>
            <p:nvPicPr>
              <p:cNvPr id="127" name="Ink 126">
                <a:extLst>
                  <a:ext uri="{FF2B5EF4-FFF2-40B4-BE49-F238E27FC236}">
                    <a16:creationId xmlns:a16="http://schemas.microsoft.com/office/drawing/2014/main" id="{BA5A51A1-0790-9D52-A771-89999CF9C7B5}"/>
                  </a:ext>
                </a:extLst>
              </p:cNvPr>
              <p:cNvPicPr/>
              <p:nvPr/>
            </p:nvPicPr>
            <p:blipFill>
              <a:blip r:embed="rId175"/>
              <a:stretch>
                <a:fillRect/>
              </a:stretch>
            </p:blipFill>
            <p:spPr>
              <a:xfrm>
                <a:off x="6086624" y="3552402"/>
                <a:ext cx="34200" cy="11808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28" name="Ink 127">
                <a:extLst>
                  <a:ext uri="{FF2B5EF4-FFF2-40B4-BE49-F238E27FC236}">
                    <a16:creationId xmlns:a16="http://schemas.microsoft.com/office/drawing/2014/main" id="{FD1AA8B6-AAD2-4299-3698-F901F805824C}"/>
                  </a:ext>
                </a:extLst>
              </p14:cNvPr>
              <p14:cNvContentPartPr/>
              <p14:nvPr/>
            </p14:nvContentPartPr>
            <p14:xfrm>
              <a:off x="6137744" y="3448722"/>
              <a:ext cx="24840" cy="25200"/>
            </p14:xfrm>
          </p:contentPart>
        </mc:Choice>
        <mc:Fallback>
          <p:pic>
            <p:nvPicPr>
              <p:cNvPr id="128" name="Ink 127">
                <a:extLst>
                  <a:ext uri="{FF2B5EF4-FFF2-40B4-BE49-F238E27FC236}">
                    <a16:creationId xmlns:a16="http://schemas.microsoft.com/office/drawing/2014/main" id="{FD1AA8B6-AAD2-4299-3698-F901F805824C}"/>
                  </a:ext>
                </a:extLst>
              </p:cNvPr>
              <p:cNvPicPr/>
              <p:nvPr/>
            </p:nvPicPr>
            <p:blipFill>
              <a:blip r:embed="rId177"/>
              <a:stretch>
                <a:fillRect/>
              </a:stretch>
            </p:blipFill>
            <p:spPr>
              <a:xfrm>
                <a:off x="6129104" y="3439722"/>
                <a:ext cx="42480" cy="4284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29" name="Ink 128">
                <a:extLst>
                  <a:ext uri="{FF2B5EF4-FFF2-40B4-BE49-F238E27FC236}">
                    <a16:creationId xmlns:a16="http://schemas.microsoft.com/office/drawing/2014/main" id="{715FCA3E-99BC-F708-AEFB-ADB4468F0B64}"/>
                  </a:ext>
                </a:extLst>
              </p14:cNvPr>
              <p14:cNvContentPartPr/>
              <p14:nvPr/>
            </p14:nvContentPartPr>
            <p14:xfrm>
              <a:off x="6209024" y="3465642"/>
              <a:ext cx="224280" cy="209160"/>
            </p14:xfrm>
          </p:contentPart>
        </mc:Choice>
        <mc:Fallback>
          <p:pic>
            <p:nvPicPr>
              <p:cNvPr id="129" name="Ink 128">
                <a:extLst>
                  <a:ext uri="{FF2B5EF4-FFF2-40B4-BE49-F238E27FC236}">
                    <a16:creationId xmlns:a16="http://schemas.microsoft.com/office/drawing/2014/main" id="{715FCA3E-99BC-F708-AEFB-ADB4468F0B64}"/>
                  </a:ext>
                </a:extLst>
              </p:cNvPr>
              <p:cNvPicPr/>
              <p:nvPr/>
            </p:nvPicPr>
            <p:blipFill>
              <a:blip r:embed="rId179"/>
              <a:stretch>
                <a:fillRect/>
              </a:stretch>
            </p:blipFill>
            <p:spPr>
              <a:xfrm>
                <a:off x="6200384" y="3457002"/>
                <a:ext cx="241920" cy="22680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30" name="Ink 129">
                <a:extLst>
                  <a:ext uri="{FF2B5EF4-FFF2-40B4-BE49-F238E27FC236}">
                    <a16:creationId xmlns:a16="http://schemas.microsoft.com/office/drawing/2014/main" id="{97AF2024-9238-562A-A114-3E30EFE3A386}"/>
                  </a:ext>
                </a:extLst>
              </p14:cNvPr>
              <p14:cNvContentPartPr/>
              <p14:nvPr/>
            </p14:nvContentPartPr>
            <p14:xfrm>
              <a:off x="7196144" y="3565722"/>
              <a:ext cx="66960" cy="46080"/>
            </p14:xfrm>
          </p:contentPart>
        </mc:Choice>
        <mc:Fallback>
          <p:pic>
            <p:nvPicPr>
              <p:cNvPr id="130" name="Ink 129">
                <a:extLst>
                  <a:ext uri="{FF2B5EF4-FFF2-40B4-BE49-F238E27FC236}">
                    <a16:creationId xmlns:a16="http://schemas.microsoft.com/office/drawing/2014/main" id="{97AF2024-9238-562A-A114-3E30EFE3A386}"/>
                  </a:ext>
                </a:extLst>
              </p:cNvPr>
              <p:cNvPicPr/>
              <p:nvPr/>
            </p:nvPicPr>
            <p:blipFill>
              <a:blip r:embed="rId181"/>
              <a:stretch>
                <a:fillRect/>
              </a:stretch>
            </p:blipFill>
            <p:spPr>
              <a:xfrm>
                <a:off x="7187144" y="3557082"/>
                <a:ext cx="84600" cy="6372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31" name="Ink 130">
                <a:extLst>
                  <a:ext uri="{FF2B5EF4-FFF2-40B4-BE49-F238E27FC236}">
                    <a16:creationId xmlns:a16="http://schemas.microsoft.com/office/drawing/2014/main" id="{7DA6015B-7900-6AEA-8B96-F081CBF28252}"/>
                  </a:ext>
                </a:extLst>
              </p14:cNvPr>
              <p14:cNvContentPartPr/>
              <p14:nvPr/>
            </p14:nvContentPartPr>
            <p14:xfrm>
              <a:off x="7343024" y="3573642"/>
              <a:ext cx="65160" cy="124200"/>
            </p14:xfrm>
          </p:contentPart>
        </mc:Choice>
        <mc:Fallback>
          <p:pic>
            <p:nvPicPr>
              <p:cNvPr id="131" name="Ink 130">
                <a:extLst>
                  <a:ext uri="{FF2B5EF4-FFF2-40B4-BE49-F238E27FC236}">
                    <a16:creationId xmlns:a16="http://schemas.microsoft.com/office/drawing/2014/main" id="{7DA6015B-7900-6AEA-8B96-F081CBF28252}"/>
                  </a:ext>
                </a:extLst>
              </p:cNvPr>
              <p:cNvPicPr/>
              <p:nvPr/>
            </p:nvPicPr>
            <p:blipFill>
              <a:blip r:embed="rId183"/>
              <a:stretch>
                <a:fillRect/>
              </a:stretch>
            </p:blipFill>
            <p:spPr>
              <a:xfrm>
                <a:off x="7334384" y="3565002"/>
                <a:ext cx="82800" cy="14184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132" name="Ink 131">
                <a:extLst>
                  <a:ext uri="{FF2B5EF4-FFF2-40B4-BE49-F238E27FC236}">
                    <a16:creationId xmlns:a16="http://schemas.microsoft.com/office/drawing/2014/main" id="{571829E6-959E-3E5B-7AF9-41E8DDFEDB65}"/>
                  </a:ext>
                </a:extLst>
              </p14:cNvPr>
              <p14:cNvContentPartPr/>
              <p14:nvPr/>
            </p14:nvContentPartPr>
            <p14:xfrm>
              <a:off x="7470464" y="3666162"/>
              <a:ext cx="27720" cy="18360"/>
            </p14:xfrm>
          </p:contentPart>
        </mc:Choice>
        <mc:Fallback>
          <p:pic>
            <p:nvPicPr>
              <p:cNvPr id="132" name="Ink 131">
                <a:extLst>
                  <a:ext uri="{FF2B5EF4-FFF2-40B4-BE49-F238E27FC236}">
                    <a16:creationId xmlns:a16="http://schemas.microsoft.com/office/drawing/2014/main" id="{571829E6-959E-3E5B-7AF9-41E8DDFEDB65}"/>
                  </a:ext>
                </a:extLst>
              </p:cNvPr>
              <p:cNvPicPr/>
              <p:nvPr/>
            </p:nvPicPr>
            <p:blipFill>
              <a:blip r:embed="rId185"/>
              <a:stretch>
                <a:fillRect/>
              </a:stretch>
            </p:blipFill>
            <p:spPr>
              <a:xfrm>
                <a:off x="7461824" y="3657162"/>
                <a:ext cx="4536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133" name="Ink 132">
                <a:extLst>
                  <a:ext uri="{FF2B5EF4-FFF2-40B4-BE49-F238E27FC236}">
                    <a16:creationId xmlns:a16="http://schemas.microsoft.com/office/drawing/2014/main" id="{8A5DA365-76BA-0AB4-21C4-31881528F291}"/>
                  </a:ext>
                </a:extLst>
              </p14:cNvPr>
              <p14:cNvContentPartPr/>
              <p14:nvPr/>
            </p14:nvContentPartPr>
            <p14:xfrm>
              <a:off x="7627784" y="3554202"/>
              <a:ext cx="203760" cy="129960"/>
            </p14:xfrm>
          </p:contentPart>
        </mc:Choice>
        <mc:Fallback>
          <p:pic>
            <p:nvPicPr>
              <p:cNvPr id="133" name="Ink 132">
                <a:extLst>
                  <a:ext uri="{FF2B5EF4-FFF2-40B4-BE49-F238E27FC236}">
                    <a16:creationId xmlns:a16="http://schemas.microsoft.com/office/drawing/2014/main" id="{8A5DA365-76BA-0AB4-21C4-31881528F291}"/>
                  </a:ext>
                </a:extLst>
              </p:cNvPr>
              <p:cNvPicPr/>
              <p:nvPr/>
            </p:nvPicPr>
            <p:blipFill>
              <a:blip r:embed="rId187"/>
              <a:stretch>
                <a:fillRect/>
              </a:stretch>
            </p:blipFill>
            <p:spPr>
              <a:xfrm>
                <a:off x="7619144" y="3545562"/>
                <a:ext cx="221400" cy="14760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134" name="Ink 133">
                <a:extLst>
                  <a:ext uri="{FF2B5EF4-FFF2-40B4-BE49-F238E27FC236}">
                    <a16:creationId xmlns:a16="http://schemas.microsoft.com/office/drawing/2014/main" id="{72E0EBE5-9735-0CE7-0C87-0D726026906E}"/>
                  </a:ext>
                </a:extLst>
              </p14:cNvPr>
              <p14:cNvContentPartPr/>
              <p14:nvPr/>
            </p14:nvContentPartPr>
            <p14:xfrm>
              <a:off x="7858184" y="3475002"/>
              <a:ext cx="360" cy="17280"/>
            </p14:xfrm>
          </p:contentPart>
        </mc:Choice>
        <mc:Fallback>
          <p:pic>
            <p:nvPicPr>
              <p:cNvPr id="134" name="Ink 133">
                <a:extLst>
                  <a:ext uri="{FF2B5EF4-FFF2-40B4-BE49-F238E27FC236}">
                    <a16:creationId xmlns:a16="http://schemas.microsoft.com/office/drawing/2014/main" id="{72E0EBE5-9735-0CE7-0C87-0D726026906E}"/>
                  </a:ext>
                </a:extLst>
              </p:cNvPr>
              <p:cNvPicPr/>
              <p:nvPr/>
            </p:nvPicPr>
            <p:blipFill>
              <a:blip r:embed="rId189"/>
              <a:stretch>
                <a:fillRect/>
              </a:stretch>
            </p:blipFill>
            <p:spPr>
              <a:xfrm>
                <a:off x="7849544" y="3466362"/>
                <a:ext cx="18000" cy="3492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135" name="Ink 134">
                <a:extLst>
                  <a:ext uri="{FF2B5EF4-FFF2-40B4-BE49-F238E27FC236}">
                    <a16:creationId xmlns:a16="http://schemas.microsoft.com/office/drawing/2014/main" id="{3E3C4669-28AA-3D5B-15AC-97353FDB795E}"/>
                  </a:ext>
                </a:extLst>
              </p14:cNvPr>
              <p14:cNvContentPartPr/>
              <p14:nvPr/>
            </p14:nvContentPartPr>
            <p14:xfrm>
              <a:off x="7916864" y="3488682"/>
              <a:ext cx="146520" cy="193320"/>
            </p14:xfrm>
          </p:contentPart>
        </mc:Choice>
        <mc:Fallback>
          <p:pic>
            <p:nvPicPr>
              <p:cNvPr id="135" name="Ink 134">
                <a:extLst>
                  <a:ext uri="{FF2B5EF4-FFF2-40B4-BE49-F238E27FC236}">
                    <a16:creationId xmlns:a16="http://schemas.microsoft.com/office/drawing/2014/main" id="{3E3C4669-28AA-3D5B-15AC-97353FDB795E}"/>
                  </a:ext>
                </a:extLst>
              </p:cNvPr>
              <p:cNvPicPr/>
              <p:nvPr/>
            </p:nvPicPr>
            <p:blipFill>
              <a:blip r:embed="rId191"/>
              <a:stretch>
                <a:fillRect/>
              </a:stretch>
            </p:blipFill>
            <p:spPr>
              <a:xfrm>
                <a:off x="7908224" y="3480042"/>
                <a:ext cx="164160" cy="21096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136" name="Ink 135">
                <a:extLst>
                  <a:ext uri="{FF2B5EF4-FFF2-40B4-BE49-F238E27FC236}">
                    <a16:creationId xmlns:a16="http://schemas.microsoft.com/office/drawing/2014/main" id="{144D26A0-1A4E-B7BB-15C0-F705FFFCB7E8}"/>
                  </a:ext>
                </a:extLst>
              </p14:cNvPr>
              <p14:cNvContentPartPr/>
              <p14:nvPr/>
            </p14:nvContentPartPr>
            <p14:xfrm>
              <a:off x="8141504" y="3677322"/>
              <a:ext cx="74160" cy="360"/>
            </p14:xfrm>
          </p:contentPart>
        </mc:Choice>
        <mc:Fallback>
          <p:pic>
            <p:nvPicPr>
              <p:cNvPr id="136" name="Ink 135">
                <a:extLst>
                  <a:ext uri="{FF2B5EF4-FFF2-40B4-BE49-F238E27FC236}">
                    <a16:creationId xmlns:a16="http://schemas.microsoft.com/office/drawing/2014/main" id="{144D26A0-1A4E-B7BB-15C0-F705FFFCB7E8}"/>
                  </a:ext>
                </a:extLst>
              </p:cNvPr>
              <p:cNvPicPr/>
              <p:nvPr/>
            </p:nvPicPr>
            <p:blipFill>
              <a:blip r:embed="rId193"/>
              <a:stretch>
                <a:fillRect/>
              </a:stretch>
            </p:blipFill>
            <p:spPr>
              <a:xfrm>
                <a:off x="8132864" y="3668322"/>
                <a:ext cx="918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137" name="Ink 136">
                <a:extLst>
                  <a:ext uri="{FF2B5EF4-FFF2-40B4-BE49-F238E27FC236}">
                    <a16:creationId xmlns:a16="http://schemas.microsoft.com/office/drawing/2014/main" id="{CAB12CCB-ADF8-E6AB-3E15-3889FCD8BBC0}"/>
                  </a:ext>
                </a:extLst>
              </p14:cNvPr>
              <p14:cNvContentPartPr/>
              <p14:nvPr/>
            </p14:nvContentPartPr>
            <p14:xfrm>
              <a:off x="8285864" y="3550962"/>
              <a:ext cx="184680" cy="131040"/>
            </p14:xfrm>
          </p:contentPart>
        </mc:Choice>
        <mc:Fallback>
          <p:pic>
            <p:nvPicPr>
              <p:cNvPr id="137" name="Ink 136">
                <a:extLst>
                  <a:ext uri="{FF2B5EF4-FFF2-40B4-BE49-F238E27FC236}">
                    <a16:creationId xmlns:a16="http://schemas.microsoft.com/office/drawing/2014/main" id="{CAB12CCB-ADF8-E6AB-3E15-3889FCD8BBC0}"/>
                  </a:ext>
                </a:extLst>
              </p:cNvPr>
              <p:cNvPicPr/>
              <p:nvPr/>
            </p:nvPicPr>
            <p:blipFill>
              <a:blip r:embed="rId195"/>
              <a:stretch>
                <a:fillRect/>
              </a:stretch>
            </p:blipFill>
            <p:spPr>
              <a:xfrm>
                <a:off x="8277224" y="3542322"/>
                <a:ext cx="202320" cy="14868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138" name="Ink 137">
                <a:extLst>
                  <a:ext uri="{FF2B5EF4-FFF2-40B4-BE49-F238E27FC236}">
                    <a16:creationId xmlns:a16="http://schemas.microsoft.com/office/drawing/2014/main" id="{DD451C31-FAC9-772A-0474-4C8C41565DF7}"/>
                  </a:ext>
                </a:extLst>
              </p14:cNvPr>
              <p14:cNvContentPartPr/>
              <p14:nvPr/>
            </p14:nvContentPartPr>
            <p14:xfrm>
              <a:off x="8488904" y="3578322"/>
              <a:ext cx="79920" cy="112680"/>
            </p14:xfrm>
          </p:contentPart>
        </mc:Choice>
        <mc:Fallback>
          <p:pic>
            <p:nvPicPr>
              <p:cNvPr id="138" name="Ink 137">
                <a:extLst>
                  <a:ext uri="{FF2B5EF4-FFF2-40B4-BE49-F238E27FC236}">
                    <a16:creationId xmlns:a16="http://schemas.microsoft.com/office/drawing/2014/main" id="{DD451C31-FAC9-772A-0474-4C8C41565DF7}"/>
                  </a:ext>
                </a:extLst>
              </p:cNvPr>
              <p:cNvPicPr/>
              <p:nvPr/>
            </p:nvPicPr>
            <p:blipFill>
              <a:blip r:embed="rId197"/>
              <a:stretch>
                <a:fillRect/>
              </a:stretch>
            </p:blipFill>
            <p:spPr>
              <a:xfrm>
                <a:off x="8480264" y="3569322"/>
                <a:ext cx="97560" cy="13032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139" name="Ink 138">
                <a:extLst>
                  <a:ext uri="{FF2B5EF4-FFF2-40B4-BE49-F238E27FC236}">
                    <a16:creationId xmlns:a16="http://schemas.microsoft.com/office/drawing/2014/main" id="{549D69DF-B504-02E0-79BE-2D2037EB65E5}"/>
                  </a:ext>
                </a:extLst>
              </p14:cNvPr>
              <p14:cNvContentPartPr/>
              <p14:nvPr/>
            </p14:nvContentPartPr>
            <p14:xfrm>
              <a:off x="8690504" y="3511362"/>
              <a:ext cx="95760" cy="294840"/>
            </p14:xfrm>
          </p:contentPart>
        </mc:Choice>
        <mc:Fallback>
          <p:pic>
            <p:nvPicPr>
              <p:cNvPr id="139" name="Ink 138">
                <a:extLst>
                  <a:ext uri="{FF2B5EF4-FFF2-40B4-BE49-F238E27FC236}">
                    <a16:creationId xmlns:a16="http://schemas.microsoft.com/office/drawing/2014/main" id="{549D69DF-B504-02E0-79BE-2D2037EB65E5}"/>
                  </a:ext>
                </a:extLst>
              </p:cNvPr>
              <p:cNvPicPr/>
              <p:nvPr/>
            </p:nvPicPr>
            <p:blipFill>
              <a:blip r:embed="rId199"/>
              <a:stretch>
                <a:fillRect/>
              </a:stretch>
            </p:blipFill>
            <p:spPr>
              <a:xfrm>
                <a:off x="8681864" y="3502362"/>
                <a:ext cx="113400" cy="31248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140" name="Ink 139">
                <a:extLst>
                  <a:ext uri="{FF2B5EF4-FFF2-40B4-BE49-F238E27FC236}">
                    <a16:creationId xmlns:a16="http://schemas.microsoft.com/office/drawing/2014/main" id="{0CA9A86D-FCE5-7B61-5070-0AA61347EC4F}"/>
                  </a:ext>
                </a:extLst>
              </p14:cNvPr>
              <p14:cNvContentPartPr/>
              <p14:nvPr/>
            </p14:nvContentPartPr>
            <p14:xfrm>
              <a:off x="8659904" y="3633042"/>
              <a:ext cx="178560" cy="64440"/>
            </p14:xfrm>
          </p:contentPart>
        </mc:Choice>
        <mc:Fallback>
          <p:pic>
            <p:nvPicPr>
              <p:cNvPr id="140" name="Ink 139">
                <a:extLst>
                  <a:ext uri="{FF2B5EF4-FFF2-40B4-BE49-F238E27FC236}">
                    <a16:creationId xmlns:a16="http://schemas.microsoft.com/office/drawing/2014/main" id="{0CA9A86D-FCE5-7B61-5070-0AA61347EC4F}"/>
                  </a:ext>
                </a:extLst>
              </p:cNvPr>
              <p:cNvPicPr/>
              <p:nvPr/>
            </p:nvPicPr>
            <p:blipFill>
              <a:blip r:embed="rId201"/>
              <a:stretch>
                <a:fillRect/>
              </a:stretch>
            </p:blipFill>
            <p:spPr>
              <a:xfrm>
                <a:off x="8651264" y="3624042"/>
                <a:ext cx="196200" cy="820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141" name="Ink 140">
                <a:extLst>
                  <a:ext uri="{FF2B5EF4-FFF2-40B4-BE49-F238E27FC236}">
                    <a16:creationId xmlns:a16="http://schemas.microsoft.com/office/drawing/2014/main" id="{3817FAB9-8D98-5551-E601-7723AA98AA2B}"/>
                  </a:ext>
                </a:extLst>
              </p14:cNvPr>
              <p14:cNvContentPartPr/>
              <p14:nvPr/>
            </p14:nvContentPartPr>
            <p14:xfrm>
              <a:off x="5055584" y="2231562"/>
              <a:ext cx="4908240" cy="1415160"/>
            </p14:xfrm>
          </p:contentPart>
        </mc:Choice>
        <mc:Fallback>
          <p:pic>
            <p:nvPicPr>
              <p:cNvPr id="141" name="Ink 140">
                <a:extLst>
                  <a:ext uri="{FF2B5EF4-FFF2-40B4-BE49-F238E27FC236}">
                    <a16:creationId xmlns:a16="http://schemas.microsoft.com/office/drawing/2014/main" id="{3817FAB9-8D98-5551-E601-7723AA98AA2B}"/>
                  </a:ext>
                </a:extLst>
              </p:cNvPr>
              <p:cNvPicPr/>
              <p:nvPr/>
            </p:nvPicPr>
            <p:blipFill>
              <a:blip r:embed="rId203"/>
              <a:stretch>
                <a:fillRect/>
              </a:stretch>
            </p:blipFill>
            <p:spPr>
              <a:xfrm>
                <a:off x="5046584" y="2222922"/>
                <a:ext cx="4925880" cy="1432800"/>
              </a:xfrm>
              <a:prstGeom prst="rect">
                <a:avLst/>
              </a:prstGeom>
            </p:spPr>
          </p:pic>
        </mc:Fallback>
      </mc:AlternateContent>
      <p:grpSp>
        <p:nvGrpSpPr>
          <p:cNvPr id="145" name="Group 144">
            <a:extLst>
              <a:ext uri="{FF2B5EF4-FFF2-40B4-BE49-F238E27FC236}">
                <a16:creationId xmlns:a16="http://schemas.microsoft.com/office/drawing/2014/main" id="{83E02988-2670-B8D4-4BE5-D8C538C22E18}"/>
              </a:ext>
            </a:extLst>
          </p:cNvPr>
          <p:cNvGrpSpPr/>
          <p:nvPr/>
        </p:nvGrpSpPr>
        <p:grpSpPr>
          <a:xfrm>
            <a:off x="1892264" y="2350722"/>
            <a:ext cx="2008800" cy="1324800"/>
            <a:chOff x="1892264" y="2350722"/>
            <a:chExt cx="2008800" cy="1324800"/>
          </a:xfrm>
        </p:grpSpPr>
        <mc:AlternateContent xmlns:mc="http://schemas.openxmlformats.org/markup-compatibility/2006">
          <mc:Choice xmlns:p14="http://schemas.microsoft.com/office/powerpoint/2010/main" Requires="p14">
            <p:contentPart p14:bwMode="auto" r:id="rId204">
              <p14:nvContentPartPr>
                <p14:cNvPr id="71" name="Ink 70">
                  <a:extLst>
                    <a:ext uri="{FF2B5EF4-FFF2-40B4-BE49-F238E27FC236}">
                      <a16:creationId xmlns:a16="http://schemas.microsoft.com/office/drawing/2014/main" id="{A944A1F3-E2F1-5909-4884-F23F14943AD0}"/>
                    </a:ext>
                  </a:extLst>
                </p14:cNvPr>
                <p14:cNvContentPartPr/>
                <p14:nvPr/>
              </p14:nvContentPartPr>
              <p14:xfrm>
                <a:off x="2916464" y="2526762"/>
                <a:ext cx="91800" cy="102600"/>
              </p14:xfrm>
            </p:contentPart>
          </mc:Choice>
          <mc:Fallback>
            <p:pic>
              <p:nvPicPr>
                <p:cNvPr id="71" name="Ink 70">
                  <a:extLst>
                    <a:ext uri="{FF2B5EF4-FFF2-40B4-BE49-F238E27FC236}">
                      <a16:creationId xmlns:a16="http://schemas.microsoft.com/office/drawing/2014/main" id="{A944A1F3-E2F1-5909-4884-F23F14943AD0}"/>
                    </a:ext>
                  </a:extLst>
                </p:cNvPr>
                <p:cNvPicPr/>
                <p:nvPr/>
              </p:nvPicPr>
              <p:blipFill>
                <a:blip r:embed="rId205"/>
                <a:stretch>
                  <a:fillRect/>
                </a:stretch>
              </p:blipFill>
              <p:spPr>
                <a:xfrm>
                  <a:off x="2907824" y="2518122"/>
                  <a:ext cx="109440" cy="12024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72" name="Ink 71">
                  <a:extLst>
                    <a:ext uri="{FF2B5EF4-FFF2-40B4-BE49-F238E27FC236}">
                      <a16:creationId xmlns:a16="http://schemas.microsoft.com/office/drawing/2014/main" id="{E681C14B-0135-EA4B-8DC4-ECB21FE3913A}"/>
                    </a:ext>
                  </a:extLst>
                </p14:cNvPr>
                <p14:cNvContentPartPr/>
                <p14:nvPr/>
              </p14:nvContentPartPr>
              <p14:xfrm>
                <a:off x="3059744" y="2524242"/>
                <a:ext cx="54720" cy="158400"/>
              </p14:xfrm>
            </p:contentPart>
          </mc:Choice>
          <mc:Fallback>
            <p:pic>
              <p:nvPicPr>
                <p:cNvPr id="72" name="Ink 71">
                  <a:extLst>
                    <a:ext uri="{FF2B5EF4-FFF2-40B4-BE49-F238E27FC236}">
                      <a16:creationId xmlns:a16="http://schemas.microsoft.com/office/drawing/2014/main" id="{E681C14B-0135-EA4B-8DC4-ECB21FE3913A}"/>
                    </a:ext>
                  </a:extLst>
                </p:cNvPr>
                <p:cNvPicPr/>
                <p:nvPr/>
              </p:nvPicPr>
              <p:blipFill>
                <a:blip r:embed="rId207"/>
                <a:stretch>
                  <a:fillRect/>
                </a:stretch>
              </p:blipFill>
              <p:spPr>
                <a:xfrm>
                  <a:off x="3050744" y="2515602"/>
                  <a:ext cx="7236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73" name="Ink 72">
                  <a:extLst>
                    <a:ext uri="{FF2B5EF4-FFF2-40B4-BE49-F238E27FC236}">
                      <a16:creationId xmlns:a16="http://schemas.microsoft.com/office/drawing/2014/main" id="{ACF13FC8-FBA5-094B-A06A-6555CB6AEF62}"/>
                    </a:ext>
                  </a:extLst>
                </p14:cNvPr>
                <p14:cNvContentPartPr/>
                <p14:nvPr/>
              </p14:nvContentPartPr>
              <p14:xfrm>
                <a:off x="3140744" y="2634042"/>
                <a:ext cx="33480" cy="68400"/>
              </p14:xfrm>
            </p:contentPart>
          </mc:Choice>
          <mc:Fallback>
            <p:pic>
              <p:nvPicPr>
                <p:cNvPr id="73" name="Ink 72">
                  <a:extLst>
                    <a:ext uri="{FF2B5EF4-FFF2-40B4-BE49-F238E27FC236}">
                      <a16:creationId xmlns:a16="http://schemas.microsoft.com/office/drawing/2014/main" id="{ACF13FC8-FBA5-094B-A06A-6555CB6AEF62}"/>
                    </a:ext>
                  </a:extLst>
                </p:cNvPr>
                <p:cNvPicPr/>
                <p:nvPr/>
              </p:nvPicPr>
              <p:blipFill>
                <a:blip r:embed="rId209"/>
                <a:stretch>
                  <a:fillRect/>
                </a:stretch>
              </p:blipFill>
              <p:spPr>
                <a:xfrm>
                  <a:off x="3131744" y="2625042"/>
                  <a:ext cx="51120" cy="8604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74" name="Ink 73">
                  <a:extLst>
                    <a:ext uri="{FF2B5EF4-FFF2-40B4-BE49-F238E27FC236}">
                      <a16:creationId xmlns:a16="http://schemas.microsoft.com/office/drawing/2014/main" id="{240C7E36-6EC6-CA78-465E-0C12AEFE07CB}"/>
                    </a:ext>
                  </a:extLst>
                </p14:cNvPr>
                <p14:cNvContentPartPr/>
                <p14:nvPr/>
              </p14:nvContentPartPr>
              <p14:xfrm>
                <a:off x="3266024" y="2518842"/>
                <a:ext cx="153360" cy="165600"/>
              </p14:xfrm>
            </p:contentPart>
          </mc:Choice>
          <mc:Fallback>
            <p:pic>
              <p:nvPicPr>
                <p:cNvPr id="74" name="Ink 73">
                  <a:extLst>
                    <a:ext uri="{FF2B5EF4-FFF2-40B4-BE49-F238E27FC236}">
                      <a16:creationId xmlns:a16="http://schemas.microsoft.com/office/drawing/2014/main" id="{240C7E36-6EC6-CA78-465E-0C12AEFE07CB}"/>
                    </a:ext>
                  </a:extLst>
                </p:cNvPr>
                <p:cNvPicPr/>
                <p:nvPr/>
              </p:nvPicPr>
              <p:blipFill>
                <a:blip r:embed="rId211"/>
                <a:stretch>
                  <a:fillRect/>
                </a:stretch>
              </p:blipFill>
              <p:spPr>
                <a:xfrm>
                  <a:off x="3257384" y="2509842"/>
                  <a:ext cx="171000" cy="18324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75" name="Ink 74">
                  <a:extLst>
                    <a:ext uri="{FF2B5EF4-FFF2-40B4-BE49-F238E27FC236}">
                      <a16:creationId xmlns:a16="http://schemas.microsoft.com/office/drawing/2014/main" id="{E8B7237F-C756-A1BA-57C0-8919E3E81266}"/>
                    </a:ext>
                  </a:extLst>
                </p14:cNvPr>
                <p14:cNvContentPartPr/>
                <p14:nvPr/>
              </p14:nvContentPartPr>
              <p14:xfrm>
                <a:off x="3511184" y="2531082"/>
                <a:ext cx="20880" cy="106200"/>
              </p14:xfrm>
            </p:contentPart>
          </mc:Choice>
          <mc:Fallback>
            <p:pic>
              <p:nvPicPr>
                <p:cNvPr id="75" name="Ink 74">
                  <a:extLst>
                    <a:ext uri="{FF2B5EF4-FFF2-40B4-BE49-F238E27FC236}">
                      <a16:creationId xmlns:a16="http://schemas.microsoft.com/office/drawing/2014/main" id="{E8B7237F-C756-A1BA-57C0-8919E3E81266}"/>
                    </a:ext>
                  </a:extLst>
                </p:cNvPr>
                <p:cNvPicPr/>
                <p:nvPr/>
              </p:nvPicPr>
              <p:blipFill>
                <a:blip r:embed="rId213"/>
                <a:stretch>
                  <a:fillRect/>
                </a:stretch>
              </p:blipFill>
              <p:spPr>
                <a:xfrm>
                  <a:off x="3502184" y="2522082"/>
                  <a:ext cx="38520" cy="12384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76" name="Ink 75">
                  <a:extLst>
                    <a:ext uri="{FF2B5EF4-FFF2-40B4-BE49-F238E27FC236}">
                      <a16:creationId xmlns:a16="http://schemas.microsoft.com/office/drawing/2014/main" id="{A30D4BC3-4150-BF93-3AEE-D40B1F025AD7}"/>
                    </a:ext>
                  </a:extLst>
                </p14:cNvPr>
                <p14:cNvContentPartPr/>
                <p14:nvPr/>
              </p14:nvContentPartPr>
              <p14:xfrm>
                <a:off x="3502544" y="2404002"/>
                <a:ext cx="16200" cy="14400"/>
              </p14:xfrm>
            </p:contentPart>
          </mc:Choice>
          <mc:Fallback>
            <p:pic>
              <p:nvPicPr>
                <p:cNvPr id="76" name="Ink 75">
                  <a:extLst>
                    <a:ext uri="{FF2B5EF4-FFF2-40B4-BE49-F238E27FC236}">
                      <a16:creationId xmlns:a16="http://schemas.microsoft.com/office/drawing/2014/main" id="{A30D4BC3-4150-BF93-3AEE-D40B1F025AD7}"/>
                    </a:ext>
                  </a:extLst>
                </p:cNvPr>
                <p:cNvPicPr/>
                <p:nvPr/>
              </p:nvPicPr>
              <p:blipFill>
                <a:blip r:embed="rId215"/>
                <a:stretch>
                  <a:fillRect/>
                </a:stretch>
              </p:blipFill>
              <p:spPr>
                <a:xfrm>
                  <a:off x="3493544" y="2395362"/>
                  <a:ext cx="3384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77" name="Ink 76">
                  <a:extLst>
                    <a:ext uri="{FF2B5EF4-FFF2-40B4-BE49-F238E27FC236}">
                      <a16:creationId xmlns:a16="http://schemas.microsoft.com/office/drawing/2014/main" id="{E516C7A3-6F5C-A688-332A-86FC4D9473D2}"/>
                    </a:ext>
                  </a:extLst>
                </p14:cNvPr>
                <p14:cNvContentPartPr/>
                <p14:nvPr/>
              </p14:nvContentPartPr>
              <p14:xfrm>
                <a:off x="3597944" y="2406882"/>
                <a:ext cx="162360" cy="262080"/>
              </p14:xfrm>
            </p:contentPart>
          </mc:Choice>
          <mc:Fallback>
            <p:pic>
              <p:nvPicPr>
                <p:cNvPr id="77" name="Ink 76">
                  <a:extLst>
                    <a:ext uri="{FF2B5EF4-FFF2-40B4-BE49-F238E27FC236}">
                      <a16:creationId xmlns:a16="http://schemas.microsoft.com/office/drawing/2014/main" id="{E516C7A3-6F5C-A688-332A-86FC4D9473D2}"/>
                    </a:ext>
                  </a:extLst>
                </p:cNvPr>
                <p:cNvPicPr/>
                <p:nvPr/>
              </p:nvPicPr>
              <p:blipFill>
                <a:blip r:embed="rId217"/>
                <a:stretch>
                  <a:fillRect/>
                </a:stretch>
              </p:blipFill>
              <p:spPr>
                <a:xfrm>
                  <a:off x="3589304" y="2397882"/>
                  <a:ext cx="180000" cy="27972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86" name="Ink 85">
                  <a:extLst>
                    <a:ext uri="{FF2B5EF4-FFF2-40B4-BE49-F238E27FC236}">
                      <a16:creationId xmlns:a16="http://schemas.microsoft.com/office/drawing/2014/main" id="{B2A9D4C9-95E4-BB5E-0337-B7782787DDAB}"/>
                    </a:ext>
                  </a:extLst>
                </p14:cNvPr>
                <p14:cNvContentPartPr/>
                <p14:nvPr/>
              </p14:nvContentPartPr>
              <p14:xfrm>
                <a:off x="3475904" y="2926002"/>
                <a:ext cx="155520" cy="248040"/>
              </p14:xfrm>
            </p:contentPart>
          </mc:Choice>
          <mc:Fallback>
            <p:pic>
              <p:nvPicPr>
                <p:cNvPr id="86" name="Ink 85">
                  <a:extLst>
                    <a:ext uri="{FF2B5EF4-FFF2-40B4-BE49-F238E27FC236}">
                      <a16:creationId xmlns:a16="http://schemas.microsoft.com/office/drawing/2014/main" id="{B2A9D4C9-95E4-BB5E-0337-B7782787DDAB}"/>
                    </a:ext>
                  </a:extLst>
                </p:cNvPr>
                <p:cNvPicPr/>
                <p:nvPr/>
              </p:nvPicPr>
              <p:blipFill>
                <a:blip r:embed="rId219"/>
                <a:stretch>
                  <a:fillRect/>
                </a:stretch>
              </p:blipFill>
              <p:spPr>
                <a:xfrm>
                  <a:off x="3466904" y="2917362"/>
                  <a:ext cx="173160" cy="26568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87" name="Ink 86">
                  <a:extLst>
                    <a:ext uri="{FF2B5EF4-FFF2-40B4-BE49-F238E27FC236}">
                      <a16:creationId xmlns:a16="http://schemas.microsoft.com/office/drawing/2014/main" id="{A5107E55-1D95-69AF-05D7-D8E7176D32FC}"/>
                    </a:ext>
                  </a:extLst>
                </p14:cNvPr>
                <p14:cNvContentPartPr/>
                <p14:nvPr/>
              </p14:nvContentPartPr>
              <p14:xfrm>
                <a:off x="3717104" y="2974242"/>
                <a:ext cx="138600" cy="161280"/>
              </p14:xfrm>
            </p:contentPart>
          </mc:Choice>
          <mc:Fallback>
            <p:pic>
              <p:nvPicPr>
                <p:cNvPr id="87" name="Ink 86">
                  <a:extLst>
                    <a:ext uri="{FF2B5EF4-FFF2-40B4-BE49-F238E27FC236}">
                      <a16:creationId xmlns:a16="http://schemas.microsoft.com/office/drawing/2014/main" id="{A5107E55-1D95-69AF-05D7-D8E7176D32FC}"/>
                    </a:ext>
                  </a:extLst>
                </p:cNvPr>
                <p:cNvPicPr/>
                <p:nvPr/>
              </p:nvPicPr>
              <p:blipFill>
                <a:blip r:embed="rId221"/>
                <a:stretch>
                  <a:fillRect/>
                </a:stretch>
              </p:blipFill>
              <p:spPr>
                <a:xfrm>
                  <a:off x="3708464" y="2965602"/>
                  <a:ext cx="156240" cy="17892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114" name="Ink 113">
                  <a:extLst>
                    <a:ext uri="{FF2B5EF4-FFF2-40B4-BE49-F238E27FC236}">
                      <a16:creationId xmlns:a16="http://schemas.microsoft.com/office/drawing/2014/main" id="{E8534D29-76CC-B97E-A31F-0635F1275DEE}"/>
                    </a:ext>
                  </a:extLst>
                </p14:cNvPr>
                <p14:cNvContentPartPr/>
                <p14:nvPr/>
              </p14:nvContentPartPr>
              <p14:xfrm>
                <a:off x="3398864" y="3273042"/>
                <a:ext cx="293760" cy="360"/>
              </p14:xfrm>
            </p:contentPart>
          </mc:Choice>
          <mc:Fallback>
            <p:pic>
              <p:nvPicPr>
                <p:cNvPr id="114" name="Ink 113">
                  <a:extLst>
                    <a:ext uri="{FF2B5EF4-FFF2-40B4-BE49-F238E27FC236}">
                      <a16:creationId xmlns:a16="http://schemas.microsoft.com/office/drawing/2014/main" id="{E8534D29-76CC-B97E-A31F-0635F1275DEE}"/>
                    </a:ext>
                  </a:extLst>
                </p:cNvPr>
                <p:cNvPicPr/>
                <p:nvPr/>
              </p:nvPicPr>
              <p:blipFill>
                <a:blip r:embed="rId223"/>
                <a:stretch>
                  <a:fillRect/>
                </a:stretch>
              </p:blipFill>
              <p:spPr>
                <a:xfrm>
                  <a:off x="3390224" y="3264042"/>
                  <a:ext cx="3114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115" name="Ink 114">
                  <a:extLst>
                    <a:ext uri="{FF2B5EF4-FFF2-40B4-BE49-F238E27FC236}">
                      <a16:creationId xmlns:a16="http://schemas.microsoft.com/office/drawing/2014/main" id="{E613CBFA-6E19-6771-2859-3ED03E516B27}"/>
                    </a:ext>
                  </a:extLst>
                </p14:cNvPr>
                <p14:cNvContentPartPr/>
                <p14:nvPr/>
              </p14:nvContentPartPr>
              <p14:xfrm>
                <a:off x="3482024" y="3354762"/>
                <a:ext cx="233280" cy="19080"/>
              </p14:xfrm>
            </p:contentPart>
          </mc:Choice>
          <mc:Fallback>
            <p:pic>
              <p:nvPicPr>
                <p:cNvPr id="115" name="Ink 114">
                  <a:extLst>
                    <a:ext uri="{FF2B5EF4-FFF2-40B4-BE49-F238E27FC236}">
                      <a16:creationId xmlns:a16="http://schemas.microsoft.com/office/drawing/2014/main" id="{E613CBFA-6E19-6771-2859-3ED03E516B27}"/>
                    </a:ext>
                  </a:extLst>
                </p:cNvPr>
                <p:cNvPicPr/>
                <p:nvPr/>
              </p:nvPicPr>
              <p:blipFill>
                <a:blip r:embed="rId225"/>
                <a:stretch>
                  <a:fillRect/>
                </a:stretch>
              </p:blipFill>
              <p:spPr>
                <a:xfrm>
                  <a:off x="3473024" y="3346122"/>
                  <a:ext cx="250920" cy="3672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91" name="Ink 90">
                  <a:extLst>
                    <a:ext uri="{FF2B5EF4-FFF2-40B4-BE49-F238E27FC236}">
                      <a16:creationId xmlns:a16="http://schemas.microsoft.com/office/drawing/2014/main" id="{635677AA-F863-7577-65EE-33161340ED0F}"/>
                    </a:ext>
                  </a:extLst>
                </p14:cNvPr>
                <p14:cNvContentPartPr/>
                <p14:nvPr/>
              </p14:nvContentPartPr>
              <p14:xfrm>
                <a:off x="2236424" y="2350722"/>
                <a:ext cx="168480" cy="259920"/>
              </p14:xfrm>
            </p:contentPart>
          </mc:Choice>
          <mc:Fallback>
            <p:pic>
              <p:nvPicPr>
                <p:cNvPr id="91" name="Ink 90">
                  <a:extLst>
                    <a:ext uri="{FF2B5EF4-FFF2-40B4-BE49-F238E27FC236}">
                      <a16:creationId xmlns:a16="http://schemas.microsoft.com/office/drawing/2014/main" id="{635677AA-F863-7577-65EE-33161340ED0F}"/>
                    </a:ext>
                  </a:extLst>
                </p:cNvPr>
                <p:cNvPicPr/>
                <p:nvPr/>
              </p:nvPicPr>
              <p:blipFill>
                <a:blip r:embed="rId227"/>
                <a:stretch>
                  <a:fillRect/>
                </a:stretch>
              </p:blipFill>
              <p:spPr>
                <a:xfrm>
                  <a:off x="2227424" y="2342082"/>
                  <a:ext cx="186120" cy="27756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92" name="Ink 91">
                  <a:extLst>
                    <a:ext uri="{FF2B5EF4-FFF2-40B4-BE49-F238E27FC236}">
                      <a16:creationId xmlns:a16="http://schemas.microsoft.com/office/drawing/2014/main" id="{0A8F303E-227F-E699-8332-5F0FCF1DE9D3}"/>
                    </a:ext>
                  </a:extLst>
                </p14:cNvPr>
                <p14:cNvContentPartPr/>
                <p14:nvPr/>
              </p14:nvContentPartPr>
              <p14:xfrm>
                <a:off x="2511104" y="2469882"/>
                <a:ext cx="128520" cy="34920"/>
              </p14:xfrm>
            </p:contentPart>
          </mc:Choice>
          <mc:Fallback>
            <p:pic>
              <p:nvPicPr>
                <p:cNvPr id="92" name="Ink 91">
                  <a:extLst>
                    <a:ext uri="{FF2B5EF4-FFF2-40B4-BE49-F238E27FC236}">
                      <a16:creationId xmlns:a16="http://schemas.microsoft.com/office/drawing/2014/main" id="{0A8F303E-227F-E699-8332-5F0FCF1DE9D3}"/>
                    </a:ext>
                  </a:extLst>
                </p:cNvPr>
                <p:cNvPicPr/>
                <p:nvPr/>
              </p:nvPicPr>
              <p:blipFill>
                <a:blip r:embed="rId229"/>
                <a:stretch>
                  <a:fillRect/>
                </a:stretch>
              </p:blipFill>
              <p:spPr>
                <a:xfrm>
                  <a:off x="2502464" y="2461242"/>
                  <a:ext cx="146160" cy="5256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93" name="Ink 92">
                  <a:extLst>
                    <a:ext uri="{FF2B5EF4-FFF2-40B4-BE49-F238E27FC236}">
                      <a16:creationId xmlns:a16="http://schemas.microsoft.com/office/drawing/2014/main" id="{7AD82641-4B0A-BE74-8B30-ED8B5B498F3C}"/>
                    </a:ext>
                  </a:extLst>
                </p14:cNvPr>
                <p14:cNvContentPartPr/>
                <p14:nvPr/>
              </p14:nvContentPartPr>
              <p14:xfrm>
                <a:off x="2595344" y="2413002"/>
                <a:ext cx="58320" cy="189360"/>
              </p14:xfrm>
            </p:contentPart>
          </mc:Choice>
          <mc:Fallback>
            <p:pic>
              <p:nvPicPr>
                <p:cNvPr id="93" name="Ink 92">
                  <a:extLst>
                    <a:ext uri="{FF2B5EF4-FFF2-40B4-BE49-F238E27FC236}">
                      <a16:creationId xmlns:a16="http://schemas.microsoft.com/office/drawing/2014/main" id="{7AD82641-4B0A-BE74-8B30-ED8B5B498F3C}"/>
                    </a:ext>
                  </a:extLst>
                </p:cNvPr>
                <p:cNvPicPr/>
                <p:nvPr/>
              </p:nvPicPr>
              <p:blipFill>
                <a:blip r:embed="rId231"/>
                <a:stretch>
                  <a:fillRect/>
                </a:stretch>
              </p:blipFill>
              <p:spPr>
                <a:xfrm>
                  <a:off x="2586344" y="2404002"/>
                  <a:ext cx="75960" cy="20700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116" name="Ink 115">
                  <a:extLst>
                    <a:ext uri="{FF2B5EF4-FFF2-40B4-BE49-F238E27FC236}">
                      <a16:creationId xmlns:a16="http://schemas.microsoft.com/office/drawing/2014/main" id="{92FCCAE1-8D19-609E-CAD4-E16A174AF3C3}"/>
                    </a:ext>
                  </a:extLst>
                </p14:cNvPr>
                <p14:cNvContentPartPr/>
                <p14:nvPr/>
              </p14:nvContentPartPr>
              <p14:xfrm>
                <a:off x="2346584" y="2689842"/>
                <a:ext cx="149760" cy="7200"/>
              </p14:xfrm>
            </p:contentPart>
          </mc:Choice>
          <mc:Fallback>
            <p:pic>
              <p:nvPicPr>
                <p:cNvPr id="116" name="Ink 115">
                  <a:extLst>
                    <a:ext uri="{FF2B5EF4-FFF2-40B4-BE49-F238E27FC236}">
                      <a16:creationId xmlns:a16="http://schemas.microsoft.com/office/drawing/2014/main" id="{92FCCAE1-8D19-609E-CAD4-E16A174AF3C3}"/>
                    </a:ext>
                  </a:extLst>
                </p:cNvPr>
                <p:cNvPicPr/>
                <p:nvPr/>
              </p:nvPicPr>
              <p:blipFill>
                <a:blip r:embed="rId233"/>
                <a:stretch>
                  <a:fillRect/>
                </a:stretch>
              </p:blipFill>
              <p:spPr>
                <a:xfrm>
                  <a:off x="2337584" y="2681202"/>
                  <a:ext cx="167400" cy="2484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117" name="Ink 116">
                  <a:extLst>
                    <a:ext uri="{FF2B5EF4-FFF2-40B4-BE49-F238E27FC236}">
                      <a16:creationId xmlns:a16="http://schemas.microsoft.com/office/drawing/2014/main" id="{683A7C31-485D-07A7-41D3-D8982C6CEFDA}"/>
                    </a:ext>
                  </a:extLst>
                </p14:cNvPr>
                <p14:cNvContentPartPr/>
                <p14:nvPr/>
              </p14:nvContentPartPr>
              <p14:xfrm>
                <a:off x="2378264" y="2756442"/>
                <a:ext cx="137160" cy="20880"/>
              </p14:xfrm>
            </p:contentPart>
          </mc:Choice>
          <mc:Fallback>
            <p:pic>
              <p:nvPicPr>
                <p:cNvPr id="117" name="Ink 116">
                  <a:extLst>
                    <a:ext uri="{FF2B5EF4-FFF2-40B4-BE49-F238E27FC236}">
                      <a16:creationId xmlns:a16="http://schemas.microsoft.com/office/drawing/2014/main" id="{683A7C31-485D-07A7-41D3-D8982C6CEFDA}"/>
                    </a:ext>
                  </a:extLst>
                </p:cNvPr>
                <p:cNvPicPr/>
                <p:nvPr/>
              </p:nvPicPr>
              <p:blipFill>
                <a:blip r:embed="rId235"/>
                <a:stretch>
                  <a:fillRect/>
                </a:stretch>
              </p:blipFill>
              <p:spPr>
                <a:xfrm>
                  <a:off x="2369264" y="2747442"/>
                  <a:ext cx="154800" cy="3852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143" name="Ink 142">
                  <a:extLst>
                    <a:ext uri="{FF2B5EF4-FFF2-40B4-BE49-F238E27FC236}">
                      <a16:creationId xmlns:a16="http://schemas.microsoft.com/office/drawing/2014/main" id="{81682D71-8AC3-E93D-446E-1A41C0337118}"/>
                    </a:ext>
                  </a:extLst>
                </p14:cNvPr>
                <p14:cNvContentPartPr/>
                <p14:nvPr/>
              </p14:nvContentPartPr>
              <p14:xfrm>
                <a:off x="1892264" y="2719722"/>
                <a:ext cx="2008800" cy="938520"/>
              </p14:xfrm>
            </p:contentPart>
          </mc:Choice>
          <mc:Fallback>
            <p:pic>
              <p:nvPicPr>
                <p:cNvPr id="143" name="Ink 142">
                  <a:extLst>
                    <a:ext uri="{FF2B5EF4-FFF2-40B4-BE49-F238E27FC236}">
                      <a16:creationId xmlns:a16="http://schemas.microsoft.com/office/drawing/2014/main" id="{81682D71-8AC3-E93D-446E-1A41C0337118}"/>
                    </a:ext>
                  </a:extLst>
                </p:cNvPr>
                <p:cNvPicPr/>
                <p:nvPr/>
              </p:nvPicPr>
              <p:blipFill>
                <a:blip r:embed="rId237"/>
                <a:stretch>
                  <a:fillRect/>
                </a:stretch>
              </p:blipFill>
              <p:spPr>
                <a:xfrm>
                  <a:off x="1883264" y="2711082"/>
                  <a:ext cx="2026440" cy="95616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144" name="Ink 143">
                  <a:extLst>
                    <a:ext uri="{FF2B5EF4-FFF2-40B4-BE49-F238E27FC236}">
                      <a16:creationId xmlns:a16="http://schemas.microsoft.com/office/drawing/2014/main" id="{60072AAB-CB68-AAFB-CCD1-7BC019F07FC7}"/>
                    </a:ext>
                  </a:extLst>
                </p14:cNvPr>
                <p14:cNvContentPartPr/>
                <p14:nvPr/>
              </p14:nvContentPartPr>
              <p14:xfrm>
                <a:off x="3766784" y="3491202"/>
                <a:ext cx="96840" cy="184320"/>
              </p14:xfrm>
            </p:contentPart>
          </mc:Choice>
          <mc:Fallback>
            <p:pic>
              <p:nvPicPr>
                <p:cNvPr id="144" name="Ink 143">
                  <a:extLst>
                    <a:ext uri="{FF2B5EF4-FFF2-40B4-BE49-F238E27FC236}">
                      <a16:creationId xmlns:a16="http://schemas.microsoft.com/office/drawing/2014/main" id="{60072AAB-CB68-AAFB-CCD1-7BC019F07FC7}"/>
                    </a:ext>
                  </a:extLst>
                </p:cNvPr>
                <p:cNvPicPr/>
                <p:nvPr/>
              </p:nvPicPr>
              <p:blipFill>
                <a:blip r:embed="rId239"/>
                <a:stretch>
                  <a:fillRect/>
                </a:stretch>
              </p:blipFill>
              <p:spPr>
                <a:xfrm>
                  <a:off x="3758144" y="3482202"/>
                  <a:ext cx="114480" cy="2019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40">
            <p14:nvContentPartPr>
              <p14:cNvPr id="146" name="Ink 145">
                <a:extLst>
                  <a:ext uri="{FF2B5EF4-FFF2-40B4-BE49-F238E27FC236}">
                    <a16:creationId xmlns:a16="http://schemas.microsoft.com/office/drawing/2014/main" id="{C0C6464C-0375-0A4B-9AB5-D8D8398A0004}"/>
                  </a:ext>
                </a:extLst>
              </p14:cNvPr>
              <p14:cNvContentPartPr/>
              <p14:nvPr/>
            </p14:nvContentPartPr>
            <p14:xfrm>
              <a:off x="695624" y="3867402"/>
              <a:ext cx="259920" cy="261360"/>
            </p14:xfrm>
          </p:contentPart>
        </mc:Choice>
        <mc:Fallback>
          <p:pic>
            <p:nvPicPr>
              <p:cNvPr id="146" name="Ink 145">
                <a:extLst>
                  <a:ext uri="{FF2B5EF4-FFF2-40B4-BE49-F238E27FC236}">
                    <a16:creationId xmlns:a16="http://schemas.microsoft.com/office/drawing/2014/main" id="{C0C6464C-0375-0A4B-9AB5-D8D8398A0004}"/>
                  </a:ext>
                </a:extLst>
              </p:cNvPr>
              <p:cNvPicPr/>
              <p:nvPr/>
            </p:nvPicPr>
            <p:blipFill>
              <a:blip r:embed="rId241"/>
              <a:stretch>
                <a:fillRect/>
              </a:stretch>
            </p:blipFill>
            <p:spPr>
              <a:xfrm>
                <a:off x="686984" y="3858762"/>
                <a:ext cx="277560" cy="279000"/>
              </a:xfrm>
              <a:prstGeom prst="rect">
                <a:avLst/>
              </a:prstGeom>
            </p:spPr>
          </p:pic>
        </mc:Fallback>
      </mc:AlternateContent>
      <p:grpSp>
        <p:nvGrpSpPr>
          <p:cNvPr id="160" name="Group 159">
            <a:extLst>
              <a:ext uri="{FF2B5EF4-FFF2-40B4-BE49-F238E27FC236}">
                <a16:creationId xmlns:a16="http://schemas.microsoft.com/office/drawing/2014/main" id="{60523C96-AB82-C7E1-542A-09804A91CF54}"/>
              </a:ext>
            </a:extLst>
          </p:cNvPr>
          <p:cNvGrpSpPr/>
          <p:nvPr/>
        </p:nvGrpSpPr>
        <p:grpSpPr>
          <a:xfrm>
            <a:off x="1149944" y="3944442"/>
            <a:ext cx="2447280" cy="970920"/>
            <a:chOff x="1149944" y="3944442"/>
            <a:chExt cx="2447280" cy="970920"/>
          </a:xfrm>
        </p:grpSpPr>
        <mc:AlternateContent xmlns:mc="http://schemas.openxmlformats.org/markup-compatibility/2006">
          <mc:Choice xmlns:p14="http://schemas.microsoft.com/office/powerpoint/2010/main" Requires="p14">
            <p:contentPart p14:bwMode="auto" r:id="rId242">
              <p14:nvContentPartPr>
                <p14:cNvPr id="147" name="Ink 146">
                  <a:extLst>
                    <a:ext uri="{FF2B5EF4-FFF2-40B4-BE49-F238E27FC236}">
                      <a16:creationId xmlns:a16="http://schemas.microsoft.com/office/drawing/2014/main" id="{4F2AE2F2-0232-837D-DDEE-4F81079A9536}"/>
                    </a:ext>
                  </a:extLst>
                </p14:cNvPr>
                <p14:cNvContentPartPr/>
                <p14:nvPr/>
              </p14:nvContentPartPr>
              <p14:xfrm>
                <a:off x="1149944" y="3944442"/>
                <a:ext cx="234000" cy="302760"/>
              </p14:xfrm>
            </p:contentPart>
          </mc:Choice>
          <mc:Fallback>
            <p:pic>
              <p:nvPicPr>
                <p:cNvPr id="147" name="Ink 146">
                  <a:extLst>
                    <a:ext uri="{FF2B5EF4-FFF2-40B4-BE49-F238E27FC236}">
                      <a16:creationId xmlns:a16="http://schemas.microsoft.com/office/drawing/2014/main" id="{4F2AE2F2-0232-837D-DDEE-4F81079A9536}"/>
                    </a:ext>
                  </a:extLst>
                </p:cNvPr>
                <p:cNvPicPr/>
                <p:nvPr/>
              </p:nvPicPr>
              <p:blipFill>
                <a:blip r:embed="rId243"/>
                <a:stretch>
                  <a:fillRect/>
                </a:stretch>
              </p:blipFill>
              <p:spPr>
                <a:xfrm>
                  <a:off x="1141304" y="3935802"/>
                  <a:ext cx="251640" cy="32040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148" name="Ink 147">
                  <a:extLst>
                    <a:ext uri="{FF2B5EF4-FFF2-40B4-BE49-F238E27FC236}">
                      <a16:creationId xmlns:a16="http://schemas.microsoft.com/office/drawing/2014/main" id="{7BFDE82F-09F1-D823-0466-F0A5946EF9BF}"/>
                    </a:ext>
                  </a:extLst>
                </p14:cNvPr>
                <p14:cNvContentPartPr/>
                <p14:nvPr/>
              </p14:nvContentPartPr>
              <p14:xfrm>
                <a:off x="1498064" y="3988002"/>
                <a:ext cx="342360" cy="259560"/>
              </p14:xfrm>
            </p:contentPart>
          </mc:Choice>
          <mc:Fallback>
            <p:pic>
              <p:nvPicPr>
                <p:cNvPr id="148" name="Ink 147">
                  <a:extLst>
                    <a:ext uri="{FF2B5EF4-FFF2-40B4-BE49-F238E27FC236}">
                      <a16:creationId xmlns:a16="http://schemas.microsoft.com/office/drawing/2014/main" id="{7BFDE82F-09F1-D823-0466-F0A5946EF9BF}"/>
                    </a:ext>
                  </a:extLst>
                </p:cNvPr>
                <p:cNvPicPr/>
                <p:nvPr/>
              </p:nvPicPr>
              <p:blipFill>
                <a:blip r:embed="rId245"/>
                <a:stretch>
                  <a:fillRect/>
                </a:stretch>
              </p:blipFill>
              <p:spPr>
                <a:xfrm>
                  <a:off x="1489064" y="3979362"/>
                  <a:ext cx="360000" cy="27720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149" name="Ink 148">
                  <a:extLst>
                    <a:ext uri="{FF2B5EF4-FFF2-40B4-BE49-F238E27FC236}">
                      <a16:creationId xmlns:a16="http://schemas.microsoft.com/office/drawing/2014/main" id="{4F95024B-B8FE-AA36-41C6-04FB121025E1}"/>
                    </a:ext>
                  </a:extLst>
                </p14:cNvPr>
                <p14:cNvContentPartPr/>
                <p14:nvPr/>
              </p14:nvContentPartPr>
              <p14:xfrm>
                <a:off x="1928984" y="3970002"/>
                <a:ext cx="187920" cy="234720"/>
              </p14:xfrm>
            </p:contentPart>
          </mc:Choice>
          <mc:Fallback>
            <p:pic>
              <p:nvPicPr>
                <p:cNvPr id="149" name="Ink 148">
                  <a:extLst>
                    <a:ext uri="{FF2B5EF4-FFF2-40B4-BE49-F238E27FC236}">
                      <a16:creationId xmlns:a16="http://schemas.microsoft.com/office/drawing/2014/main" id="{4F95024B-B8FE-AA36-41C6-04FB121025E1}"/>
                    </a:ext>
                  </a:extLst>
                </p:cNvPr>
                <p:cNvPicPr/>
                <p:nvPr/>
              </p:nvPicPr>
              <p:blipFill>
                <a:blip r:embed="rId247"/>
                <a:stretch>
                  <a:fillRect/>
                </a:stretch>
              </p:blipFill>
              <p:spPr>
                <a:xfrm>
                  <a:off x="1919984" y="3961002"/>
                  <a:ext cx="205560" cy="25236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150" name="Ink 149">
                  <a:extLst>
                    <a:ext uri="{FF2B5EF4-FFF2-40B4-BE49-F238E27FC236}">
                      <a16:creationId xmlns:a16="http://schemas.microsoft.com/office/drawing/2014/main" id="{936D1B29-0007-CB60-9D2C-FB4950229D40}"/>
                    </a:ext>
                  </a:extLst>
                </p14:cNvPr>
                <p14:cNvContentPartPr/>
                <p14:nvPr/>
              </p14:nvContentPartPr>
              <p14:xfrm>
                <a:off x="2080544" y="4368522"/>
                <a:ext cx="413640" cy="289440"/>
              </p14:xfrm>
            </p:contentPart>
          </mc:Choice>
          <mc:Fallback>
            <p:pic>
              <p:nvPicPr>
                <p:cNvPr id="150" name="Ink 149">
                  <a:extLst>
                    <a:ext uri="{FF2B5EF4-FFF2-40B4-BE49-F238E27FC236}">
                      <a16:creationId xmlns:a16="http://schemas.microsoft.com/office/drawing/2014/main" id="{936D1B29-0007-CB60-9D2C-FB4950229D40}"/>
                    </a:ext>
                  </a:extLst>
                </p:cNvPr>
                <p:cNvPicPr/>
                <p:nvPr/>
              </p:nvPicPr>
              <p:blipFill>
                <a:blip r:embed="rId249"/>
                <a:stretch>
                  <a:fillRect/>
                </a:stretch>
              </p:blipFill>
              <p:spPr>
                <a:xfrm>
                  <a:off x="2071544" y="4359522"/>
                  <a:ext cx="431280" cy="30708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151" name="Ink 150">
                  <a:extLst>
                    <a:ext uri="{FF2B5EF4-FFF2-40B4-BE49-F238E27FC236}">
                      <a16:creationId xmlns:a16="http://schemas.microsoft.com/office/drawing/2014/main" id="{2D436D24-4EFB-AE57-26FB-641F7DA4F00B}"/>
                    </a:ext>
                  </a:extLst>
                </p14:cNvPr>
                <p14:cNvContentPartPr/>
                <p14:nvPr/>
              </p14:nvContentPartPr>
              <p14:xfrm>
                <a:off x="2559704" y="4304082"/>
                <a:ext cx="414360" cy="293760"/>
              </p14:xfrm>
            </p:contentPart>
          </mc:Choice>
          <mc:Fallback>
            <p:pic>
              <p:nvPicPr>
                <p:cNvPr id="151" name="Ink 150">
                  <a:extLst>
                    <a:ext uri="{FF2B5EF4-FFF2-40B4-BE49-F238E27FC236}">
                      <a16:creationId xmlns:a16="http://schemas.microsoft.com/office/drawing/2014/main" id="{2D436D24-4EFB-AE57-26FB-641F7DA4F00B}"/>
                    </a:ext>
                  </a:extLst>
                </p:cNvPr>
                <p:cNvPicPr/>
                <p:nvPr/>
              </p:nvPicPr>
              <p:blipFill>
                <a:blip r:embed="rId251"/>
                <a:stretch>
                  <a:fillRect/>
                </a:stretch>
              </p:blipFill>
              <p:spPr>
                <a:xfrm>
                  <a:off x="2550704" y="4295442"/>
                  <a:ext cx="432000" cy="31140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152" name="Ink 151">
                  <a:extLst>
                    <a:ext uri="{FF2B5EF4-FFF2-40B4-BE49-F238E27FC236}">
                      <a16:creationId xmlns:a16="http://schemas.microsoft.com/office/drawing/2014/main" id="{3D7D6632-DA11-0E96-94BD-1372285A8ADB}"/>
                    </a:ext>
                  </a:extLst>
                </p14:cNvPr>
                <p14:cNvContentPartPr/>
                <p14:nvPr/>
              </p14:nvContentPartPr>
              <p14:xfrm>
                <a:off x="3026984" y="4432602"/>
                <a:ext cx="27720" cy="126720"/>
              </p14:xfrm>
            </p:contentPart>
          </mc:Choice>
          <mc:Fallback>
            <p:pic>
              <p:nvPicPr>
                <p:cNvPr id="152" name="Ink 151">
                  <a:extLst>
                    <a:ext uri="{FF2B5EF4-FFF2-40B4-BE49-F238E27FC236}">
                      <a16:creationId xmlns:a16="http://schemas.microsoft.com/office/drawing/2014/main" id="{3D7D6632-DA11-0E96-94BD-1372285A8ADB}"/>
                    </a:ext>
                  </a:extLst>
                </p:cNvPr>
                <p:cNvPicPr/>
                <p:nvPr/>
              </p:nvPicPr>
              <p:blipFill>
                <a:blip r:embed="rId253"/>
                <a:stretch>
                  <a:fillRect/>
                </a:stretch>
              </p:blipFill>
              <p:spPr>
                <a:xfrm>
                  <a:off x="3018344" y="4423602"/>
                  <a:ext cx="45360" cy="14436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153" name="Ink 152">
                  <a:extLst>
                    <a:ext uri="{FF2B5EF4-FFF2-40B4-BE49-F238E27FC236}">
                      <a16:creationId xmlns:a16="http://schemas.microsoft.com/office/drawing/2014/main" id="{88B59F37-7509-D187-07D6-3B55CA1C8231}"/>
                    </a:ext>
                  </a:extLst>
                </p14:cNvPr>
                <p14:cNvContentPartPr/>
                <p14:nvPr/>
              </p14:nvContentPartPr>
              <p14:xfrm>
                <a:off x="3048944" y="4293642"/>
                <a:ext cx="32760" cy="33480"/>
              </p14:xfrm>
            </p:contentPart>
          </mc:Choice>
          <mc:Fallback>
            <p:pic>
              <p:nvPicPr>
                <p:cNvPr id="153" name="Ink 152">
                  <a:extLst>
                    <a:ext uri="{FF2B5EF4-FFF2-40B4-BE49-F238E27FC236}">
                      <a16:creationId xmlns:a16="http://schemas.microsoft.com/office/drawing/2014/main" id="{88B59F37-7509-D187-07D6-3B55CA1C8231}"/>
                    </a:ext>
                  </a:extLst>
                </p:cNvPr>
                <p:cNvPicPr/>
                <p:nvPr/>
              </p:nvPicPr>
              <p:blipFill>
                <a:blip r:embed="rId255"/>
                <a:stretch>
                  <a:fillRect/>
                </a:stretch>
              </p:blipFill>
              <p:spPr>
                <a:xfrm>
                  <a:off x="3039944" y="4284642"/>
                  <a:ext cx="50400" cy="5112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154" name="Ink 153">
                  <a:extLst>
                    <a:ext uri="{FF2B5EF4-FFF2-40B4-BE49-F238E27FC236}">
                      <a16:creationId xmlns:a16="http://schemas.microsoft.com/office/drawing/2014/main" id="{EE4EAF60-B01C-1861-D111-95ECE9A8910E}"/>
                    </a:ext>
                  </a:extLst>
                </p14:cNvPr>
                <p14:cNvContentPartPr/>
                <p14:nvPr/>
              </p14:nvContentPartPr>
              <p14:xfrm>
                <a:off x="3122024" y="4225602"/>
                <a:ext cx="164520" cy="600480"/>
              </p14:xfrm>
            </p:contentPart>
          </mc:Choice>
          <mc:Fallback>
            <p:pic>
              <p:nvPicPr>
                <p:cNvPr id="154" name="Ink 153">
                  <a:extLst>
                    <a:ext uri="{FF2B5EF4-FFF2-40B4-BE49-F238E27FC236}">
                      <a16:creationId xmlns:a16="http://schemas.microsoft.com/office/drawing/2014/main" id="{EE4EAF60-B01C-1861-D111-95ECE9A8910E}"/>
                    </a:ext>
                  </a:extLst>
                </p:cNvPr>
                <p:cNvPicPr/>
                <p:nvPr/>
              </p:nvPicPr>
              <p:blipFill>
                <a:blip r:embed="rId257"/>
                <a:stretch>
                  <a:fillRect/>
                </a:stretch>
              </p:blipFill>
              <p:spPr>
                <a:xfrm>
                  <a:off x="3113024" y="4216602"/>
                  <a:ext cx="182160" cy="61812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155" name="Ink 154">
                  <a:extLst>
                    <a:ext uri="{FF2B5EF4-FFF2-40B4-BE49-F238E27FC236}">
                      <a16:creationId xmlns:a16="http://schemas.microsoft.com/office/drawing/2014/main" id="{D56B60CE-2302-CE16-631F-574B8BF3BD11}"/>
                    </a:ext>
                  </a:extLst>
                </p14:cNvPr>
                <p14:cNvContentPartPr/>
                <p14:nvPr/>
              </p14:nvContentPartPr>
              <p14:xfrm>
                <a:off x="3120584" y="4459602"/>
                <a:ext cx="476640" cy="455760"/>
              </p14:xfrm>
            </p:contentPart>
          </mc:Choice>
          <mc:Fallback>
            <p:pic>
              <p:nvPicPr>
                <p:cNvPr id="155" name="Ink 154">
                  <a:extLst>
                    <a:ext uri="{FF2B5EF4-FFF2-40B4-BE49-F238E27FC236}">
                      <a16:creationId xmlns:a16="http://schemas.microsoft.com/office/drawing/2014/main" id="{D56B60CE-2302-CE16-631F-574B8BF3BD11}"/>
                    </a:ext>
                  </a:extLst>
                </p:cNvPr>
                <p:cNvPicPr/>
                <p:nvPr/>
              </p:nvPicPr>
              <p:blipFill>
                <a:blip r:embed="rId259"/>
                <a:stretch>
                  <a:fillRect/>
                </a:stretch>
              </p:blipFill>
              <p:spPr>
                <a:xfrm>
                  <a:off x="3111584" y="4450602"/>
                  <a:ext cx="494280" cy="473400"/>
                </a:xfrm>
                <a:prstGeom prst="rect">
                  <a:avLst/>
                </a:prstGeom>
              </p:spPr>
            </p:pic>
          </mc:Fallback>
        </mc:AlternateContent>
      </p:grpSp>
      <p:grpSp>
        <p:nvGrpSpPr>
          <p:cNvPr id="159" name="Group 158">
            <a:extLst>
              <a:ext uri="{FF2B5EF4-FFF2-40B4-BE49-F238E27FC236}">
                <a16:creationId xmlns:a16="http://schemas.microsoft.com/office/drawing/2014/main" id="{DBDBA1C5-B113-9331-48E7-29DF8FDF8F78}"/>
              </a:ext>
            </a:extLst>
          </p:cNvPr>
          <p:cNvGrpSpPr/>
          <p:nvPr/>
        </p:nvGrpSpPr>
        <p:grpSpPr>
          <a:xfrm>
            <a:off x="3905024" y="4357002"/>
            <a:ext cx="790920" cy="328320"/>
            <a:chOff x="3905024" y="4357002"/>
            <a:chExt cx="790920" cy="328320"/>
          </a:xfrm>
        </p:grpSpPr>
        <mc:AlternateContent xmlns:mc="http://schemas.openxmlformats.org/markup-compatibility/2006">
          <mc:Choice xmlns:p14="http://schemas.microsoft.com/office/powerpoint/2010/main" Requires="p14">
            <p:contentPart p14:bwMode="auto" r:id="rId260">
              <p14:nvContentPartPr>
                <p14:cNvPr id="156" name="Ink 155">
                  <a:extLst>
                    <a:ext uri="{FF2B5EF4-FFF2-40B4-BE49-F238E27FC236}">
                      <a16:creationId xmlns:a16="http://schemas.microsoft.com/office/drawing/2014/main" id="{10E4EFA8-71D2-A4FB-377D-6C6DFB247536}"/>
                    </a:ext>
                  </a:extLst>
                </p14:cNvPr>
                <p14:cNvContentPartPr/>
                <p14:nvPr/>
              </p14:nvContentPartPr>
              <p14:xfrm>
                <a:off x="3905024" y="4357002"/>
                <a:ext cx="546840" cy="328320"/>
              </p14:xfrm>
            </p:contentPart>
          </mc:Choice>
          <mc:Fallback>
            <p:pic>
              <p:nvPicPr>
                <p:cNvPr id="156" name="Ink 155">
                  <a:extLst>
                    <a:ext uri="{FF2B5EF4-FFF2-40B4-BE49-F238E27FC236}">
                      <a16:creationId xmlns:a16="http://schemas.microsoft.com/office/drawing/2014/main" id="{10E4EFA8-71D2-A4FB-377D-6C6DFB247536}"/>
                    </a:ext>
                  </a:extLst>
                </p:cNvPr>
                <p:cNvPicPr/>
                <p:nvPr/>
              </p:nvPicPr>
              <p:blipFill>
                <a:blip r:embed="rId261"/>
                <a:stretch>
                  <a:fillRect/>
                </a:stretch>
              </p:blipFill>
              <p:spPr>
                <a:xfrm>
                  <a:off x="3896384" y="4348002"/>
                  <a:ext cx="564480" cy="34596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157" name="Ink 156">
                  <a:extLst>
                    <a:ext uri="{FF2B5EF4-FFF2-40B4-BE49-F238E27FC236}">
                      <a16:creationId xmlns:a16="http://schemas.microsoft.com/office/drawing/2014/main" id="{E95E423B-91D4-B327-5B71-ED8D2982908D}"/>
                    </a:ext>
                  </a:extLst>
                </p14:cNvPr>
                <p14:cNvContentPartPr/>
                <p14:nvPr/>
              </p14:nvContentPartPr>
              <p14:xfrm>
                <a:off x="4401464" y="4511082"/>
                <a:ext cx="105840" cy="107280"/>
              </p14:xfrm>
            </p:contentPart>
          </mc:Choice>
          <mc:Fallback>
            <p:pic>
              <p:nvPicPr>
                <p:cNvPr id="157" name="Ink 156">
                  <a:extLst>
                    <a:ext uri="{FF2B5EF4-FFF2-40B4-BE49-F238E27FC236}">
                      <a16:creationId xmlns:a16="http://schemas.microsoft.com/office/drawing/2014/main" id="{E95E423B-91D4-B327-5B71-ED8D2982908D}"/>
                    </a:ext>
                  </a:extLst>
                </p:cNvPr>
                <p:cNvPicPr/>
                <p:nvPr/>
              </p:nvPicPr>
              <p:blipFill>
                <a:blip r:embed="rId263"/>
                <a:stretch>
                  <a:fillRect/>
                </a:stretch>
              </p:blipFill>
              <p:spPr>
                <a:xfrm>
                  <a:off x="4392464" y="4502442"/>
                  <a:ext cx="12348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158" name="Ink 157">
                  <a:extLst>
                    <a:ext uri="{FF2B5EF4-FFF2-40B4-BE49-F238E27FC236}">
                      <a16:creationId xmlns:a16="http://schemas.microsoft.com/office/drawing/2014/main" id="{77E42926-2052-B62F-B058-5C466A3CB9C7}"/>
                    </a:ext>
                  </a:extLst>
                </p14:cNvPr>
                <p14:cNvContentPartPr/>
                <p14:nvPr/>
              </p14:nvContentPartPr>
              <p14:xfrm>
                <a:off x="4677584" y="4571922"/>
                <a:ext cx="18360" cy="7560"/>
              </p14:xfrm>
            </p:contentPart>
          </mc:Choice>
          <mc:Fallback>
            <p:pic>
              <p:nvPicPr>
                <p:cNvPr id="158" name="Ink 157">
                  <a:extLst>
                    <a:ext uri="{FF2B5EF4-FFF2-40B4-BE49-F238E27FC236}">
                      <a16:creationId xmlns:a16="http://schemas.microsoft.com/office/drawing/2014/main" id="{77E42926-2052-B62F-B058-5C466A3CB9C7}"/>
                    </a:ext>
                  </a:extLst>
                </p:cNvPr>
                <p:cNvPicPr/>
                <p:nvPr/>
              </p:nvPicPr>
              <p:blipFill>
                <a:blip r:embed="rId265"/>
                <a:stretch>
                  <a:fillRect/>
                </a:stretch>
              </p:blipFill>
              <p:spPr>
                <a:xfrm>
                  <a:off x="4668944" y="4563282"/>
                  <a:ext cx="36000" cy="25200"/>
                </a:xfrm>
                <a:prstGeom prst="rect">
                  <a:avLst/>
                </a:prstGeom>
              </p:spPr>
            </p:pic>
          </mc:Fallback>
        </mc:AlternateContent>
      </p:grpSp>
    </p:spTree>
    <p:extLst>
      <p:ext uri="{BB962C8B-B14F-4D97-AF65-F5344CB8AC3E}">
        <p14:creationId xmlns:p14="http://schemas.microsoft.com/office/powerpoint/2010/main" val="24369750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57"/>
        <p:cNvGrpSpPr/>
        <p:nvPr/>
      </p:nvGrpSpPr>
      <p:grpSpPr>
        <a:xfrm>
          <a:off x="0" y="0"/>
          <a:ext cx="0" cy="0"/>
          <a:chOff x="0" y="0"/>
          <a:chExt cx="0" cy="0"/>
        </a:xfrm>
      </p:grpSpPr>
      <p:sp>
        <p:nvSpPr>
          <p:cNvPr id="1659" name="Google Shape;1659;p85"/>
          <p:cNvSpPr txBox="1"/>
          <p:nvPr/>
        </p:nvSpPr>
        <p:spPr>
          <a:xfrm>
            <a:off x="224979" y="788088"/>
            <a:ext cx="11806237" cy="427809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dk1"/>
                </a:solidFill>
                <a:latin typeface="Calibri"/>
                <a:ea typeface="Calibri"/>
                <a:cs typeface="Calibri"/>
                <a:sym typeface="Calibri"/>
              </a:rPr>
              <a:t>A determination modifies instance of business object based on trigger condition. Trigger condition can be modify operations such as create, update, and delete and modified field. There are 2 types of determination</a:t>
            </a:r>
            <a:endParaRPr dirty="0"/>
          </a:p>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Calibri"/>
                <a:ea typeface="Calibri"/>
                <a:cs typeface="Calibri"/>
                <a:sym typeface="Calibri"/>
              </a:rPr>
              <a:t>on modify – will be triggered before save whenever trigger condition is met e.g. when I change booking fee</a:t>
            </a:r>
            <a:endParaRPr dirty="0"/>
          </a:p>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Calibri"/>
                <a:ea typeface="Calibri"/>
                <a:cs typeface="Calibri"/>
                <a:sym typeface="Calibri"/>
              </a:rPr>
              <a:t>on save – will always trigger at the time of save</a:t>
            </a:r>
            <a:endParaRPr dirty="0"/>
          </a:p>
          <a:p>
            <a:pPr marL="285750" marR="0" lvl="0" indent="-184150" algn="l" rtl="0">
              <a:spcBef>
                <a:spcPts val="0"/>
              </a:spcBef>
              <a:spcAft>
                <a:spcPts val="0"/>
              </a:spcAft>
              <a:buClr>
                <a:schemeClr val="dk1"/>
              </a:buClr>
              <a:buSzPts val="1600"/>
              <a:buFont typeface="Arial"/>
              <a:buNone/>
            </a:pPr>
            <a:endParaRPr sz="16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600" b="1" dirty="0">
                <a:solidFill>
                  <a:schemeClr val="dk1"/>
                </a:solidFill>
                <a:latin typeface="Calibri"/>
                <a:ea typeface="Calibri"/>
                <a:cs typeface="Calibri"/>
                <a:sym typeface="Calibri"/>
              </a:rPr>
              <a:t>Steps</a:t>
            </a:r>
            <a:endParaRPr dirty="0"/>
          </a:p>
          <a:p>
            <a:pPr marL="342900" marR="0" lvl="0" indent="-342900" algn="l" rtl="0">
              <a:spcBef>
                <a:spcPts val="0"/>
              </a:spcBef>
              <a:spcAft>
                <a:spcPts val="0"/>
              </a:spcAft>
              <a:buClr>
                <a:schemeClr val="dk1"/>
              </a:buClr>
              <a:buSzPts val="1600"/>
              <a:buFont typeface="Calibri"/>
              <a:buAutoNum type="arabicPeriod"/>
            </a:pPr>
            <a:r>
              <a:rPr lang="en-US" sz="1600" dirty="0">
                <a:solidFill>
                  <a:schemeClr val="dk1"/>
                </a:solidFill>
                <a:latin typeface="Calibri"/>
                <a:ea typeface="Calibri"/>
                <a:cs typeface="Calibri"/>
                <a:sym typeface="Calibri"/>
              </a:rPr>
              <a:t>Add the code for defining the determination in behavior definition, we want to do it in reusable way</a:t>
            </a:r>
            <a:endParaRPr dirty="0"/>
          </a:p>
          <a:p>
            <a:pPr marL="342900" marR="0" lvl="0" indent="-342900" algn="l" rtl="0">
              <a:spcBef>
                <a:spcPts val="0"/>
              </a:spcBef>
              <a:spcAft>
                <a:spcPts val="0"/>
              </a:spcAft>
              <a:buClr>
                <a:schemeClr val="dk1"/>
              </a:buClr>
              <a:buSzPts val="1600"/>
              <a:buFont typeface="Calibri"/>
              <a:buAutoNum type="arabicPeriod"/>
            </a:pPr>
            <a:r>
              <a:rPr lang="en-US" sz="1600" dirty="0">
                <a:solidFill>
                  <a:schemeClr val="dk1"/>
                </a:solidFill>
                <a:latin typeface="Calibri"/>
                <a:ea typeface="Calibri"/>
                <a:cs typeface="Calibri"/>
                <a:sym typeface="Calibri"/>
              </a:rPr>
              <a:t>Use quick fix to generate the code for determination</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Define a structure where we can store all the booking fees and currency code</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Read all travel instances, subsequent bookings using EML</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Total all booking and supplement amounts which are in common currency</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Delete the values w/o any currency</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Loop at all amounts and compare with target currency</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Perform currency conversion</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Put back the total amount</a:t>
            </a:r>
            <a:endParaRPr dirty="0"/>
          </a:p>
          <a:p>
            <a:pPr marL="952393" marR="0" lvl="1" indent="-342900" algn="l" rtl="0">
              <a:spcBef>
                <a:spcPts val="0"/>
              </a:spcBef>
              <a:spcAft>
                <a:spcPts val="0"/>
              </a:spcAft>
              <a:buClr>
                <a:schemeClr val="dk1"/>
              </a:buClr>
              <a:buSzPts val="1600"/>
              <a:buFont typeface="Calibri"/>
              <a:buAutoNum type="arabicPeriod"/>
            </a:pPr>
            <a:r>
              <a:rPr lang="en-US" sz="1600" b="0" i="0" u="none" strike="noStrike" cap="none" dirty="0">
                <a:solidFill>
                  <a:schemeClr val="dk1"/>
                </a:solidFill>
                <a:latin typeface="Calibri"/>
                <a:ea typeface="Calibri"/>
                <a:cs typeface="Calibri"/>
                <a:sym typeface="Calibri"/>
              </a:rPr>
              <a:t>Return the total amount in </a:t>
            </a:r>
            <a:r>
              <a:rPr lang="en-US" sz="1600" b="1" i="0" u="none" strike="noStrike" cap="none" dirty="0">
                <a:solidFill>
                  <a:schemeClr val="dk1"/>
                </a:solidFill>
                <a:latin typeface="Calibri"/>
                <a:ea typeface="Calibri"/>
                <a:cs typeface="Calibri"/>
                <a:sym typeface="Calibri"/>
              </a:rPr>
              <a:t>mapped</a:t>
            </a:r>
            <a:r>
              <a:rPr lang="en-US" sz="1600" b="0" i="0" u="none" strike="noStrike" cap="none" dirty="0">
                <a:solidFill>
                  <a:schemeClr val="dk1"/>
                </a:solidFill>
                <a:latin typeface="Calibri"/>
                <a:ea typeface="Calibri"/>
                <a:cs typeface="Calibri"/>
                <a:sym typeface="Calibri"/>
              </a:rPr>
              <a:t> so the RAP will modify this data to DB</a:t>
            </a:r>
            <a:endParaRPr dirty="0"/>
          </a:p>
          <a:p>
            <a:pPr marL="952393" marR="0" lvl="1" indent="-241300" algn="l" rtl="0">
              <a:spcBef>
                <a:spcPts val="0"/>
              </a:spcBef>
              <a:spcAft>
                <a:spcPts val="0"/>
              </a:spcAft>
              <a:buClr>
                <a:schemeClr val="dk1"/>
              </a:buClr>
              <a:buSzPts val="1600"/>
              <a:buFont typeface="Calibri"/>
              <a:buNone/>
            </a:pPr>
            <a:endParaRPr sz="1600" b="0" i="0" u="none" strike="noStrike" cap="none" dirty="0">
              <a:solidFill>
                <a:schemeClr val="dk1"/>
              </a:solidFill>
              <a:latin typeface="Calibri"/>
              <a:ea typeface="Calibri"/>
              <a:cs typeface="Calibri"/>
              <a:sym typeface="Calibri"/>
            </a:endParaRPr>
          </a:p>
        </p:txBody>
      </p:sp>
      <p:sp>
        <p:nvSpPr>
          <p:cNvPr id="1660" name="Google Shape;1660;p85"/>
          <p:cNvSpPr txBox="1"/>
          <p:nvPr/>
        </p:nvSpPr>
        <p:spPr>
          <a:xfrm>
            <a:off x="191294" y="895"/>
            <a:ext cx="11231710" cy="64620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599" dirty="0">
                <a:solidFill>
                  <a:srgbClr val="FFC000"/>
                </a:solidFill>
                <a:latin typeface="Cooper Black" panose="0208090404030B020404" pitchFamily="18" charset="0"/>
                <a:ea typeface="Corben"/>
                <a:cs typeface="Corben"/>
                <a:sym typeface="Corben"/>
              </a:rPr>
              <a:t>Determination</a:t>
            </a:r>
            <a:endParaRPr sz="3599" dirty="0">
              <a:solidFill>
                <a:srgbClr val="FFC000"/>
              </a:solidFill>
              <a:latin typeface="Cooper Black" panose="0208090404030B020404" pitchFamily="18" charset="0"/>
              <a:ea typeface="Corben"/>
              <a:cs typeface="Corben"/>
              <a:sym typeface="Corben"/>
            </a:endParaRPr>
          </a:p>
        </p:txBody>
      </p:sp>
      <p:pic>
        <p:nvPicPr>
          <p:cNvPr id="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8"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a:defRPr/>
            </a:pPr>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spTree>
    <p:extLst>
      <p:ext uri="{BB962C8B-B14F-4D97-AF65-F5344CB8AC3E}">
        <p14:creationId xmlns:p14="http://schemas.microsoft.com/office/powerpoint/2010/main" val="3377203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659">
                                            <p:txEl>
                                              <p:pRg st="0" end="0"/>
                                            </p:txEl>
                                          </p:spTgt>
                                        </p:tgtEl>
                                        <p:attrNameLst>
                                          <p:attrName>style.visibility</p:attrName>
                                        </p:attrNameLst>
                                      </p:cBhvr>
                                      <p:to>
                                        <p:strVal val="visible"/>
                                      </p:to>
                                    </p:set>
                                    <p:animEffect transition="in" filter="fade">
                                      <p:cBhvr>
                                        <p:cTn id="7" dur="1000"/>
                                        <p:tgtEl>
                                          <p:spTgt spid="1659">
                                            <p:txEl>
                                              <p:pRg st="0" end="0"/>
                                            </p:txEl>
                                          </p:spTgt>
                                        </p:tgtEl>
                                      </p:cBhvr>
                                    </p:animEffect>
                                    <p:anim calcmode="lin" valueType="num">
                                      <p:cBhvr>
                                        <p:cTn id="8" dur="1000" fill="hold"/>
                                        <p:tgtEl>
                                          <p:spTgt spid="1659">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659">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659">
                                            <p:txEl>
                                              <p:pRg st="1" end="1"/>
                                            </p:txEl>
                                          </p:spTgt>
                                        </p:tgtEl>
                                        <p:attrNameLst>
                                          <p:attrName>style.visibility</p:attrName>
                                        </p:attrNameLst>
                                      </p:cBhvr>
                                      <p:to>
                                        <p:strVal val="visible"/>
                                      </p:to>
                                    </p:set>
                                    <p:animEffect transition="in" filter="fade">
                                      <p:cBhvr>
                                        <p:cTn id="12" dur="1000"/>
                                        <p:tgtEl>
                                          <p:spTgt spid="1659">
                                            <p:txEl>
                                              <p:pRg st="1" end="1"/>
                                            </p:txEl>
                                          </p:spTgt>
                                        </p:tgtEl>
                                      </p:cBhvr>
                                    </p:animEffect>
                                    <p:anim calcmode="lin" valueType="num">
                                      <p:cBhvr>
                                        <p:cTn id="13" dur="1000" fill="hold"/>
                                        <p:tgtEl>
                                          <p:spTgt spid="1659">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1659">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659">
                                            <p:txEl>
                                              <p:pRg st="2" end="2"/>
                                            </p:txEl>
                                          </p:spTgt>
                                        </p:tgtEl>
                                        <p:attrNameLst>
                                          <p:attrName>style.visibility</p:attrName>
                                        </p:attrNameLst>
                                      </p:cBhvr>
                                      <p:to>
                                        <p:strVal val="visible"/>
                                      </p:to>
                                    </p:set>
                                    <p:animEffect transition="in" filter="fade">
                                      <p:cBhvr>
                                        <p:cTn id="17" dur="1000"/>
                                        <p:tgtEl>
                                          <p:spTgt spid="1659">
                                            <p:txEl>
                                              <p:pRg st="2" end="2"/>
                                            </p:txEl>
                                          </p:spTgt>
                                        </p:tgtEl>
                                      </p:cBhvr>
                                    </p:animEffect>
                                    <p:anim calcmode="lin" valueType="num">
                                      <p:cBhvr>
                                        <p:cTn id="18" dur="1000" fill="hold"/>
                                        <p:tgtEl>
                                          <p:spTgt spid="1659">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165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1659">
                                            <p:txEl>
                                              <p:pRg st="4" end="4"/>
                                            </p:txEl>
                                          </p:spTgt>
                                        </p:tgtEl>
                                        <p:attrNameLst>
                                          <p:attrName>style.visibility</p:attrName>
                                        </p:attrNameLst>
                                      </p:cBhvr>
                                      <p:to>
                                        <p:strVal val="visible"/>
                                      </p:to>
                                    </p:set>
                                    <p:animEffect transition="in" filter="fade">
                                      <p:cBhvr>
                                        <p:cTn id="24" dur="1000"/>
                                        <p:tgtEl>
                                          <p:spTgt spid="1659">
                                            <p:txEl>
                                              <p:pRg st="4" end="4"/>
                                            </p:txEl>
                                          </p:spTgt>
                                        </p:tgtEl>
                                      </p:cBhvr>
                                    </p:animEffect>
                                    <p:anim calcmode="lin" valueType="num">
                                      <p:cBhvr>
                                        <p:cTn id="25" dur="1000" fill="hold"/>
                                        <p:tgtEl>
                                          <p:spTgt spid="1659">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1659">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1659">
                                            <p:txEl>
                                              <p:pRg st="5" end="5"/>
                                            </p:txEl>
                                          </p:spTgt>
                                        </p:tgtEl>
                                        <p:attrNameLst>
                                          <p:attrName>style.visibility</p:attrName>
                                        </p:attrNameLst>
                                      </p:cBhvr>
                                      <p:to>
                                        <p:strVal val="visible"/>
                                      </p:to>
                                    </p:set>
                                    <p:animEffect transition="in" filter="fade">
                                      <p:cBhvr>
                                        <p:cTn id="29" dur="1000"/>
                                        <p:tgtEl>
                                          <p:spTgt spid="1659">
                                            <p:txEl>
                                              <p:pRg st="5" end="5"/>
                                            </p:txEl>
                                          </p:spTgt>
                                        </p:tgtEl>
                                      </p:cBhvr>
                                    </p:animEffect>
                                    <p:anim calcmode="lin" valueType="num">
                                      <p:cBhvr>
                                        <p:cTn id="30" dur="1000" fill="hold"/>
                                        <p:tgtEl>
                                          <p:spTgt spid="1659">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1659">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1659">
                                            <p:txEl>
                                              <p:pRg st="6" end="6"/>
                                            </p:txEl>
                                          </p:spTgt>
                                        </p:tgtEl>
                                        <p:attrNameLst>
                                          <p:attrName>style.visibility</p:attrName>
                                        </p:attrNameLst>
                                      </p:cBhvr>
                                      <p:to>
                                        <p:strVal val="visible"/>
                                      </p:to>
                                    </p:set>
                                    <p:animEffect transition="in" filter="fade">
                                      <p:cBhvr>
                                        <p:cTn id="34" dur="1000"/>
                                        <p:tgtEl>
                                          <p:spTgt spid="1659">
                                            <p:txEl>
                                              <p:pRg st="6" end="6"/>
                                            </p:txEl>
                                          </p:spTgt>
                                        </p:tgtEl>
                                      </p:cBhvr>
                                    </p:animEffect>
                                    <p:anim calcmode="lin" valueType="num">
                                      <p:cBhvr>
                                        <p:cTn id="35" dur="1000" fill="hold"/>
                                        <p:tgtEl>
                                          <p:spTgt spid="1659">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1659">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659">
                                            <p:txEl>
                                              <p:pRg st="7" end="7"/>
                                            </p:txEl>
                                          </p:spTgt>
                                        </p:tgtEl>
                                        <p:attrNameLst>
                                          <p:attrName>style.visibility</p:attrName>
                                        </p:attrNameLst>
                                      </p:cBhvr>
                                      <p:to>
                                        <p:strVal val="visible"/>
                                      </p:to>
                                    </p:set>
                                    <p:animEffect transition="in" filter="fade">
                                      <p:cBhvr>
                                        <p:cTn id="39" dur="1000"/>
                                        <p:tgtEl>
                                          <p:spTgt spid="1659">
                                            <p:txEl>
                                              <p:pRg st="7" end="7"/>
                                            </p:txEl>
                                          </p:spTgt>
                                        </p:tgtEl>
                                      </p:cBhvr>
                                    </p:animEffect>
                                    <p:anim calcmode="lin" valueType="num">
                                      <p:cBhvr>
                                        <p:cTn id="40" dur="1000" fill="hold"/>
                                        <p:tgtEl>
                                          <p:spTgt spid="1659">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1659">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659">
                                            <p:txEl>
                                              <p:pRg st="8" end="8"/>
                                            </p:txEl>
                                          </p:spTgt>
                                        </p:tgtEl>
                                        <p:attrNameLst>
                                          <p:attrName>style.visibility</p:attrName>
                                        </p:attrNameLst>
                                      </p:cBhvr>
                                      <p:to>
                                        <p:strVal val="visible"/>
                                      </p:to>
                                    </p:set>
                                    <p:animEffect transition="in" filter="fade">
                                      <p:cBhvr>
                                        <p:cTn id="44" dur="1000"/>
                                        <p:tgtEl>
                                          <p:spTgt spid="1659">
                                            <p:txEl>
                                              <p:pRg st="8" end="8"/>
                                            </p:txEl>
                                          </p:spTgt>
                                        </p:tgtEl>
                                      </p:cBhvr>
                                    </p:animEffect>
                                    <p:anim calcmode="lin" valueType="num">
                                      <p:cBhvr>
                                        <p:cTn id="45" dur="1000" fill="hold"/>
                                        <p:tgtEl>
                                          <p:spTgt spid="1659">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1659">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1659">
                                            <p:txEl>
                                              <p:pRg st="9" end="9"/>
                                            </p:txEl>
                                          </p:spTgt>
                                        </p:tgtEl>
                                        <p:attrNameLst>
                                          <p:attrName>style.visibility</p:attrName>
                                        </p:attrNameLst>
                                      </p:cBhvr>
                                      <p:to>
                                        <p:strVal val="visible"/>
                                      </p:to>
                                    </p:set>
                                    <p:animEffect transition="in" filter="fade">
                                      <p:cBhvr>
                                        <p:cTn id="49" dur="1000"/>
                                        <p:tgtEl>
                                          <p:spTgt spid="1659">
                                            <p:txEl>
                                              <p:pRg st="9" end="9"/>
                                            </p:txEl>
                                          </p:spTgt>
                                        </p:tgtEl>
                                      </p:cBhvr>
                                    </p:animEffect>
                                    <p:anim calcmode="lin" valueType="num">
                                      <p:cBhvr>
                                        <p:cTn id="50" dur="1000" fill="hold"/>
                                        <p:tgtEl>
                                          <p:spTgt spid="1659">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1659">
                                            <p:txEl>
                                              <p:pRg st="9" end="9"/>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1659">
                                            <p:txEl>
                                              <p:pRg st="10" end="10"/>
                                            </p:txEl>
                                          </p:spTgt>
                                        </p:tgtEl>
                                        <p:attrNameLst>
                                          <p:attrName>style.visibility</p:attrName>
                                        </p:attrNameLst>
                                      </p:cBhvr>
                                      <p:to>
                                        <p:strVal val="visible"/>
                                      </p:to>
                                    </p:set>
                                    <p:animEffect transition="in" filter="fade">
                                      <p:cBhvr>
                                        <p:cTn id="54" dur="1000"/>
                                        <p:tgtEl>
                                          <p:spTgt spid="1659">
                                            <p:txEl>
                                              <p:pRg st="10" end="10"/>
                                            </p:txEl>
                                          </p:spTgt>
                                        </p:tgtEl>
                                      </p:cBhvr>
                                    </p:animEffect>
                                    <p:anim calcmode="lin" valueType="num">
                                      <p:cBhvr>
                                        <p:cTn id="55" dur="1000" fill="hold"/>
                                        <p:tgtEl>
                                          <p:spTgt spid="1659">
                                            <p:txEl>
                                              <p:pRg st="10" end="10"/>
                                            </p:txEl>
                                          </p:spTgt>
                                        </p:tgtEl>
                                        <p:attrNameLst>
                                          <p:attrName>ppt_x</p:attrName>
                                        </p:attrNameLst>
                                      </p:cBhvr>
                                      <p:tavLst>
                                        <p:tav tm="0">
                                          <p:val>
                                            <p:strVal val="#ppt_x"/>
                                          </p:val>
                                        </p:tav>
                                        <p:tav tm="100000">
                                          <p:val>
                                            <p:strVal val="#ppt_x"/>
                                          </p:val>
                                        </p:tav>
                                      </p:tavLst>
                                    </p:anim>
                                    <p:anim calcmode="lin" valueType="num">
                                      <p:cBhvr>
                                        <p:cTn id="56" dur="1000" fill="hold"/>
                                        <p:tgtEl>
                                          <p:spTgt spid="1659">
                                            <p:txEl>
                                              <p:pRg st="10" end="10"/>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1659">
                                            <p:txEl>
                                              <p:pRg st="11" end="11"/>
                                            </p:txEl>
                                          </p:spTgt>
                                        </p:tgtEl>
                                        <p:attrNameLst>
                                          <p:attrName>style.visibility</p:attrName>
                                        </p:attrNameLst>
                                      </p:cBhvr>
                                      <p:to>
                                        <p:strVal val="visible"/>
                                      </p:to>
                                    </p:set>
                                    <p:animEffect transition="in" filter="fade">
                                      <p:cBhvr>
                                        <p:cTn id="59" dur="1000"/>
                                        <p:tgtEl>
                                          <p:spTgt spid="1659">
                                            <p:txEl>
                                              <p:pRg st="11" end="11"/>
                                            </p:txEl>
                                          </p:spTgt>
                                        </p:tgtEl>
                                      </p:cBhvr>
                                    </p:animEffect>
                                    <p:anim calcmode="lin" valueType="num">
                                      <p:cBhvr>
                                        <p:cTn id="60" dur="1000" fill="hold"/>
                                        <p:tgtEl>
                                          <p:spTgt spid="1659">
                                            <p:txEl>
                                              <p:pRg st="11" end="11"/>
                                            </p:txEl>
                                          </p:spTgt>
                                        </p:tgtEl>
                                        <p:attrNameLst>
                                          <p:attrName>ppt_x</p:attrName>
                                        </p:attrNameLst>
                                      </p:cBhvr>
                                      <p:tavLst>
                                        <p:tav tm="0">
                                          <p:val>
                                            <p:strVal val="#ppt_x"/>
                                          </p:val>
                                        </p:tav>
                                        <p:tav tm="100000">
                                          <p:val>
                                            <p:strVal val="#ppt_x"/>
                                          </p:val>
                                        </p:tav>
                                      </p:tavLst>
                                    </p:anim>
                                    <p:anim calcmode="lin" valueType="num">
                                      <p:cBhvr>
                                        <p:cTn id="61" dur="1000" fill="hold"/>
                                        <p:tgtEl>
                                          <p:spTgt spid="1659">
                                            <p:txEl>
                                              <p:pRg st="11" end="11"/>
                                            </p:txEl>
                                          </p:spTgt>
                                        </p:tgtEl>
                                        <p:attrNameLst>
                                          <p:attrName>ppt_y</p:attrName>
                                        </p:attrNameLst>
                                      </p:cBhvr>
                                      <p:tavLst>
                                        <p:tav tm="0">
                                          <p:val>
                                            <p:strVal val="#ppt_y+.1"/>
                                          </p:val>
                                        </p:tav>
                                        <p:tav tm="100000">
                                          <p:val>
                                            <p:strVal val="#ppt_y"/>
                                          </p:val>
                                        </p:tav>
                                      </p:tavLst>
                                    </p:anim>
                                  </p:childTnLst>
                                </p:cTn>
                              </p:par>
                              <p:par>
                                <p:cTn id="62" presetID="42" presetClass="entr" presetSubtype="0" fill="hold" nodeType="withEffect">
                                  <p:stCondLst>
                                    <p:cond delay="0"/>
                                  </p:stCondLst>
                                  <p:childTnLst>
                                    <p:set>
                                      <p:cBhvr>
                                        <p:cTn id="63" dur="1" fill="hold">
                                          <p:stCondLst>
                                            <p:cond delay="0"/>
                                          </p:stCondLst>
                                        </p:cTn>
                                        <p:tgtEl>
                                          <p:spTgt spid="1659">
                                            <p:txEl>
                                              <p:pRg st="12" end="12"/>
                                            </p:txEl>
                                          </p:spTgt>
                                        </p:tgtEl>
                                        <p:attrNameLst>
                                          <p:attrName>style.visibility</p:attrName>
                                        </p:attrNameLst>
                                      </p:cBhvr>
                                      <p:to>
                                        <p:strVal val="visible"/>
                                      </p:to>
                                    </p:set>
                                    <p:animEffect transition="in" filter="fade">
                                      <p:cBhvr>
                                        <p:cTn id="64" dur="1000"/>
                                        <p:tgtEl>
                                          <p:spTgt spid="1659">
                                            <p:txEl>
                                              <p:pRg st="12" end="12"/>
                                            </p:txEl>
                                          </p:spTgt>
                                        </p:tgtEl>
                                      </p:cBhvr>
                                    </p:animEffect>
                                    <p:anim calcmode="lin" valueType="num">
                                      <p:cBhvr>
                                        <p:cTn id="65" dur="1000" fill="hold"/>
                                        <p:tgtEl>
                                          <p:spTgt spid="1659">
                                            <p:txEl>
                                              <p:pRg st="12" end="12"/>
                                            </p:txEl>
                                          </p:spTgt>
                                        </p:tgtEl>
                                        <p:attrNameLst>
                                          <p:attrName>ppt_x</p:attrName>
                                        </p:attrNameLst>
                                      </p:cBhvr>
                                      <p:tavLst>
                                        <p:tav tm="0">
                                          <p:val>
                                            <p:strVal val="#ppt_x"/>
                                          </p:val>
                                        </p:tav>
                                        <p:tav tm="100000">
                                          <p:val>
                                            <p:strVal val="#ppt_x"/>
                                          </p:val>
                                        </p:tav>
                                      </p:tavLst>
                                    </p:anim>
                                    <p:anim calcmode="lin" valueType="num">
                                      <p:cBhvr>
                                        <p:cTn id="66" dur="1000" fill="hold"/>
                                        <p:tgtEl>
                                          <p:spTgt spid="1659">
                                            <p:txEl>
                                              <p:pRg st="12" end="12"/>
                                            </p:txEl>
                                          </p:spTgt>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1659">
                                            <p:txEl>
                                              <p:pRg st="13" end="13"/>
                                            </p:txEl>
                                          </p:spTgt>
                                        </p:tgtEl>
                                        <p:attrNameLst>
                                          <p:attrName>style.visibility</p:attrName>
                                        </p:attrNameLst>
                                      </p:cBhvr>
                                      <p:to>
                                        <p:strVal val="visible"/>
                                      </p:to>
                                    </p:set>
                                    <p:animEffect transition="in" filter="fade">
                                      <p:cBhvr>
                                        <p:cTn id="69" dur="1000"/>
                                        <p:tgtEl>
                                          <p:spTgt spid="1659">
                                            <p:txEl>
                                              <p:pRg st="13" end="13"/>
                                            </p:txEl>
                                          </p:spTgt>
                                        </p:tgtEl>
                                      </p:cBhvr>
                                    </p:animEffect>
                                    <p:anim calcmode="lin" valueType="num">
                                      <p:cBhvr>
                                        <p:cTn id="70" dur="1000" fill="hold"/>
                                        <p:tgtEl>
                                          <p:spTgt spid="1659">
                                            <p:txEl>
                                              <p:pRg st="13" end="13"/>
                                            </p:txEl>
                                          </p:spTgt>
                                        </p:tgtEl>
                                        <p:attrNameLst>
                                          <p:attrName>ppt_x</p:attrName>
                                        </p:attrNameLst>
                                      </p:cBhvr>
                                      <p:tavLst>
                                        <p:tav tm="0">
                                          <p:val>
                                            <p:strVal val="#ppt_x"/>
                                          </p:val>
                                        </p:tav>
                                        <p:tav tm="100000">
                                          <p:val>
                                            <p:strVal val="#ppt_x"/>
                                          </p:val>
                                        </p:tav>
                                      </p:tavLst>
                                    </p:anim>
                                    <p:anim calcmode="lin" valueType="num">
                                      <p:cBhvr>
                                        <p:cTn id="71" dur="1000" fill="hold"/>
                                        <p:tgtEl>
                                          <p:spTgt spid="1659">
                                            <p:txEl>
                                              <p:pRg st="13" end="13"/>
                                            </p:txEl>
                                          </p:spTgt>
                                        </p:tgtEl>
                                        <p:attrNameLst>
                                          <p:attrName>ppt_y</p:attrName>
                                        </p:attrNameLst>
                                      </p:cBhvr>
                                      <p:tavLst>
                                        <p:tav tm="0">
                                          <p:val>
                                            <p:strVal val="#ppt_y+.1"/>
                                          </p:val>
                                        </p:tav>
                                        <p:tav tm="100000">
                                          <p:val>
                                            <p:strVal val="#ppt_y"/>
                                          </p:val>
                                        </p:tav>
                                      </p:tavLst>
                                    </p:anim>
                                  </p:childTnLst>
                                </p:cTn>
                              </p:par>
                              <p:par>
                                <p:cTn id="72" presetID="42" presetClass="entr" presetSubtype="0" fill="hold" nodeType="withEffect">
                                  <p:stCondLst>
                                    <p:cond delay="0"/>
                                  </p:stCondLst>
                                  <p:childTnLst>
                                    <p:set>
                                      <p:cBhvr>
                                        <p:cTn id="73" dur="1" fill="hold">
                                          <p:stCondLst>
                                            <p:cond delay="0"/>
                                          </p:stCondLst>
                                        </p:cTn>
                                        <p:tgtEl>
                                          <p:spTgt spid="1659">
                                            <p:txEl>
                                              <p:pRg st="14" end="14"/>
                                            </p:txEl>
                                          </p:spTgt>
                                        </p:tgtEl>
                                        <p:attrNameLst>
                                          <p:attrName>style.visibility</p:attrName>
                                        </p:attrNameLst>
                                      </p:cBhvr>
                                      <p:to>
                                        <p:strVal val="visible"/>
                                      </p:to>
                                    </p:set>
                                    <p:animEffect transition="in" filter="fade">
                                      <p:cBhvr>
                                        <p:cTn id="74" dur="1000"/>
                                        <p:tgtEl>
                                          <p:spTgt spid="1659">
                                            <p:txEl>
                                              <p:pRg st="14" end="14"/>
                                            </p:txEl>
                                          </p:spTgt>
                                        </p:tgtEl>
                                      </p:cBhvr>
                                    </p:animEffect>
                                    <p:anim calcmode="lin" valueType="num">
                                      <p:cBhvr>
                                        <p:cTn id="75" dur="1000" fill="hold"/>
                                        <p:tgtEl>
                                          <p:spTgt spid="1659">
                                            <p:txEl>
                                              <p:pRg st="14" end="14"/>
                                            </p:txEl>
                                          </p:spTgt>
                                        </p:tgtEl>
                                        <p:attrNameLst>
                                          <p:attrName>ppt_x</p:attrName>
                                        </p:attrNameLst>
                                      </p:cBhvr>
                                      <p:tavLst>
                                        <p:tav tm="0">
                                          <p:val>
                                            <p:strVal val="#ppt_x"/>
                                          </p:val>
                                        </p:tav>
                                        <p:tav tm="100000">
                                          <p:val>
                                            <p:strVal val="#ppt_x"/>
                                          </p:val>
                                        </p:tav>
                                      </p:tavLst>
                                    </p:anim>
                                    <p:anim calcmode="lin" valueType="num">
                                      <p:cBhvr>
                                        <p:cTn id="76" dur="1000" fill="hold"/>
                                        <p:tgtEl>
                                          <p:spTgt spid="1659">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IN" sz="6000" b="1" i="0" u="none" strike="noStrike" kern="0" cap="none" spc="0" normalizeH="0" baseline="0" noProof="0" dirty="0">
                <a:ln>
                  <a:noFill/>
                </a:ln>
                <a:solidFill>
                  <a:srgbClr val="75C042"/>
                </a:solidFill>
                <a:effectLst/>
                <a:uLnTx/>
                <a:uFillTx/>
                <a:latin typeface="Arial"/>
                <a:cs typeface="Arial"/>
                <a:sym typeface="Arial"/>
              </a:rPr>
              <a:t>Thank</a:t>
            </a:r>
            <a:r>
              <a:rPr kumimoji="0" lang="en-IN" sz="6000" b="1" i="0" u="none" strike="noStrike" kern="0" cap="none" spc="0" normalizeH="0" baseline="0" noProof="0" dirty="0">
                <a:ln>
                  <a:noFill/>
                </a:ln>
                <a:solidFill>
                  <a:srgbClr val="BDBDBD"/>
                </a:solidFill>
                <a:effectLst/>
                <a:uLnTx/>
                <a:uFillTx/>
                <a:latin typeface="Arial"/>
                <a:cs typeface="Arial"/>
                <a:sym typeface="Arial"/>
              </a:rPr>
              <a:t> </a:t>
            </a:r>
            <a:r>
              <a:rPr kumimoji="0" lang="en-IN" sz="6000" b="1"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rPr>
              <a:t>You</a:t>
            </a:r>
            <a:endParaRPr kumimoji="0" lang="en-IN" sz="6000" b="0" i="0" u="none" strike="noStrike" kern="0" cap="none" spc="0" normalizeH="0" baseline="0" noProof="0" dirty="0">
              <a:ln>
                <a:noFill/>
              </a:ln>
              <a:solidFill>
                <a:srgbClr val="98C536"/>
              </a:solidFill>
              <a:effectLst/>
              <a:uLnTx/>
              <a:uFillTx/>
              <a:latin typeface="Segoe UI Light" panose="020B0502040204020203" pitchFamily="34" charset="0"/>
              <a:cs typeface="Segoe UI Light" panose="020B0502040204020203" pitchFamily="34" charset="0"/>
              <a:sym typeface="Arial"/>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5400" b="1" i="0" u="none" strike="noStrike" kern="0" cap="none" spc="0" normalizeH="0" baseline="0" noProof="0" dirty="0">
                <a:ln>
                  <a:noFill/>
                </a:ln>
                <a:solidFill>
                  <a:srgbClr val="98C536"/>
                </a:solidFill>
                <a:effectLst/>
                <a:uLnTx/>
                <a:uFillTx/>
                <a:latin typeface="Segoe UI" panose="020B0502040204020203" pitchFamily="34" charset="0"/>
                <a:ea typeface="Calibri Light" charset="0"/>
                <a:cs typeface="Segoe UI" panose="020B0502040204020203" pitchFamily="34" charset="0"/>
                <a:sym typeface="Arial"/>
              </a:rPr>
              <a:t>End of </a:t>
            </a:r>
            <a:r>
              <a:rPr kumimoji="0" lang="en-US" sz="5400" b="1" i="0" u="none" strike="noStrike" kern="0" cap="none" spc="0" normalizeH="0" baseline="0" noProof="0" dirty="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rPr>
              <a:t>Day </a:t>
            </a:r>
            <a:r>
              <a:rPr lang="en-US" sz="5400" b="1">
                <a:solidFill>
                  <a:srgbClr val="75C042"/>
                </a:solidFill>
                <a:latin typeface="Segoe UI" panose="020B0502040204020203" pitchFamily="34" charset="0"/>
                <a:ea typeface="Calibri Light" charset="0"/>
                <a:cs typeface="Segoe UI" panose="020B0502040204020203" pitchFamily="34" charset="0"/>
              </a:rPr>
              <a:t>24</a:t>
            </a:r>
            <a:endParaRPr kumimoji="0" lang="en-US" sz="5400" b="1" i="0" u="none" strike="noStrike" kern="0" cap="none" spc="0" normalizeH="0" baseline="0" noProof="0" dirty="0">
              <a:ln>
                <a:noFill/>
              </a:ln>
              <a:solidFill>
                <a:srgbClr val="75C042"/>
              </a:solidFill>
              <a:effectLst/>
              <a:uLnTx/>
              <a:uFillTx/>
              <a:latin typeface="Segoe UI" panose="020B0502040204020203" pitchFamily="34" charset="0"/>
              <a:ea typeface="Calibri Light" charset="0"/>
              <a:cs typeface="Segoe UI" panose="020B0502040204020203" pitchFamily="34" charset="0"/>
              <a:sym typeface="Arial"/>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3000">
                  <a:solidFill>
                    <a:srgbClr val="FFFFFF"/>
                  </a:solidFill>
                  <a:effectLst>
                    <a:outerShdw blurRad="38100" dist="12700" dir="5400000" rotWithShape="0">
                      <a:srgbClr val="000000">
                        <a:alpha val="50000"/>
                      </a:srgbClr>
                    </a:outerShdw>
                  </a:effectLst>
                </a:defRPr>
              </a:pPr>
              <a:endParaRPr kumimoji="0" sz="3000" b="0" i="0" u="none" strike="noStrike" kern="0" cap="none" spc="0" normalizeH="0" baseline="0" noProof="0">
                <a:ln>
                  <a:noFill/>
                </a:ln>
                <a:solidFill>
                  <a:srgbClr val="FFFFFF"/>
                </a:solidFill>
                <a:effectLst>
                  <a:outerShdw blurRad="38100" dist="12700" dir="5400000" rotWithShape="0">
                    <a:srgbClr val="000000">
                      <a:alpha val="50000"/>
                    </a:srgbClr>
                  </a:outerShdw>
                </a:effectLst>
                <a:uLnTx/>
                <a:uFillTx/>
                <a:latin typeface="Arial"/>
                <a:cs typeface="Arial"/>
                <a:sym typeface="Arial"/>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800" b="1" i="0" u="none" strike="noStrike" kern="0" cap="none" spc="0" normalizeH="0" baseline="0" noProof="0" dirty="0">
                <a:ln>
                  <a:noFill/>
                </a:ln>
                <a:solidFill>
                  <a:srgbClr val="000000"/>
                </a:solidFill>
                <a:effectLst/>
                <a:uLnTx/>
                <a:uFillTx/>
                <a:latin typeface="Arial"/>
                <a:ea typeface="+mn-ea"/>
                <a:cs typeface="+mn-cs"/>
                <a:sym typeface="Aria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solidFill>
                  <a:srgbClr val="00B050"/>
                </a:solidFill>
              </a:ln>
              <a:solidFill>
                <a:srgbClr val="00B050"/>
              </a:solidFill>
              <a:effectLst/>
              <a:uLnTx/>
              <a:uFillTx/>
              <a:latin typeface="Arial"/>
              <a:ea typeface="+mn-ea"/>
              <a:cs typeface="+mn-cs"/>
              <a:sym typeface="Aria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000000"/>
              </a:solidFill>
              <a:effectLst/>
              <a:uLnTx/>
              <a:uFillTx/>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97610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4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2262</TotalTime>
  <Words>826</Words>
  <Application>Microsoft Office PowerPoint</Application>
  <PresentationFormat>Custom</PresentationFormat>
  <Paragraphs>103</Paragraphs>
  <Slides>10</Slides>
  <Notes>5</Notes>
  <HiddenSlides>0</HiddenSlides>
  <MMClips>0</MMClips>
  <ScaleCrop>false</ScaleCrop>
  <HeadingPairs>
    <vt:vector size="6" baseType="variant">
      <vt:variant>
        <vt:lpstr>Fonts Used</vt:lpstr>
      </vt:variant>
      <vt:variant>
        <vt:i4>11</vt:i4>
      </vt:variant>
      <vt:variant>
        <vt:lpstr>Theme</vt:lpstr>
      </vt:variant>
      <vt:variant>
        <vt:i4>4</vt:i4>
      </vt:variant>
      <vt:variant>
        <vt:lpstr>Slide Titles</vt:lpstr>
      </vt:variant>
      <vt:variant>
        <vt:i4>10</vt:i4>
      </vt:variant>
    </vt:vector>
  </HeadingPairs>
  <TitlesOfParts>
    <vt:vector size="25" baseType="lpstr">
      <vt:lpstr>Arial</vt:lpstr>
      <vt:lpstr>Segoe UI Black</vt:lpstr>
      <vt:lpstr>Open Sans</vt:lpstr>
      <vt:lpstr>Calibri</vt:lpstr>
      <vt:lpstr>Corben</vt:lpstr>
      <vt:lpstr>Quattrocento Sans</vt:lpstr>
      <vt:lpstr>Cooper Black</vt:lpstr>
      <vt:lpstr>Arial Black</vt:lpstr>
      <vt:lpstr>Segoe UI</vt:lpstr>
      <vt:lpstr>Cambria</vt:lpstr>
      <vt:lpstr>Segoe UI Light</vt:lpstr>
      <vt:lpstr>Office Theme</vt:lpstr>
      <vt:lpstr>2_Office Theme</vt:lpstr>
      <vt:lpstr>3_Office Theme</vt:lpstr>
      <vt:lpstr>4_Office Theme</vt:lpstr>
      <vt:lpstr>SAP BTP ABAP  on Cloud / RAP  Training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91</cp:revision>
  <dcterms:created xsi:type="dcterms:W3CDTF">2023-10-03T21:33:12Z</dcterms:created>
  <dcterms:modified xsi:type="dcterms:W3CDTF">2026-02-20T05:38:36Z</dcterms:modified>
</cp:coreProperties>
</file>