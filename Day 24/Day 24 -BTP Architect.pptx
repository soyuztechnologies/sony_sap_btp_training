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14"/>
  </p:notesMasterIdLst>
  <p:sldIdLst>
    <p:sldId id="276" r:id="rId3"/>
    <p:sldId id="4122" r:id="rId4"/>
    <p:sldId id="277" r:id="rId5"/>
    <p:sldId id="519" r:id="rId6"/>
    <p:sldId id="4712" r:id="rId7"/>
    <p:sldId id="567" r:id="rId8"/>
    <p:sldId id="553" r:id="rId9"/>
    <p:sldId id="554" r:id="rId10"/>
    <p:sldId id="282" r:id="rId11"/>
    <p:sldId id="280" r:id="rId12"/>
    <p:sldId id="4711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4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243 116 24575,'2'0'0,"-1"-1"0,1 1 0,0-1 0,0 1 0,0-1 0,-1 0 0,1 0 0,-1 0 0,1 0 0,0 0 0,-1 0 0,0-1 0,1 1 0,-1 0 0,0-1 0,0 1 0,1-1 0,-1 1 0,0-1 0,-1 1 0,2-3 0,1-2 0,0-1 0,0 1 0,0-1 0,1-8 0,-3 13 0,-1-1 0,1 1 0,-1-1 0,0 1 0,0-1 0,0 0 0,0 1 0,0-1 0,-1 1 0,1-1 0,-1 0 0,-1-3 0,2 5 0,-1 0 0,1 0 0,-1 1 0,0-1 0,1 0 0,-1 1 0,1-1 0,-1 0 0,0 1 0,0-1 0,1 1 0,-1-1 0,0 1 0,0 0 0,0-1 0,1 1 0,-1 0 0,0-1 0,0 1 0,0 0 0,0 0 0,0 0 0,0 0 0,0 0 0,1 0 0,-1 0 0,0 0 0,0 0 0,0 0 0,0 0 0,0 1 0,0-1 0,0 0 0,1 1 0,-1-1 0,0 1 0,0-1 0,1 1 0,-2 0 0,-10 6 0,0 1 0,1 0 0,0 0 0,0 1 0,1 0 0,1 1 0,-1 0 0,1 1 0,1 0 0,0 0 0,1 1 0,0-1 0,1 2 0,-10 24 0,11-22 0,1 0 0,0 0 0,1 0 0,1 0 0,0 1 0,1-1 0,1 1 0,0-1 0,1 1 0,0-1 0,2 1 0,0-1 0,5 15 0,12 21 0,2-2 0,3 0 0,52 78 0,-37-65 0,36 79 0,-56-99 0,-3 1 0,22 83 0,-35-110 0,-1 1 0,0 0 0,-2 0 0,0 0 0,-1 0 0,0 0 0,-2 0 0,0 0 0,-1 0 0,0 0 0,-7 17 0,3-14 0,-1 0 0,-1-1 0,-1-1 0,-1 1 0,0-1 0,-1-1 0,-1 0 0,-27 26 0,30-33 0,-1-2 0,0 1 0,-1-1 0,1-1 0,-1 0 0,-1-1 0,1 0 0,-1-1 0,0 0 0,0-1 0,-1-1 0,1 0 0,-1 0 0,-19 0 0,19-2 0,-1 0 0,0-1 0,1 0 0,-1 0 0,-15-4 0,30 4 0,0 0 0,0 0 0,0 0 0,-1 0 0,1 0 0,0 0 0,0 0 0,0 0 0,0 0 0,0 0 0,0 0 0,0 0 0,0 0 0,-1 0 0,1 0 0,0 0 0,0 0 0,0 0 0,0 0 0,0 0 0,0 0 0,0 0 0,0 0 0,0 0 0,-1 0 0,1 0 0,0-1 0,0 1 0,0 0 0,0 0 0,0 0 0,0 0 0,0 0 0,0 0 0,0 0 0,0 0 0,0 0 0,0 0 0,0-1 0,0 1 0,0 0 0,0 0 0,0 0 0,0 0 0,0 0 0,0 0 0,0 0 0,0-1 0,0 1 0,0 0 0,0 0 0,0 0 0,0 0 0,0 0 0,0 0 0,0 0 0,0 0 0,8-5 0,11-1 0,-10 5 0,-1 1 0,1 0 0,-1 0 0,1 1 0,-1 0 0,1 1 0,-1 0 0,0 0 0,1 0 0,-1 1 0,0 1 0,-1-1 0,1 1 0,11 8 0,-8-4 0,-1-1 0,0 1 0,0 1 0,-1 0 0,0 0 0,0 1 0,-1 0 0,0 0 0,6 14 0,-4-4 0,-1 1 0,-1 0 0,-1 1 0,-1 0 0,-1 0 0,-1 0 0,1 33 0,-5 162 0,-1-190 0,-35 255 0,5-65 0,28-175 0,1-1 0,2 1 0,7 50 0,-2-61 0,0-1 0,3 0 0,0 0 0,2-1 0,19 39 0,-21-50 0,2-1 0,0-1 0,1 0 0,0 0 0,1-1 0,1-1 0,0 0 0,1-1 0,29 22 0,-28-26 0,1-1 0,0 0 0,1-1 0,0 0 0,0-2 0,0 0 0,32 5 0,127 5 0,-175-15 0,207 1-1365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3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168 163 24575,'1'1'0,"0"0"0,0 0 0,0 0 0,0 0 0,0 0 0,0 0 0,0 0 0,-1 1 0,1-1 0,0 0 0,-1 0 0,1 1 0,-1-1 0,1 0 0,-1 1 0,1-1 0,-1 1 0,0 1 0,0-1 0,-1 1 0,0-1 0,0 0 0,1 0 0,-1-1 0,0 1 0,-1 0 0,1 0 0,-3 3 0,-5 8 0,-15 28 0,1 2 0,2 1 0,3 0 0,1 2 0,2 0 0,2 1 0,-6 49 0,15-72 0,1 1 0,1-1 0,1 1 0,1-1 0,2 1 0,0-1 0,8 33 0,-8-47 0,1 0 0,1 0 0,-1 0 0,1-1 0,1 1 0,0-1 0,0 0 0,1 0 0,0-1 0,1 1 0,-1-1 0,2-1 0,-1 1 0,1-1 0,0-1 0,0 1 0,1-2 0,0 1 0,15 7 0,-6-7 0,-1 0 0,1-2 0,0 1 0,0-2 0,0-1 0,0 0 0,0-1 0,0-1 0,1-1 0,30-5 0,-20 1 0,-1-1 0,0-2 0,-1-1 0,0-1 0,0-1 0,27-16 0,-34 15 0,0-1 0,-1 0 0,0-2 0,-1 0 0,-1-1 0,0-1 0,-1 0 0,26-39 0,-31 39 0,-1-1 0,-1 0 0,0 0 0,-1-1 0,-2 0 0,0 0 0,0-1 0,-2 0 0,-1 0 0,2-35 0,-5 25 0,-1 0 0,-2 0 0,-1 1 0,-1-1 0,-2 1 0,-1 0 0,-1 1 0,-1 0 0,-2 0 0,0 1 0,-21-31 0,23 43 0,-1-1 0,0 2 0,-1 0 0,-1 0 0,0 1 0,-1 1 0,-1 0 0,-21-13 0,23 18 0,1 0 0,-1 1 0,0 1 0,0 0 0,-1 1 0,0 0 0,1 1 0,-1 1 0,0 0 0,-1 1 0,-27 1 0,31 1-54,0 0-1,0 0 0,0 1 1,0 1-1,0 0 1,0 0-1,1 1 0,-1 0 1,1 1-1,0 1 1,0-1-1,1 1 0,0 1 1,0 0-1,0 0 0,1 1 1,0 0-1,0 0 1,1 1-1,0 0 0,1 0 1,0 1-1,0-1 1,-4 14-1,-3 7-6771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3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49 24575,'0'-2'0,"-1"0"0,1 0 0,0 0 0,-1 0 0,1 0 0,-1-1 0,1 1 0,-1 0 0,0 0 0,0 1 0,0-1 0,0 0 0,0 0 0,-1 0 0,1 1 0,0-1 0,-1 1 0,0-1 0,1 1 0,-1-1 0,0 1 0,1 0 0,-1 0 0,0 0 0,0 0 0,-3-1 0,3 1 0,1 1 0,-1-1 0,0 1 0,0 0 0,1-1 0,-1 1 0,0 0 0,0 0 0,0 0 0,1 1 0,-1-1 0,0 0 0,0 0 0,1 1 0,-1 0 0,0-1 0,1 1 0,-1 0 0,0 0 0,1-1 0,-1 1 0,1 0 0,0 1 0,-1-1 0,1 0 0,0 0 0,-1 1 0,1-1 0,0 0 0,0 1 0,-1 2 0,-4 11 0,0 1 0,2-1 0,0 1 0,1-1 0,0 1 0,-1 29 0,2-13 0,-14 101 0,-5-1 0,-64 221 0,84-352 0,0 1 0,1-1 0,-1 1 0,1-1 0,-1 1 0,1 0 0,0-1 0,0 1 0,0-1 0,0 1 0,0-1 0,0 1 0,0 0 0,0-1 0,1 1 0,-1-1 0,1 2 0,0-2 0,0 0 0,0-1 0,-1 1 0,1-1 0,0 1 0,0-1 0,0 0 0,0 1 0,0-1 0,0 0 0,0 0 0,0 1 0,0-1 0,0 0 0,0 0 0,0 0 0,0 0 0,0 0 0,0 0 0,0-1 0,0 1 0,0 0 0,0 0 0,0-1 0,0 1 0,0-1 0,1 0 0,88-32 0,-55 19 0,74-19 0,-59 25 0,0 3 0,0 1 0,51 5 0,29-3 0,-127 3 0,-1-1 0,1 0 0,0-1 0,0 1 0,0 0 0,0-1 0,0 0 0,-1 0 0,1 0 0,0 0 0,-1 0 0,1 0 0,0-1 0,-1 1 0,0-1 0,1 1 0,-1-1 0,0 0 0,0 0 0,0 0 0,0-1 0,0 1 0,-1 0 0,1-1 0,0 1 0,-1-1 0,0 1 0,0-1 0,0 0 0,0 1 0,0-1 0,0 0 0,-1 0 0,1 0 0,-1 0 0,0 1 0,0-1 0,0 0 0,-1-6 0,-1-5 0,0-1 0,-1 1 0,-1 0 0,0 0 0,-1 0 0,-11-20 0,7 15 0,-204-386 0,191 373-1365,17 24-5461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37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24575,'0'0'0,"1"0"0,0 0 0,-1 0 0,1 1 0,-1-1 0,1 0 0,-1 1 0,1-1 0,-1 0 0,1 1 0,-1-1 0,1 1 0,-1-1 0,1 1 0,-1-1 0,1 1 0,-1-1 0,0 1 0,1 0 0,-1-1 0,0 1 0,0-1 0,1 1 0,-1 1 0,6 21 0,-4-12 0,-1-8 0,0-1 0,0 1 0,0-1 0,0 0 0,0 1 0,1-1 0,-1 0 0,1 0 0,0 0 0,-1 0 0,1 0 0,0 0 0,0 0 0,0-1 0,0 1 0,1-1 0,-1 1 0,5 1 0,-4-2 0,1 0 0,0 0 0,0 0 0,0-1 0,0 0 0,0 1 0,0-1 0,0-1 0,0 1 0,0-1 0,5-1 0,6-2 0,0-1 0,0-1 0,-1 0 0,1-1 0,13-10 0,24-12-1365,-37 22-5461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3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 24575,'-2'0'0,"-2"-2"0,3-2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3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24575,'3'0'0,"4"0"0,4 0 0,-1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3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60 24575,'-6'0'0,"4"0"0,1 0 0,-1 1 0,0-1 0,1 0 0,-1 0 0,0-1 0,1 1 0,-1 0 0,1 0 0,-1-1 0,0 1 0,1-1 0,-1 1 0,1-1 0,-1 0 0,1 0 0,-3-1 0,4 1 0,0 1 0,0 0 0,1 0 0,-1-1 0,0 1 0,0 0 0,0-1 0,0 1 0,0 0 0,0 0 0,1-1 0,-1 1 0,0 0 0,0 0 0,1-1 0,-1 1 0,0 0 0,0 0 0,1 0 0,-1-1 0,0 1 0,0 0 0,1 0 0,-1 0 0,0 0 0,1 0 0,-1 0 0,0-1 0,0 1 0,1 0 0,-1 0 0,0 0 0,1 0 0,-1 0 0,0 0 0,1 1 0,17-4 0,-16 2 0,133-11 0,177 6 0,-91 6 0,-184-2 0,68-10 0,-89 7-1365,-8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3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24575,'37'24'0,"37"15"0,50 27 0,-110-57 0,-1 0 0,0 1 0,-1 0 0,0 1 0,0 1 0,13 16 0,-22-24 0,0 1 0,0-1 0,-1 1 0,1-1 0,-1 1 0,0 0 0,0 0 0,-1 0 0,1 0 0,-1 0 0,0 0 0,-1 0 0,1 0 0,-1 1 0,0-1 0,-1 9 0,0-8 0,-1 1 0,0-1 0,0 0 0,-1 1 0,0-1 0,0 0 0,0-1 0,0 1 0,-1-1 0,0 1 0,-1-1 0,-7 8 0,-3 0-455,-1 0 0,-26 16 0,4-5-6371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4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277 230 24575,'-22'-22'0,"5"6"0,0 0 0,0-2 0,2 0 0,0-1 0,2 0 0,-12-22 0,24 39 0,0 1 0,0-1 0,0 1 0,1-1 0,-1 1 0,1-1 0,-1 1 0,1-1 0,0 1 0,0-1 0,-1 0 0,1 1 0,0-1 0,0 0 0,1 1 0,-1-1 0,0 1 0,1-1 0,-1 0 0,0 1 0,1-1 0,0 1 0,-1-1 0,2-1 0,0 2 0,-1-1 0,1 0 0,0 1 0,0 0 0,0-1 0,0 1 0,0 0 0,1 0 0,-1 0 0,0 0 0,0 0 0,1 1 0,-1-1 0,4 0 0,7 0 0,1 0 0,0 0 0,0 2 0,18 2 0,40 8 0,94 30 0,-164-41 0,2 1 0,0 0 0,0 1 0,1-1 0,-1 1 0,0 0 0,5 3 0,-9-5 0,1 1 0,-1-1 0,1 0 0,-1 1 0,0-1 0,1 1 0,-1-1 0,1 1 0,-1-1 0,0 1 0,0-1 0,1 1 0,-1-1 0,0 1 0,0-1 0,0 1 0,0-1 0,0 1 0,1 0 0,-1-1 0,0 2 0,-1-1 0,1 0 0,-1 0 0,1 1 0,-1-1 0,1 0 0,-1 0 0,0 0 0,1 0 0,-1 0 0,0 0 0,0 0 0,0 0 0,-1 2 0,-5 3 0,0 1 0,1 0 0,0 0 0,1 0 0,0 1 0,0 0 0,0 0 0,1 0 0,0 1 0,1 0 0,-4 14 0,4-10 0,1 0 0,1 0 0,0 0 0,1 0 0,1 0 0,0 0 0,4 23 0,11 36 0,-8-44 0,-2 1 0,-1 0 0,-1 0 0,-2 0 0,-1 37 0,0-65 0,-2 1 0,1-1 0,0 1 0,0-1 0,0 0 0,-1 1 0,1-1 0,0 0 0,-1 1 0,0-1 0,1 0 0,-1 0 0,0 1 0,1-1 0,-1 0 0,0 0 0,0 0 0,0 0 0,0 0 0,0 0 0,0 0 0,0 0 0,0-1 0,-1 1 0,1 0 0,0-1 0,0 1 0,-1-1 0,1 1 0,0-1 0,-1 1 0,1-1 0,-1 0 0,1 0 0,0 0 0,-1 0 0,1 0 0,-1 0 0,1 0 0,-2-1 0,-7 0 0,0-2 0,1 1 0,-1-1 0,-14-8 0,14 7 0,-14-6 0,-1 2 0,-1 0 0,0 1 0,0 2 0,0 1 0,0 0 0,-1 2 0,1 2 0,-1 0 0,1 1 0,-28 6 0,51-7-72,0 1 1,0-1-1,0 1 0,0-1 0,1 1 0,-1 0 0,0 0 0,1 0 1,-1 1-1,1-1 0,-1 1 0,1-1 0,-1 1 0,1 0 0,0 0 1,0 0-1,0 0 0,-3 3 0,3 4-6754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4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296 137 24575,'-1'-5'0,"0"1"0,0-1 0,0 0 0,0 1 0,-1-1 0,0 1 0,0-1 0,0 1 0,0 0 0,-1 0 0,1 0 0,-1 0 0,0 0 0,0 1 0,-1-1 0,-5-4 0,-1 0 0,-1-1 0,1 2 0,-2-1 0,-20-9 0,28 15 0,0 0 0,0 1 0,0-1 0,0 1 0,0 0 0,0 0 0,0 0 0,-1 1 0,1-1 0,0 1 0,-1 0 0,1 0 0,0 1 0,0-1 0,-1 1 0,-6 2 0,6 0 0,1-1 0,0 0 0,-1 1 0,1 0 0,0 0 0,0 0 0,1 1 0,-1-1 0,1 1 0,0 0 0,0 0 0,0 0 0,0 0 0,-2 5 0,-5 9 0,-12 32 0,20-44 0,0 0 0,0-1 0,0 1 0,1 0 0,0 0 0,1 0 0,-1 0 0,1 0 0,0 0 0,1 8 0,-1-13 0,1 1 0,-1-1 0,0 0 0,1 0 0,-1 0 0,1 1 0,-1-1 0,1 0 0,0 0 0,0 0 0,-1 0 0,1 0 0,0 0 0,0 0 0,0 0 0,0 0 0,0-1 0,0 1 0,0 0 0,0-1 0,2 2 0,0-1 0,-1-1 0,1 1 0,0-1 0,-1 1 0,1-1 0,-1 0 0,1 0 0,0 0 0,-1 0 0,4-1 0,3-1 0,0-1 0,-1 1 0,1-2 0,-1 1 0,10-6 0,-7 2 0,0-1 0,-1 0 0,0-1 0,0 0 0,-1 0 0,0-1 0,13-20 0,-3 6 0,-19 23 0,1 1 0,-1-1 0,0 1 0,0 0 0,1-1 0,-1 1 0,0-1 0,1 1 0,-1 0 0,1-1 0,-1 1 0,0 0 0,1-1 0,-1 1 0,1 0 0,-1-1 0,1 1 0,-1 0 0,1 0 0,-1 0 0,1 0 0,-1 0 0,1-1 0,-1 1 0,1 0 0,-1 0 0,1 0 0,0 0 0,0 1 0,-1 0 0,1-1 0,-1 1 0,1-1 0,-1 1 0,1 0 0,-1-1 0,1 1 0,-1 0 0,0-1 0,0 1 0,1 0 0,-1 0 0,0 0 0,0-1 0,0 2 0,2 39 0,-2-37 0,0 24 180,-1-6-953,4 36 1,1-36-6054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4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65 24575,'0'-3'0,"0"0"0,0 1 0,0-1 0,-1 1 0,0-1 0,1 0 0,-1 1 0,0-1 0,0 1 0,0 0 0,0-1 0,-1 1 0,1 0 0,-1 0 0,1-1 0,-1 1 0,0 0 0,0 1 0,0-1 0,0 0 0,0 1 0,0-1 0,0 1 0,-1-1 0,1 1 0,0 0 0,-1 0 0,1 0 0,-1 0 0,1 1 0,-1-1 0,-4 0 0,-1 0 0,0 0 0,0 1 0,-1 0 0,1 0 0,0 0 0,0 1 0,0 1 0,-1-1 0,-9 4 0,11-2 0,0 0 0,0 1 0,0 0 0,0 0 0,1 0 0,-1 1 0,1 0 0,0 0 0,1 0 0,-1 1 0,1 0 0,0 0 0,1 0 0,-1 1 0,-5 11 0,8-14 0,1 0 0,-1 0 0,1-1 0,0 1 0,0 0 0,0 0 0,0 0 0,1 0 0,0 0 0,-1 1 0,2-1 0,-1 0 0,0 0 0,1 0 0,0 0 0,0 0 0,0 0 0,0-1 0,1 1 0,-1 0 0,1 0 0,0-1 0,0 1 0,0-1 0,1 0 0,-1 1 0,1-1 0,0 0 0,0-1 0,0 1 0,5 3 0,1 0 27,-1-1-1,1-1 0,0 1 0,0-2 1,1 1-1,-1-1 0,1-1 0,0 0 1,-1 0-1,1-1 0,0 0 0,16 0 1,-5-2-369,0-1 1,0 0 0,0-2-1,37-10 1,-24 2-6485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49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93 266 24575,'0'-16'0,"-5"-104"0,4 109 0,0 1 0,-2-1 0,1 1 0,-1-1 0,-1 1 0,1 0 0,-2 0 0,-9-16 0,13 24 0,0 1 0,0-1 0,0 1 0,0 0 0,0-1 0,0 1 0,-1 0 0,1 0 0,0 0 0,-1 0 0,1 0 0,-1 0 0,1 0 0,-1 0 0,1 1 0,-1-1 0,1 1 0,-3-1 0,3 1 0,0 0 0,0 1 0,0-1 0,0 0 0,0 1 0,0-1 0,1 1 0,-1-1 0,0 1 0,0 0 0,0-1 0,1 1 0,-1 0 0,0 0 0,1-1 0,-1 1 0,0 0 0,1 0 0,-1 0 0,1 0 0,0 0 0,-1 0 0,1 0 0,0 0 0,-1 0 0,1 0 0,0 0 0,0 0 0,0 0 0,0 0 0,0 0 0,0 1 0,-4 44 0,2 1 0,4 54 0,1-20 0,-4-27 0,0-28 0,1 0 0,6 52 0,-6-76 0,1 0 0,-1 0 0,1 0 0,-1 0 0,1 0 0,0 0 0,-1 0 0,1-1 0,0 1 0,0 0 0,1-1 0,-1 1 0,0 0 0,0-1 0,1 1 0,-1-1 0,1 0 0,-1 1 0,1-1 0,2 1 0,-3-2 0,1 1 0,0-1 0,-1 0 0,1 1 0,-1-1 0,1 0 0,0 0 0,-1-1 0,1 1 0,-1 0 0,1 0 0,-1-1 0,1 1 0,0-1 0,-1 1 0,0-1 0,1 0 0,-1 0 0,1 1 0,-1-1 0,0 0 0,1 0 0,-1 0 0,0 0 0,2-3 0,14-15 0,-1-2 0,-1 0 0,-1-1 0,-1 0 0,19-45 0,-31 66 0,0 0 0,-1 0 0,1 0 0,-1 0 0,1 0 0,-1 0 0,1-1 0,-1 1 0,0 0 0,1 0 0,-1 0 0,0-1 0,0 1 0,0 0 0,0 0 0,-1-3 0,1 4 0,-1 0 0,1 0 0,-1 0 0,1 0 0,-1 0 0,1 0 0,-1 0 0,1 0 0,-1 0 0,1 0 0,-1 0 0,0 0 0,1 0 0,-1 1 0,1-1 0,-1 0 0,1 0 0,0 0 0,-1 1 0,1-1 0,-1 0 0,1 1 0,-1-1 0,0 1 0,-34 30 0,-5 8 0,23-24 0,1 0 0,-18 23 0,33-37 0,0 0 0,0 1 0,0-1 0,0 0 0,0 0 0,1 1 0,-1-1 0,0 0 0,1 1 0,-1-1 0,1 1 0,-1-1 0,1 1 0,0-1 0,-1 1 0,1-1 0,0 1 0,0-1 0,0 1 0,0-1 0,0 1 0,1-1 0,-1 1 0,0-1 0,1 1 0,-1-1 0,1 1 0,0-1 0,-1 1 0,1-1 0,0 0 0,0 1 0,0-1 0,0 0 0,0 0 0,0 0 0,0 0 0,0 0 0,1 1 0,7 3 0,-1 0 0,1 0 0,-1-1 0,1 0 0,13 3 0,2 2 0,12 7-1365,-1 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123 387 24575,'7'-8'0,"-4"4"0,0 0 0,1 0 0,-1 1 0,1-1 0,5-3 0,-8 7 0,-1-1 0,1 1 0,0 0 0,-1-1 0,1 1 0,-1 0 0,1 0 0,0 0 0,0-1 0,-1 1 0,1 0 0,0 0 0,-1 0 0,1 0 0,0 0 0,-1 0 0,1 0 0,0 1 0,-1-1 0,1 0 0,0 0 0,-1 0 0,1 1 0,0-1 0,-1 0 0,1 1 0,-1-1 0,1 0 0,-1 1 0,1-1 0,0 1 0,-1-1 0,0 1 0,1-1 0,-1 1 0,1-1 0,-1 1 0,0 0 0,1-1 0,-1 1 0,0-1 0,0 1 0,1 0 0,-1-1 0,0 3 0,3 5 0,0 1 0,-1 0 0,-1 0 0,1 0 0,-1 0 0,-1 12 0,-4 60 0,2-47 0,-23 324-192,-15 267-250,-42 452 442,72-985 35,-17 210 458,26-295-450,0 0-25,1 1 0,0 0 0,0-1-1,2 12 1,-2-18-18,0 0-1,0 1 0,0-1 1,1 0-1,-1 0 0,1 0 0,-1 0 1,0 0-1,1 0 0,0 0 1,-1 0-1,1 0 0,-1 0 1,1 0-1,0 0 0,0-1 1,0 1-1,0 0 0,-1 0 1,1-1-1,0 1 0,0-1 1,0 1-1,0 0 0,0-1 0,0 0 1,1 1-1,-1-1 0,0 0 1,0 0-1,0 1 0,0-1 1,0 0-1,0 0 0,1 0 1,-1 0-1,1-1 0,11-1 1,1-1 0,14-7 0,18-3 0,46-3 17,152-8-1,97 21-180,302 28-556,253 0 783,-877-25-63,42-3 0,-55 2 0,-1 0 0,0 0 0,1 0 0,-1-1 0,0 0 0,0 0 0,0 0 0,7-4 0,-11 5 9,0 0 1,0 1-1,-1-1 0,1 0 0,0 0 0,-1 0 0,1 0 1,0 1-1,-1-1 0,1 0 0,-1 0 0,1 0 1,-1 0-1,1 0 0,-1 0 0,0 0 0,0-1 0,0 1 1,1 0-1,-1 0 0,0 0 0,0 0 0,0 0 0,0 0 1,-1 0-1,1 0 0,0 0 0,0 0 0,-1 0 1,1-1-1,-1 1 0,1 1 0,-1-1 0,1 0 0,-1 0 1,1 0-1,-2-1 0,-3-5 97,0 0 1,0 1 0,-12-11-1,13 13-93,-18-18-13,-94-102 0,102 107 0,2-1 0,0 0 0,1 0 0,1-2 0,1 1 0,-7-21 0,4 0 0,3 0 0,1-1 0,2 0 0,1 0 0,3-1 0,2-42 0,35-249 0,33-37 0,16-116 0,-45-62 0,-35-1 0,-4 544 0,0 1 0,0-1 0,0 0 0,-1 1 0,0-1 0,-2-7 0,2 11 0,1 0 0,-1 0 0,1 0 0,-1 0 0,0 0 0,0 0 0,1 0 0,-1 0 0,0 1 0,0-1 0,0 0 0,0 1 0,0-1 0,0 0 0,0 1 0,0-1 0,0 1 0,0-1 0,0 1 0,0 0 0,-1 0 0,1-1 0,0 1 0,0 0 0,0 0 0,0 0 0,-1 0 0,1 0 0,0 1 0,0-1 0,-2 0 0,-85 21 0,10-2 0,-68 3 0,-180 4 0,-150-22 0,341-4 0,-12-2 0,-199 6 0,334-3 49,0 0 0,-1 1 0,1 0-1,0 1 1,0 1 0,-12 5 0,22-8-88,0-1 0,1 1 0,-1 0 0,0 0 1,0 0-1,0 0 0,1 1 0,-1-1 1,1 0-1,-1 1 0,1-1 0,-1 1 0,1 0 1,0-1-1,0 1 0,0 0 0,0 0 0,0-1 1,0 1-1,0 0 0,1 0 0,-1 0 1,0 0-1,1 0 0,0 0 0,0 1 0,-1-1 1,1 0-1,1 0 0,-1 0 0,0 0 0,0 0 1,1 0-1,-1 0 0,1 0 0,0 0 0,-1 0 1,1 0-1,0 0 0,0-1 0,0 1 1,0 0-1,2 2 0,8 11-6787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74 24575,'5'-18'0,"-4"18"0,-1-1 0,1 1 0,-1-1 0,1 0 0,-1 1 0,0-1 0,1 0 0,-1 0 0,0 1 0,0-1 0,1 0 0,-1 0 0,0 1 0,0-1 0,0 0 0,0 0 0,0 1 0,0-1 0,0 0 0,0 0 0,0 1 0,0-1 0,0 0 0,-1 0 0,1 1 0,0-1 0,-1 0 0,1 0 0,0 1 0,-1-1 0,1 0 0,-1 1 0,1-1 0,-1 1 0,1-1 0,-1 1 0,1-1 0,-1 1 0,0-1 0,1 1 0,-1-1 0,0 1 0,1 0 0,-1-1 0,0 1 0,1 0 0,-2-1 0,-2 0 0,1 0 0,-1 0 0,0 1 0,0-1 0,1 1 0,-1 0 0,0 0 0,0 0 0,1 0 0,-1 1 0,0-1 0,0 1 0,1 0 0,-1 0 0,1 1 0,-1-1 0,1 1 0,-1 0 0,1-1 0,0 1 0,0 1 0,0-1 0,0 0 0,0 1 0,1 0 0,-1-1 0,1 1 0,-1 0 0,1 0 0,0 1 0,-3 5 0,3-6 0,0 1 0,1 0 0,-1-1 0,1 1 0,0 0 0,0-1 0,0 1 0,1 0 0,-1 0 0,1 0 0,0 0 0,0 0 0,1 7 0,0-8 0,-1-1 0,1 1 0,0 0 0,0 0 0,1-1 0,-1 1 0,1 0 0,-1-1 0,1 0 0,0 1 0,0-1 0,0 0 0,0 0 0,0 0 0,0 0 0,1 0 0,-1 0 0,0-1 0,1 1 0,3 0 0,2 2 0,1-1 0,0-1 0,0 0 0,0 0 0,0-1 0,1 0 0,-1 0 0,0-1 0,0 0 0,13-2 0,-3-1 0,0 0 0,-1-2 0,1 0 0,17-7 0,-33 11 0,0 0 0,-1 0 0,1-1 0,0 1 0,0-1 0,-1 0 0,1 1 0,-1-1 0,1 0 0,-1 0 0,0-1 0,0 1 0,0 0 0,0-1 0,0 1 0,-1-1 0,1 0 0,-1 0 0,1 1 0,-1-1 0,1-4 0,-2 5 0,0-1 0,0 0 0,0 0 0,0 1 0,-1-1 0,1 0 0,-1 1 0,1-1 0,-1 0 0,0 1 0,0-1 0,0 1 0,-1-1 0,1 1 0,-1 0 0,1 0 0,-1-1 0,0 1 0,0 0 0,1 0 0,-2 1 0,1-1 0,0 0 0,-4-2 0,-4-2 43,0 0 0,-1 0-1,0 1 1,0 0 0,-1 1-1,1 0 1,-18-3 0,3 2-612,0 2 0,-37-1 0,42 4-6257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24575,'-1'0'0,"0"0"0,0 0 0,-1 0 0,1 0 0,0-1 0,0 1 0,-1 0 0,1-1 0,0 1 0,0-1 0,0 1 0,-2-2 0,3-2 0,10 0 0,28 0 0,0 1 0,57 4 0,-32 1 0,437-2-1365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2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24575,'3'0'0,"3"0"0,5 0 0,6 0 0,5-3 0,12-1 0,8-3 0,10 0 0,7 1 0,5 1 0,4-1 0,0 1 0,-4 1 0,-6 1 0,-8 1 0,-17 1 0,-15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24575,'0'0'0,"0"0"0,0 0 0,-1 0 0,1 0 0,0 0 0,0 0 0,0 0 0,0 0 0,-1 0 0,1 0 0,0 0 0,0 0 0,0 0 0,-1 0 0,1 0 0,0 0 0,0 0 0,0 0 0,-1 0 0,1 0 0,0 0 0,0 0 0,0 0 0,0 0 0,-1 0 0,1 0 0,0 1 0,0-1 0,0 0 0,0 0 0,0 0 0,-1 0 0,1 0 0,0 0 0,0 1 0,0-1 0,0 0 0,0 0 0,0 0 0,0 1 0,0-1 0,0 0 0,0 0 0,-1 0 0,1 0 0,0 1 0,0-1 0,0 0 0,0 0 0,0 0 0,0 1 0,0-1 0,1 0 0,-1 0 0,0 0 0,0 1 0,0-1 0,0 0 0,0 0 0,0 0 0,12 8 0,13-4 0,1-2 0,0 0 0,41-4 0,-15 1 0,413 0-1365,-436 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24575,'322'0'-103,"1788"24"-1911,-1031 18 1392,1328 31-1876,-1944-76 2081,-4-33 3446,-447 34-2877,22-2 611,-33 3-695,1 1 1,-1 0-1,1-1 1,-1 1-1,1-1 0,-1 1 1,0-1-1,1 0 1,-1 1-1,0-1 1,1 0-1,-1 0 0,0 0 1,0 0-1,0 0 1,1-1-1,-1 1-62,-1 1-1,0 0 1,0-1-1,0 1 1,0 0-1,0-1 1,0 1-1,0 0 1,0-1 0,0 1-1,0 0 1,0-1-1,0 1 1,0 0-1,0-1 1,0 1-1,0 0 1,0-1 0,0 1-1,-1 0 1,1-1-1,0 1 1,0 0-1,0 0 1,0-1 0,-1 1-1,1 0 1,0-1-1,0 1 1,-1 0-1,1-1 1,-15-6 172,-16 0 13,-33-1-191,58 8 0,-1 0 0,0 0 0,0 0 0,0 1 0,0 0 0,0 0 0,-7 3 0,12-3 0,1 0 0,0-1 0,0 1 0,0 0 0,0 0 0,0 0 0,0 0 0,0 0 0,0 0 0,0 0 0,1 1 0,-1-1 0,0 0 0,1 0 0,-1 1 0,1-1 0,-1 0 0,1 1 0,-1-1 0,1 0 0,0 1 0,0-1 0,0 1 0,0-1 0,0 0 0,0 3 0,7 42 0,-4-37 0,34 264 0,-23 3 0,-14-263 0,4 231 0,-47 418 0,-17 90 0,43-397 0,-1 62 0,17-388 0,-1-19 0,1-1 0,1 1 0,0-1 0,0 1 0,1-1 0,0 1 0,5 15 0,-6-24 0,0 0 0,1-1 0,-1 1 0,1 0 0,-1-1 0,1 1 0,-1 0 0,1-1 0,-1 1 0,1-1 0,0 1 0,-1-1 0,1 1 0,0-1 0,0 1 0,-1-1 0,1 0 0,0 1 0,0-1 0,-1 0 0,1 0 0,0 0 0,0 1 0,0-1 0,0 0 0,-1 0 0,1 0 0,0 0 0,0 0 0,0-1 0,0 1 0,-1 0 0,1 0 0,0 0 0,0-1 0,-1 1 0,1 0 0,0-1 0,1 0 0,4-3 0,1 0 0,-1 0 0,9-8 0,-7 6 0,12-9 0,0 2 0,1 1 0,0 0 0,0 2 0,2 0 0,-1 2 0,1 0 0,45-8 0,25 1-105,125-3-1,98 15-298,-289 4 373,1164 37-3089,-737-19 2456,1613 31 1129,-2045-50-337,-16 1 94,0 0-1,0-1 1,0 0 0,0 0-1,-1-1 1,1 0-1,0 0 1,0 0 0,0 0-1,7-4 1,-12 5-201,-1 0 0,0 0 0,0-1 0,0 1 0,0 0 0,0 0 0,0 0 0,0 0 0,0 0 0,0 0 0,0-1 1,0 1-1,0 0 0,0 0 0,0 0 0,0 0 0,0 0 0,0-1 0,0 1 0,0 0 0,0 0 0,0 0 0,0 0 0,-1 0 0,1 0 0,0-1 0,0 1 0,0 0 1,0 0-1,0 0 0,0 0 0,0 0 0,0 0 0,0 0 0,-1 0 0,1 0 0,0-1 0,0 1 0,0 0 0,0 0 0,0 0 0,0 0 0,-1 0 0,1 0 0,0 0 1,0 0-1,0 0 0,0 0 0,0 0 0,-1 0 0,1 0 0,0 0 0,0 0 0,0 0 0,-10-3 22,-87-11-1210,58 11-5659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24575,'0'0'0,"0"0"0,0-1 0,1 1 0,-1 0 0,0 0 0,0 0 0,1 0 0,-1 0 0,0-1 0,0 1 0,1 0 0,-1 0 0,0 0 0,0 0 0,1 0 0,-1 0 0,0 0 0,1 0 0,-1 0 0,0 0 0,0 0 0,1 0 0,-1 0 0,0 0 0,0 0 0,1 0 0,-1 0 0,0 1 0,0-1 0,1 0 0,-1 0 0,0 0 0,0 0 0,1 0 0,-1 1 0,0-1 0,0 0 0,0 0 0,1 0 0,-1 1 0,18 10 0,-11-7 0,83 45 0,2-4 0,109 36 0,-16-28 0,-74-23 0,-110-30 0,1 1 0,0-1 0,0 1 0,0 0 0,-1-1 0,1 1 0,-1 0 0,1 0 0,0 0 0,1 3 0,-2-4 0,-1 1 0,1-1 0,-1 1 0,0 0 0,1-1 0,-1 1 0,0-1 0,1 1 0,-1 0 0,0 0 0,0-1 0,0 1 0,0 0 0,1-1 0,-1 1 0,0 0 0,0 0 0,0-1 0,-1 2 0,0 1 0,0 1 0,-1-1 0,1 0 0,-1 0 0,0 0 0,0 0 0,0-1 0,0 1 0,0 0 0,-3 2 0,-155 139 0,43-42 0,70-58-1365,5-5-5461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8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1169 124 24575,'4'-4'0,"-1"-1"0,0 1 0,1 0 0,-1-1 0,-1 0 0,1 0 0,-1 0 0,0 0 0,2-7 0,-3 10 0,0 0 0,-1 0 0,1 0 0,-1 1 0,0-1 0,0 0 0,0 0 0,0 0 0,0 0 0,0 0 0,0 0 0,-1 1 0,1-1 0,0 0 0,-1 0 0,0 0 0,1 1 0,-1-1 0,0 0 0,0 1 0,0-1 0,0 1 0,0-1 0,0 1 0,-1-1 0,1 1 0,0 0 0,-1 0 0,1 0 0,-4-2 0,-2 0 0,0 0 0,-1 0 0,1 1 0,0 0 0,-1 1 0,1 0 0,-16-1 0,-56 5 0,75-3 0,-73 8 0,1 3 0,-85 23 0,-143 66 0,244-76 0,-64 37 0,97-46 0,0 2 0,2 1 0,0 1 0,-32 31 0,50-44 0,1 1 0,0 0 0,1 0 0,0 1 0,0-1 0,0 1 0,1 0 0,0 1 0,-5 15 0,8-20 0,0 0 0,1 1 0,-1-1 0,1 0 0,0 1 0,0-1 0,0 0 0,0 1 0,1-1 0,0 0 0,0 1 0,0-1 0,0 0 0,1 0 0,0 0 0,0 0 0,0 0 0,0 0 0,0-1 0,1 1 0,0-1 0,3 4 0,5 4 0,0-2 0,1 1 0,-1-2 0,2 1 0,0-2 0,0 0 0,21 9 0,104 28 0,-56-24-113,2-4 1,132 8-1,174-16-226,7-26 339,-317 9 0,0-4 0,147-42 0,-200 46 0,0-1 0,37-20 0,-58 28 0,0-1 0,-1-1 0,0 1 0,0-1 0,0 0 0,0 0 0,0 0 0,-1-1 0,0 1 0,0-1 0,0 0 0,0-1 0,-1 1 0,0 0 0,0-1 0,-1 0 0,4-7 0,-6 8 16,0 0-1,0 1 0,0-1 1,0 1-1,0-1 1,-1 1-1,0-1 0,0 1 1,0 0-1,-1-1 0,1 1 1,-1 0-1,0 0 1,0 0-1,-1 0 0,1 0 1,-1 0-1,0 1 1,0-1-1,0 1 0,-5-4 1,-5-5 51,-1 0 1,-1 2 0,0-1 0,-18-8-1,-18-7 2,-2 2-1,0 3 0,-1 2 0,-103-22 1,61 24-638,0 4 0,-99 0 0,108 11-6257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24575,'0'167'0,"-24"175"0,-6-151 0,-78 268 0,107-455 0,-1 0 0,1 0 0,0 0 0,1 1 0,-1-1 0,1 0 0,0 8 0,0-11 0,1 0 0,-1 0 0,1 0 0,-1 0 0,0 0 0,1 1 0,0-1 0,-1 0 0,1 0 0,0 0 0,0 0 0,-1-1 0,1 1 0,0 0 0,0 0 0,0 0 0,0-1 0,0 1 0,0 0 0,0-1 0,0 1 0,0-1 0,1 1 0,-1-1 0,0 0 0,0 1 0,0-1 0,0 0 0,1 0 0,-1 0 0,2 0 0,51 3 0,67-6 0,-10 0 0,443 29 0,145 0 0,-690-26 0,12-1 0,33-4 0,-50 5 0,1-1 0,-1 0 0,1 0 0,-1 0 0,0-1 0,0 0 0,0 1 0,0-2 0,0 1 0,0 0 0,0-1 0,0 1 0,3-5 0,-6 6 11,0 0-1,-1 0 1,1 0 0,-1 0-1,1 0 1,-1 0 0,0 0-1,1 0 1,-1 0-1,0 0 1,0 0 0,1 0-1,-1 0 1,0 0-1,0 0 1,0 0 0,0 0-1,0 0 1,-1 0 0,1-1-1,0 1 1,0 0-1,-1 0 1,1 0 0,-1 0-1,1 0 1,-1 0-1,-21-28-388,11 15-906,2 0-5542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39:5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18 310 24575,'0'-310'0,"-7"388"0,0-11 0,13 379 0,3-140 0,-9-284 78,0-5-367,0 0 1,0 0-1,-2 0 1,-7 33-1,1-29-6537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241 313 24575,'19'-17'0,"37"-25"0,-35 27 0,-1-1 0,19-18 0,-34 29 0,0-1 0,0 0 0,0 0 0,-1 0 0,0 0 0,0-1 0,0 1 0,-1-1 0,0 0 0,-1-1 0,3-7 0,-4 12 0,-1-1 0,1 1 0,-1 0 0,1 0 0,-1 0 0,0 0 0,0 0 0,-1-1 0,1 1 0,-1 0 0,1 0 0,-1 0 0,0 0 0,0 0 0,0 0 0,-1 0 0,1 1 0,-4-6 0,2 5 0,0 0 0,0 0 0,0 0 0,0 1 0,-1-1 0,0 1 0,1 0 0,-1 0 0,0 0 0,0 0 0,0 1 0,-5-2 0,-4 0 0,-1 0 0,1 2 0,0-1 0,-1 2 0,1 0 0,-1 0 0,-22 5 0,12-1 0,1 2 0,0 0 0,-36 16 0,50-18 0,-1 1 0,1 0 0,0 0 0,1 1 0,-1 0 0,1 0 0,0 1 0,1 0 0,0 1 0,-13 16 0,17-20 0,1 1 0,-1 1 0,1-1 0,0 0 0,0 0 0,1 1 0,-1-1 0,1 1 0,1 0 0,-1-1 0,1 1 0,0 0 0,0-1 0,0 1 0,1 0 0,0-1 0,0 1 0,0-1 0,1 1 0,0-1 0,0 0 0,0 0 0,1 0 0,0 0 0,3 5 0,5 6 0,0-2 0,0 0 0,2 0 0,0-1 0,0-1 0,24 18 0,17 5 0,104 52 0,-7-5 0,-144-78 0,-1 0 0,0 0 0,0 1 0,0 0 0,-1 0 0,7 8 0,-11-12 0,0 0 0,0 0 0,0 1 0,0-1 0,-1 0 0,1 1 0,0-1 0,-1 1 0,1-1 0,-1 1 0,0-1 0,1 1 0,-1-1 0,0 1 0,0-1 0,0 1 0,0-1 0,0 1 0,0-1 0,-1 1 0,1 0 0,0-1 0,-1 0 0,1 1 0,-1-1 0,0 1 0,1-1 0,-1 1 0,0-1 0,0 0 0,0 0 0,0 1 0,0-1 0,0 0 0,0 0 0,-2 1 0,-6 5 0,0 0 0,0-2 0,-1 1 0,0-1 0,0 0 0,0-1 0,-21 6 0,-78 13 0,71-17 0,-64 1 0,92-6 0,-1-2 0,0 1 0,1-1 0,0-1 0,-1 0 0,1-1 0,0 1 0,0-2 0,0 0 0,0 0 0,-10-7 0,17 9-62,0-1 0,0 0 0,0 0 0,1 0 0,-1 0 0,1 0 0,0 0 0,0-1 0,0 1 0,0-1 0,0 1 0,1-1-1,0 0 1,0 0 0,0 0 0,0 0 0,0 0 0,1 1 0,0-1 0,0 0 0,0-7 0,1-12-6764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18 24575,'24'-9'0,"-21"8"0,0 0 0,0-1 0,0 1 0,0 0 0,0 0 0,0 1 0,5-2 0,-8 3 0,1-1 0,0 0 0,-1 0 0,1 0 0,0 1 0,-1-1 0,1 0 0,0 1 0,-1-1 0,1 1 0,0-1 0,-1 0 0,1 1 0,-1 0 0,1-1 0,-1 1 0,1-1 0,-1 1 0,0-1 0,1 1 0,-1 0 0,0-1 0,1 1 0,-1 0 0,0-1 0,0 1 0,0 0 0,1 0 0,-1-1 0,0 1 0,0 0 0,0 0 0,0-1 0,0 1 0,-1 0 0,1-1 0,0 2 0,-3 25 0,0-1 0,-2 0 0,-1 0 0,-1-1 0,-11 26 0,-3 14 0,-73 276 0,94-338 6,-2 2-111,1-1-1,-1 1 1,1-1-1,0 1 1,1 0-1,-1 0 1,1 0-1,0-1 1,0 1-1,1 0 1,-1 0-1,3 7 1,3 0-6721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24575,'13'-36'0,"-6"19"0,-1 0 0,-1 0 0,0-1 0,-1 0 0,1-19 0,-6 25 0,-1 14 0,-2 20 0,2 1 0,1 0 0,1 0 0,1 0 0,1 0 0,8 34 0,-7-46 0,0 0 0,0-1 0,1 1 0,0-1 0,1 0 0,0-1 0,1 1 0,0-1 0,1 0 0,0 0 0,0-1 0,0 0 0,16 12 0,-21-18 0,1 0 0,-1 0 0,1 0 0,0 0 0,0-1 0,0 1 0,0-1 0,0 0 0,0 0 0,0 0 0,0 0 0,0 0 0,0-1 0,0 1 0,1-1 0,-1 0 0,0 0 0,0 0 0,1-1 0,-1 1 0,0-1 0,0 0 0,0 0 0,0 0 0,0 0 0,0 0 0,0-1 0,0 1 0,0-1 0,-1 0 0,1 1 0,0-1 0,-1-1 0,0 1 0,1 0 0,-1-1 0,0 1 0,0-1 0,2-5 0,10-18 0,-1-1 0,-2 0 0,0-1 0,-2 0 0,-2-1 0,7-43 0,-23 217 0,-1 21 0,10-66-1365,0-77-5461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24575,'12'-18'0,"-7"12"0,-3 25 0,-2 268 224,-1-136-1813,1-123-5237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24575,'0'-1'0,"1"-1"0,-1 1 0,0-1 0,1 1 0,-1-1 0,1 1 0,0-1 0,-1 1 0,1-1 0,0 1 0,0 0 0,0 0 0,0-1 0,0 1 0,0 0 0,0 0 0,0 0 0,0 0 0,1 0 0,-1 0 0,0 0 0,1 1 0,-1-1 0,1 0 0,-1 1 0,1-1 0,-1 1 0,3-1 0,8-2 0,0 1 0,22-2 0,-14 2 0,32-2 0,-38 4 0,0-1 0,0 0 0,0-1 0,-1-1 0,1 0 0,16-7 0,-27 9 0,0-1 0,0 0 0,-1 0 0,1-1 0,0 1 0,-1 0 0,1-1 0,-1 0 0,0 1 0,0-1 0,0 0 0,0 0 0,-1 0 0,1-1 0,-1 1 0,1 0 0,-1 0 0,0-1 0,-1 1 0,1-1 0,0-4 0,1-9 0,-1-1 0,-3-36 0,0 28 0,2 9 0,0-17 0,-1 31 0,0 5 0,-2 17 0,-7 94-318,5 145-1,6-215-409,-1-20-6098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1 363 24575,'1'-6'0,"0"-1"0,0 1 0,1 0 0,0 0 0,0 0 0,0 0 0,1 0 0,0 0 0,0 1 0,0-1 0,1 1 0,5-7 0,-9 12 0,1-1 0,-1 1 0,0 0 0,0 0 0,0 0 0,1-1 0,-1 1 0,0 0 0,0 0 0,0 0 0,1 0 0,-1 0 0,0 0 0,0-1 0,1 1 0,-1 0 0,0 0 0,0 0 0,1 0 0,-1 0 0,0 0 0,0 0 0,1 0 0,-1 0 0,0 0 0,0 0 0,1 0 0,-1 0 0,0 0 0,0 1 0,1-1 0,-1 0 0,0 0 0,0 0 0,1 0 0,-1 0 0,0 1 0,5 10 0,-1 18 0,-4-28 0,1 31 0,-2 0 0,0 0 0,-2 0 0,-2-1 0,-1 1 0,-15 48 0,21-80 0,0 1 0,0-1 0,0 1 0,0-1 0,0 1 0,-1-1 0,1 1 0,0-1 0,0 0 0,0 1 0,0-1 0,-1 1 0,1-1 0,0 1 0,0-1 0,-1 1 0,1-1 0,0 0 0,-1 1 0,1-1 0,0 0 0,-1 1 0,1-1 0,0 0 0,-1 0 0,1 1 0,-1-1 0,1 0 0,-1 0 0,1 1 0,-1-1 0,0 0 0,-4-16 0,2-30 0,3 46 0,0-59 0,4 0 0,1 0 0,4 1 0,2 0 0,2 0 0,27-70 0,-38 122 0,1 0 0,-1-1 0,1 1 0,0 1 0,1-1 0,7-10 0,-10 15 0,0 0 0,0 0 0,0 1 0,0-1 0,0 0 0,0 1 0,0-1 0,0 0 0,0 1 0,0-1 0,0 1 0,0 0 0,0-1 0,0 1 0,1 0 0,-1 0 0,0 0 0,1-1 0,0 2 0,0-1 0,0 1 0,-1-1 0,1 1 0,-1 0 0,1-1 0,0 1 0,-1 0 0,1 0 0,-1 0 0,0 0 0,1 0 0,-1 0 0,0 1 0,0-1 0,2 2 0,4 7 0,1 0 0,-2 1 0,1 0 0,-1 0 0,-1 0 0,6 20 0,18 75 0,10 141 19,-28-162-1403,-7-56-5442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14 339 24575,'-1'-2'0,"0"0"0,-1 1 0,1-1 0,0 0 0,0 0 0,0 0 0,0 0 0,0 0 0,0 0 0,1 0 0,-1 0 0,1 0 0,-1 0 0,1 0 0,0 0 0,0 0 0,0 0 0,0-1 0,0 1 0,0 0 0,1 0 0,-1 0 0,1 0 0,-1 0 0,1 0 0,0 0 0,0 0 0,0 0 0,0 0 0,0 0 0,0 1 0,1-1 0,-1 0 0,0 1 0,1-1 0,-1 1 0,1-1 0,0 1 0,0 0 0,-1 0 0,1 0 0,0 0 0,0 0 0,0 0 0,0 0 0,0 1 0,4-2 0,16 0 0,0 1 0,0 1 0,0 1 0,0 1 0,30 7 0,-6-3 0,-21-2 0,86 8 0,-93-12 0,1 1 0,-1-2 0,36-6 0,-52 7 0,0 0 0,1-1 0,-1 1 0,0-1 0,0 1 0,0-1 0,-1 0 0,1 0 0,0 0 0,0 0 0,0 0 0,0 0 0,-1 0 0,1-1 0,-1 1 0,1-1 0,-1 1 0,1-1 0,-1 0 0,0 1 0,0-1 0,0 0 0,0 0 0,0 0 0,0 0 0,0 0 0,-1 0 0,1 0 0,-1 0 0,1 0 0,-1 0 0,0 0 0,0 0 0,0 0 0,0 0 0,0 0 0,-1-3 0,0 0 0,-1-1 0,1 1 0,-1 0 0,0-1 0,-1 1 0,1 0 0,-1 0 0,0 0 0,0 1 0,-1-1 0,1 1 0,-8-7 0,10 10 0,1 1 0,-1-1 0,0 0 0,1 1 0,-1-1 0,0 1 0,0-1 0,0 1 0,0-1 0,1 1 0,-1-1 0,0 1 0,0 0 0,0 0 0,0-1 0,0 1 0,0 0 0,0 0 0,0 0 0,0 0 0,0 0 0,0 0 0,0 0 0,0 1 0,0-1 0,0 0 0,1 0 0,-1 1 0,0-1 0,0 1 0,0-1 0,0 1 0,0-1 0,1 1 0,-1-1 0,0 1 0,0 0 0,1-1 0,-1 1 0,0 0 0,1 0 0,-1-1 0,1 1 0,-1 0 0,1 0 0,0 0 0,-1 0 0,0 1 0,-3 8 0,0 0 0,1 0 0,-4 17 0,4-16 0,-16 67 0,12-46 0,-1-1 0,-22 57 0,30-88 0,0 1 0,-1 0 0,1 0 0,0 0 0,-1 0 0,1-1 0,-1 1 0,1 0 0,-1 0 0,1-1 0,-1 1 0,0 0 0,1-1 0,-1 1 0,0 0 0,1-1 0,-1 1 0,0-1 0,0 0 0,-1 1 0,2-1 0,-1 0 0,1 0 0,-1 0 0,1-1 0,-1 1 0,1 0 0,-1 0 0,1-1 0,0 1 0,-1 0 0,1-1 0,-1 1 0,1 0 0,0-1 0,-1 1 0,1-1 0,0 1 0,-1 0 0,1-1 0,0 1 0,0-1 0,0 1 0,-1-1 0,1 0 0,-2-4 0,1 0 0,-1 0 0,1 0 0,0 0 0,0-8 0,2-7 0,0-1 0,1 1 0,1 0 0,1 0 0,1 1 0,1-1 0,0 1 0,10-20 0,-14 35 0,0 0 0,0 0 0,1 1 0,-1-1 0,1 1 0,0-1 0,0 1 0,7-5 0,-9 7 0,0 0 0,0 0 0,0 1 0,0-1 0,0 1 0,0-1 0,0 1 0,1-1 0,-1 1 0,0 0 0,0 0 0,1-1 0,-1 1 0,0 0 0,0 0 0,1 0 0,-1 0 0,0 1 0,1-1 0,-1 0 0,0 0 0,0 1 0,0-1 0,1 1 0,-1-1 0,0 1 0,0-1 0,0 1 0,0 0 0,0 0 0,0-1 0,0 1 0,0 0 0,1 1 0,10 14 0,0 0 0,-1 0 0,0 1 0,15 36 0,-4-8 0,-15-32 0,1 0 0,0-1 0,1 0 0,0 0 0,0-1 0,18 16 0,-25-25 0,1 1 0,0-1 0,-1 0 0,1 0 0,0 0 0,0 0 0,0-1 0,0 1 0,1-1 0,-1 0 0,0 0 0,1 0 0,-1 0 0,0-1 0,1 1 0,-1-1 0,1 0 0,-1 0 0,1 0 0,-1-1 0,0 1 0,1-1 0,-1 1 0,1-1 0,-1 0 0,0-1 0,0 1 0,0 0 0,0-1 0,0 0 0,0 0 0,0 0 0,4-4 0,-1 0 0,0 0 0,-1 0 0,0-1 0,0 0 0,0 0 0,-1 0 0,0-1 0,-1 1 0,0-1 0,0 0 0,2-11 0,1-7 0,-1 0 0,2-32 0,-5 23 0,0 0 0,-3 1 0,-1-1 0,-7-41 0,9 73 0,-1 1 0,1 0 0,-1-1 0,0 1 0,0-1 0,0 1 0,0 0 0,0 0 0,0 0 0,-1-1 0,1 1 0,0 0 0,-4-2 0,5 4 0,0-1 0,-1 1 0,1 0 0,-1 0 0,1-1 0,0 1 0,-1 0 0,1 0 0,-1 0 0,1 0 0,-1 0 0,1 0 0,-1 0 0,1 0 0,0 0 0,-1 0 0,1 0 0,-1 0 0,1 0 0,-1 0 0,1 0 0,0 0 0,-1 0 0,1 1 0,-1-1 0,0 0 0,0 1 0,0 1 0,-1-1 0,1 0 0,0 0 0,0 1 0,0-1 0,0 0 0,0 1 0,1-1 0,-1 1 0,0 1 0,-7 17-1365,2 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48 202 24575,'6'-6'0,"9"-6"0,-9 14 0,-2 10 0,-4 3 0,0-1 0,-1 1 0,0-1 0,-1 0 0,-1 1 0,-7 20 0,3-7 0,1-2 0,1 0 0,-2 0 0,-17 42 0,16-56 0,4-20 0,5-23 0,18-43 0,41-104 0,-42 129 0,15-32 0,-28 72 0,0 0 0,0 1 0,1-1 0,0 1 0,0 0 0,11-10 0,-16 17 0,0-1 0,1 1 0,-1 0 0,1 0 0,0-1 0,-1 1 0,1 0 0,0 0 0,0 1 0,-1-1 0,1 0 0,0 1 0,0-1 0,0 1 0,0-1 0,0 1 0,0 0 0,0 0 0,0 0 0,0 0 0,0 0 0,0 0 0,0 1 0,0-1 0,0 1 0,0-1 0,0 1 0,0 0 0,-1 0 0,1 0 0,0 0 0,0 0 0,-1 0 0,1 0 0,-1 0 0,1 1 0,-1-1 0,1 1 0,0 1 0,5 5 0,-1 0 0,0 1 0,-1-1 0,0 1 0,0 1 0,4 12 0,0 6 67,0 1 0,-2 0 0,6 45-1,0 92-196,-4-25-1372,-6-117-5324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21 113 24575,'0'-3'0,"0"1"0,-1-1 0,0 0 0,0 0 0,0 0 0,0 1 0,0-1 0,0 1 0,-3-4 0,3 4 0,0 0 0,0 0 0,0 0 0,0 0 0,0 0 0,0 0 0,0 0 0,1 0 0,-1-1 0,1-2 0,0 4 0,0 0 0,1 0 0,-1-1 0,1 1 0,-1 0 0,1 0 0,-1 0 0,1 0 0,0 0 0,0 1 0,-1-1 0,1 0 0,0 0 0,0 0 0,0 1 0,0-1 0,0 0 0,0 1 0,0-1 0,0 1 0,0-1 0,0 1 0,1 0 0,-1-1 0,0 1 0,1 0 0,28-8 0,0 2 0,0 2 0,52-2 0,-58 4 0,70-4-1365,-74 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96 24575,'-2'0'0,"1"0"0,-1-1 0,1 1 0,-1-1 0,1 1 0,-1-1 0,1 0 0,-1 1 0,1-1 0,0 0 0,-1 0 0,1 0 0,0 0 0,0 0 0,-1-1 0,1 1 0,0 0 0,0 0 0,0-2 0,-19-32 0,15 24 0,-6-12 0,7 15 0,6 29 0,7 60 0,-4 133 0,-6-163 0,1-41 0,1-2 0,-1 0 0,0 0 0,0-1 0,-1 1 0,0 0 0,-1-1 0,1 1 0,-1-1 0,-6 14 0,8-21 0,0 1 0,0-1 0,0 0 0,-1 1 0,1-1 0,0 0 0,0 1 0,0-1 0,-1 0 0,1 1 0,0-1 0,0 0 0,-1 0 0,1 1 0,0-1 0,-1 0 0,1 0 0,0 0 0,0 1 0,-1-1 0,1 0 0,0 0 0,-1 0 0,1 0 0,-1 0 0,1 0 0,0 0 0,-1 0 0,1 0 0,0 0 0,-1 0 0,1 0 0,-1 0 0,-5-11 0,1-18 0,5 22 0,0 0 0,1 0 0,0 1 0,0-1 0,1 0 0,0 1 0,0-1 0,0 1 0,1 0 0,0 0 0,0 0 0,1 0 0,-1 0 0,1 1 0,1-1 0,-1 1 0,1 0 0,0 0 0,9-6 0,10-8 0,1 2 0,1 0 0,29-13 0,-36 20 0,-4 1 0,-4 3 0,0 0 0,0 0 0,0 1 0,23-7 0,-32 12 0,0-1 0,0 1 0,1-1 0,-1 1 0,0 0 0,0 0 0,1 0 0,-1 0 0,0 1 0,0-1 0,1 0 0,-1 1 0,0-1 0,0 1 0,0 0 0,0 0 0,0 0 0,0 0 0,0 0 0,0 0 0,0 1 0,0-1 0,-1 1 0,1-1 0,0 1 0,-1 0 0,0-1 0,1 1 0,-1 0 0,0 0 0,0 0 0,0 0 0,1 2 0,5 14 0,-2 0 0,0 0 0,0 0 0,-2 0 0,0 1 0,-1 0 0,-1-1 0,-1 1 0,-1 0 0,-5 34 0,5-48-97,0 0-1,0 0 1,0 0-1,-1-1 1,0 1-1,0 0 1,0 0-1,0-1 1,-1 0-1,0 1 1,0-1-1,0 0 0,-5 5 1,-3-2-6729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24575,'4'0'0,"0"1"0,1 0 0,-2 0 0,1 0 0,0 1 0,0-1 0,0 1 0,-1 0 0,1 0 0,-1 0 0,5 3 0,23 13 0,-20-15 0,1 1 0,1-1 0,-1-1 0,0 0 0,1-1 0,20 0 0,-24-2 0,0 1 0,0-1 0,0-1 0,0 0 0,-1 0 0,1 0 0,0-1 0,-1-1 0,16-7 0,-22 9 0,0 1 0,0 0 0,0-1 0,0 0 0,0 1 0,-1-1 0,1 0 0,0 0 0,-1 0 0,1 0 0,-1 0 0,0 0 0,0-1 0,0 1 0,0 0 0,0-1 0,0 1 0,0 0 0,-1-1 0,1 1 0,-1-1 0,0 1 0,0-1 0,0 1 0,0-1 0,0 1 0,-1-1 0,1 1 0,-1-1 0,1 1 0,-1-1 0,0 1 0,0 0 0,-1-3 0,-2-2 0,0 0 0,0 1 0,0 0 0,0 0 0,-1 0 0,0 1 0,-1-1 0,1 1 0,-1 0 0,-8-5 0,7 6 0,0 0 0,0 0 0,0 1 0,-1-1 0,1 2 0,-1-1 0,0 1 0,0 0 0,0 1 0,0 0 0,0 0 0,0 1 0,-9 0 0,12 1 0,1 0 0,0-1 0,-1 1 0,1 1 0,0-1 0,0 1 0,0-1 0,0 1 0,0 0 0,0 1 0,0-1 0,1 1 0,-1 0 0,1-1 0,0 1 0,0 1 0,0-1 0,0 0 0,0 1 0,1 0 0,0-1 0,-1 1 0,1 0 0,1 0 0,-3 7 0,1-2 27,0 1-1,1 0 0,1 0 0,-1 0 1,2 0-1,-1 1 0,1-1 0,1 0 1,0 0-1,0 0 0,1 0 0,6 17 1,-6-19-128,1-1 1,0 0-1,0 1 1,1-1 0,0-1-1,1 1 1,-1 0-1,1-1 1,0 0 0,1 0-1,-1-1 1,1 0 0,1 0-1,-1 0 1,0 0-1,13 5 1,8 1-6726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96 24575,'1'-18'0,"0"-25"0,-1 41 0,0 0 0,-1 0 0,1 0 0,0 0 0,-1 0 0,1 0 0,-1 0 0,0 0 0,1 0 0,-1 0 0,0 0 0,0 0 0,0 1 0,-3-4 0,4 5 0,0 0 0,0 0 0,-1-1 0,1 1 0,0 0 0,0 0 0,-1 0 0,1 0 0,0-1 0,0 1 0,-1 0 0,1 0 0,0 0 0,-1 0 0,1 0 0,0 0 0,0 0 0,-1 0 0,1 0 0,0 0 0,-1 0 0,1 0 0,0 0 0,0 0 0,-1 0 0,1 0 0,0 0 0,-1 0 0,1 0 0,0 0 0,0 1 0,-1-1 0,1 0 0,0 0 0,0 0 0,-1 0 0,1 1 0,-7 13 0,1 16 0,5-17 0,1 1 0,0-1 0,1 1 0,0-1 0,1 0 0,1 0 0,0 0 0,1 0 0,0 0 0,1-1 0,0 0 0,1 0 0,0 0 0,16 21 0,-21-32 0,0 1 0,0 0 0,0-1 0,1 1 0,-1 0 0,0-1 0,1 0 0,0 1 0,-1-1 0,1 0 0,0 0 0,-1 0 0,1 0 0,0 0 0,0 0 0,0 0 0,0-1 0,0 1 0,0-1 0,0 1 0,0-1 0,0 0 0,0 0 0,0 0 0,0 0 0,0 0 0,1 0 0,-1-1 0,0 1 0,0-1 0,0 1 0,0-1 0,-1 0 0,5-2 0,2-3 0,1 0 0,-1-1 0,-1-1 0,1 1 0,11-17 0,10-9 0,-28 32 0,1 0 0,-1 0 0,0 0 0,1 0 0,-1 0 0,0 0 0,1 0 0,0 0 0,-1 1 0,1-1 0,-1 0 0,1 1 0,0-1 0,-1 1 0,1 0 0,0 0 0,-1 0 0,1 0 0,0 0 0,0 0 0,-1 0 0,1 0 0,0 0 0,-1 1 0,1-1 0,0 1 0,-1 0 0,1-1 0,-1 1 0,1 0 0,-1 0 0,1 0 0,-1 0 0,1 0 0,0 1 0,6 6 0,-1-1 0,-1 1 0,1 0 0,9 18 0,-1-5 0,-10-13 0,1-2 0,1 1 0,-1-1 0,1 1 0,0-2 0,0 1 0,1-1 0,0 0 0,-1-1 0,2 0 0,10 4 0,-16-6 0,0-1 0,1-1 0,-1 1 0,0 0 0,0-1 0,0 1 0,1-1 0,-1 0 0,0 0 0,0-1 0,1 1 0,-1 0 0,0-1 0,0 0 0,0 0 0,1 0 0,-1 0 0,0-1 0,-1 1 0,1-1 0,0 1 0,0-1 0,-1 0 0,1 0 0,-1 0 0,1-1 0,-1 1 0,0-1 0,0 1 0,0-1 0,0 0 0,-1 1 0,1-1 0,1-5 0,1 0 0,-1 0 0,-1-1 0,1 0 0,-1 0 0,-1 1 0,0-1 0,0 0 0,0 0 0,-2 0 0,1 0 0,-1 0 0,-2-11 0,1 9 0,-1-1 0,0 1 0,-1 0 0,0 0 0,-1 0 0,0 0 0,-1 1 0,-12-17 0,14 22-227,0 0-1,0 1 1,0 0-1,-1 0 1,-9-7-1,-2 3-6598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411 195 24575,'2'-2'0,"-1"0"0,1 0 0,-1-1 0,1 1 0,-1 0 0,0-1 0,0 1 0,0-1 0,0 0 0,0 1 0,-1-1 0,1 1 0,-1-1 0,0 0 0,1 0 0,-1 1 0,0-1 0,-1 0 0,1 1 0,0-1 0,-1 0 0,0 1 0,-1-5 0,-1-1 0,0 1 0,0-1 0,-1 1 0,0 0 0,0 0 0,-9-10 0,6 10 0,0 1 0,0 0 0,0 0 0,-1 0 0,0 1 0,0 1 0,0-1 0,0 1 0,-1 0 0,0 1 0,1 0 0,-1 1 0,-1 0 0,1 0 0,0 1 0,0 0 0,-1 0 0,1 1 0,-19 2 0,20-1 0,0 0 0,-1 0 0,1 1 0,0 0 0,0 1 0,0-1 0,0 2 0,0-1 0,1 1 0,-1 0 0,1 1 0,0-1 0,0 2 0,1-1 0,0 1 0,0 0 0,0 0 0,0 0 0,1 1 0,0 0 0,1 0 0,-5 9 0,7-12 0,0 1 0,1-1 0,-1 1 0,1-1 0,1 1 0,-1-1 0,0 1 0,1 0 0,0-1 0,0 1 0,1 0 0,-1-1 0,1 1 0,2 6 0,-1-3 0,1-1 0,1-1 0,-1 1 0,1 0 0,0-1 0,0 0 0,1 0 0,6 7 0,5 3 0,2-1 0,-1-1 0,2 0 0,38 20 0,-17-12 0,-21-13 0,-1 1 0,0 0 0,21 18 0,-38-28 0,0 1 0,0 0 0,0-1 0,0 1 0,-1 0 0,1 0 0,0 0 0,0-1 0,-1 1 0,1 0 0,-1 0 0,1 0 0,-1 0 0,1 0 0,-1 0 0,1 0 0,-1 0 0,0 1 0,0-1 0,0 0 0,1 0 0,-1 1 0,-1-1 0,1 0 0,-1 0 0,1 0 0,-1 0 0,1 0 0,-1 0 0,0-1 0,1 1 0,-1 0 0,0 0 0,0-1 0,1 1 0,-1 0 0,0-1 0,0 1 0,0-1 0,0 1 0,-2 0 0,-6 2 0,0 0 0,-1 0 0,-18 2 0,22-5 0,-119 15 342,108-14-627,0-1 1,1-1-1,-1-1 1,0 0-1,-23-6 1,20 1-6542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24575,'2'-2'0,"0"1"0,0 0 0,0 0 0,0 0 0,0 0 0,0 1 0,0-1 0,1 1 0,-1-1 0,0 1 0,0 0 0,1-1 0,-1 1 0,0 0 0,1 1 0,-1-1 0,0 0 0,0 1 0,1-1 0,2 2 0,-3-1 0,0 1 0,-1-1 0,1 1 0,-1 0 0,1 0 0,-1-1 0,1 1 0,-1 0 0,0 0 0,0 0 0,0 0 0,0 0 0,0 1 0,-1-1 0,1 0 0,-1 0 0,1 0 0,-1 1 0,0-1 0,0 4 0,1 46 0,-1-37 0,0 0 0,1 0 0,3 19 0,-3-29 0,1 0 0,-1 0 0,1 0 0,0 0 0,0-1 0,1 1 0,-1-1 0,1 1 0,0-1 0,0 0 0,0 0 0,1 0 0,6 5 0,-5-5 0,0 0 0,1 0 0,-1-1 0,1 0 0,0 0 0,-1 0 0,1-1 0,0 1 0,1-2 0,-1 1 0,0-1 0,1 0 0,-1 0 0,0 0 0,1-1 0,-1 0 0,1 0 0,-1-1 0,1 0 0,-1 0 0,0-1 0,0 1 0,1-1 0,-1 0 0,6-4 0,-5 2 0,-1 0 0,1 0 0,-1 0 0,1-1 0,-1 0 0,-1-1 0,1 1 0,-1-1 0,0 0 0,0 0 0,-1-1 0,0 1 0,0-1 0,0 0 0,-1 0 0,0-1 0,0 1 0,-1 0 0,0-1 0,1-11 0,-2 10 0,0 1 0,-1-1 0,-1 0 0,0 0 0,0 0 0,0 1 0,-1-1 0,-4-10 0,4 13 0,0 0 0,0 1 0,-1-1 0,0 1 0,0-1 0,-1 1 0,1 0 0,-1 0 0,0 1 0,0-1 0,-1 1 0,-7-6 0,11 9 0,0 0 0,0 1 0,0-1 0,0 0 0,0 1 0,0-1 0,0 1 0,-1-1 0,1 1 0,0 0 0,0-1 0,0 1 0,-1 0 0,1 0 0,-2 0 0,2 0 0,1 0 0,-1 1 0,1-1 0,0 0 0,-1 0 0,1 0 0,-1 1 0,1-1 0,-1 0 0,1 1 0,0-1 0,-1 0 0,1 1 0,0-1 0,0 1 0,-1-1 0,1 0 0,0 1 0,0-1 0,-1 1 0,1-1 0,0 1 0,0-1 0,0 1 0,0 0 0,-1 2 0,1 0 0,0 0 0,1-1 0,-1 1 0,0 0 0,1 0 0,-1-1 0,1 1 0,0 0 0,0-1 0,3 6 0,3 2 0,0 1 0,1-1 0,0 0 0,1-1 0,0 0 0,1 0 0,0-1 0,0 0 0,1-1 0,18 10 0,-28-16 0,0-1 0,0 1 0,0-1 0,0 1 0,0-1 0,0 1 0,0-1 0,0 0 0,0 0 0,0 1 0,0-1 0,0 0 0,1 0 0,-1 0 0,0 0 0,0 0 0,0-1 0,0 1 0,0 0 0,0 0 0,0-1 0,0 1 0,2-1 0,-2-1 0,0 1 0,0 0 0,0-1 0,0 1 0,0-1 0,0 0 0,0 1 0,0-1 0,0 0 0,0-2 0,8-15 0,-8 19 0,-1 0 0,1 0 0,-1 1 0,1-1 0,-1 0 0,1 1 0,-1-1 0,1 0 0,-1 1 0,0-1 0,1 1 0,-1-1 0,1 1 0,-1-1 0,0 1 0,0-1 0,1 1 0,-1-1 0,0 1 0,0-1 0,0 1 0,0-1 0,1 1 0,-1 0 0,0 0 0,6 19 0,0 28 0,-1-1 0,-2 1 0,-5 59 0,0-46 0,3-124 0,16-101 0,27-49 0,-42 208 0,0-1 0,0 1 0,1 0 0,4-9 0,-6 13 0,-1 1 0,1-1 0,-1 0 0,0 1 0,1-1 0,-1 1 0,1-1 0,0 1 0,-1-1 0,1 1 0,-1-1 0,1 1 0,0-1 0,-1 1 0,1 0 0,0 0 0,-1-1 0,2 1 0,-1 0 0,-1 0 0,1 1 0,0-1 0,-1 0 0,1 0 0,-1 1 0,1-1 0,-1 1 0,1-1 0,-1 1 0,1-1 0,-1 1 0,1-1 0,-1 1 0,0-1 0,1 1 0,-1-1 0,0 1 0,1-1 0,-1 1 0,0 0 0,0-1 0,0 1 0,0 0 0,1-1 0,-1 2 0,6 21 0,-1 0 0,-1 1 0,-1-1 0,-1 1 0,-1 0 0,-4 45 0,3-66-91,0 0 0,-1 0 0,1 0 0,-1 0 0,0 0 0,0 0 0,0 0 0,0 0 0,-1 0 0,1-1 0,-1 1 0,1 0 0,-1-1 0,-4 5 0,-4 0-6735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7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2 143 24575,'1'0'0,"-1"1"0,1-1 0,0 0 0,0 1 0,-1-1 0,1 1 0,0-1 0,-1 1 0,1-1 0,0 1 0,-1-1 0,1 1 0,-1 0 0,1-1 0,-1 1 0,1 0 0,-1 0 0,1-1 0,-1 1 0,0 0 0,1 0 0,-1 0 0,0-1 0,0 1 0,0 0 0,0 0 0,0 0 0,0 0 0,0 0 0,0 0 0,0 28 0,-13 285 0,13-292 0,-1-155 0,2-148 0,-1 279 0,0-9 0,1-1 0,0 0 0,1 0 0,0 1 0,4-13 0,-6 22 0,1 1 0,0-1 0,-1 0 0,1 1 0,0-1 0,0 1 0,0-1 0,0 1 0,0-1 0,0 1 0,0 0 0,0-1 0,1 1 0,-1 0 0,0 0 0,1 0 0,-1 0 0,1 0 0,-1 0 0,1 1 0,0-1 0,-1 0 0,1 1 0,0-1 0,-1 1 0,1 0 0,0-1 0,0 1 0,-1 0 0,1 0 0,0 0 0,0 0 0,-1 1 0,1-1 0,0 0 0,-1 1 0,1-1 0,0 1 0,-1 0 0,1-1 0,0 1 0,2 2 0,7 3 0,1 0 0,-1 1 0,-1 1 0,1 0 0,-1 0 0,-1 1 0,17 19 0,-19-20 0,0 1 0,-1 0 0,-1 0 0,1 1 0,-1-1 0,-1 1 0,0 0 0,0 0 0,-1 1 0,2 10 0,-5-17 17,1 0-1,-1 0 0,0 0 0,0 0 1,0 0-1,-1 1 0,1-1 0,-1 0 1,0 0-1,0 0 0,-1 0 0,1 0 1,-1-1-1,0 1 0,0 0 0,0-1 1,0 1-1,0-1 0,-1 0 0,-4 5 1,-1-1-261,0-1 0,-1 1 0,1-1 0,-2-1 1,1 0-1,-17 7 0,-14 4-6582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334 191 24575,'1'-26'0,"7"-42"0,-4 41 0,-3 25 0,-1 0 0,1 0 0,-1 0 0,0 0 0,0 0 0,0 0 0,0 0 0,0 0 0,-1 0 0,1 0 0,-1 0 0,1 0 0,-1 1 0,1-1 0,-1 0 0,0 0 0,0 0 0,0 1 0,0-1 0,0 0 0,-1 1 0,-1-3 0,-1 1 0,0 1 0,0 0 0,0 0 0,0 0 0,-1 0 0,1 1 0,-1 0 0,1 0 0,-5-1 0,-4 0 0,0 0 0,0 1 0,0 0 0,-27 2 0,34 0 0,0 0 0,0 0 0,0 0 0,0 1 0,0-1 0,0 1 0,1 1 0,-1-1 0,0 1 0,1 0 0,0 1 0,-8 6 0,11-9 0,1 0 0,0 0 0,0 1 0,0-1 0,0 1 0,0-1 0,0 1 0,0-1 0,1 1 0,-1 0 0,0 0 0,1-1 0,-1 1 0,1 0 0,0 0 0,0-1 0,-1 1 0,1 0 0,0 0 0,1-1 0,-1 1 0,0 0 0,0 0 0,1 0 0,-1-1 0,1 1 0,0 0 0,-1-1 0,1 1 0,0-1 0,0 1 0,0-1 0,0 1 0,0-1 0,0 1 0,1-1 0,0 2 0,8 6 0,-1 0 0,1 0 0,23 14 0,-20-14 0,5 5 0,45 34 0,-58-44 0,-1 0 0,1 1 0,-1 0 0,0 0 0,0 0 0,-1 0 0,0 1 0,1-1 0,3 11 0,-7-14 0,1 0 0,-1 0 0,0 0 0,0 1 0,0-1 0,0 0 0,0 0 0,0 0 0,0 0 0,-1 0 0,1 1 0,-1-1 0,1 0 0,-1 0 0,0 0 0,0 0 0,0 0 0,0 0 0,0-1 0,0 1 0,-1 0 0,1-1 0,-1 1 0,1 0 0,-1-1 0,1 0 0,-1 1 0,0-1 0,0 0 0,0 0 0,-2 1 0,-7 4 0,-1-1 0,0 0 0,-24 7 0,32-11 0,-11 3 0,-69 17 0,76-19 0,1-1 0,-1 0 0,1-1 0,-1 0 0,0 0 0,1-1 0,-1 0 0,-13-3 0,4-5-1365,6-1-5461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24575,'32'-23'0,"-29"20"0,1 0 0,0 0 0,0 0 0,0 0 0,0 1 0,0-1 0,1 1 0,6-2 0,-10 3 0,0 1 0,0 0 0,0 0 0,0 0 0,0 0 0,-1 0 0,1 0 0,0 0 0,0 0 0,0 1 0,0-1 0,0 0 0,-1 0 0,1 1 0,0-1 0,0 0 0,0 1 0,-1-1 0,1 1 0,0-1 0,-1 1 0,1-1 0,0 1 0,-1 0 0,1-1 0,-1 1 0,1 0 0,-1-1 0,1 1 0,-1 0 0,0 0 0,1 0 0,-1-1 0,0 1 0,1 0 0,-1 0 0,0 0 0,0 0 0,0-1 0,0 1 0,0 1 0,1 6 0,0 1 0,-1-1 0,-1 12 0,0-13 0,-4 96 0,10 145 0,-3-227 29,15 191-1423,-15-169-5432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0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11 438 24575,'-1'0'0,"1"-1"0,-1 0 0,0 0 0,0 0 0,0 0 0,0 0 0,1 0 0,-1 0 0,1 0 0,-1 0 0,1 0 0,-1 0 0,1 0 0,-1 0 0,1 0 0,0 0 0,0-1 0,-1 1 0,1-2 0,1 2 0,-1 1 0,0-1 0,1 0 0,-1 0 0,0 0 0,1 1 0,-1-1 0,1 0 0,-1 0 0,1 1 0,0-1 0,-1 0 0,1 1 0,0-1 0,-1 1 0,1-1 0,0 1 0,0-1 0,1 0 0,6-1 0,-1-1 0,1 1 0,0 0 0,12-1 0,-16 2 0,264-23 0,-51 6 0,-208 17 0,-6 1 0,1 0 0,0 0 0,-1 0 0,1-1 0,-1 0 0,1 0 0,-1 0 0,1 0 0,-1 0 0,0-1 0,0 1 0,1-1 0,4-3 0,-8 4 0,0 1 0,0-1 0,0 1 0,0 0 0,0-1 0,0 1 0,0-1 0,0 1 0,0-1 0,0 1 0,0-1 0,0 1 0,0 0 0,0-1 0,-1 1 0,1-1 0,0 1 0,0 0 0,0-1 0,-1 1 0,1 0 0,0-1 0,0 1 0,-1 0 0,1-1 0,0 1 0,-1 0 0,1-1 0,0 1 0,-1 0 0,1 0 0,-1 0 0,1-1 0,-1 1 0,-16-9 0,16 8 0,-15-6 0,0 0 0,0 1 0,0 1 0,-1 1 0,0 0 0,0 1 0,0 1 0,0 0 0,-35 2 0,45 0 0,1 1 0,-1 0 0,0 0 0,0 1 0,1-1 0,-1 1 0,1 1 0,0-1 0,-1 1 0,1 0 0,0 1 0,1 0 0,-1 0 0,1 0 0,-1 0 0,1 1 0,0 0 0,1 0 0,-1 0 0,1 0 0,0 1 0,1 0 0,-1 0 0,1 0 0,0 0 0,1 0 0,-4 13 0,4-13 0,1-1 0,0 1 0,0 0 0,0 0 0,1 0 0,0 0 0,0 0 0,1 0 0,0 0 0,1 8 0,-1-12 0,0 1 0,0 0 0,0 0 0,1-1 0,-1 1 0,1-1 0,-1 1 0,1-1 0,0 0 0,0 0 0,0 0 0,0 0 0,0 0 0,0 0 0,1 0 0,-1-1 0,0 1 0,1-1 0,0 1 0,-1-1 0,1 0 0,0 0 0,2 0 0,4 1 0,0 0 0,0-1 0,1-1 0,-1 1 0,0-1 0,0-1 0,0 0 0,0 0 0,0-1 0,0 0 0,0 0 0,0-1 0,-1 0 0,1-1 0,-1 0 0,0 0 0,0-1 0,0 0 0,-1 0 0,0-1 0,0 0 0,0 0 0,-1-1 0,1 1 0,-2-2 0,1 1 0,-1 0 0,0-1 0,6-14 0,-10 20 0,0 0 0,0 0 0,0 0 0,0 0 0,0 1 0,0-1 0,0 0 0,0 1 0,3-3 0,1 6 0,-1 11 0,-2 0 0,1 7 0,1-1 0,1-1 0,0 1 0,10 22 0,-13-37 0,0 0 0,-1-1 0,2 1 0,-1 0 0,0-1 0,1 1 0,0-1 0,0 0 0,0 0 0,0 0 0,0 0 0,1 0 0,-1-1 0,1 0 0,-1 0 0,1 0 0,0 0 0,0 0 0,0-1 0,0 1 0,0-1 0,1 0 0,-1 0 0,0-1 0,5 1 0,-1-1 0,1-1 0,-1 1 0,0-1 0,0-1 0,0 0 0,0 0 0,0 0 0,0-1 0,-1 0 0,1-1 0,-1 1 0,9-7 0,-7 3 0,0-1 0,0 0 0,0 0 0,-1 0 0,0-1 0,-1 0 0,12-20 0,-8 8 0,-1 0 0,0-1 0,-2 0 0,0-1 0,-2 0 0,0 0 0,4-46 0,-5-43 0,-5 102 0,-1-1 0,0 1 0,0 0 0,-1-1 0,-1 1 0,1 0 0,-2 0 0,-5-13 0,8 22 0,1 0 0,0 0 0,-1 0 0,0 0 0,1 0 0,-1 1 0,1-1 0,-1 0 0,0 0 0,0 0 0,1 1 0,-1-1 0,0 1 0,0-1 0,0 0 0,0 1 0,0-1 0,-1 1 0,2 0 0,-1 0 0,0 0 0,1 0 0,-1 0 0,0 0 0,1 0 0,-1 0 0,0 0 0,1 1 0,-1-1 0,1 0 0,-1 0 0,1 1 0,-1-1 0,0 0 0,1 1 0,-1-1 0,1 1 0,-1-1 0,1 1 0,-1 0 0,-2 3 0,0 0 0,1 0 0,0 0 0,0 1 0,0-1 0,-2 7 0,-3 13 0,1 0 0,2 1 0,0 0 0,1 0 0,2 0 0,2 38 0,3-21 0,1 1 0,2-1 0,14 41 0,-11-51-1365,-1-6-5461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12 190 24575,'-1'0'0,"0"-1"0,1 1 0,-1 0 0,1 0 0,-1 0 0,1-1 0,-1 1 0,1 0 0,-1-1 0,1 1 0,-1 0 0,1-1 0,0 1 0,-1 0 0,1-1 0,-1 1 0,1-1 0,0 1 0,0-1 0,-1 1 0,1-1 0,0 1 0,0-1 0,-1 1 0,1-1 0,0 1 0,0-1 0,0 0 0,0 1 0,0-1 0,0 1 0,0-1 0,0 1 0,0-1 0,0 0 0,0 1 0,0-1 0,0 1 0,1-1 0,-1 1 0,0-1 0,0 1 0,1-1 0,-1 1 0,0-1 0,1 1 0,-1-1 0,0 1 0,1 0 0,-1-1 0,1 1 0,0-1 0,5-2 0,1 0 0,0 1 0,-1 0 0,1 0 0,0 1 0,1-1 0,13 1 0,4-2 0,80-23 0,-79 19 0,-25 7 0,0-1 0,-1 1 0,1 0 0,-1 0 0,1 0 0,-1 0 0,1 0 0,-1 0 0,1 1 0,0-1 0,-1 0 0,1 0 0,-1 0 0,1 0 0,-1 1 0,1-1 0,-1 0 0,1 0 0,-1 1 0,1-1 0,-1 0 0,0 1 0,1-1 0,-1 1 0,1-1 0,-1 0 0,0 1 0,1-1 0,-1 1 0,0-1 0,0 1 0,1-1 0,-1 1 0,0-1 0,0 1 0,0-1 0,0 1 0,0 0 0,0-1 0,0 1 0,0-1 0,0 1 0,0-1 0,0 1 0,0-1 0,0 2 0,-4 36 0,2-26 0,0 7 0,1-1 0,0 1 0,2 0 0,2 18 0,-3-33 0,1 0 0,0 0 0,0 0 0,0 0 0,0 0 0,1 0 0,-1 0 0,1 0 0,0-1 0,0 1 0,0 0 0,1-1 0,-1 0 0,1 0 0,0 0 0,0 0 0,0 0 0,0 0 0,1-1 0,-1 1 0,0-1 0,1 0 0,0 0 0,6 2 0,-8-4 0,0 1 0,1 0 0,-1-1 0,1 0 0,-1 1 0,1-1 0,-1 0 0,1-1 0,-1 1 0,1 0 0,-1-1 0,1 1 0,-1-1 0,1 0 0,-1 1 0,0-1 0,4-3 0,-2 2 0,0-1 0,0 0 0,-1 0 0,1 0 0,-1-1 0,0 1 0,0-1 0,4-8 0,0 1 0,-2 0 0,0-1 0,0 1 0,-1-1 0,-1 0 0,3-16 0,-1-8 0,-2 0 0,-4-71 0,4 136 0,1 0 0,1 0 0,1 0 0,2-1 0,0 0 0,2-1 0,17 33 0,-25-56 0,0-1 0,0 1 0,0-1 0,1 0 0,-1 1 0,1-1 0,0-1 0,0 1 0,0 0 0,0-1 0,1 1 0,-1-1 0,1 0 0,-1 0 0,1 0 0,0-1 0,5 2 0,-5-2 0,0-1 0,1 1 0,-1-1 0,1 0 0,-1-1 0,0 1 0,1-1 0,-1 0 0,0 0 0,1 0 0,-1 0 0,0-1 0,0 0 0,0 0 0,7-4 0,-1-1 0,-1-1 0,1 0 0,-1 0 0,-1 0 0,0-1 0,0-1 0,-1 1 0,10-17 0,-3 2 0,-1 0 0,15-43 0,-25 58 0,-1 0 0,1 0 0,-1 0 0,-1 0 0,1-19 0,-2 25 0,0 0 0,0 0 0,0 0 0,0 1 0,-1-1 0,1 0 0,-1 0 0,0 0 0,0 1 0,0-1 0,0 0 0,0 1 0,-1-1 0,1 1 0,-1-1 0,0 1 0,1 0 0,-1 0 0,0-1 0,0 1 0,-1 1 0,1-1 0,-3-2 0,4 3 0,0 1 0,-1-1 0,1 1 0,0-1 0,0 1 0,0 0 0,0-1 0,0 1 0,-1 0 0,1 0 0,0 0 0,0 0 0,-1 0 0,1 0 0,0 0 0,0 0 0,0 0 0,0 1 0,-1-1 0,1 0 0,0 1 0,0-1 0,0 1 0,0 0 0,0-1 0,0 1 0,0 0 0,0-1 0,0 1 0,0 0 0,0 0 0,1 0 0,-1 0 0,0 0 0,0 0 0,1 0 0,-1 0 0,1 0 0,-1 0 0,1 0 0,-1 0 0,1 2 0,-2 2 0,1 0 0,-1 0 0,1 0 0,0 0 0,1 0 0,-1 0 0,1 0 0,1 10 0,0-6 0,2 1 0,-1-1 0,1 0 0,1 1 0,0-1 0,0-1 0,1 1 0,7 11 0,55 63 0,-24-31 0,-38-46 0,-1 0 0,1 1 0,-1-1 0,-1 1 0,6 13 0,-8-18 0,-1-1 0,1 1 0,-1-1 0,0 1 0,1-1 0,-1 1 0,0-1 0,0 1 0,0 0 0,-1-1 0,1 1 0,0-1 0,-1 1 0,1-1 0,-1 1 0,1-1 0,-1 1 0,1-1 0,-1 0 0,0 1 0,0-1 0,0 0 0,0 1 0,0-1 0,0 0 0,0 0 0,0 0 0,0 0 0,-1 0 0,1 0 0,0 0 0,-1-1 0,1 1 0,-3 1 0,-3 0-85,1 1 0,-1-1-1,0 0 1,1-1 0,-1 0-1,0 0 1,0 0 0,0-1-1,0 0 1,1 0 0,-1-1-1,0 0 1,0 0 0,0 0-1,-8-4 1,-4-3-6741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36 24575,'-3'-3'0,"-3"-1"0,-5 1 0,1-3 0,4 0 0,9 0 0,7 3 0,8 0 0,7 2 0,-1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24575,'-3'3'0,"-4"1"0,-3 0 0,-1 2 0,5 0 0,6-1 0,13-1 0,9-2 0,10-1 0,8 0 0,10-4 0,5-4 0,-7-1-8191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24 24575,'0'-3'0,"-3"-1"0,-1-2 0,-3-1 0,0 4 0,4 5 0,2 6 0,2 4 0,4 6 0,0 3 0,0 4 0,-1 1 0,-1 1 0,-2-4-8191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1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24575,'0'-3'0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1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24575,'0'-3'0,"0"2"0,0 4 0,0 8 0,0 7 0,0 7 0,0 5 0,3 7 0,1-4-8191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39 24575,'1'-1'0,"-1"-1"0,1 1 0,-1 0 0,1 0 0,-1 0 0,1 0 0,-1 0 0,1 0 0,0 0 0,0 0 0,0 0 0,0 0 0,0 0 0,0 0 0,0 0 0,0 1 0,0-1 0,0 0 0,0 1 0,0-1 0,0 1 0,2-1 0,27-9 0,-21 8 0,0 1 0,0 0 0,-1 1 0,1 0 0,0 0 0,0 1 0,0 0 0,0 1 0,0 0 0,-1 0 0,16 7 0,-18-7 0,0 1 0,-1 0 0,1 0 0,-1 0 0,0 0 0,0 1 0,0 0 0,-1 0 0,0 0 0,1 1 0,-1 0 0,0-1 0,-1 1 0,0 1 0,1-1 0,-2 0 0,1 1 0,2 6 0,-4-9 0,-1 0 0,0 0 0,0 1 0,0-1 0,0 0 0,0 0 0,0 0 0,-1 0 0,0 1 0,1-1 0,-1 0 0,0 0 0,-1 0 0,1 0 0,0-1 0,-1 1 0,0 0 0,1-1 0,-1 1 0,0-1 0,-1 1 0,1-1 0,0 0 0,-1 0 0,-4 4 0,-3 1 0,-1 0 0,1 0 0,-2-1 0,1 0 0,-15 4 0,10-4 0,-1-1 0,0-1 0,-35 4 0,42-7 0,0 0 0,-1-1 0,1 0 0,0-1 0,0-1 0,0 1 0,0-1 0,-11-4 0,18 5 0,1 0 0,-1 0 0,1 0 0,-1 0 0,1-1 0,0 1 0,-1 0 0,1-1 0,0 0 0,0 0 0,0 1 0,0-1 0,0 0 0,1-1 0,-1 1 0,1 0 0,-1 0 0,1-1 0,0 1 0,0-1 0,0 1 0,0-1 0,0 1 0,1-1 0,-1 1 0,1-1 0,-1 0 0,1 0 0,0 1 0,0-1 0,1 0 0,-1 1 0,0-1 0,1 0 0,-1 1 0,1-1 0,0 1 0,1-3 0,2-5 0,0 1 0,1 0 0,0 0 0,0 1 0,1 0 0,0-1 0,1 2 0,13-14 0,-11 13 0,1 1 0,0 0 0,0 0 0,1 1 0,21-9 0,-26 12 0,1 1 0,0 0 0,0 0 0,1 0 0,-1 1 0,0 0 0,1 1 0,-1-1 0,0 2 0,15 1 0,-20-2 16,0 1-1,0-1 1,0 1-1,0 0 1,0-1-1,0 1 1,0 0-1,0 0 1,-1 1-1,1-1 1,0 0-1,-1 1 1,1-1-1,-1 1 1,1-1-1,-1 1 1,0 0 0,1-1-1,-1 1 1,0 0-1,1 2 1,-1 0-172,0 0 1,0-1 0,0 1 0,0 0 0,-1 0 0,0 0 0,0-1-1,0 1 1,0 0 0,-1 6 0,-3 9-6671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6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24575,'5'1'0,"-1"1"0,1-1 0,-1 1 0,0 0 0,0 1 0,1-1 0,-2 1 0,1 0 0,0 0 0,-1 0 0,5 5 0,-3-3 0,20 18 0,-2 1 0,-1 0 0,-1 2 0,-1 1 0,-1 1 0,-1 0 0,-2 1 0,-1 1 0,-1 1 0,18 61 0,-26-70 0,-2 0 0,0 1 0,-1 0 0,-2-1 0,0 1 0,-1 0 0,-5 28 0,2-32 0,-1-1 0,-1 1 0,0-1 0,-2 0 0,0 0 0,-1-1 0,0 0 0,-2 0 0,-15 21 0,14-24-85,0 1 0,-1-2-1,-1 0 1,0 0 0,-1-1-1,0-1 1,-1 0 0,0-1-1,-1-1 1,0 0 0,0-1-1,-1-1 1,0 0 0,0-1-1,-24 4 1,5-5-6741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 24575,'-1'-1'0,"1"1"0,0 0 0,0-1 0,0 1 0,1-1 0,-1 1 0,0 0 0,0-1 0,0 1 0,0-1 0,0 1 0,0 0 0,0-1 0,1 1 0,-1 0 0,0-1 0,0 1 0,1 0 0,-1-1 0,0 1 0,0 0 0,1 0 0,-1-1 0,0 1 0,1 0 0,-1 0 0,0-1 0,1 1 0,-1 0 0,0 0 0,1 0 0,15 1 0,13 13 0,-17-5 0,-1 1 0,1 1 0,-2 0 0,1 1 0,-2 0 0,0 0 0,0 1 0,-1 0 0,0 1 0,10 26 0,-5-3 0,-1 1 0,-1 0 0,5 42 0,-7-24 0,-4-1 0,-1 1 0,-3 0 0,-2 0 0,-13 80 0,7-93 0,-2 0 0,-2-1 0,-2 0 0,-2-1 0,-1-1 0,-2 0 0,-36 57 0,47-86-114,0 0 1,-1-1-1,0 0 0,0 0 0,-1 0 1,-1-1-1,1-1 0,-1 0 0,-1 0 1,0-1-1,-13 7 0,-8-2-6712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0 24575,'-2'280'0,"4"318"0,7-371 0,0 99 0,-44 563 0,-58 165 0,78-936 0,-64 715 0,56-230 0,15-421 0,-1 125 0,9-284-227,0 1-1,-2 0 1,-1-1-1,0 1 1,-8 26-1,6-39-6598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24575,'-3'0'0,"-3"0"0,1 3 0,5 1 0,6 3 0,4 3 0,7 3 0,6 5 0,2 2 0,3 2 0,2-1 0,3-1 0,1-4 0,-5-4-8191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1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108 120 24575,'3'-6'0,"4"-2"0,1-5 0,2-4 0,2-2 0,2 0 0,-1-1 0,-4 7 0,-2 8 0,-3 8 0,-5 7 0,-5 4 0,-8 6 0,-6 2 0,-10 4 0,-9 0 0,-5 2 0,3-4-8191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33 24575,'-1'-3'0,"1"1"0,-1-1 0,0 1 0,0-1 0,0 1 0,0 0 0,0-1 0,-2-2 0,3 5 0,0-1 0,-1 1 0,1-1 0,0 1 0,0 0 0,0-1 0,0 1 0,0 0 0,-1-1 0,1 1 0,0 0 0,0 0 0,0-1 0,-1 1 0,1 0 0,0 0 0,-1-1 0,1 1 0,0 0 0,0 0 0,-1 0 0,1-1 0,0 1 0,-1 0 0,1 0 0,0 0 0,-1 0 0,1 0 0,-1 0 0,1 0 0,0 0 0,-1 0 0,1 0 0,0 0 0,-1 0 0,1 0 0,0 0 0,-1 0 0,1 0 0,0 0 0,-1 0 0,1 0 0,0 1 0,-1-1 0,1 0 0,0 0 0,-1 0 0,1 1 0,0-1 0,0 0 0,-1 0 0,1 1 0,0-1 0,0 0 0,-1 0 0,1 1 0,0-1 0,0 0 0,0 1 0,0-1 0,-1 0 0,1 1 0,0-1 0,0 0 0,0 1 0,0 0 0,-4 17 0,1 0 0,0 0 0,2 1 0,0-1 0,2 32 0,0-3 0,1 1524-2695,18-486 1973,17-518 412,-15-283 402,-16-60 1838,-2-64-268,-4-159-1660,0 1-1,0 0 1,0-1 0,0 1 0,0 0-1,1-1 1,-1 1 0,1 0-1,-1-1 1,1 1 0,0-1 0,-1 1-1,1-1 1,0 0 0,0 1-1,0-1 1,0 0 0,0 0 0,0 1-1,1-1 1,-1 0 0,0 0-1,1 0 1,-1 0 0,0-1 0,1 1-1,-1 0 1,1 0 0,0-1 0,1 1-1,5 0-2,0 0 0,-1 0-1,1-1 1,-1 0 0,12-2 0,2 1-2,915 3-1315,-5 42-1222,140 5 867,-1027-48 1713,306 3-965,-6-27 788,-231 3-91,-28-1-1182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70 24575,'-8'-3'0,"1"-1"0,0 0 0,0 0 0,1-1 0,-1 0 0,1 0 0,0 0 0,0-1 0,-5-6 0,11 11 0,0 1 0,0 0 0,0-1 0,0 1 0,0-1 0,0 1 0,0-1 0,0 1 0,0 0 0,0-1 0,0 1 0,0-1 0,0 1 0,0-1 0,0 1 0,1 0 0,-1-1 0,0 1 0,0-1 0,0 1 0,1 0 0,-1-1 0,0 1 0,0 0 0,1-1 0,-1 1 0,0 0 0,1 0 0,-1-1 0,0 1 0,1 0 0,-1 0 0,1-1 0,-1 1 0,0 0 0,1 0 0,-1 0 0,1 0 0,-1 0 0,0 0 0,1 0 0,-1-1 0,1 1 0,-1 0 0,1 1 0,26-5 0,-24 4 0,346 2-1,-232 2-185,2013 26-5441,-1654-31 5183,428 1-694,-846 1 1283,56-1 548,182 23 1,-286-22-476,-1 1 0,1 0 0,0 1 0,-1 0 0,1 0 0,8 6 0,-16-8-118,0 0-1,0 0 1,0 1-1,0-1 1,-1 1 0,1-1-1,0 1 1,-1 0 0,1-1-1,-1 1 1,0 0-1,0 0 1,0 0 0,0 0-1,0 0 1,0 0 0,0 1-1,0-1 1,-1 0 0,1 0-1,-1 1 1,0-1-1,0 0 1,0 0 0,0 1-1,0-1 1,0 0 0,0 1-1,-1-1 1,0 3-1,-7 18 93,-1 0 0,-1 0 0,0-1 0,-2-1 0,-16 23 0,-3 7-94,-7 20-86,3 2-1,-48 144 0,49-101-95,-23 152-1,23-21-84,10 1 0,11 0 0,36 470 0,24 61 89,-46-675 377,-6-1 0,-21 128 0,24-220-297,1 0 0,-2 0 0,0 0 0,0 0 0,-1-1 0,0 1 0,-1-1 0,0 0 0,-13 18 0,6-10 0,1 0 0,1 0 0,0 1 0,-7 20 0,-16 34 0,21-55-1365,1-5-5461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209 109 24575,'0'-2'0,"0"1"0,-1 0 0,1 0 0,0-1 0,-1 1 0,1 0 0,-1 0 0,1-1 0,-1 1 0,0 0 0,0 0 0,1 0 0,-1 0 0,0 0 0,0 0 0,0 0 0,0 0 0,0 0 0,0 1 0,0-1 0,0 0 0,-1 1 0,1-1 0,0 1 0,0-1 0,0 1 0,-1-1 0,1 1 0,0 0 0,-1 0 0,1 0 0,-3-1 0,-1 1 0,0 0 0,0-1 0,0 2 0,0-1 0,0 0 0,0 1 0,-7 2 0,4 0 0,1 0 0,-1 1 0,1 1 0,-1-1 0,1 1 0,0 0 0,1 1 0,-1-1 0,1 2 0,0-1 0,1 0 0,0 1 0,0 0 0,0 0 0,1 1 0,-1-1 0,2 1 0,-1 0 0,1 0 0,1 0 0,0 1 0,-3 15 0,3-14 0,1-1 0,0 1 0,0 0 0,1-1 0,0 1 0,1 0 0,0-1 0,1 1 0,0 0 0,0-1 0,1 0 0,0 0 0,1 0 0,0 0 0,0 0 0,1-1 0,0 1 0,1-1 0,0-1 0,7 9 0,-3-8 0,0 0 0,1-1 0,0 0 0,0-1 0,0 0 0,1-1 0,0 0 0,0-1 0,0 0 0,0-1 0,1-1 0,-1 0 0,1 0 0,0-1 0,-1-1 0,1 0 0,0-1 0,24-4 0,-25 3 0,1-1 0,0 0 0,-1 0 0,1-2 0,-1 1 0,0-2 0,0 0 0,-1 0 0,0-1 0,0 0 0,0-1 0,-1 0 0,0-1 0,-1 0 0,0 0 0,0-1 0,-1 0 0,9-16 0,-12 17 0,0-1 0,-1 0 0,-1 0 0,1-1 0,-2 1 0,1-1 0,-1 1 0,-1-1 0,0 0 0,-1 0 0,0 0 0,0 1 0,-1-1 0,-1 0 0,0 0 0,0 1 0,-1-1 0,0 1 0,-1 0 0,0 0 0,-1 0 0,0 0 0,0 1 0,-1 0 0,0 0 0,-1 0 0,0 1 0,0 0 0,-1 1 0,0-1 0,0 1 0,-1 1 0,0-1 0,0 2 0,0-1 0,-1 1 0,0 1 0,0 0 0,0 0 0,0 1 0,-18-4 0,-14 5-1365,6 4-5461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 24575,'-1'0'0,"1"0"0,0 0 0,0 1 0,0-1 0,0 0 0,0 0 0,0 0 0,-1 0 0,1 0 0,0 0 0,0 0 0,0 0 0,0 0 0,-1 0 0,1 0 0,0 0 0,0 0 0,0 0 0,0 0 0,-1 0 0,1 0 0,0 0 0,0 0 0,0 0 0,0 0 0,-1 0 0,1 0 0,0 0 0,0 0 0,0 0 0,0 0 0,0-1 0,-1 1 0,1 0 0,0 0 0,0 0 0,0 0 0,0 0 0,0 0 0,0-1 0,0 1 0,0 0 0,-1 0 0,1 0 0,0 0 0,0 0 0,0-1 0,0 1 0,0 0 0,0 0 0,0 0 0,0 0 0,0-1 0,0 1 0,0 0 0,0 0 0,0 0 0,0 0 0,0-1 0,0 1 0,0 0 0,0 0 0,0 0 0,1-1 0,-8 15 0,5 7 0,2 1 0,1-1 0,0 0 0,2 0 0,9 38 0,-3-9 0,10 69-682,4 235-1,-23-334-6143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348 106 24575,'-1'0'0,"-1"-1"0,1 1 0,-1 0 0,1 0 0,-1-1 0,1 1 0,-1-1 0,1 0 0,-1 1 0,1-1 0,0 0 0,-1 0 0,1 0 0,0 0 0,0 0 0,0 0 0,0 0 0,0 0 0,-2-3 0,-16-30 0,2 3 0,15 29 0,0 0 0,0 0 0,0 0 0,0 0 0,0 1 0,0-1 0,-1 1 0,1-1 0,-1 1 0,1 0 0,-1 0 0,0 0 0,1 0 0,-1 0 0,0 1 0,0-1 0,-3 0 0,0 1 0,0 1 0,1-1 0,-1 1 0,1 0 0,0 0 0,-1 0 0,1 1 0,-8 3 0,0 2 0,-1 0 0,1 1 0,1 0 0,0 1 0,-19 18 0,17-14 0,2 0 0,-21 28 0,30-36 0,0-1 0,0 1 0,0-1 0,1 1 0,0 0 0,0 0 0,0 0 0,0 0 0,1 1 0,0-1 0,0 0 0,1 1 0,-1-1 0,1 8 0,1-11 0,-1 0 0,0 0 0,1 1 0,0-1 0,0 0 0,-1 0 0,1 0 0,0 0 0,1 0 0,-1 0 0,0 0 0,0 0 0,1 0 0,-1 0 0,1-1 0,0 1 0,0-1 0,2 3 0,-1-2 0,1-1 0,0 1 0,-1-1 0,1 1 0,0-1 0,0 0 0,0 0 0,0-1 0,8 1 0,-3-1 0,1 0 0,0-1 0,0 0 0,0-1 0,-1 0 0,1 0 0,17-8 0,-14 3 0,0 0 0,0-1 0,-1 0 0,0-1 0,0 0 0,-1-1 0,13-14 0,5-11 0,26-39 0,-38 49 0,-17 26 0,0-1 0,0 0 0,0 0 0,0 1 0,0-1 0,0 0 0,0 0 0,0 0 0,1 1 0,-1-1 0,0 0 0,0 0 0,0 1 0,0-1 0,0 0 0,1 0 0,-1 0 0,0 0 0,0 1 0,0-1 0,0 0 0,1 0 0,-1 0 0,0 0 0,0 0 0,1 1 0,-1-1 0,0 0 0,0 0 0,0 0 0,1 0 0,-1 0 0,0 0 0,0 0 0,1 0 0,-1 0 0,0 0 0,0 0 0,1 0 0,-1 0 0,0 0 0,0 0 0,1 0 0,-1 0 0,0 0 0,0-1 0,1 1 0,-1 0 0,0 0 0,0 0 0,0 0 0,1 0 0,-1-1 0,0 1 0,0 0 0,0 0 0,0 0 0,1-1 0,-2 26 0,1-23 0,-8 65 193,4-48-388,2 0 0,0 0 0,1 1 1,1-1-1,0 0 0,2 0 1,5 31-1,0-29-6631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2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51 24575,'1'0'0,"0"-1"0,-1 0 0,1 0 0,0 0 0,0 1 0,-1-1 0,1 0 0,0 0 0,-1 0 0,1 0 0,-1 0 0,1 0 0,-1 0 0,1 0 0,-1 0 0,0 0 0,0-1 0,1 1 0,-1 0 0,0 0 0,0 0 0,0 0 0,0 0 0,-1-1 0,1 1 0,0 0 0,0 0 0,-1 0 0,1 0 0,0 0 0,-1 0 0,1 0 0,-1 0 0,0-1 0,-1 0 0,1 1 0,0 0 0,0 0 0,-1 0 0,1 0 0,0 0 0,-1 0 0,1 0 0,-1 1 0,1-1 0,-1 0 0,1 1 0,-1-1 0,0 1 0,1 0 0,-1-1 0,0 1 0,1 0 0,-1 0 0,0 0 0,1 0 0,-1 0 0,-1 1 0,-4 1 0,1 0 0,0 1 0,0 0 0,1 0 0,-1 0 0,0 0 0,1 1 0,0 0 0,0 0 0,0 1 0,1 0 0,-1-1 0,1 1 0,0 1 0,0-1 0,1 1 0,0-1 0,0 1 0,0 0 0,0 0 0,1 0 0,0 1 0,-1 8 0,2-10 0,0 0 0,0-1 0,1 1 0,0 0 0,0 0 0,0 0 0,0 0 0,1 0 0,0 0 0,0 0 0,0-1 0,1 1 0,3 8 0,-3-10 0,0 1 0,0-1 0,1 0 0,0 0 0,-1 0 0,1-1 0,0 1 0,0-1 0,0 1 0,0-1 0,1 0 0,-1 0 0,1 0 0,-1-1 0,1 1 0,0-1 0,0 0 0,-1 0 0,6 1 0,50 3-1365,-30-5-5461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24575,'5'-17'0,"-1"0"0,-1 0 0,-1-1 0,0-24 0,-1 23 0,0 1 0,1 0 0,7-27 0,-7 43 0,1 10 0,1 13 0,-4-19 0,10 95-278,-5 148-1,-5-200-529,0-2-6018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24575,'0'-1'0,"0"1"0,0-1 0,0 0 0,1 1 0,-1-1 0,0 1 0,1-1 0,-1 1 0,0-1 0,1 0 0,-1 1 0,1 0 0,-1-1 0,1 1 0,-1-1 0,1 1 0,-1 0 0,1-1 0,-1 1 0,1 0 0,-1-1 0,1 1 0,0 0 0,-1 0 0,1 0 0,0-1 0,0 1 0,21-3 0,-19 3 0,168-24 0,-153 21 0,-16 3 0,0 0 0,-1 0 0,1-1 0,0 1 0,0 1 0,-1-1 0,1 0 0,0 0 0,-1 1 0,1-1 0,0 0 0,-1 1 0,1 0 0,-1-1 0,1 1 0,-1 0 0,1 0 0,-1 0 0,0 0 0,1 0 0,-1 0 0,0 0 0,0 1 0,0-1 0,0 0 0,0 1 0,0-1 0,0 0 0,0 1 0,0 0 0,-1-1 0,1 1 0,0-1 0,-1 1 0,1 2 0,1 6 0,0 1 0,-1-1 0,0 1 0,-1 15 0,0-17 0,-2 94-1365,2-85-5461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35 24575,'-9'10'0,"0"1"0,1-1 0,0 2 0,1-1 0,0 1 0,1 1 0,0-1 0,1 1 0,0 0 0,1 0 0,1 0 0,-4 27 0,7-36 0,0 0 0,0 1 0,0-1 0,0 0 0,1 0 0,0 0 0,0 0 0,0 0 0,0 0 0,1 0 0,-1-1 0,1 1 0,0 0 0,0-1 0,0 1 0,1-1 0,4 6 0,-5-8 0,-1 1 0,1-1 0,0 1 0,0-1 0,0 0 0,0 0 0,0 0 0,1 0 0,-1 0 0,0 0 0,0-1 0,1 1 0,-1-1 0,0 1 0,1-1 0,-1 0 0,0 0 0,1 0 0,-1 0 0,0 0 0,1-1 0,-1 1 0,0-1 0,0 0 0,1 1 0,-1-1 0,0 0 0,0 0 0,0 0 0,0-1 0,4-2 0,1-1 0,0-1 0,0 0 0,-1-1 0,0 1 0,0-1 0,-1 0 0,1-1 0,-1 0 0,-1 1 0,0-1 0,6-15 0,-8 16 0,0 1 0,0 0 0,0-1 0,-1 1 0,0-1 0,0 1 0,-1-1 0,1 0 0,-1 1 0,-1-1 0,0 0 0,0 1 0,0-1 0,0 1 0,-1 0 0,-4-11 0,0 7 0,1 1 0,-1 0 0,-11-14 0,16 21 0,0 0 0,-1 1 0,0-1 0,1 0 0,-1 1 0,0-1 0,0 1 0,0-1 0,0 1 0,0 0 0,0 0 0,0 0 0,0 0 0,-1 0 0,1 0 0,0 1 0,-1-1 0,1 1 0,0-1 0,-1 1 0,1 0 0,-4 0 0,5 0 0,-1 1 0,1-1 0,0 1 0,0-1 0,0 1 0,0-1 0,0 1 0,0-1 0,0 1 0,0 0 0,0 0 0,0-1 0,0 1 0,0 0 0,0 0 0,1 0 0,-1 0 0,0 0 0,1 0 0,-1 0 0,1 0 0,-1 1 0,1-1 0,-1 0 0,1 0 0,0 0 0,0 0 0,-1 1 0,1-1 0,0 0 0,0 0 0,0 0 0,0 1 0,1-1 0,-1 0 0,0 0 0,0 0 0,1 1 0,-1-1 0,1 1 0,0 1 0,0 0 0,0 0 0,0-1 0,1 1 0,-1-1 0,1 1 0,-1-1 0,1 1 0,0-1 0,0 0 0,0 0 0,0 0 0,0 0 0,1 0 0,-1 0 0,3 1 0,2-1 0,0-1 0,0 1 0,-1-1 0,1-1 0,0 1 0,0-1 0,0-1 0,0 1 0,0-1 0,0 0 0,0-1 0,12-4 0,-12 4 0,-1 0 0,0 0 0,1 1 0,-1 0 0,1 0 0,0 0 0,-1 1 0,1 0 0,0 1 0,-1-1 0,1 1 0,-1 0 0,12 4 0,-16-4 0,0 0 0,-1 0 0,1 0 0,0 0 0,-1 1 0,1-1 0,-1 1 0,1-1 0,-1 1 0,0-1 0,0 1 0,0 0 0,0-1 0,0 1 0,0 0 0,0 0 0,0 0 0,-1 0 0,1 0 0,-1 0 0,1 3 0,0 5 0,-1 0 0,0 0 0,-1 13 0,0 12 0,1-35 0,0 0 0,0 0 0,1 1 0,-1-1 0,0 0 0,0 0 0,0 0 0,0 0 0,0 1 0,0-1 0,0 0 0,0 0 0,0 0 0,0 0 0,1 1 0,-1-1 0,0 0 0,0 0 0,0 0 0,0 0 0,0 0 0,1 0 0,-1 0 0,0 0 0,0 1 0,0-1 0,0 0 0,1 0 0,-1 0 0,0 0 0,0 0 0,0 0 0,0 0 0,1 0 0,-1 0 0,0 0 0,0 0 0,0 0 0,1 0 0,-1 0 0,0 0 0,0 0 0,0-1 0,0 1 0,1 0 0,-1 0 0,0 0 0,0 0 0,0 0 0,0 0 0,0 0 0,1 0 0,-1-1 0,0 1 0,0 0 0,0 0 0,0 0 0,11-10 0,-10 9 0,20-20 0,-1 0 0,0 2 0,27-21 0,-41 36 0,1 0 0,-1 0 0,1 0 0,-1 1 0,1 0 0,0 0 0,0 0 0,0 1 0,1 0 0,-1 1 0,0 0 0,1 0 0,9 0 0,-16 1 0,1 0 0,0 0 0,0 0 0,0 1 0,-1-1 0,1 1 0,0-1 0,0 1 0,-1-1 0,1 1 0,0 0 0,-1 0 0,1 0 0,-1 0 0,1 0 0,-1 0 0,0 0 0,0 1 0,1-1 0,-1 0 0,0 1 0,0-1 0,0 1 0,0-1 0,0 1 0,0 0 0,-1-1 0,1 1 0,-1 0 0,1-1 0,-1 1 0,1 0 0,-1 0 0,0 0 0,0-1 0,0 1 0,0 4 0,-1 4 0,0-1 0,-1 1 0,0 0 0,0 0 0,-6 13 0,-6 13-1365,0-2-5461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3613 0 24575,'-5'1'0,"-1"0"0,1 1 0,0-1 0,0 1 0,-1 0 0,1 1 0,0-1 0,1 1 0,-7 4 0,-10 6 0,-306 124 0,-12-25 0,285-95 0,-580 167 0,57-18 0,10 35 0,154-17 0,323-139 0,3 5 0,-121 89 0,173-110 0,0 1 0,2 2 0,-52 65 0,79-89-151,-1 0-1,2 0 0,-1 1 0,1 0 1,0 0-1,1 0 0,0 0 1,-4 15-1,8-15-6674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3893 29 24575,'0'-2'0,"1"0"0,-1 1 0,1-1 0,-1 0 0,1 0 0,0 1 0,0-1 0,0 1 0,0-1 0,0 1 0,0-1 0,0 1 0,1 0 0,1-2 0,7-1 0,-10 5 0,1-1 0,-1 0 0,1 1 0,-1-1 0,0 0 0,1 1 0,-1-1 0,0 1 0,0-1 0,0 1 0,1-1 0,-1 1 0,0-1 0,0 1 0,0-1 0,0 1 0,0-1 0,0 1 0,0-1 0,0 1 0,0-1 0,0 1 0,0-1 0,0 1 0,0 0 0,-21 206 0,11-121 0,-7 60 0,-6 0 0,-46 155 0,-60 54 0,125-346 0,-35 90 0,-4-2 0,-67 110 0,64-139 0,-3-3 0,-3-2 0,-2-2 0,-3-2 0,-3-3 0,-78 57 0,-34 16 0,-364 203 0,323-217 0,-377 179 0,207-165 0,-9-27 0,136-37 0,-178 58 0,432-123-91,1 1 0,-1-1 0,1 1 0,-1-1 0,1 0 0,-1 0 0,1 1 0,-1-1 0,1 0 0,-1-1 0,1 1 0,-1 0 0,1 0 0,-3-1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56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10 24575,'0'0'0,"1"0"0,-1-1 0,0 1 0,0 0 0,0-1 0,0 1 0,0 0 0,0 0 0,0-1 0,0 1 0,0 0 0,0-1 0,0 1 0,0 0 0,0 0 0,0-1 0,0 1 0,0 0 0,0-1 0,0 1 0,-1 0 0,1 0 0,0-1 0,0 1 0,0 0 0,0 0 0,-1-1 0,1 1 0,0 0 0,0 0 0,0 0 0,-1-1 0,1 1 0,0 0 0,0 0 0,-1 0 0,1 0 0,-1-1 0,-8 11 0,-12 27 0,19-32 0,-14 26 0,2 0 0,-11 36 0,21-56 0,1 1 0,0 0 0,1 1 0,0-1 0,1 0 0,0 0 0,1 1 0,1-1 0,2 16 0,-1-21 25,0 0-1,0-1 0,1 1 1,-1-1-1,2 1 1,-1-1-1,1 0 0,0-1 1,0 1-1,0 0 0,1-1 1,0 0-1,8 7 1,-2-4-310,0 0 1,1-1-1,0 0 1,0 0-1,24 8 1,-1-3-6542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295 161 24575,'1'0'0,"1"0"0,0-1 0,0 1 0,-1-1 0,1 0 0,0 1 0,-1-1 0,1 0 0,-1 0 0,1 0 0,-1 0 0,1 0 0,1-3 0,20-20 0,-13 13 0,-5 6 0,0-1 0,0 1 0,-1-1 0,0 0 0,0 0 0,0 0 0,2-8 0,-5 13 0,-1-1 0,1 1 0,-1 0 0,1-1 0,-1 1 0,0-1 0,1 1 0,-1-1 0,0 1 0,0-1 0,0 1 0,-1-1 0,1 1 0,0 0 0,0-1 0,-1 1 0,1-1 0,-1 1 0,1-1 0,-1 1 0,0 0 0,1 0 0,-1-1 0,0 1 0,0 0 0,0 0 0,0 0 0,0 0 0,0 0 0,0 0 0,0 0 0,-1 0 0,1 0 0,0 1 0,-1-1 0,1 0 0,0 1 0,-1-1 0,1 1 0,0-1 0,-3 1 0,-8-3 0,0 0 0,0 1 0,0 1 0,-1 0 0,1 0 0,0 1 0,-1 1 0,-16 2 0,4 2 0,1 0 0,-1 2 0,-24 10 0,40-13 0,0-1 0,0 2 0,0 0 0,0 0 0,1 0 0,0 1 0,0 0 0,-13 14 0,18-17 0,1-1 0,0 1 0,0 0 0,0 0 0,0 0 0,1 0 0,-1 1 0,1-1 0,0 0 0,0 1 0,0-1 0,0 0 0,1 1 0,-1-1 0,1 1 0,0-1 0,0 1 0,0 0 0,0-1 0,1 1 0,0-1 0,-1 1 0,1-1 0,0 0 0,1 1 0,-1-1 0,1 0 0,1 4 0,2 0 0,0 0 0,0-1 0,1 1 0,0-1 0,0 0 0,0 0 0,1-1 0,-1 0 0,1 0 0,1-1 0,-1 0 0,10 4 0,13 5 0,55 14 0,-80-25 0,47 10 0,-36-9 0,0 0 0,0 2 0,0-1 0,-1 2 0,1 0 0,26 16 0,-41-22 0,0 1 0,1 0 0,-1 0 0,0 0 0,0 0 0,1 0 0,-1 0 0,0 0 0,0 0 0,0 1 0,-1-1 0,1 0 0,0 1 0,0-1 0,-1 0 0,1 1 0,0-1 0,-1 1 0,0-1 0,1 1 0,-1-1 0,0 1 0,0 1 0,0-1 0,-1 0 0,1-1 0,-1 1 0,0-1 0,0 1 0,0 0 0,0-1 0,0 1 0,0-1 0,0 0 0,0 1 0,0-1 0,-1 0 0,1 0 0,-1 0 0,-2 2 0,-5 2 0,-1 0 0,0 0 0,0-1 0,-1 0 0,-12 2 0,4-1-151,-1-2-1,0 0 0,0-1 0,0-1 1,1-1-1,-1-1 0,0-1 1,-37-7-1,30 1-6674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 24575,'-2'0'0,"0"0"0,0 1 0,0-1 0,1 0 0,-1 0 0,0 1 0,0-1 0,0 1 0,1 0 0,-1-1 0,0 1 0,1 0 0,-1 0 0,1 0 0,-1 0 0,1 0 0,-1 1 0,1-1 0,-2 2 0,1 0 0,0 0 0,1 0 0,-1 0 0,1 0 0,-1 0 0,1 0 0,0 1 0,0-1 0,-1 6 0,1 1 0,0 0 0,1 0 0,0 0 0,1 0 0,-1 0 0,4 12 0,-1-12 0,1 1 0,0-1 0,1 0 0,0-1 0,0 1 0,1-1 0,1 0 0,-1 0 0,1-1 0,1 0 0,-1 0 0,1 0 0,1-1 0,-1-1 0,1 1 0,1-1 0,-1-1 0,1 0 0,0 0 0,0-1 0,0 0 0,1-1 0,-1 0 0,1-1 0,14 2 0,-22-4 0,1 0 0,-1 0 0,1 0 0,-1-1 0,1 1 0,-1-1 0,0 0 0,1 0 0,-1 0 0,0-1 0,0 1 0,0-1 0,0 1 0,0-1 0,0 0 0,4-4 0,-3 2 0,0 0 0,-1-1 0,1 1 0,-1-1 0,0 0 0,0 0 0,-1 0 0,1 0 0,1-7 0,0-3 0,0 0 0,-1 1 0,-1-1 0,-1 0 0,0 0 0,-2-27 0,0 26-341,-2-1 0,0 1-1,-9-29 1,6 29-6485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24575,'1'0'0,"1"1"0,-1-1 0,0 0 0,0 1 0,0-1 0,0 0 0,1 1 0,-1 0 0,0-1 0,0 1 0,0 0 0,0-1 0,0 1 0,0 0 0,-1 0 0,1 0 0,0 0 0,0 0 0,0 1 0,13 23 0,-12-22 0,12 34 0,-1 1 0,-1 0 0,-3 1 0,7 51 0,10 38 0,-22-111 0,-3-9 0,1 0 0,0 0 0,0-1 0,0 1 0,1-1 0,1 1 0,-1-1 0,8 10 0,-11-17 0,0 0 0,0 0 0,0 1 0,0-1 0,0 0 0,0 0 0,1 0 0,-1 0 0,0 1 0,0-1 0,0 0 0,0 0 0,1 0 0,-1 0 0,0 0 0,0 0 0,0 1 0,1-1 0,-1 0 0,0 0 0,0 0 0,1 0 0,-1 0 0,0 0 0,0 0 0,0 0 0,1 0 0,-1 0 0,0 0 0,0 0 0,1 0 0,-1 0 0,0 0 0,0 0 0,1-1 0,-1 1 0,0 0 0,0 0 0,0 0 0,1 0 0,-1 0 0,0 0 0,0-1 0,0 1 0,0 0 0,1 0 0,-1 0 0,0 0 0,0-1 0,0 1 0,0 0 0,0 0 0,0 0 0,0-1 0,0 1 0,1 0 0,-1 0 0,0-1 0,0 1 0,2-16 0,-4-13 0,-1 0 0,-1 1 0,-1-1 0,-2 1 0,-12-33 0,-15-66 0,30 105 0,1 1 0,0-1 0,2 0 0,0 0 0,4-32 0,-2 49 0,-1 1 0,1-1 0,0 0 0,0 1 0,1-1 0,0 1 0,-1-1 0,2 1 0,-1 0 0,0 0 0,1 0 0,0 0 0,-1 0 0,2 0 0,-1 1 0,0-1 0,1 1 0,-1 0 0,1 0 0,0 1 0,0-1 0,0 1 0,1 0 0,-1 0 0,0 0 0,1 0 0,0 1 0,-1 0 0,1 0 0,0 0 0,6 0 0,-2 0 0,1 1 0,-1 1 0,1 0 0,-1 0 0,1 1 0,-1 0 0,0 1 0,18 7 0,-21-8 0,0 1 0,0 0 0,0 0 0,-1 0 0,0 1 0,1 0 0,-1 0 0,-1 0 0,1 1 0,-1-1 0,1 1 0,-1 0 0,0 0 0,3 8 0,-6-11 0,0-1 0,-1 1 0,1 0 0,0 0 0,-1 0 0,0 0 0,1 0 0,-1 0 0,0 0 0,0-1 0,0 1 0,0 0 0,-1 0 0,1 0 0,0 0 0,-1 0 0,1 0 0,-2 2 0,0-1 0,1 0 0,-1 0 0,0 0 0,0 0 0,-1-1 0,1 1 0,-1-1 0,1 1 0,-5 2 0,-4 2 0,0 0 0,-1-1 0,0 0 0,-15 5 0,1-2-341,1-1 0,-1-1-1,-47 5 1,45-10-6485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24575,'0'0'0,"0"0"0,0 0 0,0 0 0,0 0 0,0-1 0,0 1 0,0 0 0,0 0 0,0 0 0,0-1 0,0 1 0,0 0 0,0 0 0,0 0 0,0-1 0,0 1 0,0 0 0,0 0 0,0 0 0,0 0 0,0-1 0,0 1 0,0 0 0,0 0 0,0 0 0,0 0 0,0-1 0,1 1 0,-1 0 0,0 0 0,0 0 0,0 0 0,0 0 0,0-1 0,0 1 0,1 0 0,-1 0 0,0 0 0,0 0 0,0 0 0,0 0 0,1 0 0,-1 0 0,0 0 0,0 0 0,0 0 0,1 0 0,-1 0 0,0 0 0,0 0 0,0 0 0,1 0 0,-1 0 0,0 0 0,0 0 0,0 0 0,0 0 0,1 0 0,-1 0 0,0 0 0,0 0 0,1 0 0,6 12 0,-4 7 0,0 0 0,-2 0 0,0 0 0,-3 28 0,1 16 0,1-56 8,1 14 102,0 0 1,6 25 0,-7-41-225,2 0 0,-1 0 1,0-1-1,1 1 0,0 0 1,0 0-1,0-1 0,1 0 1,0 1-1,0-1 1,0 0-1,0 0 0,0 0 1,8 5-1,3 0-6712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24575,'-3'0'0,"-4"0"0,-4 0 0,0 3 0,3 4 0,4 3 0,7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0:27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177 458 24575,'1'1'0,"1"0"0,-1 0 0,1 0 0,-1 0 0,1-1 0,0 1 0,-1 0 0,1-1 0,0 1 0,-1-1 0,1 1 0,0-1 0,0 0 0,0 0 0,-1 0 0,1 0 0,0 0 0,0 0 0,0 0 0,-1 0 0,1-1 0,0 1 0,0-1 0,-1 0 0,1 1 0,-1-1 0,1 0 0,0 0 0,-1 0 0,3-2 0,-2 2 0,0 0 0,0-1 0,0 0 0,0 1 0,0-1 0,0 0 0,-1 0 0,1 0 0,-1 0 0,1 0 0,-1-1 0,0 1 0,1 0 0,-1-1 0,-1 1 0,1-1 0,0 1 0,0-1 0,-1 1 0,1-6 0,-2 4 0,1 1 0,-1-1 0,0 0 0,0 1 0,-1-1 0,1 1 0,-1-1 0,0 1 0,0-1 0,0 1 0,0 0 0,0 0 0,-1 0 0,1 0 0,-1 1 0,0-1 0,0 1 0,0-1 0,0 1 0,0 0 0,0 0 0,-1 0 0,1 1 0,-7-3 0,4 2 0,1 1 0,-1-1 0,0 1 0,0 0 0,1 0 0,-1 1 0,0 0 0,0 0 0,0 0 0,0 1 0,0 0 0,1 0 0,-1 0 0,0 1 0,-7 3 0,6-1 0,0 0 0,0 0 0,0 1 0,1 0 0,0 0 0,0 1 0,0-1 0,1 1 0,0 1 0,0-1 0,0 1 0,1-1 0,0 1 0,1 1 0,-5 9 0,7-13 0,-1 0 0,1 0 0,0 0 0,1 0 0,-1 0 0,1 0 0,-1 0 0,1 0 0,0 0 0,1 0 0,-1 0 0,1-1 0,0 1 0,0 0 0,0 0 0,0 0 0,0 0 0,1-1 0,0 1 0,0-1 0,0 1 0,0-1 0,1 0 0,-1 0 0,1 0 0,0 0 0,-1 0 0,1 0 0,1-1 0,-1 1 0,0-1 0,6 3 0,-2-2 0,1 1 0,-1-1 0,1-1 0,0 1 0,-1-1 0,1-1 0,0 1 0,0-1 0,1-1 0,-1 0 0,0 0 0,0 0 0,0-1 0,0 0 0,0-1 0,0 0 0,0 0 0,-1 0 0,1-1 0,-1 0 0,11-7 0,-9 5 0,-1 0 0,0 0 0,0-1 0,-1 0 0,1-1 0,-2 1 0,1-1 0,-1-1 0,0 1 0,0-1 0,-1 0 0,0-1 0,0 1 0,-1-1 0,0 0 0,-1 0 0,5-16 0,-5 2 0,0-1 0,-2 0 0,0 1 0,-2-1 0,-6-41 0,-33-114 0,40 179 0,-1-4 0,1-1 0,-2 1 0,1-1 0,0 1 0,-1 0 0,0-1 0,-4-6 0,6 11 0,0 0 0,0 0 0,0 0 0,0 0 0,0 0 0,0 0 0,0 0 0,0 0 0,-1-1 0,1 1 0,0 0 0,0 0 0,0 0 0,0 0 0,0 0 0,0 0 0,0 0 0,0 0 0,-1 0 0,1 0 0,0 0 0,0 0 0,0 0 0,0 0 0,0 0 0,0 0 0,0 0 0,-1 0 0,1 0 0,0 0 0,0 0 0,0 0 0,0 0 0,0 0 0,0 0 0,0 0 0,0 0 0,-1 1 0,1-1 0,0 0 0,0 0 0,0 0 0,0 0 0,0 0 0,0 0 0,0 0 0,0 0 0,0 0 0,0 0 0,0 1 0,0-1 0,0 0 0,-1 0 0,1 0 0,-3 11 0,0 12 0,3 12 0,1-1 0,1 1 0,13 62 0,39 99 0,-50-181 68,2 4-546,0-1 1,17 32-1,-11-31-6348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0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2 104 24575,'0'1'0,"1"-1"0,0 0 0,0 1 0,0-1 0,0 1 0,-1-1 0,1 0 0,0 1 0,-1 0 0,1-1 0,0 1 0,-1-1 0,1 1 0,0 0 0,-1 0 0,1-1 0,-1 1 0,0 0 0,1 0 0,-1 0 0,1 0 0,7 21 0,-7-20 0,10 42 0,-2 1 0,5 76 0,-7-59 0,-1 81 0,-6-138 0,-3-40 0,-1 0 0,-16-62 0,2 11 0,10 43 0,2 11 0,0 0 0,3 0 0,0 0 0,3-42 0,0 71 0,0 0 0,1 0 0,0 0 0,0 1 0,-1-1 0,2 0 0,-1 0 0,0 0 0,0 1 0,1-1 0,0 1 0,-1-1 0,1 1 0,0 0 0,0-1 0,0 1 0,1 0 0,-1 1 0,0-1 0,1 0 0,-1 0 0,1 1 0,0 0 0,0-1 0,-1 1 0,1 0 0,0 0 0,0 1 0,0-1 0,4 0 0,-3 1 0,0-1 0,1 1 0,-1 0 0,0 0 0,0 1 0,1-1 0,-1 1 0,0 0 0,0 0 0,0 0 0,0 1 0,0-1 0,0 1 0,0 0 0,0 0 0,-1 1 0,1-1 0,-1 1 0,1-1 0,4 7 0,-6-7 10,0 1 0,0-1 0,0 1 0,-1 0 0,1 0 0,-1 0 1,0 0-1,0 0 0,0 0 0,0 0 0,0 1 0,-1-1 0,1 0 0,-1 0 0,0 1 0,0-1 0,0 0 0,0 0 0,-1 1 0,1-1 0,-1 0 0,0 0 0,0 0 0,0 0 0,0 0 0,-1 0 0,1 0 0,-1 0 0,0 0 0,0-1 0,0 1 0,0-1 1,-2 3-1,-6 5-254,0 0 0,-1 0 0,0-1 0,-1-1 1,0 0-1,-16 8 0,-4 1-6582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0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24575,'-3'0'0,"1"0"0,-1 1 0,1-1 0,0 0 0,-1 1 0,1 0 0,0-1 0,0 1 0,0 0 0,-1 0 0,-2 2 0,5-2 0,-1-1 0,1 0 0,0 0 0,0 0 0,-1 0 0,1 1 0,0-1 0,0 0 0,0 0 0,0 1 0,-1-1 0,1 0 0,0 0 0,0 1 0,0-1 0,0 0 0,0 0 0,0 1 0,0-1 0,0 0 0,0 1 0,-1-1 0,1 0 0,0 0 0,1 1 0,-1-1 0,0 0 0,0 0 0,0 1 0,0-1 0,0 0 0,0 1 0,0-1 0,1 1 0,0 0 0,0 0 0,0 0 0,0-1 0,0 1 0,0 0 0,0-1 0,0 1 0,1-1 0,-1 1 0,0-1 0,0 1 0,2-1 0,32 9 0,0-2 0,53 3 0,-40-5 0,731 48-2215,3-41 0,466-62 846,-1157 40-1023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0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83 175 24575,'6'-1'0,"-1"0"0,1 0 0,-1-1 0,1 1 0,-1-1 0,7-4 0,7-1 0,-12 4 0,10-2 0,0-2 0,21-10 0,-35 15 0,0 0 0,1 0 0,-1 0 0,0 0 0,0 0 0,0-1 0,-1 1 0,1-1 0,0 0 0,-1 0 0,0 0 0,1 0 0,-1 0 0,-1-1 0,1 1 0,0 0 0,1-6 0,-3 7 0,1 0 0,-1 1 0,0-1 0,0 0 0,0 0 0,0 0 0,0 0 0,0 1 0,-1-1 0,1 0 0,-1 0 0,1 1 0,-1-1 0,1 0 0,-1 1 0,0-1 0,0 0 0,0 1 0,0-1 0,-2-1 0,1 1 0,-1-1 0,0 1 0,1 0 0,-1 0 0,0 0 0,-1 0 0,1 1 0,0-1 0,0 1 0,-4-1 0,-2 0 0,0 0 0,1 0 0,-1 1 0,0 0 0,0 1 0,0 0 0,-14 1 0,16 1 0,-1 0 0,1 0 0,0 1 0,0 0 0,0 0 0,0 0 0,0 1 0,1 0 0,-1 1 0,1-1 0,0 1 0,1 0 0,-1 1 0,1-1 0,0 1 0,1 0 0,-1 0 0,1 1 0,0-1 0,1 1 0,-1 0 0,1 0 0,1 0 0,-1 0 0,1 1 0,1-1 0,-1 1 0,1-1 0,0 15 0,1-19 0,0 0 0,1 0 0,-1 0 0,1-1 0,0 1 0,-1 0 0,1 0 0,0 0 0,1-1 0,-1 1 0,1 0 0,-1-1 0,1 1 0,0-1 0,-1 0 0,1 1 0,0-1 0,1 0 0,-1 0 0,0 0 0,1-1 0,-1 1 0,1 0 0,-1-1 0,1 0 0,0 0 0,0 0 0,-1 0 0,1 0 0,0 0 0,0-1 0,0 1 0,6-1 0,-3 0 0,1 0 0,-1 0 0,1-1 0,-1 0 0,0 0 0,0-1 0,1 1 0,-1-1 0,0-1 0,-1 1 0,1-1 0,0 0 0,-1-1 0,1 1 0,5-6 0,-2-1 0,0 0 0,-1 0 0,0-1 0,0 0 0,-1-1 0,-1 0 0,7-15 0,1-1 0,-14 28 0,0 0 0,0 0 0,0 0 0,0 0 0,0 0 0,0 0 0,0 0 0,0 0 0,0 0 0,0 0 0,0 0 0,0 0 0,0 0 0,0 1 0,0-1 0,0 0 0,0 0 0,0 0 0,0 0 0,0 0 0,0 0 0,1 0 0,-1 0 0,0 0 0,0 0 0,0 0 0,0 0 0,0 0 0,0 0 0,0 0 0,0 0 0,0 0 0,0 0 0,0 0 0,0 0 0,0 0 0,0 0 0,0 0 0,0 0 0,1 0 0,-1 0 0,0 0 0,0 0 0,0 0 0,0 0 0,0 0 0,0 0 0,0 0 0,0 0 0,0 0 0,0 0 0,0 0 0,0 0 0,0-1 0,0 1 0,0 0 0,0 0 0,0 0 0,0 0 0,0 0 0,0 0 0,0 0 0,0 0 0,0 0 0,2 9 0,0 19 0,-2-22 0,0 4 0,1 1 0,1 0 0,0-1 0,0 1 0,1-1 0,0 0 0,1 0 0,6 13 0,-9-21 0,1 1 0,-1 0 0,1-1 0,0 1 0,0-1 0,0 1 0,1-1 0,-1 0 0,0 0 0,1 0 0,0 0 0,-1 0 0,1-1 0,0 1 0,0-1 0,0 0 0,0 0 0,0 0 0,0 0 0,0 0 0,0-1 0,0 1 0,0-1 0,0 0 0,1 0 0,-1 0 0,0 0 0,0-1 0,0 1 0,0-1 0,0 0 0,4-1 0,-1 0 0,0-1 0,0 1 0,0-1 0,-1-1 0,1 1 0,-1-1 0,0 0 0,0 0 0,0 0 0,7-9 0,-1-1 0,0 0 0,13-25 0,-24 39 0,0 0 0,0-1 0,0 1 0,0 0 0,0 0 0,0-1 0,1 1 0,-1 0 0,0 0 0,0-1 0,0 1 0,0 0 0,0 0 0,1 0 0,-1-1 0,0 1 0,0 0 0,0 0 0,1 0 0,-1 0 0,0 0 0,0-1 0,0 1 0,1 0 0,-1 0 0,0 0 0,0 0 0,1 0 0,-1 0 0,0 0 0,0 0 0,1 0 0,-1 0 0,0 0 0,1 0 0,2 9 0,-1 25 0,-2-26 0,26 244 0,-21-219 0,-10-72 0,-22-229 0,27 254 0,0-1 0,2 1 0,0 0 0,7-29 0,-8 39 0,1 0 0,-1 0 0,1 0 0,0 0 0,0 0 0,1 1 0,-1-1 0,1 1 0,3-5 0,-4 7 0,0-1 0,0 1 0,0-1 0,-1 1 0,1 0 0,0 0 0,0 0 0,1 0 0,-1 0 0,0 1 0,0-1 0,0 1 0,1-1 0,-1 1 0,0 0 0,0 0 0,1 0 0,3 0 0,-1 1 0,0 1 0,-1-1 0,1 1 0,-1 0 0,1 0 0,-1 0 0,1 1 0,-1 0 0,0-1 0,0 1 0,-1 1 0,1-1 0,-1 0 0,1 1 0,-1 0 0,0 0 0,0 0 0,-1 0 0,1 0 0,-1 1 0,0-1 0,3 9 0,-3-9 0,-1 1 0,1-1 0,-1 0 0,0 1 0,-1-1 0,1 0 0,-1 1 0,1-1 0,-1 1 0,0-1 0,-1 1 0,1-1 0,-1 0 0,0 1 0,0-1 0,-1 0 0,1 0 0,-1 1 0,0-1 0,0 0 0,0-1 0,0 1 0,-1 0 0,1-1 0,-5 5 0,1-3-80,0-1 0,0 0-1,0-1 1,-1 1 0,1-1-1,-1 0 1,0-1 0,0 1-1,0-1 1,0-1 0,0 0 0,-1 0-1,1 0 1,0 0 0,0-1-1,-14-2 1,3-2-6746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0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24575,'3'0'0,"4"0"0,0 3 0,0 4 0,-1 3 0,-3 4 0,-1 2 0,-1 1 0,0 4 0,1 1 0,2 3 0,2 0 0,1-2 0,-2-1 0,2-1 0,0-5-8191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0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24575,'0'-6'0,"0"-8"0,0-4 0,0-3 0,0 6 0,3 8 0,4 9 0,3 9 0,1 3-8191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1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21 24575,'0'-2'0,"0"1"0,0 0 0,0 0 0,0 0 0,1 0 0,-1-1 0,0 1 0,0 0 0,1 0 0,-1 0 0,1 0 0,-1 0 0,1-1 0,0 2 0,-1-1 0,0 1 0,0 0 0,1 0 0,-1-1 0,0 1 0,0 0 0,1 0 0,-1 0 0,0 0 0,1-1 0,-1 1 0,0 0 0,1 0 0,-1 0 0,0 0 0,1 0 0,-1 0 0,0 0 0,1 0 0,-1 0 0,1 0 0,-1 0 0,0 0 0,1 0 0,-1 0 0,1 0 0,0 1 0,0 0 0,0-1 0,0 1 0,0 0 0,0 0 0,1 0 0,-2 0 0,1 0 0,0 0 0,0 0 0,0 0 0,0 0 0,-1 1 0,1-1 0,0 0 0,-1 0 0,1 1 0,-1-1 0,1 3 0,0 3 0,0 1 0,-1-1 0,0 1 0,0-1 0,0 1 0,-1-1 0,0 1 0,-3 7 0,-21 61 0,12-40 0,0 2 0,-23 77 0,36-114 0,0 0 0,0-1 0,0 1 0,0 0 0,0 0 0,0 0 0,0 0 0,0-1 0,0 1 0,1 0 0,-1 0 0,0 0 0,1-1 0,-1 1 0,0 0 0,1 0 0,-1-1 0,1 1 0,-1 0 0,1-1 0,-1 1 0,1-1 0,0 1 0,-1 0 0,1-1 0,0 1 0,-1-1 0,1 0 0,0 1 0,0-1 0,0 0 0,-1 1 0,1-1 0,0 0 0,0 0 0,0 0 0,-1 0 0,1 0 0,0 1 0,1-2 0,43 4 0,-36-4 0,562 18 0,-71-2 0,-473-14 0,-6 0 0,-1-1 0,1-1 0,0-1 0,31-6 0,-36 2 342,-16 6-391,1 0 0,-1 0 0,0 0 1,1-1-1,-1 1 0,0 0 0,0 0 0,1-1 1,-1 1-1,0 0 0,0 0 0,1-1 1,-1 1-1,0 0 0,0-1 0,1 1 1,-1-1-1,0 1 0,0 0 0,0-1 1,0 1-1,0 0 0,0-1 0,0 1 1,0-1-1,0 1 0,0 0 0,0-1 1,0 1-1,0 0 0,0-1 0,0 1 0,0-1 1,0 1-1,-7-10-6777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38 24575,'-6'-6'0,"-6"-8"0,15 8 0,11 1 0,21 1 0,0 2 0,0 1 0,67 7 0,-52-3 0,184 13-47,424 22-374,0-27 126,-645-11 408,-19 1 140,-22 1 144,21-1-397,1 1 0,-1 0 0,1 0 0,0 1 0,0 0 0,0 0 0,0 0 0,0 1 0,0 0 0,1 0 0,0 1 0,-8 7 0,6-3 0,0 0 0,1 0 0,-1 1 0,2 0 0,0 0 0,0 0 0,-3 11 0,-1 7 0,2 1 0,1 0 0,1 1 0,-1 56 0,7 22 0,-1 37 0,-1-144 0,1 1 0,0 0 0,-1-1 0,1 1 0,-1-1 0,1 1 0,-1-1 0,0 1 0,1-1 0,-1 1 0,0-1 0,0 0 0,0 0 0,0 1 0,0-1 0,0 0 0,-1 0 0,1 0 0,0 0 0,-1 0 0,1 0 0,0-1 0,-1 1 0,1 0 0,-1-1 0,1 1 0,-1-1 0,1 1 0,-1-1 0,0 0 0,1 1 0,-3-1 0,-7 0 0,1 0 0,0 0 0,-1-1 0,-10-3 0,9 3 0,-526-94-1365,452 78-5461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2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32 24575,'0'0'0,"0"0"0,0 0 0,1 0 0,-1 0 0,0 0 0,0 0 0,1 0 0,-1 0 0,0 0 0,0 0 0,0 0 0,1 0 0,-1 0 0,0 0 0,0 0 0,1 0 0,-1 0 0,0 0 0,0 0 0,0 0 0,1-1 0,-1 1 0,0 0 0,0 0 0,0 0 0,0 0 0,1 0 0,-1-1 0,0 1 0,0 0 0,0 0 0,0 0 0,0 0 0,0-1 0,1 1 0,-1 0 0,0 0 0,0-1 0,-6-7 0,-13-6 0,12 12 0,1 1 0,-1 0 0,1 0 0,-1 1 0,1 0 0,-1 0 0,0 1 0,1-1 0,-1 1 0,1 1 0,0-1 0,-1 1 0,1 0 0,0 1 0,0-1 0,-9 6 0,2 0 0,0 0 0,1 0 0,0 1 0,1 1 0,0 0 0,-12 14 0,19-19 0,1-1 0,0 0 0,0 1 0,0-1 0,0 1 0,1 0 0,0 0 0,-3 10 0,5-14 0,-1 0 0,1 1 0,0-1 0,0 0 0,0 0 0,0 1 0,0-1 0,0 0 0,0 1 0,0-1 0,1 0 0,-1 1 0,0-1 0,1 0 0,-1 0 0,1 0 0,0 1 0,-1-1 0,1 0 0,0 0 0,-1 0 0,1 0 0,0 0 0,0 0 0,0 0 0,0 0 0,0-1 0,0 1 0,0 0 0,1-1 0,-1 1 0,0 0 0,0-1 0,0 0 0,1 1 0,-1-1 0,0 0 0,0 1 0,1-1 0,1 0 0,8 1 0,0 0 0,0-1 0,0 0 0,0-1 0,0 0 0,0-1 0,-1 0 0,1-1 0,12-4 0,-5 0 0,-1 0 0,0-1 0,0-1 0,23-16 0,-39 24 0,1 0 0,-1-1 0,1 1 0,-1 0 0,1 0 0,0 1 0,-1-1 0,1 0 0,0 1 0,0-1 0,-1 1 0,1-1 0,4 1 0,-5 0 0,-1 0 0,1 1 0,0-1 0,0 1 0,-1-1 0,1 1 0,0-1 0,-1 1 0,1 0 0,-1-1 0,1 1 0,0 0 0,-1 0 0,0-1 0,1 1 0,-1 0 0,1 0 0,-1 0 0,0-1 0,0 1 0,1 0 0,-1 0 0,0 0 0,0 0 0,0 0 0,0-1 0,0 1 0,0 0 0,0 0 0,-1 1 0,1 24 209,-1-21-366,1 0-1,0 1 1,0-1-1,0 1 1,1-1 0,0 0-1,0 1 1,0-1-1,3 8 1,3-1-6669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2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137 110 24575,'0'-7'0,"-1"1"0,1 0 0,-1-1 0,-1 1 0,1 0 0,-1 0 0,0 0 0,0 0 0,-1 1 0,0-1 0,-5-8 0,7 12 0,-1 0 0,0 0 0,1 0 0,-1 0 0,0 0 0,0 0 0,0 1 0,0-1 0,0 1 0,0-1 0,0 1 0,-1 0 0,1 0 0,-1 0 0,1 0 0,-1 0 0,1 1 0,-1-1 0,1 1 0,-1-1 0,1 1 0,-1 0 0,0 0 0,1 0 0,-1 0 0,1 1 0,-1-1 0,0 1 0,1-1 0,-4 3 0,4-2 0,-1 0 0,1 0 0,0 0 0,0 1 0,-1-1 0,1 1 0,0 0 0,1-1 0,-1 1 0,0 0 0,0 0 0,1 0 0,-1 1 0,1-1 0,0 0 0,0 0 0,-1 1 0,1-1 0,1 1 0,-1-1 0,0 1 0,1-1 0,-1 1 0,1 4 0,-1-2 0,1-1 0,1 1 0,-1 0 0,0-1 0,1 1 0,0 0 0,0-1 0,1 1 0,-1-1 0,1 1 0,0-1 0,4 8 0,-2-8-72,0 1 1,0-1-1,1 1 0,-1-1 0,1-1 0,0 1 0,0-1 0,0 0 1,0 0-1,1 0 0,0 0 0,-1-1 0,1 0 0,0-1 0,0 1 1,0-1-1,0 0 0,8 0 0,12 1-6754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2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44 24575,'0'-3'0,"-3"-4"0,-1-3 0,-3-1 0,-3 2 0,0 6 0,2 5 0,2 10 0,2 7 0,2 7 0,1 6 0,4 2 0,2 2 0,2 0 0,3 0 0,0-2 0,-1-8-8191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24575,'0'-3'0,"3"-1"0,1-2 0,2-4 0,4 0 0,6 2 0,3 2 0,1 3 0,-2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3488 24575,'1'1'0,"-1"0"0,1 0 0,-1 0 0,1 0 0,0 0 0,-1 0 0,1 0 0,0 0 0,0 0 0,-1 0 0,1 0 0,0 0 0,0-1 0,0 1 0,0 0 0,0-1 0,0 1 0,2 0 0,20 9 0,-11-6 0,0-2 0,0 0 0,0 0 0,1-1 0,-1-1 0,0 0 0,1 0 0,20-4 0,9-5 0,45-14 0,-82 21 0,101-32 0,-1-6 0,-2-4 0,128-75 0,-97 38 0,222-179 0,177-196 0,-470 401 0,575-462 0,-271 219 0,-28-29 0,-267 242 0,-3-4 0,72-121 0,86-209 0,-167 292 0,48-142 0,-108 268 1,1-1-70,0 0 1,0-1 0,0 1-1,0-1 1,0 0 0,-1 1 0,1-1-1,-1 0 1,0 1 0,0-1-1,0 0 1,0 1 0,0-1 0,0 0-1,-1 1 1,1-1 0,-1 0 0,0 1-1,-2-5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1347 24575,'0'-3'0,"2"0"0,-1 0 0,0 0 0,1 1 0,-1-1 0,1 1 0,0-1 0,-1 1 0,1-1 0,3-1 0,0-2 0,188-211 0,-107 114 0,195-218 0,-228 268 0,2 2 0,3 3 0,106-69 0,-38 46 0,2 5 0,144-51 0,-190 88 0,1 4 0,2 3 0,0 4 0,111-9 0,350 9 0,-517 19 186,-16 0-496,-1-1 0,1 0 0,0-1-1,15-3 1,-16 1-6516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6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35 24575,'-1'-3'0,"1"0"0,-1 0 0,0 0 0,0-1 0,0 1 0,0 0 0,0 1 0,-3-6 0,1 5 0,11 19 0,1 2 49,-1 0 0,0 1 0,-1 0-1,-1 0 1,-1 0 0,4 26 0,-8-36-156,0 0 0,-1 1 1,0-1-1,0 0 0,-1 1 1,0-1-1,-1 0 0,0 0 1,0 0-1,-1 0 0,0 0 1,-1 0-1,0-1 0,0 1 1,-8 10-1,-9 7-6719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1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95 24575,'-13'-38'0,"13"6"0,0 31 0,0 0 0,0 0 0,0 0 0,1-1 0,-1 1 0,0 0 0,1 0 0,-1 0 0,1 0 0,-1 0 0,1 0 0,-1 0 0,1 0 0,0 0 0,0 0 0,-1 0 0,1 0 0,0 0 0,0 0 0,0 0 0,0 1 0,0-1 0,2-1 0,-3 3 0,1-1 0,-1 0 0,1 0 0,-1 0 0,1 0 0,0 0 0,-1 0 0,1 1 0,-1-1 0,1 0 0,-1 0 0,0 1 0,1-1 0,-1 0 0,1 1 0,-1-1 0,1 0 0,-1 1 0,0-1 0,1 1 0,-1-1 0,0 1 0,0-1 0,1 1 0,-1-1 0,0 1 0,0-1 0,0 1 0,1-1 0,-1 1 0,0-1 0,0 1 0,0-1 0,0 2 0,3 21 0,-3-22 0,1 151 145,-2-87-1655,1-30-5316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0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92 24575,'0'-1'0,"1"1"0,-1-1 0,0 1 0,1-1 0,-1 1 0,1-1 0,-1 1 0,1-1 0,0 1 0,-1-1 0,1 1 0,-1 0 0,1-1 0,0 1 0,-1 0 0,1 0 0,0-1 0,-1 1 0,1 0 0,0 0 0,-1 0 0,1 0 0,0 0 0,0 0 0,-1 0 0,1 0 0,0 0 0,1 0 0,-1 1 0,-1 0 0,1 0 0,0 0 0,0 0 0,0 0 0,0-1 0,-1 1 0,1 1 0,-1-1 0,1 0 0,-1 0 0,1 0 0,-1 0 0,1 0 0,-1 2 0,2 5 0,0 1 0,-1 0 0,0 12 0,8 117 0,0 31 0,-9-163 0,-1 8 0,1 1 0,1-1 0,0 0 0,1 0 0,1 0 0,4 13 0,-7-26 0,0-1 0,1 0 0,-1 1 0,0-1 0,1 0 0,-1 1 0,0-1 0,1 0 0,-1 0 0,0 0 0,1 1 0,-1-1 0,1 0 0,-1 0 0,0 0 0,1 0 0,-1 0 0,1 0 0,-1 0 0,0 0 0,1 0 0,-1 0 0,1 0 0,-1 0 0,0 0 0,1 0 0,-1 0 0,1 0 0,-1 0 0,0 0 0,1-1 0,-1 1 0,1 0 0,-1 0 0,0-1 0,1 1 0,-1 0 0,0 0 0,1-1 0,-1 1 0,0 0 0,0-1 0,1 1 0,-1-1 0,19-17 0,-16 14 0,5-2 0,0-1 0,0 1 0,0 1 0,0 0 0,1 0 0,0 0 0,0 1 0,0 1 0,1-1 0,-1 2 0,1-1 0,16-1 0,11 0 0,0 2 0,41 4 0,-25-1 0,-22-1 0,1220 25 0,-1159-20 0,293 4 0,-380-10 0,0 1 0,0-1 0,0 0 0,0 0 0,6-2 0,-11 3 0,1-1 0,-1 1 0,1 0 0,-1 0 0,0 0 0,1-1 0,-1 1 0,1 0 0,-1-1 0,0 1 0,1 0 0,-1-1 0,1 1 0,-1 0 0,0-1 0,0 1 0,1-1 0,-1 1 0,0 0 0,0-1 0,1 1 0,-1-1 0,0 0 0,0 0 0,0 1 0,-1-1 0,1 0 0,0 1 0,-1-1 0,1 0 0,0 0 0,-1 1 0,1-1 0,-1 1 0,1-1 0,-1 1 0,0-1 0,1 1 0,-1-1 0,0 1 0,1-1 0,-1 1 0,0-1 0,0 1 0,-21-11 0,1 2 0,-1 1 0,0 0 0,-31-5 0,22 5 0,-44-17 0,62 20 0,0-1 0,0-1 0,1 0 0,-1-1 0,2 0 0,-12-10 0,18 13 0,0 1 0,1-1 0,0 0 0,0-1 0,0 1 0,1-1 0,-1 0 0,1 1 0,1-1 0,-1-1 0,1 1 0,0 0 0,0 0 0,1-1 0,-1-8 0,2-6 0,1 1 0,1 0 0,0 0 0,2 0 0,0 0 0,2 0 0,10-27 0,0-3 0,-15 50 0,-1-1 0,0 1 0,1-1 0,-1 1 0,0-1 0,0 0 0,1 1 0,-1-1 0,0 0 0,0 1 0,0-1 0,0 1 0,0-1 0,0 0 0,0 1 0,0-1 0,0 0 0,0 1 0,0-1 0,0 0 0,0 1 0,0-1 0,-1 1 0,1-1 0,0 0 0,0 1 0,-1-1 0,1 1 0,-1-1 0,1 1 0,0-1 0,-1 1 0,0-1 0,-1 1 0,0-1 0,0 1 0,0 1 0,0-1 0,1 0 0,-1 0 0,0 1 0,0-1 0,-3 2 0,-1-1 0,-39 10 0,-1-3 0,-53 3 0,-95-4 0,87-5 0,-698 8 0,269-7 0,338 7-1365,161-7-5461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107 160 24575,'6'0'0,"0"-1"0,1 1 0,-1-2 0,0 1 0,0-1 0,0 0 0,0 0 0,0 0 0,-1-1 0,1 0 0,-1 0 0,1 0 0,-1-1 0,0 0 0,6-7 0,-9 9 0,0 0 0,0 0 0,-1 0 0,1 0 0,-1 0 0,1-1 0,-1 1 0,0-1 0,0 1 0,0-1 0,0 1 0,-1-1 0,1 0 0,-1 1 0,1-6 0,-2 5 0,1 0 0,-1 0 0,1 0 0,-1 0 0,0 0 0,0 1 0,-1-1 0,1 0 0,0 0 0,-1 1 0,0-1 0,0 1 0,1 0 0,-1-1 0,-1 1 0,1 0 0,-3-2 0,2 1 0,0 1 0,0-1 0,0 1 0,-1 0 0,1 0 0,-1 1 0,1-1 0,-1 0 0,0 1 0,0 0 0,1 0 0,-1 0 0,0 1 0,0-1 0,0 1 0,0 0 0,0 0 0,-7 1 0,5 0 0,1 1 0,-1 0 0,1 0 0,-1 0 0,1 0 0,0 1 0,0 0 0,0 0 0,0 0 0,0 1 0,-7 8 0,6-7 0,1 0 0,1 1 0,-1 0 0,1 0 0,0 1 0,0-1 0,1 1 0,0-1 0,-3 12 0,4-14 0,1 1 0,0-1 0,0 1 0,1 0 0,0 0 0,-1-1 0,1 1 0,1 0 0,-1 0 0,1-1 0,0 1 0,0 0 0,0-1 0,4 9 0,-4-10 0,1 0 0,-1 0 0,1-1 0,-1 1 0,1-1 0,0 0 0,0 1 0,0-1 0,0 0 0,1 0 0,-1 0 0,1 0 0,-1-1 0,1 1 0,-1-1 0,1 1 0,6 1 0,-5-2 0,0-1 0,0 1 0,0-1 0,0 0 0,0 0 0,0 0 0,0 0 0,0-1 0,0 1 0,0-1 0,0 0 0,4-2 0,0-1 0,0 1 0,0-2 0,0 1 0,0-1 0,0 0 0,-1-1 0,0 1 0,0-1 0,-1-1 0,0 1 0,7-11 0,-12 16 0,0 0 0,-1-1 0,1 1 0,0 0 0,0-1 0,0 1 0,1 0 0,-1 0 0,0 0 0,0 0 0,0 0 0,1 0 0,-1 0 0,1 0 0,-1 1 0,1-1 0,-1 0 0,1 1 0,1-1 0,0 1 0,-1 0 0,1 1 0,0-1 0,-1 1 0,0 0 0,1 0 0,-1 0 0,1 0 0,2 2 0,8 3 0,-12-5 0,1-1 0,-1 1 0,1 0 0,0-1 0,-1 0 0,1 1 0,-1-1 0,1 0 0,0 0 0,-1 0 0,1 0 0,-1 0 0,1 0 0,0-1 0,-1 1 0,1-1 0,-1 1 0,1-1 0,-1 1 0,1-1 0,-1 0 0,1 1 0,-1-1 0,2-1 0,11-6 0,-13 8 0,-1 0 0,1 0 0,0 0 0,0-1 0,-1 1 0,1 0 0,0 0 0,-1 0 0,1 0 0,0 0 0,0 0 0,-1 1 0,1-1 0,0 0 0,0 0 0,-1 0 0,1 1 0,0-1 0,-1 0 0,1 1 0,0-1 0,-1 1 0,1-1 0,-1 0 0,1 1 0,0-1 0,-1 1 0,1 0 0,-1-1 0,0 1 0,1-1 0,-1 1 0,1 0 0,-1-1 0,0 1 0,0 0 0,1-1 0,-1 1 0,0 0 0,0 0 0,0-1 0,0 2 0,6 40 0,-5-29 0,1-3 0,11 60 0,-11-63 0,0 0 0,0 0 0,1 0 0,0 0 0,0 0 0,1-1 0,5 7 0,-9-12 0,0-1 0,0 1 0,0-1 0,0 0 0,0 1 0,1-1 0,-1 1 0,0-1 0,0 0 0,1 1 0,-1-1 0,0 0 0,0 0 0,1 1 0,-1-1 0,0 0 0,1 1 0,-1-1 0,0 0 0,1 0 0,-1 0 0,1 0 0,-1 1 0,0-1 0,1 0 0,-1 0 0,1 0 0,-1 0 0,0 0 0,1 0 0,-1 0 0,1 0 0,-1 0 0,0 0 0,1 0 0,0 0 0,1-16 0,-9-24 0,-9-18 0,5 18 0,-10-64 0,20 101 0,1 0 0,0 1 0,0-1 0,0 0 0,1 0 0,-1 0 0,0 0 0,1 0 0,0 1 0,0-1 0,0 0 0,0 0 0,0 1 0,0-1 0,1 1 0,0-1 0,-1 1 0,4-3 0,-4 4 0,0-1 0,1 1 0,-1 0 0,1 0 0,-1 1 0,1-1 0,-1 0 0,1 0 0,0 1 0,-1-1 0,1 1 0,0 0 0,0-1 0,-1 1 0,1 0 0,0 0 0,0 0 0,-1 0 0,1 0 0,0 1 0,0-1 0,-1 0 0,1 1 0,0-1 0,-1 1 0,1 0 0,0-1 0,-1 1 0,1 0 0,-1 0 0,3 2 0,-2-1 0,1-1 0,0 1 0,0 0 0,-1 1 0,1-1 0,-1 0 0,0 1 0,0-1 0,0 1 0,0 0 0,0 0 0,0-1 0,-1 1 0,1 0 0,-1 1 0,0-1 0,0 0 0,0 0 0,0 0 0,-1 1 0,0-1 0,1 0 0,-1 5 0,-1-3 0,0-1 0,0 0 0,0 1 0,0-1 0,-1 0 0,0 0 0,0 0 0,0 0 0,0 0 0,-1-1 0,1 1 0,-1-1 0,0 1 0,0-1 0,0 0 0,-1 0 0,-3 3 0,1-3-170,1 1-1,-1-1 0,0 1 1,0-2-1,0 1 0,0-1 1,-7 2-1,-3 0-6655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24575,'2'1'0,"-1"0"0,1 0 0,-1 0 0,0 0 0,1 0 0,-1 1 0,0-1 0,0 0 0,0 1 0,0-1 0,0 1 0,0-1 0,0 1 0,0-1 0,-1 1 0,1 0 0,0 3 0,2 2 0,10 20 0,-2 2 0,-1-1 0,-1 1 0,6 33 0,-15-61 0,0 0 0,0 1 0,1-1 0,-1 0 0,0 1 0,0-1 0,0 0 0,-1 0 0,1 1 0,0-1 0,0 0 0,-1 0 0,1 1 0,-1-1 0,0 1 0,1-1 0,0-1 0,-1 1 0,1-1 0,-1 0 0,1 1 0,0-1 0,-1 0 0,1 1 0,-1-1 0,1 0 0,-1 0 0,1 0 0,-1 1 0,1-1 0,-1 0 0,1 0 0,-1 0 0,1 0 0,-1 0 0,1 0 0,-1 0 0,0 0 0,1 0 0,-2 0 0,0-1 0,0 1 0,0-1 0,0 0 0,0 0 0,1 0 0,-1 0 0,0 0 0,0-1 0,1 1 0,-1 0 0,0-1 0,1 1 0,-1-1 0,1 0 0,0 1 0,-2-4 0,-2-4 0,1 1 0,1-1 0,-1-1 0,1 1 0,1-1 0,-1 1 0,2-1 0,-1 0 0,2 1 0,-1-1 0,1 0 0,1 0 0,-1 0 0,4-13 0,-3 18 0,1-1 0,-1 0 0,1 1 0,0 0 0,0-1 0,1 1 0,0 0 0,0 0 0,0 0 0,0 0 0,1 1 0,0-1 0,0 1 0,0 0 0,1 0 0,-1 1 0,1-1 0,0 1 0,0 0 0,0 0 0,0 1 0,0-1 0,1 1 0,-1 0 0,8-1 0,-5 1 0,0 1 0,0 0 0,0 0 0,0 1 0,0 0 0,11 2 0,-16-1 0,-1-1 0,1 1 0,0-1 0,0 1 0,0 0 0,-1 0 0,1 1 0,0-1 0,-1 0 0,1 1 0,-1 0 0,1-1 0,-1 1 0,0 0 0,0 0 0,0 0 0,0 1 0,0-1 0,0 0 0,1 4 0,-2-4 12,-1 0 1,1 0-1,-1 1 0,0-1 0,0 0 0,0 0 1,0 1-1,0-1 0,0 0 0,0 0 0,-1 1 0,1-1 1,-1 0-1,0 0 0,1 0 0,-1 0 0,0 0 1,0 0-1,0 0 0,-1 0 0,1 0 0,0 0 1,-1-1-1,1 1 0,-1-1 0,0 1 0,-2 1 1,-6 6-561,-1 0 0,-22 13 0,32-21 485,-31 17-6763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24575,'3'0'0,"1"3"0,0 4 0,-1 7 0,-1 7 0,0 5 0,2 5 0,0 6 0,0 5 0,-1 2 0,2-1 0,0-2 0,-1-2 0,2-5 0,0-4 0,-1-9-8191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24575,'1555'22'-661,"-1460"-18"661,327 5 0,-419-9 6,30-3-23,-32 3 22,0 0 0,0 0-1,0-1 1,0 1 0,0 0-1,0 0 1,0 0 0,0-1-1,0 1 1,0-1 0,-1 1-1,1-1 1,0 1-1,0-1 1,0 1 0,0-1-1,-1 0 1,1 1 0,0-1-1,-1 0 1,1 0 0,0 1-1,-1-1 1,1 0 0,0-2-1,-2 3 9,1-1 0,0 0 0,-1 0-1,1 0 1,-1 1 0,1-1 0,-1 0-1,0 0 1,1 1 0,-1-1 0,1 0 0,-1 1-1,0-1 1,0 1 0,0-1 0,1 1 0,-1-1-1,0 1 1,0 0 0,0-1 0,0 1 0,0 0-1,1 0 1,-1-1 0,0 1 0,0 0 0,-1 0-1,-27-3 181,27 3-193,-1 0 0,1 0 0,0 1 0,0-1 0,0 1 0,0-1 0,0 1 0,0 0 0,0 0 0,0 0 0,0 0 0,0 0 0,1 0 0,-1 0 0,0 0 0,1 1 0,-1-1 0,1 1 0,-1-1 0,1 1 0,0 0 0,0 0 0,-1-1 0,1 1 0,0 0 0,1 0 0,-2 3 0,-2 6 0,1-1 0,1 2 0,0-1 0,-1 12 0,0-1 0,-36 271-1365,34-259-5461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24575,'0'-3'0,"3"-1"0,1 3 0,-1 5 0,0 4 0,-1 8 0,0 3 0,-2 5 0,1 6 0,-4 5 0,-1 2 0,0 4 0,1 1 0,1-8-8191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55 24575,'0'-2'0,"-1"1"0,1-1 0,-1 1 0,0-1 0,1 1 0,-1-1 0,0 1 0,0-1 0,0 1 0,0 0 0,0-1 0,0 1 0,0 0 0,0 0 0,0 0 0,-1 0 0,1 0 0,0 0 0,-1 0 0,1 1 0,-1-1 0,1 0 0,-1 1 0,1-1 0,-1 1 0,0 0 0,1-1 0,-2 1 0,-5-2 0,-1 1 0,1 0 0,0 0 0,-10 1 0,10 1 0,0 0 0,0 1 0,1 0 0,-1 1 0,1-1 0,0 1 0,-1 1 0,1 0 0,1 0 0,-1 0 0,1 1 0,-1-1 0,1 2 0,1-1 0,-1 1 0,1-1 0,0 2 0,0-1 0,1 0 0,-1 1 0,2 0 0,-1 0 0,1 0 0,0 1 0,0-1 0,1 1 0,-3 14 0,5-19 0,0 0 0,0 0 0,0 0 0,0 0 0,0 0 0,1 0 0,-1 0 0,1 0 0,0 0 0,0 0 0,0-1 0,0 1 0,1 0 0,-1-1 0,1 1 0,3 3 0,-2-2 0,1 0 0,0-1 0,0 1 0,0-1 0,1 0 0,-1 0 0,1-1 0,9 4 0,2 0 0,1-1 0,0-1 0,0-1 0,30 3 0,-18-4 0,-1-1 0,0-1 0,44-6 0,-64 5 0,1 0 0,-1-1 0,1 0 0,-1-1 0,0 0 0,0 0 0,0-1 0,0 0 0,0 0 0,-1-1 0,0 0 0,0 0 0,0 0 0,-1-1 0,11-12 0,-15 15 0,1 0 0,-1 0 0,-1 0 0,1-1 0,0 1 0,-1 0 0,0-1 0,0 1 0,0-1 0,0 0 0,0 1 0,-1-1 0,0 0 0,0 1 0,0-1 0,0-5 0,-1 4 0,-1 0 0,1 0 0,-1 0 0,0 1 0,0-1 0,0 0 0,-1 1 0,1-1 0,-1 1 0,-6-7 0,1 3 0,1 0 0,-2 1 0,1 0 0,-1 1 0,0 0 0,0 0 0,-1 1 0,1 0 0,-1 0 0,-17-4 0,11 5-227,0 1-1,-1 0 1,1 2-1,-1 0 1,-24 1-1,5 4-6598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209 110 24575,'0'-2'0,"0"0"0,0 0 0,0 0 0,0 1 0,-1-1 0,1 0 0,0 0 0,-1 0 0,0 0 0,1 0 0,-1 1 0,0-1 0,0 0 0,0 1 0,0-1 0,0 0 0,0 1 0,0-1 0,0 1 0,-1 0 0,1-1 0,-1 1 0,1 0 0,-1 0 0,1 0 0,-1 0 0,0 0 0,0 0 0,1 1 0,-1-1 0,0 0 0,0 1 0,-3-1 0,0 1 0,1-1 0,0 1 0,-1 1 0,1-1 0,-1 0 0,1 1 0,0 0 0,-1 0 0,1 1 0,0-1 0,0 1 0,0 0 0,-7 4 0,2 0 0,1 1 0,0 1 0,0-1 0,1 1 0,0 0 0,0 1 0,1 0 0,0 0 0,1 0 0,0 1 0,0 0 0,1 0 0,0 0 0,1 0 0,0 1 0,1-1 0,-2 18 0,3-21 0,1 0 0,0 0 0,0 0 0,0 0 0,1 1 0,1-1 0,-1 0 0,1 0 0,0-1 0,0 1 0,1 0 0,3 6 0,-3-8 0,1 0 0,-1-1 0,1 1 0,0-1 0,0 0 0,0 0 0,1 0 0,0 0 0,-1-1 0,1 0 0,0 0 0,1 0 0,-1 0 0,0-1 0,1 0 0,7 2 0,2-1 0,1 0 0,0-1 0,0-1 0,0-1 0,0 0 0,0-1 0,0 0 0,0-1 0,18-6 0,-8 2 0,0-2 0,0-1 0,-1-1 0,39-22 0,-52 25 0,0-1 0,-1 0 0,0-1 0,0 0 0,-1 0 0,-1-1 0,1 0 0,-1-1 0,-1 0 0,8-13 0,-14 19 0,1 1 0,-1-1 0,0 0 0,0 0 0,0 0 0,-1 0 0,0 0 0,0-1 0,0 1 0,0 0 0,-1-1 0,0 1 0,0 0 0,0 0 0,-1-1 0,0 1 0,0 0 0,0 0 0,-1 0 0,0-1 0,0 2 0,0-1 0,0 0 0,-1 0 0,0 1 0,0-1 0,0 1 0,-6-7 0,2 5 31,-1-1 0,1 1 0,-1 0 0,0 0 0,0 1 0,-1 0 0,0 1 0,0 0 1,0 0-1,-17-4 0,1 2-600,0 2 0,-49-4 0,23 6-6257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24575,'-1'35'0,"-2"-1"0,-2 0 0,-1 0 0,-12 42 0,-2 14 0,19-80 0,0 0 0,0 0 0,1 0 0,0 1 0,1-1 0,4 20 0,-3-26 0,-1 0 0,1 0 0,1 0 0,-1 0 0,0-1 0,1 1 0,0-1 0,0 1 0,0-1 0,0 0 0,0 0 0,1 0 0,0 0 0,-1-1 0,1 0 0,0 1 0,0-2 0,0 1 0,0 0 0,1-1 0,-1 1 0,8 0 0,10 2 0,1 0 0,0-2 0,26 0 0,-37-2 0,610 14 0,428 20 0,-1021-32 0,-16-1 0,0 0 0,-1-1 0,1 0 0,22-4 0,-34 4 0,0 0 0,0 0 0,0 0 0,0 0 0,0 0 0,0-1 0,0 1 0,-1 0 0,1-1 0,0 1 0,0 0 0,0-1 0,0 1 0,0-1 0,0 0 0,-1 1 0,1-1 0,0 0 0,0 1 0,-1-1 0,1 0 0,-1 0 0,1 1 0,-1-1 0,1 0 0,-1 0 0,1 0 0,-1 0 0,0 0 0,1 0 0,-1 0 0,0 0 0,0 0 0,0 0 0,0 0 0,0 0 0,0 0 0,0-1 0,-1-4 0,-1 1 0,0 0 0,-1 0 0,1 0 0,-1 0 0,-4-5 0,5 6 0,-1 0 0,1 0 0,-1 0 0,1 0 0,1 0 0,-3-8 0,4 4 0,0 0 0,1 0 0,0 0 0,0 1 0,1-1 0,0 0 0,5-11 0,4-21 0,-9 26 0,-1-1 0,0 1 0,-1 0 0,-1 0 0,0 0 0,-1 0 0,0 0 0,-7-22 0,3 17 0,-2-1 0,0 1 0,0 0 0,-2 1 0,-14-21 0,24 38 23,-1 1-80,1-1-1,0 1 0,0-1 0,0 1 0,-1-1 0,1 1 0,0 0 1,0-1-1,-1 1 0,1 0 0,0-1 0,-1 1 0,1 0 0,0-1 1,-1 1-1,1 0 0,-1 0 0,1-1 0,0 1 0,-1 0 1,1 0-1,-1 0 0,0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24575,'1'-2'0,"0"1"0,-1-1 0,1 1 0,0-1 0,0 1 0,0 0 0,0-1 0,0 1 0,1 0 0,-1 0 0,0-1 0,1 1 0,-1 0 0,3-1 0,20-13 0,-23 14 0,0 1 0,-1 0 0,1-1 0,-1 1 0,1 0 0,-1-1 0,1 1 0,0 0 0,-1 0 0,1 0 0,0-1 0,-1 1 0,1 0 0,0 0 0,-1 0 0,1 0 0,0 0 0,-1 0 0,1 1 0,0-1 0,-1 0 0,1 0 0,0 0 0,-1 1 0,1-1 0,-1 0 0,1 0 0,0 1 0,0 0 0,0 0 0,0 0 0,-1 1 0,1-1 0,-1 0 0,1 0 0,-1 0 0,1 1 0,-1-1 0,0 0 0,1 0 0,-1 1 0,0 1 0,0 6 0,0 0 0,-1 1 0,-1 9 0,2-17 0,-12 65 255,4-27-1065,-3 52 0,11-69-6016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27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30 24575,'0'0'0,"1"0"0,0 0 0,-1 0 0,1 0 0,-1 0 0,1 0 0,0 0 0,-1 0 0,1 0 0,-1-1 0,1 1 0,0 0 0,-1 0 0,1-1 0,-1 1 0,1 0 0,-1-1 0,1 1 0,-1-1 0,0 1 0,1-1 0,-1 1 0,1 0 0,-1-1 0,0 0 0,1 1 0,-1-1 0,-3-2 0,-10 8 0,8-1 0,0 0 0,0 0 0,0 1 0,0-1 0,0 1 0,1 0 0,0 1 0,0-1 0,1 1 0,-1 0 0,1-1 0,1 1 0,-1 1 0,-2 7 0,4-12 0,1 1 0,-1 0 0,0 0 0,1 0 0,0 0 0,-1 0 0,1-1 0,0 1 0,1 0 0,-1 0 0,0 0 0,1 0 0,0 0 0,-1 0 0,1-1 0,0 1 0,1 0 0,-1 0 0,0-1 0,1 1 0,-1-1 0,1 0 0,0 1 0,0-1 0,0 0 0,0 0 0,0 0 0,0 0 0,1 0 0,-1-1 0,1 1 0,-1-1 0,6 2 0,2 1 0,-1-1 0,1-1 0,1 0 0,-1 0 0,0-1 0,0 0 0,1-1 0,-1 0 0,0-1 0,1 0 0,-1-1 0,0 0 0,0 0 0,0-1 0,0 0 0,-1-1 0,1 0 0,-1-1 0,16-10 0,-23 14 0,0 0 0,-1-1 0,1 1 0,0-1 0,-1 1 0,1-1 0,-1 0 0,1 1 0,-1-1 0,0 0 0,1 0 0,-1 0 0,0 0 0,-1 0 0,1 0 0,0 0 0,-1-1 0,1 1 0,-1 0 0,1 0 0,-1-1 0,0 1 0,0 0 0,0 0 0,0-1 0,-1 1 0,1 0 0,0 0 0,-1 0 0,0-1 0,1 1 0,-1 0 0,0 0 0,0 0 0,0 0 0,-1 0 0,1 0 0,-2-1 0,-2-3 0,-1 0 0,1 1 0,-2-1 0,1 1 0,0 1 0,-1-1 0,0 1 0,0 1 0,-13-6 0,-13-3-682,-37-6-1,42 11-6143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39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24575,'3'0'0,"4"0"0,4 0 0,2 0 0,6 0 0,2 0 0,4 0 0,0 0 0,2 0 0,-1 0 0,-1 0 0,-3 0 0,-2-3 0,-4-4 0,-5-1-8191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39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24575,'0'0'0,"-1"-1"0,1 0 0,-1 1 0,0-1 0,1 1 0,-1 0 0,0-1 0,1 1 0,-1-1 0,0 1 0,0 0 0,1 0 0,-1-1 0,0 1 0,0 0 0,1 0 0,-1 0 0,0 0 0,0 0 0,-1 0 0,0 4 0,8 5 0,10 4 0,1-1 0,0 0 0,0-1 0,31 13 0,-1 0 0,-10-5 0,-26-14 0,0 0 0,0 0 0,-1 1 0,0 1 0,0 0 0,-1 0 0,12 12 0,-20-18 0,1 0 0,-1 1 0,0-1 0,-1 1 0,1-1 0,0 1 0,0-1 0,-1 1 0,1-1 0,-1 1 0,1 0 0,-1-1 0,1 1 0,-1 0 0,0-1 0,0 1 0,0 0 0,0-1 0,0 1 0,-1 2 0,0-1 0,0 0 0,0-1 0,0 1 0,-1-1 0,1 1 0,-1-1 0,0 0 0,1 0 0,-1 0 0,0 1 0,-3 1 0,-6 4 0,-1 0 0,1-1 0,-1 0 0,-13 5 0,20-10 0,-25 13-455,-1-2 0,-32 9 0,49-19-6371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49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24575,'2'0'0,"0"0"0,1 1 0,-1-1 0,0 1 0,0-1 0,0 1 0,0 0 0,0 0 0,0-1 0,0 1 0,0 1 0,0-1 0,0 0 0,-1 0 0,1 1 0,0-1 0,-1 1 0,1 0 0,-1-1 0,0 1 0,1 0 0,-1 0 0,0 0 0,0-1 0,0 1 0,0 0 0,-1 1 0,1-1 0,0 0 0,-1 0 0,1 3 0,1 9 0,0 0 0,-1 0 0,-1 26 0,0-23 0,1 48 98,1-1-585,-3 0-1,-16 114 0,10-147-6338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42 24575,'-16'-8'0,"0"0"0,0 1 0,-21-5 0,29 10 0,0 0 0,0 1 0,0 0 0,-1 1 0,1 0 0,0 0 0,-1 0 0,1 1 0,-9 3 0,0 0 0,0 2 0,1 0 0,-1 1 0,2 1 0,-1 0 0,1 1 0,0 1 0,1 0 0,-19 18 0,5-1 0,1 2 0,1 0 0,-26 38 0,28-33 0,2 1 0,1 1 0,2 0 0,2 2 0,-13 39 0,24-57 0,1-1 0,1 1 0,0 0 0,2 0 0,0 24 0,2-31 0,1 0 0,0 0 0,1 0 0,1 0 0,0 0 0,0-1 0,2 1 0,9 20 0,-7-21 0,1 1 0,1-2 0,0 1 0,0-1 0,1-1 0,0 0 0,1 0 0,0-1 0,1 0 0,0-1 0,0-1 0,1 1 0,0-2 0,0 0 0,22 7 0,-4-4 0,0-1 0,1-1 0,0-2 0,0-1 0,62 0 0,-63-6 0,0-1 0,0-1 0,-1-2 0,0-1 0,0-1 0,0-2 0,-1-1 0,-1-1 0,0-1 0,-1-2 0,0 0 0,-1-2 0,-1-1 0,24-22 0,-29 22 0,-1-1 0,0 0 0,-2-2 0,0 1 0,-2-2 0,0-1 0,-1 0 0,-2 0 0,0-1 0,-1-1 0,-2 0 0,0 0 0,-2-1 0,-1 0 0,-1 0 0,3-42 0,-8 55 0,0-1 0,-1 0 0,0 1 0,-1-1 0,0 1 0,-1-1 0,-1 1 0,0 0 0,-1 0 0,0 1 0,-10-18 0,8 20 0,0 0 0,-1 1 0,1-1 0,-2 1 0,1 1 0,-1 0 0,-1 0 0,1 1 0,-1 0 0,-1 0 0,1 1 0,-1 1 0,-12-5 0,-9-1 0,0 1 0,0 2 0,-1 2 0,0 0 0,0 3 0,-48-1 0,12 6 0,0 3 0,-72 14 0,63-3-1365,14-1-5461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2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24575,'1'0'0,"0"0"0,0 1 0,0-1 0,1 0 0,-1 0 0,0 1 0,0-1 0,0 0 0,0 1 0,0-1 0,0 1 0,0 0 0,0-1 0,0 1 0,0 0 0,0-1 0,-1 1 0,1 0 0,0 0 0,0 0 0,-1 0 0,1 0 0,0 0 0,-1 0 0,1 0 0,-1 0 0,0 0 0,1 0 0,-1 0 0,0 0 0,1 0 0,-1 0 0,0 2 0,1 4 0,-1 0 0,0 0 0,0 0 0,-2 8 0,2-13 0,-8 237-439,9-201-487,-1-21-5900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3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24575,'-3'3'0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3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24575,'0'-3'0,"0"-4"0,0-3 0,0-4 0,3 4 0,1 7 0,3 6 0,0 6 0,2 8 0,-1 6 0,2 5 0,-2 8 0,-1 5 0,0 3 0,0 2 0,-2-1 0,-2 1 0,-1-7-8191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5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24575,'0'3'0,"0"4"0,0 3 0,0 4 0,0 2 0,0 1 0,0 4 0,0 4 0,0 0 0,3 3 0,0-1 0,4-2 0,3-2 0,0-6-8191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5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24575,'-3'0'0,"2"0"0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6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54 24575,'0'0'0,"-1"-1"0,0 1 0,0-1 0,0 0 0,1 1 0,-1-1 0,0 0 0,0 0 0,1 0 0,-1 1 0,1-1 0,-1 0 0,1 0 0,-1 0 0,1 0 0,0 0 0,-1 0 0,1 0 0,0 0 0,0 0 0,0 0 0,0 0 0,-1 0 0,1 0 0,1 0 0,-1 0 0,0 0 0,0 0 0,0 0 0,0 0 0,1 0 0,-1 0 0,1 0 0,-1 0 0,0 0 0,1 0 0,0 1 0,-1-1 0,1 0 0,-1 0 0,1 0 0,0 1 0,0-1 0,-1 0 0,1 1 0,2-2 0,0 0 0,0 1 0,1-1 0,0 0 0,-1 1 0,1 0 0,0 0 0,0 0 0,0 1 0,-1-1 0,1 1 0,5 0 0,-6 0 0,0 0 0,-1 0 0,1 0 0,0 1 0,0 0 0,0-1 0,0 1 0,0 0 0,-1 0 0,1 1 0,-1-1 0,1 0 0,-1 1 0,1 0 0,-1 0 0,0-1 0,1 1 0,-1 1 0,0-1 0,0 0 0,-1 0 0,1 1 0,0-1 0,1 4 0,-2-3 0,0 0 0,0 1 0,0-1 0,-1 1 0,1 0 0,-1-1 0,0 1 0,0-1 0,0 1 0,0 0 0,-1-1 0,1 1 0,-1-1 0,0 1 0,0-1 0,0 1 0,-1-1 0,1 0 0,-3 4 0,-17 24 0,17-26 0,-1 0 0,2 0 0,-1 0 0,1 1 0,-1-1 0,2 1 0,-1 0 0,1 0 0,-1 0 0,0 9 0,3-14 0,0 1 0,0 0 0,0 0 0,1 0 0,-1 0 0,1-1 0,0 1 0,-1 0 0,1-1 0,0 1 0,0 0 0,0-1 0,0 1 0,0-1 0,0 1 0,1-1 0,-1 0 0,0 0 0,1 1 0,-1-1 0,1 0 0,-1 0 0,1 0 0,1 0 0,5 3 0,1 0 0,-1-1 0,16 4 0,69 12-1365,-43-13-5461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8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24575,'3'0'0,"4"0"0,4 0 0,3 3 0,-1 4 0,-3 4 0,-3 2 0,-2 6 0,-3 2 0,-1 3 0,-1 5 0,0-1 0,-1 1 0,0-1 0,1-3 0,0-3 0,-1-1 0,1-5-8191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8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24575,'0'-5'0,"1"-1"0,0 1 0,0 0 0,0-1 0,1 1 0,-1 0 0,1 0 0,1 0 0,-1 0 0,1 0 0,-1 1 0,2-1 0,-1 1 0,0 0 0,1 0 0,0 0 0,-1 0 0,2 0 0,-1 1 0,0 0 0,7-4 0,-5 3 0,-1 1 0,1 0 0,0 1 0,0 0 0,0-1 0,0 2 0,0-1 0,0 1 0,0 0 0,0 0 0,1 1 0,-1-1 0,0 1 0,1 1 0,-1-1 0,0 1 0,0 1 0,8 1 0,-13-3 0,0 1 0,0-1 0,1 1 0,-1-1 0,0 1 0,0-1 0,0 1 0,0-1 0,0 1 0,0 0 0,0 0 0,0 0 0,0 0 0,0-1 0,0 1 0,-1 0 0,1 0 0,0 1 0,-1-1 0,1 0 0,-1 0 0,1 0 0,-1 0 0,1 0 0,-1 1 0,0 0 0,0 1 0,0-1 0,0 1 0,-1-1 0,1 0 0,-1 1 0,0-1 0,0 0 0,0 0 0,0 0 0,0 0 0,0 0 0,-3 4 0,-3 3 0,-1-1 0,1 0 0,-2 0 0,-14 11 0,16-14 0,2-1 0,-1 0 0,0 0 0,1 1 0,0 0 0,-8 8 0,12-12 0,1 1 0,-1-1 0,0 0 0,1 0 0,-1 0 0,1 0 0,-1 0 0,1 1 0,-1-1 0,1 0 0,0 1 0,0-1 0,0 0 0,0 0 0,0 1 0,0-1 0,0 0 0,0 1 0,0-1 0,0 0 0,1 0 0,-1 1 0,1-1 0,-1 0 0,1 0 0,-1 0 0,1 1 0,0-1 0,-1 0 0,1 0 0,0 0 0,0 0 0,0 0 0,0 0 0,0-1 0,0 1 0,1 1 0,45 28 0,-32-21 0,27 20 0,-39-27 0,0 1 0,0 0 0,0-1 0,0 1 0,-1 0 0,1 1 0,-1-1 0,0 0 0,0 1 0,0-1 0,-1 1 0,1-1 0,1 7 0,-3-8 8,1 0 1,-1 0-1,0 0 0,0 0 0,0 0 0,0 0 0,0-1 0,0 1 0,-1 0 1,1 0-1,0 0 0,-1 0 0,0 0 0,1-1 0,-1 1 0,0 0 0,0-1 1,0 1-1,0 0 0,-2 1 0,0 0 7,1-1 1,-1 0-1,0 1 1,0-1-1,-1-1 1,1 1 0,0 0-1,0-1 1,-1 0-1,-3 2 1,-8 0-443,0 0 0,0-1 1,-29 0-1,21-2-6399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24575,'3'0'0,"1"3"0,-1 4 0,0 4 0,-1 2 0,0 6 0,-2 2 0,1 4 0,-1 0 0,0 2 0,-1 2 0,1 0 0,0 0 0,0-2 0,0-2 0,0-3 0,0-5-8191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1:59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24575,'0'-3'0,"3"-1"0,3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0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24575,'-1'1'0,"1"-1"0,-1 0 0,1 1 0,-1-1 0,1 0 0,-1 1 0,1-1 0,-1 1 0,1-1 0,-1 1 0,1-1 0,0 1 0,-1-1 0,1 1 0,0 0 0,-1-1 0,1 1 0,0-1 0,0 1 0,0 0 0,-1-1 0,1 1 0,0 0 0,0-1 0,0 1 0,0-1 0,0 1 0,0 0 0,0-1 0,1 1 0,-1 0 0,0-1 0,0 1 0,0 0 0,1 0 0,5 28 0,-5-28 0,7 38 0,-5-23 0,1 1 0,0-1 0,8 18 0,-11-30 0,0-1 0,1 0 0,-1 0 0,1 0 0,0 0 0,0 0 0,0 0 0,1-1 0,-1 1 0,1 0 0,-1-1 0,1 0 0,0 0 0,0 0 0,0 0 0,0 0 0,0-1 0,0 1 0,1-1 0,3 2 0,-3-3 0,-1 0 0,1 0 0,-1 0 0,1 0 0,-1 0 0,0-1 0,1 0 0,-1 0 0,0 0 0,1 0 0,-1 0 0,0 0 0,0-1 0,0 0 0,0 0 0,0 1 0,0-2 0,-1 1 0,1 0 0,-1 0 0,5-6 0,2-3 0,0 0 0,-1 0 0,-1-1 0,7-13 0,1-13 0,-13 31 0,0 0 0,1-1 0,0 2 0,5-11 0,-8 17 0,0 0 0,0-1 0,1 1 0,-1 0 0,0 0 0,0 0 0,0-1 0,0 1 0,0 0 0,0 0 0,1 0 0,-1 0 0,0 0 0,0-1 0,0 1 0,0 0 0,1 0 0,-1 0 0,0 0 0,0 0 0,0 0 0,1 0 0,-1-1 0,0 1 0,0 0 0,1 0 0,-1 0 0,0 0 0,0 0 0,0 0 0,1 0 0,-1 0 0,0 0 0,0 0 0,1 0 0,-1 1 0,0-1 0,0 0 0,0 0 0,1 0 0,-1 0 0,6 11 0,0 15 0,0 99 0,-2-24 0,2-12-1365,-4-53-5461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1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24575,'-3'0'0,"-3"0"0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3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141 100 24575,'-37'1'0,"21"0"0,-1-1 0,1 0 0,-30-5 0,38 1 0,9 0 0,18-2 0,46-4 0,106-1 0,-113 8 0,600-10-361,1 22-330,-23-1 267,-604-8 353,50 1-51,105-13 1,-179 11 121,26-5 0,-32 5 0,0 1 0,-1-1 0,1 1 0,-1-1 0,1 1 0,-1-1 0,1 0 0,-1 0 0,0 0 0,1 0 0,-1 0 0,0 0 0,0 0 0,0 0 0,2-3 0,-2 3-45,-1 1 1,0-1-1,0 1 1,0-1-1,0 1 1,0-1 0,0 0-1,0 1 1,0-1-1,0 1 1,0-1-1,0 0 1,0 1-1,0-1 1,0 1-1,0-1 1,0 0 0,-1 1-1,1-1 1,0 1-1,-1-1 1,1 1-1,-1-2 1,-12-11-5290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24575,'0'-3'0,"0"-1"0,0 1 0,0 0 0,1-1 0,-1 1 0,1 0 0,0-1 0,0 1 0,0 0 0,0 0 0,1 0 0,-1 0 0,4-5 0,-4 7 0,1 0 0,-1 0 0,1 0 0,-1-1 0,1 1 0,-1 1 0,1-1 0,0 0 0,-1 0 0,1 1 0,0-1 0,0 1 0,0-1 0,-1 1 0,1 0 0,0 0 0,0-1 0,0 1 0,0 1 0,0-1 0,-1 0 0,1 0 0,0 1 0,0-1 0,0 1 0,2 1 0,10 3 0,1 1 0,-1 0 0,0 2 0,0-1 0,15 13 0,-3 0 0,36 34 0,-51-43 0,1 1 0,-2 1 0,1-1 0,-2 2 0,0-1 0,0 1 0,-1 0 0,11 30 0,-17-37 0,0 0 0,0 0 0,-1 0 0,0 0 0,0 1 0,-1-1 0,0 0 0,0 0 0,0 1 0,-1-1 0,0 0 0,-1 0 0,0 1 0,0-1 0,0 0 0,-1-1 0,0 1 0,0 0 0,-1-1 0,0 0 0,0 0 0,-5 6 0,-2 1-273,-1-1 0,-1-1 0,1 0 0,-22 14 0,-10 2-6553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140 156 24575,'-14'-6'0,"0"0"0,1-1 0,-1 0 0,2-1 0,-1 0 0,1-2 0,1 1 0,-13-13 0,23 21 0,0 0 0,0-1 0,0 1 0,0 0 0,0-1 0,0 1 0,0-1 0,0 1 0,0-1 0,1 1 0,-1-1 0,1 0 0,-1 1 0,1-1 0,0 0 0,-1 1 0,1-4 0,0 3 0,1 1 0,-1 0 0,1-1 0,-1 1 0,1 0 0,-1 0 0,1-1 0,0 1 0,0 0 0,-1 0 0,1 0 0,0 0 0,0 0 0,0 0 0,0 0 0,0 0 0,2-1 0,3-1 0,-1 1 0,1-1 0,0 1 0,0 0 0,0 0 0,0 0 0,0 1 0,9-1 0,8 1 0,0 0 0,-1 2 0,1 0 0,35 8 0,-42-6 0,-1 1 0,1 0 0,-1 1 0,-1 1 0,1 0 0,-1 1 0,20 14 0,-30-18 0,0 0 0,0 0 0,0 1 0,0-1 0,0 1 0,-1 0 0,0 1 0,1-1 0,-2 0 0,1 1 0,0 0 0,-1 0 0,0-1 0,0 1 0,-1 0 0,1 1 0,-1-1 0,1 6 0,-2-5 0,0 0 0,0-1 0,-1 1 0,0 0 0,0 0 0,0-1 0,-1 1 0,0-1 0,0 1 0,0-1 0,0 0 0,-1 0 0,0 0 0,0 0 0,0 0 0,-6 5 0,-4 3 0,0-1 0,-1 0 0,-1-2 0,1 1 0,-2-2 0,1 0 0,-20 8 0,9-4 0,-36 24 0,61-36 0,1-1 0,-1 0 0,1 0 0,-1 0 0,1 0 0,-1 1 0,1-1 0,0 0 0,-1 0 0,1 1 0,0-1 0,-1 0 0,1 1 0,-1-1 0,1 0 0,0 1 0,0-1 0,-1 1 0,1-1 0,0 1 0,0-1 0,-1 0 0,1 1 0,0-1 0,0 1 0,0-1 0,0 1 0,0-1 0,0 1 0,0-1 0,0 1 0,0-1 0,0 1 0,0-1 0,0 1 0,0-1 0,0 1 0,2 0 0,-1 0 0,0 0 0,0-1 0,1 1 0,-1-1 0,0 1 0,1-1 0,-1 1 0,1-1 0,-1 0 0,1 0 0,1 0 0,47 0 0,-12-5-227,-1-2-1,0-1 1,0-2-1,-1-1 1,63-30-1,-59 20-6598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4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944 138 24575,'-7'-14'0,"0"0"0,-1 0 0,-15-20 0,19 29 0,0 0 0,-1 1 0,0-1 0,0 1 0,0 0 0,0 1 0,-1-1 0,1 1 0,-1 0 0,0 0 0,-10-3 0,1 2 0,0 1 0,-1 1 0,0 0 0,1 1 0,-1 1 0,0 0 0,0 1 0,1 1 0,-1 0 0,-25 7 0,-2 4 0,1 2 0,-61 29 0,58-22 0,1 2 0,2 2 0,-69 54 0,91-63 0,0 1 0,1 1 0,1 1 0,1 0 0,1 1 0,1 1 0,1 0 0,-20 42 0,28-51 0,2 0 0,0 1 0,0-1 0,1 1 0,1-1 0,0 1 0,1 0 0,0 0 0,1 0 0,1 0 0,0 0 0,7 26 0,-4-24 0,1 0 0,1-1 0,1 1 0,0-1 0,1-1 0,0 1 0,2-1 0,-1-1 0,2 0 0,16 18 0,-1-8 0,0-1 0,1-1 0,1-1 0,1-1 0,1-2 0,1-1 0,0-1 0,1-1 0,41 10 0,-30-12 0,-1-2 0,1-2 0,1-2 0,0-2 0,-1-2 0,83-6 0,-98 1 0,1-1 0,-1-1 0,-1-2 0,1-1 0,-1-1 0,0-1 0,-1-2 0,0 0 0,36-25 0,-47 27 0,0-1 0,-1-1 0,-1-1 0,0 0 0,0-1 0,-1 0 0,-1 0 0,-1-2 0,0 1 0,-1-1 0,0-1 0,-1 1 0,-1-1 0,-1-1 0,7-31 0,-9 26 19,-1 1 0,-2-1 0,0 0 0,-1 0 0,-1 0 0,-2 0 0,0 0 0,-1 1 0,-1 0 0,-2-1 0,0 2 0,-1-1 0,-1 1 0,-1 0 0,-1 1 0,0 0 0,-20-24 0,13 21-141,0 2 0,-1 0 0,-1 1 0,-1 0 0,-1 2 0,0 1 0,-1 1 0,-1 0 0,-1 2 1,0 1-1,0 1 0,-2 1 0,-45-13 0,17 13-6704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24575,'0'-4'0,"0"1"0,0-1 0,1 0 0,-1 1 0,1-1 0,0 1 0,0-1 0,0 1 0,1 0 0,-1-1 0,1 1 0,0 0 0,2-4 0,-3 5 0,1 1 0,-1 0 0,0 0 0,1 0 0,-1 0 0,0 0 0,1 0 0,-1 0 0,1 0 0,-1 1 0,1-1 0,0 0 0,-1 1 0,1 0 0,0-1 0,-1 1 0,1 0 0,0 0 0,0 0 0,-1 0 0,1 0 0,0 0 0,-1 0 0,1 0 0,0 1 0,-1-1 0,1 1 0,0 0 0,-1-1 0,2 2 0,1 0 0,-1 0 0,0 0 0,0 0 0,-1 1 0,1-1 0,0 1 0,-1-1 0,1 1 0,-1 0 0,0 0 0,0 0 0,0 1 0,-1-1 0,1 0 0,-1 1 0,1-1 0,0 8 0,2 5 0,-1 1 0,2 25 0,-5-41 0,6 181 0,6 59 0,3-151 0,-14-88 0,-1-4 0,-1-9 0,-5-20 0,-27-85 0,-36-142 0,58 206 0,3 0 0,2 0 0,1-58 0,5 100 0,0-1 0,1 1 0,0 0 0,1-1 0,0 1 0,6-19 0,-6 26 0,-1 0 0,1 0 0,-1 0 0,1 0 0,0 1 0,0-1 0,0 1 0,0-1 0,0 1 0,1 0 0,-1 0 0,1 0 0,-1 0 0,1 0 0,0 1 0,0-1 0,0 1 0,0 0 0,0 0 0,0 0 0,0 0 0,0 0 0,0 0 0,1 1 0,-1 0 0,4 0 0,6 0 0,0 1 0,0 1 0,0 1 0,0-1 0,-1 2 0,1 0 0,-1 0 0,0 1 0,17 10 0,-3 0 0,0 2 0,45 37 0,-64-49 0,-1 1 0,0-1 0,-1 2 0,0-1 0,0 0 0,0 1 0,0 0 0,3 9 0,-7-14 0,0 1 0,0-1 0,0 1 0,0-1 0,-1 1 0,1 0 0,-1-1 0,0 1 0,0 0 0,0-1 0,0 1 0,0 0 0,0-1 0,-1 1 0,1 0 0,-1-1 0,0 1 0,0-1 0,0 1 0,0-1 0,0 1 0,-1-1 0,1 0 0,0 0 0,-1 1 0,0-1 0,0 0 0,-3 2 0,-4 4 34,0-1 1,-1-1-1,0 0 0,0 0 0,-1-1 0,0 0 0,0-1 0,0 0 0,-18 3 1,-3-1-604,-1-1 0,-36 1 0,32-4-6257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24575,'5'-6'0,"2"1"0,-1 0 0,1 0 0,7-4 0,-13 9 0,-1 0 0,1 0 0,-1 0 0,0 0 0,1 0 0,-1 0 0,1 0 0,-1-1 0,1 1 0,-1 1 0,0-1 0,1 0 0,-1 0 0,1 0 0,-1 0 0,0 0 0,1 0 0,-1 0 0,1 0 0,-1 1 0,0-1 0,1 0 0,-1 0 0,1 1 0,-1-1 0,0 0 0,0 1 0,1-1 0,-1 0 0,0 0 0,1 1 0,-1-1 0,0 1 0,0-1 0,0 0 0,1 1 0,-1 0 0,7 19 0,-6-16 0,8 23 0,0 0 0,2-1 0,24 43 0,-28-58 0,0 0 0,0-1 0,1 1 0,0-2 0,1 1 0,0-1 0,1 0 0,0-1 0,0 0 0,18 10 0,-23-16 0,-1 0 0,1 1 0,0-2 0,-1 1 0,1-1 0,0 1 0,0-1 0,0-1 0,0 1 0,0-1 0,1 0 0,-1 0 0,0 0 0,0-1 0,0 0 0,7-2 0,-8 2 0,0-1 0,0 0 0,-1 0 0,1 0 0,-1-1 0,1 1 0,-1-1 0,0 0 0,0 0 0,0 0 0,-1 0 0,1 0 0,-1-1 0,1 1 0,-1-1 0,0 0 0,-1 0 0,1 1 0,-1-1 0,2-6 0,2-11 0,-1-1 0,0 0 0,-2 1 0,-1-1 0,0 0 0,-4-26 0,0 18 0,-2 0 0,0 0 0,-20-55 0,23 81 0,1-1 0,-1 1 0,-1 0 0,1 1 0,-1-1 0,-3-4 0,6 8 0,0 0 0,0-1 0,-1 1 0,1 0 0,0-1 0,0 1 0,-1 0 0,1 0 0,0-1 0,-1 1 0,1 0 0,0 0 0,-1 0 0,1 0 0,0-1 0,-1 1 0,1 0 0,0 0 0,-1 0 0,1 0 0,0 0 0,-1 0 0,1 0 0,-1 0 0,1 0 0,0 0 0,-1 0 0,0 0 0,1 1 0,-1 0 0,1 0 0,-1 0 0,1 0 0,-1-1 0,1 1 0,-1 0 0,1 0 0,0 0 0,0 0 0,-1 0 0,1 0 0,0 0 0,0 0 0,0 0 0,0 0 0,0 1 0,0 5-195,1-1 0,0 0 0,0 0 0,0 0 0,1 1 0,4 10 0,1 0-6631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20 229 24575,'-16'-229'0,"14"398"0,0-67 0,7 136 0,-4-233 0,3 23 0,-4-27 0,0 0 0,0 0 0,1 0 0,-1 0 0,0 0 0,1 0 0,-1 0 0,0 0 0,1 0 0,-1 0 0,1 0 0,0 0 0,-1-1 0,1 1 0,0 0 0,-1 0 0,1-1 0,0 1 0,0 0 0,1 0 0,-1-1 0,0 0 0,-1 0 0,1 0 0,-1-1 0,1 1 0,0 0 0,-1 0 0,1-1 0,-1 1 0,1 0 0,-1-1 0,1 1 0,-1-1 0,0 1 0,1 0 0,-1-1 0,1 1 0,-1-1 0,0 1 0,1-1 0,-1 0 0,0 1 0,0-1 0,1 1 0,-1-2 0,8-19 0,-7 18 0,4-13 0,-1 2 0,1 0 0,0 1 0,1 0 0,0 0 0,10-15 0,-14 26 0,-1 0 0,1 0 0,-1 0 0,1 0 0,0 0 0,-1 1 0,1-1 0,0 1 0,0-1 0,0 1 0,0 0 0,0 0 0,1 0 0,-1 0 0,0 0 0,0 0 0,1 0 0,-1 1 0,1 0 0,-1-1 0,0 1 0,1 0 0,-1 0 0,1 0 0,-1 0 0,1 1 0,-1-1 0,0 0 0,1 1 0,-1 0 0,0 0 0,1 0 0,-1 0 0,0 0 0,0 0 0,0 0 0,0 1 0,3 1 0,1 2 0,0 1 0,1-1 0,-2 1 0,1 0 0,-1 0 0,0 1 0,0 0 0,-1 0 0,0 0 0,0 0 0,5 15 0,-8-20 0,0 1 0,0-1 0,0 1 0,0 0 0,-1 0 0,1-1 0,-1 1 0,0 0 0,0 0 0,0 0 0,0-1 0,0 1 0,-1 0 0,1 0 0,-1 0 0,0-1 0,0 1 0,0 0 0,0-1 0,0 1 0,0-1 0,-1 1 0,1-1 0,-1 0 0,0 0 0,0 1 0,0-1 0,0 0 0,0-1 0,0 1 0,0 0 0,0-1 0,-1 1 0,1-1 0,-1 1 0,1-1 0,-4 1 0,-10 2-151,1 0-1,-1-1 0,0 0 0,0-2 1,0 0-1,0 0 0,0-2 1,-33-4-1,28 1-6674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24575,'0'0'0,"0"1"0,0-1 0,0 1 0,0-1 0,0 0 0,0 1 0,0-1 0,0 1 0,0-1 0,0 0 0,0 1 0,0-1 0,0 1 0,1-1 0,-1 0 0,0 1 0,0-1 0,0 0 0,1 1 0,-1-1 0,0 0 0,0 0 0,1 1 0,-1-1 0,0 0 0,1 0 0,-1 1 0,0-1 0,1 0 0,-1 0 0,0 0 0,2 1 0,13-4 0,13-14 0,-16 3 0,0 0 0,-1 0 0,-1-1 0,0-1 0,-1 0 0,-1 0 0,7-19 0,-11 81 0,-1 5 0,2-1 0,16 75 0,-14-98 0,1 0 0,1 0 0,1-1 0,1 0 0,1-1 0,18 26 0,-26-44-136,1-1-1,0 1 1,1-1-1,-1 0 1,1-1-1,0 1 1,1-1-1,-1 0 0,10 5 1,3-2-6690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24575,'3'-3'0,"-1"-1"0,0 1 0,0-1 0,0 1 0,0-1 0,0 0 0,-1 1 0,2-8 0,-2 8 0,0 0 0,0 0 0,0 0 0,0 0 0,0 0 0,0 0 0,1 0 0,-1 1 0,1-1 0,0 1 0,0-1 0,0 1 0,0 0 0,0 0 0,4-4 0,-5 6 0,-1 0 0,1 0 0,0 0 0,-1-1 0,1 1 0,-1 0 0,1 0 0,-1 0 0,1 0 0,0 0 0,-1 1 0,1-1 0,-1 0 0,1 0 0,-1 0 0,1 0 0,-1 1 0,1-1 0,-1 0 0,1 0 0,-1 1 0,1-1 0,-1 0 0,1 1 0,-1-1 0,0 1 0,1-1 0,-1 0 0,1 1 0,-1-1 0,0 1 0,0-1 0,1 1 0,-1-1 0,0 1 0,0-1 0,0 1 0,1 0 0,-1-1 0,0 1 0,0 0 0,7 30 0,-6-25 0,25 111 0,-21-99 0,1 0 0,1 0 0,0-1 0,14 23 0,-7-21-1365,-1-7-5461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6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22 24575,'0'-3'0,"-3"-4"0,-4 0 0,-1 3 0,1 6 0,2 5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36 24575,'6'1'0,"0"-1"0,0 1 0,0 0 0,8 3 0,-11-3 0,0 0 0,1 0 0,-1 0 0,0 0 0,1-1 0,-1 1 0,1-1 0,-1 0 0,1 0 0,-1 0 0,1 0 0,-1-1 0,0 0 0,1 1 0,5-3 0,-8 2 0,-1 1 0,1 0 0,-1 0 0,1 0 0,-1 0 0,1-1 0,-1 1 0,1 0 0,-1 0 0,1-1 0,-1 1 0,1-1 0,-1 1 0,1 0 0,-1-1 0,0 1 0,1-1 0,-1 1 0,0-1 0,1 1 0,-1-1 0,0 1 0,0-1 0,0 1 0,1-1 0,-1 1 0,0-1 0,0 1 0,0-1 0,0 1 0,0-2 0,0 1 0,-1 0 0,0 0 0,1 0 0,-1 1 0,0-1 0,0 0 0,1 0 0,-1 1 0,0-1 0,0 0 0,0 1 0,0-1 0,0 1 0,-2-1 0,-38-12 0,20 10 0,0 1 0,-35 2 0,46 0 0,1 1 0,-1 1 0,1-1 0,0 1 0,-1 1 0,1 0 0,0 0 0,-11 6 0,18-8 0,0 0 0,-1 0 0,1 1 0,0-1 0,0 0 0,0 1 0,0 0 0,0-1 0,1 1 0,-1 0 0,0 0 0,1 0 0,-1 0 0,1 0 0,0 0 0,0 1 0,0-1 0,0 0 0,0 1 0,0-1 0,1 1 0,-1-1 0,1 0 0,-1 1 0,1-1 0,0 1 0,0-1 0,0 1 0,1 0 0,-1-1 0,0 0 0,1 1 0,0-1 0,1 4 0,1 1 0,1 1 0,0-1 0,1-1 0,0 1 0,0-1 0,0 1 0,1-1 0,0-1 0,8 8 0,14 6 0,0 0 0,2-2 0,36 16 0,-2-1 0,-63-32 0,1 1 0,-1 0 0,1 0 0,-1 0 0,1 0 0,-1 0 0,1 0 0,-1 1 0,0-1 0,2 2 0,-3-2 0,0-1 0,0 0 0,1 0 0,-1 1 0,0-1 0,0 0 0,0 0 0,0 1 0,0-1 0,0 0 0,0 0 0,-1 1 0,1-1 0,0 0 0,0 0 0,0 0 0,0 1 0,0-1 0,0 0 0,0 0 0,0 1 0,-1-1 0,1 0 0,0 0 0,0 0 0,0 1 0,0-1 0,-1 0 0,1 0 0,0 0 0,0 0 0,0 0 0,-1 0 0,1 1 0,0-1 0,0 0 0,-1 0 0,1 0 0,0 0 0,-1 0 0,-5 1 0,0 1 0,1-2 0,-2 1 0,-9-1 0,-8 0 114,1-1 0,-34-5 0,51 5-221,1 0 0,-1 0 1,0 0-1,1-1 0,-1 0 1,1 0-1,-1-1 0,1 1 1,0-1-1,0 0 0,1-1 1,-1 1-1,0-1 0,1 0 1,-6-7-1,2-3-6719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1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0 402 24575,'7'-6'0,"32"-32"0,-2-2 0,60-82 0,4-43 0,-99 161 0,0 1 0,0 0 0,1 1 0,-1-1 0,1 0 0,0 1 0,-1-1 0,7-3 0,-9 6 0,1 0 0,-1-1 0,1 1 0,-1 0 0,1 0 0,-1 0 0,1 0 0,-1 0 0,1 0 0,-1 0 0,1-1 0,-1 2 0,1-1 0,-1 0 0,0 0 0,1 0 0,-1 0 0,1 0 0,-1 0 0,1 0 0,-1 1 0,1-1 0,-1 0 0,1 0 0,-1 1 0,1-1 0,0 1 0,0 1 0,0-1 0,-1 0 0,1 0 0,0 1 0,-1-1 0,1 1 0,0-1 0,-1 1 0,0-1 0,1 1 0,-1 2 0,2 23 0,-1 1 0,-1 0 0,-1 0 0,-10 51 0,2-15 0,0 15 0,3 1 0,6 113 0,0-191 0,1 8 0,0 1 0,1 0 0,5 15 0,-7-24 0,1 0 0,0 0 0,-1-1 0,1 1 0,0 0 0,0-1 0,0 1 0,0-1 0,0 1 0,1-1 0,-1 0 0,2 2 0,-2-2 0,0-1 0,0 0 0,0 1 0,0-1 0,0 0 0,0 1 0,0-1 0,0 0 0,0 0 0,-1 0 0,1 0 0,0 0 0,0 0 0,0 0 0,0 0 0,0-1 0,0 1 0,0 0 0,0 0 0,0-1 0,0 1 0,0-1 0,-1 1 0,1-1 0,1 0 0,6-5 0,0-1 0,-1 0 0,0 0 0,-1-1 0,1 1 0,8-16 0,4-3 0,11-14 0,-16 20 0,1 1 0,0 0 0,26-23 0,-40 41 0,0 0 0,0 0 0,0 0 0,0 0 0,0 0 0,1 0 0,-1 0 0,0 1 0,0-1 0,1 0 0,-1 1 0,0-1 0,1 1 0,-1-1 0,1 1 0,-1 0 0,1-1 0,-1 1 0,0 0 0,1 0 0,-1 0 0,1 0 0,-1 0 0,1 1 0,-1-1 0,1 0 0,-1 1 0,0-1 0,1 1 0,-1-1 0,0 1 0,1 0 0,-1 0 0,0-1 0,0 1 0,1 0 0,-1 0 0,0 0 0,0 0 0,0 0 0,1 2 0,3 6 0,0 0 0,0 0 0,-1 1 0,0-1 0,3 13 0,5 11 0,-10-29-195,1 1 0,0-1 0,-1 0 0,2 0 0,-1 0 0,6 6 0,5 0-6631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10 136 24575,'-1'-1'0,"0"-1"0,0 1 0,0-1 0,0 1 0,0-1 0,0 1 0,1-1 0,-1 0 0,1 1 0,-1-1 0,1 0 0,0 1 0,-1-1 0,1 0 0,0 0 0,0 0 0,0 1 0,1-1 0,-1 0 0,0 0 0,1 1 0,-1-1 0,1 0 0,-1 1 0,1-1 0,0 0 0,0 1 0,1-3 0,1-1 0,0 0 0,1 0 0,0 0 0,0 0 0,0 0 0,9-7 0,-4 7 0,-1-1 0,0 2 0,1-1 0,0 1 0,0 0 0,0 1 0,1 0 0,-1 1 0,19-3 0,-14 4 0,-1 0 0,0 1 0,1 0 0,-1 1 0,1 0 0,21 5 0,-26-3 0,0-1 0,0 2 0,0-1 0,16 10 0,-23-12 0,0-1 0,-1 2 0,1-1 0,0 0 0,-1 0 0,0 0 0,1 1 0,-1-1 0,0 1 0,1-1 0,-1 1 0,0-1 0,0 1 0,0 0 0,-1 0 0,1-1 0,0 1 0,-1 0 0,1 0 0,-1 0 0,1 0 0,-1 0 0,0-1 0,0 1 0,0 0 0,0 0 0,0 0 0,0 0 0,-1 0 0,0 4 0,-1 0 0,-1 0 0,0 0 0,0 0 0,0-1 0,-1 1 0,0-1 0,0 0 0,0 0 0,0 0 0,-8 6 0,-4 2 0,-35 21 0,34-23 0,1-1 0,-19 17 0,34-26 0,0 0 0,-1 0 0,1 0 0,0 1 0,0-1 0,0 0 0,0 0 0,0 1 0,1-1 0,-1 1 0,0-1 0,1 1 0,-1-1 0,1 1 0,-1-1 0,1 1 0,-1-1 0,1 1 0,0 0 0,0-1 0,0 4 0,1-3 0,0 0 0,-1 0 0,1 1 0,0-1 0,0 0 0,1 0 0,-1 0 0,0 0 0,1 0 0,-1 0 0,1-1 0,0 1 0,2 2 0,7 4 0,1 1 0,0-2 0,1 1 0,14 4 0,-15-5 0,-6-5 0,-1 1 0,0 0 0,0 0 0,0 1 0,0 0 0,0 0 0,-1 0 0,5 5 0,-8-7 0,0 0 0,0-1 0,0 1 0,0 0 0,0 0 0,0 0 0,0 0 0,-1 0 0,1 0 0,-1 0 0,1 0 0,-1 0 0,0 0 0,0 0 0,0 1 0,0-1 0,0 0 0,-1 0 0,1 0 0,-1 0 0,1 0 0,-1 0 0,0 0 0,1 0 0,-1 0 0,-2 2 0,-1 2 27,0 0-1,0 0 0,-1-1 0,0 1 1,0-1-1,0 0 0,-1-1 0,0 1 1,0-1-1,0 0 0,0-1 0,-9 4 1,0 0-369,-1-1 1,1-1 0,-1-1-1,-21 4 1,5-4-6485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95 24575,'0'-3'0,"0"-1"0,0 0 0,0 1 0,-1-1 0,0 1 0,1-1 0,-1 1 0,-1-1 0,1 1 0,0 0 0,-1-1 0,0 1 0,1 0 0,-1 0 0,-1 0 0,1 0 0,-3-2 0,1 2 0,0 0 0,0 0 0,0 0 0,0 0 0,-1 1 0,1 0 0,-1 0 0,0 0 0,0 0 0,-9-1 0,0 1 0,1 1 0,-1 0 0,1 1 0,-1 0 0,1 1 0,-1 1 0,1 0 0,-16 5 0,7 0 0,1 1 0,-1 1 0,1 0 0,1 2 0,0 1 0,0 0 0,-34 30 0,32-22 0,1 1 0,1 1 0,1 1 0,1 0 0,-29 50 0,32-45 0,1 0 0,1 0 0,2 2 0,1-1 0,2 1 0,0 1 0,2 0 0,2 0 0,0 0 0,2 0 0,2 0 0,6 61 0,-3-73 0,1-1 0,1 1 0,0-1 0,2 0 0,0-1 0,0 1 0,2-1 0,0-1 0,1 0 0,23 28 0,-23-32 0,2-1 0,0 0 0,0 0 0,1-1 0,0-1 0,1 0 0,0-1 0,0-1 0,1 0 0,0 0 0,0-2 0,31 8 0,-25-9 0,-1-1 0,0-1 0,1-1 0,-1-1 0,1-1 0,-1 0 0,1-2 0,-1 0 0,0-2 0,34-11 0,-29 6 0,-1 0 0,0-2 0,0-1 0,-1-1 0,-1-1 0,0-1 0,35-34 0,-36 28 0,0-1 0,-2 0 0,0-2 0,-2 0 0,-1-1 0,23-48 0,-30 51 0,0-1 0,-1 0 0,-1 0 0,-1 0 0,-2-1 0,0 0 0,-2 0 0,0-34 0,-3 42 0,0 0 0,-1 0 0,-1 0 0,-1 1 0,0-1 0,-2 1 0,1-1 0,-2 2 0,0-1 0,-1 1 0,-1 0 0,0 1 0,-1-1 0,0 2 0,-1 0 0,0 0 0,-2 1 0,1 0 0,-1 1 0,-1 1 0,0 0 0,0 1 0,-1 0 0,0 1 0,-1 1 0,-29-10 0,18 10-91,1 1 0,-1 0 0,0 3 0,0 0 0,-1 2 0,1 0 0,0 2 0,0 1 0,-1 2 0,2 0 0,-1 2 0,0 1 0,1 1 0,-37 16 0,24-3-6735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1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128 339 24575,'0'0'0,"0"-1"0,0 1 0,0 0 0,0 0 0,0 0 0,0 0 0,0-1 0,0 1 0,0 0 0,0 0 0,0 0 0,0-1 0,0 1 0,0 0 0,0 0 0,0 0 0,0 0 0,0-1 0,0 1 0,0 0 0,0 0 0,0 0 0,0-1 0,0 1 0,0 0 0,0 0 0,1 0 0,-1 0 0,0-1 0,0 1 0,0 0 0,0 0 0,0 0 0,0 0 0,1 0 0,-1 0 0,0 0 0,0-1 0,0 1 0,0 0 0,1 0 0,-1 0 0,0 0 0,0 0 0,0 0 0,1 0 0,-1 0 0,0 0 0,0 0 0,0 0 0,0 0 0,1 0 0,-1 0 0,0 0 0,0 0 0,0 0 0,1 0 0,-1 0 0,0 0 0,0 1 0,1-1 0,6 11 0,-6-10 0,-1 0 0,1 0 0,-1 0 0,0 0 0,0 1 0,1-1 0,-1 0 0,0 0 0,0 0 0,0 1 0,0-1 0,0 0 0,0 0 0,-1 0 0,1 1 0,0-1 0,-1 0 0,1 0 0,0 0 0,-1 0 0,0 0 0,1 0 0,-1 0 0,0 0 0,1 0 0,-1 0 0,0 0 0,0 0 0,0 0 0,0 0 0,0-1 0,0 1 0,0 0 0,0-1 0,0 1 0,0-1 0,-1 1 0,-1 0 0,1-1 0,0 0 0,-1 0 0,1 0 0,-1 0 0,1 0 0,-1 0 0,1-1 0,-1 1 0,1-1 0,0 1 0,-1-1 0,1 0 0,0 0 0,0 0 0,-1 0 0,-2-3 0,1 1 0,1-1 0,-1 1 0,1-1 0,0 0 0,0 0 0,0 0 0,1 0 0,-1 0 0,1 0 0,0-1 0,0 1 0,0-1 0,1 0 0,0 0 0,0 1 0,0-1 0,1 0 0,-1 0 0,1 0 0,0 0 0,0 0 0,2-7 0,0-2 0,0 0 0,2 0 0,-1 0 0,2 1 0,0-1 0,10-19 0,-8 20 0,0 0 0,1 1 0,1 0 0,0 0 0,1 1 0,0 0 0,0 0 0,1 1 0,1 1 0,22-15 0,-32 22 0,0 1 0,1 0 0,-1 0 0,0 0 0,0 0 0,1 0 0,-1 1 0,0-1 0,1 1 0,-1-1 0,1 1 0,-1 0 0,0 0 0,1 0 0,-1 0 0,5 1 0,-6 0 0,1 0 0,0 0 0,0 0 0,-1 0 0,1 0 0,-1 0 0,1 0 0,-1 0 0,1 1 0,-1-1 0,0 1 0,0-1 0,0 1 0,0-1 0,0 1 0,2 3 0,0 4 0,0 1 0,0 0 0,-1-1 0,0 1 0,-1 0 0,0 16 0,0 339 0,-5-171 0,5-100 0,-2 89 0,-3-153 0,-1-24 0,-3-18 0,-15-60 0,16 47 0,-18-43 0,22 62 0,0-1 0,-1 1 0,0 0 0,1 0 0,-2 1 0,1-1 0,-1 1 0,0 0 0,0 0 0,0 1 0,-8-6 0,10 9 0,1 0 0,0-1 0,-1 2 0,1-1 0,0 0 0,-1 0 0,1 1 0,-1-1 0,0 1 0,1 0 0,-1 0 0,1 0 0,-1 0 0,1 0 0,-1 1 0,1-1 0,-1 1 0,1 0 0,-1-1 0,1 1 0,0 0 0,-1 0 0,1 1 0,0-1 0,0 0 0,0 1 0,0 0 0,0-1 0,0 1 0,-3 3 0,-2 3 0,0 1 0,0-1 0,1 1 0,0 0 0,-9 20 0,10-20-76,1 0 1,0 0-1,0 0 0,1 1 0,1 0 0,-1 0 0,1 0 0,1 0 1,0 0-1,1 0 0,0 0 0,0 0 0,1 0 0,0 0 1,1 0-1,0 0 0,5 15 0,7 4-6750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75 24575,'-2'-2'0,"0"0"0,0 0 0,0 1 0,0-1 0,0 1 0,-1 0 0,1-1 0,0 1 0,-1 0 0,1 1 0,-4-2 0,5 2 0,0 0 0,0 0 0,0 0 0,1-1 0,-1 1 0,0 1 0,0-1 0,1 0 0,-1 0 0,0 0 0,0 0 0,1 0 0,-1 1 0,0-1 0,0 0 0,1 1 0,-1-1 0,0 0 0,1 1 0,-1-1 0,1 1 0,-1-1 0,0 1 0,1 0 0,-1-1 0,1 1 0,-1-1 0,1 1 0,0 0 0,-1-1 0,1 1 0,0 0 0,-1 0 0,1-1 0,0 1 0,0 0 0,0 0 0,-1-1 0,1 1 0,0 1 0,-2 33 0,3 55 0,1-38 0,-2-52 0,0 0 0,0 0 0,0 0 0,0 0 0,0 0 0,0 0 0,0 0 0,0-1 0,0 1 0,0 0 0,0 0 0,0 0 0,0 0 0,0 0 0,0 0 0,0 0 0,0 0 0,1 0 0,-1 0 0,0 0 0,0 0 0,0 0 0,0 0 0,0 0 0,0 0 0,0 0 0,0-1 0,0 1 0,0 0 0,0 0 0,0 0 0,0 0 0,1 0 0,-1 0 0,0 0 0,0 0 0,0 0 0,0 0 0,0 0 0,0 0 0,0 0 0,0 0 0,0 0 0,0 0 0,0 0 0,0 1 0,1-1 0,-1 0 0,0 0 0,0 0 0,0 0 0,0 0 0,0 0 0,0 0 0,0 0 0,0 0 0,0 0 0,0 0 0,0 0 0,0 0 0,0 0 0,0 0 0,0 0 0,8-11 0,12-24 0,-15 26 0,6-11 0,0 1 0,2 0 0,1 0 0,0 1 0,31-29 0,-38 41 0,-1 1 0,1 0 0,0 0 0,0 0 0,1 1 0,-1 0 0,1 0 0,0 1 0,0 0 0,0 1 0,1-1 0,-1 2 0,1-1 0,-1 1 0,1 0 0,-1 1 0,1 0 0,16 2 0,-20-1 12,-1 0-1,1 0 0,0 1 1,0 0-1,-1-1 1,1 2-1,-1-1 0,1 0 1,-1 1-1,0 0 0,0 0 1,0 0-1,-1 1 1,4 3-1,-2-1 8,0 0 0,-1 1 0,0-1 0,-1 1 0,1 0 0,-1 0 0,0 0 0,2 11 0,-1-2-233,-1 1 1,-1 0 0,-1 0-1,0 0 1,-1 0 0,-1 0-1,-4 26 1,0-20-6613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24575,'6'-14'0,"-5"11"0,0 0 0,0 0 0,1 1 0,-1-1 0,1 0 0,-1 1 0,5-5 0,-6 6 0,0 1 0,0 0 0,0 0 0,1 0 0,-1 0 0,0 0 0,0 0 0,0 0 0,0-1 0,0 1 0,1 0 0,-1 0 0,0 0 0,0 0 0,0 0 0,0 0 0,0 0 0,1 0 0,-1 0 0,0 0 0,0 0 0,0 0 0,1 0 0,-1 0 0,0 0 0,0 0 0,0 0 0,0 0 0,0 0 0,1 0 0,-1 0 0,0 0 0,0 0 0,0 1 0,0-1 0,1 0 0,-1 0 0,0 0 0,0 0 0,0 0 0,0 0 0,4 10 0,-1 11 0,-3-20 0,2 50 0,-8 80 0,0 28 0,10-96-341,2 1 0,4-1-1,31 114 1,-31-147-6485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50 24575,'0'-3'0,"-3"-4"0,2 0 0,5 0 0,6-1 0,9 1 0,6 1 0,-1 2-8191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24575,'3'2'0,"4"5"0,3 1 0,1-1-8191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3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382 535 24575,'31'-25'0,"-25"20"0,1 0 0,0 0 0,-1-1 0,0 0 0,9-12 0,-10 11 0,0 0 0,-1 0 0,-1 0 0,1-1 0,-1 0 0,0 1 0,-1-1 0,0 0 0,0 0 0,-1 0 0,1-9 0,-2 13 0,0 0 0,0 0 0,-1 0 0,1 0 0,-1 0 0,0 0 0,0 0 0,0 0 0,-1 0 0,0 0 0,1 1 0,-1-1 0,0 1 0,-1-1 0,1 1 0,-1 0 0,1 0 0,-1 0 0,0 0 0,0 0 0,0 1 0,-1-1 0,1 1 0,-4-2 0,-1 0 0,1 1 0,-1 0 0,0 0 0,0 1 0,0 0 0,0 1 0,0 0 0,0 0 0,0 0 0,-1 1 0,1 0 0,0 1 0,0 0 0,0 0 0,0 1 0,0 0 0,0 0 0,0 1 0,-10 5 0,-2 1 0,1 1 0,0 1 0,1 1 0,0 0 0,1 1 0,-19 19 0,20-16 0,1 0 0,1 2 0,0-1 0,-15 27 0,23-34 0,0 0 0,1 0 0,1 1 0,0 0 0,0 0 0,1 0 0,0 1 0,1-1 0,0 1 0,0 12 0,2-21 0,0 1 0,0-1 0,1 1 0,-1-1 0,1 1 0,-1-1 0,1 1 0,0-1 0,1 0 0,-1 0 0,0 1 0,1-1 0,0 0 0,0 0 0,0 0 0,0-1 0,0 1 0,0 0 0,1-1 0,-1 1 0,1-1 0,0 0 0,0 0 0,0 0 0,5 2 0,-2-1 0,1-1 0,0 0 0,0-1 0,0 1 0,0-1 0,0-1 0,0 1 0,0-1 0,0-1 0,0 1 0,13-3 0,-4-1 0,-1 0 0,1 0 0,-1-1 0,0-1 0,-1-1 0,1 0 0,-1-1 0,20-15 0,-17 10 0,-1-2 0,0 0 0,-1 0 0,0-2 0,21-30 0,-16 14 0,-1-1 0,-2-1 0,-1 0 0,-2-1 0,-1-1 0,13-66 0,-18 63 0,-1 0 0,-3-1 0,0-41 0,-8 431 0,4-333 13,10 228-1391,-2-190-5448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4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51 440 24575,'-3'-22'0,"2"19"0,0 0 0,1 0 0,0 0 0,-1 0 0,1 1 0,0-1 0,1-5 0,-1 6 0,1 1 0,-1 0 0,1 0 0,-1 0 0,1 0 0,0 0 0,-1 0 0,1 0 0,0 1 0,0-1 0,-1 0 0,1 0 0,0 1 0,0-1 0,0 0 0,0 1 0,0-1 0,0 1 0,0-1 0,0 1 0,1-1 0,-1 1 0,0 0 0,2-1 0,37-7 0,-24 5 0,-1 0 0,27-9 0,-37 10 0,0-1 0,-1 1 0,1-1 0,-1 1 0,1-1 0,-1-1 0,0 1 0,0-1 0,0 1 0,-1-1 0,1 0 0,3-6 0,-4 5 0,0-1 0,0 0 0,0 0 0,-1 0 0,0 0 0,0 0 0,-1 0 0,0 0 0,0 0 0,0-1 0,-1 1 0,0 0 0,0-1 0,0 1 0,-1 0 0,-2-10 0,2 13 0,0 0 0,0 0 0,0 0 0,0 0 0,-1 0 0,1 0 0,-1 0 0,0 1 0,0-1 0,0 1 0,0-1 0,0 1 0,0-1 0,-1 1 0,1 0 0,-1 0 0,0 0 0,0 1 0,1-1 0,-1 1 0,0-1 0,0 1 0,-1 0 0,1 0 0,0 1 0,0-1 0,0 0 0,-1 1 0,1 0 0,0 0 0,0 0 0,-7 1 0,3 0 0,0 1 0,0 0 0,0 0 0,0 1 0,1 0 0,-1 0 0,1 1 0,0-1 0,0 1 0,0 1 0,0-1 0,1 1 0,0 0 0,0 0 0,0 1 0,1-1 0,-5 8 0,1-1 0,0 0 0,1 1 0,0 0 0,1 0 0,0 0 0,2 1 0,-6 23 0,8-33 0,1 1 0,1-1 0,-1 1 0,1-1 0,0 1 0,0-1 0,0 1 0,0-1 0,1 0 0,0 1 0,-1-1 0,2 1 0,-1-1 0,1 0 0,-1 0 0,1 0 0,0 0 0,0 0 0,1 0 0,-1-1 0,1 1 0,0-1 0,0 1 0,0-1 0,1 0 0,-1 0 0,1-1 0,-1 1 0,1-1 0,0 1 0,0-1 0,0 0 0,0-1 0,0 1 0,0-1 0,1 0 0,-1 0 0,1 0 0,-1 0 0,0-1 0,10 0 0,3-1 0,0 0 0,0-1 0,0-1 0,-1-1 0,1 0 0,-1-1 0,1-1 0,-2-1 0,31-16 0,-10 1 0,-1-1 0,61-53 0,-72 55 0,-1-1 0,28-35 0,-44 47 0,0 1 0,0-1 0,-1 0 0,-1-1 0,0 1 0,0-1 0,-1 0 0,0-1 0,3-19 0,-6 29 0,-1 0 0,1 0 0,-1 0 0,0 0 0,0 0 0,0 0 0,0 0 0,0 1 0,0-1 0,0 0 0,-1 0 0,1 0 0,-1 0 0,1 0 0,-1 0 0,0 0 0,0 1 0,0-1 0,0 0 0,0 1 0,0-1 0,0 1 0,0-1 0,-1 1 0,1-1 0,-1 1 0,1 0 0,-1 0 0,1 0 0,-1 0 0,0 0 0,0 0 0,1 0 0,-1 0 0,0 1 0,0-1 0,0 1 0,0-1 0,0 1 0,0 0 0,0 0 0,0 0 0,0 0 0,0 0 0,-3 0 0,-2 1 0,1 0 0,-1 0 0,0 0 0,1 1 0,-1 0 0,1 0 0,0 1 0,0 0 0,0 0 0,0 0 0,0 1 0,-7 5 0,9-5 0,1-1 0,0 0 0,0 1 0,0 0 0,0 0 0,1 0 0,0 0 0,-1 0 0,1 0 0,1 0 0,-1 1 0,1-1 0,-1 1 0,1-1 0,1 1 0,-1 4 0,1-1 0,0-1 0,1 1 0,0-1 0,0 0 0,0 0 0,1 1 0,1-1 0,-1 0 0,5 8 0,5 7 0,2 0 0,0 0 0,1-2 0,30 32 0,-21-27 0,-14-16 0,0 1 0,-1 0 0,-1 1 0,14 20 0,-22-30 0,1 0 0,-1 0 0,1 0 0,-1 0 0,1 0 0,-1 0 0,0 0 0,0 1 0,0-1 0,1 0 0,-1 0 0,0 0 0,0 0 0,0 0 0,-1 0 0,1 1 0,0-1 0,0 0 0,-1 0 0,1 0 0,0 0 0,-1 0 0,1 0 0,-1 0 0,0 0 0,1 0 0,-1 0 0,0 0 0,1 0 0,-1 0 0,0-1 0,0 1 0,0 0 0,0-1 0,0 1 0,0 0 0,0-1 0,0 1 0,0-1 0,0 1 0,0-1 0,0 0 0,-1 1 0,-7 1 0,1 1 0,-1-1 0,1-1 0,-12 1 0,-16 0-1365,2-1-5461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24575,'6'-6'0,"0"0"0,0 0 0,1 1 0,14-8 0,-20 12 0,0 0 0,0 1 0,1-1 0,-1 1 0,0-1 0,0 1 0,1-1 0,-1 1 0,0 0 0,1 0 0,-1-1 0,1 1 0,-1 0 0,0 0 0,1 1 0,-1-1 0,0 0 0,1 0 0,-1 1 0,0-1 0,1 0 0,-1 1 0,0 0 0,0-1 0,1 1 0,-1 0 0,0-1 0,0 1 0,0 0 0,0 0 0,0 0 0,0 0 0,0 0 0,0 0 0,-1 0 0,1 0 0,0 1 0,-1-1 0,2 1 0,1 9 0,1 0 0,-1 0 0,-1 0 0,0 0 0,0 1 0,-1-1 0,-1 20 0,1 4 0,25 427-1365,-24-424-5461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30 130 24575,'-3'-3'0,"-4"-4"0,0-3 0,0-4 0,2-2 0,4-1 0,6-1 0,8 0 0,4 3 0,0 4-8191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4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24575,'3'4'0,"4"0"0,4 2 0,3 1 0,-5-1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24575,'28'181'0,"-25"-164"0,0 7 0,0 0 0,2-1 0,1 0 0,12 31 0,-17-51 0,0-1 0,-1 0 0,1-1 0,0 1 0,0 0 0,0 0 0,1 0 0,-1-1 0,0 1 0,1 0 0,-1-1 0,1 1 0,-1-1 0,1 0 0,0 1 0,0-1 0,-1 0 0,1 0 0,0 0 0,0 0 0,0-1 0,0 1 0,0 0 0,0-1 0,1 1 0,-1-1 0,0 0 0,0 0 0,4 0 0,-2-1 0,0 0 0,0-1 0,0 0 0,0 1 0,0-1 0,0 0 0,-1-1 0,1 1 0,-1-1 0,0 1 0,1-1 0,-1 0 0,5-7 0,8-12 0,-1-1 0,24-47 0,7-10 0,-46 79 0,1 0 0,-1 0 0,1 0 0,-1 1 0,1-1 0,-1 0 0,1 0 0,0 0 0,0 1 0,-1-1 0,1 0 0,0 1 0,0-1 0,0 0 0,0 1 0,-1 0 0,1-1 0,0 1 0,2-1 0,-3 1 0,1 0 0,-1 1 0,1-1 0,-1 0 0,1 1 0,-1-1 0,0 0 0,1 1 0,-1-1 0,1 1 0,-1-1 0,0 1 0,1-1 0,-1 1 0,0-1 0,0 1 0,1-1 0,-1 1 0,0-1 0,0 1 0,0-1 0,0 1 0,0-1 0,0 2 0,2 45 0,-2-44 0,-9 170 0,-1 29 0,9-158-1365,1-10-5461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542 114 24575,'-5'-4'0,"0"-1"0,0 1 0,0 0 0,-1 0 0,0 0 0,1 1 0,-1 0 0,0 0 0,0 0 0,-1 1 0,1 0 0,-1 0 0,1 1 0,-1-1 0,1 1 0,-1 1 0,0 0 0,1-1 0,-12 3 0,7 0 0,1 0 0,0 1 0,0 0 0,0 1 0,1 0 0,-1 0 0,1 1 0,0 0 0,0 1 0,1 0 0,0 1 0,-8 7 0,-9 11 0,2 0 0,1 2 0,1 1 0,1 1 0,2 0 0,0 2 0,-22 55 0,20-34 0,3 1 0,2 0 0,2 0 0,-7 66 0,16-84 0,1 0 0,2 1 0,1-1 0,2 1 0,2-1 0,9 44 0,-10-64 0,2 0 0,-1-1 0,2 0 0,0 0 0,0 0 0,2 0 0,-1-1 0,2 0 0,0-1 0,0 0 0,1 0 0,1-1 0,0 0 0,0-1 0,1 0 0,25 15 0,-19-16 0,0 0 0,1-2 0,-1 0 0,1-1 0,0-1 0,1-1 0,-1-1 0,1 0 0,0-2 0,0 0 0,0-1 0,-1-1 0,1-1 0,36-7 0,-32 3 0,0-1 0,0-1 0,-1-1 0,0-1 0,-1-1 0,0-1 0,0-1 0,-1-1 0,-1 0 0,0-2 0,24-25 0,-18 12 0,-2-2 0,0 0 0,-2-2 0,-2 0 0,-1-1 0,-2-1 0,-1-1 0,13-43 0,-16 36 0,-1-1 0,-3 0 0,-2-1 0,-1 1 0,-3-1 0,-4-82 0,0 105 0,-2 1 0,-1-1 0,0 1 0,-2 0 0,0 1 0,-1-1 0,-1 1 0,-1 0 0,-18-28 0,18 35 0,-1 0 0,0 1 0,0 0 0,-2 0 0,1 1 0,-1 1 0,-1 0 0,0 0 0,0 2 0,-1-1 0,0 2 0,-1 0 0,-22-8 0,17 9-76,0 0 1,0 1-1,-1 1 0,1 2 0,-1-1 0,0 2 0,0 1 0,0 1 1,1 0-1,-1 2 0,0 0 0,1 2 0,0 0 0,0 1 1,0 1-1,1 0 0,-21 13 0,-4 6-6750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61 24575,'-3'-3'0,"1"0"0,-1 0 0,1 0 0,0-1 0,0 1 0,0 0 0,1-1 0,-4-7 0,-3-9 0,8 20 0,-1-1 0,1 1 0,-1 0 0,1-1 0,0 1 0,-1 0 0,1 0 0,-1-1 0,1 1 0,-1 0 0,1 0 0,-1 0 0,1-1 0,-1 1 0,0 0 0,1 0 0,-1 0 0,1 0 0,-1 0 0,1 0 0,-1 0 0,1 0 0,-1 0 0,1 0 0,-1 1 0,1-1 0,-1 0 0,1 0 0,-1 0 0,1 1 0,-1-1 0,1 0 0,-1 1 0,1-1 0,-1 0 0,1 1 0,0-1 0,-1 0 0,1 1 0,0-1 0,-1 1 0,-18 19 0,18-20 0,-57 73 0,52-64 0,0 1 0,0 0 0,1 0 0,0 0 0,1 1 0,-4 12 0,7-21 0,1-1 0,0 1 0,-1-1 0,1 1 0,0 0 0,0-1 0,0 1 0,0-1 0,0 1 0,0 0 0,0-1 0,0 1 0,1 0 0,-1-1 0,1 1 0,-1-1 0,1 1 0,0-1 0,-1 1 0,1-1 0,0 0 0,0 1 0,1 1 0,0-2 0,1 1 0,-1-1 0,0 0 0,0 1 0,1-1 0,-1 0 0,1 0 0,-1 0 0,1-1 0,-1 1 0,1-1 0,0 1 0,2-1 0,11 0 0,-1 0 0,0-2 0,30-5 0,-41 6 0,77-16 0,107-16 0,-166 31 0,0 0 0,1 2 0,-1 1 0,0 0 0,0 2 0,31 7 0,-47-9 0,1 1 0,-1 0 0,0 0 0,0 1 0,0 0 0,0 0 0,-1 0 0,1 1 0,-1-1 0,0 1 0,0 0 0,0 1 0,0 0 0,-1-1 0,0 1 0,0 1 0,0-1 0,-1 0 0,1 1 0,-1 0 0,-1 0 0,1 0 0,-1 0 0,0 0 0,0 1 0,-1-1 0,0 0 0,0 1 0,0-1 0,-1 1 0,0-1 0,-2 12 0,1-8-76,-1-1 1,0 1-1,0-1 0,-1 0 0,0 0 0,-1 0 0,0 0 0,-1-1 1,1 0-1,-2 1 0,1-2 0,-1 1 0,0-1 0,-1 1 1,1-2-1,-2 1 0,-12 9 0,-11 3-6750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2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24575,'3'0'0,"6"3"0,12 1 0,10 3 0,12 0 0,14-1 0,11-2 0,10-1 0,5-2 0,5-3 0,-14-2-8191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1350 124 24575,'-5'-6'0,"0"0"0,0 0 0,-1 0 0,0 0 0,0 1 0,-1 0 0,1 0 0,-1 1 0,-11-6 0,-5-1 0,-42-13 0,39 16-11,0 2 0,0 0 0,0 2 0,0 1-1,-1 1 1,0 1 0,1 1 0,-41 7 0,33-2-21,1 3 0,0 1 1,0 1-1,1 2 1,1 1-1,-33 18 0,15-2-8,2 2 0,2 2 0,1 2-1,1 1 1,2 3 0,2 1 0,-67 89-1,75-85 41,2 2 0,1 0 0,3 2 0,2 1 0,2 1 0,2 0 0,2 2 0,-17 94 0,29-111 0,1-1 0,2 1 0,1 0 0,2 0 0,1 0 0,2 0 0,1-1 0,2 1 0,1-1 0,2-1 0,1 0 0,2 0 0,1-1 0,29 48 0,-25-52 0,2-1 0,1 0 0,1-2 0,2 0 0,0-2 0,1 0 0,1-2 0,1-1 0,1-1 0,1-2 0,1 0 0,0-2 0,41 14 0,-30-15 0,1-3 0,0-1 0,0-2 0,1-1 0,0-3 0,0-2 0,1-1 0,-1-2 0,84-14 0,-79 5 0,0-2 0,0-1 0,-1-3 0,-1-2 0,0-2 0,-2-2 0,0-2 0,-2-1 0,-1-3 0,72-61 0,-81 59 0,-1-2 0,-2-1 0,-1-1 0,-1-2 0,-2-1 0,-2 0 0,-1-2 0,-2 0 0,-2-2 0,-2 0 0,-1-1 0,13-61 0,-21 68 0,-2 0 0,-1-1 0,-2 0 0,-1 0 0,-2 0 0,-1 0 0,-2 0 0,-17-68 0,15 81 0,-2 1 0,0 1 0,-1 0 0,-1 0 0,-1 1 0,-1 0 0,-1 1 0,-1 0 0,0 1 0,-1 0 0,-1 2 0,-1 0 0,0 0 0,-38-24 0,32 26-139,-2 2-1,1 1 0,-1 1 0,-1 1 1,1 1-1,-1 1 0,-1 1 0,-29-2 0,-19 1-6149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0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11 230 24575,'0'0'0,"-1"0"0,1 0 0,-1 0 0,1 0 0,-1-1 0,1 1 0,-1 0 0,1 0 0,0 0 0,-1 0 0,1-1 0,-1 1 0,1 0 0,-1 0 0,1-1 0,0 1 0,-1 0 0,1 0 0,0-1 0,-1 1 0,1 0 0,0-1 0,0 1 0,-1-1 0,1 1 0,0 0 0,0-1 0,0 1 0,0-1 0,-1 1 0,1-1 0,0 1 0,0-1 0,0 1 0,0 0 0,0-1 0,0 1 0,0-1 0,0 1 0,0-1 0,0 1 0,0-1 0,1 0 0,-1 0 0,0-1 0,1 0 0,-1 0 0,1 0 0,0 1 0,-1-1 0,1 0 0,0 1 0,0-1 0,2-1 0,3-3 0,0 1 0,1 0 0,-1 0 0,1 0 0,0 1 0,1 0 0,12-5 0,61-18 0,-73 24 0,208-46 0,-44 12 0,-171 37 0,7-2 0,0 0 0,0-1 0,0 0 0,14-7 0,-21 10 0,-1 0 0,0 0 0,0 0 0,0 0 0,1-1 0,-1 1 0,0 0 0,0 0 0,0 0 0,0 0 0,1 0 0,-1 0 0,0-1 0,0 1 0,0 0 0,0 0 0,1 0 0,-1 0 0,0-1 0,0 1 0,0 0 0,0 0 0,0 0 0,0-1 0,0 1 0,0 0 0,0 0 0,0 0 0,0-1 0,0 1 0,0 0 0,0 0 0,0 0 0,0-1 0,0 1 0,0 0 0,0 0 0,0 0 0,0-1 0,-9-3 0,-16 1 0,9 2 0,-1 1 0,1 0 0,-1 1 0,1 1 0,0 0 0,-1 2 0,1-1 0,0 2 0,1 0 0,-1 1 0,1 1 0,0 0 0,1 1 0,0 1 0,0 0 0,1 1 0,0 0 0,0 1 0,1 0 0,1 1 0,0 1 0,1 0 0,0 0 0,-10 19 0,3-1 0,2 1 0,2 0 0,1 0 0,1 1 0,2 1 0,1 0 0,-5 51 0,8-27 0,3 1 0,2-1 0,13 98 0,12-35-1365,-12-75-5461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14 195 24575,'-9'-1'0,"9"-3"0,0 3 0,1 0 0,0 1 0,0-1 0,-1 0 0,1 1 0,0-1 0,0 1 0,0-1 0,0 1 0,0 0 0,0-1 0,0 1 0,0 0 0,0 0 0,1-1 0,112-12 0,-46 7 0,83-20 0,-147 25 0,0 0 0,0 0 0,1-1 0,-1 1 0,0-1 0,-1 0 0,1 0 0,0-1 0,3-2 0,-6 4 0,0 0 0,0 0 0,0 0 0,-1 0 0,1 0 0,0 0 0,-1 0 0,1-1 0,-1 1 0,1 0 0,-1 0 0,1-1 0,-1 1 0,0 0 0,0 0 0,1-1 0,-1 1 0,0 0 0,0-1 0,-1 1 0,1 0 0,0-1 0,0 1 0,-1 0 0,1-1 0,0 1 0,-1 0 0,1 0 0,-1 0 0,0-1 0,1 1 0,-1 0 0,-1-1 0,-3-4 0,0 0 0,0 0 0,0 1 0,-1 0 0,0 0 0,0 1 0,0-1 0,0 1 0,-1 0 0,1 1 0,-1 0 0,0 0 0,0 0 0,-1 1 0,1 0 0,-8-1 0,3 1 0,0 0 0,1 1 0,-1 0 0,0 1 0,1 0 0,-1 1 0,0 0 0,1 1 0,-22 6 0,24-4 0,1 1 0,-1-1 0,1 1 0,0 1 0,0 0 0,0 0 0,1 0 0,0 1 0,0 0 0,0 1 0,1-1 0,-5 10 0,5-9 0,1 1 0,0-1 0,1 1 0,0 0 0,0 0 0,1 0 0,0 0 0,1 1 0,0-1 0,0 1 0,1-1 0,0 13 0,1-18 13,1 0 1,-1 0-1,1 0 0,0 1 0,0-1 0,1 0 0,-1 0 0,1 0 0,0-1 1,0 1-1,0 0 0,0-1 0,1 1 0,-1-1 0,1 0 0,0 0 0,0 0 1,1 0-1,-1 0 0,0-1 0,1 1 0,-1-1 0,1 0 0,0 0 0,6 2 1,5 1-299,0-1 1,0 0-1,0-1 1,0-1-1,26 1 1,8-1-6542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102 311 24575,'9'-7'0,"0"0"0,-1-1 0,0 0 0,0-1 0,-1 0 0,0 0 0,0-1 0,-1 1 0,0-1 0,-1-1 0,0 1 0,-1-1 0,4-13 0,-6 17 0,0 0 0,-1-1 0,0 1 0,0-1 0,-1 1 0,0-1 0,0 0 0,0 1 0,-3-11 0,2 13 0,-1 0 0,1 1 0,-1-1 0,0 1 0,0 0 0,0 0 0,-1 0 0,0 0 0,1 0 0,-1 0 0,-1 0 0,1 1 0,0 0 0,-1 0 0,-7-5 0,9 6 0,-1 0 0,0 0 0,0 1 0,0-1 0,0 1 0,0 0 0,0 0 0,0 0 0,0 0 0,0 1 0,-1-1 0,1 1 0,0 0 0,0 0 0,-1 0 0,1 0 0,0 1 0,0-1 0,-1 1 0,1 0 0,0 0 0,0 0 0,0 0 0,0 0 0,0 1 0,0-1 0,0 1 0,1 0 0,-1 0 0,1 0 0,-1 0 0,1 1 0,-3 2 0,-1 2 0,1 0 0,-1 0 0,2 1 0,-1-1 0,1 1 0,0 0 0,1 0 0,0 1 0,0-1 0,1 1 0,-2 11 0,3-9 0,0-1 0,1 0 0,0 0 0,1 1 0,0-1 0,1 0 0,0 0 0,1 0 0,0 0 0,0 0 0,9 16 0,4 2 0,1 0 0,28 34 0,-1-2 0,-42-57 0,0-1 0,-1 1 0,1-1 0,-1 1 0,0 0 0,0 0 0,0 0 0,2 6 0,-3-9 0,0 1 0,0 0 0,0 0 0,-1 0 0,1 0 0,0 0 0,0 0 0,-1-1 0,1 1 0,0 0 0,-1 0 0,1 0 0,-1-1 0,1 1 0,-1 0 0,1-1 0,-1 1 0,1 0 0,-1-1 0,0 1 0,1-1 0,-1 1 0,0-1 0,0 1 0,1-1 0,-1 1 0,0-1 0,0 0 0,0 0 0,1 1 0,-1-1 0,0 0 0,0 0 0,-1 0 0,-21 4-1365,-1-3-5461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24575,'24'-32'0,"-11"13"0,-12 18 0,-1 1 0,0 0 0,0-1 0,0 1 0,0 0 0,0 0 0,1-1 0,-1 1 0,0 0 0,0 0 0,0-1 0,1 1 0,-1 0 0,0 0 0,0 0 0,1 0 0,-1-1 0,0 1 0,1 0 0,-1 0 0,0 0 0,0 0 0,1 0 0,-1 0 0,0 0 0,1 0 0,-1 0 0,0 0 0,1 0 0,-1 0 0,0 0 0,0 0 0,1 0 0,-1 0 0,1 0 0,4 11 0,-3 23 0,-2-30 0,2 219 0,4 126 0,-1-243-1365,-3-66-5461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24575,'-1'-5'0,"1"1"0,0-1 0,1 1 0,-1-1 0,1 1 0,0-1 0,0 1 0,3-9 0,-3 12 0,0 0 0,0-1 0,0 1 0,1 0 0,-1 0 0,0 0 0,0 0 0,1 0 0,-1 0 0,0 0 0,1 0 0,-1 0 0,1 1 0,-1-1 0,1 1 0,0-1 0,-1 1 0,1-1 0,-1 1 0,1 0 0,0 0 0,-1 0 0,1 0 0,0 0 0,-1 0 0,1 0 0,2 1 0,20 4 0,-13-3 0,1 0 0,-1-1 0,1 0 0,12 0 0,-22-1 0,0 0 0,0 0 0,0-1 0,0 1 0,0-1 0,0 1 0,0-1 0,0 1 0,0-1 0,0 0 0,-1 0 0,1 0 0,0 0 0,0 0 0,-1 0 0,1-1 0,-1 1 0,1 0 0,-1-1 0,0 1 0,1-1 0,-1 0 0,0 1 0,0-1 0,0 0 0,0 0 0,0 0 0,-1 0 0,1-2 0,-1 4 0,12-32 0,-12 31 0,0 0 0,0 1 0,1-1 0,-1 0 0,0 1 0,1-1 0,-1 1 0,1-1 0,-1 1 0,1-1 0,-1 1 0,1-1 0,-1 1 0,1-1 0,0 1 0,-1 0 0,1-1 0,0 1 0,0 0 0,-1 0 0,1 0 0,0 0 0,-1 1 0,1-1 0,-1 0 0,1 1 0,-1-1 0,1 0 0,-1 1 0,1-1 0,-1 0 0,1 1 0,-1-1 0,0 1 0,1-1 0,-1 1 0,0-1 0,1 1 0,-1-1 0,0 1 0,1-1 0,-1 1 0,0 0 0,0-1 0,0 1 0,49 131 0,-32-91-1365,-12-25-5461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24575,'0'-6'0,"2"-7"0,2-9 0,0-2 0,-1 2-8191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24575,'1'9'0,"0"0"0,1 0 0,0 0 0,0-1 0,7 17 0,6 22 0,-13-18 0,-2-23 0,0-1 0,1 1 0,0 0 0,0 0 0,3 9 0,-4-15 0,0 1 0,0-1 0,1 1 0,-1-1 0,0 0 0,0 1 0,1-1 0,-1 1 0,0-1 0,1 1 0,-1-1 0,0 0 0,1 1 0,-1-1 0,1 0 0,-1 1 0,1-1 0,-1 0 0,1 0 0,-1 1 0,1-1 0,-1 0 0,1 0 0,-1 0 0,1 0 0,-1 0 0,1 0 0,-1 0 0,1 0 0,0 0 0,18-9 0,11-20 0,-9 2 0,-17 20 0,1 0 0,1 0 0,-1 0 0,1 1 0,0 0 0,1 0 0,-1 1 0,14-9 0,-19 14 0,-1-1 0,1 1 0,0 0 0,-1 0 0,1 0 0,0 0 0,-1 0 0,1 0 0,0 0 0,-1 0 0,1 0 0,0 0 0,-1 0 0,1 0 0,0 1 0,-1-1 0,1 0 0,0 0 0,-1 1 0,1-1 0,-1 0 0,1 1 0,0-1 0,-1 1 0,1-1 0,-1 1 0,1-1 0,-1 1 0,0-1 0,1 1 0,-1-1 0,1 1 0,-1 0 0,0-1 0,0 1 0,1-1 0,-1 1 0,0 0 0,0 1 0,9 34 0,-8-25 0,1-3 0,0-1 0,1 1 0,-1 0 0,1-1 0,1 1 0,-1-1 0,1 0 0,7 9 0,-8-12 0,1 0 0,-1-1 0,1 0 0,-1 0 0,1 0 0,0 0 0,0 0 0,0-1 0,1 0 0,-1 0 0,0 0 0,1 0 0,0-1 0,-1 1 0,8 0 0,4 0 0,-1-2 0,0 1 0,0-2 0,0 0 0,1-1 0,-1 0 0,-1-1 0,1-1 0,0 0 0,-1-1 0,0-1 0,19-10 0,-18 8 0,-1 0 0,0-1 0,-1-1 0,0 0 0,0-1 0,-1 0 0,-1-1 0,0 0 0,0-1 0,-1 0 0,10-19 0,-18 28 0,0 1 0,0-1 0,0 0 0,-1 0 0,0 0 0,1 0 0,-2 0 0,1-1 0,0 1 0,-1 0 0,0-7 0,0 9 0,-1 0 0,1 0 0,-1 0 0,1 0 0,-1 0 0,0 0 0,0 0 0,0 0 0,0 0 0,0 0 0,-1 0 0,1 1 0,0-1 0,-1 1 0,0-1 0,1 1 0,-1-1 0,0 1 0,1 0 0,-1 0 0,0 0 0,0 0 0,0 0 0,-3-1 0,-9-2 0,0 1 0,1 1 0,-1 0 0,0 0 0,-1 1 0,1 1 0,0 1 0,0 0 0,0 0 0,-27 8 0,39-8 0,-1-1 0,1 1 0,0 0 0,-1 0 0,1 0 0,0 0 0,0 0 0,0 0 0,0 1 0,-3 1 0,5-2 0,-1 0 0,0 0 0,0 0 0,1-1 0,-1 1 0,1 0 0,-1 0 0,1 0 0,-1 0 0,1 0 0,0 0 0,-1 0 0,1 0 0,0 0 0,0 0 0,0 0 0,0 2 0,0 0 0,1 0 0,0-1 0,0 1 0,0-1 0,0 1 0,0-1 0,1 0 0,-1 1 0,1-1 0,-1 0 0,1 0 0,0 0 0,0 0 0,0 0 0,0 0 0,0-1 0,4 3 0,24 15 0,-25-17 0,-1 0 0,0 0 0,1 1 0,-1-1 0,-1 1 0,1 0 0,0 0 0,-1 0 0,1 1 0,-1-1 0,0 1 0,0 0 0,0 0 0,-1 0 0,0 0 0,1 0 0,-1 1 0,-1-1 0,1 1 0,1 5 0,2 19 0,-1-1 0,-1 55 0,-10 60 0,3-84 0,1-9 0,-24 242 0,26-285 0,-9 39 0,9-44 0,1 1 0,-1-1 0,0 1 0,-1-1 0,1 0 0,0 1 0,-1-1 0,1 0 0,-1 0 0,0 0 0,0 0 0,1 0 0,-1 0 0,-3 2 0,4-4 0,0 0 0,0 1 0,0-1 0,0 1 0,0-1 0,0 0 0,0 0 0,0 0 0,0 0 0,0 0 0,0 0 0,0 0 0,0 0 0,0 0 0,0 0 0,0 0 0,0 0 0,0-1 0,0 1 0,0 0 0,0-1 0,1 1 0,-1-1 0,0 1 0,0-1 0,0 1 0,0-1 0,1 0 0,-1 0 0,0 1 0,1-1 0,-1 0 0,0 0 0,1 1 0,-1-1 0,1 0 0,-1 0 0,1 0 0,0 0 0,-1-2 0,-2-3 0,1 0 0,0 0 0,0 0 0,1 0 0,-2-8 0,2-3 34,1 1 1,1 0-1,0 0 0,0 0 0,2 0 0,0 0 0,1 0 0,1 1 0,10-26 1,0 8-462,2 0 0,2 1 1,24-33-1,-12 23-6399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3:42:32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24575,'3'0'0,"1"3"0,0 4 0,-4-2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662" y="1498600"/>
            <a:ext cx="7008574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4799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7662" y="2209800"/>
            <a:ext cx="7008574" cy="12192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4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4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79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</p:spPr>
        <p:txBody>
          <a:bodyPr anchor="t"/>
          <a:lstStyle>
            <a:lvl1pPr algn="l">
              <a:defRPr sz="4266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48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34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790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23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68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13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58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72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99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76201"/>
            <a:ext cx="10969943" cy="812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5383398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195986" y="1295400"/>
            <a:ext cx="5383398" cy="4876800"/>
          </a:xfrm>
        </p:spPr>
        <p:txBody>
          <a:bodyPr>
            <a:normAutofit/>
          </a:bodyPr>
          <a:lstStyle>
            <a:lvl1pPr marL="0" indent="0"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21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8024310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1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96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03147" y="6375400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22045" y="2794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466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810" y="76201"/>
            <a:ext cx="658210" cy="6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52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03147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13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1092200"/>
            <a:ext cx="4010039" cy="1162051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1092201"/>
            <a:ext cx="6813892" cy="5033964"/>
          </a:xfrm>
        </p:spPr>
        <p:txBody>
          <a:bodyPr>
            <a:normAutofit/>
          </a:bodyPr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2311401"/>
            <a:ext cx="4010039" cy="3814764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732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1193799"/>
            <a:ext cx="7313295" cy="3533775"/>
          </a:xfrm>
        </p:spPr>
        <p:txBody>
          <a:bodyPr/>
          <a:lstStyle>
            <a:lvl1pPr marL="0" indent="0">
              <a:buNone/>
              <a:defRPr sz="4266"/>
            </a:lvl1pPr>
            <a:lvl2pPr marL="609448" indent="0">
              <a:buNone/>
              <a:defRPr sz="3732"/>
            </a:lvl2pPr>
            <a:lvl3pPr marL="1218895" indent="0">
              <a:buNone/>
              <a:defRPr sz="3199"/>
            </a:lvl3pPr>
            <a:lvl4pPr marL="1828343" indent="0">
              <a:buNone/>
              <a:defRPr sz="2666"/>
            </a:lvl4pPr>
            <a:lvl5pPr marL="2437790" indent="0">
              <a:buNone/>
              <a:defRPr sz="2666"/>
            </a:lvl5pPr>
            <a:lvl6pPr marL="3047238" indent="0">
              <a:buNone/>
              <a:defRPr sz="2666"/>
            </a:lvl6pPr>
            <a:lvl7pPr marL="3656686" indent="0">
              <a:buNone/>
              <a:defRPr sz="2666"/>
            </a:lvl7pPr>
            <a:lvl8pPr marL="4266133" indent="0">
              <a:buNone/>
              <a:defRPr sz="2666"/>
            </a:lvl8pPr>
            <a:lvl9pPr marL="4875581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48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28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6898" y="1396999"/>
            <a:ext cx="2742486" cy="4729164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396999"/>
            <a:ext cx="8024310" cy="47291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51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441" y="1803400"/>
            <a:ext cx="10969943" cy="1727200"/>
          </a:xfrm>
          <a:prstGeom prst="rect">
            <a:avLst/>
          </a:prstGeom>
        </p:spPr>
        <p:txBody>
          <a:bodyPr/>
          <a:lstStyle>
            <a:lvl1pPr algn="l">
              <a:defRPr sz="7998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441" y="3530600"/>
            <a:ext cx="10969943" cy="12192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3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295401"/>
            <a:ext cx="10969943" cy="4830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May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7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/>
  <p:txStyles>
    <p:titleStyle>
      <a:lvl1pPr algn="l" defTabSz="1218895" rtl="0" eaLnBrk="1" latinLnBrk="0" hangingPunct="1">
        <a:spcBef>
          <a:spcPct val="0"/>
        </a:spcBef>
        <a:buNone/>
        <a:defRPr lang="en-US" sz="3732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8.png"/><Relationship Id="rId63" Type="http://schemas.openxmlformats.org/officeDocument/2006/relationships/image" Target="../media/image39.png"/><Relationship Id="rId159" Type="http://schemas.openxmlformats.org/officeDocument/2006/relationships/image" Target="../media/image86.png"/><Relationship Id="rId170" Type="http://schemas.openxmlformats.org/officeDocument/2006/relationships/customXml" Target="../ink/ink86.xml"/><Relationship Id="rId226" Type="http://schemas.openxmlformats.org/officeDocument/2006/relationships/customXml" Target="../ink/ink116.xml"/><Relationship Id="rId268" Type="http://schemas.openxmlformats.org/officeDocument/2006/relationships/customXml" Target="../ink/ink137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5.xml"/><Relationship Id="rId5" Type="http://schemas.openxmlformats.org/officeDocument/2006/relationships/image" Target="../media/image10.png"/><Relationship Id="rId181" Type="http://schemas.openxmlformats.org/officeDocument/2006/relationships/image" Target="../media/image97.png"/><Relationship Id="rId237" Type="http://schemas.openxmlformats.org/officeDocument/2006/relationships/image" Target="../media/image123.png"/><Relationship Id="rId279" Type="http://schemas.openxmlformats.org/officeDocument/2006/relationships/image" Target="../media/image144.png"/><Relationship Id="rId43" Type="http://schemas.openxmlformats.org/officeDocument/2006/relationships/image" Target="../media/image29.png"/><Relationship Id="rId139" Type="http://schemas.openxmlformats.org/officeDocument/2006/relationships/image" Target="../media/image76.png"/><Relationship Id="rId290" Type="http://schemas.openxmlformats.org/officeDocument/2006/relationships/customXml" Target="../ink/ink148.xml"/><Relationship Id="rId85" Type="http://schemas.openxmlformats.org/officeDocument/2006/relationships/image" Target="../media/image50.png"/><Relationship Id="rId150" Type="http://schemas.openxmlformats.org/officeDocument/2006/relationships/customXml" Target="../ink/ink76.xml"/><Relationship Id="rId192" Type="http://schemas.openxmlformats.org/officeDocument/2006/relationships/customXml" Target="../ink/ink97.xml"/><Relationship Id="rId206" Type="http://schemas.openxmlformats.org/officeDocument/2006/relationships/image" Target="../media/image109.png"/><Relationship Id="rId248" Type="http://schemas.openxmlformats.org/officeDocument/2006/relationships/customXml" Target="../ink/ink127.xml"/><Relationship Id="rId12" Type="http://schemas.openxmlformats.org/officeDocument/2006/relationships/customXml" Target="../ink/ink6.xml"/><Relationship Id="rId33" Type="http://schemas.openxmlformats.org/officeDocument/2006/relationships/image" Target="../media/image24.png"/><Relationship Id="rId108" Type="http://schemas.openxmlformats.org/officeDocument/2006/relationships/image" Target="../media/image61.png"/><Relationship Id="rId129" Type="http://schemas.openxmlformats.org/officeDocument/2006/relationships/image" Target="../media/image71.png"/><Relationship Id="rId280" Type="http://schemas.openxmlformats.org/officeDocument/2006/relationships/customXml" Target="../ink/ink143.xml"/><Relationship Id="rId54" Type="http://schemas.openxmlformats.org/officeDocument/2006/relationships/customXml" Target="../ink/ink27.xml"/><Relationship Id="rId75" Type="http://schemas.openxmlformats.org/officeDocument/2006/relationships/image" Target="../media/image45.png"/><Relationship Id="rId96" Type="http://schemas.openxmlformats.org/officeDocument/2006/relationships/image" Target="../media/image55.png"/><Relationship Id="rId140" Type="http://schemas.openxmlformats.org/officeDocument/2006/relationships/customXml" Target="../ink/ink71.xml"/><Relationship Id="rId161" Type="http://schemas.openxmlformats.org/officeDocument/2006/relationships/image" Target="../media/image87.png"/><Relationship Id="rId182" Type="http://schemas.openxmlformats.org/officeDocument/2006/relationships/customXml" Target="../ink/ink92.xml"/><Relationship Id="rId217" Type="http://schemas.openxmlformats.org/officeDocument/2006/relationships/customXml" Target="../ink/ink111.xml"/><Relationship Id="rId6" Type="http://schemas.openxmlformats.org/officeDocument/2006/relationships/customXml" Target="../ink/ink3.xml"/><Relationship Id="rId238" Type="http://schemas.openxmlformats.org/officeDocument/2006/relationships/customXml" Target="../ink/ink122.xml"/><Relationship Id="rId259" Type="http://schemas.openxmlformats.org/officeDocument/2006/relationships/image" Target="../media/image134.png"/><Relationship Id="rId23" Type="http://schemas.openxmlformats.org/officeDocument/2006/relationships/image" Target="../media/image19.png"/><Relationship Id="rId119" Type="http://schemas.openxmlformats.org/officeDocument/2006/relationships/customXml" Target="../ink/ink60.xml"/><Relationship Id="rId270" Type="http://schemas.openxmlformats.org/officeDocument/2006/relationships/customXml" Target="../ink/ink138.xml"/><Relationship Id="rId291" Type="http://schemas.openxmlformats.org/officeDocument/2006/relationships/image" Target="../media/image150.png"/><Relationship Id="rId44" Type="http://schemas.openxmlformats.org/officeDocument/2006/relationships/customXml" Target="../ink/ink22.xml"/><Relationship Id="rId65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6.xml"/><Relationship Id="rId151" Type="http://schemas.openxmlformats.org/officeDocument/2006/relationships/image" Target="../media/image82.png"/><Relationship Id="rId172" Type="http://schemas.openxmlformats.org/officeDocument/2006/relationships/customXml" Target="../ink/ink87.xml"/><Relationship Id="rId193" Type="http://schemas.openxmlformats.org/officeDocument/2006/relationships/image" Target="../media/image103.png"/><Relationship Id="rId207" Type="http://schemas.openxmlformats.org/officeDocument/2006/relationships/customXml" Target="../ink/ink105.xml"/><Relationship Id="rId228" Type="http://schemas.openxmlformats.org/officeDocument/2006/relationships/customXml" Target="../ink/ink117.xml"/><Relationship Id="rId249" Type="http://schemas.openxmlformats.org/officeDocument/2006/relationships/image" Target="../media/image129.png"/><Relationship Id="rId13" Type="http://schemas.openxmlformats.org/officeDocument/2006/relationships/image" Target="../media/image14.png"/><Relationship Id="rId109" Type="http://schemas.openxmlformats.org/officeDocument/2006/relationships/customXml" Target="../ink/ink55.xml"/><Relationship Id="rId260" Type="http://schemas.openxmlformats.org/officeDocument/2006/relationships/customXml" Target="../ink/ink133.xml"/><Relationship Id="rId281" Type="http://schemas.openxmlformats.org/officeDocument/2006/relationships/image" Target="../media/image145.png"/><Relationship Id="rId34" Type="http://schemas.openxmlformats.org/officeDocument/2006/relationships/customXml" Target="../ink/ink17.xml"/><Relationship Id="rId55" Type="http://schemas.openxmlformats.org/officeDocument/2006/relationships/image" Target="../media/image35.png"/><Relationship Id="rId76" Type="http://schemas.openxmlformats.org/officeDocument/2006/relationships/customXml" Target="../ink/ink38.xml"/><Relationship Id="rId97" Type="http://schemas.openxmlformats.org/officeDocument/2006/relationships/customXml" Target="../ink/ink49.xml"/><Relationship Id="rId120" Type="http://schemas.openxmlformats.org/officeDocument/2006/relationships/image" Target="../media/image67.png"/><Relationship Id="rId141" Type="http://schemas.openxmlformats.org/officeDocument/2006/relationships/image" Target="../media/image77.png"/><Relationship Id="rId7" Type="http://schemas.openxmlformats.org/officeDocument/2006/relationships/image" Target="../media/image11.png"/><Relationship Id="rId162" Type="http://schemas.openxmlformats.org/officeDocument/2006/relationships/customXml" Target="../ink/ink82.xml"/><Relationship Id="rId183" Type="http://schemas.openxmlformats.org/officeDocument/2006/relationships/image" Target="../media/image98.png"/><Relationship Id="rId218" Type="http://schemas.openxmlformats.org/officeDocument/2006/relationships/image" Target="../media/image114.png"/><Relationship Id="rId239" Type="http://schemas.openxmlformats.org/officeDocument/2006/relationships/image" Target="../media/image124.png"/><Relationship Id="rId250" Type="http://schemas.openxmlformats.org/officeDocument/2006/relationships/customXml" Target="../ink/ink128.xml"/><Relationship Id="rId271" Type="http://schemas.openxmlformats.org/officeDocument/2006/relationships/image" Target="../media/image140.png"/><Relationship Id="rId292" Type="http://schemas.openxmlformats.org/officeDocument/2006/relationships/customXml" Target="../ink/ink149.xml"/><Relationship Id="rId24" Type="http://schemas.openxmlformats.org/officeDocument/2006/relationships/customXml" Target="../ink/ink12.xml"/><Relationship Id="rId45" Type="http://schemas.openxmlformats.org/officeDocument/2006/relationships/image" Target="../media/image30.png"/><Relationship Id="rId66" Type="http://schemas.openxmlformats.org/officeDocument/2006/relationships/customXml" Target="../ink/ink33.xml"/><Relationship Id="rId87" Type="http://schemas.openxmlformats.org/officeDocument/2006/relationships/image" Target="../media/image51.png"/><Relationship Id="rId110" Type="http://schemas.openxmlformats.org/officeDocument/2006/relationships/image" Target="../media/image62.png"/><Relationship Id="rId131" Type="http://schemas.openxmlformats.org/officeDocument/2006/relationships/image" Target="../media/image72.png"/><Relationship Id="rId152" Type="http://schemas.openxmlformats.org/officeDocument/2006/relationships/customXml" Target="../ink/ink77.xml"/><Relationship Id="rId173" Type="http://schemas.openxmlformats.org/officeDocument/2006/relationships/image" Target="../media/image93.png"/><Relationship Id="rId194" Type="http://schemas.openxmlformats.org/officeDocument/2006/relationships/customXml" Target="../ink/ink98.xml"/><Relationship Id="rId208" Type="http://schemas.openxmlformats.org/officeDocument/2006/relationships/image" Target="../media/image110.png"/><Relationship Id="rId229" Type="http://schemas.openxmlformats.org/officeDocument/2006/relationships/image" Target="../media/image119.png"/><Relationship Id="rId240" Type="http://schemas.openxmlformats.org/officeDocument/2006/relationships/customXml" Target="../ink/ink123.xml"/><Relationship Id="rId261" Type="http://schemas.openxmlformats.org/officeDocument/2006/relationships/image" Target="../media/image135.png"/><Relationship Id="rId14" Type="http://schemas.openxmlformats.org/officeDocument/2006/relationships/customXml" Target="../ink/ink7.xml"/><Relationship Id="rId35" Type="http://schemas.openxmlformats.org/officeDocument/2006/relationships/image" Target="../media/image25.png"/><Relationship Id="rId56" Type="http://schemas.openxmlformats.org/officeDocument/2006/relationships/customXml" Target="../ink/ink28.xml"/><Relationship Id="rId77" Type="http://schemas.openxmlformats.org/officeDocument/2006/relationships/image" Target="../media/image46.png"/><Relationship Id="rId100" Type="http://schemas.openxmlformats.org/officeDocument/2006/relationships/image" Target="../media/image57.png"/><Relationship Id="rId282" Type="http://schemas.openxmlformats.org/officeDocument/2006/relationships/customXml" Target="../ink/ink144.xml"/><Relationship Id="rId8" Type="http://schemas.openxmlformats.org/officeDocument/2006/relationships/customXml" Target="../ink/ink4.xml"/><Relationship Id="rId98" Type="http://schemas.openxmlformats.org/officeDocument/2006/relationships/image" Target="../media/image56.png"/><Relationship Id="rId121" Type="http://schemas.openxmlformats.org/officeDocument/2006/relationships/customXml" Target="../ink/ink61.xml"/><Relationship Id="rId142" Type="http://schemas.openxmlformats.org/officeDocument/2006/relationships/customXml" Target="../ink/ink72.xml"/><Relationship Id="rId163" Type="http://schemas.openxmlformats.org/officeDocument/2006/relationships/image" Target="../media/image88.png"/><Relationship Id="rId184" Type="http://schemas.openxmlformats.org/officeDocument/2006/relationships/customXml" Target="../ink/ink93.xml"/><Relationship Id="rId219" Type="http://schemas.openxmlformats.org/officeDocument/2006/relationships/customXml" Target="../ink/ink112.xml"/><Relationship Id="rId230" Type="http://schemas.openxmlformats.org/officeDocument/2006/relationships/customXml" Target="../ink/ink118.xml"/><Relationship Id="rId251" Type="http://schemas.openxmlformats.org/officeDocument/2006/relationships/image" Target="../media/image130.png"/><Relationship Id="rId25" Type="http://schemas.openxmlformats.org/officeDocument/2006/relationships/image" Target="../media/image20.png"/><Relationship Id="rId46" Type="http://schemas.openxmlformats.org/officeDocument/2006/relationships/customXml" Target="../ink/ink23.xml"/><Relationship Id="rId67" Type="http://schemas.openxmlformats.org/officeDocument/2006/relationships/image" Target="../media/image41.png"/><Relationship Id="rId272" Type="http://schemas.openxmlformats.org/officeDocument/2006/relationships/customXml" Target="../ink/ink139.xml"/><Relationship Id="rId293" Type="http://schemas.openxmlformats.org/officeDocument/2006/relationships/image" Target="../media/image151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32" Type="http://schemas.openxmlformats.org/officeDocument/2006/relationships/customXml" Target="../ink/ink67.xml"/><Relationship Id="rId153" Type="http://schemas.openxmlformats.org/officeDocument/2006/relationships/image" Target="../media/image83.png"/><Relationship Id="rId174" Type="http://schemas.openxmlformats.org/officeDocument/2006/relationships/customXml" Target="../ink/ink88.xml"/><Relationship Id="rId195" Type="http://schemas.openxmlformats.org/officeDocument/2006/relationships/image" Target="../media/image104.png"/><Relationship Id="rId209" Type="http://schemas.openxmlformats.org/officeDocument/2006/relationships/customXml" Target="../ink/ink106.xml"/><Relationship Id="rId220" Type="http://schemas.openxmlformats.org/officeDocument/2006/relationships/image" Target="../media/image115.png"/><Relationship Id="rId241" Type="http://schemas.openxmlformats.org/officeDocument/2006/relationships/image" Target="../media/image125.png"/><Relationship Id="rId15" Type="http://schemas.openxmlformats.org/officeDocument/2006/relationships/image" Target="../media/image15.png"/><Relationship Id="rId36" Type="http://schemas.openxmlformats.org/officeDocument/2006/relationships/customXml" Target="../ink/ink18.xml"/><Relationship Id="rId57" Type="http://schemas.openxmlformats.org/officeDocument/2006/relationships/image" Target="../media/image36.png"/><Relationship Id="rId262" Type="http://schemas.openxmlformats.org/officeDocument/2006/relationships/customXml" Target="../ink/ink134.xml"/><Relationship Id="rId283" Type="http://schemas.openxmlformats.org/officeDocument/2006/relationships/image" Target="../media/image146.png"/><Relationship Id="rId78" Type="http://schemas.openxmlformats.org/officeDocument/2006/relationships/customXml" Target="../ink/ink39.xml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customXml" Target="../ink/ink62.xml"/><Relationship Id="rId143" Type="http://schemas.openxmlformats.org/officeDocument/2006/relationships/image" Target="../media/image78.png"/><Relationship Id="rId164" Type="http://schemas.openxmlformats.org/officeDocument/2006/relationships/customXml" Target="../ink/ink83.xml"/><Relationship Id="rId185" Type="http://schemas.openxmlformats.org/officeDocument/2006/relationships/image" Target="../media/image99.png"/><Relationship Id="rId9" Type="http://schemas.openxmlformats.org/officeDocument/2006/relationships/image" Target="../media/image12.png"/><Relationship Id="rId210" Type="http://schemas.openxmlformats.org/officeDocument/2006/relationships/customXml" Target="../ink/ink107.xml"/><Relationship Id="rId26" Type="http://schemas.openxmlformats.org/officeDocument/2006/relationships/customXml" Target="../ink/ink13.xml"/><Relationship Id="rId231" Type="http://schemas.openxmlformats.org/officeDocument/2006/relationships/image" Target="../media/image120.png"/><Relationship Id="rId252" Type="http://schemas.openxmlformats.org/officeDocument/2006/relationships/customXml" Target="../ink/ink129.xml"/><Relationship Id="rId273" Type="http://schemas.openxmlformats.org/officeDocument/2006/relationships/image" Target="../media/image141.png"/><Relationship Id="rId294" Type="http://schemas.openxmlformats.org/officeDocument/2006/relationships/customXml" Target="../ink/ink150.xml"/><Relationship Id="rId47" Type="http://schemas.openxmlformats.org/officeDocument/2006/relationships/image" Target="../media/image31.png"/><Relationship Id="rId68" Type="http://schemas.openxmlformats.org/officeDocument/2006/relationships/customXml" Target="../ink/ink34.xml"/><Relationship Id="rId89" Type="http://schemas.openxmlformats.org/officeDocument/2006/relationships/image" Target="../media/image52.png"/><Relationship Id="rId112" Type="http://schemas.openxmlformats.org/officeDocument/2006/relationships/image" Target="../media/image63.png"/><Relationship Id="rId133" Type="http://schemas.openxmlformats.org/officeDocument/2006/relationships/image" Target="../media/image73.png"/><Relationship Id="rId154" Type="http://schemas.openxmlformats.org/officeDocument/2006/relationships/customXml" Target="../ink/ink78.xml"/><Relationship Id="rId175" Type="http://schemas.openxmlformats.org/officeDocument/2006/relationships/image" Target="../media/image94.png"/><Relationship Id="rId196" Type="http://schemas.openxmlformats.org/officeDocument/2006/relationships/customXml" Target="../ink/ink99.xml"/><Relationship Id="rId200" Type="http://schemas.openxmlformats.org/officeDocument/2006/relationships/customXml" Target="../ink/ink101.xml"/><Relationship Id="rId16" Type="http://schemas.openxmlformats.org/officeDocument/2006/relationships/customXml" Target="../ink/ink8.xml"/><Relationship Id="rId221" Type="http://schemas.openxmlformats.org/officeDocument/2006/relationships/customXml" Target="../ink/ink113.xml"/><Relationship Id="rId242" Type="http://schemas.openxmlformats.org/officeDocument/2006/relationships/customXml" Target="../ink/ink124.xml"/><Relationship Id="rId263" Type="http://schemas.openxmlformats.org/officeDocument/2006/relationships/image" Target="../media/image136.png"/><Relationship Id="rId284" Type="http://schemas.openxmlformats.org/officeDocument/2006/relationships/customXml" Target="../ink/ink145.xml"/><Relationship Id="rId37" Type="http://schemas.openxmlformats.org/officeDocument/2006/relationships/image" Target="../media/image26.png"/><Relationship Id="rId58" Type="http://schemas.openxmlformats.org/officeDocument/2006/relationships/customXml" Target="../ink/ink29.xml"/><Relationship Id="rId79" Type="http://schemas.openxmlformats.org/officeDocument/2006/relationships/image" Target="../media/image47.png"/><Relationship Id="rId102" Type="http://schemas.openxmlformats.org/officeDocument/2006/relationships/image" Target="../media/image58.png"/><Relationship Id="rId123" Type="http://schemas.openxmlformats.org/officeDocument/2006/relationships/image" Target="../media/image68.png"/><Relationship Id="rId144" Type="http://schemas.openxmlformats.org/officeDocument/2006/relationships/customXml" Target="../ink/ink73.xml"/><Relationship Id="rId90" Type="http://schemas.openxmlformats.org/officeDocument/2006/relationships/customXml" Target="../ink/ink45.xml"/><Relationship Id="rId165" Type="http://schemas.openxmlformats.org/officeDocument/2006/relationships/image" Target="../media/image89.png"/><Relationship Id="rId186" Type="http://schemas.openxmlformats.org/officeDocument/2006/relationships/customXml" Target="../ink/ink94.xml"/><Relationship Id="rId211" Type="http://schemas.openxmlformats.org/officeDocument/2006/relationships/image" Target="../media/image111.png"/><Relationship Id="rId232" Type="http://schemas.openxmlformats.org/officeDocument/2006/relationships/customXml" Target="../ink/ink119.xml"/><Relationship Id="rId253" Type="http://schemas.openxmlformats.org/officeDocument/2006/relationships/image" Target="../media/image131.png"/><Relationship Id="rId274" Type="http://schemas.openxmlformats.org/officeDocument/2006/relationships/customXml" Target="../ink/ink140.xml"/><Relationship Id="rId295" Type="http://schemas.openxmlformats.org/officeDocument/2006/relationships/image" Target="../media/image152.png"/><Relationship Id="rId27" Type="http://schemas.openxmlformats.org/officeDocument/2006/relationships/image" Target="../media/image21.png"/><Relationship Id="rId48" Type="http://schemas.openxmlformats.org/officeDocument/2006/relationships/customXml" Target="../ink/ink24.xml"/><Relationship Id="rId69" Type="http://schemas.openxmlformats.org/officeDocument/2006/relationships/image" Target="../media/image42.png"/><Relationship Id="rId113" Type="http://schemas.openxmlformats.org/officeDocument/2006/relationships/customXml" Target="../ink/ink57.xml"/><Relationship Id="rId134" Type="http://schemas.openxmlformats.org/officeDocument/2006/relationships/customXml" Target="../ink/ink68.xml"/><Relationship Id="rId80" Type="http://schemas.openxmlformats.org/officeDocument/2006/relationships/customXml" Target="../ink/ink40.xml"/><Relationship Id="rId155" Type="http://schemas.openxmlformats.org/officeDocument/2006/relationships/image" Target="../media/image84.png"/><Relationship Id="rId176" Type="http://schemas.openxmlformats.org/officeDocument/2006/relationships/customXml" Target="../ink/ink89.xml"/><Relationship Id="rId197" Type="http://schemas.openxmlformats.org/officeDocument/2006/relationships/image" Target="../media/image105.png"/><Relationship Id="rId201" Type="http://schemas.openxmlformats.org/officeDocument/2006/relationships/image" Target="../media/image107.png"/><Relationship Id="rId222" Type="http://schemas.openxmlformats.org/officeDocument/2006/relationships/image" Target="../media/image116.png"/><Relationship Id="rId243" Type="http://schemas.openxmlformats.org/officeDocument/2006/relationships/image" Target="../media/image126.png"/><Relationship Id="rId264" Type="http://schemas.openxmlformats.org/officeDocument/2006/relationships/customXml" Target="../ink/ink135.xml"/><Relationship Id="rId285" Type="http://schemas.openxmlformats.org/officeDocument/2006/relationships/image" Target="../media/image147.png"/><Relationship Id="rId17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37.png"/><Relationship Id="rId103" Type="http://schemas.openxmlformats.org/officeDocument/2006/relationships/customXml" Target="../ink/ink52.xml"/><Relationship Id="rId124" Type="http://schemas.openxmlformats.org/officeDocument/2006/relationships/customXml" Target="../ink/ink63.xml"/><Relationship Id="rId70" Type="http://schemas.openxmlformats.org/officeDocument/2006/relationships/customXml" Target="../ink/ink35.xml"/><Relationship Id="rId91" Type="http://schemas.openxmlformats.org/officeDocument/2006/relationships/customXml" Target="../ink/ink46.xml"/><Relationship Id="rId145" Type="http://schemas.openxmlformats.org/officeDocument/2006/relationships/image" Target="../media/image79.png"/><Relationship Id="rId166" Type="http://schemas.openxmlformats.org/officeDocument/2006/relationships/customXml" Target="../ink/ink84.xml"/><Relationship Id="rId187" Type="http://schemas.openxmlformats.org/officeDocument/2006/relationships/image" Target="../media/image100.png"/><Relationship Id="rId1" Type="http://schemas.openxmlformats.org/officeDocument/2006/relationships/slideLayout" Target="../slideLayouts/slideLayout18.xml"/><Relationship Id="rId212" Type="http://schemas.openxmlformats.org/officeDocument/2006/relationships/customXml" Target="../ink/ink108.xml"/><Relationship Id="rId233" Type="http://schemas.openxmlformats.org/officeDocument/2006/relationships/image" Target="../media/image121.png"/><Relationship Id="rId254" Type="http://schemas.openxmlformats.org/officeDocument/2006/relationships/customXml" Target="../ink/ink130.xml"/><Relationship Id="rId28" Type="http://schemas.openxmlformats.org/officeDocument/2006/relationships/customXml" Target="../ink/ink14.xml"/><Relationship Id="rId49" Type="http://schemas.openxmlformats.org/officeDocument/2006/relationships/image" Target="../media/image32.png"/><Relationship Id="rId114" Type="http://schemas.openxmlformats.org/officeDocument/2006/relationships/image" Target="../media/image64.png"/><Relationship Id="rId275" Type="http://schemas.openxmlformats.org/officeDocument/2006/relationships/image" Target="../media/image142.png"/><Relationship Id="rId296" Type="http://schemas.openxmlformats.org/officeDocument/2006/relationships/customXml" Target="../ink/ink151.xml"/><Relationship Id="rId60" Type="http://schemas.openxmlformats.org/officeDocument/2006/relationships/customXml" Target="../ink/ink30.xml"/><Relationship Id="rId81" Type="http://schemas.openxmlformats.org/officeDocument/2006/relationships/image" Target="../media/image48.png"/><Relationship Id="rId135" Type="http://schemas.openxmlformats.org/officeDocument/2006/relationships/image" Target="../media/image74.png"/><Relationship Id="rId156" Type="http://schemas.openxmlformats.org/officeDocument/2006/relationships/customXml" Target="../ink/ink79.xml"/><Relationship Id="rId177" Type="http://schemas.openxmlformats.org/officeDocument/2006/relationships/image" Target="../media/image95.png"/><Relationship Id="rId198" Type="http://schemas.openxmlformats.org/officeDocument/2006/relationships/customXml" Target="../ink/ink100.xml"/><Relationship Id="rId202" Type="http://schemas.openxmlformats.org/officeDocument/2006/relationships/customXml" Target="../ink/ink102.xml"/><Relationship Id="rId223" Type="http://schemas.openxmlformats.org/officeDocument/2006/relationships/customXml" Target="../ink/ink114.xml"/><Relationship Id="rId244" Type="http://schemas.openxmlformats.org/officeDocument/2006/relationships/customXml" Target="../ink/ink125.xml"/><Relationship Id="rId18" Type="http://schemas.openxmlformats.org/officeDocument/2006/relationships/customXml" Target="../ink/ink9.xml"/><Relationship Id="rId39" Type="http://schemas.openxmlformats.org/officeDocument/2006/relationships/image" Target="../media/image27.png"/><Relationship Id="rId265" Type="http://schemas.openxmlformats.org/officeDocument/2006/relationships/image" Target="../media/image137.png"/><Relationship Id="rId286" Type="http://schemas.openxmlformats.org/officeDocument/2006/relationships/customXml" Target="../ink/ink146.xml"/><Relationship Id="rId50" Type="http://schemas.openxmlformats.org/officeDocument/2006/relationships/customXml" Target="../ink/ink25.xml"/><Relationship Id="rId104" Type="http://schemas.openxmlformats.org/officeDocument/2006/relationships/image" Target="../media/image59.png"/><Relationship Id="rId125" Type="http://schemas.openxmlformats.org/officeDocument/2006/relationships/image" Target="../media/image69.png"/><Relationship Id="rId146" Type="http://schemas.openxmlformats.org/officeDocument/2006/relationships/customXml" Target="../ink/ink74.xml"/><Relationship Id="rId167" Type="http://schemas.openxmlformats.org/officeDocument/2006/relationships/image" Target="../media/image90.png"/><Relationship Id="rId188" Type="http://schemas.openxmlformats.org/officeDocument/2006/relationships/customXml" Target="../ink/ink95.xml"/><Relationship Id="rId71" Type="http://schemas.openxmlformats.org/officeDocument/2006/relationships/image" Target="../media/image43.png"/><Relationship Id="rId92" Type="http://schemas.openxmlformats.org/officeDocument/2006/relationships/image" Target="../media/image53.png"/><Relationship Id="rId213" Type="http://schemas.openxmlformats.org/officeDocument/2006/relationships/image" Target="../media/image112.png"/><Relationship Id="rId234" Type="http://schemas.openxmlformats.org/officeDocument/2006/relationships/customXml" Target="../ink/ink120.xml"/><Relationship Id="rId2" Type="http://schemas.openxmlformats.org/officeDocument/2006/relationships/customXml" Target="../ink/ink1.xml"/><Relationship Id="rId29" Type="http://schemas.openxmlformats.org/officeDocument/2006/relationships/image" Target="../media/image22.png"/><Relationship Id="rId255" Type="http://schemas.openxmlformats.org/officeDocument/2006/relationships/image" Target="../media/image132.png"/><Relationship Id="rId276" Type="http://schemas.openxmlformats.org/officeDocument/2006/relationships/customXml" Target="../ink/ink141.xml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customXml" Target="../ink/ink69.xml"/><Relationship Id="rId157" Type="http://schemas.openxmlformats.org/officeDocument/2006/relationships/image" Target="../media/image85.png"/><Relationship Id="rId178" Type="http://schemas.openxmlformats.org/officeDocument/2006/relationships/customXml" Target="../ink/ink90.xml"/><Relationship Id="rId61" Type="http://schemas.openxmlformats.org/officeDocument/2006/relationships/image" Target="../media/image38.png"/><Relationship Id="rId82" Type="http://schemas.openxmlformats.org/officeDocument/2006/relationships/customXml" Target="../ink/ink41.xml"/><Relationship Id="rId199" Type="http://schemas.openxmlformats.org/officeDocument/2006/relationships/image" Target="../media/image106.png"/><Relationship Id="rId203" Type="http://schemas.openxmlformats.org/officeDocument/2006/relationships/image" Target="../media/image108.png"/><Relationship Id="rId19" Type="http://schemas.openxmlformats.org/officeDocument/2006/relationships/image" Target="../media/image17.png"/><Relationship Id="rId224" Type="http://schemas.openxmlformats.org/officeDocument/2006/relationships/customXml" Target="../ink/ink115.xml"/><Relationship Id="rId245" Type="http://schemas.openxmlformats.org/officeDocument/2006/relationships/image" Target="../media/image127.png"/><Relationship Id="rId266" Type="http://schemas.openxmlformats.org/officeDocument/2006/relationships/customXml" Target="../ink/ink136.xml"/><Relationship Id="rId287" Type="http://schemas.openxmlformats.org/officeDocument/2006/relationships/image" Target="../media/image148.png"/><Relationship Id="rId30" Type="http://schemas.openxmlformats.org/officeDocument/2006/relationships/customXml" Target="../ink/ink15.xml"/><Relationship Id="rId105" Type="http://schemas.openxmlformats.org/officeDocument/2006/relationships/customXml" Target="../ink/ink53.xml"/><Relationship Id="rId126" Type="http://schemas.openxmlformats.org/officeDocument/2006/relationships/customXml" Target="../ink/ink64.xml"/><Relationship Id="rId147" Type="http://schemas.openxmlformats.org/officeDocument/2006/relationships/image" Target="../media/image80.png"/><Relationship Id="rId168" Type="http://schemas.openxmlformats.org/officeDocument/2006/relationships/customXml" Target="../ink/ink85.xml"/><Relationship Id="rId51" Type="http://schemas.openxmlformats.org/officeDocument/2006/relationships/image" Target="../media/image33.png"/><Relationship Id="rId72" Type="http://schemas.openxmlformats.org/officeDocument/2006/relationships/customXml" Target="../ink/ink36.xml"/><Relationship Id="rId93" Type="http://schemas.openxmlformats.org/officeDocument/2006/relationships/customXml" Target="../ink/ink47.xml"/><Relationship Id="rId189" Type="http://schemas.openxmlformats.org/officeDocument/2006/relationships/image" Target="../media/image101.png"/><Relationship Id="rId3" Type="http://schemas.openxmlformats.org/officeDocument/2006/relationships/image" Target="../media/image9.png"/><Relationship Id="rId214" Type="http://schemas.openxmlformats.org/officeDocument/2006/relationships/customXml" Target="../ink/ink109.xml"/><Relationship Id="rId235" Type="http://schemas.openxmlformats.org/officeDocument/2006/relationships/image" Target="../media/image122.png"/><Relationship Id="rId256" Type="http://schemas.openxmlformats.org/officeDocument/2006/relationships/customXml" Target="../ink/ink131.xml"/><Relationship Id="rId277" Type="http://schemas.openxmlformats.org/officeDocument/2006/relationships/image" Target="../media/image143.png"/><Relationship Id="rId116" Type="http://schemas.openxmlformats.org/officeDocument/2006/relationships/image" Target="../media/image65.png"/><Relationship Id="rId137" Type="http://schemas.openxmlformats.org/officeDocument/2006/relationships/image" Target="../media/image75.png"/><Relationship Id="rId158" Type="http://schemas.openxmlformats.org/officeDocument/2006/relationships/customXml" Target="../ink/ink80.xml"/><Relationship Id="rId20" Type="http://schemas.openxmlformats.org/officeDocument/2006/relationships/customXml" Target="../ink/ink10.xml"/><Relationship Id="rId41" Type="http://schemas.openxmlformats.org/officeDocument/2006/relationships/image" Target="../media/image28.png"/><Relationship Id="rId62" Type="http://schemas.openxmlformats.org/officeDocument/2006/relationships/customXml" Target="../ink/ink31.xml"/><Relationship Id="rId83" Type="http://schemas.openxmlformats.org/officeDocument/2006/relationships/image" Target="../media/image49.png"/><Relationship Id="rId179" Type="http://schemas.openxmlformats.org/officeDocument/2006/relationships/image" Target="../media/image96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25" Type="http://schemas.openxmlformats.org/officeDocument/2006/relationships/image" Target="../media/image117.png"/><Relationship Id="rId246" Type="http://schemas.openxmlformats.org/officeDocument/2006/relationships/customXml" Target="../ink/ink126.xml"/><Relationship Id="rId267" Type="http://schemas.openxmlformats.org/officeDocument/2006/relationships/image" Target="../media/image138.png"/><Relationship Id="rId288" Type="http://schemas.openxmlformats.org/officeDocument/2006/relationships/customXml" Target="../ink/ink147.xml"/><Relationship Id="rId106" Type="http://schemas.openxmlformats.org/officeDocument/2006/relationships/image" Target="../media/image60.png"/><Relationship Id="rId127" Type="http://schemas.openxmlformats.org/officeDocument/2006/relationships/image" Target="../media/image70.png"/><Relationship Id="rId10" Type="http://schemas.openxmlformats.org/officeDocument/2006/relationships/customXml" Target="../ink/ink5.xml"/><Relationship Id="rId31" Type="http://schemas.openxmlformats.org/officeDocument/2006/relationships/image" Target="../media/image23.png"/><Relationship Id="rId52" Type="http://schemas.openxmlformats.org/officeDocument/2006/relationships/customXml" Target="../ink/ink26.xml"/><Relationship Id="rId73" Type="http://schemas.openxmlformats.org/officeDocument/2006/relationships/image" Target="../media/image44.png"/><Relationship Id="rId94" Type="http://schemas.openxmlformats.org/officeDocument/2006/relationships/image" Target="../media/image54.png"/><Relationship Id="rId148" Type="http://schemas.openxmlformats.org/officeDocument/2006/relationships/customXml" Target="../ink/ink75.xml"/><Relationship Id="rId169" Type="http://schemas.openxmlformats.org/officeDocument/2006/relationships/image" Target="../media/image91.png"/><Relationship Id="rId4" Type="http://schemas.openxmlformats.org/officeDocument/2006/relationships/customXml" Target="../ink/ink2.xml"/><Relationship Id="rId180" Type="http://schemas.openxmlformats.org/officeDocument/2006/relationships/customXml" Target="../ink/ink91.xml"/><Relationship Id="rId215" Type="http://schemas.openxmlformats.org/officeDocument/2006/relationships/customXml" Target="../ink/ink110.xml"/><Relationship Id="rId236" Type="http://schemas.openxmlformats.org/officeDocument/2006/relationships/customXml" Target="../ink/ink121.xml"/><Relationship Id="rId257" Type="http://schemas.openxmlformats.org/officeDocument/2006/relationships/image" Target="../media/image133.png"/><Relationship Id="rId278" Type="http://schemas.openxmlformats.org/officeDocument/2006/relationships/customXml" Target="../ink/ink14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70.xml"/><Relationship Id="rId191" Type="http://schemas.openxmlformats.org/officeDocument/2006/relationships/image" Target="../media/image102.png"/><Relationship Id="rId205" Type="http://schemas.openxmlformats.org/officeDocument/2006/relationships/customXml" Target="../ink/ink104.xml"/><Relationship Id="rId247" Type="http://schemas.openxmlformats.org/officeDocument/2006/relationships/image" Target="../media/image128.png"/><Relationship Id="rId107" Type="http://schemas.openxmlformats.org/officeDocument/2006/relationships/customXml" Target="../ink/ink54.xml"/><Relationship Id="rId289" Type="http://schemas.openxmlformats.org/officeDocument/2006/relationships/image" Target="../media/image149.png"/><Relationship Id="rId11" Type="http://schemas.openxmlformats.org/officeDocument/2006/relationships/image" Target="../media/image13.png"/><Relationship Id="rId53" Type="http://schemas.openxmlformats.org/officeDocument/2006/relationships/image" Target="../media/image34.png"/><Relationship Id="rId149" Type="http://schemas.openxmlformats.org/officeDocument/2006/relationships/image" Target="../media/image81.png"/><Relationship Id="rId95" Type="http://schemas.openxmlformats.org/officeDocument/2006/relationships/customXml" Target="../ink/ink48.xml"/><Relationship Id="rId160" Type="http://schemas.openxmlformats.org/officeDocument/2006/relationships/customXml" Target="../ink/ink81.xml"/><Relationship Id="rId216" Type="http://schemas.openxmlformats.org/officeDocument/2006/relationships/image" Target="../media/image113.png"/><Relationship Id="rId258" Type="http://schemas.openxmlformats.org/officeDocument/2006/relationships/customXml" Target="../ink/ink132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66.png"/><Relationship Id="rId171" Type="http://schemas.openxmlformats.org/officeDocument/2006/relationships/image" Target="../media/image92.png"/><Relationship Id="rId227" Type="http://schemas.openxmlformats.org/officeDocument/2006/relationships/image" Target="../media/image118.png"/><Relationship Id="rId269" Type="http://schemas.openxmlformats.org/officeDocument/2006/relationships/image" Target="../media/image13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5.png"/><Relationship Id="rId4" Type="http://schemas.openxmlformats.org/officeDocument/2006/relationships/hyperlink" Target="http://www.dribbble.com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jpeg"/><Relationship Id="rId3" Type="http://schemas.openxmlformats.org/officeDocument/2006/relationships/image" Target="../media/image156.jpeg"/><Relationship Id="rId7" Type="http://schemas.openxmlformats.org/officeDocument/2006/relationships/image" Target="../media/image16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9.tiff"/><Relationship Id="rId5" Type="http://schemas.openxmlformats.org/officeDocument/2006/relationships/image" Target="../media/image158.tiff"/><Relationship Id="rId4" Type="http://schemas.openxmlformats.org/officeDocument/2006/relationships/image" Target="../media/image157.tif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24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24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Process Authoring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Action Integration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Build Apps integration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3B7F-D73C-B314-685F-FE5912A6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BAD24-F3AE-4B53-2ADD-4DAA33640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6C8C1-160D-9728-CAB8-063F64A7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9AD0A5-FBCE-4FE0-50ED-4BD18899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US" sz="3333" dirty="0"/>
              <a:t>Scenario – Supplier App</a:t>
            </a:r>
            <a:endParaRPr lang="en-IN" sz="3333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CBDE5-5451-80AE-5C54-56D7560461F2}"/>
              </a:ext>
            </a:extLst>
          </p:cNvPr>
          <p:cNvSpPr txBox="1"/>
          <p:nvPr/>
        </p:nvSpPr>
        <p:spPr>
          <a:xfrm>
            <a:off x="203147" y="1438037"/>
            <a:ext cx="11680957" cy="2676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66" b="1" dirty="0"/>
              <a:t>🧑‍💼 Persona: </a:t>
            </a:r>
            <a:r>
              <a:rPr lang="en-US" sz="1866" b="1"/>
              <a:t>Jack Dowson </a:t>
            </a:r>
            <a:r>
              <a:rPr lang="en-US" sz="1866" b="1" dirty="0"/>
              <a:t>– Procurement Manager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Age:</a:t>
            </a:r>
            <a:r>
              <a:rPr lang="en-US" sz="1866" dirty="0"/>
              <a:t> 34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Location:</a:t>
            </a:r>
            <a:r>
              <a:rPr lang="en-US" sz="1866" dirty="0"/>
              <a:t> Chicago, USA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Industry:</a:t>
            </a:r>
            <a:r>
              <a:rPr lang="en-US" sz="1866" dirty="0"/>
              <a:t> Manufacturing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Role:</a:t>
            </a:r>
            <a:r>
              <a:rPr lang="en-US" sz="1866" dirty="0"/>
              <a:t> Manages procurement for factory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b="1" dirty="0"/>
              <a:t> Goals:</a:t>
            </a:r>
            <a:endParaRPr lang="en-US" sz="1866" dirty="0"/>
          </a:p>
          <a:p>
            <a:pPr marL="990352" lvl="1" indent="-380905">
              <a:buFont typeface="Arial" panose="020B0604020202020204" pitchFamily="34" charset="0"/>
              <a:buChar char="•"/>
            </a:pPr>
            <a:r>
              <a:rPr lang="en-US" sz="1866" dirty="0"/>
              <a:t>Quickly find suppliers</a:t>
            </a:r>
          </a:p>
          <a:p>
            <a:pPr marL="990352" lvl="1" indent="-380905">
              <a:buFont typeface="Arial" panose="020B0604020202020204" pitchFamily="34" charset="0"/>
              <a:buChar char="•"/>
            </a:pPr>
            <a:r>
              <a:rPr lang="en-US" sz="1866" dirty="0"/>
              <a:t>Ensure availability to take orders based on size</a:t>
            </a:r>
          </a:p>
          <a:p>
            <a:pPr marL="990352" lvl="1" indent="-380905">
              <a:buFont typeface="Arial" panose="020B0604020202020204" pitchFamily="34" charset="0"/>
              <a:buChar char="•"/>
            </a:pPr>
            <a:r>
              <a:rPr lang="en-US" sz="1866" dirty="0"/>
              <a:t>On-board new suppliers with approvals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09F02-65AB-62F5-1542-AD95FB99E009}"/>
              </a:ext>
            </a:extLst>
          </p:cNvPr>
          <p:cNvSpPr txBox="1"/>
          <p:nvPr/>
        </p:nvSpPr>
        <p:spPr>
          <a:xfrm>
            <a:off x="203146" y="4347565"/>
            <a:ext cx="6094413" cy="181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66" b="1" dirty="0"/>
              <a:t>🎯 Objective</a:t>
            </a:r>
          </a:p>
          <a:p>
            <a:pPr>
              <a:buNone/>
            </a:pPr>
            <a:r>
              <a:rPr lang="en-US" sz="1866" dirty="0"/>
              <a:t>Design a user-friendly </a:t>
            </a:r>
            <a:r>
              <a:rPr lang="en-US" sz="1866" b="1" dirty="0"/>
              <a:t>mobile app</a:t>
            </a:r>
            <a:r>
              <a:rPr lang="en-US" sz="1866" dirty="0"/>
              <a:t> that allows Alex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Browse available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View detailed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Add New suppliers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66" dirty="0"/>
              <a:t> Edit Suppliers data</a:t>
            </a:r>
          </a:p>
        </p:txBody>
      </p:sp>
      <p:pic>
        <p:nvPicPr>
          <p:cNvPr id="1026" name="Picture 2" descr="Ceo Avatar PSD, High Quality Free PSD Templates for Download | Freepik">
            <a:extLst>
              <a:ext uri="{FF2B5EF4-FFF2-40B4-BE49-F238E27FC236}">
                <a16:creationId xmlns:a16="http://schemas.microsoft.com/office/drawing/2014/main" id="{8EDCFC9E-DCE1-FBC3-505A-A52327399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580" y="2060848"/>
            <a:ext cx="3717032" cy="37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18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60E5CE-1110-03B2-BCD6-5F2B8C46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www.anubhavtrainings.com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50A18-D843-E0A8-3B2A-32A376479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6ED377B-1CC4-9D8A-80CD-B70C8F9A4800}"/>
                  </a:ext>
                </a:extLst>
              </p14:cNvPr>
              <p14:cNvContentPartPr/>
              <p14:nvPr/>
            </p14:nvContentPartPr>
            <p14:xfrm>
              <a:off x="2724638" y="5444423"/>
              <a:ext cx="362880" cy="12070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6ED377B-1CC4-9D8A-80CD-B70C8F9A48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5998" y="5435783"/>
                <a:ext cx="380520" cy="12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9390079F-DA34-23B2-2223-5D261740248C}"/>
              </a:ext>
            </a:extLst>
          </p:cNvPr>
          <p:cNvGrpSpPr/>
          <p:nvPr/>
        </p:nvGrpSpPr>
        <p:grpSpPr>
          <a:xfrm>
            <a:off x="545198" y="1326383"/>
            <a:ext cx="8768160" cy="5389920"/>
            <a:chOff x="545198" y="1326383"/>
            <a:chExt cx="8768160" cy="538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D68D18-C658-0812-DE5B-72C31AA4D0BB}"/>
                    </a:ext>
                  </a:extLst>
                </p14:cNvPr>
                <p14:cNvContentPartPr/>
                <p14:nvPr/>
              </p14:nvContentPartPr>
              <p14:xfrm>
                <a:off x="597038" y="1669823"/>
                <a:ext cx="311760" cy="380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D68D18-C658-0812-DE5B-72C31AA4D0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8038" y="1661183"/>
                  <a:ext cx="329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2C6448-E36A-3358-442C-A32C31793AC9}"/>
                    </a:ext>
                  </a:extLst>
                </p14:cNvPr>
                <p14:cNvContentPartPr/>
                <p14:nvPr/>
              </p14:nvContentPartPr>
              <p14:xfrm>
                <a:off x="626198" y="2092823"/>
                <a:ext cx="258120" cy="304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2C6448-E36A-3358-442C-A32C31793AC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7558" y="2083823"/>
                  <a:ext cx="275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DC0A9F-0F4E-D751-503E-0E518AA638B7}"/>
                    </a:ext>
                  </a:extLst>
                </p14:cNvPr>
                <p14:cNvContentPartPr/>
                <p14:nvPr/>
              </p14:nvContentPartPr>
              <p14:xfrm>
                <a:off x="688838" y="1947743"/>
                <a:ext cx="99720" cy="33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DC0A9F-0F4E-D751-503E-0E518AA638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0198" y="1939103"/>
                  <a:ext cx="117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E40CE14-79DF-5185-C0E0-143344F98DE8}"/>
                    </a:ext>
                  </a:extLst>
                </p14:cNvPr>
                <p14:cNvContentPartPr/>
                <p14:nvPr/>
              </p14:nvContentPartPr>
              <p14:xfrm>
                <a:off x="692438" y="1844783"/>
                <a:ext cx="2880" cy="2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40CE14-79DF-5185-C0E0-143344F98D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3438" y="1836143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5B100E-CFE7-CF8E-060B-9E8B65A82E50}"/>
                    </a:ext>
                  </a:extLst>
                </p14:cNvPr>
                <p14:cNvContentPartPr/>
                <p14:nvPr/>
              </p14:nvContentPartPr>
              <p14:xfrm>
                <a:off x="763718" y="1847303"/>
                <a:ext cx="1152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5B100E-CFE7-CF8E-060B-9E8B65A82E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5078" y="1838303"/>
                  <a:ext cx="29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4D1E228-0C40-724B-FCB8-B720317C376B}"/>
                    </a:ext>
                  </a:extLst>
                </p14:cNvPr>
                <p14:cNvContentPartPr/>
                <p14:nvPr/>
              </p14:nvContentPartPr>
              <p14:xfrm>
                <a:off x="1089158" y="2076623"/>
                <a:ext cx="311040" cy="21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4D1E228-0C40-724B-FCB8-B720317C3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0158" y="2067983"/>
                  <a:ext cx="328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8764D3-6AD2-F1B8-50B2-FFADE5D06262}"/>
                    </a:ext>
                  </a:extLst>
                </p14:cNvPr>
                <p14:cNvContentPartPr/>
                <p14:nvPr/>
              </p14:nvContentPartPr>
              <p14:xfrm>
                <a:off x="1346558" y="2010383"/>
                <a:ext cx="130680" cy="170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8764D3-6AD2-F1B8-50B2-FFADE5D062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37558" y="2001383"/>
                  <a:ext cx="148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46B6D0-01F2-914A-DBDC-C5B55A7D7133}"/>
                    </a:ext>
                  </a:extLst>
                </p14:cNvPr>
                <p14:cNvContentPartPr/>
                <p14:nvPr/>
              </p14:nvContentPartPr>
              <p14:xfrm>
                <a:off x="545198" y="1326383"/>
                <a:ext cx="193320" cy="233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46B6D0-01F2-914A-DBDC-C5B55A7D71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6198" y="1317383"/>
                  <a:ext cx="210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7EFDC1-4C0E-47BF-E444-AA26155FF853}"/>
                    </a:ext>
                  </a:extLst>
                </p14:cNvPr>
                <p14:cNvContentPartPr/>
                <p14:nvPr/>
              </p14:nvContentPartPr>
              <p14:xfrm>
                <a:off x="714038" y="1441223"/>
                <a:ext cx="106560" cy="97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7EFDC1-4C0E-47BF-E444-AA26155FF8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5398" y="1432223"/>
                  <a:ext cx="124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2711FA-075E-E0AF-6553-B2D01B731884}"/>
                    </a:ext>
                  </a:extLst>
                </p14:cNvPr>
                <p14:cNvContentPartPr/>
                <p14:nvPr/>
              </p14:nvContentPartPr>
              <p14:xfrm>
                <a:off x="864878" y="1454903"/>
                <a:ext cx="128160" cy="93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2711FA-075E-E0AF-6553-B2D01B7318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5878" y="1446263"/>
                  <a:ext cx="145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F594B5-511D-2F66-8AEA-355B45940924}"/>
                    </a:ext>
                  </a:extLst>
                </p14:cNvPr>
                <p14:cNvContentPartPr/>
                <p14:nvPr/>
              </p14:nvContentPartPr>
              <p14:xfrm>
                <a:off x="1005998" y="1369583"/>
                <a:ext cx="70200" cy="210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F594B5-511D-2F66-8AEA-355B4594092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7358" y="1360943"/>
                  <a:ext cx="87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BFC843-B46E-323B-2BD1-C96356DD34BF}"/>
                    </a:ext>
                  </a:extLst>
                </p14:cNvPr>
                <p14:cNvContentPartPr/>
                <p14:nvPr/>
              </p14:nvContentPartPr>
              <p14:xfrm>
                <a:off x="1703318" y="1489103"/>
                <a:ext cx="898560" cy="1112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BFC843-B46E-323B-2BD1-C96356DD34B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94678" y="1480103"/>
                  <a:ext cx="916200" cy="11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DE6661-5B6E-294E-4427-7F29493C0F92}"/>
                    </a:ext>
                  </a:extLst>
                </p14:cNvPr>
                <p14:cNvContentPartPr/>
                <p14:nvPr/>
              </p14:nvContentPartPr>
              <p14:xfrm>
                <a:off x="1990958" y="2441303"/>
                <a:ext cx="112680" cy="70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DE6661-5B6E-294E-4427-7F29493C0F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82318" y="2432663"/>
                  <a:ext cx="130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BA0D0AE-CAE4-2DE2-F3EA-079467BDE218}"/>
                    </a:ext>
                  </a:extLst>
                </p14:cNvPr>
                <p14:cNvContentPartPr/>
                <p14:nvPr/>
              </p14:nvContentPartPr>
              <p14:xfrm>
                <a:off x="1934798" y="1771343"/>
                <a:ext cx="268200" cy="7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BA0D0AE-CAE4-2DE2-F3EA-079467BDE2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6158" y="1762343"/>
                  <a:ext cx="285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4AED49-B817-72A2-8879-D66AB2D83192}"/>
                    </a:ext>
                  </a:extLst>
                </p14:cNvPr>
                <p14:cNvContentPartPr/>
                <p14:nvPr/>
              </p14:nvContentPartPr>
              <p14:xfrm>
                <a:off x="1985198" y="1928663"/>
                <a:ext cx="24120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4AED49-B817-72A2-8879-D66AB2D831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76558" y="1919663"/>
                  <a:ext cx="258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E2830A-917E-F072-531A-AFE304588827}"/>
                    </a:ext>
                  </a:extLst>
                </p14:cNvPr>
                <p14:cNvContentPartPr/>
                <p14:nvPr/>
              </p14:nvContentPartPr>
              <p14:xfrm>
                <a:off x="1970438" y="2110103"/>
                <a:ext cx="253080" cy="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E2830A-917E-F072-531A-AFE3045888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61438" y="2101463"/>
                  <a:ext cx="270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F31EF40-6B9D-8415-5374-84B585207BAE}"/>
                    </a:ext>
                  </a:extLst>
                </p14:cNvPr>
                <p14:cNvContentPartPr/>
                <p14:nvPr/>
              </p14:nvContentPartPr>
              <p14:xfrm>
                <a:off x="2843078" y="2141423"/>
                <a:ext cx="4111560" cy="1177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F31EF40-6B9D-8415-5374-84B585207BA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34438" y="2132783"/>
                  <a:ext cx="4129200" cy="11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0C0CC32-D4C7-C3A8-096F-7EF9D1699A17}"/>
                    </a:ext>
                  </a:extLst>
                </p14:cNvPr>
                <p14:cNvContentPartPr/>
                <p14:nvPr/>
              </p14:nvContentPartPr>
              <p14:xfrm>
                <a:off x="6651158" y="3155543"/>
                <a:ext cx="266400" cy="239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0C0CC32-D4C7-C3A8-096F-7EF9D1699A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42518" y="3146903"/>
                  <a:ext cx="284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F85FC2F-CC22-2A38-A885-481836D347B3}"/>
                    </a:ext>
                  </a:extLst>
                </p14:cNvPr>
                <p14:cNvContentPartPr/>
                <p14:nvPr/>
              </p14:nvContentPartPr>
              <p14:xfrm>
                <a:off x="6931958" y="2967983"/>
                <a:ext cx="734400" cy="265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F85FC2F-CC22-2A38-A885-481836D347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23318" y="2958983"/>
                  <a:ext cx="7520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1BFF59-702F-C092-67AD-21FA1C676B30}"/>
                    </a:ext>
                  </a:extLst>
                </p14:cNvPr>
                <p14:cNvContentPartPr/>
                <p14:nvPr/>
              </p14:nvContentPartPr>
              <p14:xfrm>
                <a:off x="6972998" y="3162383"/>
                <a:ext cx="619560" cy="457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1BFF59-702F-C092-67AD-21FA1C676B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63998" y="3153743"/>
                  <a:ext cx="6372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339F7D-4892-8EC0-0AE8-C271E5CF2130}"/>
                    </a:ext>
                  </a:extLst>
                </p14:cNvPr>
                <p14:cNvContentPartPr/>
                <p14:nvPr/>
              </p14:nvContentPartPr>
              <p14:xfrm>
                <a:off x="7578158" y="3207743"/>
                <a:ext cx="7200" cy="381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339F7D-4892-8EC0-0AE8-C271E5CF21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9158" y="3198743"/>
                  <a:ext cx="248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8A4988A-21D5-CCBA-1804-38ED0AA887E2}"/>
                    </a:ext>
                  </a:extLst>
                </p14:cNvPr>
                <p14:cNvContentPartPr/>
                <p14:nvPr/>
              </p14:nvContentPartPr>
              <p14:xfrm>
                <a:off x="7334798" y="2455343"/>
                <a:ext cx="199440" cy="275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8A4988A-21D5-CCBA-1804-38ED0AA887E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26158" y="2446703"/>
                  <a:ext cx="2170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C852ADE-A86F-9EB7-74C6-A4D03831A3EA}"/>
                    </a:ext>
                  </a:extLst>
                </p14:cNvPr>
                <p14:cNvContentPartPr/>
                <p14:nvPr/>
              </p14:nvContentPartPr>
              <p14:xfrm>
                <a:off x="7573838" y="2511503"/>
                <a:ext cx="60120" cy="249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C852ADE-A86F-9EB7-74C6-A4D03831A3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64838" y="2502503"/>
                  <a:ext cx="77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E751C5-0C10-E069-945F-FCFF02A8D939}"/>
                    </a:ext>
                  </a:extLst>
                </p14:cNvPr>
                <p14:cNvContentPartPr/>
                <p14:nvPr/>
              </p14:nvContentPartPr>
              <p14:xfrm>
                <a:off x="7715678" y="2606183"/>
                <a:ext cx="119880" cy="186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E751C5-0C10-E069-945F-FCFF02A8D9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07038" y="2597183"/>
                  <a:ext cx="1375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629CF05-699C-7C99-8FE1-76A312D523E3}"/>
                    </a:ext>
                  </a:extLst>
                </p14:cNvPr>
                <p14:cNvContentPartPr/>
                <p14:nvPr/>
              </p14:nvContentPartPr>
              <p14:xfrm>
                <a:off x="7960118" y="2571623"/>
                <a:ext cx="7200" cy="174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629CF05-699C-7C99-8FE1-76A312D523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51118" y="2562623"/>
                  <a:ext cx="24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8974D6-DB07-733B-F8F8-0FDE01EC43EC}"/>
                    </a:ext>
                  </a:extLst>
                </p14:cNvPr>
                <p14:cNvContentPartPr/>
                <p14:nvPr/>
              </p14:nvContentPartPr>
              <p14:xfrm>
                <a:off x="7966598" y="2571623"/>
                <a:ext cx="114840" cy="165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8974D6-DB07-733B-F8F8-0FDE01EC43E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57598" y="2562623"/>
                  <a:ext cx="132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9D37277-19F3-D972-A7EE-53963BD45E5D}"/>
                    </a:ext>
                  </a:extLst>
                </p14:cNvPr>
                <p14:cNvContentPartPr/>
                <p14:nvPr/>
              </p14:nvContentPartPr>
              <p14:xfrm>
                <a:off x="8141558" y="2530943"/>
                <a:ext cx="105120" cy="217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9D37277-19F3-D972-A7EE-53963BD45E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32918" y="2521943"/>
                  <a:ext cx="122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DB2D43A-3406-D00D-B5EC-AD3EFDE135F0}"/>
                    </a:ext>
                  </a:extLst>
                </p14:cNvPr>
                <p14:cNvContentPartPr/>
                <p14:nvPr/>
              </p14:nvContentPartPr>
              <p14:xfrm>
                <a:off x="8161718" y="2552543"/>
                <a:ext cx="294480" cy="172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B2D43A-3406-D00D-B5EC-AD3EFDE135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53078" y="2543903"/>
                  <a:ext cx="312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2471811-3677-8F2C-7625-E93FB55928AF}"/>
                    </a:ext>
                  </a:extLst>
                </p14:cNvPr>
                <p14:cNvContentPartPr/>
                <p14:nvPr/>
              </p14:nvContentPartPr>
              <p14:xfrm>
                <a:off x="8493998" y="2557583"/>
                <a:ext cx="129240" cy="210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2471811-3677-8F2C-7625-E93FB55928A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85358" y="2548943"/>
                  <a:ext cx="146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4BF49D-B45E-B87F-6C1C-81E50B313F45}"/>
                    </a:ext>
                  </a:extLst>
                </p14:cNvPr>
                <p14:cNvContentPartPr/>
                <p14:nvPr/>
              </p14:nvContentPartPr>
              <p14:xfrm>
                <a:off x="8547638" y="2664863"/>
                <a:ext cx="120600" cy="41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4BF49D-B45E-B87F-6C1C-81E50B313F4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38998" y="2656223"/>
                  <a:ext cx="138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F70416-D3A5-039A-D1DC-ED880E2EB3E0}"/>
                    </a:ext>
                  </a:extLst>
                </p14:cNvPr>
                <p14:cNvContentPartPr/>
                <p14:nvPr/>
              </p14:nvContentPartPr>
              <p14:xfrm>
                <a:off x="4101998" y="1969343"/>
                <a:ext cx="144720" cy="185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F70416-D3A5-039A-D1DC-ED880E2EB3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93358" y="1960703"/>
                  <a:ext cx="162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1CAF25-4C45-7698-7037-FD82E92F9637}"/>
                    </a:ext>
                  </a:extLst>
                </p14:cNvPr>
                <p14:cNvContentPartPr/>
                <p14:nvPr/>
              </p14:nvContentPartPr>
              <p14:xfrm>
                <a:off x="4302518" y="2017943"/>
                <a:ext cx="115200" cy="123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1CAF25-4C45-7698-7037-FD82E92F963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93518" y="2008943"/>
                  <a:ext cx="132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66E0539-9DCD-403D-7183-15E8F484A16C}"/>
                    </a:ext>
                  </a:extLst>
                </p14:cNvPr>
                <p14:cNvContentPartPr/>
                <p14:nvPr/>
              </p14:nvContentPartPr>
              <p14:xfrm>
                <a:off x="4471718" y="2000663"/>
                <a:ext cx="196200" cy="122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66E0539-9DCD-403D-7183-15E8F484A1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63078" y="1992023"/>
                  <a:ext cx="213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EF63B3-25B4-CAFD-B870-0703226BEEDF}"/>
                    </a:ext>
                  </a:extLst>
                </p14:cNvPr>
                <p14:cNvContentPartPr/>
                <p14:nvPr/>
              </p14:nvContentPartPr>
              <p14:xfrm>
                <a:off x="4812278" y="1946663"/>
                <a:ext cx="153720" cy="176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EF63B3-25B4-CAFD-B870-0703226BEE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03638" y="1938023"/>
                  <a:ext cx="171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B9DA77B-7636-31A0-0721-83A3B84A8BEE}"/>
                    </a:ext>
                  </a:extLst>
                </p14:cNvPr>
                <p14:cNvContentPartPr/>
                <p14:nvPr/>
              </p14:nvContentPartPr>
              <p14:xfrm>
                <a:off x="4966358" y="2022623"/>
                <a:ext cx="219600" cy="174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B9DA77B-7636-31A0-0721-83A3B84A8B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57718" y="2013983"/>
                  <a:ext cx="237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A23E1CD-6626-40D7-E806-445B5E3AF074}"/>
                    </a:ext>
                  </a:extLst>
                </p14:cNvPr>
                <p14:cNvContentPartPr/>
                <p14:nvPr/>
              </p14:nvContentPartPr>
              <p14:xfrm>
                <a:off x="5279198" y="1990223"/>
                <a:ext cx="84240" cy="190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A23E1CD-6626-40D7-E806-445B5E3AF0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70558" y="1981223"/>
                  <a:ext cx="101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B84C44A-324A-D322-400E-811C25ADB0D1}"/>
                    </a:ext>
                  </a:extLst>
                </p14:cNvPr>
                <p14:cNvContentPartPr/>
                <p14:nvPr/>
              </p14:nvContentPartPr>
              <p14:xfrm>
                <a:off x="7940318" y="3407183"/>
                <a:ext cx="125640" cy="142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B84C44A-324A-D322-400E-811C25ADB0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31678" y="3398543"/>
                  <a:ext cx="143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3C1E3D-D09D-A3C0-D44B-71C421DC905F}"/>
                    </a:ext>
                  </a:extLst>
                </p14:cNvPr>
                <p14:cNvContentPartPr/>
                <p14:nvPr/>
              </p14:nvContentPartPr>
              <p14:xfrm>
                <a:off x="8135438" y="3345263"/>
                <a:ext cx="44280" cy="252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3C1E3D-D09D-A3C0-D44B-71C421DC90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26798" y="3336263"/>
                  <a:ext cx="61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173D036-BC18-B31E-2D8A-4BD1FEB1DB39}"/>
                    </a:ext>
                  </a:extLst>
                </p14:cNvPr>
                <p14:cNvContentPartPr/>
                <p14:nvPr/>
              </p14:nvContentPartPr>
              <p14:xfrm>
                <a:off x="8137958" y="3349583"/>
                <a:ext cx="338040" cy="207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173D036-BC18-B31E-2D8A-4BD1FEB1DB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28958" y="3340943"/>
                  <a:ext cx="355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18670A-5DA4-1262-9FB4-36236FBC2BBE}"/>
                    </a:ext>
                  </a:extLst>
                </p14:cNvPr>
                <p14:cNvContentPartPr/>
                <p14:nvPr/>
              </p14:nvContentPartPr>
              <p14:xfrm>
                <a:off x="8444678" y="3407543"/>
                <a:ext cx="320400" cy="150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18670A-5DA4-1262-9FB4-36236FBC2BB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36038" y="3398903"/>
                  <a:ext cx="338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397726-2249-8AEE-37CC-328263C07DE3}"/>
                    </a:ext>
                  </a:extLst>
                </p14:cNvPr>
                <p14:cNvContentPartPr/>
                <p14:nvPr/>
              </p14:nvContentPartPr>
              <p14:xfrm>
                <a:off x="8911238" y="3431663"/>
                <a:ext cx="29160" cy="13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397726-2249-8AEE-37CC-328263C07DE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02598" y="3422663"/>
                  <a:ext cx="46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B92244-230E-3012-1716-4386ECD2CD15}"/>
                    </a:ext>
                  </a:extLst>
                </p14:cNvPr>
                <p14:cNvContentPartPr/>
                <p14:nvPr/>
              </p14:nvContentPartPr>
              <p14:xfrm>
                <a:off x="8886398" y="3507263"/>
                <a:ext cx="93960" cy="13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B92244-230E-3012-1716-4386ECD2CD1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77398" y="3498263"/>
                  <a:ext cx="111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40CF068-BCE1-DE4E-E584-2DBAB513095E}"/>
                    </a:ext>
                  </a:extLst>
                </p14:cNvPr>
                <p14:cNvContentPartPr/>
                <p14:nvPr/>
              </p14:nvContentPartPr>
              <p14:xfrm>
                <a:off x="9166478" y="3316823"/>
                <a:ext cx="9000" cy="58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40CF068-BCE1-DE4E-E584-2DBAB51309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57478" y="3308183"/>
                  <a:ext cx="26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09011F-619E-4BE6-87CC-42643831530C}"/>
                    </a:ext>
                  </a:extLst>
                </p14:cNvPr>
                <p14:cNvContentPartPr/>
                <p14:nvPr/>
              </p14:nvContentPartPr>
              <p14:xfrm>
                <a:off x="9312998" y="3330863"/>
                <a:ext cx="360" cy="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09011F-619E-4BE6-87CC-4264383153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3998" y="3321863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CD3E48-BF4E-61C7-413D-33CE9E044E1D}"/>
                    </a:ext>
                  </a:extLst>
                </p14:cNvPr>
                <p14:cNvContentPartPr/>
                <p14:nvPr/>
              </p14:nvContentPartPr>
              <p14:xfrm>
                <a:off x="9275198" y="3311423"/>
                <a:ext cx="2880" cy="56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CD3E48-BF4E-61C7-413D-33CE9E044E1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66558" y="3302783"/>
                  <a:ext cx="20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9697EC-8810-FA6B-6F75-81687E86637F}"/>
                    </a:ext>
                  </a:extLst>
                </p14:cNvPr>
                <p14:cNvContentPartPr/>
                <p14:nvPr/>
              </p14:nvContentPartPr>
              <p14:xfrm>
                <a:off x="2785838" y="2366063"/>
                <a:ext cx="131400" cy="90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C9697EC-8810-FA6B-6F75-81687E86637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76838" y="2357063"/>
                  <a:ext cx="1490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3E66D99-37DD-394B-56BD-1C9BA88637E0}"/>
                    </a:ext>
                  </a:extLst>
                </p14:cNvPr>
                <p14:cNvContentPartPr/>
                <p14:nvPr/>
              </p14:nvContentPartPr>
              <p14:xfrm>
                <a:off x="2952518" y="2285783"/>
                <a:ext cx="137520" cy="353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3E66D99-37DD-394B-56BD-1C9BA88637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43518" y="2277143"/>
                  <a:ext cx="1551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4A51E3C-4E45-5456-5AF9-4E4A4E5E478F}"/>
                    </a:ext>
                  </a:extLst>
                </p14:cNvPr>
                <p14:cNvContentPartPr/>
                <p14:nvPr/>
              </p14:nvContentPartPr>
              <p14:xfrm>
                <a:off x="3130358" y="2275703"/>
                <a:ext cx="112680" cy="467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4A51E3C-4E45-5456-5AF9-4E4A4E5E478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121358" y="2267063"/>
                  <a:ext cx="1303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21F13E1-F6B9-715F-BDD4-BEAE09B96CB7}"/>
                    </a:ext>
                  </a:extLst>
                </p14:cNvPr>
                <p14:cNvContentPartPr/>
                <p14:nvPr/>
              </p14:nvContentPartPr>
              <p14:xfrm>
                <a:off x="3235118" y="2661623"/>
                <a:ext cx="103320" cy="2014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21F13E1-F6B9-715F-BDD4-BEAE09B96CB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26478" y="2652623"/>
                  <a:ext cx="120960" cy="20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7A70FC5-AF30-7A02-CA65-F0A58E55E88C}"/>
                    </a:ext>
                  </a:extLst>
                </p14:cNvPr>
                <p14:cNvContentPartPr/>
                <p14:nvPr/>
              </p14:nvContentPartPr>
              <p14:xfrm>
                <a:off x="3132158" y="4653143"/>
                <a:ext cx="84960" cy="60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7A70FC5-AF30-7A02-CA65-F0A58E55E88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23518" y="4644143"/>
                  <a:ext cx="102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5CA4CF1-36C3-DBBB-F898-237415146DCA}"/>
                    </a:ext>
                  </a:extLst>
                </p14:cNvPr>
                <p14:cNvContentPartPr/>
                <p14:nvPr/>
              </p14:nvContentPartPr>
              <p14:xfrm>
                <a:off x="3255278" y="4660343"/>
                <a:ext cx="70560" cy="62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5CA4CF1-36C3-DBBB-F898-237415146DC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46278" y="4651343"/>
                  <a:ext cx="88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3422B7-FDDE-61F9-B955-0A9E02E6AB2F}"/>
                    </a:ext>
                  </a:extLst>
                </p14:cNvPr>
                <p14:cNvContentPartPr/>
                <p14:nvPr/>
              </p14:nvContentPartPr>
              <p14:xfrm>
                <a:off x="2616278" y="4960943"/>
                <a:ext cx="1467000" cy="1521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3422B7-FDDE-61F9-B955-0A9E02E6AB2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07638" y="4952303"/>
                  <a:ext cx="1484640" cy="15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0CADAB4-AA54-AA09-E81A-969E3C0167F1}"/>
                    </a:ext>
                  </a:extLst>
                </p14:cNvPr>
                <p14:cNvContentPartPr/>
                <p14:nvPr/>
              </p14:nvContentPartPr>
              <p14:xfrm>
                <a:off x="2529518" y="4991543"/>
                <a:ext cx="1652760" cy="1481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0CADAB4-AA54-AA09-E81A-969E3C0167F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520878" y="4982543"/>
                  <a:ext cx="1670400" cy="14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93B08F1-41D3-14EE-5C23-CA1C78520CAC}"/>
                    </a:ext>
                  </a:extLst>
                </p14:cNvPr>
                <p14:cNvContentPartPr/>
                <p14:nvPr/>
              </p14:nvContentPartPr>
              <p14:xfrm>
                <a:off x="3144038" y="5121503"/>
                <a:ext cx="200520" cy="185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3B08F1-41D3-14EE-5C23-CA1C78520CA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135038" y="5112863"/>
                  <a:ext cx="218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0BA18E-6036-59F1-F53F-EA4DAF7605A7}"/>
                    </a:ext>
                  </a:extLst>
                </p14:cNvPr>
                <p14:cNvContentPartPr/>
                <p14:nvPr/>
              </p14:nvContentPartPr>
              <p14:xfrm>
                <a:off x="3201278" y="5277743"/>
                <a:ext cx="24840" cy="259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0BA18E-6036-59F1-F53F-EA4DAF7605A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192278" y="5268743"/>
                  <a:ext cx="424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9AE89E6-AE0D-3DED-9CF7-3A608E59C774}"/>
                    </a:ext>
                  </a:extLst>
                </p14:cNvPr>
                <p14:cNvContentPartPr/>
                <p14:nvPr/>
              </p14:nvContentPartPr>
              <p14:xfrm>
                <a:off x="5116838" y="4032863"/>
                <a:ext cx="139320" cy="125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9AE89E6-AE0D-3DED-9CF7-3A608E59C77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107838" y="4023863"/>
                  <a:ext cx="156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C9D4DDF-ADD0-DBFD-8A8A-A149291CC79C}"/>
                    </a:ext>
                  </a:extLst>
                </p14:cNvPr>
                <p14:cNvContentPartPr/>
                <p14:nvPr/>
              </p14:nvContentPartPr>
              <p14:xfrm>
                <a:off x="5329238" y="4064903"/>
                <a:ext cx="60480" cy="88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C9D4DDF-ADD0-DBFD-8A8A-A149291CC79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20598" y="4056263"/>
                  <a:ext cx="78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DCFAF25-01F3-CDD9-9DB4-2BBC78730E61}"/>
                    </a:ext>
                  </a:extLst>
                </p14:cNvPr>
                <p14:cNvContentPartPr/>
                <p14:nvPr/>
              </p14:nvContentPartPr>
              <p14:xfrm>
                <a:off x="5448758" y="4000463"/>
                <a:ext cx="19440" cy="165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DCFAF25-01F3-CDD9-9DB4-2BBC78730E6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39758" y="3991463"/>
                  <a:ext cx="37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0B8D957-181B-F70F-8615-FB203AE376A0}"/>
                    </a:ext>
                  </a:extLst>
                </p14:cNvPr>
                <p14:cNvContentPartPr/>
                <p14:nvPr/>
              </p14:nvContentPartPr>
              <p14:xfrm>
                <a:off x="5460998" y="4105583"/>
                <a:ext cx="101160" cy="83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0B8D957-181B-F70F-8615-FB203AE376A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452358" y="4096583"/>
                  <a:ext cx="118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4179DD-A9AB-DEB1-B8D7-A34F07533288}"/>
                    </a:ext>
                  </a:extLst>
                </p14:cNvPr>
                <p14:cNvContentPartPr/>
                <p14:nvPr/>
              </p14:nvContentPartPr>
              <p14:xfrm>
                <a:off x="5592758" y="4025663"/>
                <a:ext cx="360" cy="1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4179DD-A9AB-DEB1-B8D7-A34F075332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84118" y="4016663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3DC171-FC0A-3B26-CCAC-8ADB13C8AAF3}"/>
                    </a:ext>
                  </a:extLst>
                </p14:cNvPr>
                <p14:cNvContentPartPr/>
                <p14:nvPr/>
              </p14:nvContentPartPr>
              <p14:xfrm>
                <a:off x="5624798" y="4108463"/>
                <a:ext cx="218520" cy="110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3DC171-FC0A-3B26-CCAC-8ADB13C8AAF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16158" y="4099823"/>
                  <a:ext cx="236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6F44039-FCD2-9834-59C7-90AFDD820E49}"/>
                    </a:ext>
                  </a:extLst>
                </p14:cNvPr>
                <p14:cNvContentPartPr/>
                <p14:nvPr/>
              </p14:nvContentPartPr>
              <p14:xfrm>
                <a:off x="5626238" y="3538583"/>
                <a:ext cx="1300680" cy="562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6F44039-FCD2-9834-59C7-90AFDD820E4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17598" y="3529583"/>
                  <a:ext cx="131832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3661550-D8AE-E294-8637-2C5F422BDA04}"/>
                    </a:ext>
                  </a:extLst>
                </p14:cNvPr>
                <p14:cNvContentPartPr/>
                <p14:nvPr/>
              </p14:nvContentPartPr>
              <p14:xfrm>
                <a:off x="4035038" y="4292423"/>
                <a:ext cx="1412280" cy="1239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3661550-D8AE-E294-8637-2C5F422BDA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26038" y="4283423"/>
                  <a:ext cx="1429920" cy="12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4003576-39AA-D4E4-8025-B607528A455D}"/>
                    </a:ext>
                  </a:extLst>
                </p14:cNvPr>
                <p14:cNvContentPartPr/>
                <p14:nvPr/>
              </p14:nvContentPartPr>
              <p14:xfrm>
                <a:off x="4057358" y="5432543"/>
                <a:ext cx="68760" cy="170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4003576-39AA-D4E4-8025-B607528A45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48358" y="5423543"/>
                  <a:ext cx="86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9498DF-DDE4-9F76-EA9E-765521112722}"/>
                    </a:ext>
                  </a:extLst>
                </p14:cNvPr>
                <p14:cNvContentPartPr/>
                <p14:nvPr/>
              </p14:nvContentPartPr>
              <p14:xfrm>
                <a:off x="3413678" y="3925223"/>
                <a:ext cx="155880" cy="171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9498DF-DDE4-9F76-EA9E-76552111272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05038" y="3916223"/>
                  <a:ext cx="173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F138BB9-2FA6-92E7-E18C-A6119C8CE800}"/>
                    </a:ext>
                  </a:extLst>
                </p14:cNvPr>
                <p14:cNvContentPartPr/>
                <p14:nvPr/>
              </p14:nvContentPartPr>
              <p14:xfrm>
                <a:off x="3626078" y="3976343"/>
                <a:ext cx="118800" cy="114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F138BB9-2FA6-92E7-E18C-A6119C8CE80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17438" y="3967703"/>
                  <a:ext cx="136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1F8897A-923B-77A6-6911-5DF7EF6E336C}"/>
                    </a:ext>
                  </a:extLst>
                </p14:cNvPr>
                <p14:cNvContentPartPr/>
                <p14:nvPr/>
              </p14:nvContentPartPr>
              <p14:xfrm>
                <a:off x="3789158" y="3969863"/>
                <a:ext cx="137160" cy="222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1F8897A-923B-77A6-6911-5DF7EF6E33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80158" y="3960863"/>
                  <a:ext cx="154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3189C2-712B-76B9-E4CA-9307294CFD7F}"/>
                    </a:ext>
                  </a:extLst>
                </p14:cNvPr>
                <p14:cNvContentPartPr/>
                <p14:nvPr/>
              </p14:nvContentPartPr>
              <p14:xfrm>
                <a:off x="3988958" y="3949343"/>
                <a:ext cx="30240" cy="135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3189C2-712B-76B9-E4CA-9307294CFD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80318" y="3940703"/>
                  <a:ext cx="47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39BE212-9453-CC08-0D5E-DBEB94B10406}"/>
                    </a:ext>
                  </a:extLst>
                </p14:cNvPr>
                <p14:cNvContentPartPr/>
                <p14:nvPr/>
              </p14:nvContentPartPr>
              <p14:xfrm>
                <a:off x="3992558" y="3851783"/>
                <a:ext cx="16200" cy="11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39BE212-9453-CC08-0D5E-DBEB94B1040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83558" y="3842783"/>
                  <a:ext cx="33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C975156-A59F-8FAC-5E3F-37089EB46EB9}"/>
                    </a:ext>
                  </a:extLst>
                </p14:cNvPr>
                <p14:cNvContentPartPr/>
                <p14:nvPr/>
              </p14:nvContentPartPr>
              <p14:xfrm>
                <a:off x="4069958" y="3830903"/>
                <a:ext cx="145440" cy="208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C975156-A59F-8FAC-5E3F-37089EB46EB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60958" y="3821903"/>
                  <a:ext cx="163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3BCCADA-2968-6E5D-E8AF-721D199D4C0F}"/>
                    </a:ext>
                  </a:extLst>
                </p14:cNvPr>
                <p14:cNvContentPartPr/>
                <p14:nvPr/>
              </p14:nvContentPartPr>
              <p14:xfrm>
                <a:off x="3932438" y="3989663"/>
                <a:ext cx="61200" cy="202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3BCCADA-2968-6E5D-E8AF-721D199D4C0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923798" y="3980663"/>
                  <a:ext cx="78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88734DC-2743-7F95-3507-06FAC81DF807}"/>
                    </a:ext>
                  </a:extLst>
                </p14:cNvPr>
                <p14:cNvContentPartPr/>
                <p14:nvPr/>
              </p14:nvContentPartPr>
              <p14:xfrm>
                <a:off x="3350678" y="4139783"/>
                <a:ext cx="1124640" cy="44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88734DC-2743-7F95-3507-06FAC81DF80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41678" y="4130783"/>
                  <a:ext cx="1142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8153EE0-8592-DC29-71C9-8599DF016718}"/>
                    </a:ext>
                  </a:extLst>
                </p14:cNvPr>
                <p14:cNvContentPartPr/>
                <p14:nvPr/>
              </p14:nvContentPartPr>
              <p14:xfrm>
                <a:off x="3396038" y="5141663"/>
                <a:ext cx="244440" cy="172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8153EE0-8592-DC29-71C9-8599DF01671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87038" y="5133023"/>
                  <a:ext cx="2620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CBC166D-F25F-DE3B-68DE-D64BD6FC0789}"/>
                    </a:ext>
                  </a:extLst>
                </p14:cNvPr>
                <p14:cNvContentPartPr/>
                <p14:nvPr/>
              </p14:nvContentPartPr>
              <p14:xfrm>
                <a:off x="3676118" y="5173343"/>
                <a:ext cx="27720" cy="87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CBC166D-F25F-DE3B-68DE-D64BD6FC07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67478" y="5164343"/>
                  <a:ext cx="45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BB8020-7534-074E-EF41-17EA1C0260D0}"/>
                    </a:ext>
                  </a:extLst>
                </p14:cNvPr>
                <p14:cNvContentPartPr/>
                <p14:nvPr/>
              </p14:nvContentPartPr>
              <p14:xfrm>
                <a:off x="3726158" y="5081543"/>
                <a:ext cx="11520" cy="29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BB8020-7534-074E-EF41-17EA1C0260D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17518" y="5072543"/>
                  <a:ext cx="29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C04F00F-D0F5-8ECD-A66C-74A3D4323B4A}"/>
                    </a:ext>
                  </a:extLst>
                </p14:cNvPr>
                <p14:cNvContentPartPr/>
                <p14:nvPr/>
              </p14:nvContentPartPr>
              <p14:xfrm>
                <a:off x="2984198" y="5547743"/>
                <a:ext cx="479160" cy="152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C04F00F-D0F5-8ECD-A66C-74A3D4323B4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975558" y="5539103"/>
                  <a:ext cx="496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051219E-EBFD-F4B5-0DCC-E29DA3AAC71B}"/>
                    </a:ext>
                  </a:extLst>
                </p14:cNvPr>
                <p14:cNvContentPartPr/>
                <p14:nvPr/>
              </p14:nvContentPartPr>
              <p14:xfrm>
                <a:off x="3074918" y="5510303"/>
                <a:ext cx="661680" cy="253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051219E-EBFD-F4B5-0DCC-E29DA3AAC71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65918" y="5501303"/>
                  <a:ext cx="679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63E20E-FD25-F188-D9D7-754776AF3633}"/>
                    </a:ext>
                  </a:extLst>
                </p14:cNvPr>
                <p14:cNvContentPartPr/>
                <p14:nvPr/>
              </p14:nvContentPartPr>
              <p14:xfrm>
                <a:off x="3106598" y="5562503"/>
                <a:ext cx="112680" cy="83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63E20E-FD25-F188-D9D7-754776AF363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097958" y="5553863"/>
                  <a:ext cx="1303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DE3D216-ED09-C3FD-0002-A29C1AD2B3A3}"/>
                    </a:ext>
                  </a:extLst>
                </p14:cNvPr>
                <p14:cNvContentPartPr/>
                <p14:nvPr/>
              </p14:nvContentPartPr>
              <p14:xfrm>
                <a:off x="3276158" y="5590943"/>
                <a:ext cx="54000" cy="65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DE3D216-ED09-C3FD-0002-A29C1AD2B3A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67158" y="5582303"/>
                  <a:ext cx="71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0FA0CF9-787B-B7CE-E18A-11F65A736C5A}"/>
                    </a:ext>
                  </a:extLst>
                </p14:cNvPr>
                <p14:cNvContentPartPr/>
                <p14:nvPr/>
              </p14:nvContentPartPr>
              <p14:xfrm>
                <a:off x="3368678" y="5545583"/>
                <a:ext cx="19800" cy="105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0FA0CF9-787B-B7CE-E18A-11F65A736C5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59678" y="5536943"/>
                  <a:ext cx="3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C00907A-7E89-7E5F-072C-99FF5D7BE509}"/>
                    </a:ext>
                  </a:extLst>
                </p14:cNvPr>
                <p14:cNvContentPartPr/>
                <p14:nvPr/>
              </p14:nvContentPartPr>
              <p14:xfrm>
                <a:off x="3406838" y="5604983"/>
                <a:ext cx="34920" cy="19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C00907A-7E89-7E5F-072C-99FF5D7BE50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98198" y="5596343"/>
                  <a:ext cx="52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9A00947-D121-2081-FEB9-5331BBA20D8C}"/>
                    </a:ext>
                  </a:extLst>
                </p14:cNvPr>
                <p14:cNvContentPartPr/>
                <p14:nvPr/>
              </p14:nvContentPartPr>
              <p14:xfrm>
                <a:off x="4095878" y="4030343"/>
                <a:ext cx="1427400" cy="1269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9A00947-D121-2081-FEB9-5331BBA20D8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86878" y="4021703"/>
                  <a:ext cx="1445040" cy="12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FD9ED61-BCEB-F2F3-712E-5E6860D4B889}"/>
                    </a:ext>
                  </a:extLst>
                </p14:cNvPr>
                <p14:cNvContentPartPr/>
                <p14:nvPr/>
              </p14:nvContentPartPr>
              <p14:xfrm>
                <a:off x="5517518" y="3510863"/>
                <a:ext cx="949680" cy="484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FD9ED61-BCEB-F2F3-712E-5E6860D4B8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08878" y="3502223"/>
                  <a:ext cx="96732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311183-54AA-9A3F-745D-8B09BD97CC11}"/>
                    </a:ext>
                  </a:extLst>
                </p14:cNvPr>
                <p14:cNvContentPartPr/>
                <p14:nvPr/>
              </p14:nvContentPartPr>
              <p14:xfrm>
                <a:off x="6495998" y="3450743"/>
                <a:ext cx="22680" cy="127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311183-54AA-9A3F-745D-8B09BD97CC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86998" y="3441743"/>
                  <a:ext cx="40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32B2F02-CBB5-AF89-D61E-7A3CD544511B}"/>
                    </a:ext>
                  </a:extLst>
                </p14:cNvPr>
                <p14:cNvContentPartPr/>
                <p14:nvPr/>
              </p14:nvContentPartPr>
              <p14:xfrm>
                <a:off x="3289478" y="5728103"/>
                <a:ext cx="11880" cy="104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32B2F02-CBB5-AF89-D61E-7A3CD544511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80478" y="5719103"/>
                  <a:ext cx="29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92D9EB9-C11D-A5F4-AD21-E4145FC660CC}"/>
                    </a:ext>
                  </a:extLst>
                </p14:cNvPr>
                <p14:cNvContentPartPr/>
                <p14:nvPr/>
              </p14:nvContentPartPr>
              <p14:xfrm>
                <a:off x="2968718" y="5847983"/>
                <a:ext cx="882720" cy="208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92D9EB9-C11D-A5F4-AD21-E4145FC660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60078" y="5838983"/>
                  <a:ext cx="900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639D2B-BF75-AD2A-97D8-15EF4C068614}"/>
                    </a:ext>
                  </a:extLst>
                </p14:cNvPr>
                <p14:cNvContentPartPr/>
                <p14:nvPr/>
              </p14:nvContentPartPr>
              <p14:xfrm>
                <a:off x="3162038" y="5892263"/>
                <a:ext cx="168120" cy="128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639D2B-BF75-AD2A-97D8-15EF4C06861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53038" y="5883623"/>
                  <a:ext cx="185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AC2C2AE-059F-5494-D760-362EC85844D6}"/>
                    </a:ext>
                  </a:extLst>
                </p14:cNvPr>
                <p14:cNvContentPartPr/>
                <p14:nvPr/>
              </p14:nvContentPartPr>
              <p14:xfrm>
                <a:off x="3350678" y="5917103"/>
                <a:ext cx="85680" cy="105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AC2C2AE-059F-5494-D760-362EC85844D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41678" y="5908103"/>
                  <a:ext cx="103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C2D70C9-C628-710E-D071-5310B3E4B88E}"/>
                    </a:ext>
                  </a:extLst>
                </p14:cNvPr>
                <p14:cNvContentPartPr/>
                <p14:nvPr/>
              </p14:nvContentPartPr>
              <p14:xfrm>
                <a:off x="3344198" y="6024743"/>
                <a:ext cx="23400" cy="156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C2D70C9-C628-710E-D071-5310B3E4B88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35198" y="6015743"/>
                  <a:ext cx="41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AE0DC61-F9E0-5868-1B82-F40A6F52FECA}"/>
                    </a:ext>
                  </a:extLst>
                </p14:cNvPr>
                <p14:cNvContentPartPr/>
                <p14:nvPr/>
              </p14:nvContentPartPr>
              <p14:xfrm>
                <a:off x="3062678" y="6150023"/>
                <a:ext cx="767160" cy="163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AE0DC61-F9E0-5868-1B82-F40A6F52FEC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53678" y="6141383"/>
                  <a:ext cx="784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FB42963-E01D-5ABF-0F65-4C04CBDFD8E8}"/>
                    </a:ext>
                  </a:extLst>
                </p14:cNvPr>
                <p14:cNvContentPartPr/>
                <p14:nvPr/>
              </p14:nvContentPartPr>
              <p14:xfrm>
                <a:off x="3062678" y="6165863"/>
                <a:ext cx="6480" cy="104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FB42963-E01D-5ABF-0F65-4C04CBDFD8E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53678" y="6157223"/>
                  <a:ext cx="24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14FB314-E392-D95B-93F5-F0BBDF74A0EB}"/>
                    </a:ext>
                  </a:extLst>
                </p14:cNvPr>
                <p14:cNvContentPartPr/>
                <p14:nvPr/>
              </p14:nvContentPartPr>
              <p14:xfrm>
                <a:off x="2980958" y="6280703"/>
                <a:ext cx="175320" cy="102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14FB314-E392-D95B-93F5-F0BBDF74A0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72318" y="6272063"/>
                  <a:ext cx="192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8509B46-161A-7A36-A132-6EACB605A006}"/>
                    </a:ext>
                  </a:extLst>
                </p14:cNvPr>
                <p14:cNvContentPartPr/>
                <p14:nvPr/>
              </p14:nvContentPartPr>
              <p14:xfrm>
                <a:off x="3701318" y="6279623"/>
                <a:ext cx="211320" cy="153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8509B46-161A-7A36-A132-6EACB605A00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92678" y="6270623"/>
                  <a:ext cx="228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8F554F-C3E2-CD7B-D9F3-5506F9DF7E0C}"/>
                    </a:ext>
                  </a:extLst>
                </p14:cNvPr>
                <p14:cNvContentPartPr/>
                <p14:nvPr/>
              </p14:nvContentPartPr>
              <p14:xfrm>
                <a:off x="3048638" y="6387983"/>
                <a:ext cx="730080" cy="189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8F554F-C3E2-CD7B-D9F3-5506F9DF7E0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39638" y="6378983"/>
                  <a:ext cx="7477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39F7331-5C40-230B-288C-297DD4593451}"/>
                    </a:ext>
                  </a:extLst>
                </p14:cNvPr>
                <p14:cNvContentPartPr/>
                <p14:nvPr/>
              </p14:nvContentPartPr>
              <p14:xfrm>
                <a:off x="3344198" y="6511463"/>
                <a:ext cx="25200" cy="105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39F7331-5C40-230B-288C-297DD45934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335198" y="6502463"/>
                  <a:ext cx="42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D159C55-D853-D461-53CA-7D13B07C5DDB}"/>
                    </a:ext>
                  </a:extLst>
                </p14:cNvPr>
                <p14:cNvContentPartPr/>
                <p14:nvPr/>
              </p14:nvContentPartPr>
              <p14:xfrm>
                <a:off x="3332678" y="6640343"/>
                <a:ext cx="102600" cy="75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D159C55-D853-D461-53CA-7D13B07C5DD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23678" y="6631343"/>
                  <a:ext cx="120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6756A95-6EA3-6D74-9A89-B2A25BE95DF3}"/>
                    </a:ext>
                  </a:extLst>
                </p14:cNvPr>
                <p14:cNvContentPartPr/>
                <p14:nvPr/>
              </p14:nvContentPartPr>
              <p14:xfrm>
                <a:off x="2861798" y="5179463"/>
                <a:ext cx="97920" cy="6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6756A95-6EA3-6D74-9A89-B2A25BE95D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53158" y="5170463"/>
                  <a:ext cx="115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0559CB4-53D3-5AB2-30CF-9E49AE9A242F}"/>
                    </a:ext>
                  </a:extLst>
                </p14:cNvPr>
                <p14:cNvContentPartPr/>
                <p14:nvPr/>
              </p14:nvContentPartPr>
              <p14:xfrm>
                <a:off x="2949638" y="5120423"/>
                <a:ext cx="111600" cy="127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0559CB4-53D3-5AB2-30CF-9E49AE9A24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40638" y="5111783"/>
                  <a:ext cx="1292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BD40E4C-767F-8FB2-4793-A046DFC95FFD}"/>
                    </a:ext>
                  </a:extLst>
                </p14:cNvPr>
                <p14:cNvContentPartPr/>
                <p14:nvPr/>
              </p14:nvContentPartPr>
              <p14:xfrm>
                <a:off x="2285798" y="5667983"/>
                <a:ext cx="20880" cy="197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BD40E4C-767F-8FB2-4793-A046DFC95FF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76798" y="5658983"/>
                  <a:ext cx="385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66ED338-1E35-F7FE-87FA-794C8AD1EA06}"/>
                    </a:ext>
                  </a:extLst>
                </p14:cNvPr>
                <p14:cNvContentPartPr/>
                <p14:nvPr/>
              </p14:nvContentPartPr>
              <p14:xfrm>
                <a:off x="2073758" y="5602823"/>
                <a:ext cx="412560" cy="353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66ED338-1E35-F7FE-87FA-794C8AD1EA0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65118" y="5594183"/>
                  <a:ext cx="430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6895E22-0F09-1808-0223-F5C798D62FCF}"/>
                    </a:ext>
                  </a:extLst>
                </p14:cNvPr>
                <p14:cNvContentPartPr/>
                <p14:nvPr/>
              </p14:nvContentPartPr>
              <p14:xfrm>
                <a:off x="3794918" y="5636663"/>
                <a:ext cx="10080" cy="131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6895E22-0F09-1808-0223-F5C798D62FC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86278" y="5627663"/>
                  <a:ext cx="277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7B1BD42-3A7A-61E5-07FF-77107F79C034}"/>
                    </a:ext>
                  </a:extLst>
                </p14:cNvPr>
                <p14:cNvContentPartPr/>
                <p14:nvPr/>
              </p14:nvContentPartPr>
              <p14:xfrm>
                <a:off x="3881678" y="5730263"/>
                <a:ext cx="1440" cy="1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7B1BD42-3A7A-61E5-07FF-77107F79C0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73038" y="5721623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794A076-A6AC-BE8B-DA96-3DA67406B9E4}"/>
                    </a:ext>
                  </a:extLst>
                </p14:cNvPr>
                <p14:cNvContentPartPr/>
                <p14:nvPr/>
              </p14:nvContentPartPr>
              <p14:xfrm>
                <a:off x="3889238" y="5650703"/>
                <a:ext cx="31680" cy="136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794A076-A6AC-BE8B-DA96-3DA67406B9E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880238" y="5642063"/>
                  <a:ext cx="49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17C975E-ACBF-D493-A189-EC1D57D8EFA3}"/>
                    </a:ext>
                  </a:extLst>
                </p14:cNvPr>
                <p14:cNvContentPartPr/>
                <p14:nvPr/>
              </p14:nvContentPartPr>
              <p14:xfrm>
                <a:off x="3876638" y="5912063"/>
                <a:ext cx="12240" cy="93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17C975E-ACBF-D493-A189-EC1D57D8EFA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867998" y="5903423"/>
                  <a:ext cx="29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76B734A-3E5F-012F-FAE0-56F1275AFA69}"/>
                    </a:ext>
                  </a:extLst>
                </p14:cNvPr>
                <p14:cNvContentPartPr/>
                <p14:nvPr/>
              </p14:nvContentPartPr>
              <p14:xfrm>
                <a:off x="3981758" y="5981183"/>
                <a:ext cx="1800" cy="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76B734A-3E5F-012F-FAE0-56F1275AFA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73118" y="5972183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FE519A7-0FA7-4E50-7A5D-E97AC7212EC4}"/>
                    </a:ext>
                  </a:extLst>
                </p14:cNvPr>
                <p14:cNvContentPartPr/>
                <p14:nvPr/>
              </p14:nvContentPartPr>
              <p14:xfrm>
                <a:off x="3984998" y="5905223"/>
                <a:ext cx="100080" cy="105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FE519A7-0FA7-4E50-7A5D-E97AC7212EC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75998" y="5896583"/>
                  <a:ext cx="11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BFFA409-5EBD-2043-19AC-97F7AC98F2D6}"/>
                    </a:ext>
                  </a:extLst>
                </p14:cNvPr>
                <p14:cNvContentPartPr/>
                <p14:nvPr/>
              </p14:nvContentPartPr>
              <p14:xfrm>
                <a:off x="3187598" y="6281783"/>
                <a:ext cx="26640" cy="10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BFFA409-5EBD-2043-19AC-97F7AC98F2D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78598" y="6272783"/>
                  <a:ext cx="44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255153A-AF37-4682-C888-F5BA6B292A67}"/>
                    </a:ext>
                  </a:extLst>
                </p14:cNvPr>
                <p14:cNvContentPartPr/>
                <p14:nvPr/>
              </p14:nvContentPartPr>
              <p14:xfrm>
                <a:off x="3275078" y="6349463"/>
                <a:ext cx="360" cy="1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255153A-AF37-4682-C888-F5BA6B292A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6438" y="6340823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8F740A4-9108-C5EF-ABB9-624FD8B7121C}"/>
                    </a:ext>
                  </a:extLst>
                </p14:cNvPr>
                <p14:cNvContentPartPr/>
                <p14:nvPr/>
              </p14:nvContentPartPr>
              <p14:xfrm>
                <a:off x="3300278" y="6242183"/>
                <a:ext cx="87840" cy="141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8F740A4-9108-C5EF-ABB9-624FD8B7121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291638" y="6233183"/>
                  <a:ext cx="105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6E6EC68-3071-40DC-2ABE-E8D1AFE8DB9B}"/>
                    </a:ext>
                  </a:extLst>
                </p14:cNvPr>
                <p14:cNvContentPartPr/>
                <p14:nvPr/>
              </p14:nvContentPartPr>
              <p14:xfrm>
                <a:off x="3995798" y="6300143"/>
                <a:ext cx="6480" cy="119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6E6EC68-3071-40DC-2ABE-E8D1AFE8DB9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986798" y="6291503"/>
                  <a:ext cx="24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4FF87A9-562F-4B64-DBE7-CF783B0E0101}"/>
                    </a:ext>
                  </a:extLst>
                </p14:cNvPr>
                <p14:cNvContentPartPr/>
                <p14:nvPr/>
              </p14:nvContentPartPr>
              <p14:xfrm>
                <a:off x="4033238" y="6390503"/>
                <a:ext cx="3960" cy="4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4FF87A9-562F-4B64-DBE7-CF783B0E010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024598" y="6381503"/>
                  <a:ext cx="21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A9FD211-3919-E882-FAC8-FCC5E962152D}"/>
                    </a:ext>
                  </a:extLst>
                </p14:cNvPr>
                <p14:cNvContentPartPr/>
                <p14:nvPr/>
              </p14:nvContentPartPr>
              <p14:xfrm>
                <a:off x="4105238" y="6287903"/>
                <a:ext cx="103320" cy="153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A9FD211-3919-E882-FAC8-FCC5E962152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096238" y="6278903"/>
                  <a:ext cx="120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6B480EA-E900-FB7C-69E1-9AE9924FD039}"/>
                    </a:ext>
                  </a:extLst>
                </p14:cNvPr>
                <p14:cNvContentPartPr/>
                <p14:nvPr/>
              </p14:nvContentPartPr>
              <p14:xfrm>
                <a:off x="3415838" y="2385863"/>
                <a:ext cx="3960" cy="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6B480EA-E900-FB7C-69E1-9AE9924FD0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07198" y="2377223"/>
                  <a:ext cx="21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5072160-7911-8D6E-BC22-0A808CD620BC}"/>
                    </a:ext>
                  </a:extLst>
                </p14:cNvPr>
                <p14:cNvContentPartPr/>
                <p14:nvPr/>
              </p14:nvContentPartPr>
              <p14:xfrm>
                <a:off x="4164278" y="5769863"/>
                <a:ext cx="949320" cy="367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5072160-7911-8D6E-BC22-0A808CD620B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155638" y="5761223"/>
                  <a:ext cx="966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DE04743-4EB9-F42A-4BE0-D81110CBED05}"/>
                    </a:ext>
                  </a:extLst>
                </p14:cNvPr>
                <p14:cNvContentPartPr/>
                <p14:nvPr/>
              </p14:nvContentPartPr>
              <p14:xfrm>
                <a:off x="4928918" y="5676623"/>
                <a:ext cx="129240" cy="195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DE04743-4EB9-F42A-4BE0-D81110CBED0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919918" y="5667623"/>
                  <a:ext cx="146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C025393-D1FC-CDE2-91A6-6A48593F1862}"/>
                    </a:ext>
                  </a:extLst>
                </p14:cNvPr>
                <p14:cNvContentPartPr/>
                <p14:nvPr/>
              </p14:nvContentPartPr>
              <p14:xfrm>
                <a:off x="5204318" y="5718383"/>
                <a:ext cx="196920" cy="150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C025393-D1FC-CDE2-91A6-6A48593F186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195318" y="5709383"/>
                  <a:ext cx="214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FF545FE-3543-D051-9D77-6C4F336DAAE6}"/>
                    </a:ext>
                  </a:extLst>
                </p14:cNvPr>
                <p14:cNvContentPartPr/>
                <p14:nvPr/>
              </p14:nvContentPartPr>
              <p14:xfrm>
                <a:off x="5071478" y="5586983"/>
                <a:ext cx="477360" cy="388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FF545FE-3543-D051-9D77-6C4F336DAAE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062478" y="5578343"/>
                  <a:ext cx="4950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FEFF878-1334-4D87-77B8-1CBB17D158B3}"/>
                    </a:ext>
                  </a:extLst>
                </p14:cNvPr>
                <p14:cNvContentPartPr/>
                <p14:nvPr/>
              </p14:nvContentPartPr>
              <p14:xfrm>
                <a:off x="5692838" y="5746463"/>
                <a:ext cx="153720" cy="296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FEFF878-1334-4D87-77B8-1CBB17D158B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84198" y="5737823"/>
                  <a:ext cx="1713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81D8DD5-FCE9-7CDC-D31B-0A30E22AA11A}"/>
                    </a:ext>
                  </a:extLst>
                </p14:cNvPr>
                <p14:cNvContentPartPr/>
                <p14:nvPr/>
              </p14:nvContentPartPr>
              <p14:xfrm>
                <a:off x="5880758" y="5739623"/>
                <a:ext cx="146160" cy="166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81D8DD5-FCE9-7CDC-D31B-0A30E22AA11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72118" y="5730983"/>
                  <a:ext cx="163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FB74E45-62BF-A259-DB9B-83333D37ECFE}"/>
                    </a:ext>
                  </a:extLst>
                </p14:cNvPr>
                <p14:cNvContentPartPr/>
                <p14:nvPr/>
              </p14:nvContentPartPr>
              <p14:xfrm>
                <a:off x="6074438" y="5673383"/>
                <a:ext cx="89640" cy="216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FB74E45-62BF-A259-DB9B-83333D37ECF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65438" y="5664383"/>
                  <a:ext cx="107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0EBE3CF-F7B2-0D00-C99C-9E2801818ECD}"/>
                    </a:ext>
                  </a:extLst>
                </p14:cNvPr>
                <p14:cNvContentPartPr/>
                <p14:nvPr/>
              </p14:nvContentPartPr>
              <p14:xfrm>
                <a:off x="6212678" y="5745383"/>
                <a:ext cx="123480" cy="199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0EBE3CF-F7B2-0D00-C99C-9E2801818EC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04038" y="5736743"/>
                  <a:ext cx="141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CF6609C-56F3-4E1E-6FA5-DC147878842D}"/>
                    </a:ext>
                  </a:extLst>
                </p14:cNvPr>
                <p14:cNvContentPartPr/>
                <p14:nvPr/>
              </p14:nvContentPartPr>
              <p14:xfrm>
                <a:off x="6381878" y="5850143"/>
                <a:ext cx="62280" cy="111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CF6609C-56F3-4E1E-6FA5-DC147878842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72878" y="5841143"/>
                  <a:ext cx="79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C40E701-A454-1D17-1541-EFC5B657EFF0}"/>
                    </a:ext>
                  </a:extLst>
                </p14:cNvPr>
                <p14:cNvContentPartPr/>
                <p14:nvPr/>
              </p14:nvContentPartPr>
              <p14:xfrm>
                <a:off x="6465038" y="5772743"/>
                <a:ext cx="11160" cy="79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C40E701-A454-1D17-1541-EFC5B657EFF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56398" y="5764103"/>
                  <a:ext cx="28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FDFFEB9-0ECE-7D3A-0C52-0CA2CBF309B6}"/>
                    </a:ext>
                  </a:extLst>
                </p14:cNvPr>
                <p14:cNvContentPartPr/>
                <p14:nvPr/>
              </p14:nvContentPartPr>
              <p14:xfrm>
                <a:off x="6488078" y="5836463"/>
                <a:ext cx="106560" cy="114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FDFFEB9-0ECE-7D3A-0C52-0CA2CBF309B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79078" y="5827823"/>
                  <a:ext cx="124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A436C10-89F1-6716-78DB-9548DDB46C65}"/>
                    </a:ext>
                  </a:extLst>
                </p14:cNvPr>
                <p14:cNvContentPartPr/>
                <p14:nvPr/>
              </p14:nvContentPartPr>
              <p14:xfrm>
                <a:off x="6582398" y="5704703"/>
                <a:ext cx="243360" cy="257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A436C10-89F1-6716-78DB-9548DDB46C6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73398" y="5695703"/>
                  <a:ext cx="261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09F410E-3EEC-F679-455A-23FF8AC473AE}"/>
                    </a:ext>
                  </a:extLst>
                </p14:cNvPr>
                <p14:cNvContentPartPr/>
                <p14:nvPr/>
              </p14:nvContentPartPr>
              <p14:xfrm>
                <a:off x="892238" y="4059503"/>
                <a:ext cx="127440" cy="200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09F410E-3EEC-F679-455A-23FF8AC473A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3238" y="4050863"/>
                  <a:ext cx="145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F9EA3B5-575F-5A91-D50A-6CF802B60CFB}"/>
                    </a:ext>
                  </a:extLst>
                </p14:cNvPr>
                <p14:cNvContentPartPr/>
                <p14:nvPr/>
              </p14:nvContentPartPr>
              <p14:xfrm>
                <a:off x="769838" y="3974183"/>
                <a:ext cx="357480" cy="398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F9EA3B5-575F-5A91-D50A-6CF802B60CF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198" y="3965543"/>
                  <a:ext cx="3751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58D8490-B0A6-16EF-A04B-C1E78FC6D472}"/>
                    </a:ext>
                  </a:extLst>
                </p14:cNvPr>
                <p14:cNvContentPartPr/>
                <p14:nvPr/>
              </p14:nvContentPartPr>
              <p14:xfrm>
                <a:off x="1218758" y="3974183"/>
                <a:ext cx="104040" cy="374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58D8490-B0A6-16EF-A04B-C1E78FC6D47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10118" y="3965183"/>
                  <a:ext cx="1216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7A864E5-6675-4348-EB44-96793FA606C0}"/>
                    </a:ext>
                  </a:extLst>
                </p14:cNvPr>
                <p14:cNvContentPartPr/>
                <p14:nvPr/>
              </p14:nvContentPartPr>
              <p14:xfrm>
                <a:off x="1401638" y="4125383"/>
                <a:ext cx="154440" cy="106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7A864E5-6675-4348-EB44-96793FA606C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92638" y="4116743"/>
                  <a:ext cx="172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72D56D2-AD5B-7734-ABEE-484FD445DC74}"/>
                    </a:ext>
                  </a:extLst>
                </p14:cNvPr>
                <p14:cNvContentPartPr/>
                <p14:nvPr/>
              </p14:nvContentPartPr>
              <p14:xfrm>
                <a:off x="1609358" y="3992903"/>
                <a:ext cx="34560" cy="277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72D56D2-AD5B-7734-ABEE-484FD445DC7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00358" y="3984263"/>
                  <a:ext cx="522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3DFE073-BE5F-070F-159F-906F482BC1E9}"/>
                    </a:ext>
                  </a:extLst>
                </p14:cNvPr>
                <p14:cNvContentPartPr/>
                <p14:nvPr/>
              </p14:nvContentPartPr>
              <p14:xfrm>
                <a:off x="1557878" y="4140503"/>
                <a:ext cx="29880" cy="18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3DFE073-BE5F-070F-159F-906F482BC1E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548878" y="4131863"/>
                  <a:ext cx="47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6172F24-20A5-38F0-88A4-B4EBED14E9F9}"/>
                    </a:ext>
                  </a:extLst>
                </p14:cNvPr>
                <p14:cNvContentPartPr/>
                <p14:nvPr/>
              </p14:nvContentPartPr>
              <p14:xfrm>
                <a:off x="1822118" y="4127183"/>
                <a:ext cx="11520" cy="9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6172F24-20A5-38F0-88A4-B4EBED14E9F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813478" y="4118543"/>
                  <a:ext cx="29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9EF1AB7-B54F-81C3-C650-93F372066D0A}"/>
                    </a:ext>
                  </a:extLst>
                </p14:cNvPr>
                <p14:cNvContentPartPr/>
                <p14:nvPr/>
              </p14:nvContentPartPr>
              <p14:xfrm>
                <a:off x="989798" y="4535783"/>
                <a:ext cx="206640" cy="255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9EF1AB7-B54F-81C3-C650-93F372066D0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80798" y="4526783"/>
                  <a:ext cx="2242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F6FDA35-A361-E0B5-764C-7EE48E1531AD}"/>
                    </a:ext>
                  </a:extLst>
                </p14:cNvPr>
                <p14:cNvContentPartPr/>
                <p14:nvPr/>
              </p14:nvContentPartPr>
              <p14:xfrm>
                <a:off x="1265558" y="4595183"/>
                <a:ext cx="235800" cy="172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F6FDA35-A361-E0B5-764C-7EE48E1531A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56918" y="4586543"/>
                  <a:ext cx="253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373CE5B-34F9-0232-0C15-3D915366F38A}"/>
                    </a:ext>
                  </a:extLst>
                </p14:cNvPr>
                <p14:cNvContentPartPr/>
                <p14:nvPr/>
              </p14:nvContentPartPr>
              <p14:xfrm>
                <a:off x="1540238" y="4475663"/>
                <a:ext cx="50400" cy="239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373CE5B-34F9-0232-0C15-3D915366F38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531598" y="4466663"/>
                  <a:ext cx="68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FBC18D1-B0E8-C620-FC41-DBE0927EA3F7}"/>
                    </a:ext>
                  </a:extLst>
                </p14:cNvPr>
                <p14:cNvContentPartPr/>
                <p14:nvPr/>
              </p14:nvContentPartPr>
              <p14:xfrm>
                <a:off x="1529798" y="4644143"/>
                <a:ext cx="18720" cy="46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FBC18D1-B0E8-C620-FC41-DBE0927EA3F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20798" y="4635503"/>
                  <a:ext cx="36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35CEABD-502C-967A-E9FE-8C0E44C2AD4E}"/>
                    </a:ext>
                  </a:extLst>
                </p14:cNvPr>
                <p14:cNvContentPartPr/>
                <p14:nvPr/>
              </p14:nvContentPartPr>
              <p14:xfrm>
                <a:off x="1715918" y="4621823"/>
                <a:ext cx="16200" cy="10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35CEABD-502C-967A-E9FE-8C0E44C2AD4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706918" y="4612823"/>
                  <a:ext cx="33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61F975F-1F7F-BE8A-DDCE-FF335CBEE855}"/>
                    </a:ext>
                  </a:extLst>
                </p14:cNvPr>
                <p14:cNvContentPartPr/>
                <p14:nvPr/>
              </p14:nvContentPartPr>
              <p14:xfrm>
                <a:off x="3369398" y="2323583"/>
                <a:ext cx="113760" cy="234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61F975F-1F7F-BE8A-DDCE-FF335CBEE85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360398" y="2314583"/>
                  <a:ext cx="131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728FAE-A1AA-1A4D-8220-528C80A07EEC}"/>
                    </a:ext>
                  </a:extLst>
                </p14:cNvPr>
                <p14:cNvContentPartPr/>
                <p14:nvPr/>
              </p14:nvContentPartPr>
              <p14:xfrm>
                <a:off x="3324758" y="2226023"/>
                <a:ext cx="376200" cy="474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728FAE-A1AA-1A4D-8220-528C80A07EE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16118" y="2217023"/>
                  <a:ext cx="393840" cy="49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B8C551E-2173-4044-76B7-A7BD0BB6E2ED}"/>
              </a:ext>
            </a:extLst>
          </p:cNvPr>
          <p:cNvGrpSpPr/>
          <p:nvPr/>
        </p:nvGrpSpPr>
        <p:grpSpPr>
          <a:xfrm>
            <a:off x="7893878" y="1076183"/>
            <a:ext cx="1911960" cy="694800"/>
            <a:chOff x="7893878" y="1076183"/>
            <a:chExt cx="1911960" cy="69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E709E40-C5C9-8DC2-E199-BE4CA7FABBBC}"/>
                    </a:ext>
                  </a:extLst>
                </p14:cNvPr>
                <p14:cNvContentPartPr/>
                <p14:nvPr/>
              </p14:nvContentPartPr>
              <p14:xfrm>
                <a:off x="8011598" y="1349783"/>
                <a:ext cx="258120" cy="191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E709E40-C5C9-8DC2-E199-BE4CA7FABBB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02958" y="1340783"/>
                  <a:ext cx="275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2AF3535-AD56-51C4-9726-D6126F88655B}"/>
                    </a:ext>
                  </a:extLst>
                </p14:cNvPr>
                <p14:cNvContentPartPr/>
                <p14:nvPr/>
              </p14:nvContentPartPr>
              <p14:xfrm>
                <a:off x="8060198" y="1302623"/>
                <a:ext cx="200520" cy="129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2AF3535-AD56-51C4-9726-D6126F88655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51558" y="1293623"/>
                  <a:ext cx="218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3631DEC-1B2E-D11D-F9ED-F746B0925AD4}"/>
                    </a:ext>
                  </a:extLst>
                </p14:cNvPr>
                <p14:cNvContentPartPr/>
                <p14:nvPr/>
              </p14:nvContentPartPr>
              <p14:xfrm>
                <a:off x="7893878" y="1076183"/>
                <a:ext cx="692640" cy="694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3631DEC-1B2E-D11D-F9ED-F746B0925AD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885238" y="1067183"/>
                  <a:ext cx="71028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C962194-3850-BC6D-3421-BCE21623E8D1}"/>
                    </a:ext>
                  </a:extLst>
                </p14:cNvPr>
                <p14:cNvContentPartPr/>
                <p14:nvPr/>
              </p14:nvContentPartPr>
              <p14:xfrm>
                <a:off x="8770478" y="1188863"/>
                <a:ext cx="221040" cy="361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C962194-3850-BC6D-3421-BCE21623E8D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61478" y="1180223"/>
                  <a:ext cx="2386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FBDBA6B-B38F-DD75-E420-CF8D52790B39}"/>
                    </a:ext>
                  </a:extLst>
                </p14:cNvPr>
                <p14:cNvContentPartPr/>
                <p14:nvPr/>
              </p14:nvContentPartPr>
              <p14:xfrm>
                <a:off x="8932478" y="1413863"/>
                <a:ext cx="146160" cy="123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FBDBA6B-B38F-DD75-E420-CF8D52790B3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923838" y="1404863"/>
                  <a:ext cx="163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0D7368A-7768-2006-128E-36FB09112709}"/>
                    </a:ext>
                  </a:extLst>
                </p14:cNvPr>
                <p14:cNvContentPartPr/>
                <p14:nvPr/>
              </p14:nvContentPartPr>
              <p14:xfrm>
                <a:off x="9157478" y="1353383"/>
                <a:ext cx="74160" cy="1825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0D7368A-7768-2006-128E-36FB0911270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48838" y="1344743"/>
                  <a:ext cx="91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30F145C-0297-EB62-F03D-EF7455267CBE}"/>
                    </a:ext>
                  </a:extLst>
                </p14:cNvPr>
                <p14:cNvContentPartPr/>
                <p14:nvPr/>
              </p14:nvContentPartPr>
              <p14:xfrm>
                <a:off x="9269078" y="1244663"/>
                <a:ext cx="25200" cy="276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30F145C-0297-EB62-F03D-EF7455267CB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60438" y="1236023"/>
                  <a:ext cx="428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CFFD81C-1CE6-E02D-129B-90B627178AC8}"/>
                    </a:ext>
                  </a:extLst>
                </p14:cNvPr>
                <p14:cNvContentPartPr/>
                <p14:nvPr/>
              </p14:nvContentPartPr>
              <p14:xfrm>
                <a:off x="9275198" y="1424303"/>
                <a:ext cx="106200" cy="723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CFFD81C-1CE6-E02D-129B-90B627178AC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266198" y="1415663"/>
                  <a:ext cx="123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C1B49C9-23F0-A91B-7259-21DEBEF42601}"/>
                    </a:ext>
                  </a:extLst>
                </p14:cNvPr>
                <p14:cNvContentPartPr/>
                <p14:nvPr/>
              </p14:nvContentPartPr>
              <p14:xfrm>
                <a:off x="9356918" y="1270943"/>
                <a:ext cx="5040" cy="32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C1B49C9-23F0-A91B-7259-21DEBEF4260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348278" y="1262303"/>
                  <a:ext cx="22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CEEE469-F544-0287-CAD4-88D03D297A3D}"/>
                    </a:ext>
                  </a:extLst>
                </p14:cNvPr>
                <p14:cNvContentPartPr/>
                <p14:nvPr/>
              </p14:nvContentPartPr>
              <p14:xfrm>
                <a:off x="9413078" y="1370303"/>
                <a:ext cx="255600" cy="344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CEEE469-F544-0287-CAD4-88D03D297A3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404078" y="1361303"/>
                  <a:ext cx="2732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B53FA93-7E86-9DFE-FEC8-F1EB12A3401E}"/>
                    </a:ext>
                  </a:extLst>
                </p14:cNvPr>
                <p14:cNvContentPartPr/>
                <p14:nvPr/>
              </p14:nvContentPartPr>
              <p14:xfrm>
                <a:off x="9801518" y="1465343"/>
                <a:ext cx="4320" cy="5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B53FA93-7E86-9DFE-FEC8-F1EB12A340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92518" y="1456343"/>
                  <a:ext cx="21960" cy="2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437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FF936-5D85-DD7F-A65D-9D0E2646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erson smiling at a computer&#10;&#10;Description automatically generated">
            <a:extLst>
              <a:ext uri="{FF2B5EF4-FFF2-40B4-BE49-F238E27FC236}">
                <a16:creationId xmlns:a16="http://schemas.microsoft.com/office/drawing/2014/main" id="{C5ADDAA8-09C4-2AD3-B045-D91BD84D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50"/>
          <a:stretch/>
        </p:blipFill>
        <p:spPr bwMode="auto">
          <a:xfrm>
            <a:off x="609441" y="1295956"/>
            <a:ext cx="10969943" cy="48295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C06EE-9546-B2F7-B405-F9DEF20D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4515" y="6355588"/>
            <a:ext cx="3859795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dirty="0"/>
              <a:t>www.anubhavtrainings.com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BB865-FBB8-C99B-578D-A0618819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441" y="6355588"/>
            <a:ext cx="2844059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fld id="{B6F15528-21DE-4FAA-801E-634DDDAF4B2B}" type="slidenum">
              <a:rPr lang="en-US" smtClean="0"/>
              <a:pPr>
                <a:lnSpc>
                  <a:spcPct val="90000"/>
                </a:lnSpc>
                <a:spcAft>
                  <a:spcPts val="800"/>
                </a:spcAft>
              </a:pPr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3E2BCE-2B31-8239-DE9D-0379C0E5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84942"/>
            <a:ext cx="10969943" cy="711016"/>
          </a:xfrm>
        </p:spPr>
        <p:txBody>
          <a:bodyPr>
            <a:normAutofit/>
          </a:bodyPr>
          <a:lstStyle/>
          <a:p>
            <a:r>
              <a:rPr lang="en-IN" dirty="0"/>
              <a:t>Hands-on Create process for Alex</a:t>
            </a:r>
          </a:p>
        </p:txBody>
      </p:sp>
    </p:spTree>
    <p:extLst>
      <p:ext uri="{BB962C8B-B14F-4D97-AF65-F5344CB8AC3E}">
        <p14:creationId xmlns:p14="http://schemas.microsoft.com/office/powerpoint/2010/main" val="426398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258A-6EA6-C5EA-8DD9-C024F5E2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936C6-C160-1EB7-D3C9-CA87EE1C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895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C4A2B-E335-784E-20A0-6F96E294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defTabSz="1218895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218895"/>
              <a:t>7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A7C545-BFE9-86EC-9AB3-17E992AE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SAP Build Cloud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AA141-331E-85E7-0247-AD61F4793E6E}"/>
              </a:ext>
            </a:extLst>
          </p:cNvPr>
          <p:cNvSpPr txBox="1"/>
          <p:nvPr/>
        </p:nvSpPr>
        <p:spPr>
          <a:xfrm>
            <a:off x="203147" y="1295955"/>
            <a:ext cx="11782531" cy="5424663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defTabSz="1218895">
              <a:spcBef>
                <a:spcPct val="20000"/>
              </a:spcBef>
            </a:pPr>
            <a:r>
              <a:rPr lang="en-US" sz="1866" dirty="0">
                <a:solidFill>
                  <a:prstClr val="black"/>
                </a:solidFill>
                <a:latin typeface="Calibri"/>
              </a:rPr>
              <a:t>In SAP Build Apps, Cloud Functions refer to small, serverless pieces of backend logic that run on-demand, without needing to manage servers or infrastructure.</a:t>
            </a: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  <a:p>
            <a:pPr defTabSz="1218895">
              <a:spcBef>
                <a:spcPct val="20000"/>
              </a:spcBef>
            </a:pPr>
            <a:r>
              <a:rPr lang="en-US" sz="1866" b="1" dirty="0">
                <a:solidFill>
                  <a:prstClr val="black"/>
                </a:solidFill>
                <a:latin typeface="Calibri"/>
              </a:rPr>
              <a:t>What Are Cloud Functions in SAP Build Apps?</a:t>
            </a: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  <a:p>
            <a:pPr defTabSz="1218895">
              <a:spcBef>
                <a:spcPct val="20000"/>
              </a:spcBef>
            </a:pPr>
            <a:r>
              <a:rPr lang="en-US" sz="1866" dirty="0">
                <a:solidFill>
                  <a:prstClr val="black"/>
                </a:solidFill>
                <a:latin typeface="Calibri"/>
              </a:rPr>
              <a:t>Cloud Functions </a:t>
            </a:r>
            <a:r>
              <a:rPr lang="en-US" sz="1866" dirty="0" err="1">
                <a:solidFill>
                  <a:prstClr val="black"/>
                </a:solidFill>
                <a:latin typeface="Calibri"/>
              </a:rPr>
              <a:t>are:Custom</a:t>
            </a:r>
            <a:r>
              <a:rPr lang="en-US" sz="1866" dirty="0">
                <a:solidFill>
                  <a:prstClr val="black"/>
                </a:solidFill>
                <a:latin typeface="Calibri"/>
              </a:rPr>
              <a:t> backend logic you can write (usually in JavaScript or Node.js).Deployed to SAP BTP (often via SAP BTP Kyma Runtime). Invoked via HTTP or events from SAP services, like SAP S/4HANA or SAP SuccessFactors. They're similar to AWS Lambda or Google Cloud Functions, but built to integrate with the SAP ecosystem.</a:t>
            </a: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  <a:p>
            <a:pPr defTabSz="1218895">
              <a:spcBef>
                <a:spcPct val="20000"/>
              </a:spcBef>
            </a:pPr>
            <a:endParaRPr lang="en-US" sz="1866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903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4FCF-43E1-961B-AF74-A46FD8CC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06C14-6F7A-F1D4-B421-FE1461D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895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5250F-229D-D126-E4CC-0ADC2A67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defTabSz="1218895"/>
            <a:fld id="{B6F15528-21DE-4FAA-801E-634DDDAF4B2B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218895"/>
              <a:t>8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90734A-A02A-1C95-3EED-C64AFA5A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US" sz="3199" dirty="0"/>
              <a:t>Why Use Cloud Functions in SAP Build Apps?</a:t>
            </a:r>
            <a:endParaRPr lang="en-IN" sz="4799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3E0B81-603B-91F7-D0DE-3C1904E11FDB}"/>
              </a:ext>
            </a:extLst>
          </p:cNvPr>
          <p:cNvGraphicFramePr>
            <a:graphicFrameLocks noGrp="1"/>
          </p:cNvGraphicFramePr>
          <p:nvPr/>
        </p:nvGraphicFramePr>
        <p:xfrm>
          <a:off x="304720" y="1295955"/>
          <a:ext cx="9054329" cy="486970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527165">
                  <a:extLst>
                    <a:ext uri="{9D8B030D-6E8A-4147-A177-3AD203B41FA5}">
                      <a16:colId xmlns:a16="http://schemas.microsoft.com/office/drawing/2014/main" val="248604668"/>
                    </a:ext>
                  </a:extLst>
                </a:gridCol>
                <a:gridCol w="4527165">
                  <a:extLst>
                    <a:ext uri="{9D8B030D-6E8A-4147-A177-3AD203B41FA5}">
                      <a16:colId xmlns:a16="http://schemas.microsoft.com/office/drawing/2014/main" val="3504349648"/>
                    </a:ext>
                  </a:extLst>
                </a:gridCol>
              </a:tblGrid>
              <a:tr h="405324">
                <a:tc>
                  <a:txBody>
                    <a:bodyPr/>
                    <a:lstStyle/>
                    <a:p>
                      <a:r>
                        <a:rPr lang="en-IN" sz="2000" dirty="0"/>
                        <a:t>Purpose</a:t>
                      </a:r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Why It's Useful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3143588995"/>
                  </a:ext>
                </a:extLst>
              </a:tr>
              <a:tr h="1014765">
                <a:tc>
                  <a:txBody>
                    <a:bodyPr/>
                    <a:lstStyle/>
                    <a:p>
                      <a:r>
                        <a:rPr lang="en-IN" sz="2000" b="1"/>
                        <a:t>Custom Business Logic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Write backend code that can't be done in visual tools (e.g. complex calculations, data transformation).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2993724469"/>
                  </a:ext>
                </a:extLst>
              </a:tr>
              <a:tr h="710044">
                <a:tc>
                  <a:txBody>
                    <a:bodyPr/>
                    <a:lstStyle/>
                    <a:p>
                      <a:r>
                        <a:rPr lang="en-IN" sz="2000" b="1"/>
                        <a:t>Serverless &amp; Scalable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You don’t manage infrastructure. It scales automatically based on usage.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889013067"/>
                  </a:ext>
                </a:extLst>
              </a:tr>
              <a:tr h="1014765">
                <a:tc>
                  <a:txBody>
                    <a:bodyPr/>
                    <a:lstStyle/>
                    <a:p>
                      <a:r>
                        <a:rPr lang="en-IN" sz="2000" b="1"/>
                        <a:t>Integration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Connect SAP Build Apps with SAP services (S/4HANA, SuccessFactors, etc.) or third-party APIs.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327631786"/>
                  </a:ext>
                </a:extLst>
              </a:tr>
              <a:tr h="710044">
                <a:tc>
                  <a:txBody>
                    <a:bodyPr/>
                    <a:lstStyle/>
                    <a:p>
                      <a:r>
                        <a:rPr lang="en-IN" sz="2000" b="1"/>
                        <a:t>Event-Driven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React to business events (like new sales orders) using Event Mesh or Kyma.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844880145"/>
                  </a:ext>
                </a:extLst>
              </a:tr>
              <a:tr h="1014765">
                <a:tc>
                  <a:txBody>
                    <a:bodyPr/>
                    <a:lstStyle/>
                    <a:p>
                      <a:r>
                        <a:rPr lang="en-IN" sz="2000" b="1"/>
                        <a:t>Security</a:t>
                      </a:r>
                      <a:endParaRPr lang="en-IN" sz="2000"/>
                    </a:p>
                  </a:txBody>
                  <a:tcPr marL="100603" marR="100603" marT="50302" marB="50302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Functions run in a secure SAP BTP environment, often integrated with SAP Identity services.</a:t>
                      </a:r>
                    </a:p>
                  </a:txBody>
                  <a:tcPr marL="100603" marR="100603" marT="50302" marB="50302" anchor="ctr"/>
                </a:tc>
                <a:extLst>
                  <a:ext uri="{0D108BD9-81ED-4DB2-BD59-A6C34878D82A}">
                    <a16:rowId xmlns:a16="http://schemas.microsoft.com/office/drawing/2014/main" val="310709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81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24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8337</TotalTime>
  <Words>475</Words>
  <Application>Microsoft Office PowerPoint</Application>
  <PresentationFormat>Custom</PresentationFormat>
  <Paragraphs>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1_Office Theme</vt:lpstr>
      <vt:lpstr>SAP BTP Extension Suite Training</vt:lpstr>
      <vt:lpstr>PowerPoint Presentation</vt:lpstr>
      <vt:lpstr>Agenda – Day 24</vt:lpstr>
      <vt:lpstr>Scenario – Supplier App</vt:lpstr>
      <vt:lpstr>PowerPoint Presentation</vt:lpstr>
      <vt:lpstr>Hands-on Create process for Alex</vt:lpstr>
      <vt:lpstr>SAP Build Cloud Functions</vt:lpstr>
      <vt:lpstr>Why Use Cloud Functions in SAP Build Apps?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342</cp:revision>
  <dcterms:created xsi:type="dcterms:W3CDTF">2013-09-12T13:05:01Z</dcterms:created>
  <dcterms:modified xsi:type="dcterms:W3CDTF">2025-05-27T03:42:48Z</dcterms:modified>
</cp:coreProperties>
</file>