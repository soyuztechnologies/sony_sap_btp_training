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6" r:id="rId2"/>
    <p:sldId id="4122" r:id="rId3"/>
    <p:sldId id="277" r:id="rId4"/>
    <p:sldId id="4800" r:id="rId5"/>
    <p:sldId id="4789" r:id="rId6"/>
    <p:sldId id="4802" r:id="rId7"/>
    <p:sldId id="4795" r:id="rId8"/>
    <p:sldId id="4796" r:id="rId9"/>
    <p:sldId id="4797" r:id="rId10"/>
    <p:sldId id="282" r:id="rId11"/>
    <p:sldId id="280" r:id="rId12"/>
    <p:sldId id="4711" r:id="rId13"/>
    <p:sldId id="4786" r:id="rId14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14" autoAdjust="0"/>
    <p:restoredTop sz="95250" autoAdjust="0"/>
  </p:normalViewPr>
  <p:slideViewPr>
    <p:cSldViewPr>
      <p:cViewPr varScale="1">
        <p:scale>
          <a:sx n="97" d="100"/>
          <a:sy n="97" d="100"/>
        </p:scale>
        <p:origin x="864" y="284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7:31.7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40:06.3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 1 24575,'1'0'0,"0"0"0,0 1 0,-1-1 0,1 0 0,0 1 0,-1-1 0,1 0 0,0 1 0,-1-1 0,1 1 0,-1-1 0,1 1 0,0 0 0,-1-1 0,1 1 0,-1-1 0,0 1 0,1 0 0,-1 0 0,0-1 0,1 1 0,-1 0 0,0-1 0,0 1 0,1 1 0,5 25 0,-4-16 0,4 13 0,-2 1 0,0 0 0,-2 0 0,0 0 0,-4 44 0,-26 127 0,18-138 0,-56 420 0,40 4 0,29-415 0,14 91 0,-13-144-1365,0-2-5461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40:07.8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22186,'1773'493'0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40:10.7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0 503 24575,'1'-45'0,"2"-1"0,2 1 0,1 0 0,3 1 0,2-1 0,27-72 0,-23 76 268,-11 26-676,1 1-1,1 0 1,9-17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7:59.6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1 24575,'-3'12'0,"-4"17"0,-4 13 0,0 5 0,1 4 0,0 0 0,2-3 0,2-3 0,1-4 0,3-4 0,1-4 0,1 0 0,0 0 0,0-6-8191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7:59.7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84 0 24575,'-3'13'0,"-1"19"0,-3 17 0,-1 12 0,2 9 0,2 4 0,-2 3 0,0 0 0,1-1 0,-2 0 0,1-1 0,-2-1 0,0 0 0,2-13-8191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7:59.9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 1 24575,'0'15'0,"0"18"0,0 16 0,0 12 0,0 7 0,0 6 0,0 2 0,0 0 0,-2 0 0,-2-3 0,0-2 0,-3-1 0,1-3 0,1-3 0,1-1 0,1-10-8191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00.2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221 0 24575,'-56'252'0,"11"1"0,-14 294 0,50-420 0,-43 998 0,53-931-1365,-1-111-5461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7:55.1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1 24575,'-22'4'0,"15"1"0,15 0 0,17 1 0,1-2 0,0 0 0,0-2 0,33 0 0,-25-2 0,518 6-1887,-202-4 415,959 21-3269,161 2 3162,-492-22 6879,-951-5-3494,-26 2-1776,-1 0 0,0 0 0,0 0-1,0-1 1,0 1 0,0 0 0,0 0 0,1 0 0,-1 0-1,0 0 1,0 0 0,0 0 0,0 0 0,0 0 0,0 0 0,0 0-1,1 0 1,-1-1 0,0 1 0,0 0 0,0 0 0,0 0-1,0 0 1,0 0 0,0 0 0,0 0 0,0-1 0,0 1-1,0 0 1,0 0 0,0 0 0,0 0 0,0 0 0,0-1 0,0 1-1,0 0 1,0 0 0,0 0 0,0 0 0,0 0 0,0 0-1,0-1 1,0 1 0,-10-8-344,-4 1-6303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7:55.6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185 94 24575,'-4'0'0,"0"1"0,-1 0 0,1 0 0,0 0 0,-1 0 0,1 1 0,0 0 0,0 0 0,0 0 0,0 0 0,1 1 0,-1-1 0,1 1 0,-1 0 0,1 0 0,0 1 0,0-1 0,0 0 0,1 1 0,-1 0 0,-1 3 0,-7 12 0,1 0 0,-14 39 0,22-55 0,-10 32 0,0 1 0,3 0 0,1 0 0,-5 55 0,11-74 0,1 0 0,1 1 0,1-1 0,0 1 0,1-1 0,1 0 0,1 0 0,1 0 0,0 0 0,1-1 0,13 27 0,-14-35 0,0 0 0,1 0 0,-1-1 0,2 1 0,-1-2 0,1 1 0,0-1 0,0 0 0,1 0 0,-1-1 0,2 0 0,-1 0 0,13 5 0,-8-6 0,-1 0 0,0-1 0,1 0 0,0-1 0,-1-1 0,1 0 0,0 0 0,0-2 0,14-1 0,-4-1 0,0-2 0,0 0 0,-1-2 0,0 0 0,0-2 0,0 0 0,-1-1 0,-1-2 0,0 0 0,29-23 0,-35 24 0,-1-1 0,-1-1 0,0 0 0,0-1 0,-1 0 0,-1 0 0,-1-1 0,0-1 0,-1 0 0,0 0 0,5-17 0,-10 21 0,1 0 0,-2 0 0,0 0 0,0 0 0,-1 0 0,-1-1 0,0 1 0,0 0 0,-1 0 0,-1-1 0,0 1 0,-1 0 0,0 1 0,-1-1 0,0 0 0,-11-19 0,5 14 0,-1 1 0,-1 0 0,0 1 0,-1 0 0,-1 1 0,0 1 0,-1 0 0,0 1 0,-1 0 0,-28-15 0,-3 3 0,0 2 0,-88-28 0,133 50 0,-82-25 0,73 23 0,1 0 0,-1 1 0,1 0 0,-1 0 0,-21 2 0,30-1-91,-1 1 0,1-1 0,-1 1 0,1 0 0,0-1 0,-1 1 0,1 0 0,0 0 0,0 1 0,-1-1 0,1 0 0,0 1 0,0-1 0,-2 4 0,-5 7-6735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7:55.9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24575,'1'1'0,"-1"0"0,0 0 0,0 0 0,1 0 0,-1 0 0,1 0 0,-1 0 0,1 0 0,-1 0 0,1 0 0,0 0 0,-1 0 0,1-1 0,0 1 0,-1 0 0,1-1 0,0 1 0,0 0 0,0-1 0,0 1 0,1 0 0,24 9 0,24 1 0,1-1 0,-1-3 0,58 0 0,-24-1 0,975 62-1434,1-28-61,-997-37 1405,-31 0 66,1-2 1,0-1-1,-1-2 1,43-7-1,-73 9 33,-1 0-1,0-1 1,1 1-1,-1 0 1,0-1-1,1 1 1,-1-1-1,0 1 1,0-1-1,0 0 1,1 0-1,-1 1 1,0-1-1,0 0 1,1-1 0,-2 1 9,0 1 0,0 0 0,0-1 0,0 1 0,0-1 0,0 1 0,1 0 0,-1-1 0,0 1 0,-1-1 0,1 1 0,0-1 1,0 1-1,0 0 0,0-1 0,0 1 0,0-1 0,0 1 0,-1 0 0,1-1 0,0 1 0,0-1 0,-1 1 0,1 0 1,0-1-1,0 1 0,-1 0 0,1 0 0,-1-1 0,-3-2-139,0 0 0,0 0 1,-1 0-1,1 1 0,-8-4 0,-29-9-4887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7:56.5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1 106 24575,'0'-1'0,"-1"1"0,1-1 0,0 0 0,0 0 0,0 0 0,0 0 0,0 1 0,0-1 0,1 0 0,-1 0 0,0 0 0,0 0 0,0 1 0,1-1 0,-1 0 0,1 0 0,-1 1 0,0-1 0,1 0 0,-1 1 0,1-1 0,-1 0 0,1 1 0,0-1 0,0 0 0,0 1 0,0 0 0,0 0 0,0 0 0,0 0 0,0 0 0,-1 0 0,1 0 0,0 1 0,0-1 0,0 0 0,0 1 0,0-1 0,-1 0 0,1 1 0,0-1 0,0 1 0,-1-1 0,2 2 0,4 3 0,-1 0 0,0 0 0,0 0 0,6 11 0,11 25 0,-1 1 0,20 60 0,-9-20 0,-17-46 0,0 3 0,3 0 0,38 63 0,-54-98 0,0-1 0,1 0 0,0 1 0,0-1 0,0 0 0,0-1 0,0 1 0,6 3 0,-7-5 0,-1 0 0,1-1 0,-1 1 0,1-1 0,-1 1 0,1-1 0,-1 0 0,1 1 0,-1-1 0,1 0 0,-1 0 0,1 0 0,-1 0 0,1 0 0,-1-1 0,1 1 0,-1 0 0,1-1 0,-1 1 0,1-1 0,-1 0 0,1 1 0,-1-1 0,0 0 0,1 0 0,1-1 0,2-3 0,0 1 0,-1-2 0,1 1 0,-1 0 0,0-1 0,0 0 0,4-8 0,21-51 0,-22 46 0,107-304 0,-67 181 0,-37 117 342,-4 15-684,-6 10 321,0 0 0,0-1 0,0 1 0,0 0 0,0 0 0,0 0 0,0 0 0,0 0 0,0 0 0,0 0 0,0 0 0,0 0 0,0 0 0,0 0 0,0 0 0,0-1 0,0 1 0,1 0 0,-1 0 0,0 0 0,0 0 0,0 0 0,0 0 0,0 0 0,0 0 0,0 0 0,0 0 0,0 0 0,0 0 0,1 0 0,-1 0 0,0 0 0,0 0 0,0 0 0,0 0 0,0 0 0,0 0 0,0 0 0,0 0 0,0 0 0,0 0 0,1 0 0,-1 0 0,0 0 0,0 0 0,0 0 0,0 0 0,0 0 0,0 0 0,0 1 0,0-1 0,0 0 0,0 0 0,0 0 0,0 0 0,0 0 0,0 0 0,1 0 0,-1 0 0,0 0 0,0 0 0,0 0 0,0 0 0,0 1 0,1 8-6805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7:56.9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26 223 24575,'0'-11'0,"1"0"0,0-1 0,0 1 0,2 0 0,-1 0 0,1 0 0,0 1 0,1-1 0,1 1 0,0-1 0,0 1 0,1 1 0,9-13 0,-11 16 0,1 1 0,0 0 0,0 1 0,0-1 0,1 1 0,-1 0 0,1 0 0,0 0 0,0 1 0,0 0 0,1 0 0,-1 1 0,1 0 0,0 0 0,-1 0 0,1 1 0,0 0 0,0 0 0,0 1 0,0 0 0,0 0 0,11 2 0,-12-1 0,1 0 0,-1 1 0,0-1 0,0 1 0,0 1 0,0-1 0,0 1 0,-1 0 0,1 0 0,-1 1 0,0-1 0,0 1 0,0 1 0,7 6 0,-9-7 0,0 0 0,0 0 0,-1 1 0,1-1 0,-1 1 0,0-1 0,0 1 0,-1 0 0,1-1 0,-1 1 0,0 0 0,0 0 0,-1 0 0,0 0 0,0 0 0,0 0 0,0 0 0,-1 0 0,0 5 0,-2 2 0,0-1 0,-1 0 0,-1 0 0,1-1 0,-1 1 0,-1-1 0,0 0 0,-1 0 0,0-1 0,0 0 0,-1 0 0,-11 10 0,-13 8 0,-1-1 0,-41 25 0,-22 16 0,93-64 0,0-1 0,0 1 0,0 0 0,0 0 0,0 0 0,1 0 0,0 0 0,-3 5 0,5-7 0,-1-1 0,1 1 0,0 0 0,0 0 0,0 0 0,-1 0 0,1 0 0,0 0 0,0 0 0,0 0 0,1 0 0,-1 0 0,0 0 0,0 0 0,0 0 0,1 0 0,-1 0 0,1 0 0,-1 0 0,0 0 0,1 0 0,0 0 0,-1 0 0,1-1 0,-1 1 0,1 0 0,0-1 0,0 1 0,-1 0 0,1-1 0,0 1 0,0-1 0,0 1 0,0-1 0,0 1 0,0-1 0,1 1 0,9 4 0,1 0 0,-1-1 0,1 0 0,24 4 0,57 4 0,-56-8 0,222 18 324,81 11-2013,-294-25-5137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7:58.1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58 24575,'-14'0'0,"5"0"0,13 0 0,38 0 0,1876-11-3100,-468-5-185,72 0 340,1125 4 9222,-1858 12-4966,-782 0-1175,-5 1-137,0-1 1,1 0-1,-1 0 1,0 0-1,0-1 0,0 1 1,1-1-1,-1 1 1,3-2-1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7:58.8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 6 24575,'0'-1'0,"1"1"0,-1 0 0,0-1 0,1 1 0,-1 0 0,0-1 0,1 1 0,-1 0 0,1-1 0,-1 1 0,1 0 0,-1 0 0,1 0 0,-1-1 0,1 1 0,-1 0 0,1 0 0,-1 0 0,1 0 0,-1 0 0,1 0 0,-1 0 0,1 0 0,-1 0 0,1 0 0,-1 0 0,1 0 0,-1 1 0,1-1 0,0 0 0,0 1 0,0 0 0,0 0 0,0 0 0,0 0 0,0 0 0,-1 0 0,1 0 0,0 1 0,-1-1 0,1 0 0,0 2 0,8 36 0,-5 62 0,-17 191 0,8-225 0,-38 531 0,39-551-682,-13 59-1,7-65-6143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7:59.2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95 0 24575,'0'26'0,"0"40"0,-10 90 0,-15 144 0,23 1 0,3-196 0,-3-36 0,-3-1 0,-3 1 0,-17 70 0,18-102 96,2 1 0,-1 48 0,7 77-378,1-56-1089,-2-74-5455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7:59.4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56 0 24575,'-3'12'0,"-1"14"0,-3 8 0,0 8 0,1 6 0,1 2 0,-1-3 0,0 1 0,1-1 0,2-4 0,1-1 0,1-10-8191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11.9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161 249 24575,'-3'-2'0,"1"0"0,0-1 0,0 1 0,0-1 0,0 1 0,0-1 0,0 0 0,1 1 0,0-1 0,-1 0 0,1 0 0,0 0 0,0 0 0,0 0 0,0-5 0,1 4 0,1 0 0,-1 0 0,1 1 0,0-1 0,0 0 0,0 1 0,0-1 0,1 1 0,0-1 0,-1 1 0,1 0 0,4-5 0,15-28 0,-17 29 0,-1-1 0,2 1 0,-1 0 0,1 0 0,0 1 0,1-1 0,-1 1 0,1 1 0,0-1 0,9-5 0,-7 5 0,1 2 0,-1-1 0,1 1 0,0 1 0,0 0 0,1 0 0,-1 0 0,1 1 0,-1 1 0,1 0 0,0 0 0,-1 1 0,1 0 0,0 0 0,-1 1 0,13 3 0,-12-1 0,0 0 0,1 1 0,-2 0 0,1 0 0,0 1 0,-1 1 0,0-1 0,0 2 0,-1-1 0,1 1 0,-1 0 0,-1 1 0,1 0 0,9 14 0,-7-8 0,-1 1 0,0-1 0,-2 1 0,1 1 0,-2-1 0,0 1 0,-1 0 0,0 1 0,-2-1 0,3 24 0,-5-26 0,0-1 0,-2 1 0,0-1 0,0 0 0,-1 1 0,-1-1 0,0 0 0,-1 0 0,0 0 0,-1-1 0,0 1 0,-1-1 0,-12 18 0,4-12 0,0 0 0,-1-1 0,-1-1 0,0-1 0,-1 0 0,-1-1 0,0 0 0,-29 14 0,5-5 0,-2-2 0,-86 28 0,125-47 0,-17 5 0,-39 7 0,56-13 0,0 0 0,0 0 0,0-1 0,0 0 0,0 0 0,0 0 0,-1 0 0,1-1 0,0 0 0,0 0 0,0-1 0,1 1 0,-10-5 0,13 5 0,-1 0 0,1 0 0,-1-1 0,1 1 0,0 0 0,0-1 0,0 1 0,0-1 0,0 1 0,0-1 0,0 1 0,1-1 0,-1 0 0,0 1 0,1-1 0,-1 0 0,1 1 0,0-1 0,0 0 0,0 0 0,-1 1 0,2-1 0,-1 0 0,0 0 0,0 0 0,0 1 0,1-1 0,-1 0 0,1 1 0,0-1 0,1-3 0,2-4 0,0 0 0,1 0 0,1 0 0,7-9 0,-1 2 0,1 1 0,1 1 0,0 0 0,1 1 0,1 0 0,0 1 0,0 1 0,1 1 0,33-15 0,-41 21 0,1 1 0,0 0 0,0 0 0,0 1 0,0 0 0,0 1 0,0 0 0,0 1 0,13 1 0,-16-1 0,0 2 0,0-1 0,0 1 0,0 0 0,-1 1 0,1-1 0,-1 1 0,1 1 0,-1-1 0,0 1 0,0 0 0,0 0 0,-1 1 0,7 6 0,-3 0 36,0-1 1,-1 1-1,-1 0 0,1 1 0,-2 0 0,0 0 1,8 21-1,-1 9-188,9 44 1,-2-4-1201,-10-50-5474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12.3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169 88 24575,'-9'-7'0,"-1"0"0,1 0 0,-1 1 0,-1 0 0,-11-5 0,6 3 0,13 6 0,0 0 0,0 1 0,0 0 0,0 0 0,-1 0 0,1 0 0,0 0 0,0 1 0,-1-1 0,-6 1 0,9 0 0,-1 0 0,1 1 0,0-1 0,-1 1 0,1-1 0,-1 1 0,1-1 0,0 1 0,-1 0 0,1 0 0,0 0 0,0 0 0,-1 0 0,1 0 0,0 0 0,0 0 0,0 0 0,0 0 0,0 0 0,1 1 0,-1-1 0,0 0 0,1 1 0,-1-1 0,1 1 0,-1-1 0,0 2 0,-2 11 0,1-1 0,0 0 0,0 1 0,2-1 0,-1 1 0,4 26 0,1-16 0,0-1 0,1 1 0,10 25 0,-10-35 0,0-1 0,1 1 0,1-1 0,0 0 0,1-1 0,0 0 0,11 12 0,-15-20 0,-1 0 0,1 0 0,0-1 0,0 0 0,0 1 0,1-1 0,-1-1 0,1 1 0,0-1 0,-1 0 0,1 0 0,0 0 0,0-1 0,0 1 0,1-1 0,-1-1 0,0 1 0,0-1 0,1 0 0,-1 0 0,0 0 0,0-1 0,6-1 0,-2 0 0,-1-1 0,1 0 0,-1-1 0,0 0 0,0 0 0,0 0 0,-1-1 0,1-1 0,-1 1 0,0-1 0,-1 0 0,0-1 0,0 1 0,0-1 0,0-1 0,-1 1 0,-1-1 0,1 0 0,-1 0 0,0 0 0,4-15 0,-4 11 0,-1 0 0,0-1 0,0 1 0,-2-1 0,1 1 0,-1-1 0,-1 0 0,-1 1 0,0-1 0,0 0 0,-1 1 0,-1 0 0,0-1 0,-9-21 0,9 27 0,0 0 0,-1 0 0,0 1 0,0-1 0,0 1 0,-1 1 0,0-1 0,0 0 0,-1 1 0,0 0 0,0 1 0,-12-9 0,13 11 0,0 0 0,0 0 0,-1 0 0,1 0 0,-1 1 0,1 0 0,-1 0 0,1 1 0,-1-1 0,1 1 0,-1 0 0,1 1 0,-1-1 0,1 1 0,-1 0 0,1 1 0,0-1 0,-7 4 0,5-3-195,1 2 0,-1-1 0,0 1 0,1 0 0,0 0 0,-7 7 0,-4 6-6631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12.6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109 112 24575,'0'-2'0,"-1"0"0,1 0 0,-1 0 0,0 0 0,0 0 0,0 0 0,0 0 0,0 1 0,-1-1 0,1 0 0,0 1 0,-1-1 0,1 1 0,-1-1 0,0 1 0,1-1 0,-1 1 0,-3-1 0,3 0 0,1 1 0,-1 0 0,0 0 0,0 0 0,0 0 0,0 0 0,0 0 0,0 1 0,0-1 0,0 1 0,-1-1 0,1 1 0,0 0 0,0 0 0,0 0 0,0 0 0,-4 1 0,4 0 0,-1 1 0,1-1 0,0 1 0,0 0 0,0 0 0,1-1 0,-1 2 0,0-1 0,1 0 0,-1 0 0,1 0 0,0 1 0,0-1 0,0 0 0,0 1 0,-1 3 0,-8 44 0,7-30 0,2 1 0,1-1 0,0 0 0,6 36 0,-4-44 0,0-1 0,1 1 0,0-1 0,1 0 0,0 0 0,1-1 0,0 1 0,0-1 0,14 18 0,-17-25 0,1 0 0,-1 0 0,1-1 0,0 1 0,0 0 0,0-1 0,0 0 0,0 0 0,1 0 0,-1 0 0,1 0 0,-1-1 0,1 1 0,0-1 0,0 0 0,-1 0 0,1-1 0,5 1 0,-4-1 0,-1-1 0,1 1 0,0-1 0,0 0 0,0-1 0,-1 1 0,1-1 0,-1 0 0,1 0 0,-1 0 0,0-1 0,7-4 0,1-3 0,-1 0 0,0-1 0,0-1 0,-1 1 0,-1-1 0,0-1 0,-1 0 0,9-17 0,-10 15 0,-1-1 0,-1 0 0,0 0 0,-1 0 0,0 0 0,-2-1 0,0 1 0,0-32 0,-2 40 0,-1 1 0,0 0 0,0 0 0,-1 0 0,0 0 0,0 0 0,0 0 0,-1 0 0,0 0 0,-5-6 0,5 9 0,0 0 0,0 0 0,0 1 0,-1-1 0,0 1 0,0-1 0,0 1 0,0 1 0,0-1 0,0 0 0,-1 1 0,1 0 0,-1 0 0,0 0 0,-9-1 0,9 2-91,0 0 0,0 1 0,0-1 0,0 1 0,0 1 0,0-1 0,0 1 0,0-1 0,0 2 0,0-1 0,0 0 0,0 1 0,1 0 0,-9 5 0,-7 5-6735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12.9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65 24575,'0'-6'0,"0"-5"0,0-4 0,0-3 0,0 5 0,0 12 0,0 11 0,0 10 0,0 12 0,0 12 0,0 8 0,0 8 0,0 3 0,0 0 0,3-1 0,1-6 0,0-5 0,0-12-8191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13.1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0 239 24575,'0'-15'0,"1"0"0,0 0 0,1 0 0,1 0 0,0 0 0,1 0 0,0 1 0,9-19 0,-10 27 0,0 1 0,0-1 0,1 1 0,-1 0 0,1 0 0,0 0 0,1 0 0,-1 1 0,1-1 0,0 1 0,0 0 0,0 1 0,1-1 0,-1 1 0,1 0 0,0 1 0,0-1 0,0 1 0,0 0 0,0 1 0,0-1 0,8 0 0,-7 2 0,0-1 0,-1 1 0,1 0 0,-1 1 0,1 0 0,-1 0 0,1 0 0,-1 1 0,0 0 0,1 0 0,-1 0 0,0 1 0,0 0 0,-1 0 0,1 1 0,-1-1 0,1 1 0,-1 0 0,0 1 0,-1-1 0,1 1 0,-1 0 0,0 0 0,0 1 0,0-1 0,4 9 0,-5-6 0,1 0 0,-1 0 0,-1 0 0,1 0 0,-1 0 0,-1 1 0,0-1 0,0 1 0,0-1 0,-1 1 0,0-1 0,-1 1 0,0-1 0,-1 1 0,1-1 0,-1 0 0,-1 0 0,0 1 0,0-2 0,-4 9 0,-1-4-91,0 0 0,-1-1 0,-1 0 0,1-1 0,-2 0 0,1 0 0,-1-1 0,-1-1 0,0 0 0,0 0 0,0-1 0,-1-1 0,0 0 0,-18 6 0,-6 0-6735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13.3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 24575,'0'-3'0,"0"2"0,0 4 0,3 9 0,1 7 0,3 11 0,0 8 0,-1 12 0,-1 9 0,-2 6 0,-2 3 0,0 1 0,-1-1 0,-3-4 0,-1-12-8191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13.6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10 218 24575,'-3'-9'0,"1"1"0,1-1 0,-1 1 0,1-1 0,1 1 0,0-1 0,0 1 0,0-1 0,1 0 0,0 1 0,1-1 0,0 1 0,0 0 0,6-12 0,-6 15 0,0 0 0,1 0 0,-1 1 0,1-1 0,0 1 0,0 0 0,1-1 0,-1 2 0,1-1 0,0 0 0,0 1 0,0-1 0,0 1 0,1 1 0,-1-1 0,1 0 0,0 1 0,0 0 0,0 0 0,0 1 0,0-1 0,0 1 0,0 0 0,8 0 0,-1 1 0,1 1 0,-1 0 0,0 1 0,1 1 0,-1 0 0,0 0 0,0 1 0,-1 1 0,1 0 0,16 11 0,1 1 0,-2 2 0,46 39 0,-54-40 0,-1 0 0,0 1 0,-2 1 0,0 1 0,-1 0 0,16 32 0,-24-41 0,-1 0 0,-1 1 0,0 0 0,-1 0 0,0 0 0,-1 1 0,-1-1 0,0 1 0,-1-1 0,0 1 0,-1 0 0,0 0 0,-5 23 0,4-30 0,-1 1 0,-1-1 0,1 0 0,-1 0 0,-1 0 0,1 0 0,-1 0 0,-1-1 0,1 1 0,-1-1 0,-7 7 0,4-5 0,0-1 0,-1-1 0,0 1 0,0-1 0,0-1 0,-1 0 0,-13 5 0,-2-1 0,-1-2 0,1-1 0,-1-1 0,0-1 0,-51 0 0,-7-5-1365,10-2-5461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14.0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74 24575,'502'-24'-2015,"-324"18"980,1637-36-1679,-1508 41 2419,-105 2 3737,-197-2-3247,-4 1-180,1 0-1,-1 0 0,0 0 0,0 0 0,0 0 0,0 0 0,0 0 0,0 0 0,1 0 0,-1 0 0,0 1 0,0-1 0,0 0 0,0 1 0,0-1 0,0 1 0,1 0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01.3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 0 24575,'-7'170'0,"-11"362"0,13-316 0,-1 574-319,6-632-727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02.7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181 87 24575,'0'-3'0,"-1"0"0,1 0 0,-1-1 0,0 1 0,0 0 0,-1 0 0,1 1 0,-1-1 0,1 0 0,-4-4 0,-22-27 0,22 28 0,5 5 0,-1 1 0,1-1 0,0 1 0,-1-1 0,1 0 0,-1 1 0,1-1 0,-1 1 0,1-1 0,-1 1 0,0-1 0,1 1 0,-1 0 0,0-1 0,1 1 0,-1 0 0,0 0 0,1-1 0,-1 1 0,0 0 0,0 0 0,1 0 0,-1 0 0,-1 0 0,2 0 0,-1 1 0,0-1 0,1 1 0,-1-1 0,1 1 0,-1-1 0,1 1 0,-1-1 0,1 1 0,-1 0 0,1 0 0,0-1 0,-1 1 0,1 0 0,0-1 0,0 1 0,-1 0 0,1 0 0,0 0 0,-1 10 0,0 1 0,0 17 0,1-19 0,1 478 0,0-26 0,-23-2 0,-26-155 0,18-137 0,29-160 0,-2 8 0,1-1 0,0 0 0,2 31 0,0-42 0,1 1 0,-1-1 0,1 0 0,0 0 0,0 0 0,1 0 0,-1 0 0,1-1 0,0 1 0,0 0 0,0-1 0,1 1 0,-1-1 0,1 0 0,-1 0 0,1 0 0,0 0 0,1 0 0,5 4 0,0-2 0,0-1 0,0 0 0,0 0 0,0-1 0,0 0 0,1-1 0,12 2 0,73 2 0,-79-5 0,472-11-1226,-270 1 357,1002-8-5054,616 61 1331,-1131-9 4299,821 24 15,-1468-58 245,186-2 901,-165-3-43,81-15 0,-136 15 297,36-11 0,-9-6-861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03.4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 1 24575,'-21'0'0,"-20"1"0,44 2 0,10 0 0,544 42-1227,-381-36 680,1084 62-5999,3-5 3531,1261 23 1751,-2488-88 1272,952 5 2794,-966-6-2051,21-1 1775,81-11 0,-103 5-1446,-21 7-1047,0 0-1,0 0 0,1 0 0,-1 0 0,0-1 0,0 1 1,0 0-1,0 0 0,1 0 0,-1 0 0,0-1 1,0 1-1,0 0 0,0 0 0,0 0 0,0 0 1,0-1-1,0 1 0,1 0 0,-1 0 0,0-1 0,0 1 1,0 0-1,0 0 0,0 0 0,0-1 0,0 1 1,0 0-1,0 0 0,0 0 0,0-1 0,-1 1 0,1 0 1,0 0-1,0 0 0,0-1 0,0 1 0,0 0 1,0 0-1,0-1 0,-2 0 56,1 1 0,-1-1 0,0 0 0,1 0 1,-1 1-1,1-1 0,-1 1 0,0-1 0,0 1 0,1 0 0,-1 0 0,0 0 1,1 0-1,-1 0 0,0 0 0,0 0 0,-2 1 0,-4 0-88,1 1 0,-1 0 0,0 0 0,1 1 0,-1-1 0,1 2 0,0-1 0,0 1 0,0 0 0,1 1 0,-11 8 0,8-4 0,1-1 0,1 1 0,-1 1 0,2-1 0,-1 1 0,1 0 0,-5 13 0,-2 9 0,2 1 0,1 1 0,1 0 0,-5 47 0,-38 523 0,50 6 0,4-389 0,-9-10 0,4-176 0,-2 1 0,-2-1 0,-21 63 0,20-73-1365,0-5-5461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04.2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661 186 24575,'13'0'0,"1"0"0,-1-1 0,1-1 0,-1 0 0,0-1 0,0 0 0,23-10 0,-32 12 0,-1-1 0,1 0 0,0 0 0,-1 0 0,1-1 0,-1 1 0,0-1 0,0 0 0,0 0 0,0 0 0,0 0 0,-1-1 0,0 1 0,1-1 0,-1 1 0,0-1 0,-1 0 0,1 0 0,-1 0 0,1 0 0,-1 0 0,-1 0 0,1 0 0,0 0 0,-1 0 0,0-1 0,0 1 0,-1-7 0,1 9 0,-1 0 0,1-1 0,0 1 0,-1 0 0,0 0 0,0 0 0,1 0 0,-1 0 0,0 0 0,-1 1 0,1-1 0,0 0 0,0 0 0,-1 1 0,1-1 0,-4-2 0,1 2 0,1-1 0,-1 1 0,0 0 0,0 0 0,0 1 0,0-1 0,0 1 0,-5-1 0,-8-1 0,0 1 0,-1 1 0,-22 1 0,30 0 0,-34 2 0,0 1 0,0 2 0,0 3 0,1 1 0,0 2 0,-78 31 0,109-37 0,0 1 0,1 0 0,0 1 0,0 0 0,0 1 0,1 0 0,0 1 0,-9 10 0,15-15 0,1 0 0,0 0 0,0 1 0,0-1 0,1 1 0,0-1 0,-1 1 0,2 0 0,-1 0 0,0 0 0,1 0 0,0 0 0,0 0 0,1 0 0,-1 0 0,1 0 0,0 0 0,0 1 0,1-1 0,0 0 0,0 0 0,3 10 0,0-5 0,2 1 0,-1-1 0,1-1 0,1 1 0,-1-1 0,2 0 0,-1 0 0,1-1 0,1 0 0,-1-1 0,1 1 0,1-2 0,18 11 0,1-1 0,0-2 0,1-1 0,51 15 0,-78-27 0,67 17 0,-64-17 0,0 0 0,1 0 0,-1-1 0,1 1 0,-1-1 0,1-1 0,-1 1 0,10-3 0,-16 3 0,1 0 0,-1 0 0,0 0 0,1 0 0,-1 0 0,0 0 0,1 0 0,-1 0 0,0 0 0,0 0 0,1 0 0,-1 0 0,0 0 0,1 0 0,-1-1 0,0 1 0,0 0 0,1 0 0,-1 0 0,0 0 0,0-1 0,1 1 0,-1 0 0,0 0 0,0-1 0,1 1 0,-1 0 0,0 0 0,0-1 0,0 1 0,0 0 0,0-1 0,1 1 0,-1 0 0,0 0 0,0-1 0,0 1 0,0 0 0,0-1 0,0 1 0,0 0 0,0-1 0,0 1 0,0 0 0,0-1 0,0 1 0,0 0 0,0 0 0,-1-1 0,1 1 0,0 0 0,0-1 0,0 1 0,0 0 0,-1 0 0,1-1 0,0 1 0,0 0 0,0 0 0,-1-1 0,1 1 0,0 0 0,0 0 0,-1 0 0,1 0 0,0-1 0,0 1 0,-1 0 0,1 0 0,-23-11 0,-5 4 0,0 0 0,-1 2 0,1 1 0,-1 2 0,0 1 0,0 1 0,0 1 0,1 1 0,-1 2 0,0 1 0,1 1 0,0 1 0,1 2 0,-1 1 0,-47 25 0,69-32 0,0 1 0,0 0 0,0 0 0,0 1 0,1-1 0,0 1 0,0 1 0,0-1 0,0 1 0,1-1 0,0 1 0,1 1 0,-1-1 0,-3 9 0,6-10 0,0 0 0,0 0 0,0 0 0,0 0 0,1 0 0,0 0 0,0 0 0,0 1 0,1-1 0,0 0 0,0 0 0,0 0 0,0 0 0,1 0 0,0 0 0,0-1 0,0 1 0,1-1 0,-1 1 0,6 5 0,1 1 0,0 0 0,1-1 0,0 0 0,1-1 0,0 0 0,0-1 0,1 0 0,0-1 0,1 0 0,-1-1 0,22 8 0,0-3 0,1-1 0,1-1 0,48 5 0,-52-11-170,0 0-1,1-2 0,-1-1 1,1-2-1,-1-1 0,0-2 1,48-12-1,-19-4-6655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04.5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458 107 24575,'-3'-3'0,"1"0"0,-1 0 0,0 0 0,0 1 0,0-1 0,0 1 0,0-1 0,-1 1 0,1 0 0,-1 0 0,1 1 0,-6-3 0,-4-2 0,-8-6 0,-1 2 0,-1 0 0,0 1 0,0 1 0,-36-7 0,53 14 0,0 0 0,0 0 0,0 1 0,-1 0 0,1 0 0,0 1 0,0-1 0,0 1 0,0 0 0,0 1 0,0 0 0,0 0 0,0 0 0,1 1 0,-1-1 0,1 1 0,-1 1 0,1-1 0,0 1 0,0 0 0,1 0 0,-1 0 0,1 1 0,0-1 0,0 1 0,1 0 0,-5 8 0,-4 11 0,0 0 0,2 1 0,1 1 0,1-1 0,2 1 0,0 1 0,2-1 0,0 1 0,2 0 0,1 0 0,1 0 0,2 0 0,5 29 0,-6-45-50,2 0-1,-1 0 1,2 0-1,-1 0 0,1-1 1,1 1-1,0-1 1,1 0-1,0-1 1,0 1-1,1-1 0,0 0 1,0-1-1,1 0 1,0 0-1,1-1 1,0 1-1,0-2 0,1 0 1,-1 0-1,1 0 1,0-1-1,1-1 1,-1 0-1,1 0 1,18 3-1,21 2-6775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04.8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532 129 24575,'6'-12'0,"-2"5"0,0-1 0,-1 0 0,0 0 0,0 0 0,-1 0 0,3-11 0,-5 17 0,0 1 0,0-1 0,0 0 0,0 0 0,-1 0 0,1 0 0,0 1 0,-1-1 0,0 0 0,1 0 0,-1 1 0,0-1 0,0 0 0,1 1 0,-2-1 0,1 1 0,0-1 0,0 1 0,0 0 0,0-1 0,-1 1 0,1 0 0,-1 0 0,1 0 0,-1 0 0,1 0 0,-1 0 0,0 0 0,0 0 0,1 1 0,-1-1 0,0 1 0,0-1 0,1 1 0,-3 0 0,-9-2 0,1 0 0,0 2 0,0-1 0,-1 1 0,1 1 0,0 0 0,0 1 0,0 1 0,0-1 0,-20 9 0,-1 2 0,1 1 0,-46 28 0,58-30 0,2 0 0,0 1 0,0 1 0,1 1 0,1 0 0,0 2 0,2-1 0,0 2 0,-17 26 0,25-33 0,0-1 0,1 1 0,0 0 0,1 0 0,0 1 0,0 0 0,2-1 0,-1 1 0,1 0 0,1 0 0,0 0 0,1 0 0,1 1 0,-1-1 0,2 0 0,0 0 0,0-1 0,1 1 0,4 12 0,-1-12 0,0-1 0,0 1 0,1-1 0,1 0 0,0 0 0,0-1 0,1 0 0,0-1 0,1 0 0,0 0 0,0-1 0,1-1 0,0 1 0,0-2 0,1 1 0,0-2 0,0 1 0,18 4 0,-16-6 0,0 0 0,0-1 0,0 0 0,0-1 0,0-1 0,1 0 0,-1-1 0,0 0 0,1-2 0,-1 1 0,0-2 0,0 0 0,0 0 0,0-2 0,-1 1 0,24-13 0,-32 14-85,0 0 0,0 0-1,0-1 1,0 1 0,-1-1-1,1 0 1,-1 0 0,0-1-1,0 1 1,-1-1 0,1 0-1,-1 0 1,0 0 0,-1-1-1,4-6 1,-1-12-6741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05.4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1 24575,'-23'348'0,"10"-197"0,0 5 237,-11 178-1839,22-286-5224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06.0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472 145 24575,'-1'-2'0,"1"0"0,-1 0 0,1-1 0,-1 1 0,0 0 0,0 0 0,0 0 0,0 0 0,-1 0 0,1 0 0,-1 0 0,1 1 0,-1-1 0,1 0 0,-1 1 0,0-1 0,0 1 0,0 0 0,1-1 0,-1 1 0,-1 0 0,1 0 0,-3-1 0,-6-2 0,0-1 0,-24-4 0,16 5 0,0 1 0,0 1 0,0 1 0,0 0 0,0 2 0,-1 0 0,1 1 0,-27 7 0,36-7 0,-1 1 0,1 0 0,0 1 0,0 0 0,1 0 0,-1 1 0,1 1 0,0-1 0,0 1 0,1 1 0,0 0 0,0 0 0,0 1 0,1-1 0,0 2 0,-10 14 0,14-17 0,1-1 0,-1 0 0,1 1 0,0 0 0,0-1 0,1 1 0,0 0 0,0 0 0,0 0 0,0 0 0,1 0 0,0 0 0,2 10 0,0-8 0,0 0 0,0 0 0,1 0 0,0 0 0,0 0 0,1-1 0,0 0 0,10 14 0,-1-6 0,1 1 0,0-2 0,1 0 0,1-1 0,0 0 0,1-2 0,24 14 0,-9-9 0,2-1 0,0-2 0,0-1 0,1-2 0,0-1 0,1-2 0,0-1 0,60 1 0,-46-6 0,0-3 0,0-2 0,0-2 0,-1-2 0,85-25 0,-98 21 0,-1-1 0,-1-2 0,46-27 0,-65 34 0,-1-2 0,0 0 0,-1 0 0,0-2 0,-1 1 0,0-2 0,0 1 0,-2-2 0,17-24 0,-24 32 0,0-1 0,0 1 0,0-1 0,0 0 0,-1 0 0,0 0 0,-1-1 0,0 1 0,0 0 0,0-1 0,-1 1 0,0 0 0,-1-1 0,1 1 0,-2 0 0,-2-11 0,2 10 0,-2-1 0,1 1 0,-1 0 0,0 0 0,-1 1 0,0-1 0,0 1 0,0 0 0,-1 1 0,0-1 0,-1 1 0,1 0 0,-11-6 0,2 2 38,0 1 0,-1 0 0,0 2 0,0 0 0,-1 0 0,0 2 0,0 0 0,-18-3 0,5 4-465,1 0 0,-1 2 1,-59 4-1,23 5-6399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06.6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134 8 24575,'0'0'0,"0"0"0,0-1 0,0 1 0,0 0 0,0 0 0,0-1 0,0 1 0,0 0 0,0-1 0,0 1 0,0 0 0,1 0 0,-1-1 0,0 1 0,0 0 0,0 0 0,0-1 0,0 1 0,0 0 0,1 0 0,-1-1 0,0 1 0,0 0 0,0 0 0,1 0 0,-1-1 0,0 1 0,0 0 0,1 0 0,-1 0 0,0 0 0,0 0 0,1 0 0,-1-1 0,0 1 0,0 0 0,1 0 0,-1 0 0,0 0 0,1 0 0,-1 0 0,0 0 0,0 0 0,1 0 0,-1 0 0,0 0 0,0 0 0,1 1 0,-1-1 0,13 9 0,-11-6 0,-1 0 0,1 1 0,-1 0 0,0-1 0,0 1 0,0 0 0,0-1 0,0 1 0,-1 0 0,0 7 0,-4 41 0,2-39 0,-66 380 0,-18 178 0,84-543 0,-2 47 0,4-66 0,0 0 0,1-1 0,0 1 0,1 0 0,0-1 0,3 10 0,-5-17 0,1 0 0,-1-1 0,0 1 0,1 0 0,-1 0 0,1-1 0,0 1 0,-1 0 0,1-1 0,-1 1 0,1-1 0,0 1 0,-1-1 0,1 1 0,0-1 0,0 1 0,-1-1 0,1 0 0,0 1 0,0-1 0,0 0 0,0 0 0,-1 1 0,1-1 0,0 0 0,0 0 0,0 0 0,1 0 0,29-6 0,-4 0 0,23 8 0,-1 3 0,53 11 0,-19-3 0,27 3 0,293 38 0,1-22 0,-380-31 0,-14 0 0,0 0 0,-1-1 0,1 0 0,-1-1 0,1 1 0,-1-2 0,1 0 0,-1 0 0,12-4 0,-20 6 11,0-1 0,-1 1-1,1 0 1,0-1 0,-1 1-1,1 0 1,-1-1 0,1 1-1,0 0 1,-1-1 0,1 1-1,-1-1 1,1 1 0,-1-1-1,1 0 1,-1 1 0,0-1-1,1 1 1,-1-1 0,0 0-1,1 1 1,-1-1 0,0 0-1,0 1 1,0-1 0,0 0-1,0 0 1,0 1 0,1-1-1,-2 0 1,1 0 0,0-1-143,-1 1 1,1 0 0,-1-1-1,0 1 1,0 0 0,0-1 0,0 1-1,0 0 1,0 0 0,0 0 0,0 0-1,-2-2 1,-14-8-6695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06.9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202 157 24575,'-8'-20'0,"1"1"0,-5-22 0,0 1 0,0 3 0,12 37 0,0 0 0,0 0 0,0 0 0,0 0 0,0 0 0,0 1 0,0-1 0,0 0 0,0 0 0,0 0 0,0 0 0,0 0 0,0 0 0,0 0 0,0 0 0,0 0 0,0 0 0,0 0 0,0 0 0,0 0 0,0 1 0,0-1 0,0 0 0,0 0 0,0 0 0,0 0 0,0 0 0,0 0 0,0 0 0,0 0 0,0 0 0,0 0 0,0 0 0,0 0 0,0 0 0,0 0 0,-1 0 0,1 0 0,0 0 0,0 0 0,0 0 0,0 0 0,0 0 0,0 0 0,0 0 0,0 0 0,0 0 0,0 0 0,0 0 0,0 0 0,-1 0 0,1 0 0,0 0 0,0 0 0,0 0 0,0 0 0,-2 14 0,1 19 0,-11 455 0,-46-2 0,-10-157 0,65-317 0,2-7 0,0-1 0,0 1 0,0-1 0,1 1 0,0-1 0,-1 1 0,2-1 0,-1 1 0,2 7 0,2-8-1365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28.8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 24575,'1'-1'0,"-1"1"0,0-1 0,0 1 0,0-1 0,0 1 0,1 0 0,-1-1 0,0 1 0,0-1 0,1 1 0,-1 0 0,0-1 0,1 1 0,-1 0 0,1-1 0,-1 1 0,0 0 0,1-1 0,-1 1 0,1 0 0,-1 0 0,1-1 0,-1 1 0,0 0 0,1 0 0,-1 0 0,1 0 0,-1 0 0,1 0 0,-1 0 0,1 0 0,-1 0 0,1 0 0,-1 0 0,1 0 0,-1 0 0,1 0 0,-1 0 0,1 0 0,0 1 0,22 5 0,-13-2 0,-1 1 0,1-1 0,-1 2 0,0-1 0,0 1 0,0 1 0,-1-1 0,0 1 0,-1 1 0,1 0 0,-1 0 0,-1 0 0,1 1 0,-2 0 0,1 0 0,-1 0 0,0 1 0,3 11 0,4 18 0,-1 0 0,-2 1 0,6 61 0,6 25 0,-15-105 0,4 27 0,-10-45 0,0 0 0,0 0 0,0 0 0,0 1 0,-1-1 0,1 0 0,-1 0 0,0-1 0,0 1 0,0 0 0,0 0 0,0 0 0,-3 4 0,4-7 0,-1 0 0,1 0 0,0 1 0,0-1 0,0 0 0,-1 1 0,1-1 0,0 0 0,0 1 0,0-1 0,0 0 0,0 1 0,0-1 0,0 0 0,0 1 0,0-1 0,0 1 0,0-1 0,0 0 0,0 1 0,0-1 0,0 0 0,0 1 0,0-1 0,0 0 0,0 1 0,0-1 0,1 0 0,-1 1 0,0-1 0,0 0 0,0 1 0,1-1 0,-1 0 0,0 0 0,0 1 0,1-1 0,-1 0 0,0 0 0,0 0 0,1 1 0,-1-1 0,0 0 0,1 0 0,-1 0 0,0 0 0,1 0 0,-1 1 0,0-1 0,1 0 0,-1 0 0,1 0 0,24 2 0,-21-2 0,302 0 0,99 5 0,-399-5 46,24 1 235,-29-1-370,0 0 0,0 0 0,1 0 0,-1 0 0,0-1 0,0 1 0,0 0 0,1-1-1,-1 1 1,0-1 0,0 1 0,0-1 0,0 1 0,0-1 0,0 0 0,0 0 0,0 0 0,1-1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29.4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21 24575,'0'-5'0,"2"-3"0,13 4 0,45 1 0,1 3 0,67 7 0,-55-1 0,174 13 0,138 6 0,-372-25 0,-8 0 0,1 0 0,0 0 0,0 1 0,-1 0 0,12 2 0,-15-2 0,-1 0 0,0-1 0,1 1 0,-1 0 0,1 0 0,-1 0 0,0 0 0,0 0 0,0 0 0,0 0 0,1 1 0,-1-1 0,-1 0 0,1 1 0,0-1 0,0 0 0,0 1 0,-1-1 0,1 1 0,-1-1 0,1 1 0,-1 0 0,0-1 0,1 1 0,-1 2 0,12 169 0,-5-51 0,-6-107 0,4 52 0,-4 120 0,-2-184 0,1-1 0,-1 0 0,1 1 0,-1-1 0,0 0 0,0 0 0,0 1 0,0-1 0,0 0 0,0 0 0,-1 0 0,1 0 0,-1-1 0,1 1 0,-1 0 0,0-1 0,0 1 0,0-1 0,0 1 0,0-1 0,0 0 0,0 0 0,0 0 0,0 0 0,0 0 0,-1 0 0,1-1 0,-3 1 0,-8 2 0,0-1 0,0-1 0,-26 0 0,23-1 0,-204-2 0,212 2-227,1-1-1,-1 0 1,1 0-1,-1-1 1,-10-3-1,2-3-6598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30.0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57 24575,'-1'0'0,"0"0"0,0 0 0,0 0 0,0 0 0,0-1 0,0 1 0,0 0 0,0 0 0,0-1 0,-1 1 0,1-1 0,0 1 0,1-1 0,-1 1 0,0-1 0,0 1 0,-1-2 0,1 1 0,1 1 0,0-1 0,0 1 0,0-1 0,0 1 0,0-1 0,0 1 0,0-1 0,0 1 0,0-1 0,0 1 0,0-1 0,1 1 0,-1 0 0,0-1 0,0 1 0,0-1 0,1 1 0,-1-1 0,0 1 0,0 0 0,1-1 0,-1 1 0,0-1 0,1 1 0,-1 0 0,0 0 0,1-1 0,-1 1 0,1 0 0,-1-1 0,1 1 0,-1 0 0,0 0 0,1 0 0,-1 0 0,1-1 0,-1 1 0,1 0 0,-1 0 0,1 0 0,14-5 0,0 1 0,0 1 0,0 0 0,27-2 0,-16 3 0,50-6 0,1 3 0,82 6 0,-157-1 0,0 0 0,0 0 0,0 0 0,0 1 0,1-1 0,-1 1 0,0-1 0,0 1 0,0 0 0,0-1 0,0 1 0,0 0 0,0 0 0,-1 1 0,1-1 0,0 0 0,0 1 0,-1-1 0,1 1 0,-1-1 0,3 4 0,-3-2 0,0 1 0,1-1 0,-1 1 0,0 0 0,-1 0 0,1 0 0,-1 0 0,0-1 0,0 1 0,0 0 0,-1 5 0,1 26 0,1 0 0,2 0 0,8 41 0,5 57 0,-15-100 0,-3 0 0,-8 56 0,9-85 0,1 1 0,-1-1 0,1 0 0,0 1 0,0-1 0,0 0 0,2 8 0,-2-11 0,0 0 0,1 0 0,-1 0 0,1 0 0,-1 0 0,1 0 0,0 0 0,-1 0 0,1 0 0,0 0 0,0 0 0,0 0 0,0 0 0,0-1 0,0 1 0,0 0 0,0 0 0,0-1 0,0 1 0,0-1 0,0 1 0,0-1 0,0 0 0,1 1 0,-1-1 0,0 0 0,0 0 0,0 0 0,1 0 0,-1 0 0,0 0 0,2 0 0,253-17 0,2 15 0,-231 0-1365,-8-2-5461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30.88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0 140 24575,'1'0'0,"-1"-1"0,0 1 0,1-1 0,-1 0 0,1 1 0,-1 0 0,1-1 0,-1 1 0,1-1 0,0 1 0,-1 0 0,1-1 0,-1 1 0,1 0 0,0-1 0,-1 1 0,1 0 0,0 0 0,-1 0 0,1 0 0,0 0 0,-1-1 0,1 1 0,0 0 0,-1 1 0,1-1 0,0 0 0,-1 0 0,1 0 0,0 0 0,-1 0 0,1 1 0,0-1 0,-1 0 0,1 1 0,-1-1 0,1 0 0,-1 1 0,1-1 0,0 1 0,-1-1 0,0 1 0,1-1 0,-1 1 0,1-1 0,-1 1 0,0-1 0,1 1 0,-1 0 0,0-1 0,1 1 0,-1 0 0,0-1 0,0 1 0,0 0 0,1 0 0,0 6 0,1 0 0,-1 0 0,0 0 0,1 7 0,6 61 0,22 94 0,-6-46 0,-21-105 0,-5-26 0,-3-30 0,7 2 0,2 1 0,2 0 0,1 0 0,19-59 0,12-53 0,-37 139 0,0-1 0,0 1 0,-1-1 0,0 1 0,0-1 0,-1 1 0,0 0 0,-1-1 0,0 1 0,0 0 0,-6-13 0,8 20 0,-1 0 0,1 0 0,-1 0 0,1 0 0,-1 1 0,1-1 0,0 0 0,-1 0 0,1 0 0,0 0 0,0 0 0,0 0 0,0 0 0,0 0 0,0 0 0,0 0 0,0 0 0,0 0 0,0 0 0,1 0 0,-1 0 0,0 0 0,0 0 0,1 0 0,-1 0 0,1 1 0,0-3 0,1 3 0,0-1 0,0 0 0,0 1 0,0-1 0,0 1 0,0-1 0,0 1 0,0 0 0,0 0 0,0 0 0,0 0 0,0 0 0,3 1 0,263 34 0,-99-12 0,-139-19 0,1 2 0,-1 1 0,0 1 0,45 18 0,-55-16 0,0 0 0,0 1 0,-1 1 0,-1 1 0,0 0 0,-1 1 0,17 19 0,-20-19 0,-1 0 0,-1 1 0,0 1 0,-1 0 0,12 23 0,-19-32 0,-1 0 0,-1 0 0,1 0 0,-1 0 0,0 0 0,-1 0 0,0 1 0,0-1 0,0 1 0,-1-1 0,0 0 0,-1 1 0,1-1 0,-2 1 0,1-1 0,-1 0 0,-3 9 0,-26 54 0,19-47 0,2 0 0,-11 35 0,20-54 0,-1 1 0,1 0 0,-1-1 0,0 0 0,0 1 0,0-1 0,-1 0 0,0 0 0,1 0 0,-1-1 0,-1 1 0,1-1 0,-5 5 0,2-4 0,0-1 0,0 1 0,0-1 0,-1 0 0,1-1 0,-1 0 0,1 0 0,-12 2 0,-39 6 0,-102 3 0,-61-14 0,93-1 0,31 2-1365,61 0-5461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31.4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1081 5 24575,'1'-1'0,"-1"1"0,0 0 0,1-1 0,-1 1 0,1 0 0,-1-1 0,1 1 0,-1 0 0,1-1 0,-1 1 0,1 0 0,-1 0 0,1 0 0,-1-1 0,1 1 0,-1 0 0,1 0 0,-1 0 0,1 0 0,0 0 0,-1 0 0,1 0 0,-1 0 0,1 0 0,-1 0 0,1 1 0,-1-1 0,1 0 0,-1 0 0,1 0 0,0 1 0,0 0 0,1 0 0,-1 0 0,0 1 0,1-1 0,-1 1 0,0-1 0,0 0 0,0 1 0,1 3 0,12 37 0,-14-42 0,8 32 0,-1 0 0,-2 0 0,-1 0 0,-2 1 0,-1-1 0,-2 1 0,-1 0 0,-1-1 0,-12 49 0,7-55 0,-15 37 0,7-24 0,16-38 0,-1 0 0,0 1 0,1-1 0,-1 0 0,0 0 0,0 0 0,0 1 0,0-1 0,0 0 0,0 0 0,0 0 0,0-1 0,0 1 0,-1 0 0,1 0 0,0-1 0,0 1 0,-1 0 0,1-1 0,-1 0 0,1 1 0,0-1 0,-1 0 0,1 1 0,-1-1 0,1 0 0,-3 0 0,-5-1 0,1 0 0,0 0 0,-16-5 0,7 2 0,-398-66 0,321 60 0,-1 4 0,-135 9 0,228-3 0,-19 1 0,1 0 0,0 2 0,0 0 0,0 2 0,-27 9 0,58-12 0,10-2 0,-3-4-1365,0 0-5461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32.3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758 0 24575,'20'40'0,"-12"-19"0,-2 0 0,-1 0 0,0 1 0,-1 0 0,-2 0 0,0 37 0,-19 133 0,9-129 0,-1 78 0,10-125 0,-1-10 0,0 0 0,0 1 0,0-1 0,0 0 0,-3 10 0,2-14 0,1-1 0,-1 1 0,1-1 0,-1 1 0,0-1 0,0 1 0,0-1 0,0 0 0,0 1 0,0-1 0,0 0 0,0 0 0,-1 0 0,1 0 0,0 0 0,-1 0 0,1 0 0,-1 0 0,1-1 0,-1 1 0,1 0 0,-1-1 0,1 1 0,-1-1 0,-2 1 0,-15 0 0,1-1 0,0 0 0,0-1 0,-1-1 0,-26-6 0,-4-1 0,-333-22 0,320 27 0,32 3 0,19 2 0,1-2 0,-1 0 0,0 0 0,-13-3 0,24 4 0,-1 0 0,1 0 0,-1 0 0,1 0 0,-1 0 0,1 0 0,-1-1 0,1 1 0,-1 0 0,0 0 0,1 0 0,-1 0 0,1-1 0,0 1 0,-1 0 0,1-1 0,-1 1 0,1 0 0,-1-1 0,1 1 0,0 0 0,-1-1 0,1 1 0,0-1 0,-1 1 0,1-1 0,0 1 0,0-1 0,-1 1 0,1-1 0,0 1 0,0-1 0,0 1 0,0-1 0,0 1 0,-1-1 0,1 1 0,0-1 0,0 1 0,0-1 0,1 1 0,-1-1 0,0 0 0,0 1 0,0-1 0,0 1 0,0-1 0,1 1 0,-1-1 0,0 1 0,0-1 0,1 1 0,-1 0 0,0-1 0,1 1 0,-1-1 0,1 1 0,-1 0 0,0-1 0,2 1 0,32-25 0,-27 21 0,10-7 0,-1 0 0,0-1 0,-1 0 0,-1-2 0,22-23 0,-33 33 0,0 0 0,0 0 0,0 0 0,-1-1 0,1 1 0,-1-1 0,0 1 0,-1-1 0,1 0 0,-1 0 0,0 0 0,0 0 0,0 0 0,-1 0 0,1 0 0,-1 0 0,-1 0 0,1 0 0,-1 0 0,1 0 0,-2 0 0,1 0 0,0 1 0,-1-1 0,0 0 0,0 1 0,-4-7 0,-52-71 0,15 22 0,28 41 0,10 12 0,0 1 0,1-1 0,-1 0 0,1 0 0,-5-13 0,9 18 0,-1 0 0,1 0 0,-1 0 0,1 0 0,0 0 0,0-1 0,0 1 0,0 0 0,0 0 0,0 0 0,1 0 0,-1 0 0,1 0 0,-1 0 0,1 0 0,0 0 0,0 0 0,0 0 0,0 0 0,0 1 0,0-1 0,1 0 0,-1 1 0,0-1 0,1 1 0,-1-1 0,3-1 0,4-2 0,0-1 0,0 1 0,1 0 0,-1 1 0,1-1 0,0 2 0,0 0 0,11-3 0,4 0 0,50-4 0,10 7 0,146 12 0,-44 2 0,-174-11 0,-9-1 0,0 1 0,1 0 0,-1 0 0,0 0 0,1 0 0,-1 1 0,0-1 0,1 1 0,-1 0 0,0 0 0,0 0 0,5 3 0,-8-4-35,0 0 0,0 0 0,1 1 0,-1-1 0,0 0 0,0 1 0,0-1 0,1 0 0,-1 1 0,0-1 0,0 0 0,0 1 0,0-1 0,0 0 0,0 1 0,0-1 0,0 0 0,0 1 0,0-1 0,0 1 0,0-1 0,0 0 0,0 1 0,0-1 0,0 0 0,0 1 0,0-1 0,0 0 0,0 1 0,-1-1 0,1 0 0,0 1 0,0-1 0,-1 0 0,1 1 0,0-1 0,0 0 0,-1 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7:46.5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258 144 24575,'0'-8'0,"0"-1"0,1 1 0,0-1 0,1 1 0,0-1 0,0 1 0,1 0 0,0 0 0,0 0 0,1 0 0,0 1 0,0-1 0,1 1 0,0 0 0,0 1 0,8-9 0,-13 15 0,0 0 0,0 0 0,1-1 0,-1 1 0,0 0 0,0 0 0,1-1 0,-1 1 0,0 0 0,1 0 0,-1 0 0,0 0 0,1 0 0,-1-1 0,1 1 0,-1 0 0,0 0 0,1 0 0,-1 0 0,0 0 0,1 0 0,-1 0 0,0 0 0,1 0 0,-1 0 0,1 0 0,-1 1 0,0-1 0,1 0 0,-1 0 0,0 0 0,1 0 0,-1 1 0,0-1 0,0 0 0,1 0 0,-1 0 0,0 1 0,1-1 0,-1 0 0,0 1 0,0-1 0,0 0 0,1 0 0,-1 1 0,0-1 0,0 0 0,0 1 0,0-1 0,0 1 0,1-1 0,-1 0 0,0 1 0,0-1 0,0 1 0,3 24 0,-3-22 0,0 28 0,-9 61 0,2-33 0,-63 622 0,51-520 0,-48 343 0,-34-5 0,83-430 0,3 0 0,-11 125 0,26-190 0,0 1 0,0-1 0,0 0 0,0 1 0,0-1 0,1 0 0,0 0 0,0 1 0,0-1 0,1 0 0,-1 0 0,1 0 0,0 0 0,3 4 0,-3-6 0,0 0 0,1 1 0,-1-1 0,1 0 0,-1-1 0,1 1 0,0 0 0,0-1 0,0 0 0,0 0 0,0 1 0,0-2 0,0 1 0,0 0 0,0-1 0,0 1 0,1-1 0,-1 0 0,0 0 0,3-1 0,42-2 0,0-3 0,60-16 0,-11 2 0,529-54-362,6 39-434,-548 31 681,831-20-1004,4 21-475,280-3 426,604-56 426,-1778 61 1245,-8 1 49,0-1 0,0 0 1,0-1-1,29-8 0,-45 9-521,0 1-1,0 0 1,-1 0-1,1-1 0,0 1 1,0 0-1,-1-1 1,1 1-1,-1-1 0,1 1 1,0 0-1,-1-1 1,1 0-1,-1 1 0,1-1 1,-1 1-1,1-1 1,-1 0-1,1 1 0,-1-1 1,0 0-1,1 1 1,-1-1-1,0 0 0,0 0 1,1 1-1,-1-1 1,0 0-1,0 0 0,0 1 1,0-1-1,0 0 1,0 0-1,0 1 0,0-1 1,-1 0-1,1 0 1,0 1-1,-1-2 0,-1-3 201,0 0-1,-1 0 1,1 0-1,-7-8 1,-2-4 32,6 4-263,0 1 0,0-1 0,2 0 0,-1 0 0,2 0 0,0 0 0,0-1 0,1 1 0,1-1 0,1-16 0,4-9 0,2 0 0,13-42 0,-4 16 0,-15 59 43,0 0 0,0 0-1,0 0 1,0 0 0,-1 0-1,0 0 1,-1-7 0,0 11-107,1 1 1,0-1 0,-1 0 0,0 0 0,1 0-1,-1 1 1,0-1 0,0 0 0,0 1 0,0-1-1,0 1 1,0-1 0,-1 1 0,1 0-1,0-1 1,-1 1 0,1 0 0,-1 0 0,1 0-1,-1 0 1,0 0 0,1 0 0,-1 1 0,0-1-1,0 0 1,-2 0 0,-9-1-6763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7:46.5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15 165 24575,'-14'-3'0,"13"1"0,11 2 0,29 1 0,0-1 0,54-7 0,-40 3 0,1972-99-5105,4 73-385,-1145 22 4014,125 0 2150,-338 7 4864,-629 1-7870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7:47.8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466 19 24575,'0'-1'0,"0"0"0,0 0 0,0-1 0,0 1 0,0 0 0,0 0 0,0 0 0,-1 0 0,1 0 0,0 0 0,-1 0 0,1 0 0,-1 0 0,0-1 0,1 2 0,-1-1 0,1 1 0,0 0 0,0 0 0,-1 0 0,1 0 0,0-1 0,-1 1 0,1 0 0,0 0 0,-1 0 0,1 0 0,0 0 0,-1 0 0,1 0 0,0 0 0,-1 0 0,1 0 0,0 0 0,-1 0 0,1 0 0,0 0 0,0 1 0,-1-1 0,1 0 0,0 0 0,-1 0 0,1 0 0,-1 1 0,-1 1 0,-1 0 0,1 0 0,0 0 0,0 1 0,0-1 0,0 1 0,0-1 0,-2 4 0,-2 7 0,1-1 0,0 0 0,0 1 0,2 0 0,-5 25 0,-3 73 0,7-60 0,-18 208 0,-29 273 0,29-378 0,-60 215 0,-111 173 0,193-542 1,-1 2-138,1 0 1,-1 0-1,0 0 0,0 0 1,-1 0-1,1 0 1,0 0-1,0 0 1,-3 2-1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7:48.5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 55 24575,'2'-2'0,"-1"-1"0,1 1 0,0-1 0,-1 1 0,0-1 0,0 0 0,0 0 0,1-4 0,-1 6 0,-1 0 0,1 0 0,-1 0 0,0-1 0,0 1 0,1 0 0,-1 0 0,0-1 0,0 1 0,0 0 0,0 0 0,-1-1 0,1 1 0,0 0 0,-1 0 0,1 0 0,0-1 0,-1 1 0,1 0 0,-2-2 0,1 6 0,-1 0 0,1 0 0,0 0 0,0-1 0,0 1 0,1 1 0,-1-1 0,1 5 0,-51 447-1365,47-422-5461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7:48.7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1 280 24575,'0'-13'0,"0"-10"0,0-7 0,0-5 0,0-3 0,3 2 0,4 4 0,5 8 0,5 4 0,7 7 0,5 4 0,7 4 0,7 3 0,5 2 0,1 4 0,2 4 0,-9 2-8191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7:48.9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 24575,'-3'3'0,"2"1"0,5-1 0,4 1 0,7-2 0,5-1 0,4 0 0,8-1 0,-2 0-8191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7:49.1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 24575,'0'-3'0,"0"2"0,0 4 0,0 5 0,0 7 0,0 7 0,0 7 0,0 7 0,0 4 0,0 4 0,0 1 0,0-1 0,0-4 0,0-4 0,0-8-8191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7:49.2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81 24575,'0'-7'0,"0"-7"0,0-5 0,0-3 0,0 4-8191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7:49.6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182 100 24575,'0'-3'0,"-1"0"0,1-1 0,0 1 0,-1 0 0,1 0 0,-1 0 0,0 0 0,0 0 0,0 0 0,-1 0 0,1 0 0,-1 0 0,1 0 0,-1 1 0,0-1 0,-2-2 0,2 4 0,1 0 0,0 0 0,-1 0 0,1 0 0,-1 1 0,1-1 0,-1 0 0,1 1 0,-1-1 0,1 1 0,-1-1 0,0 1 0,1 0 0,-1 0 0,0-1 0,1 1 0,-1 0 0,1 1 0,-1-1 0,0 0 0,1 0 0,-1 1 0,0-1 0,1 1 0,-1-1 0,1 1 0,-1 0 0,1 0 0,-1-1 0,1 1 0,0 0 0,-2 2 0,-3 2 0,0 0 0,0 1 0,1 0 0,0 0 0,0 0 0,0 0 0,1 1 0,0 0 0,-5 12 0,-1 7 0,-11 36 0,14-38 0,2 0 0,0 0 0,-1 34 0,5-47 0,1 1 0,0-1 0,1 0 0,1 0 0,-1-1 0,2 1 0,-1 0 0,1 0 0,9 18 0,-10-24 0,1-1 0,-1 0 0,1 0 0,0-1 0,0 1 0,0-1 0,1 1 0,-1-1 0,1 0 0,0 0 0,0 0 0,0-1 0,0 0 0,0 1 0,0-1 0,1-1 0,-1 1 0,1-1 0,0 0 0,-1 0 0,1 0 0,0 0 0,-1-1 0,1 0 0,0 0 0,0 0 0,5-1 0,-1-1 0,1 0 0,-1 0 0,0-1 0,1 0 0,-1 0 0,-1-1 0,1 0 0,-1-1 0,1 0 0,-1 0 0,-1-1 0,12-10 0,-8 4 0,-2 1 0,1-1 0,-2 0 0,0-1 0,0 0 0,-1-1 0,-1 1 0,0-1 0,-1 0 0,0-1 0,-1 1 0,3-27 0,-5 29 0,-1-1 0,0 0 0,-1 0 0,0 1 0,-1-1 0,-1 0 0,0 1 0,0-1 0,-2 1 0,1 0 0,-1 0 0,-1 0 0,0 0 0,-1 1 0,-10-15 0,13 21-72,-1 1 1,0-1-1,0 1 0,-1 0 0,1 0 0,-1 0 0,0 1 0,0 0 1,0 0-1,-1 0 0,1 1 0,-1-1 0,1 1 0,-1 0 0,0 1 1,0 0-1,1 0 0,-8-1 0,-9 1-6754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7:50.1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73 24575,'-2'-2'0,"-2"-2"0,0 0 0,0 0 0,0 0 0,1-1 0,-5-7 0,7 11 0,1 0 0,0 0 0,-1 0 0,1 0 0,0 0 0,0 0 0,-1 1 0,1-1 0,0 0 0,0 0 0,0 0 0,0 0 0,0 0 0,0 0 0,1 0 0,-1 0 0,0 0 0,0 0 0,1 1 0,-1-1 0,0 0 0,1 0 0,-1 0 0,1 0 0,-1 1 0,1-1 0,-1 0 0,1 1 0,0-1 0,-1 0 0,1 1 0,0-1 0,0 1 0,-1-1 0,1 1 0,0-1 0,0 1 0,0-1 0,0 1 0,0 0 0,-1 0 0,1-1 0,1 1 0,4-1 0,0-1 0,0 1 0,0 1 0,0-1 0,0 1 0,0 0 0,0 0 0,0 1 0,-1 0 0,1 0 0,0 0 0,0 1 0,0-1 0,-1 1 0,9 5 0,3 1 0,0 2 0,-1 0 0,23 18 0,-17-10 0,-1 0 0,-1 2 0,0 0 0,23 33 0,-35-42 0,0 1 0,-1 0 0,0 1 0,-1-1 0,0 1 0,-1 1 0,-1-1 0,0 1 0,-1-1 0,3 25 0,-6-32 0,0-1 0,-1 0 0,1 0 0,-1 0 0,0 0 0,0 0 0,-1 0 0,0 0 0,1 0 0,-2 0 0,1 0 0,-6 8 0,6-11 0,0 1 0,1-1 0,-1 0 0,0 1 0,-1-1 0,1 0 0,0 0 0,0-1 0,-1 1 0,1 0 0,-1-1 0,0 1 0,0-1 0,1 0 0,-1 0 0,0 0 0,0-1 0,0 1 0,0 0 0,0-1 0,0 0 0,0 0 0,-5 0 0,6-1 0,0 1 0,0-1 0,0 0 0,0 0 0,0 0 0,0 0 0,0 0 0,0-1 0,0 1 0,1 0 0,-1-1 0,1 0 0,-1 1 0,1-1 0,-1 0 0,1 1 0,0-1 0,0 0 0,0 0 0,0 0 0,0 0 0,0 0 0,1 0 0,-1-1 0,0-2 0,-1-7 0,0 1 0,1-1 0,0-16 0,2 8 0,0-1 0,2 1 0,1 0 0,0 0 0,1 1 0,1 0 0,1-1 0,1 2 0,1-1 0,0 1 0,20-28 0,-26 42 0,0 1 0,0-1 0,0 1 0,0-1 0,1 1 0,0 0 0,-1 0 0,1 1 0,0-1 0,0 1 0,0 0 0,6-2 0,-8 3 0,0 1 0,0-1 0,0 1 0,0 0 0,-1 0 0,1 0 0,0 0 0,0 0 0,0 0 0,0 0 0,0 1 0,-1-1 0,1 1 0,0 0 0,0-1 0,-1 1 0,1 0 0,0 0 0,-1 0 0,1 0 0,-1 0 0,1 0 0,-1 0 0,1 1 0,-1-1 0,0 1 0,0-1 0,0 1 0,0-1 0,0 1 0,0-1 0,0 1 0,0 2 0,5 9 48,-1 0 0,0 0-1,-1 1 1,-1 0 0,0-1-1,2 28 1,-4 89-1120,-2-107 445,0-6-6199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7:50.3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86 24575,'0'-6'0,"0"-6"0,0-3 0,-4-3 0,0-1 0,0 3-8191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40:14.4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927 40 24575,'-35'-14'0,"-3"5"0,1 3 0,-72-4 0,-79 11 0,82 1 0,50-3 0,-55 2 0,102 0 0,-1 1 0,0 0 0,1 0 0,0 1 0,-1 0 0,1 1 0,0 0 0,0 1 0,1-1 0,0 2 0,-12 8 0,9-5 0,0 1 0,1 1 0,0 0 0,0 0 0,1 1 0,-13 23 0,20-31 0,-6 8 0,1 1 0,1 1 0,0-1 0,-8 27 0,14-37 0,0 0 0,0 1 0,0-1 0,1 0 0,-1 1 0,1-1 0,0 0 0,0 0 0,0 0 0,0 1 0,1-1 0,-1 0 0,1-1 0,0 1 0,-1 0 0,1 0 0,1-1 0,-1 1 0,3 2 0,2 2 0,0-1 0,0 0 0,1 0 0,0-1 0,13 8 0,-13-10 0,0 0 0,0 0 0,0 0 0,1-1 0,-1-1 0,1 1 0,9-1 0,65-1 0,-22-2 0,59 10 0,22 1 0,231-10 0,-370 1 10,30-3 319,-32 3-414,1 0 0,-1-1-1,0 1 1,1-1 0,-1 1 0,1-1 0,-1 0-1,0 0 1,0 0 0,0 1 0,1-1 0,-1 0-1,0 0 1,0-1 0,0 1 0,-1 0 0,1 0-1,0 0 1,1-2 0,2-8-6741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40:16.29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108 167 24575,'0'-130'0,"0"178"0,12 86 0,-6-76 0,-2 1 0,-5 79 0,-1-42 0,2-60 0,-1-1 0,-9 58 0,6-67 0,-1 51 0,6-60 0,-2 0 0,0 0 0,-1 1 0,-1-1 0,0 0 0,-10 26 0,5-22 0,0 0 0,-7 34 0,-21 91 0,29-114 0,4-24 0,1 0 0,0 0 0,1 1 0,0-1 0,0 1 0,0-1 0,1 1 0,1-1 0,0 1 0,0-1 0,0 0 0,5 15 0,-3-15 0,0 0 0,1 0 0,0 0 0,1 0 0,0-1 0,0 1 0,1-1 0,-1 0 0,1-1 0,1 0 0,-1 0 0,13 8 0,-6-5 0,2-1 0,-1-1 0,1 0 0,0-1 0,0-1 0,18 4 0,12 3 0,0-2 0,0-2 0,1-2 0,53 0 0,-53-5 0,-25 0 0,0-1 0,0-1 0,40-6 0,-55 5 0,0 1 0,0-1 0,0 0 0,-1 0 0,1-1 0,-1 0 0,0 0 0,1 0 0,-2-1 0,1 1 0,0-1 0,-1 0 0,1-1 0,-1 1 0,0-1 0,-1 0 0,1 0 0,3-7 0,10-24 0,-2-1 0,-2 0 0,14-62 0,-19 53 0,-2 0 0,-3-1 0,-1 0 0,-5-52 0,1 3 0,2-244 0,-1 318 0,-8-41 0,5 38 0,-1-29 0,5 43 0,-1-1 0,0 1 0,-1 0 0,0 0 0,0 0 0,-1 0 0,-1 0 0,0 1 0,0-1 0,-1 1 0,-1 0 0,1 0 0,-1 1 0,-1-1 0,-14-14 0,-20-17 0,-34-38 0,67 69 0,0 1 0,0 0 0,-1 0 0,-1 1 0,1 0 0,-12-7 0,13 10 0,0 1 0,0 0 0,-1 1 0,1 0 0,-1 0 0,1 1 0,-1 0 0,0 1 0,-10-1 0,0 0 69,0 2-1,0 0 0,0 1 0,-31 6 1,42-5-191,0 0 0,0 0 0,0 1 0,1 0 0,-1 0 0,1 1 0,0 0 0,0 1 0,0-1 1,1 1-1,-1 0 0,1 1 0,-7 8 0,6-5-6704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40:17.3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240 55 24575,'0'0'0,"1"0"0,-1 0 0,0 0 0,1 0 0,-1 0 0,0 0 0,1 0 0,-1 0 0,0 0 0,0 0 0,1 0 0,-1 0 0,0 0 0,1-1 0,-1 1 0,0 0 0,0 0 0,1 0 0,-1 0 0,0-1 0,0 1 0,1 0 0,-1 0 0,0-1 0,0 1 0,0 0 0,1 0 0,-1-1 0,0 1 0,0 0 0,0-1 0,0 1 0,0 0 0,0 0 0,0-1 0,1 1 0,-1 0 0,0-1 0,0 1 0,0 0 0,0-1 0,0 1 0,-1 0 0,1-1 0,0 1 0,0 0 0,0-1 0,0 1 0,0 0 0,0 0 0,0-1 0,-1 1 0,1 0 0,0 0 0,0-1 0,0 1 0,-1-1 0,-12-14 0,2 11 0,1 1 0,0 0 0,-1 0 0,0 1 0,-13-1 0,-1 0 0,16 1 0,-1 0 0,0 1 0,0 1 0,1-1 0,-1 2 0,-11 0 0,18 0 0,1 0 0,-1-1 0,1 1 0,0 0 0,-1 0 0,1 0 0,0 0 0,-1 1 0,1-1 0,0 0 0,0 1 0,0 0 0,0 0 0,1-1 0,-1 1 0,0 0 0,1 0 0,-1 0 0,1 1 0,0-1 0,0 0 0,0 0 0,0 1 0,0-1 0,0 1 0,0-1 0,1 1 0,-1 3 0,0-2 0,1 1 0,-1-1 0,1 0 0,0 0 0,0 1 0,0-1 0,1 0 0,-1 0 0,1 1 0,0-1 0,1 0 0,-1 0 0,0 0 0,1 0 0,0 0 0,0-1 0,0 1 0,1 0 0,-1-1 0,1 0 0,0 1 0,0-1 0,0 0 0,0-1 0,1 1 0,-1 0 0,1-1 0,-1 0 0,1 0 0,0 0 0,0 0 0,0-1 0,5 2 0,14 5-227,0-2-1,1-1 1,-1 0-1,1-2 1,43 0-1,-51-3-6598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34.1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 36 24575,'-3'0'0,"-5"0"0,-3 0 0,3 0 0,6 0 0,9-3 0,10-1 0,9 0 0,5-3 0,4 1 0,6 1 0,1 1 0,-6 2-8191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34.4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1 145 24575,'11'5'0,"6"4"0,1-1 0,29 9 0,-40-16 0,-1 1 0,1-1 0,0 0 0,-1-1 0,1 0 0,0 0 0,-1 0 0,1-1 0,0 0 0,-1 0 0,10-3 0,124-46 0,57-16 0,-113 45-227,2 4-1,0 4 1,0 4-1,1 3 1,156 11-1,-156 3-6598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34.5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8 24575,'6'0'0,"9"0"0,7 0 0,7 0 0,4 0 0,3 0 0,8-4 0,-4 0-8191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34.6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16 24575,'15'0'0,"21"0"0,23 0 0,20 0 0,16 0 0,12-4 0,8 0 0,5 0 0,-17 1-8191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34.9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24575,'16'0'0,"20"0"0,20 0 0,15 0 0,13 0 0,9 0 0,8 0 0,5 0 0,4 0 0,1 0 0,4 0 0,1 0 0,3 0 0,-20 0-8191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35.1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0 131 24575,'327'1'-103,"797"-16"-594,391-90-535,-1405 94-4927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37.0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719 163 24575,'-1'-27'0,"0"19"0,0 1 0,1-1 0,0 0 0,0 0 0,1 0 0,0 1 0,3-12 0,-4 19 0,0 0 0,0 0 0,0 0 0,0 0 0,1 0 0,-1-1 0,0 1 0,0 0 0,0 0 0,0 0 0,0 0 0,0 0 0,0 0 0,0 0 0,0 0 0,0-1 0,1 1 0,-1 0 0,0 0 0,0 0 0,0 0 0,0 0 0,0 0 0,0 0 0,1 0 0,-1 0 0,0 0 0,0 0 0,0 0 0,0 0 0,0 0 0,1 0 0,-1 0 0,0 0 0,0 0 0,0 0 0,0 0 0,0 0 0,0 0 0,1 0 0,-1 0 0,0 0 0,0 0 0,0 1 0,0-1 0,0 0 0,0 0 0,0 0 0,1 0 0,-1 0 0,0 0 0,0 0 0,0 0 0,0 1 0,0-1 0,0 0 0,0 0 0,0 0 0,0 0 0,5 9 0,0 5 0,-2 0 0,1 0 0,-2 0 0,2 29 0,-1-14 0,13 201-388,-14 268-1,-123 686 233,70-840 156,50-341 2,0 3 67,0 1 0,0-1 0,1 0 0,-1 1 0,2-1 0,0 11 0,-1-16-53,1 1-1,0 0 0,-1-1 1,1 1-1,0-1 1,0 1-1,0-1 1,0 1-1,0-1 1,0 1-1,0-1 1,0 0-1,1 0 0,-1 0 1,0 0-1,1 0 1,-1 0-1,1 0 1,-1 0-1,1 0 1,0-1-1,-1 1 1,1-1-1,0 1 0,-1-1 1,1 1-1,0-1 1,3 0-1,39 3-15,77-6 0,-65 1 0,331-13-822,205-6-1262,1247-1-4159,4 21 3220,1368-12 2289,-3125 11 859,2035-40-762,-1216 14 5475,-891 28-4499,112-8 2555,-124 8-2718,0 0 1,0 0 0,1-1 0,-1 1 0,0-1-1,0 1 1,1-1 0,-1 0 0,0 1 0,0-1-1,0 0 1,0-1 0,0 1 0,2-2 0,-4 3-129,0 0 1,1-1-1,-1 1 1,0 0 0,0-1-1,0 1 1,0 0-1,0-1 1,0 1 0,0 0-1,0-1 1,0 1-1,0 0 1,0-1 0,0 1-1,0 0 1,0-1-1,0 1 1,-1 0 0,1-1-1,0 1 1,0 0-1,0-1 1,0 1 0,-1 0-1,1 0 1,0-1-1,-1 1 1,-15-13 508,-42-16-363,36 19-103,1-1 1,1-1-1,-21-16 0,34 23-78,1-1 0,-1 0 0,1 0 0,1-1 1,-1 0-1,1 0 0,0 0 0,1-1 0,-1 0 0,2 0 0,-1 0 0,-2-10 0,2 4-13,1 0 0,1 0 0,0-1 0,1 1 0,1-1 0,3-25 0,18-88 0,-20 122 0,130-505 0,22-118 0,-142 563 0,-4-1 0,1-93 0,-9 138 0,0-1 0,-1 1 0,-2-1 0,0 1 0,-1 0 0,-1 1 0,-1-1 0,-1 1 0,-1 1 0,-22-39 0,25 53 0,1-1 0,-1 1 0,0 0 0,-1 0 0,0 1 0,1-1 0,-2 2 0,1-1 0,0 1 0,-1 0 0,0 0 0,0 1 0,-12-3 0,-13-3 0,0 2 0,-37-3 0,46 7 0,-478-46-632,-3 22 0,-1520 10-4529,-278 104 2941,-1276 51 1090,1559-127 8169,1306-12-5311,643 4-2205,48 1-6229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39.8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346 56 24575,'5'-19'0,"-4"19"0,-1-1 0,1 0 0,-1 1 0,1-1 0,-1 0 0,0 1 0,1-1 0,-1 0 0,0 0 0,0 1 0,1-1 0,-1 0 0,0 0 0,0 1 0,0-1 0,0 0 0,0 0 0,0 0 0,0 1 0,0-1 0,-1 0 0,1 0 0,0 0 0,0 1 0,-1-1 0,1 0 0,0 0 0,-1 1 0,1-1 0,-1 0 0,1 1 0,-1-1 0,1 1 0,-1-1 0,1 0 0,-1 1 0,1-1 0,-1 1 0,0 0 0,1-1 0,-1 1 0,0-1 0,0 1 0,1 0 0,-1 0 0,0-1 0,0 1 0,1 0 0,-3 0 0,-4-2 0,0 1 0,-1-1 0,1 2 0,-1-1 0,1 1 0,-1 0 0,1 1 0,-1-1 0,1 2 0,-1-1 0,1 1 0,0 0 0,0 0 0,0 1 0,0 0 0,-9 6 0,-1 0 0,0 2 0,1 0 0,0 1 0,1 1 0,-15 16 0,20-19 0,1 1 0,0 0 0,0 1 0,2 0 0,-1 0 0,2 1 0,-1 0 0,2 0 0,0 0 0,0 1 0,1 0 0,1 0 0,-2 20 0,4-25 0,0-1 0,1 0 0,1 1 0,-1-1 0,1 0 0,1 0 0,-1 0 0,2 0 0,-1 0 0,1 0 0,0 0 0,0-1 0,1 1 0,0-1 0,1 0 0,-1 0 0,1 0 0,1-1 0,-1 0 0,1 0 0,0 0 0,0-1 0,1 0 0,10 6 0,-6-4 43,1-2 0,0 1-1,0-2 1,0 0 0,0 0-1,1-1 1,16 2 0,-1-2-612,1-1 0,31-2 0,1-4-6257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40.3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204 192 24575,'0'-8'0,"2"0"0,-1-1 0,1 1 0,0 0 0,1 0 0,0 0 0,0 0 0,7-10 0,-6 9 0,1 0 0,-2 0 0,1 0 0,-1-1 0,2-12 0,-4 21 0,-1-1 0,0 0 0,0 1 0,0-1 0,0 1 0,0-1 0,0 0 0,0 1 0,0-1 0,-1 0 0,1 1 0,-1-1 0,1 1 0,-1-1 0,1 0 0,-1 1 0,0 0 0,-1-3 0,1 3 0,0 1 0,0-1 0,0 0 0,-1 0 0,1 0 0,0 1 0,0-1 0,-1 1 0,1-1 0,0 1 0,-1-1 0,1 1 0,0 0 0,-1 0 0,1 0 0,-1 0 0,-1 0 0,-3 0 0,1 1 0,-1 0 0,0 1 0,0-1 0,1 1 0,-1 0 0,1 0 0,-11 7 0,3-1 0,0 1 0,1 1 0,0 0 0,0 1 0,1 0 0,0 1 0,1 0 0,1 0 0,-11 18 0,14-20 0,1 0 0,0 1 0,0-1 0,1 1 0,1 0 0,0 0 0,0 1 0,1-1 0,1 1 0,0-1 0,0 1 0,1-1 0,2 17 0,0-22 0,-1 1 0,2-1 0,-1 0 0,0 1 0,1-1 0,0 0 0,1 0 0,0-1 0,-1 1 0,2-1 0,-1 1 0,1-2 0,-1 1 0,1 0 0,1-1 0,-1 0 0,0 0 0,1 0 0,0-1 0,0 0 0,0 0 0,9 3 0,-10-4 0,1 0 0,-1 0 0,1-1 0,-1 0 0,1 0 0,0 0 0,0-1 0,0 1 0,0-1 0,-1-1 0,1 1 0,0-1 0,0 0 0,-1 0 0,1-1 0,0 0 0,-1 0 0,1 0 0,-1 0 0,0-1 0,0 0 0,0 0 0,0-1 0,-1 1 0,9-8 0,-4 0 0,-1-1 0,0 0 0,0 0 0,-1-1 0,-1 1 0,8-22 0,19-86 0,-19 66 0,-13 51 0,-1-1 0,2 1 0,-1 0 0,0 0 0,1 0 0,2-5 0,-4 8 0,0 0 0,1 0 0,-1-1 0,0 1 0,0 0 0,0 0 0,1 0 0,-1-1 0,0 1 0,0 0 0,1 0 0,-1 0 0,0 0 0,0 0 0,1-1 0,-1 1 0,0 0 0,1 0 0,-1 0 0,0 0 0,0 0 0,1 0 0,-1 0 0,0 0 0,1 0 0,-1 0 0,0 0 0,1 0 0,8 13 0,-2 8 0,-1 0 0,5 32 0,5 20 0,-12-58-227,1 0-1,1 0 1,1 0-1,0 0 1,12 17-1,0-7-6598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40.7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66 24575,'35'337'0,"3"-6"0,-38-323 0,1-5 0,-1 0 0,1 1 0,-1-1 0,0 0 0,0 0 0,0 0 0,-1 0 0,1 0 0,-1 1 0,1-1 0,-1 0 0,0 0 0,-3 4 0,4-7 0,0 1 0,0-1 0,0 0 0,-1 0 0,1 0 0,0 0 0,0 0 0,0 0 0,-1 0 0,1 0 0,0 0 0,0 0 0,0 0 0,-1 0 0,1 0 0,0 0 0,0 0 0,0 0 0,0 0 0,-1-1 0,1 1 0,0 0 0,0 0 0,0 0 0,0 0 0,-1 0 0,1 0 0,0 0 0,0-1 0,0 1 0,0 0 0,0 0 0,0 0 0,-1 0 0,1-1 0,0 1 0,0 0 0,0 0 0,0 0 0,0 0 0,0-1 0,0 1 0,-4-10 0,-6-20 0,2-1 0,-8-51 0,1-67 0,10-52 0,6 173 0,1 0 0,2 0 0,1 0 0,1 0 0,11-28 0,-16 51 0,1 0 0,0 0 0,1 0 0,-1 0 0,1 1 0,0-1 0,0 1 0,0 0 0,1 0 0,-1 0 0,1 0 0,0 1 0,0-1 0,0 1 0,1 0 0,-1 0 0,1 0 0,0 1 0,-1 0 0,1 0 0,0 0 0,0 0 0,1 1 0,-1 0 0,0 0 0,0 0 0,1 1 0,-1 0 0,0 0 0,1 0 0,-1 1 0,0-1 0,0 1 0,1 0 0,-1 1 0,0-1 0,0 1 0,6 4 0,-7-5 0,0 1 0,0 1 0,0-1 0,0 1 0,0-1 0,-1 1 0,0 0 0,1 0 0,-1 1 0,0-1 0,-1 0 0,1 1 0,0 0 0,-1 0 0,0 0 0,3 7 0,-3-6 0,-1 1 0,0 0 0,0 0 0,0 0 0,-1-1 0,0 1 0,0 0 0,0 0 0,-1 0 0,0 0 0,-2 9 0,0-6 0,0 0 0,0 0 0,-1 0 0,-1 0 0,1-1 0,-1 1 0,-1-1 0,1 0 0,-1-1 0,-1 1 0,1-1 0,-1-1 0,-1 1 0,1-1 0,-11 6 0,-8 1-1365,2-6-5461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41.4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57 24575,'23'-3'0,"-22"2"0,1 1 0,-1 0 0,1-1 0,0 1 0,-1 0 0,1-1 0,-1 1 0,1 0 0,0 0 0,-1 0 0,1 1 0,0-1 0,-1 0 0,1 1 0,-1-1 0,1 1 0,-1-1 0,1 1 0,-1 0 0,1 0 0,-1-1 0,1 1 0,-1 0 0,0 0 0,0 0 0,1 1 0,-1-1 0,0 0 0,0 0 0,1 3 0,3 3 0,-1 1 0,1 0 0,-2 0 0,1 0 0,-1 1 0,3 12 0,8 55 0,-11-60 0,3 35 0,-1 0 0,-2 52 0,-2-133 0,1-1 0,2 1 0,9-40 0,-7 50 0,1 0 0,0 1 0,2-1 0,0 1 0,1 1 0,1 0 0,0 0 0,2 1 0,18-20 0,-27 34 0,0-1 0,-1 1 0,1 0 0,0 1 0,1-1 0,-1 1 0,0-1 0,1 1 0,-1 1 0,1-1 0,0 1 0,0-1 0,5 1 0,-7 0 0,-1 1 0,1 1 0,0-1 0,-1 0 0,1 0 0,-1 1 0,1 0 0,-1-1 0,1 1 0,-1 0 0,1 0 0,-1 0 0,0 1 0,0-1 0,1 1 0,-1-1 0,0 1 0,0 0 0,0-1 0,-1 1 0,1 0 0,0 0 0,-1 0 0,1 1 0,-1-1 0,2 3 0,3 10 0,0 1 0,-1 0 0,0 0 0,-1 0 0,-1 0 0,-1 1 0,0-1 0,-1 1 0,-1-1 0,-2 22 0,-5-15 0,2-16 0,2-14 0,3-1 0,1 1 0,0 0 0,0 0 0,1 0 0,0 0 0,0 0 0,0 0 0,1 0 0,6-9 0,-2-1 0,2-3 0,1 1 0,0 0 0,2 0 0,0 1 0,15-17 0,-23 29 0,1 1 0,0-1 0,0 1 0,1 1 0,-1-1 0,1 1 0,0 0 0,0 0 0,0 0 0,1 1 0,-1 0 0,1 0 0,0 1 0,0 0 0,0 0 0,0 1 0,0 0 0,14-1 0,-17 2 10,-1 0-1,0 1 1,0-1-1,0 1 1,0 0-1,1 0 1,-1 0-1,-1 0 1,1 0-1,0 1 1,0-1-1,0 1 0,-1 0 1,1 0-1,-1 0 1,1 0-1,2 3 1,-2-1 5,-1 0 1,1 0-1,-1 0 1,0 1-1,0-1 1,0 0 0,-1 1-1,1-1 1,-1 1-1,1 7 1,-1 2-230,-1-1 1,0 0 0,-1 0-1,0 0 1,-1 0 0,0 0-1,-6 18 1,-8 12-6613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42.7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93 131 24575,'-1'20'0,"-2"0"0,0 0 0,-1 0 0,-1-1 0,-11 28 0,-8 36 0,12-34 0,3 2 0,1-1 0,3 1 0,2 55 0,3-104 0,0 0 0,0 1 0,0-1 0,1 0 0,-1 0 0,1 0 0,-1 1 0,1-1 0,0 0 0,0 0 0,0 0 0,0 0 0,0 0 0,0 0 0,1 0 0,-1-1 0,0 1 0,1 0 0,0-1 0,-1 1 0,1-1 0,0 0 0,2 2 0,0-1 0,0-1 0,-1 0 0,1 0 0,0 0 0,0-1 0,0 0 0,-1 1 0,1-1 0,0-1 0,0 1 0,0 0 0,0-1 0,3-1 0,99-23 0,49-10 0,621-38-1186,-707 69 1163,2929-123-6105,-2274 103 5450,-204 1 2122,-505 22-1311,3 1 672,0-2 1,27-5-1,-45 7-760,1 0-1,-1 0 1,0 0-1,1 0 1,-1 0-1,1 0 0,-1 0 1,0 0-1,1 0 1,-1 0-1,1 0 0,-1-1 1,0 1-1,1 0 1,-1 0-1,0 0 0,1 0 1,-1-1-1,0 1 1,1 0-1,-1 0 0,0-1 1,0 1-1,1 0 1,-1-1-1,0 1 1,0 0-1,1-1 0,-1 1 1,0 0-1,0-1 1,0 1-1,0 0 0,0-1 1,1 1-1,-1 0 1,0-1-1,0 1 0,0-1 1,-15-9 949,-26-3 51,-6 4-847,-34-9-145,72 15-59,1 1 1,0-2-1,0 1 1,0-1-1,0-1 0,1 1 1,-8-7-1,12 9 6,1-1 0,-1 0 0,1 1 0,0-1 0,0 0 0,0 0 0,1 0 0,-1 0 0,1-1 0,-1 1 0,1 0 0,0-1 0,0 1 0,1-1 0,-1 1 0,1-1 0,-1 1 0,1-1 0,0 1 0,1-1 0,-1 1 0,1-1 0,-1 1 0,1-1 0,2-4 0,1-4 0,0 1 0,0 0 0,2 1 0,-1-1 0,1 1 0,10-12 0,-6 9 0,-6 9 0,-1 1 0,0-1 0,0 0 0,0 0 0,-1-1 0,4-7 0,-5 11 0,-1 0 0,0 0 0,0 0 0,0 0 0,0-1 0,0 1 0,0 0 0,0 0 0,0 0 0,0 0 0,-1 0 0,1 0 0,0 0 0,-1 0 0,1 0 0,-1 0 0,1 0 0,-1 0 0,1 0 0,-1 0 0,0 0 0,0 0 0,1 1 0,-1-1 0,0 0 0,0 1 0,0-1 0,0 0 0,0 1 0,1-1 0,-1 1 0,0-1 0,-1 1 0,1 0 0,0-1 0,-1 1 0,-17-6 0,0 0 0,0 2 0,-1 0 0,0 2 0,1 0 0,-26 1 0,-5-1 0,-818-15-1349,663 17 896,-1882 25-3986,268-11 7420,1799-14-7912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43.5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1 134 24575,'2'15'0,"0"1"0,1-1 0,8 23 0,-5-15 0,6 33 0,-10-42 0,-2-23 0,1-11 0,1 4 0,1 0 0,0-1 0,1 2 0,1-1 0,1 0 0,0 1 0,1 0 0,1 0 0,0 1 0,1 0 0,0 1 0,1 0 0,0 0 0,17-14 0,-20 21 0,1 1 0,-1 0 0,1 0 0,0 1 0,0 0 0,1 1 0,-1 0 0,1 0 0,0 1 0,0 0 0,0 0 0,0 1 0,0 0 0,0 1 0,0 0 0,0 0 0,0 1 0,0 0 0,0 1 0,12 3 0,-20-5 0,1 0 0,-1 1 0,1-1 0,-1 1 0,0-1 0,1 1 0,-1-1 0,1 1 0,-1 0 0,0 0 0,0 0 0,1-1 0,-1 1 0,0 1 0,0-1 0,0 0 0,0 0 0,0 0 0,0 0 0,-1 1 0,1-1 0,0 0 0,0 1 0,-1-1 0,1 1 0,-1-1 0,0 0 0,1 1 0,-1-1 0,0 1 0,0 2 0,0-1 0,-1 0 0,0 0 0,0 0 0,-1-1 0,1 1 0,-1 0 0,1-1 0,-1 0 0,0 1 0,0-1 0,0 0 0,0 0 0,0 1 0,0-2 0,-4 3 0,-36 21 0,34-22 0,1 1 0,1 0 0,-1 0 0,0 0 0,1 1 0,0 0 0,-9 8 0,15-12 0,0-1 0,-1 1 0,1 0 0,-1-1 0,1 1 0,0 0 0,-1-1 0,1 1 0,0 0 0,0 0 0,-1-1 0,1 1 0,0 0 0,0 0 0,0-1 0,0 1 0,0 0 0,0 0 0,0-1 0,0 1 0,1 0 0,-1-1 0,0 1 0,0 0 0,1 0 0,-1-1 0,0 1 0,1 0 0,-1-1 0,1 1 0,-1-1 0,0 1 0,1 0 0,0-1 0,-1 1 0,1-1 0,-1 1 0,1-1 0,0 0 0,-1 1 0,1-1 0,1 1 0,34 14 0,-31-14 0,23 7 0,-9-3 0,1 2 0,35 16 0,-51-21 0,0 0 0,0 0 0,0 1 0,-1-1 0,1 1 0,-1 0 0,1 0 0,-1 0 0,0 1 0,0-1 0,0 1 0,-1 0 0,1 0 0,-1 0 0,0 0 0,0 0 0,0 0 0,1 8 0,-2-8 0,-1 0 0,0 1 0,0-1 0,0 0 0,-1 1 0,0-1 0,0 0 0,0 0 0,0 0 0,0 0 0,-1 0 0,0 0 0,0 0 0,0 0 0,0 0 0,-1-1 0,1 1 0,-1-1 0,0 0 0,0 0 0,0 0 0,0 0 0,-5 3 0,-1 1 0,-1 0 0,0-1 0,0 0 0,0-1 0,-1 0 0,0 0 0,-16 4 0,20-7-80,1 0 0,-1-1-1,0 0 1,0 0 0,0 0-1,0-1 1,0 0 0,0 0-1,0-1 1,1 0 0,-1 0 0,0-1-1,0 0 1,1 0 0,-1 0-1,-12-7 1,-2-7-6746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43.8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 55 24575,'-40'7'0,"37"-7"0,0 1 0,1 0 0,-1 0 0,0 0 0,1 0 0,-1 0 0,1 1 0,-1-1 0,1 1 0,0-1 0,-3 4 0,5-5 0,0 0 0,0 0 0,-1 0 0,1 1 0,0-1 0,0 0 0,0 0 0,0 0 0,0 1 0,0-1 0,0 0 0,0 0 0,0 0 0,1 1 0,-1-1 0,0 0 0,0 0 0,0 0 0,0 1 0,0-1 0,0 0 0,0 0 0,0 0 0,0 0 0,1 1 0,-1-1 0,0 0 0,0 0 0,0 0 0,0 0 0,1 0 0,-1 0 0,0 1 0,0-1 0,0 0 0,0 0 0,1 0 0,-1 0 0,0 0 0,0 0 0,0 0 0,1 0 0,-1 0 0,11 3 0,-11-3 0,27 1 0,0 0 0,0-2 0,0 0 0,50-12 0,-47 9 0,-1-1 0,-5 2 0,0-1 0,0-1 0,0-1 0,24-9 0,-48 15 0,1 0 0,0-1 0,0 1 0,-1 0 0,1 0 0,0-1 0,-1 1 0,1 0 0,0-1 0,-1 1 0,1-1 0,-1 1 0,1-1 0,0 1 0,-1-1 0,1 1 0,-1-1 0,0 0 0,1 1 0,-1-1 0,1 0 0,-1 1 0,0-1 0,0 0 0,1-1 0,-1 2 0,-1-1 0,1 0 0,-1 1 0,1-1 0,-1 0 0,1 1 0,-1-1 0,1 1 0,-1-1 0,1 1 0,-1-1 0,0 1 0,1-1 0,-1 1 0,0 0 0,0-1 0,1 1 0,-1 0 0,-1-1 0,-4-1 0,0 0 0,-1 1 0,0-1 0,-9 1 0,14 0 0,-1 1 0,0 0 0,0 0 0,1 0 0,-1 1 0,0-1 0,1 1 0,-1-1 0,1 1 0,-1 0 0,1 0 0,-1 0 0,1 1 0,-1-1 0,1 0 0,0 1 0,0-1 0,0 1 0,0 0 0,0 0 0,0 0 0,0 0 0,0 0 0,-2 5 0,2-1 0,-1 0 0,1 0 0,0 1 0,1-1 0,0 1 0,0 0 0,0-1 0,1 1 0,0 7 0,0-11 4,0 21-460,0 0-1,6 32 1,-1-35-6370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44.2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58 111 24575,'0'-1'0,"0"1"0,0 0 0,1 0 0,-1-1 0,0 1 0,0 0 0,0 0 0,0-1 0,0 1 0,0 0 0,0 0 0,0-1 0,0 1 0,0 0 0,0 0 0,-1-1 0,1 1 0,0 0 0,0 0 0,0 0 0,0-1 0,0 1 0,0 0 0,0 0 0,-1 0 0,1-1 0,0 1 0,0 0 0,0 0 0,-1 0 0,1 0 0,0-1 0,0 1 0,0 0 0,-1 0 0,1 0 0,-8 6 0,-5 14 0,6 0 0,0 1 0,-7 36 0,12-45 0,0 0 0,1-1 0,1 1 0,0 0 0,1 0 0,2 18 0,3-16 0,-6-13 0,0-1 0,0 0 0,0 0 0,0 0 0,0 0 0,0 0 0,1 0 0,-1 0 0,0 0 0,0 0 0,0 0 0,0 0 0,0 0 0,0 0 0,1 0 0,-1 0 0,0 0 0,0 0 0,0 0 0,0 0 0,0 0 0,1 0 0,-1 0 0,0 0 0,0 0 0,0 0 0,0 0 0,0 0 0,0 0 0,0 0 0,1-1 0,-1 1 0,0 0 0,0 0 0,0 0 0,0 0 0,0 0 0,0 0 0,0 0 0,0 0 0,0-1 0,0 1 0,0 0 0,0 0 0,1 0 0,-1 0 0,0 0 0,5-27 0,-3-7 0,-1 7 0,0-1 0,2 1 0,12-50 0,-13 70 0,0 0 0,1 0 0,0 1 0,0-1 0,0 1 0,1 0 0,0 0 0,0 0 0,0 0 0,1 1 0,0 0 0,0 0 0,0 0 0,1 0 0,-1 1 0,1 0 0,0 0 0,0 1 0,1 0 0,6-3 0,-6 4 0,0 0 0,0 1 0,0 0 0,0 0 0,0 1 0,0 0 0,0 0 0,0 0 0,-1 1 0,1 0 0,10 3 0,-14-3 0,-1-1 0,1 1 0,0 0 0,0 0 0,-1 0 0,1 0 0,-1 1 0,1-1 0,-1 1 0,0-1 0,1 1 0,-1 0 0,0 0 0,0 0 0,0 0 0,0 0 0,0 0 0,-1 1 0,1-1 0,-1 1 0,0-1 0,1 1 0,-1-1 0,0 1 0,0 0 0,-1 0 0,1-1 0,-1 1 0,1 6 0,-1-7 0,-1 0 0,0 1 0,1-1 0,-1 0 0,0 1 0,0-1 0,0 0 0,-1 0 0,1 0 0,0 0 0,-1 0 0,0 0 0,1 0 0,-1-1 0,0 1 0,0-1 0,0 1 0,0-1 0,0 1 0,0-1 0,0 0 0,0 0 0,-3 1 0,-8 3 0,1-1 0,-24 6 0,34-10 0,-13 3-273,0 0 0,-1-2 0,1 0 0,-31-2 0,17-2-6553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45.8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18 219 24575,'0'0'0,"0"-1"0,0 0 0,0 0 0,0 0 0,0 1 0,0-1 0,0 0 0,0 0 0,0 1 0,0-1 0,0 0 0,1 0 0,-1 1 0,0-1 0,1 0 0,-1 1 0,0-1 0,1 0 0,-1 1 0,1-1 0,-1 0 0,1 1 0,0-1 0,-1 1 0,1-1 0,-1 1 0,2-1 0,-1 1 0,0 0 0,-1 0 0,1 0 0,0 1 0,-1-1 0,1 0 0,0 0 0,-1 1 0,1-1 0,0 0 0,-1 1 0,1-1 0,0 0 0,-1 1 0,1-1 0,-1 1 0,1-1 0,-1 1 0,1 0 0,-1-1 0,1 1 0,-1-1 0,0 1 0,1 0 0,-1-1 0,0 1 0,0 0 0,1 0 0,-1 0 0,3 9 0,0 0 0,-1 0 0,0 0 0,0 0 0,-1 0 0,0 1 0,-1-1 0,-2 12 0,-13 85 0,9-78 0,-7 33 0,7-36 0,0 1 0,-2 47 0,8-72 0,0-1 0,0 1 0,0-1 0,0 1 0,1-1 0,-1 1 0,0-1 0,1 1 0,0-1 0,-1 1 0,1-1 0,0 1 0,-1-1 0,1 0 0,0 1 0,0-1 0,0 0 0,0 0 0,0 1 0,1-1 0,-1 0 0,0 0 0,0-1 0,1 1 0,-1 0 0,0 0 0,1-1 0,-1 1 0,1 0 0,-1-1 0,1 0 0,-1 1 0,1-1 0,0 0 0,-1 0 0,1 0 0,-1 0 0,3 0 0,9 0 0,0-1 0,-1-1 0,25-6 0,-17 4 0,324-35 0,3 33 0,-250 15 0,-97-9 0,0 0 0,0-1 0,1 1 0,-1 0 0,0 0 0,0 0 0,0 0 0,0 0 0,1 0 0,-1 0 0,0-1 0,0 1 0,0 0 0,0 0 0,0 0 0,1 0 0,-1 0 0,0-1 0,0 1 0,0 0 0,0 0 0,0 0 0,0 0 0,0-1 0,0 1 0,0 0 0,0 0 0,0 0 0,0-1 0,0 1 0,0 0 0,0 0 0,0 0 0,0-1 0,0 1 0,0 0 0,0 0 0,0 0 0,0-1 0,0 1 0,0 0 0,0 0 0,0 0 0,-1 0 0,1-1 0,0 1 0,0 0 0,0 0 0,0 0 0,0 0 0,-1 0 0,1-1 0,0 1 0,0 0 0,0 0 0,-1 0 0,-10-16 0,5 9 0,1-3 0,-1-1 0,2 0 0,-1 1 0,2-2 0,-1 1 0,2 0 0,-1-1 0,2 1 0,-1-1 0,1-14 0,2-9 0,0 0 0,9-40 0,12-25 0,-15 75 0,-1 1 0,-1-1 0,-1 0 0,-1-1 0,-1-32 0,-2 57 0,0-1 0,0 1 0,-1 0 0,1-1 0,0 1 0,-1 0 0,1-1 0,-1 1 0,1 0 0,-1-1 0,0 1 0,1 0 0,-1 0 0,0 0 0,0 0 0,0 0 0,0 0 0,0 0 0,0 0 0,0 0 0,0 0 0,0 0 0,-1 1 0,1-1 0,0 0 0,0 1 0,-1-1 0,1 1 0,0-1 0,-1 1 0,1 0 0,-1 0 0,-1-1 0,-5 1 0,0 0 0,0 1 0,1-1 0,-15 4 0,17-3 0,-150 22 0,-1-7 0,-239-5 0,386-12 169,7 1-278,1 0-1,-1-1 0,1 1 1,-1 0-1,1 0 1,-1 0-1,1 1 0,-1-1 1,1 0-1,-1 1 1,1-1-1,-1 0 1,-2 2-1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46.5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56 24575,'0'-2'0,"2"-9"0,15 7 0,259 0 0,-156 6 0,-107-2 0,83 1 0,176-22 0,-246 14 0,-21 3 0,-17 0 0,9 4 0,1-1 0,-1 1 0,1 0 0,-1 0 0,0 0 0,1 0 0,-1 1 0,1-1 0,-1 1 0,1-1 0,0 1 0,-1 0 0,1 0 0,-1 0 0,-3 3 0,5-3 0,0 0 0,0 1 0,0-1 0,0 0 0,0 1 0,0-1 0,0 1 0,0-1 0,1 1 0,-1-1 0,1 1 0,-1 0 0,1-1 0,0 1 0,-1 0 0,1-1 0,0 1 0,0 0 0,0-1 0,0 1 0,1 0 0,-1-1 0,0 1 0,1 0 0,0 2 0,6 31 0,-1 1 0,-1 0 0,-2 1 0,-2-1 0,-1 1 0,-2-1 0,-2 0 0,-1 0 0,-16 59 0,14-73 0,5-15 0,-1 0 0,1 1 0,0-1 0,1 0 0,0 1 0,0-1 0,0 1 0,1 0 0,0-1 0,2 10 0,-2-16 0,1 0 0,0 1 0,-1-1 0,1 0 0,0 0 0,0 0 0,0 0 0,0 0 0,0 0 0,0 0 0,0 0 0,0 0 0,1-1 0,-1 1 0,0 0 0,0-1 0,1 1 0,-1-1 0,0 1 0,1-1 0,-1 0 0,0 1 0,1-1 0,-1 0 0,1 0 0,-1 0 0,0 0 0,1 0 0,-1 0 0,1-1 0,-1 1 0,3-1 0,7-2 0,-1 0 0,1 0 0,11-6 0,-12 5 0,32-10 0,0 2 0,1 2 0,56-7 0,132 1 0,-154 15-1365,-49 1-5461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46.8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39 0 24575,'0'4'0,"0"3"0,0 4 0,0 3 0,-3 3 0,-1 1 0,0 4 0,-3 4 0,1 5 0,0 2 0,2 2 0,2 5 0,0 1 0,1 1 0,5-2 0,0 0 0,0-5 0,0-8-8191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47.2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161 282 24575,'1'-21'0,"7"-35"0,-2 13 0,-3 20 0,-2 5 0,1 0 0,1 1 0,1 0 0,5-18 0,-8 33 0,0-1 0,1 1 0,-1 0 0,0 0 0,1 0 0,-1 0 0,1 1 0,0-1 0,-1 0 0,1 1 0,0-1 0,0 1 0,0-1 0,0 1 0,1 0 0,-1 0 0,0 0 0,0 0 0,1 1 0,-1-1 0,0 0 0,1 1 0,-1 0 0,1-1 0,2 1 0,8 0 0,-1 1 0,1 0 0,21 4 0,-17-2 0,198 25 0,-53-9 0,-155-18 0,0 0 0,0 0 0,0 1 0,0 0 0,0 0 0,0 1 0,11 5 0,-16-6 0,0-1 0,-1 1 0,1-1 0,0 1 0,0 0 0,-1-1 0,0 1 0,1 0 0,-1 0 0,0 0 0,0 0 0,0 0 0,0 0 0,0 0 0,0 1 0,0-1 0,-1 0 0,1 0 0,-1 1 0,0-1 0,0 0 0,0 1 0,0-1 0,0 0 0,0 1 0,0-1 0,-2 4 0,-5 31 0,1 2 0,1-1 0,3 1 0,1-1 0,1 1 0,11 65 0,-4-68 0,-2-12 0,0 0 0,-2 0 0,1 47 0,-4-70 0,0 0 0,-1 1 0,1-1 0,0 1 0,0-1 0,-1 1 0,1-1 0,-1 0 0,0 1 0,1-1 0,-1 0 0,0 0 0,1 1 0,-1-1 0,0 0 0,0 0 0,0 0 0,0 0 0,0 0 0,-1 0 0,1 0 0,0 0 0,0-1 0,-1 1 0,1 0 0,0-1 0,-1 1 0,1-1 0,0 1 0,-1-1 0,-2 1 0,-4-1 0,0 1 0,0-1 0,0 0 0,-14-3 0,11 2 0,-39-3 0,-236-19 0,-1 22 0,231 5-1365,11 0-5461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47.6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1100 0 24575,'-1'1'0,"0"-1"0,0 0 0,-1 1 0,1 0 0,0-1 0,0 1 0,0 0 0,0-1 0,0 1 0,0 0 0,0 0 0,0 0 0,0 0 0,0 0 0,0 1 0,-16 22 0,12-15 0,-1-2 0,-1 0 0,0 0 0,0 0 0,0-1 0,-1 0 0,1-1 0,-2 1 0,1-2 0,0 1 0,-1-1 0,0 0 0,0-1 0,0 0 0,-11 2 0,-15 2 0,0-1 0,-51 1 0,-146-3 0,-10 1 0,183-1 0,1 3 0,-63 15 0,114-21 0,2 0 0,0 0 0,0 0 0,0 1 0,1 0 0,-1-1 0,0 1 0,1 1 0,-1-1 0,-6 6 0,10-6-1365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48.7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925 42 24575,'-1'-38'0,"1"34"0,1 12 0,0 8 0,4 50 0,8 177 0,-13-185 0,-2 88 0,2-145 0,0 1 0,0 0 0,0 0 0,-1-1 0,1 1 0,-1 0 0,1 0 0,-1-1 0,0 1 0,0-1 0,1 1 0,-1-1 0,0 1 0,-1-1 0,1 1 0,0-1 0,0 0 0,0 0 0,-1 1 0,1-1 0,-1 0 0,1 0 0,-1-1 0,1 1 0,-1 0 0,1 0 0,-1-1 0,0 1 0,0-1 0,-1 1 0,-6 0 0,0 0 0,0 0 0,-1-1 0,-15-2 0,4 1 0,-288-21 0,-179-16 0,486 38 0,-1 0 0,1-1 0,-1 1 0,1-1 0,0 1 0,-1-1 0,1 0 0,-4-1 0,3-6 0,11-3 0,10-7 0,-5 6 0,0-1 0,11-15 0,-20 23 0,-1 0 0,0-1 0,0 1 0,0-1 0,0 1 0,-1-1 0,0 0 0,0 0 0,1-12 0,15-165 0,-17 179 0,-1 1 0,1-1 0,0 1 0,-1 0 0,2-1 0,-1 1 0,0 0 0,0 0 0,1 0 0,0 0 0,0 0 0,0 0 0,0 0 0,0 0 0,4-3 0,-2 3 0,0 0 0,1 0 0,0 0 0,-1 0 0,1 0 0,0 1 0,0 0 0,11-3 0,4 1 0,1 1 0,0 1 0,43 0 0,-55 2 0,442 2 0,-408 1-1365,-29 1-5461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54.8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1755 24575,'24'-679'0,"15"380"0,-18 157 0,6-225 0,-18 236 340,0 12-2045,-9 102-5121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55.2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320 40 24575,'1'-11'0,"-1"-13"0,-7 19 0,-7 11 0,3 2 0,0 2 0,0 0 0,1 0 0,-12 15 0,-9 10 0,19-23 0,-152 145 0,145-144 0,11-12 0,10-11 0,7-6 0,1 0 0,17-19 0,3-4 0,-10 8 0,-8 11 0,26-32 0,-35 48 0,1 0 0,-1 0 0,1 0 0,0 0 0,0 1 0,1 0 0,-1 0 0,1 0 0,0 1 0,-1-1 0,1 1 0,0 0 0,6-1 0,-6 2 0,0 1 0,-1 0 0,1 1 0,0-1 0,-1 1 0,1 0 0,0 0 0,-1 0 0,1 0 0,-1 1 0,1 0 0,-1 0 0,0 0 0,0 1 0,6 3 0,6 6 0,0 1 0,16 17 0,42 44-1365,-38-39-5461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56.0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348 167 24575,'3'0'0,"1"0"0,0 0 0,-1 0 0,1 0 0,0-1 0,0 0 0,-1 0 0,1 0 0,-1 0 0,1 0 0,-1-1 0,1 1 0,-1-1 0,0 0 0,0 0 0,0 0 0,0-1 0,0 1 0,0-1 0,-1 1 0,1-1 0,-1 0 0,0 0 0,0 0 0,0 0 0,0 0 0,0-1 0,-1 1 0,0-1 0,1 1 0,-1-1 0,0 1 0,-1-1 0,1 0 0,-1 1 0,1-1 0,-1-5 0,-1 6 0,1 0 0,-1 0 0,0 1 0,0-1 0,0 0 0,0 1 0,0-1 0,0 1 0,-1-1 0,1 1 0,-1 0 0,0 0 0,1-1 0,-1 1 0,0 0 0,0 1 0,0-1 0,-1 0 0,1 1 0,0-1 0,-1 1 0,1-1 0,-6-1 0,-2-1 0,0 1 0,0 0 0,0 0 0,-20-2 0,8 2 0,0 2 0,0 0 0,-42 5 0,54-3 0,1 1 0,0 0 0,0 0 0,0 1 0,0 0 0,0 0 0,1 1 0,-1 1 0,1-1 0,0 1 0,-13 11 0,18-14 0,1 1 0,-1-1 0,1 1 0,-1 0 0,1 0 0,0 0 0,0 0 0,1 0 0,-1 0 0,0 0 0,1 0 0,0 1 0,0-1 0,0 1 0,0-1 0,1 1 0,-1-1 0,1 1 0,0-1 0,0 1 0,0 0 0,0-1 0,1 1 0,0-1 0,-1 1 0,1-1 0,0 0 0,1 1 0,-1-1 0,1 0 0,-1 0 0,1 1 0,4 3 0,2 4 0,0 0 0,1-1 0,0-1 0,1 1 0,0-1 0,1-1 0,18 12 0,87 40 0,-79-43 0,60 38 0,-94-54 0,0 2 0,0-1 0,0 0 0,0 0 0,0 1 0,-1 0 0,1-1 0,-1 1 0,0 0 0,1 0 0,-2 1 0,1-1 0,0 0 0,-1 0 0,1 1 0,0 3 0,-2-4 0,0 0 0,0-1 0,0 1 0,0 0 0,-1-1 0,1 1 0,-1 0 0,1-1 0,-1 1 0,0-1 0,0 1 0,-1-1 0,1 1 0,0-1 0,-1 0 0,1 0 0,-1 1 0,0-1 0,0 0 0,0-1 0,0 1 0,-4 3 0,-3 1 0,-1 1 0,1-1 0,-1-1 0,-1 0 0,1 0 0,-1-1 0,0-1 0,0 0 0,0 0 0,0-1 0,-13 1 0,0-1 0,0-1 0,-1-1 0,1-1 0,-29-5 0,42 5 57,0-2 0,-1 0 0,1 0 0,0-1 0,-15-7 0,22 9-143,1 0 1,0 0 0,-1 0-1,1 0 1,0-1 0,0 1-1,0-1 1,0 0 0,1 0-1,-1 0 1,1 0 0,-1 0-1,1 0 1,0-1 0,1 1-1,-1-1 1,0 0 0,1 1-1,-1-7 1,0-11-6741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56.6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91 24575,'12'-1'0,"-11"0"0,-1 1 0,1 0 0,0 0 0,-1-1 0,1 1 0,0 0 0,-1 0 0,1 0 0,0 0 0,0 0 0,-1 0 0,1 0 0,0 0 0,-1 0 0,1 0 0,0 0 0,-1 0 0,1 1 0,0-1 0,-1 0 0,1 1 0,0-1 0,-1 0 0,1 1 0,-1-1 0,1 0 0,-1 1 0,1-1 0,-1 1 0,1-1 0,-1 1 0,1-1 0,-1 1 0,0 0 0,1-1 0,-1 1 0,0-1 0,1 1 0,-1 1 0,9 25 0,-1 0 0,-1 1 0,-1 0 0,2 46 0,-6 114 0,-1-262 0,-1 21 0,10-67 0,-8 103 0,1 1 0,1-1 0,1 1 0,0 0 0,1 1 0,1-1 0,0 1 0,14-20 0,-18 30 0,1 0 0,1 0 0,-1 1 0,1-1 0,-1 1 0,1 0 0,0 1 0,1-1 0,-1 1 0,1 0 0,-1 0 0,1 0 0,0 1 0,0 0 0,0 0 0,1 1 0,-1-1 0,0 1 0,13 0 0,-14 1 0,0 0 0,0 1 0,0 0 0,0-1 0,0 2 0,0-1 0,0 0 0,0 1 0,-1 0 0,1 0 0,0 1 0,-1-1 0,0 1 0,1 0 0,-1 0 0,-1 0 0,1 1 0,0-1 0,-1 1 0,1 0 0,-1 0 0,0 0 0,-1 0 0,1 1 0,2 6 0,-3-7 0,0 0 0,-1 0 0,0 0 0,0 0 0,0 1 0,0-1 0,-1 0 0,1 1 0,-1-1 0,0 0 0,-1 0 0,1 1 0,-1-1 0,1 0 0,-4 8 0,2-6 0,-1 0 0,0-1 0,0 1 0,-1-1 0,0 1 0,1-1 0,-2 0 0,1-1 0,-9 8 0,-1-1 0,-1-1 0,0 0 0,0-2 0,-1 1 0,0-2 0,-29 10 0,-85 15 0,130-32 0,-1 0 0,1 0 0,0 0 0,-1 0 0,1 0 0,0 0 0,-1 0 0,1 0 0,0 0 0,-1 1 0,1-1 0,0 0 0,0 0 0,-1 0 0,1 0 0,0 0 0,0 1 0,-1-1 0,1 0 0,0 0 0,0 0 0,-1 1 0,1-1 0,0 0 0,0 0 0,0 1 0,0-1 0,-1 0 0,1 0 0,0 1 0,0-1 0,0 1 0,9 4 0,23 2 0,-29-6 0,43 10-273,0 2 0,-1 2 0,0 2 0,74 39 0,-103-48-6553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56.9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17 104 24575,'-3'-7'0,"0"0"0,1-1 0,0 1 0,0 0 0,0-1 0,1 0 0,0 1 0,1-1 0,0 0 0,0 1 0,1-9 0,-1 16 0,0 0 0,0-1 0,0 1 0,0 0 0,0 0 0,0 0 0,1-1 0,-1 1 0,0 0 0,0 0 0,0-1 0,0 1 0,0 0 0,0 0 0,0 0 0,1 0 0,-1-1 0,0 1 0,0 0 0,0 0 0,0 0 0,1 0 0,-1 0 0,0-1 0,0 1 0,0 0 0,1 0 0,-1 0 0,0 0 0,0 0 0,0 0 0,1 0 0,-1 0 0,0 0 0,0 0 0,1 0 0,-1 0 0,0 0 0,0 0 0,1 0 0,-1 0 0,0 0 0,0 0 0,0 0 0,1 0 0,-1 0 0,0 1 0,0-1 0,0 0 0,1 0 0,-1 0 0,0 0 0,0 0 0,0 1 0,0-1 0,1 0 0,-1 0 0,0 0 0,0 0 0,0 1 0,12 14 0,-10-12 0,59 86 0,-4 3 0,47 104 0,-91-176 0,-12-19 0,-1-1 0,0 0 0,0 0 0,0 0 0,0 0 0,0 0 0,1 0 0,-1 1 0,0-1 0,0 0 0,0 0 0,1 0 0,-1 0 0,0 0 0,0 0 0,0 0 0,1 0 0,-1 0 0,0 0 0,0 0 0,0 0 0,1 0 0,-1 0 0,0 0 0,0 0 0,0 0 0,1 0 0,-1 0 0,0-1 0,0 1 0,0 0 0,1 0 0,-1 0 0,0 0 0,4-14 0,5-81 0,5-35 0,-11 114 0,0-5 0,1 1 0,1-1 0,0 1 0,2-1 0,12-26 0,-9 36 342,-9 11-383,-1 0 0,0-1 1,1 1-1,-1 0 0,0 0 1,1 0-1,-1 0 1,0 0-1,1 0 0,-1 0 1,0 0-1,0 0 0,1 0 1,-1 0-1,0 0 0,1 1 1,-1-1-1,0 0 1,0 0-1,1 0 0,-1 0 1,0 0-1,1 1 0,-1-1 1,0 0-1,0 0 0,0 0 1,1 1-1,-1-1 1,0 0-1,0 0 0,0 1 1,1-1-1,-1 0 0,0 0 1,0 1-1,0-1 1,0 0-1,0 1 0,0-1 1,0 1-1,3 9-6785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57.5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162 6 24575,'-4'1'0,"1"0"0,-1 1 0,0 0 0,1 0 0,0 0 0,-1 0 0,1 0 0,0 1 0,0-1 0,0 1 0,0 0 0,0 0 0,-3 5 0,3-4 0,-11 11 0,1 2 0,1 0 0,1 0 0,0 1 0,-15 35 0,21-42 0,1-1 0,1 1 0,0 0 0,0 0 0,1 0 0,1 0 0,0 0 0,0 0 0,1 0 0,1 0 0,-1 0 0,5 18 0,-4-24 0,1 1 0,0-1 0,0 0 0,0 0 0,0-1 0,1 1 0,0 0 0,0-1 0,0 0 0,0 1 0,1-1 0,0 0 0,0-1 0,0 1 0,8 4 0,-6-4 0,0-1 0,1 0 0,-1 0 0,1-1 0,0 0 0,0 0 0,0-1 0,0 0 0,0 0 0,13 0 0,-6-2 0,0 0 0,0 0 0,-1-2 0,1 0 0,0 0 0,-1-1 0,0-1 0,0 0 0,0-1 0,0-1 0,17-12 0,-20 12 0,-1 0 0,0-1 0,0 0 0,-1-1 0,-1 0 0,1 0 0,-1-1 0,-1 0 0,0 0 0,0-1 0,-1 1 0,5-15 0,-8 17 0,0 1 0,0 0 0,-1-1 0,0 1 0,0-1 0,-1 1 0,0-1 0,0 1 0,-1-1 0,0 1 0,0-1 0,-1 1 0,0 0 0,0 0 0,-1-1 0,0 2 0,0-1 0,0 0 0,-1 0 0,-6-7 0,3 6-76,1 0 1,-2 1-1,1 0 0,-1 0 0,0 1 0,0 0 0,-1 0 0,0 1 1,0 0-1,0 1 0,0 0 0,-1 0 0,0 1 0,0 0 1,0 1-1,0 0 0,-16-1 0,4 2-6750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58.4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44 24575,'0'0'0,"0"0"0,0 0 0,0 0 0,0 0 0,0 0 0,0-1 0,0 1 0,0 0 0,0 0 0,1 0 0,-1 0 0,0 0 0,0 0 0,0 0 0,0 0 0,0 0 0,0 0 0,0-1 0,0 1 0,0 0 0,0 0 0,0 0 0,0 0 0,0 0 0,1 0 0,-1 0 0,0 0 0,0 0 0,0 0 0,0 0 0,0 0 0,0 0 0,0 0 0,0 0 0,1 0 0,-1 0 0,0 0 0,0 0 0,0 0 0,0 0 0,0 0 0,0 0 0,0 0 0,0 0 0,0 0 0,1 0 0,-1 0 0,0 0 0,0 0 0,0 0 0,0 0 0,0 0 0,0 0 0,0 0 0,0 1 0,0-1 0,0 0 0,1 0 0,8 7 0,9 12 0,-10-7 0,0 1 0,0 0 0,-2 0 0,1 1 0,3 15 0,20 76 0,-14-41 0,-9-37 0,-6-19 0,1 1 0,0-1 0,1 0 0,0 0 0,0 0 0,6 9 0,-9-17 0,0 0 0,1 1 0,-1-1 0,0 1 0,0-1 0,1 0 0,-1 1 0,0-1 0,1 0 0,-1 1 0,0-1 0,1 0 0,-1 1 0,1-1 0,-1 0 0,0 0 0,1 0 0,-1 1 0,1-1 0,-1 0 0,1 0 0,-1 0 0,1 0 0,-1 0 0,1 0 0,-1 0 0,1 0 0,-1 0 0,1 0 0,-1 0 0,0 0 0,1 0 0,0-1 0,1 1 0,-1-1 0,0 0 0,0-1 0,1 1 0,-1 0 0,0 0 0,0 0 0,0-1 0,0 1 0,1-3 0,17-40 0,-18 40 0,36-95 0,76-145 0,-112 242 31,0 0 0,0 0 0,0 0 0,1 0 0,-1 0 0,1 0 0,-1 1 0,1-1 1,0 0-1,3-2 0,-5 4-42,1 0 0,-1 0 0,0 0 0,0 0 0,1 0 0,-1 0-1,0 0 1,1 0 0,-1 0 0,0 0 0,0 0 0,1 0 0,-1 0 0,0 0 0,1 0 0,-1 0 0,0 0 0,0 0 0,1 0 0,-1 0 0,0 0 0,1 0 0,-1 1 0,0-1 0,0 0 0,0 0 0,1 0 0,-1 0 0,0 1 0,1-1 0,4 17-1354,-4-4-5461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8:59.0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24575,'1'0'0,"1"0"0,-1 1 0,1-1 0,0 0 0,-1 1 0,1-1 0,-1 1 0,1 0 0,-1-1 0,0 1 0,1 0 0,-1 0 0,0 0 0,1 0 0,-1 0 0,0 0 0,0 0 0,0 0 0,0 1 0,0-1 0,0 0 0,0 1 0,0-1 0,-1 1 0,1-1 0,0 1 0,-1-1 0,1 1 0,-1-1 0,0 1 0,1 2 0,0 8 0,1-1 0,-2 0 0,0 18 0,-1-16 0,1 14 0,0 24 0,-8 54 0,8-104 0,0 0 0,0 0 0,0 0 0,-1-1 0,1 1 0,0 0 0,0 0 0,0 0 0,0 0 0,1 0 0,-1 0 0,0 0 0,0-1 0,0 1 0,1 0 0,-1 0 0,1 0 0,-1 0 0,0-1 0,1 1 0,-1 0 0,1 0 0,0-1 0,-1 1 0,1 0 0,-1-1 0,1 1 0,0-1 0,0 1 0,-1-1 0,1 1 0,0-1 0,0 0 0,0 1 0,-1-1 0,1 0 0,0 1 0,0-1 0,0 0 0,0 0 0,0 0 0,0 0 0,0 0 0,1 0 0,6-1 0,0 0 0,0 0 0,0-1 0,10-3 0,-3 1 0,16-1 0,41-3 0,-43 6 0,53-11 0,-79 13 0,0-1 0,0 0 0,0 0 0,0-1 0,-1 1 0,1-1 0,0 1 0,-1-1 0,1 0 0,-1 0 0,1 0 0,-1 0 0,0 0 0,0-1 0,0 1 0,0-1 0,-1 1 0,1-1 0,-1 0 0,1 1 0,-1-1 0,0 0 0,0 0 0,0 0 0,1-6 0,-1-6 0,1 1 0,-2-1 0,0 0 0,-3-20 0,1 1 0,2 23 0,-1-9 0,1 19 0,0 13 0,-1 166 0,2 188 0,2-317-1365,1-7-5461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9:00.3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222 56 24575,'-3'-3'0,"1"0"0,1-1 0,-1 1 0,0-1 0,1 0 0,-1 1 0,1-1 0,0 0 0,1 0 0,-1 0 0,0-4 0,-1 1 0,-2 34 0,-179 1183 0,177-1175 0,3-21 0,1-1 0,0 1 0,0 0 0,2-1 0,0 1 0,3 26 0,-3-39 0,1 1 0,-1-1 0,1 0 0,0 1 0,0-1 0,-1 0 0,1 0 0,0 0 0,0 0 0,0 0 0,0 0 0,0 0 0,1 0 0,-1 0 0,0-1 0,0 1 0,0 0 0,1-1 0,-1 1 0,0-1 0,1 1 0,-1-1 0,1 0 0,-1 0 0,0 1 0,1-1 0,-1 0 0,3 0 0,6 0 0,0-1 0,0 0 0,11-2 0,-7 1 0,205-30-148,215-23-549,427 26-1973,3 53 254,154 25 1396,120 5-1199,-1-27 1005,-1014-26 1257,246-3 757,-124-11 2569,-235 12-3145,-4 1 81,1 0-1,-1-1 0,0 1 1,0-2-1,1 1 0,-1-1 1,0 0-1,11-5 1,-17 7-271,0 0 0,1 0 1,-1 0-1,0-1 1,1 1-1,-1 0 0,0 0 1,0 0-1,1-1 1,-1 1-1,0 0 0,0 0 1,0-1-1,1 1 1,-1 0-1,0-1 0,0 1 1,0 0-1,0-1 0,0 1 1,1 0-1,-1-1 1,0 1-1,0 0 0,0-1 1,0 1-1,0 0 1,0-1-1,0 1 0,0 0 1,0-1-1,-1 0 1,-8-8 796,-20-5-212,28 13-643,-38-13-823,-1 1-5850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9:00.9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1 115 24575,'21'-1'0,"0"-1"0,30-7 0,9-1 0,780-56-3108,8 46-819,53 13 732,1204 12 2722,-1415 5-447,-55-1 6050,-614-9-4731,-10 0 247,0 0 0,0 0 0,18 4 0,-28-4-603,0 1 0,0-1 0,0 0 0,0 1 0,-1-1 0,1 0 0,0 1 0,0-1-1,0 1 1,-1 0 0,1-1 0,0 1 0,-1-1 0,1 1 0,0 0 0,-1 0 0,1-1 0,-1 1 0,1 0 0,-1 0 0,0 0 0,1 0 0,-1-1 0,0 1 0,0 0 0,1 0-1,-1 0 1,0 0 0,0 0 0,0 0 0,0 0 0,0 0 0,0 0 0,0-1 0,-1 1 0,1 1 0,-2 6 350,0-1 1,0 1-1,-6 11 1,1 1-47,-6 36-347,3 1 0,-5 97 0,13 119 0,3-167 0,0 314-1365,-1-356-5461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9:02.0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 1 24575,'-5'7'0,"-1"10"0,-21 249 0,22-200 0,-28 536 0,25-423 0,0 364 0,9-490 0,-1-37-455,1 1 0,5 29 0,-2-28-6371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9:02.7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17 24575,'180'8'0,"-29"0"0,885-22 0,-1034 14 0,34 0 0,-19 0 0,0-1 0,31-4 0,-37 1 0,-15 0 0,-16 0 0,18 4 0,0 0 0,0 0 0,0 0 0,0 0 0,0 1 0,0-1 0,0 1 0,0-1 0,0 1 0,0 0 0,1 0 0,-1 0 0,0 0 0,1 0 0,-1 0 0,0 0 0,1 1 0,-1-1 0,1 1 0,0-1 0,0 1 0,-1-1 0,1 1 0,0 0 0,0-1 0,1 1 0,-1 0 0,0 0 0,0 0 0,0 3 0,-1 6 0,0 0 0,0 1 0,1 0 0,1 15 0,-1 2 0,-18 160 0,-10 156 0,31-10 0,4-242 0,28 146 0,-32-229 0,-2-6 0,0-1 0,1 1 0,0-1 0,-1 0 0,1 1 0,1-1 0,-1 0 0,0 0 0,1 0 0,-1 1 0,1-2 0,3 5 0,1-6-1365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9:03.6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51 24575,'0'-4'0,"4"-3"0,0-4 0,3-4 0,0 2-8191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9:04.3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24575,'0'3'0,"0"0"0,1 0 0,0-1 0,0 1 0,0 0 0,0 0 0,0 0 0,0-1 0,1 1 0,-1-1 0,1 1 0,0-1 0,0 0 0,0 1 0,0-1 0,0 0 0,3 2 0,8 6 0,-1-1 0,16 8 0,-12-7 0,320 222 0,-148-98 0,-175-124 0,-7-6 0,-1 0 0,1 0 0,0 0 0,0 0 0,0-1 0,0 0 0,0 0 0,1-1 0,0 0 0,11 3 0,-4-10-1365,-5-5-5461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9:04.6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510 7 24575,'0'0'0,"0"-1"0,0 1 0,0 0 0,0 0 0,0 0 0,0-1 0,0 1 0,0 0 0,0 0 0,0 0 0,0 0 0,0-1 0,0 1 0,0 0 0,0 0 0,0 0 0,0-1 0,0 1 0,0 0 0,0 0 0,0 0 0,0 0 0,-1-1 0,1 1 0,0 0 0,0 0 0,0 0 0,0 0 0,0 0 0,0-1 0,-1 1 0,1 0 0,0 0 0,0 0 0,0 0 0,-1 0 0,1 0 0,0 0 0,0 0 0,0 0 0,0 0 0,-1 0 0,1 0 0,0 0 0,0 0 0,0 0 0,-1 0 0,1 0 0,0 0 0,0 0 0,0 0 0,-1 0 0,1 0 0,0 0 0,0 0 0,-16 12 0,-22 31 0,27-31 0,-160 166 0,83-90 0,-82 107 0,161-184-1365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9:05.4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 67 24575,'-1'-21'0,"2"-21"0,-1 41 0,0 1 0,0 0 0,0 0 0,0 0 0,0 0 0,0 0 0,0 0 0,0 0 0,0 0 0,0-1 0,0 1 0,0 0 0,0 0 0,0 0 0,0 0 0,0 0 0,0 0 0,0 0 0,0 0 0,0-1 0,0 1 0,0 0 0,0 0 0,1 0 0,-1 0 0,0 0 0,0 0 0,0 0 0,0 0 0,0 0 0,0 0 0,0 0 0,0-1 0,0 1 0,0 0 0,0 0 0,1 0 0,-1 0 0,0 0 0,0 0 0,0 0 0,0 0 0,0 0 0,0 0 0,0 0 0,0 0 0,1 0 0,-1 0 0,0 0 0,0 0 0,0 0 0,0 0 0,0 0 0,0 0 0,0 0 0,5 7 0,1 12 0,-5 7 0,-1 0 0,0 0 0,-2 0 0,-1-1 0,-11 45 0,2-9 0,0 46 0,3 204 0,9-270 0,1-29 342,2-11-684,0-7-1023,1-5-5461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9:21.7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184 59 24575,'1'-36'0,"0"13"0,-6 52 0,-83 488 0,2-21 0,82-461-1365,1-8-5461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9:22.3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76 49 24575,'-11'0'0,"4"0"0,-1 1 0,1-2 0,0 1 0,0-1 0,0 0 0,-14-4 0,21 5 0,0 0 0,0 0 0,0 0 0,0 0 0,0 0 0,0 0 0,0 0 0,1 0 0,-1 0 0,0 0 0,0 0 0,0-1 0,0 1 0,0 0 0,0 0 0,0 0 0,0 0 0,0 0 0,0 0 0,0 0 0,0 0 0,0 0 0,0 0 0,0 0 0,0 0 0,0 0 0,0 0 0,1 0 0,-1 0 0,0 0 0,0-1 0,0 1 0,0 0 0,0 0 0,0 0 0,0 0 0,0 0 0,0 0 0,0 0 0,0 0 0,0 0 0,0 0 0,0 0 0,0 0 0,0-1 0,0 1 0,-1 0 0,1 0 0,0 0 0,0 0 0,0 0 0,0 0 0,0 0 0,0 0 0,0 0 0,0 0 0,0 0 0,0 0 0,0 0 0,0 0 0,0 0 0,0 0 0,12-3 0,17-1 0,510 0-1001,-317 6 352,1035 8-2933,75 0 1653,-1297-10 2011,297-13 2447,-329 13-2264,30-6 1013,-33 6-1206,1 0 0,0 0 0,0 0 0,0 0 0,-1 0 1,1 0-1,0 0 0,0-1 0,-1 1 0,1 0 1,0-1-1,-1 1 0,1-1 0,0 1 0,-1 0 1,1-1-1,0 0 0,-1 1 0,1-1 0,-1 1 0,1-1 1,-1 0-1,1 1 0,-1-1 0,0 0 0,1 1 1,-1-1-1,0 0 0,1 0 0,-1-1 0,0 1-54,0 1 0,-1-1 0,1 0 0,-1 0 0,1 0-1,-1 0 1,1 1 0,-1-1 0,1 0 0,-1 0 0,1 1 0,-1-1 0,0 1-1,1-1 1,-1 0 0,0 1 0,0-1 0,0 1 0,1 0 0,-1-1-1,0 1 1,0 0 0,0-1 0,0 1 0,0 0 0,0 0 0,0 0 0,1 0-1,-1 0 1,0 0 0,0 0 0,0 0 0,0 0 0,-1 0 0,0 1-10,0-1 0,1 0 0,-1 1 0,0-1 0,0 1 0,1 0 0,-1-1 0,0 1 0,1 0 0,-1 0 0,1 0 0,-1 0 0,1 0 0,0 0 0,-1 1 0,1-1 0,-2 3 0,-4 12-8,1 0 0,0 0 0,1 1 0,1 0 0,1 0 0,-2 22 0,-2 6 0,-50 299-1365,48-282-5461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9:22.9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73 24575,'0'-3'0,"0"-4"0,0-4 0,0-4 0,0-1 0,3 1 0,1 10 0,0 8 0,3 11 0,-1 11 0,-1 15 0,2 12 0,0 11 0,-2 9 0,2 5 0,0 5 0,-2-11-8191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9:23.4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39 24575,'0'-3'0,"0"-4"0,0-4 0,3 0 0,1 5 0,-1 6 0,4 10 0,-1 9 0,-1 8 0,3 8 0,-2 5 0,3 5 0,-1 4 0,-2-1 0,-2-1 0,-1-3 0,-2-9-8191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9:23.9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461 55 24575,'0'-2'0,"-1"0"0,1 0 0,-1 0 0,1 0 0,-1 0 0,0 0 0,0 1 0,0-1 0,0 0 0,0 0 0,0 1 0,0-1 0,0 1 0,-1-1 0,1 1 0,-1-1 0,1 1 0,-1 0 0,0 0 0,1 0 0,-1 0 0,0 0 0,0 0 0,-3-1 0,-3-1 0,1 0 0,-1 1 0,-1 0 0,-12-2 0,11 3 0,0 0 0,0 1 0,0 0 0,0 1 0,0 0 0,0 1 0,0 0 0,0 0 0,1 1 0,-14 6 0,10-3 0,1 1 0,-1 0 0,2 0 0,-1 2 0,1-1 0,-19 20 0,15-11 0,0 1 0,1 0 0,1 1 0,1 0 0,1 1 0,0 0 0,2 1 0,0 0 0,-6 25 0,7-13 0,1 0 0,2 1 0,1 0 0,2 0 0,1 0 0,5 44 0,-2-56 0,1 1 0,1-1 0,2 0 0,0 0 0,1-1 0,0 1 0,2-2 0,1 1 0,1-1 0,18 26 0,-22-37 0,0-1 0,1 0 0,-1 0 0,2 0 0,-1-1 0,1-1 0,0 1 0,1-1 0,0-1 0,0 0 0,0 0 0,0-1 0,1 0 0,-1-1 0,1 0 0,0-1 0,0 0 0,15 0 0,-10-2 0,1 0 0,-1-1 0,1-1 0,-1-1 0,0 0 0,0-1 0,-1-1 0,1 0 0,-1-2 0,0 1 0,27-18 0,-21 10 0,0-1 0,-2-1 0,0-1 0,-1 0 0,0-2 0,-2 0 0,0-1 0,-1 0 0,-1-1 0,19-40 0,-20 33 0,-1 0 0,-2-1 0,-1-1 0,-1 1 0,-2-1 0,-1 0 0,-1-1 0,-1-48 0,-3 63 0,-1 0 0,0 0 0,-2 0 0,0 1 0,0-1 0,-2 1 0,0-1 0,-1 1 0,-8-16 0,9 22 0,-1 0 0,1 1 0,-2 0 0,1-1 0,-1 2 0,0-1 0,-1 1 0,0 0 0,0 1 0,-1 0 0,1 0 0,-1 1 0,0 0 0,-1 0 0,-10-3 0,2 3-195,1 1 0,0 1 0,-1 0 0,0 1 0,0 1 0,-20 1 0,-32 4-6631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9:25.7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77 24575,'0'-3'0,"0"-1"0,0 1 0,1 0 0,-1 0 0,0 0 0,1 0 0,0 0 0,0 0 0,0 0 0,0 0 0,0 0 0,1 0 0,-1 0 0,1 1 0,0-1 0,3-4 0,-2 5 0,0 0 0,0-1 0,0 1 0,1 1 0,-1-1 0,1 0 0,-1 1 0,1 0 0,-1 0 0,1 0 0,-1 0 0,1 0 0,0 1 0,4 0 0,-1-1 0,1 1 0,0 0 0,-1 0 0,1 1 0,0 0 0,-1 0 0,1 1 0,-1 0 0,1 0 0,-1 1 0,13 6 0,-16-6 0,1 0 0,-1 0 0,0 0 0,0 1 0,0 0 0,-1-1 0,1 1 0,-1 1 0,0-1 0,0 0 0,0 1 0,-1 0 0,1-1 0,-1 1 0,-1 0 0,1 0 0,0 0 0,0 7 0,-1-2 0,0 1 0,-1-1 0,0 1 0,-1 0 0,0-1 0,0 1 0,-1-1 0,-1 0 0,0 0 0,0 0 0,-1 0 0,0 0 0,-1-1 0,-8 15 0,5-12 0,0 0 0,-1 0 0,0-1 0,-1-1 0,0 1 0,0-1 0,-1-1 0,-1 0 0,0-1 0,-13 8 0,13-8 0,12-8 0,0 1 0,0-1 0,0 0 0,0 0 0,0 0 0,-1 0 0,1 0 0,0 0 0,0 0 0,0 0 0,0 0 0,0 1 0,0-1 0,0 0 0,0 0 0,0 0 0,0 0 0,0 0 0,0 0 0,0 0 0,0 0 0,0 1 0,0-1 0,0 0 0,0 0 0,0 0 0,0 0 0,0 0 0,1 0 0,-1 0 0,0 0 0,0 0 0,0 1 0,0-1 0,0 0 0,0 0 0,0 0 0,0 0 0,0 0 0,0 0 0,0 0 0,0 0 0,1 0 0,-1 0 0,0 0 0,0 0 0,0 0 0,0 0 0,0 0 0,0 0 0,0 0 0,1 0 0,23 1 0,-10-1 0,33 5 166,78 17 0,17 2-1863,-120-22-5129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9:26.3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587 0 24575,'-26'0'0,"0"1"0,1 2 0,-1 0 0,1 2 0,-32 9 0,37-7 0,1 1 0,0 1 0,1 0 0,0 1 0,0 1 0,1 1 0,-16 14 0,10-5 0,1 2 0,1 0 0,1 1 0,2 1 0,0 1 0,1 0 0,2 1 0,1 1 0,0 1 0,3 0 0,0 0 0,2 1 0,1 0 0,2 1 0,0 0 0,3 0 0,0 0 0,3 49 0,1-63 0,1 0 0,1-1 0,1 1 0,0-1 0,1 0 0,1 0 0,0-1 0,1 1 0,1-2 0,0 1 0,1-1 0,19 24 0,-14-23 0,0 0 0,1-1 0,1-1 0,1 0 0,0-1 0,0-1 0,1 0 0,0-1 0,1-2 0,20 8 0,-7-5 0,0-2 0,1-2 0,0 0 0,0-2 0,1-2 0,0-1 0,-1-1 0,1-2 0,-1-2 0,1-1 0,-1-1 0,46-14 0,-56 12 0,-1-1 0,1 0 0,-1-2 0,-1-1 0,0-1 0,0 0 0,-1-2 0,-1 0 0,0-1 0,-1-1 0,-1-1 0,0-1 0,-2 0 0,0-1 0,-1 0 0,0-1 0,-2-1 0,10-22 0,-13 21 0,0-1 0,-2 0 0,-1 0 0,-1 0 0,0-1 0,-2 0 0,-1 1 0,-1-34 0,-2 41 0,0 1 0,-1 0 0,0-1 0,-2 1 0,0 0 0,0 1 0,-1-1 0,-1 1 0,-1 0 0,0 0 0,0 1 0,-1 0 0,-1 0 0,-11-12 0,4 9 29,-2 1-1,1 1 1,-2 0-1,0 1 0,-1 1 1,0 0-1,0 2 1,-1 1-1,-1 0 1,0 2-1,-35-8 1,2 4-456,0 2 0,-1 3 1,-88 2-1,101 4-6399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9:34.9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26 24575,'3'0'0,"4"0"0,7 0 0,4 0 0,6 0 0,1 0 0,4-3 0,1-1 0,4 0 0,1 1 0,1 1 0,-3 1 0,-3 0 0,-4 1 0,-6-4 0,-7 0-8191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9:35.6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24575,'3'0'0,"1"3"0,3 1 0,4 0 0,2-1 0,6 2 0,3 1 0,3-1 0,4-2 0,0 0 0,2 1 0,1 0 0,-1 0 0,-4-1 0,-2-1 0,-3-1 0,-5-3 0,-5-2-8191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9:36.1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73 24575,'0'-3'0,"-3"-1"0,2 0 0,4 1 0,8 0 0,8 2 0,11 0 0,6-2 0,9-1 0,6-3 0,5 0 0,-2 1 0,-4-2 0,-4 1 0,-6 2 0,-14 1 0,-11 1-8191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9:37.5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122 276 24575,'-8'-30'0,"1"7"0,5 11 0,1 0 0,0 0 0,0-1 0,1 1 0,1 0 0,0-1 0,1 1 0,0 0 0,4-13 0,-4 20 0,0 0 0,0 0 0,0 1 0,1-1 0,0 0 0,0 1 0,0-1 0,0 1 0,1 0 0,0 0 0,0 1 0,0-1 0,0 1 0,0-1 0,1 2 0,-1-1 0,1 0 0,0 1 0,0 0 0,0 0 0,0 0 0,11-2 0,-5 3 0,0-1 0,0 2 0,0 0 0,0 0 0,1 1 0,-1 0 0,0 1 0,0 0 0,-1 0 0,1 2 0,0-1 0,-1 1 0,20 11 0,-25-12 0,0 0 0,0 1 0,0 0 0,-1 0 0,1 0 0,-1 0 0,0 1 0,0-1 0,-1 1 0,1 0 0,4 10 0,-6-10 0,0 0 0,-1-1 0,0 1 0,1 0 0,-2 0 0,1 0 0,-1 0 0,0 0 0,0 0 0,0 0 0,0 0 0,-1 0 0,0 0 0,0 0 0,-1-1 0,-1 6 0,-3 4 0,-1 0 0,0-1 0,-1 0 0,0 0 0,-1-1 0,0 0 0,-21 20 0,2-6 0,0-2 0,-33 21 0,33-25 0,-1-2 0,-1-1 0,0-1 0,-42 15 0,70-31 0,1 1 0,-1 0 0,0-1 0,1 1 0,-1-1 0,0 1 0,0-1 0,1 0 0,-1 0 0,0 0 0,0 0 0,0 0 0,1 0 0,-1 0 0,0-1 0,0 1 0,1-1 0,-1 1 0,0-1 0,1 0 0,-3-1 0,3 1 0,0 0 0,0 0 0,0-1 0,0 1 0,0-1 0,1 1 0,-1 0 0,0-1 0,1 1 0,0-1 0,-1 1 0,1-1 0,0 1 0,0-1 0,-1 0 0,1 1 0,0-1 0,1 1 0,-1-3 0,1-3 0,1 1 0,-1-1 0,1 0 0,0 1 0,1-1 0,0 1 0,0 0 0,0 0 0,8-10 0,-9 13 0,0 0 0,1 0 0,-1 1 0,1 0 0,0-1 0,0 1 0,0 0 0,0 0 0,0 0 0,0 1 0,1-1 0,-1 1 0,1 0 0,-1 0 0,1 0 0,6-1 0,-5 2 0,0 1 0,0-1 0,0 1 0,0 0 0,0 0 0,0 0 0,0 0 0,0 1 0,0 0 0,7 5 0,5 4 0,0 1 0,-1 0 0,0 1 0,23 27 0,46 46-1365,-69-71-5461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9:37.9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152 112 24575,'0'-1'0,"-1"-1"0,1 0 0,-1 1 0,1-1 0,-1 0 0,0 1 0,0-1 0,0 1 0,0-1 0,0 1 0,0 0 0,0-1 0,0 1 0,0 0 0,-1 0 0,1-1 0,0 1 0,-3-1 0,-29-15 0,28 15 0,0 0 0,-1 0 0,1 1 0,-1 0 0,0 0 0,1 0 0,-1 1 0,-6 0 0,10 0 0,0 0 0,0 1 0,1-1 0,-1 1 0,0-1 0,1 1 0,-1-1 0,0 1 0,1 0 0,-1 0 0,1-1 0,-1 1 0,1 0 0,0 1 0,-1-1 0,1 0 0,0 0 0,0 1 0,0-1 0,0 0 0,0 1 0,0-1 0,0 1 0,0-1 0,0 1 0,1 0 0,-1-1 0,1 1 0,-1 0 0,1 2 0,-2 11 0,0 0 0,1 0 0,1 1 0,1-1 0,2 18 0,-1-22 0,0-1 0,0 1 0,1-1 0,1 0 0,0 0 0,0 0 0,1 0 0,6 10 0,-10-18 0,0 0 0,1 0 0,-1-1 0,0 1 0,1 0 0,-1 0 0,1-1 0,-1 1 0,1-1 0,0 0 0,-1 1 0,1-1 0,0 0 0,0 0 0,0 0 0,0 0 0,0 0 0,0-1 0,0 1 0,1-1 0,-1 1 0,0-1 0,0 0 0,0 0 0,1 0 0,-1 0 0,0 0 0,0 0 0,0 0 0,1-1 0,-1 1 0,0-1 0,0 0 0,0 0 0,0 0 0,0 0 0,0 0 0,0 0 0,0 0 0,-1 0 0,4-4 0,2-1 0,0 0 0,-1-1 0,0-1 0,0 1 0,-1-1 0,1 0 0,-2 0 0,7-14 0,-5 8 0,-2 0 0,1 0 0,-2 0 0,3-23 0,-5 28 0,0 1 0,-1-1 0,0 0 0,-1 1 0,1-1 0,-2 1 0,1-1 0,-1 1 0,-4-10 0,4 15-49,0-1 1,0 1-1,0 0 0,0 0 0,0 0 1,-1 1-1,1-1 0,-1 0 0,0 1 1,0 0-1,0 0 0,0 0 0,0 0 1,0 0-1,0 0 0,-1 1 0,1-1 1,-1 1-1,1 0 0,-1 0 0,0 1 1,1-1-1,-1 1 0,0 0 0,1-1 0,-1 2 1,-6 0-1,-9 2-6777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9:38.3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 1 24575,'-2'-1'0,"-1"1"0,1 0 0,-1 0 0,1 1 0,0-1 0,-1 1 0,1-1 0,0 1 0,-1-1 0,1 1 0,0 0 0,0 0 0,0 0 0,0 1 0,-4 2 0,4-2 0,0 0 0,1 0 0,-1 1 0,1-1 0,0 1 0,0-1 0,0 1 0,0-1 0,0 1 0,0 0 0,1-1 0,-1 1 0,1 0 0,-1 3 0,-1 14 0,1 1 0,1-1 0,0 1 0,1-1 0,5 24 0,-5-42 0,-1 0 0,0 0 0,1-1 0,-1 1 0,1 0 0,0 0 0,0-1 0,-1 1 0,1 0 0,0-1 0,1 1 0,-1-1 0,0 1 0,0-1 0,1 1 0,-1-1 0,1 0 0,-1 0 0,1 0 0,-1 0 0,1 0 0,0 0 0,-1 0 0,1 0 0,0-1 0,0 1 0,0-1 0,-1 1 0,1-1 0,0 0 0,0 1 0,0-1 0,0 0 0,0 0 0,0-1 0,0 1 0,0 0 0,-1-1 0,1 1 0,0-1 0,3-1 0,1 0 0,1-1 0,-1 0 0,1-1 0,-1 0 0,0 0 0,-1 0 0,1 0 0,-1-1 0,1 0 0,3-6 0,-6 8 0,0 0 0,-1 0 0,0-1 0,0 1 0,0-1 0,0 0 0,0 1 0,-1-1 0,0 0 0,1 0 0,-1 0 0,-1 0 0,1 0 0,-1 0 0,1 0 0,-1-1 0,0 1 0,-1 0 0,1 0 0,-2-6 0,0 6 0,0-1 0,0 1 0,0-1 0,0 1 0,-1 0 0,0 0 0,0 0 0,0 0 0,0 1 0,-1-1 0,1 1 0,-1 0 0,0 0 0,0 0 0,0 0 0,0 1 0,-5-2 0,5 1-114,0 2 1,-1-1-1,1 0 0,0 1 0,-1 0 1,1 0-1,-1 0 0,1 1 0,-1-1 1,0 1-1,-4 0 0,-7 3-6712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9:38.7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21 162 24575,'23'81'0,"-16"-38"0,-3-1 0,-1 77 0,-6-101 0,3-18 0,0 0 0,0 1 0,0-1 0,0 0 0,-1 0 0,1 0 0,0 0 0,0 0 0,0 0 0,0 0 0,-1 0 0,1 0 0,0 0 0,0 0 0,0 0 0,0 0 0,-1 0 0,1 0 0,0 0 0,0 0 0,0 0 0,0 0 0,0 0 0,-1 0 0,1 0 0,0 0 0,0 0 0,0 0 0,0 0 0,-1 0 0,1-1 0,0 1 0,0 0 0,0 0 0,0 0 0,0 0 0,0 0 0,0 0 0,-1-1 0,1 1 0,0 0 0,0 0 0,0 0 0,0 0 0,0 0 0,0-1 0,-2-3 0,-1 0 0,1 0 0,1 0 0,-1 0 0,-1-7 0,-9-35 0,-7-66 0,17 92 0,0 0 0,2 0 0,0 0 0,2 0 0,0 0 0,5-20 0,-5 33 0,0-1 0,0 1 0,1 0 0,0 0 0,1 0 0,0 1 0,0-1 0,0 1 0,1 0 0,-1 0 0,9-7 0,-10 11 0,0-1 0,0 0 0,1 1 0,0-1 0,-1 1 0,1 0 0,0 1 0,0-1 0,0 1 0,0-1 0,0 1 0,1 0 0,-1 1 0,0-1 0,1 1 0,-1-1 0,0 2 0,0-1 0,1 0 0,7 2 0,-6 0 0,0 0 0,0 0 0,0 0 0,0 1 0,-1 0 0,1 0 0,-1 0 0,0 1 0,0 0 0,0 0 0,8 8 0,-12-10 0,1 0 0,0 0 0,-1 0 0,0 0 0,1 0 0,-1 1 0,0-1 0,0 1 0,0-1 0,0 0 0,-1 1 0,1-1 0,-1 1 0,1 0 0,-1-1 0,0 1 0,0-1 0,0 1 0,0 0 0,-1-1 0,1 1 0,-1-1 0,1 1 0,-1-1 0,0 1 0,0-1 0,0 0 0,0 1 0,0-1 0,-4 4 0,1-1 38,0 1 0,-1-1 0,0-1 0,0 1 0,0-1 0,0 0 0,-1 0 0,-11 6 0,0-2-892,-35 11 1,25-10-5973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9:39.0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24575,'0'3'0,"0"4"0,3 4 0,1 7 0,0 2 0,0 5 0,-2 5 0,-1-1 0,0 2 0,-1 1 0,0-1 0,0-3 0,0-4 0,0-5-8191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39:39.3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 75 24575,'-1'-1'0,"-1"-1"0,1 1 0,0 0 0,0-1 0,0 1 0,0-1 0,0 1 0,0-1 0,0 1 0,1-1 0,-1 0 0,0 1 0,1-1 0,0 0 0,-1 0 0,1 1 0,0-1 0,0 0 0,0 0 0,0 0 0,0 1 0,0-1 0,0 0 0,1 0 0,-1 1 0,1-1 0,-1 0 0,1 1 0,0-1 0,-1 0 0,1 1 0,0-1 0,0 1 0,0-1 0,0 1 0,1 0 0,-1-1 0,0 1 0,1 0 0,-1 0 0,0 0 0,1 0 0,-1 0 0,1 0 0,0 0 0,-1 1 0,1-1 0,0 1 0,-1-1 0,4 0 0,6 0 0,-1 0 0,1 1 0,-1 0 0,1 1 0,0 0 0,-1 0 0,1 1 0,-1 1 0,0-1 0,0 2 0,0 0 0,0 0 0,0 0 0,-1 1 0,0 1 0,0 0 0,8 7 0,-11-9 0,-1 0 0,1 1 0,-1 0 0,0 0 0,-1 1 0,1-1 0,-1 1 0,0 0 0,0 0 0,-1 1 0,0-1 0,0 0 0,0 1 0,-1 0 0,0 0 0,-1 0 0,1 0 0,-1 0 0,0 0 0,-1 0 0,0 0 0,0 0 0,-1 1 0,1-1 0,-2 0 0,-1 7 0,1-8 0,0 0 0,-1 0 0,1-1 0,-1 1 0,0-1 0,-1 0 0,1 0 0,-1 0 0,0 0 0,0-1 0,-10 8 0,6-6 0,0-1 0,0 1 0,-1-2 0,0 1 0,0-2 0,0 1 0,-11 2 0,6-2 0,-1-1 0,0-1 0,0 0 0,0-1 0,0 0 0,0-2 0,0 0 0,0 0 0,-26-7 0,20 0-1365,6 0-5461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41:08.5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15 900 24575,'-1'0'0,"0"0"0,1 0 0,-1-1 0,0 1 0,1 0 0,-1 0 0,0-1 0,1 1 0,-1 0 0,0-1 0,1 1 0,-1-1 0,1 1 0,-1-1 0,1 1 0,-1-1 0,1 1 0,0-1 0,-1 0 0,1 1 0,0-1 0,-1 1 0,1-1 0,0 0 0,0 1 0,-1-1 0,1 0 0,0 0 0,0 1 0,0-1 0,0 0 0,0 1 0,0-1 0,0-1 0,3-25 0,10-4 0,28-51 0,-27 56 0,19-35 0,3 0 0,3 3 0,2 1 0,3 2 0,2 2 0,60-54 0,-74 79 0,2 1 0,0 1 0,2 2 0,1 2 0,0 1 0,2 2 0,0 2 0,1 1 0,1 2 0,0 2 0,56-9 0,-34 13 0,1 3 0,1 2 0,-1 4 0,0 2 0,0 3 0,0 3 0,92 24 0,-132-24 0,0 0 0,-1 1 0,0 1 0,-1 1 0,-1 1 0,0 1 0,0 1 0,-2 1 0,21 20 0,-10-5 0,-2 1 0,-1 1 0,-1 1 0,33 59 0,-47-69 0,-1 1 0,-2 1 0,0 0 0,-2 0 0,8 48 0,-5-23 0,-5-31 0,12 29 0,0 2 0,-16-50 0,-1 0 0,1 0 0,-1 0 0,0 0 0,0 0 0,1 0 0,-1 0 0,0 1 0,0-1 0,0 0 0,0 0 0,-1 0 0,1 0 0,0 0 0,0 0 0,-1 0 0,1 1 0,0-1 0,-1 0 0,1 0 0,-1 0 0,0 0 0,1-1 0,-1 1 0,0 0 0,1 0 0,-1 0 0,0 0 0,0-1 0,0 1 0,0 0 0,0-1 0,0 1 0,0-1 0,0 1 0,0-1 0,0 1 0,0-1 0,0 0 0,-2 1 0,-5 0 0,0 0 0,0 0 0,1-1 0,-16-1 0,11 1 0,-943-5 0,557 6 0,229 2-682,-178 25-1,322-24-6143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41:09.1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24575,'1'0'0,"-1"0"0,1 0 0,0 1 0,-1-1 0,1 0 0,0 1 0,-1-1 0,1 0 0,-1 1 0,1-1 0,-1 1 0,1-1 0,-1 1 0,1-1 0,-1 1 0,1-1 0,-1 1 0,0-1 0,1 1 0,-1-1 0,0 1 0,1 0 0,-1-1 0,0 2 0,6 21 0,-4-15 0,6 30 0,-1 1 0,1 62 0,-3-31 0,3 110-1365,-9-172-5461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41:12.2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114 47 24575,'0'-2'0,"0"1"0,1-1 0,-1 0 0,1 1 0,-1-1 0,1 1 0,0-1 0,-1 1 0,1-1 0,0 1 0,0-1 0,0 1 0,0-1 0,0 1 0,0 0 0,1 0 0,-1 0 0,0 0 0,1 0 0,-1 0 0,0 0 0,1 0 0,-1 0 0,1 0 0,0 1 0,-1-1 0,1 1 0,-1-1 0,1 1 0,0 0 0,0 0 0,1-1 0,10 0 0,0 0 0,1 0 0,15 2 0,-14-1 0,52 0 0,74 3 0,-138-3 0,0 1 0,0 0 0,-1-1 0,1 2 0,0-1 0,-1 0 0,1 0 0,-1 1 0,1-1 0,-1 1 0,0 0 0,0 0 0,0 0 0,0 0 0,0 0 0,0 0 0,-1 0 0,1 1 0,0-1 0,-1 1 0,2 3 0,3 8 0,0 0 0,6 27 0,-7-24 0,-1 5 0,0 0 0,-1 1 0,-1-1 0,-2 0 0,-2 37 0,0-24 0,4 36 0,-2-69 0,1 0 0,-1 0 0,1 0 0,-1 0 0,1 0 0,0-1 0,0 1 0,0 0 0,0-1 0,0 1 0,0 0 0,0-1 0,0 1 0,1-1 0,-1 0 0,1 1 0,-1-1 0,1 0 0,-1 0 0,1 0 0,0 0 0,-1 0 0,1 0 0,0-1 0,0 1 0,0 0 0,-1-1 0,1 0 0,0 1 0,3-1 0,8 1 0,1 0 0,-1-1 0,21-2 0,-11 0 0,336 0 0,-289 2 0,-67 0 0,-1 0 0,1 1 0,0-2 0,-1 1 0,1 0 0,-1-1 0,1 1 0,0-1 0,-1 0 0,1 1 0,-1-1 0,0 0 0,1-1 0,-1 1 0,2-2 0,-3 2 0,1-1 0,-1 0 0,-1 1 0,1-1 0,0 0 0,0 1 0,-1-1 0,1 0 0,-1 0 0,1 0 0,-1 0 0,0 1 0,1-1 0,-1 0 0,0 0 0,-1 0 0,1 0 0,0 0 0,0 0 0,-1 0 0,0-2 0,-61-259 0,61 258 0,-9-55 0,9 56 0,0-1 0,1 0 0,0 0 0,0 0 0,1 0 0,0 0 0,-1 0 0,1 1 0,3-9 0,-3 12 0,0 0 0,-1 0 0,1 1 0,0-1 0,0 0 0,0 0 0,0 1 0,-1-1 0,1 0 0,0 1 0,0-1 0,0 1 0,1-1 0,-1 1 0,0-1 0,0 1 0,0 0 0,0 0 0,0-1 0,0 1 0,1 0 0,-1 0 0,1 0 0,32 4 0,-21-3 0,167 3 0,-18-1 0,-160-3 0,0 0 0,0 0 0,0 0 0,0 1 0,0-1 0,0 1 0,0 0 0,0 0 0,0-1 0,-1 1 0,1 0 0,0 0 0,-1 1 0,1-1 0,-1 0 0,1 1 0,-1-1 0,1 0 0,-1 1 0,0 0 0,0-1 0,0 1 0,0 0 0,0-1 0,0 1 0,1 4 0,0 3 0,0 0 0,0 1 0,-1-1 0,0 16 0,2 6 0,13 129 0,-11-126 0,-2 1 0,-1-1 0,-2 1 0,-6 49 0,6-83 0,0-1 0,0 1 0,0-1 0,0 1 0,0 0 0,0-1 0,0 1 0,0-1 0,0 1 0,0 0 0,0-1 0,0 1 0,0-1 0,0 1 0,0-1 0,1 1 0,-1 0 0,0-1 0,1 1 0,-1-1 0,0 1 0,1-1 0,-1 1 0,0-1 0,1 0 0,-1 1 0,1-1 0,-1 1 0,1-1 0,-1 0 0,1 1 0,-1-1 0,1 0 0,-1 0 0,1 0 0,0 1 0,-1-1 0,1 0 0,-1 0 0,1 0 0,-1 0 0,1 0 0,0 0 0,-1 0 0,1 0 0,-1 0 0,1 0 0,0 0 0,-1 0 0,1-1 0,-1 1 0,2 0 0,39-14 0,-27 8 0,19-3 0,0 1 0,1 1 0,1 2 0,-1 2 0,0 1 0,61 4 0,-65 2 0,43 11 0,-46-9 0,0 0 0,32 1 0,-50-7 0,1 1 0,-1 0 0,0 0 0,0 1 0,0 0 0,12 5 0,-18-5 0,0-1 0,0 1 0,0 0 0,0 0 0,0 0 0,0 0 0,-1 0 0,1 1 0,-1-1 0,0 1 0,1 0 0,-1 0 0,-1 0 0,1 0 0,0 0 0,-1 0 0,1 0 0,-1 0 0,2 7 0,1 13 0,-2 1 0,0-1 0,-1 1 0,-4 38 0,0 4 0,5 24 0,-4 94 0,1-170 0,-1 0 0,0 0 0,-1-1 0,-1 1 0,0-1 0,-9 21 0,9-26 0,0-1 0,-1 0 0,1 0 0,-2 0 0,1 0 0,-1-1 0,0 0 0,0 0 0,0-1 0,-1 1 0,0-1 0,-8 4 0,-14 5 0,0 0 0,-55 17 0,-67 8 0,124-32 0,-39 8 0,-86 10 0,26-15 0,-244-10 0,-39-50 0,359 40 0,0-3 0,1-1 0,0-3 0,2-1 0,0-3 0,-50-30 0,81 42 0,-17-10 0,-37-27 0,59 38 0,1 0 0,0-1 0,1-1 0,0 0 0,0 0 0,1-1 0,-8-14 0,-8-20 0,-27-73 0,51 116 0,-19-49 0,-13-62 0,25 86 0,-3-34 0,9 54 0,0-1 0,1 1 0,0-1 0,1 1 0,-1-1 0,1 1 0,1-1 0,-1 1 0,6-13 0,-5 16 0,0 1 0,1 0 0,0-1 0,0 1 0,0 0 0,0 1 0,0-1 0,0 0 0,1 1 0,-1 0 0,1-1 0,6-1 0,-1-1 0,1 2 0,-1-1 0,1 1 0,12-2 0,-15 5 30,1 0-1,0 0 0,-1 1 1,1 0-1,-1 0 0,0 1 1,1-1-1,-1 2 0,12 4 1,-8-2-445,0-2 0,0 1 1,12 1-1,-7-4-6411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41:13.0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 0 24575,'0'0'0,"1"0"0,0 1 0,0-1 0,-1 0 0,1 1 0,0-1 0,-1 0 0,1 1 0,0-1 0,-1 1 0,1-1 0,-1 1 0,1 0 0,-1-1 0,1 1 0,-1-1 0,1 1 0,-1 0 0,0-1 0,1 1 0,-1 0 0,0-1 0,1 1 0,-1 0 0,0 0 0,0 0 0,0 1 0,5 27 0,-5-21 0,21 275 0,-22 3 0,-1-100 0,2-105 0,2 38 0,-29 233 0,18-239 0,5-49 0,2-45 0,-2-1 0,-10 34 0,10-41-1365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41:18.4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26 24575,'0'-1'0,"-1"0"0,1 0 0,0 0 0,0 0 0,0 0 0,0 0 0,0 0 0,1 0 0,-1 0 0,0 0 0,0 0 0,1 0 0,-1 1 0,0-1 0,1 0 0,-1 0 0,1 0 0,-1 0 0,1 1 0,0-1 0,-1 0 0,1 1 0,0-1 0,-1 0 0,1 1 0,0-1 0,0 1 0,-1-1 0,1 1 0,0-1 0,0 1 0,0 0 0,1-1 0,-1 1 0,1 0 0,0 0 0,-1 0 0,1 1 0,-1-1 0,1 0 0,-1 1 0,1-1 0,-1 1 0,1 0 0,-1-1 0,0 1 0,1 0 0,-1 0 0,0 0 0,0 0 0,1 0 0,-1 0 0,2 2 0,10 15 0,1 1 0,-2 1 0,-1 0 0,0 0 0,10 28 0,-3-6 0,78 218 0,-94-257 0,13 52-1365,-9-44-5461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41:18.8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112 43 24575,'2'-1'0,"0"1"0,0-1 0,0 1 0,0-1 0,0 0 0,0 0 0,0 0 0,-1 0 0,1 0 0,0-1 0,-1 1 0,1 0 0,-1-1 0,1 1 0,-1-1 0,0 1 0,2-3 0,-2 2 0,0 1 0,1-1 0,-1 0 0,1 1 0,0-1 0,-1 1 0,1-1 0,0 1 0,0 0 0,0-1 0,0 1 0,0 0 0,2 0 0,-3 1 0,-1 0 0,1 0 0,-1 0 0,1 0 0,-1 0 0,1 0 0,-1 0 0,1 1 0,-1-1 0,0 0 0,1 0 0,-1 1 0,1-1 0,-1 0 0,0 0 0,1 1 0,-1-1 0,0 1 0,1-1 0,-1 0 0,0 1 0,0-1 0,1 0 0,-1 1 0,0-1 0,0 1 0,0-1 0,0 1 0,1-1 0,-1 1 0,0-1 0,0 0 0,0 1 0,0-1 0,0 1 0,0-1 0,0 1 0,0-1 0,0 1 0,-1-1 0,1 1 0,0-1 0,0 1 0,-1 0 0,-5 26 0,6-25 0,-71 198 0,5-18 0,54-141-682,-10 58-1,20-89-6143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41:19.5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9 181 24575,'0'-15'0,"1"1"0,0 0 0,6-29 0,-6 38 0,1 0 0,-1 0 0,1 0 0,1 0 0,-1 1 0,1-1 0,-1 1 0,1-1 0,1 1 0,-1 0 0,1 0 0,-1 0 0,1 1 0,5-4 0,-5 4 0,1 0 0,-1 0 0,1 0 0,0 1 0,-1 0 0,1 0 0,0 0 0,1 1 0,-1-1 0,0 1 0,0 1 0,10-2 0,-11 3 0,-1-1 0,1 0 0,-1 1 0,1 0 0,-1 0 0,0 0 0,1 0 0,-1 1 0,0-1 0,0 1 0,0 0 0,0-1 0,0 2 0,0-1 0,-1 0 0,1 0 0,0 1 0,-1 0 0,0-1 0,3 5 0,-1-1 0,0 1 0,0-1 0,-1 1 0,0 0 0,0 0 0,-1 0 0,0 0 0,0 0 0,-1 0 0,0 1 0,0-1 0,0 10 0,-2-6 0,0 0 0,0 0 0,-1 0 0,-1-1 0,0 1 0,0-1 0,-8 16 0,-3 1 0,-2 0 0,-1-1 0,-1 0 0,-39 41 0,29-38 0,15-16 0,1 1 0,-18 23 0,30-37 0,0 1 0,-1-1 0,1 1 0,0-1 0,-1 1 0,1-1 0,0 1 0,-1-1 0,1 1 0,0-1 0,0 1 0,0-1 0,0 1 0,-1 0 0,1-1 0,0 1 0,0-1 0,0 1 0,0-1 0,0 1 0,0 0 0,1-1 0,-1 1 0,0-1 0,0 1 0,0-1 0,0 1 0,1-1 0,-1 1 0,0-1 0,1 1 0,-1-1 0,0 1 0,1-1 0,-1 1 0,0-1 0,1 1 0,-1-1 0,1 0 0,-1 1 0,1-1 0,-1 0 0,1 0 0,-1 1 0,1-1 0,-1 0 0,1 0 0,-1 0 0,1 1 0,0-1 0,-1 0 0,1 0 0,36 3 0,-31-3 0,334-3-1365,-322 3-5461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41:28.3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1 362 24575,'1'-3'0,"0"1"0,1-1 0,0 0 0,-1 1 0,1 0 0,0-1 0,0 1 0,1 0 0,-1 0 0,0 0 0,1 1 0,-1-1 0,5-2 0,-3 1 0,-2 2 0,57-36 0,-55 35 0,0 0 0,0 0 0,1 0 0,-1 1 0,1-1 0,-1 1 0,1 0 0,-1 0 0,1 1 0,-1-1 0,1 1 0,6 1 0,-9-1 0,0 1 0,0 0 0,0-1 0,-1 1 0,1 0 0,0 0 0,-1 0 0,1 0 0,-1 1 0,1-1 0,-1 0 0,1 1 0,-1-1 0,0 1 0,0-1 0,2 3 0,14 33 0,-6-12 0,67 106 0,-77-129 0,0 0 0,1 0 0,-1 0 0,0 0 0,1 0 0,-1 0 0,1-1 0,0 1 0,0-1 0,-1 1 0,1-1 0,0 0 0,0 1 0,3 0 0,-4-2 0,0 0 0,1 0 0,-1 0 0,0 0 0,0 0 0,0 0 0,1 0 0,-1 0 0,0-1 0,0 1 0,0 0 0,0-1 0,1 1 0,-1-1 0,0 1 0,0-1 0,0 0 0,0 1 0,0-1 0,-1 0 0,1 0 0,0 0 0,0 0 0,0 0 0,-1 0 0,1 0 0,0 0 0,-1 0 0,2-2 0,28-43 0,2 2 0,2 1 0,2 1 0,53-48 0,-32 41 0,2 2 0,103-62 0,-137 94-1365,-5 5-5461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41:29.4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341 369 24575,'6'-7'0,"-1"0"0,0 0 0,-1-1 0,0 1 0,0-1 0,-1 0 0,4-15 0,6-9 0,0 2 0,-2 8 0,14-44 0,-23 61 0,0-1 0,-1 0 0,0 1 0,0-1 0,0 0 0,-1 0 0,0 0 0,0 1 0,-1-1 0,1 0 0,-1 0 0,0 0 0,-3-6 0,2 8 0,0 0 0,0 1 0,-1-1 0,0 1 0,1 0 0,-1-1 0,0 1 0,-1 1 0,1-1 0,0 0 0,-1 1 0,1-1 0,-1 1 0,0 0 0,0 1 0,0-1 0,0 0 0,0 1 0,0 0 0,0 0 0,-1 0 0,-7 0 0,-2 0 0,-1 1 0,1 0 0,0 1 0,0 0 0,-24 6 0,25-3 0,0 0 0,1 0 0,-1 1 0,1 1 0,0 0 0,1 1 0,-1 0 0,1 0 0,1 1 0,0 1 0,0 0 0,-11 13 0,17-17 0,0 0 0,0 0 0,0 1 0,1-1 0,-1 1 0,2 0 0,-1 0 0,1 0 0,-1 0 0,2 1 0,-1-1 0,1 0 0,0 1 0,0-1 0,1 1 0,0-1 0,0 1 0,0 0 0,1-1 0,0 1 0,0-1 0,1 0 0,0 1 0,0-1 0,0 0 0,6 10 0,-2-6 0,1 0 0,0 0 0,0-1 0,1 0 0,1 0 0,-1-1 0,1 0 0,1 0 0,20 12 0,8 1 0,59 24 0,5 3 0,-91-42 0,-3-2 0,1 1 0,-2 0 0,1 0 0,0 0 0,7 9 0,-13-13 0,-1 0 0,0 0 0,0 0 0,0 0 0,-1 1 0,1-1 0,0 0 0,0 1 0,-1-1 0,1 1 0,0-1 0,-1 1 0,0-1 0,1 1 0,-1-1 0,0 1 0,0-1 0,0 1 0,0 0 0,0-1 0,0 1 0,0-1 0,0 1 0,-1-1 0,1 1 0,-1-1 0,1 1 0,-1-1 0,0 1 0,1-1 0,-1 0 0,0 1 0,0-1 0,0 0 0,0 0 0,-2 3 0,-4 2 0,1 0 0,-1-1 0,0 0 0,0 0 0,-1 0 0,1-1 0,-1 0 0,0-1 0,0 0 0,-1 0 0,1 0 0,-15 2 0,-8-1 0,0 0 0,-36-2 0,53-1 49,0-2 0,0 0 0,0 0-1,0-2 1,0 1 0,-23-9 0,29 8-192,-1-1 1,1 0 0,0-1 0,0 1-1,1-1 1,0-1 0,0 0 0,0 0 0,0 0-1,1-1 1,-8-10 0,3 1-6684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41:29.98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145 111 24575,'4'-3'0,"2"-3"0,0 0 0,-1 0 0,0 0 0,0 0 0,8-14 0,-13 19 0,1-1 0,-1 1 0,1 0 0,-1-1 0,1 1 0,-1-1 0,0 1 0,0-1 0,0 1 0,0-1 0,0 1 0,0-1 0,0 1 0,0-1 0,0 1 0,-1-1 0,1 1 0,-1 0 0,1-1 0,-1 1 0,0 0 0,1-1 0,-1 1 0,0 0 0,0-1 0,0 1 0,0 0 0,0 0 0,0 0 0,0 0 0,0 0 0,0 0 0,0 1 0,-1-1 0,1 0 0,0 0 0,-1 1 0,1-1 0,-3 0 0,1 0 0,0-1 0,0 1 0,0 0 0,0 0 0,0 0 0,0 0 0,0 1 0,0 0 0,-1-1 0,1 1 0,0 0 0,0 0 0,0 1 0,-1-1 0,1 1 0,0-1 0,0 1 0,-3 1 0,2 0 0,0 0 0,1 1 0,-1-1 0,1 1 0,0 0 0,0-1 0,0 1 0,0 1 0,0-1 0,0 0 0,-3 8 0,-3 7 0,1 0 0,1 0 0,0 1 0,-6 32 0,11-43 0,-2 9 0,1-9 0,1 0 0,0 1 0,0-1 0,1 1 0,0 0 0,0-1 0,1 1 0,0 0 0,2 11 0,-2-19 0,1 0 0,-1 1 0,0-1 0,1 0 0,-1 0 0,1 0 0,-1 0 0,1 0 0,-1-1 0,1 1 0,0 0 0,-1 0 0,1 0 0,0 0 0,0-1 0,0 1 0,0 0 0,-1-1 0,1 1 0,0-1 0,0 1 0,0-1 0,0 1 0,0-1 0,1 0 0,1 1 0,-1-1 0,0 0 0,1-1 0,-1 1 0,1 0 0,-1-1 0,0 0 0,1 1 0,-1-1 0,0 0 0,0 0 0,4-3 0,3-1 0,-1-2 0,1 1 0,-1-1 0,10-12 0,-3 1 0,-1-1 0,-2 0 0,0-1 0,0 0 0,11-31 0,-12 30 0,-5 18 0,0 12 0,8 54 236,-12-49-414,0-1 0,1 1 1,1-1-1,0 1 0,1-1 0,0 0 0,1-1 0,8 14 0,-7-17-6648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41:30.3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66 24575,'1'-45'0,"-1"45"0,0-1 0,0 1 0,0 0 0,0 0 0,0 0 0,0 0 0,0 0 0,0 0 0,0 0 0,0 0 0,0 0 0,0-1 0,0 1 0,0 0 0,0 0 0,0 0 0,0 0 0,0 0 0,0 0 0,0 0 0,1 0 0,-1 0 0,0 0 0,0 0 0,0 0 0,0 0 0,0-1 0,0 1 0,0 0 0,0 0 0,0 0 0,1 0 0,-1 0 0,0 0 0,0 0 0,0 0 0,0 0 0,0 0 0,0 0 0,0 0 0,0 0 0,0 0 0,1 0 0,-1 0 0,0 0 0,0 0 0,0 1 0,0-1 0,0 0 0,0 0 0,0 0 0,0 0 0,0 0 0,0 0 0,1 0 0,-1 0 0,0 0 0,0 0 0,0 0 0,7 9 0,3 10 0,62 121 0,-43-88 0,-29-51 0,0 0 0,1 0 0,-1 0 0,1 0 0,-1 0 0,1 0 0,0 0 0,-1-1 0,1 1 0,0 0 0,0 0 0,0-1 0,-1 1 0,1 0 0,0-1 0,1 1 0,-1-1 0,-1 0 0,1 0 0,-1 0 0,1 0 0,-1 0 0,1 0 0,-1 0 0,0 0 0,1 0 0,-1-1 0,1 1 0,-1 0 0,0 0 0,1-1 0,-1 1 0,0 0 0,1 0 0,-1-1 0,0 1 0,1 0 0,-1-1 0,0 1 0,1 0 0,-1-1 0,0 1 0,0-1 0,3-5 0,0 0 0,-1 0 0,0-1 0,2-7 0,-1 1 0,12-34 178,31-89-1721,-41 124-5283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41:30.7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3 122 24575,'0'1'0,"0"1"0,1-1 0,-1 0 0,1 0 0,0 1 0,-1-1 0,1 0 0,0 0 0,0 0 0,0 0 0,-1 0 0,1 0 0,0 0 0,0-1 0,1 1 0,-1 0 0,0 0 0,0-1 0,0 1 0,0-1 0,1 1 0,0 0 0,30 9 0,-24-8 0,-1-1 0,1 0 0,0-1 0,0 0 0,0 0 0,0 0 0,0-1 0,0 0 0,0-1 0,0 0 0,9-3 0,-13 3 0,-1 1 0,1-1 0,-1 0 0,1 0 0,-1 0 0,0 0 0,0-1 0,1 1 0,-2-1 0,1 0 0,0 0 0,-1 0 0,1 0 0,-1 0 0,0-1 0,0 1 0,0-1 0,0 1 0,-1-1 0,0 0 0,1 0 0,-1 0 0,-1 1 0,2-6 0,-2 6 0,0 1 0,0-1 0,-1 0 0,1 1 0,-1-1 0,1 1 0,-1-1 0,0 1 0,1 0 0,-1-1 0,-1 1 0,1 0 0,0 0 0,0-1 0,-1 1 0,1 0 0,-1 0 0,0 0 0,0 1 0,0-1 0,0 0 0,0 1 0,0-1 0,0 1 0,0 0 0,0 0 0,-1-1 0,1 1 0,0 1 0,-1-1 0,-4-1 0,1 1 0,-1-1 0,1 1 0,-1 0 0,0 0 0,0 1 0,0 0 0,1 0 0,-1 1 0,0-1 0,-12 4 0,14-2 0,0 0 0,1 0 0,-1 0 0,0 1 0,1-1 0,-1 1 0,1 0 0,0 0 0,0 1 0,0-1 0,1 1 0,-1 0 0,1 0 0,0 0 0,0 0 0,0 1 0,1-1 0,-1 1 0,1 0 0,0 0 0,0 0 0,1 0 0,0 0 0,-2 8 0,3-7 0,-1 0 0,1 0 0,1 0 0,-1 0 0,1 0 0,0-1 0,0 1 0,1 0 0,0-1 0,0 1 0,0-1 0,0 1 0,1-1 0,0 0 0,0 0 0,1 0 0,-1-1 0,1 1 0,0-1 0,0 0 0,9 7 0,-5-5-114,0-1 1,1-1-1,-1 0 0,1 0 0,-1 0 1,1-1-1,1 0 0,-1-1 0,0 0 1,0-1-1,13 1 0,-1-1-6712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41:47.6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16615 1 24575,'1'1'0,"1"0"0,0 1 0,-1 0 0,1 0 0,0 0 0,-1 0 0,1 0 0,-1 1 0,2 3 0,-2-5 0,-1 0 0,0 0 0,0 0 0,0 0 0,0 0 0,0 0 0,-1 0 0,1 0 0,0 0 0,0 0 0,-1 0 0,1 0 0,0 0 0,-1 0 0,1 0 0,-1 0 0,1 0 0,-1-1 0,0 1 0,1 0 0,-1 0 0,0 0 0,0-1 0,0 1 0,1-1 0,-3 2 0,-7 5 0,-2 0 0,1 0 0,-1-1 0,-22 8 0,-26 14 0,36-12 0,0 1 0,1 1 0,1 2 0,1 0 0,0 1 0,-30 42 0,-89 155 0,116-177 0,-16 27-3,-400 640-329,341-567 115,-6-5-1,-226 225 1,209-251-357,-224 154-1,-168 40-1472,-30-49 92,-11-31 1083,-864 269-1375,-37-113 0,-1158 21 1066,-23-209 756,917-137-125,4-121 1450,1056-11 783,12-56 4631,628 128-5866,3 1-142,1 0 0,0-1 1,0 0-1,0-1 0,1-1 0,-23-14 0,27 12-6325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3:41:47.9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831 8 24575,'-1'-1'0,"0"0"0,-1 0 0,1 1 0,0-1 0,-1 0 0,1 1 0,0-1 0,-1 1 0,1-1 0,-1 1 0,1 0 0,-1 0 0,1 0 0,-1-1 0,1 1 0,-1 1 0,1-1 0,-1 0 0,1 0 0,0 0 0,-1 1 0,1-1 0,-2 1 0,-35 18 0,29-14 0,-244 144 0,-28 16 0,222-135 0,24-13 0,1 1 0,-36 26 0,69-43 0,0 0 0,-1 0 0,1 0 0,0 0 0,0 0 0,0 0 0,0 0 0,0 0 0,0 0 0,1 0 0,-1 1 0,0-1 0,1 0 0,-1 1 0,0-1 0,1 0 0,0 1 0,-1 1 0,1-1 0,0-1 0,0 0 0,0 0 0,1 1 0,-1-1 0,1 0 0,-1 0 0,1 0 0,-1 0 0,1 0 0,-1 0 0,1 0 0,0 0 0,0 0 0,0 0 0,-1 0 0,3 1 0,5 4 0,0 0 0,1-1 0,-1-1 0,17 7 0,-7-3 0,31 18-341,-1 1 0,-2 3-1,67 54 1,-52-30-6485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03.6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732 2244 24575,'0'0'0,"0"0"0,1 0 0,-1 0 0,0 0 0,0-1 0,0 1 0,0 0 0,0 0 0,0 0 0,0 0 0,0-1 0,1 1 0,-1 0 0,0 0 0,0 0 0,0-1 0,0 1 0,0 0 0,0 0 0,0 0 0,0 0 0,0-1 0,0 1 0,0 0 0,-1 0 0,1 0 0,0-1 0,0 1 0,0 0 0,0 0 0,0 0 0,0 0 0,0-1 0,0 1 0,0 0 0,-1 0 0,1 0 0,0 0 0,0 0 0,0-1 0,0 1 0,-1 0 0,1 0 0,0 0 0,0 0 0,0 0 0,0 0 0,-1 0 0,1 0 0,18-10 0,9 4 0,0 1 0,-1 1 0,1 1 0,33 1 0,-2-1 0,692 1-1493,2 56-270,-653-46 1726,619 53-2458,797 63-352,-1-40 1886,-1432-81 1225,148 2 657,-163-6 1674,91-14-1,-157 15-2562,-1 0 0,1 0 0,-1 0 0,1 0 1,-1 0-1,1 0 0,0 0 0,-1 0 0,1 0 0,-1 0 0,1 0 0,-1 0 0,1 0 1,-1-1-1,1 1 0,-1 0 0,0 0 0,1-1 0,-1 1 0,1 0 0,-1-1 1,1 1-1,-1 0 0,0-1 0,1 1 0,-1 0 0,0-1 0,1 1 0,-1-1 0,0 1 1,0-1-1,1 1 0,-1-1 0,0 1 0,0-1 0,0 1 0,0-1 0,1 0 1,-14-16 1351,-2-1-799,10 3-585,0-1 0,1-1 0,0 1 0,1-1 0,0-22 0,-3-6 0,-34-301 0,-83-350 0,113 647 0,-26-152 0,31 164 0,3 0 0,0 1 0,7-57 0,-3 77 0,1 0 0,1 0 0,0 0 0,1 0 0,11-21 0,-1 6 0,31-44 0,-41 68 0,0-1 0,-1-1 0,0 1 0,-1 0 0,3-11 0,-4 16 0,-1-1 0,-1 0 0,1 0 0,0 0 0,-1-1 0,0 1 0,0 0 0,0 0 0,-1 0 0,1 0 0,-1 0 0,0 0 0,-2-6 0,2 8 0,0 0 0,-1 1 0,1-1 0,0 0 0,-1 1 0,1-1 0,-1 1 0,1 0 0,-1 0 0,0-1 0,0 1 0,0 0 0,1 1 0,-1-1 0,0 0 0,0 0 0,0 1 0,-3-1 0,-43-6 0,31 6 0,-345-37 0,48 7 0,-597-59-641,555 58 187,-1609-77-956,1641 103 1241,-683-19-1535,5-41 798,690 23 5340,309 43-4383,-1-1 21,1 0-1,-1 0 1,0 1 0,0 0-1,0-1 1,1 2 0,-8 0-1,10-1-62,1 0-1,-1 0 0,0 1 1,1-1-1,-1 0 0,1 1 1,-1-1-1,1 0 0,-1 1 0,1-1 1,-1 1-1,1-1 0,0 1 1,-1-1-1,1 1 0,0-1 1,-1 1-1,1-1 0,-1 2 1,1 0-3,-1-1-1,1 1 1,0 0 0,0 0 0,0 0 0,0-1 0,0 1 0,0 0 0,1 3 0,5 24-6,4 22 0,6 82 0,-33 296 0,3-228 0,7-82 0,-9 452 0,36-387 0,-4-50 0,-16-97 0,-1-29 0,1-1 0,0 1 0,0-1 0,1 1 0,0-1 0,3 15 0,-3-21 0,0 1 0,0-1 0,0 1 0,0-1 0,0 0 0,0 1 0,0-1 0,0 0 0,1 0 0,-1 0 0,0 0 0,1 0 0,-1 0 0,1 0 0,-1 0 0,1 0 0,-1-1 0,1 1 0,-1-1 0,1 1 0,0-1 0,-1 0 0,1 0 0,3 1 0,4-1 0,0-1 0,0 1 0,14-4 0,-9 2 0,757-61 0,2 56 0,-607 15-1365,-134-4-5461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3:53.6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47 132 24575,'-30'0'0,"14"0"0,30 0 0,521-32-938,-254 10 162,1769-51-8301,5 68 5654,-1494 7 3538,-281-2 438,198 1 719,-163-1 5709,-357 5-2854,-6 5-3383,14-3-1687,1-1-5883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3:57.3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1137 244 24575,'6'-6'0,"0"0"0,-1 0 0,0-1 0,0 0 0,-1 0 0,0 0 0,0 0 0,-1-1 0,5-12 0,-8 17 0,1 0 0,0-1 0,0 1 0,-1 0 0,0 0 0,0-1 0,0 1 0,0 0 0,0-1 0,-1 1 0,1 0 0,-1 0 0,0-1 0,0 1 0,0 0 0,0 0 0,-1 0 0,1 0 0,-1 0 0,0 1 0,0-1 0,0 0 0,0 1 0,0-1 0,-1 1 0,-3-3 0,-4-2 0,-1 1 0,1 0 0,-2 0 0,1 1 0,-1 0 0,1 1 0,-1 1 0,0 0 0,-1 0 0,1 1 0,-16 0 0,-3 1 0,0 1 0,0 1 0,-44 8 0,40-2 0,0 1 0,1 2 0,0 1 0,0 2 0,2 2 0,-34 18 0,27-9 0,1 1 0,2 2 0,0 1 0,-45 48 0,44-37 0,3 1 0,1 2 0,2 2 0,2 1 0,2 1 0,1 1 0,4 1 0,-33 98 0,43-107 0,3 1 0,0 0 0,3 1 0,2-1 0,1 1 0,2 0 0,8 76 0,-3-94 0,1-1 0,0-1 0,2 1 0,0-1 0,2 0 0,18 34 0,-17-40 0,0 1 0,1-1 0,1-1 0,0 0 0,1-1 0,1 0 0,0-1 0,31 20 0,-17-15 0,1-2 0,1-2 0,0 0 0,1-2 0,0-2 0,1 0 0,0-2 0,47 4 0,-16-7 0,0-2 0,0-3 0,91-13 0,-94 6 0,-1-3 0,0-3 0,-1-2 0,-1-3 0,-1-2 0,76-40 0,-97 41 0,0-2 0,-2-1 0,0-1 0,-2-2 0,0-1 0,-2-1 0,-1-2 0,-2-1 0,-1-1 0,30-50 0,-31 40 0,-2-2 0,-2 0 0,-3-1 0,-1-1 0,-2-1 0,-2 0 0,-2-1 0,-3 0 0,-1 0 0,-3 0 0,-1-1 0,-10-87 0,5 114 0,-2 0 0,0 0 0,-1 0 0,-1 1 0,-1 0 0,-1 0 0,-1 1 0,0 0 0,-15-19 0,14 23 0,-1 1 0,-1 1 0,-1 0 0,0 1 0,0 0 0,-2 1 0,1 0 0,-2 2 0,1 0 0,-33-14 0,13 10 22,0 2 0,-1 2 0,0 2 0,-1 1-1,0 1 1,-46 0 0,6 6-970,-154 18 1,116-1-5502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20.3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1 24575,'0'0'0,"-1"0"0,1 0 0,0-1 0,0 1 0,0 0 0,-1 0 0,1 0 0,0 0 0,0 0 0,0 0 0,-1 0 0,1 0 0,0 0 0,0 0 0,0 0 0,-1 0 0,1 0 0,0 0 0,0 0 0,0 0 0,-1 0 0,1 1 0,0-1 0,0 0 0,0 0 0,0 0 0,-1 0 0,1 0 0,0 0 0,0 0 0,0 1 0,0-1 0,0 0 0,-1 0 0,1 0 0,0 0 0,0 1 0,0-1 0,0 0 0,0 0 0,0 0 0,0 1 0,0-1 0,0 0 0,0 0 0,0 0 0,0 1 0,0-1 0,0 0 0,0 0 0,0 0 0,0 1 0,0-1 0,0 0 0,0 0 0,0 0 0,0 0 0,0 1 0,0-1 0,0 0 0,12 8 0,11-4 0,-1-2 0,0-1 0,37-2 0,-11 0 0,150 1-60,1373 24-2148,-1387-15 1733,2473 109-2907,-451 2 3482,-537-22-1230,-1142-83 1719,-176-16 4871,-344 2-5196,18-2 363,-24 1-616,-1 0-1,1 0 0,0 0 0,0 0 0,0 0 0,0-1 0,0 1 0,0 0 1,-1-1-1,1 1 0,0 0 0,0-1 0,0 1 0,-1-1 0,1 1 0,0-1 1,0 1-1,-1-1 0,2-1 0,-2 2-10,-1 0 1,1-1-1,0 1 1,0-1-1,0 1 1,-1 0 0,1-1-1,0 1 1,-1 0-1,1-1 1,0 1-1,-1 0 1,1-1-1,0 1 1,-1 0-1,1 0 1,0 0-1,-1-1 1,1 1-1,-1 0 1,1 0-1,-1 0 1,1 0-1,0 0 1,-1 0-1,1-1 1,-1 1-1,1 0 1,-1 1-1,-16-4-3,-18-1-679,-64-14-1,82 13-6143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20.7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 1 24575,'-7'0'0,"1"0"0,-1 0 0,1 1 0,-1 0 0,-11 3 0,18-3 0,-1-1 0,1 0 0,-1 0 0,0 1 0,1-1 0,-1 0 0,1 0 0,-1 1 0,1-1 0,-1 1 0,1-1 0,-1 0 0,1 1 0,0-1 0,-1 1 0,1-1 0,0 1 0,-1-1 0,1 1 0,0 0 0,-1-1 0,1 1 0,0-1 0,0 1 0,0 0 0,-1 0 0,2 1 0,-1-1 0,1 1 0,-1-1 0,1 0 0,0 1 0,0-1 0,-1 1 0,1-1 0,0 0 0,0 0 0,0 0 0,0 1 0,1-1 0,-1 0 0,0 0 0,2 1 0,21 15 0,1 0 0,50 23 0,-31-17 0,-27-14 0,154 91 0,-150-86 0,0 2 0,-2 0 0,1 1 0,-2 0 0,28 35 0,-42-46 0,0 0 0,0 1 0,0 0 0,-1-1 0,0 1 0,0 0 0,0 0 0,-1 1 0,0-1 0,-1 0 0,0 1 0,0-1 0,0 1 0,-1 0 0,0-1 0,-2 11 0,0-8 0,0 0 0,-1 0 0,0 0 0,-1-1 0,0 1 0,-1-1 0,0 0 0,0 0 0,-1-1 0,0 1 0,-11 10 0,3-4-455,-2 0 0,-18 13 0,0-3-6371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22.8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351 242 24575,'19'-19'0,"0"-1"0,16-24 0,-31 38 0,1-1 0,-1 0 0,0 0 0,0-1 0,-1 1 0,0 0 0,-1-1 0,1 0 0,-2 0 0,1 0 0,0-12 0,-2 18 0,0 0 0,0 0 0,0 0 0,0 0 0,-1 0 0,1 0 0,-1 0 0,1 0 0,-1 0 0,0 1 0,1-1 0,-1 0 0,0 0 0,-1 1 0,1-1 0,0 0 0,0 1 0,-1-1 0,-2-1 0,1 1 0,0-1 0,0 2 0,-1-1 0,1 0 0,-1 1 0,0-1 0,1 1 0,-1 0 0,-6-1 0,-4 1 0,0 0 0,0 1 0,0 0 0,-24 4 0,18 0 0,0 1 0,0 0 0,1 2 0,0 0 0,0 1 0,1 1 0,0 1 0,1 0 0,-22 18 0,29-21 0,0 2 0,1 0 0,0 0 0,1 0 0,0 1 0,1 1 0,-8 11 0,12-15 0,-1 1 0,1 0 0,0-1 0,0 1 0,1 0 0,0 0 0,1 0 0,0 1 0,0-1 0,0 0 0,2 14 0,-1-17 0,1 0 0,0-1 0,-1 1 0,2 0 0,-1 0 0,0-1 0,1 1 0,0-1 0,0 1 0,1-1 0,-1 0 0,1 0 0,0 0 0,0 0 0,0 0 0,0-1 0,1 1 0,-1-1 0,1 0 0,0 0 0,0 0 0,0-1 0,0 1 0,1-1 0,-1 0 0,1 0 0,-1-1 0,7 2 0,1 0 0,-1-2 0,1 1 0,-1-2 0,1 0 0,-1 0 0,1-1 0,0 0 0,-1-1 0,0 0 0,21-7 0,-11 1 0,0 0 0,-1-1 0,0-2 0,19-12 0,-31 17 0,0 0 0,0 0 0,-1 0 0,1-1 0,-2 0 0,1 0 0,-1-1 0,0 0 0,0 0 0,-1 0 0,6-14 0,-11 20 0,-4 8 0,-6 13 0,4 6 0,0 1 0,1 0 0,2 0 0,1 0 0,1 39 0,3-26 0,2 0 0,1 0 0,12 40 0,2-15 0,33 70 0,-28-75 0,-23-55 0,1-1 0,-1 1 0,0 0 0,0 0 0,0 0 0,-1-1 0,1 1 0,-1 0 0,0 8 0,0-11 0,-1 1 0,1-1 0,-1 1 0,1-1 0,-1 0 0,0 0 0,1 1 0,-1-1 0,0 0 0,0 0 0,0 0 0,0 0 0,0 0 0,0 0 0,0 0 0,0 0 0,-1 0 0,1 0 0,0-1 0,0 1 0,-1 0 0,1-1 0,0 1 0,-1-1 0,1 0 0,-1 1 0,1-1 0,0 0 0,-2 0 0,-8 1 0,0 0 0,0-1 0,0-1 0,0 1 0,1-2 0,-13-2 0,-65-20 0,78 21 0,-30-10 0,-52-25 0,76 31 0,1-1 0,1-1 0,-1 0 0,2-1 0,-1 0 0,-14-16 0,25 23 0,0 0 0,0-1 0,0 1 0,1-1 0,-1 1 0,1-1 0,0 0 0,0 0 0,1 0 0,-3-8 0,3 10 0,1 0 0,0-1 0,0 1 0,0 0 0,0 0 0,1 0 0,-1 0 0,0 0 0,1 0 0,0 0 0,-1-1 0,1 1 0,0 1 0,0-1 0,0 0 0,0 0 0,0 0 0,1 0 0,-1 1 0,1-1 0,-1 1 0,1-1 0,2-1 0,5-4 41,1 0-1,0 1 0,0 0 1,1 1-1,0 0 0,0 1 1,16-5-1,87-14-803,-79 17-162,-2 0-5901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23.5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0 501 24575,'41'1'0,"-26"0"0,0 0 0,0-1 0,0-1 0,1 0 0,13-4 0,-25 4 0,0 0 0,0-1 0,0 1 0,0-1 0,-1 0 0,1 0 0,-1 0 0,1 0 0,-1-1 0,0 0 0,0 1 0,0-1 0,0 0 0,0-1 0,-1 1 0,1 0 0,-1-1 0,0 1 0,0-1 0,0 0 0,-1 1 0,1-1 0,-1 0 0,0 0 0,0 0 0,0 0 0,-1 0 0,1-1 0,-1 1 0,0 0 0,-1-4 0,1-1 0,-1 0 0,-1 0 0,0 0 0,0 0 0,0 0 0,-1 1 0,-1-1 0,1 1 0,-1 0 0,-1 0 0,0 0 0,0 1 0,-7-9 0,9 12 0,-1 0 0,0 0 0,0 1 0,0-1 0,0 1 0,-1 0 0,1 0 0,-9-4 0,11 7 0,0-1 0,0 1 0,0-1 0,0 1 0,0 0 0,0 0 0,0 0 0,0 0 0,0 0 0,0 0 0,0 0 0,1 1 0,-1-1 0,0 1 0,0 0 0,0-1 0,0 1 0,0 0 0,1 0 0,-1 0 0,0 0 0,1 0 0,-1 1 0,1-1 0,-1 0 0,-1 3 0,0 0 0,-1 1 0,1 0 0,-1-1 0,2 1 0,-1 1 0,0-1 0,1 0 0,0 1 0,0-1 0,1 1 0,-2 9 0,0 8 0,0 37 0,3-49 0,-1 21 0,2-1 0,8 50 0,-7-68 0,1 0 0,0 0 0,1-1 0,1 1 0,0-1 0,0 0 0,2 0 0,12 20 0,-16-28 0,1 0 0,-1-1 0,1 1 0,-1-1 0,1 1 0,0-1 0,0 0 0,1 0 0,-1-1 0,1 0 0,-1 1 0,1-1 0,0-1 0,-1 1 0,8 1 0,-4-2 0,-1-1 0,0 1 0,1-1 0,-1-1 0,1 1 0,-1-1 0,0-1 0,1 1 0,10-5 0,0-1 0,0-2 0,-1 0 0,1 0 0,-2-2 0,0 0 0,0-1 0,16-16 0,-16 12 0,0-1 0,0-1 0,-2-1 0,-1 0 0,0-1 0,-1 0 0,-1-1 0,9-25 0,-9 17 0,-2-1 0,-1 0 0,-1-1 0,-2 0 0,3-49 0,-8 64 0,0 0 0,-1 0 0,-1 0 0,0 0 0,-1 1 0,-1-1 0,0 1 0,-1 0 0,-14-29 0,18 42 0,-1 0 0,1 1 0,0-1 0,0 0 0,-1 0 0,1 1 0,-1-1 0,-3-2 0,-3 3 0,3 13 0,2 8 0,1-1 0,2 1 0,0 0 0,1 0 0,5 30 0,-1-8 0,37 396-1365,-40-412-5461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23.6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79 24575,'0'-4'0,"0"-3"0,3-1 0,4-2 0,4 0 0,3 3 0,6-2 0,2 2 0,7-2 0,-2 1-8191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24.1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356 289 24575,'-1'-27'0,"0"0"0,-10-50 0,7 62 0,0-1 0,-1 1 0,0 0 0,-1 0 0,-1 0 0,-10-15 0,16 27 0,-1 1 0,0-1 0,0 1 0,0-1 0,0 1 0,0 0 0,-1-1 0,1 1 0,-1 1 0,1-1 0,-1 0 0,0 0 0,0 1 0,0 0 0,0 0 0,0-1 0,0 2 0,-6-2 0,5 1 0,-1 1 0,0 0 0,1 1 0,-1-1 0,0 1 0,1 0 0,-1 0 0,1 1 0,-1-1 0,1 1 0,-7 4 0,0 0 0,1 0 0,0 1 0,1 1 0,0-1 0,0 2 0,0-1 0,1 1 0,0 0 0,-7 13 0,11-16 0,1 0 0,0 0 0,0 0 0,1 1 0,-1-1 0,1 1 0,1-1 0,-1 1 0,1 0 0,0 0 0,1-1 0,0 1 0,0 0 0,0 0 0,1 0 0,0-1 0,0 1 0,4 12 0,0-9 0,-1 0 0,1 0 0,1-1 0,0 1 0,0-1 0,1 0 0,0-1 0,0 1 0,1-2 0,0 1 0,9 6 0,15 9 0,1-2 0,44 20 0,-40-21 0,56 37 0,-87-52 0,0 0 0,0 0 0,-1 0 0,0 0 0,0 1 0,0 0 0,0 0 0,3 7 0,-7-10 0,1-1 0,-1 1 0,0-1 0,-1 1 0,1-1 0,0 1 0,-1 0 0,1-1 0,-1 1 0,0 0 0,0-1 0,0 1 0,0 0 0,0 0 0,-1-1 0,1 1 0,-1 0 0,1-1 0,-1 1 0,0-1 0,0 1 0,-1-1 0,1 1 0,0-1 0,-3 3 0,-1 1 0,-1 0 0,0-1 0,1 0 0,-2 0 0,1 0 0,-1-1 0,1 0 0,-1 0 0,0 0 0,-1-1 0,-13 4 0,0-1 0,-1-1 0,-44 5 0,45-9 0,-1 0 0,0-2 0,-33-4 0,45 4 0,-1-1 0,0-1 0,1 0 0,-1 0 0,1-1 0,0-1 0,0 0 0,-17-11 0,23 14-124,1-1 0,0 0 0,0 0 0,0-1 0,0 1 0,1 0-1,-1-1 1,1 0 0,0 0 0,-4-7 0,0-10-6702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24.7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238 504 24575,'8'-3'0,"-1"-1"0,0 1 0,-1-2 0,1 1 0,7-7 0,-12 9 0,0 0 0,-1 0 0,1 0 0,0-1 0,-1 1 0,1-1 0,-1 1 0,0-1 0,0 1 0,0-1 0,0 0 0,0 1 0,-1-1 0,1 0 0,-1 0 0,0 1 0,0-1 0,0-4 0,-1 0 0,0 0 0,0 1 0,-1-1 0,0 1 0,0 0 0,0 0 0,-1 0 0,0 0 0,0 0 0,0 0 0,-1 1 0,0-1 0,0 1 0,-1 0 0,1 0 0,-1 1 0,0-1 0,-9-5 0,10 8 0,1-1 0,-1 1 0,1 0 0,-1 1 0,0-1 0,0 1 0,0-1 0,0 1 0,0 0 0,0 1 0,0-1 0,0 1 0,0-1 0,0 1 0,0 1 0,0-1 0,0 0 0,-1 1 0,1 0 0,0 0 0,1 0 0,-1 1 0,0-1 0,0 1 0,0 0 0,1 0 0,-1 0 0,1 0 0,0 1 0,0 0 0,-3 2 0,-6 8 0,2-1 0,-1 2 0,2-1 0,0 1 0,1 1 0,0-1 0,1 1 0,-9 28 0,10-25 0,1 1 0,1 1 0,0-1 0,2 0 0,0 1 0,1 0 0,2 21 0,0-33 0,0-1 0,0 0 0,1 1 0,0-1 0,0 0 0,1 0 0,-1 0 0,2 0 0,-1-1 0,8 12 0,-9-16 0,0 0 0,0 0 0,0 0 0,0 0 0,0 0 0,0 0 0,1 0 0,-1-1 0,1 1 0,-1-1 0,1 0 0,0 0 0,-1 0 0,1 0 0,0 0 0,0 0 0,0-1 0,-1 1 0,1-1 0,0 0 0,0 0 0,0 0 0,0 0 0,0-1 0,0 1 0,-1-1 0,1 0 0,0 0 0,5-2 0,0 0 0,-1-1 0,1 0 0,-1-1 0,0 0 0,0 0 0,0-1 0,0 0 0,-1 0 0,0 0 0,-1-1 0,7-9 0,2-6 0,-1 0 0,15-34 0,-19 40 0,-8 16 0,-1 0 0,0 0 0,0 0 0,0 0 0,0 0 0,1 0 0,-1 0 0,0 0 0,0 0 0,0 0 0,0 0 0,1 0 0,-1 0 0,0 0 0,0 0 0,0 0 0,0 0 0,1 0 0,-1 0 0,0 0 0,0 0 0,0 0 0,0 1 0,1-1 0,-1 0 0,0 0 0,0 0 0,0 0 0,0 0 0,0 0 0,0 0 0,1 1 0,-1-1 0,0 0 0,0 0 0,0 0 0,0 0 0,0 0 0,0 1 0,0-1 0,0 0 0,0 0 0,0 0 0,0 1 0,5 32 0,-2-13 0,-3-17 0,1 1 0,0 0 0,0 0 0,1-1 0,-1 1 0,1-1 0,-1 1 0,1-1 0,0 0 0,1 1 0,-1-1 0,0 0 0,1 0 0,0-1 0,0 1 0,0-1 0,0 1 0,0-1 0,0 0 0,1 0 0,-1 0 0,1 0 0,-1-1 0,1 0 0,-1 1 0,1-1 0,0-1 0,0 1 0,0 0 0,0-1 0,-1 0 0,1 0 0,5-1 0,4 0 0,-1-1 0,1-1 0,-1 0 0,0-1 0,0 0 0,0 0 0,-1-2 0,1 1 0,11-9 0,-4 1 0,-1-1 0,-1 0 0,0-2 0,-1 0 0,-1 0 0,0-2 0,-1 0 0,-1 0 0,-1-1 0,0-1 0,16-39 0,-19 36 0,-1 0 0,-1 0 0,-1-1 0,-1 0 0,-1 0 0,-1 0 0,-1 0 0,-2 0 0,0 0 0,-7-48 0,5 63 0,0 0 0,0 0 0,-1 1 0,0 0 0,-1-1 0,0 1 0,-6-8 0,10 14 0,-1 0 0,0 1 0,-1-1 0,1 1 0,0-1 0,0 1 0,-1-1 0,1 1 0,-1 0 0,1-1 0,-1 1 0,1 0 0,-1 0 0,0 0 0,0 1 0,0-1 0,1 0 0,-1 1 0,0-1 0,0 1 0,0-1 0,0 1 0,0 0 0,0 0 0,0 0 0,0 0 0,0 0 0,0 0 0,0 1 0,1-1 0,-1 0 0,0 1 0,0 0 0,0-1 0,0 1 0,1 0 0,-1 0 0,-2 2 0,-2 1 0,1 1 0,0 0 0,0 0 0,0 0 0,1 1 0,0 0 0,0 0 0,0 0 0,1 0 0,-1 0 0,2 1 0,-1-1 0,-2 13 0,-1 2 0,1 1 0,2 0 0,-2 23 0,4-17 0,1 1 0,1-1 0,2 0 0,9 45 0,-7-53 0,1 0 0,0-1 0,1 0 0,1 0 0,1-1 0,1 0 0,14 20 0,-20-32-68,0-1 0,1 1-1,0-1 1,1 0 0,-1 0 0,1-1-1,0 1 1,0-1 0,0-1 0,1 1-1,-1-1 1,1 0 0,0-1 0,0 1-1,0-1 1,0-1 0,0 1-1,0-1 1,9 0 0,7 0-6758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28.3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1 24575,'0'1'0,"0"0"0,-1 1 0,1-1 0,-1 0 0,1 1 0,-1-1 0,1 0 0,-1 0 0,0 0 0,1 1 0,-1-1 0,-1 1 0,2-2 0,-1 1 0,0 0 0,1-1 0,-1 1 0,1-1 0,-1 1 0,1 0 0,-1 0 0,1-1 0,0 1 0,-1 0 0,1 0 0,0-1 0,0 1 0,-1 0 0,1 0 0,0 0 0,0-1 0,0 1 0,0 0 0,0 0 0,0 0 0,0 0 0,0-1 0,0 1 0,1 0 0,-1 0 0,0 0 0,0-1 0,1 1 0,-1 0 0,1 0 0,-1-1 0,1 1 0,-1 0 0,1-1 0,-1 1 0,1 0 0,4 2 0,0 0 0,0 0 0,0-1 0,0 0 0,0 0 0,0 0 0,0-1 0,1 1 0,-1-1 0,1-1 0,-1 1 0,11-1 0,-5 1 0,295 3 0,-65-4 0,-193 6-1365,-34-2-5461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28.7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137 31 24575,'-9'-5'0,"-1"1"0,-1-1 0,1 2 0,0 0 0,-1 0 0,0 0 0,0 2 0,0-1 0,-20 1 0,31 1 0,-1 0 0,1 0 0,-1 0 0,1 0 0,-1 0 0,1 0 0,-1 0 0,1 0 0,-1 1 0,1-1 0,-1 0 0,1 0 0,-1 0 0,1 1 0,-1-1 0,1 0 0,-1 1 0,1-1 0,-1 0 0,1 1 0,0-1 0,-1 0 0,1 1 0,-1 0 0,7 9 0,22 8 0,-27-17 0,88 44 0,40 23 0,-110-56 0,-1 0 0,0 1 0,-1 1 0,24 25 0,-37-35 0,0 0 0,-1 1 0,1 0 0,-1 0 0,0 0 0,0 0 0,-1 0 0,1 1 0,-1-1 0,3 12 0,-5-14 0,0 1 0,1-1 0,-1 1 0,-1-1 0,1 1 0,0-1 0,-1 1 0,0-1 0,1 1 0,-1-1 0,-1 0 0,1 1 0,0-1 0,-1 0 0,0 0 0,0 0 0,0 0 0,0 0 0,-4 4 0,-1 0 42,-1 0-1,0 0 0,0 0 0,-1-1 1,0 0-1,-15 6 0,-63 24-337,32-15-1062,33-11-5468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32.5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16 24575,'0'-1'0,"0"0"0,-1 0 0,1 0 0,-1 0 0,1 0 0,-1 0 0,1 1 0,-1-1 0,1 0 0,-1 0 0,0 0 0,1 1 0,-1-1 0,0 0 0,0 1 0,0-1 0,-1 0 0,2 1 0,0 0 0,0 0 0,0 1 0,0-1 0,0 0 0,0 0 0,0 0 0,0 1 0,0-1 0,0 0 0,0 0 0,0 0 0,0 1 0,0-1 0,0 0 0,0 0 0,0 0 0,0 0 0,0 1 0,0-1 0,0 0 0,-1 0 0,1 0 0,0 1 0,0-1 0,0 0 0,0 0 0,0 0 0,0 0 0,-1 0 0,1 0 0,0 1 0,0-1 0,0 0 0,0 0 0,-1 0 0,1 0 0,0 0 0,0 0 0,0 0 0,-1 0 0,1 0 0,0 0 0,0 0 0,0 0 0,-1 0 0,1 0 0,0 0 0,0 0 0,0 0 0,-1 0 0,1 0 0,0 0 0,0 0 0,0 0 0,0 0 0,-1 0 0,1-1 0,30 68 0,30 73 0,-23-34 0,-17-42 0,59 122 0,-79-184 0,1-1 0,-1 1 0,1-1 0,0 1 0,0-1 0,-1 0 0,1 1 0,0-1 0,0 0 0,0 0 0,1 1 0,-1-1 0,0 0 0,0 0 0,0 0 0,1-1 0,-1 1 0,1 0 0,-1 0 0,1-1 0,-1 1 0,1-1 0,-1 1 0,1-1 0,-1 0 0,1 1 0,-1-1 0,1 0 0,2 0 0,0-2 0,-1 1 0,0-1 0,1 0 0,-1 1 0,0-1 0,0-1 0,0 1 0,0 0 0,0-1 0,-1 0 0,5-5 0,56-69 0,98-162 0,-158 233 72,12-16 173,-15 21-329,1 0 0,-1 0 0,1 0 0,0 1-1,-1-1 1,1 0 0,0 0 0,0 1 0,0-1 0,0 1 0,-1-1 0,1 1 0,0-1 0,0 1-1,0-1 1,0 1 0,0 0 0,0-1 0,1 1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33.0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269 74 24575,'1'0'0,"-1"0"0,1 0 0,-1 0 0,0 0 0,1 0 0,-1 0 0,1 0 0,-1 0 0,1-1 0,-1 1 0,0 0 0,1 0 0,-1 0 0,0 0 0,1-1 0,-1 1 0,1 0 0,-1 0 0,0-1 0,0 1 0,1 0 0,-1-1 0,0 1 0,1 0 0,-1-1 0,0 1 0,0 0 0,0-1 0,1 1 0,-1-1 0,-1-14 0,0 11 0,-1 1 0,1-1 0,-1 1 0,0 0 0,1-1 0,-4-2 0,3 3 0,0 1 0,-1 0 0,1 0 0,0 0 0,-1 0 0,1 1 0,-1-1 0,0 1 0,0 0 0,1-1 0,-1 1 0,0 0 0,0 1 0,0-1 0,0 0 0,0 1 0,-5 0 0,3 0 0,1 0 0,-1 1 0,1 0 0,-1 0 0,1 1 0,-1-1 0,1 1 0,0 0 0,0 0 0,-6 4 0,-3 4 0,0 0 0,2 1 0,-1 0 0,1 0 0,-15 22 0,15-19 0,-30 44 0,38-54 0,1 1 0,-1-1 0,1 0 0,0 1 0,1-1 0,-1 1 0,1 0 0,0 0 0,0-1 0,0 1 0,1 6 0,0-9 0,0-1 0,0 1 0,0-1 0,1 1 0,-1-1 0,1 1 0,-1-1 0,1 0 0,0 1 0,0-1 0,-1 0 0,1 1 0,0-1 0,0 0 0,0 0 0,0 0 0,0 0 0,0 0 0,1 0 0,-1 0 0,0 0 0,1 0 0,-1-1 0,0 1 0,1 0 0,-1-1 0,1 1 0,-1-1 0,0 0 0,1 1 0,-1-1 0,1 0 0,0 0 0,-1 0 0,1 0 0,2-1 0,4 1 0,0-1 0,0-1 0,0 1 0,0-1 0,12-5 0,16-8 0,-2-2 0,45-27 0,-59 31 0,0-1 0,0-1 0,-2-1 0,31-32 0,-41 38 0,-4 6 0,-6 6 0,-7 17 0,-1 1 86,1 0-1,1 1 0,-9 39 1,15-55-172,1 1 1,0 0 0,1 0-1,-1-1 1,1 1 0,0 0-1,1 0 1,-1 0 0,1 0-1,0-1 1,1 1 0,-1 0-1,1-1 1,0 1 0,1-1-1,-1 0 1,1 0 0,0 0-1,7 8 1,7 4-6741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33.3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18 251 24575,'0'-3'0,"0"0"0,0 0 0,0 0 0,0 0 0,-1 0 0,1 1 0,-1-1 0,0 0 0,0 0 0,0 0 0,0 1 0,0-1 0,-1 0 0,1 1 0,-1-1 0,0 1 0,-2-3 0,22 45 0,1-11 0,45 49 0,1 3 0,-59-68 0,-6-13 0,0 0 0,0 0 0,0 0 0,0 1 0,0-1 0,0 0 0,0 0 0,0 0 0,0 0 0,0 0 0,0 0 0,0 0 0,0 1 0,0-1 0,0 0 0,0 0 0,0 0 0,0 0 0,0 0 0,-1 0 0,1 0 0,0 0 0,0 0 0,0 1 0,0-1 0,0 0 0,0 0 0,0 0 0,0 0 0,-1 0 0,1 0 0,0 0 0,0 0 0,0 0 0,0 0 0,0 0 0,0 0 0,-1 0 0,1 0 0,0 0 0,0 0 0,0 0 0,0 0 0,0 0 0,0 0 0,0 0 0,-1 0 0,-1-1 0,0 0 0,0 0 0,0 0 0,0 0 0,0 0 0,0 0 0,0 0 0,-2-3 0,-1 0 0,0 0 0,0-1 0,1 0 0,0 1 0,0-1 0,0-1 0,0 1 0,1-1 0,0 1 0,0-1 0,0 0 0,1 0 0,0 0 0,0 0 0,1 0 0,0-1 0,0 1 0,0 0 0,1-1 0,-1 1 0,2-1 0,-1 1 0,1-1 0,0 1 0,0 0 0,1 0 0,0-1 0,0 1 0,0 0 0,5-8 0,4-5 0,2 1 0,0 0 0,1 0 0,1 1 0,0 1 0,1 1 0,1 0 0,0 1 0,1 1 0,1 0 0,0 2 0,1 0 0,0 1 0,0 1 0,28-8 0,-40 15 38,0 0 0,0 0 0,0 1 0,1 0 0,-1 0 0,0 1 0,0 0 0,14 3 0,-18-3-113,-1 1 1,1 0 0,-1 0 0,0 0 0,0 1-1,1-1 1,-1 1 0,0 0 0,0 0 0,0 0-1,-1 0 1,1 0 0,-1 1 0,1-1 0,-1 1-1,0 0 1,1 0 0,-2 0 0,1 0 0,0 0-1,0 0 1,0 4 0,8 27-6752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35.7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75 258 24575,'0'-6'0,"-1"4"0,1 1 0,0-1 0,0 0 0,0 1 0,0-1 0,0 0 0,0 0 0,1 1 0,-1-1 0,0 0 0,1 1 0,-1-1 0,1 1 0,0-1 0,0 0 0,-1 1 0,3-3 0,-3 4 0,1 0 0,-1 0 0,0 0 0,1 0 0,-1 0 0,0 0 0,1 0 0,-1 0 0,0 0 0,1 1 0,-1-1 0,0 0 0,0 0 0,1 0 0,-1 0 0,0 1 0,0-1 0,1 0 0,-1 0 0,0 0 0,0 1 0,0-1 0,1 0 0,-1 0 0,0 1 0,0-1 0,0 0 0,0 1 0,0-1 0,1 0 0,-1 1 0,0-1 0,0 0 0,0 0 0,0 1 0,0-1 0,5 15 0,-5-14 0,7 36 0,-2-1 0,-1 2 0,-2-1 0,-2 0 0,-1 0 0,-10 62 0,10-91 0,-8 38 0,8-44 0,1 0 0,-1 0 0,1 0 0,-1 0 0,0 0 0,0 0 0,0 0 0,0 0 0,0-1 0,0 1 0,0 0 0,-1-1 0,1 1 0,-1-1 0,1 0 0,-1 1 0,0-1 0,-1 1 0,1-1 0,1-1 0,-1 0 0,1 0 0,-1 0 0,1 0 0,-1 0 0,1 0 0,-1 0 0,1-1 0,-1 1 0,1-1 0,-1 1 0,1-1 0,-1 1 0,1-1 0,0 0 0,0 1 0,-1-1 0,1 0 0,0 0 0,0 0 0,0 0 0,0 0 0,0 0 0,0-1 0,0 1 0,0 0 0,0 0 0,1-1 0,-1 1 0,0-2 0,-3-4 0,1 0 0,0 0 0,0-1 0,-3-13 0,2-4 0,2 1 0,0-1 0,1 0 0,2 0 0,0 0 0,2 1 0,0-1 0,2 1 0,10-33 0,-7 34 0,0 1 0,2 0 0,0 0 0,1 1 0,1 0 0,2 1 0,-1 1 0,2 0 0,30-29 0,-37 40 0,1 1 0,0 0 0,0 1 0,1 0 0,0 0 0,0 1 0,18-7 0,-25 11 0,-1 0 0,1 0 0,0 1 0,0-1 0,0 0 0,0 1 0,0 0 0,0 0 0,0 0 0,0 0 0,0 0 0,0 0 0,0 1 0,0 0 0,0-1 0,-1 1 0,1 0 0,0 0 0,0 1 0,-1-1 0,1 0 0,-1 1 0,1 0 0,-1 0 0,0 0 0,1 0 0,-1 0 0,0 0 0,0 0 0,-1 1 0,1-1 0,0 0 0,2 5 0,-1 1 0,-1 1 0,1-1 0,-1 0 0,0 1 0,-1-1 0,0 1 0,-1-1 0,1 1 0,-2-1 0,1 1 0,-1-1 0,0 1 0,-1-1 0,0 1 0,0-1 0,-1 0 0,-7 13 0,-1 4 0,-2-1 0,0-1 0,-2 0 0,-23 28 0,34-47 0,-14 24 0,17-27 0,1-1 0,0 1 0,-1-1 0,1 1 0,0 0 0,0-1 0,0 1 0,0 0 0,0-1 0,0 1 0,0 0 0,0-1 0,0 1 0,0 0 0,0-1 0,0 1 0,0 0 0,0-1 0,1 1 0,-1-1 0,0 1 0,0 0 0,1-1 0,-1 1 0,0-1 0,1 1 0,-1-1 0,1 1 0,-1-1 0,1 1 0,-1-1 0,1 1 0,-1-1 0,1 0 0,-1 1 0,1-1 0,0 0 0,-1 1 0,1-1 0,-1 0 0,1 0 0,0 0 0,0 1 0,11 1 0,0-1 0,0 0 0,1 0 0,-1-1 0,0-1 0,0 0 0,24-6 0,4 2 0,-12 1 0,47-4 0,-69 8 0,1 0 0,-1 0 0,1 1 0,-1 0 0,0 0 0,0 0 0,1 1 0,10 4 0,-17-6 6,1 0 0,0 0 0,0 1 0,0-1 0,-1 0 0,1 1 0,0-1 0,0 1 0,-1-1 0,1 1 0,0-1 0,-1 1 0,1-1 0,-1 1 0,1 0 0,-1-1 0,1 1 0,-1 0 0,1-1 0,-1 1 0,1 0 0,-1 0 0,0 0 0,0-1 0,1 1 0,-1 0 0,0 0 0,0 0 0,0-1 0,0 1 0,0 0 0,0 0 0,0 0 0,0 0 0,0 0 0,0-1 0,-1 1 0,1 0 0,0 0 0,0 0 0,-1-1 0,1 1 0,-1 0 0,1 0 0,0-1 0,-1 1 0,0 0 0,1-1 0,-1 1 0,1-1 0,-1 1 0,0-1 0,1 1 0,-1-1 0,0 1 0,-1 0 0,-2 2-250,-1 1 0,0-1 0,-1 0 0,1-1 1,0 1-1,-10 2 0,-2-1-6582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36.9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0 201 24575,'0'0'0,"1"-1"0,-1 1 0,0-1 0,0 1 0,0-1 0,1 1 0,-1 0 0,0-1 0,0 1 0,1-1 0,-1 1 0,0 0 0,1-1 0,-1 1 0,0 0 0,1 0 0,-1-1 0,1 1 0,-1 0 0,1 0 0,-1-1 0,0 1 0,1 0 0,-1 0 0,1 0 0,-1 0 0,1 0 0,-1 0 0,1 0 0,-1 0 0,1 0 0,-1 0 0,2 0 0,21 2 0,-16-1 0,15 1 0,105 3 0,-114-5 0,-1-1 0,1 0 0,-1-1 0,0-1 0,0 0 0,0 0 0,22-11 0,-30 13 0,0-1 0,-1 0 0,0 0 0,0-1 0,0 1 0,0-1 0,0 1 0,0-1 0,0 0 0,-1 0 0,1 0 0,-1-1 0,0 1 0,0 0 0,-1-1 0,1 0 0,0 1 0,-1-1 0,2-7 0,-3 8 0,0-1 0,0 1 0,0-1 0,0 1 0,-1-1 0,1 1 0,-1-1 0,0 1 0,0-1 0,0 1 0,-1 0 0,1 0 0,-1 0 0,1 0 0,-1 0 0,0 0 0,0 0 0,-1 0 0,1 1 0,-1-1 0,1 1 0,-4-3 0,1 1 0,0 0 0,0 0 0,-1 1 0,1 0 0,-1 0 0,0 0 0,0 1 0,0-1 0,0 1 0,0 1 0,0-1 0,-1 1 0,1 0 0,-1 1 0,1 0 0,0 0 0,-1 0 0,1 0 0,-1 1 0,1 0 0,0 1 0,0 0 0,-1-1 0,1 2 0,1-1 0,-1 1 0,0 0 0,0 0 0,1 1 0,-7 5 0,5-4 0,-1 2 0,1-1 0,1 1 0,-1 0 0,1 1 0,1-1 0,-1 1 0,1 0 0,0 0 0,1 1 0,0 0 0,1 0 0,0 0 0,0 0 0,0 0 0,2 0 0,-1 1 0,1-1 0,0 1 0,1 9 0,0-12 0,1 0 0,0 0 0,0 1 0,1-1 0,0 0 0,0-1 0,1 1 0,0 0 0,0-1 0,0 1 0,1-1 0,0 0 0,0 0 0,1 0 0,-1-1 0,1 0 0,6 5 0,-4-4 0,1-1 0,0 0 0,0-1 0,0 0 0,0 0 0,1 0 0,-1-1 0,1-1 0,0 1 0,0-2 0,0 1 0,0-1 0,11 0 0,0-1 0,-1 0 0,1-2 0,0 0 0,-1-2 0,1 0 0,-1-1 0,0-1 0,0 0 0,-1-2 0,30-15 0,-39 17 0,0 0 0,-1 0 0,0-1 0,0 0 0,0 0 0,-1-1 0,0 0 0,0 0 0,7-13 0,-10 14 0,0-1 0,-1 1 0,0-1 0,0 0 0,-1 0 0,0 0 0,0 0 0,-1 0 0,0 0 0,-1 0 0,0 0 0,0-1 0,-2-9 0,-3 84 0,6 99 0,-3 91 0,2-251 0,0 0 0,-1 0 0,0 0 0,0 1 0,0-1 0,-2 5 0,-1-7 0,2-9 0,-1-10 0,2-11 0,1-1 0,1 1 0,1 0 0,2 0 0,1 0 0,10-33 0,6-6 0,39-81 0,-59 145 0,5-13 0,0 1 0,2 0 0,0 1 0,12-18 0,-18 29 0,0 0 0,0-1 0,0 1 0,0 0 0,0 0 0,1 0 0,-1 0 0,0 1 0,1-1 0,-1 1 0,1-1 0,0 1 0,0 0 0,-1 0 0,1 0 0,0 0 0,0 1 0,0-1 0,0 1 0,0-1 0,0 1 0,0 0 0,0 0 0,0 1 0,0-1 0,0 1 0,-1-1 0,1 1 0,5 2 0,-1 0 0,0 1 0,0 0 0,0 0 0,-1 0 0,0 1 0,0 0 0,0 0 0,0 1 0,-1 0 0,0-1 0,0 2 0,-1-1 0,7 12 0,-9-14 0,0-1 0,-1 1 0,1 0 0,-1 0 0,0 0 0,0 0 0,-1 0 0,1 0 0,-1 0 0,0 0 0,0 0 0,0 0 0,0 0 0,-1 0 0,0 0 0,0 0 0,0-1 0,0 1 0,0 0 0,-1 0 0,0-1 0,0 1 0,0-1 0,0 1 0,0-1 0,-1 0 0,1 0 0,-5 3 0,1 0 34,-1 0 1,-1-1-1,1 0 0,-1 0 0,0-1 0,0 0 0,0 0 0,-1-1 0,-16 4 1,11-4-320,-1 0 1,1-1-1,-1 0 1,0-2-1,-18 0 1,6-3-6542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37.1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99 24575,'4'-3'0,"0"-4"0,0-8 0,2-3 0,0-3 0,0 0 0,1 9 0,-1 10 0,0 12 0,0 13 0,1 12 0,-2 9 0,-2 4 0,0 3 0,-2-1 0,-1-3 0,0-3 0,0-9-8191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37.6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 95 24575,'4'-19'0,"-3"17"0,-1 1 0,1-1 0,-1 0 0,1 1 0,-1-1 0,1 1 0,-1-1 0,0 0 0,0 1 0,0-1 0,0 1 0,0-1 0,0 0 0,0 1 0,-1-1 0,1 0 0,-1 1 0,1-1 0,-1 1 0,-1-3 0,2 4 0,0 0 0,-1-1 0,1 1 0,-1 0 0,1 0 0,-1 0 0,0 0 0,1 0 0,-1 0 0,1 0 0,-1 0 0,1 0 0,-1 0 0,1 0 0,-1 0 0,1 0 0,-1 0 0,1 0 0,-1 0 0,1 1 0,-1-1 0,1 0 0,-1 0 0,1 1 0,0-1 0,-1 0 0,1 1 0,-1-1 0,1 0 0,0 1 0,-1-1 0,1 1 0,0-1 0,-1 0 0,1 1 0,0-1 0,0 1 0,0-1 0,-1 1 0,1-1 0,0 2 0,-9 20 0,9-19 0,0-1 0,0 0 0,0 1 0,0-1 0,1 0 0,-1 0 0,1 1 0,0-1 0,-1 0 0,1 0 0,0 0 0,0 0 0,0 0 0,1 0 0,-1 0 0,0 0 0,2 1 0,1 1 0,0-1 0,0 1 0,0-1 0,0 0 0,1-1 0,-1 1 0,7 2 0,5 1 0,0-1 0,1 0 0,26 3 0,-39-7 0,69 8 0,-67-9 0,0 0 0,0 0 0,0 0 0,0-1 0,0 0 0,-1 0 0,1-1 0,0 1 0,10-6 0,-13 5 0,-1 0 0,0 0 0,0 0 0,1 0 0,-2 0 0,1-1 0,0 1 0,0-1 0,-1 1 0,1-1 0,-1 1 0,0-1 0,0 0 0,0 0 0,0 0 0,0 0 0,-1 0 0,1 0 0,-1 0 0,0 0 0,0 0 0,0 0 0,0 0 0,-1-5 0,0 1 0,0 0 0,-1-1 0,0 1 0,0 0 0,0 0 0,-1 1 0,0-1 0,0 0 0,-4-6 0,6 12 0,0 0 0,1 0 0,-1 1 0,0-1 0,1 0 0,-1 0 0,0 0 0,0 1 0,0-1 0,0 0 0,0 1 0,0-1 0,0 0 0,-2 0 0,3 1 0,-1 0 0,1 0 0,0 0 0,-1 0 0,1 0 0,-1 0 0,1 1 0,0-1 0,-1 0 0,1 0 0,-1 0 0,1 0 0,0 1 0,-1-1 0,1 0 0,0 0 0,-1 1 0,1-1 0,0 0 0,-1 0 0,1 1 0,0-1 0,0 0 0,0 1 0,-1-1 0,1 1 0,-2 3 0,1 1 0,-1-1 0,1 0 0,0 0 0,1 1 0,-1 5 0,-2 85 0,4-1 0,13 100 0,-1-41 0,-10-105 0,2 17 0,-6 112 0,1-172 0,-1-1 0,1 0 0,-1 1 0,0-1 0,-1 0 0,1 1 0,-1-1 0,1 0 0,-1 0 0,-4 5 0,6-8 0,-1-1 0,0 1 0,1 0 0,-1-1 0,0 1 0,0 0 0,1-1 0,-1 1 0,0-1 0,0 1 0,0-1 0,0 0 0,1 1 0,-1-1 0,0 0 0,0 0 0,0 1 0,0-1 0,-2 0 0,1-1 0,0 1 0,0 0 0,1-1 0,-1 0 0,0 1 0,0-1 0,1 0 0,-1 0 0,1 0 0,-1 0 0,1 0 0,-1 0 0,-2-3 0,-3-4 0,-1-1 0,1 0 0,1 0 0,0 0 0,0-1 0,1 0 0,0 0 0,1 0 0,0-1 0,0 1 0,1-1 0,-2-16 0,3 10 0,0 1 0,1-1 0,0 1 0,2-1 0,0 1 0,0 0 0,9-32 0,-6 35 0,1 0 0,1 0 0,0 0 0,1 1 0,0 0 0,0 0 0,2 1 0,-1 0 0,2 0 0,-1 1 0,1 0 0,1 1 0,0 0 0,0 1 0,0 0 0,1 0 0,17-7 0,-11 7 0,0 1 0,0 0 0,1 1 0,0 1 0,0 1 0,0 0 0,0 2 0,1 0 0,-1 1 0,1 1 0,36 5 0,-46-4 0,-1 1 0,0 1 0,0-1 0,-1 2 0,1-1 0,-1 1 0,9 5 0,-15-8 0,0 0 0,-1 0 0,1 0 0,0 0 0,-1 0 0,1 1 0,-1-1 0,0 0 0,1 1 0,-1-1 0,0 1 0,0-1 0,0 1 0,0 0 0,0-1 0,-1 1 0,1 0 0,0 0 0,-1 0 0,1 0 0,-1-1 0,0 1 0,1 0 0,-1 0 0,0 0 0,0 0 0,0 0 0,0 0 0,-1 0 0,1 0 0,-1 0 0,1-1 0,-1 1 0,1 0 0,-1 0 0,0 0 0,0-1 0,0 1 0,0 0 0,-1 1 0,-2 1-136,0 0-1,0 0 1,0 0-1,0-1 1,-1 1-1,1-1 1,-1 0-1,0 0 0,-8 3 1,-20 8-6690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39.4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5 106 24575,'-4'0'0,"10"0"0,65 4 0,-50-1 0,-1 2 0,-1 0 0,1 1 0,-1 1 0,0 1 0,0 0 0,-1 2 0,29 20 0,-32-20 0,-2 0 0,0 1 0,0 1 0,-1 1 0,0-1 0,-1 2 0,-1 0 0,0 0 0,-1 1 0,13 26 0,-19-35 0,-1 1 0,1 0 0,-1-1 0,-1 1 0,1 0 0,-1 0 0,-1 0 0,1 0 0,-1 1 0,0-1 0,-1 0 0,0 0 0,0 0 0,0 0 0,-5 12 0,4-13 0,-1 0 0,0-1 0,-1 1 0,1-1 0,-1 0 0,0 0 0,0 0 0,0-1 0,-1 0 0,0 1 0,0-1 0,0-1 0,0 1 0,-1-1 0,1 0 0,-1 0 0,-10 3 0,9-3 0,-1-1 0,1-1 0,0 1 0,0-1 0,-1 0 0,1-1 0,-1 0 0,1 0 0,0-1 0,-1 0 0,1 0 0,0 0 0,0-1 0,0 0 0,0-1 0,0 0 0,-9-4 0,12 5 0,1-1 0,-1 1 0,0-1 0,1 0 0,0 0 0,-1 0 0,1 0 0,0-1 0,1 1 0,-1-1 0,1 1 0,-1-1 0,1 0 0,0 0 0,1 0 0,-1-1 0,1 1 0,0 0 0,0 0 0,0-1 0,0 1 0,1-1 0,0 1 0,-1-1 0,2 1 0,-1 0 0,1-1 0,-1 1 0,3-8 0,2-2 0,0 0 0,1 0 0,1 0 0,0 0 0,1 1 0,1 1 0,-1-1 0,2 1 0,17-17 0,10-6 0,63-47 0,-60 53-341,1 1 0,1 2-1,88-39 1,-86 49-6485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39.8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55 106 24575,'-3'20'0,"2"-19"0,1 0 0,-1 1 0,1-1 0,0 0 0,-1 0 0,1 0 0,0 1 0,0-1 0,0 0 0,0 1 0,0-1 0,0 0 0,0 0 0,0 1 0,1-1 0,-1 0 0,0 0 0,1 1 0,-1-1 0,1 0 0,-1 0 0,1 0 0,0 0 0,-1 0 0,1 0 0,0 0 0,0 0 0,0 0 0,1 1 0,3 1 0,-1 0 0,1 0 0,0-1 0,-1 0 0,1 0 0,0 0 0,0-1 0,1 1 0,-1-1 0,0-1 0,0 1 0,10-1 0,0 1 0,0-2 0,0 0 0,19-4 0,-25 3 0,-1 0 0,1-1 0,-1 0 0,0 0 0,0-1 0,-1 0 0,1 0 0,-1-1 0,13-10 0,-18 13 0,0 0 0,0 0 0,0 0 0,-1 0 0,1 0 0,0 0 0,-1 0 0,0-1 0,1 1 0,-1 0 0,0-1 0,0 1 0,-1-1 0,1 0 0,0 1 0,-1-1 0,0 1 0,1-1 0,-1 0 0,0 0 0,0 1 0,-1-1 0,1 1 0,0-1 0,-1 0 0,0 1 0,0-1 0,1 1 0,-1-1 0,-1 1 0,1-1 0,0 1 0,-1 0 0,1 0 0,-4-4 0,1 2 0,1 0 0,-1 1 0,1-1 0,-1 1 0,0 0 0,-1 0 0,1 1 0,0-1 0,-1 1 0,0 0 0,1 0 0,-1 0 0,0 1 0,0 0 0,0 0 0,0 0 0,0 0 0,0 1 0,0 0 0,0 0 0,0 0 0,-10 2 0,7 0 0,-1 0 0,1 0 0,0 0 0,0 1 0,0 1 0,0-1 0,0 1 0,1 0 0,0 1 0,0 0 0,0 0 0,-11 12 0,8-6 0,1 1 0,0 1 0,1 0 0,0 0 0,2 0 0,-1 1 0,2 0 0,-1 0 0,2 1 0,0-1 0,1 1 0,0 0 0,1 0 0,1 0 0,1 0 0,0 1 0,0-1 0,2 0 0,0 0 0,8 28 0,-8-37-80,1 1 0,0-1-1,0 0 1,1 0 0,-1 0-1,1-1 1,1 1 0,-1-1-1,1 0 1,0 0 0,0 0 0,0-1-1,1 0 1,0 0 0,0 0-1,12 5 1,18 5-6746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40.2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146 25 24575,'-2'-2'0,"-1"0"0,1 0 0,-1-1 0,1 2 0,-1-1 0,0 0 0,0 0 0,1 1 0,-1 0 0,0-1 0,-1 1 0,1 0 0,0 1 0,0-1 0,0 0 0,-1 1 0,1 0 0,0 0 0,0 0 0,-6 0 0,7 1 0,-1 0 0,0 0 0,0 0 0,0 0 0,1 1 0,-1-1 0,1 1 0,-1-1 0,1 1 0,-1 0 0,1 0 0,0 0 0,0 0 0,0 0 0,0 1 0,1-1 0,-1 1 0,0-1 0,1 1 0,0 0 0,-1-1 0,0 6 0,-2 4 0,1 1 0,1 0 0,0 0 0,0 0 0,2 0 0,-1 0 0,2 0 0,2 21 0,5 12 0,16 49 0,-10-41 0,21 109 0,-31-135 0,-1 0 0,-1 0 0,-4 52 0,1-69 0,0-1 0,-1 0 0,-6 17 0,7-24 0,1-1 0,-1 0 0,0 1 0,-1-1 0,1 0 0,0 0 0,0 1 0,-1-1 0,1 0 0,-1-1 0,0 1 0,0 0 0,1 0 0,-1-1 0,0 1 0,-1-1 0,1 1 0,0-1 0,0 0 0,-4 1 0,5-2 0,-1 1 0,1-1 0,-1 0 0,1 0 0,-1-1 0,1 1 0,0 0 0,-1 0 0,1-1 0,-1 1 0,1-1 0,0 1 0,-1-1 0,1 1 0,0-1 0,0 0 0,0 0 0,-1 0 0,1 0 0,0 1 0,0-1 0,0-1 0,0 1 0,1 0 0,-1 0 0,0 0 0,0 0 0,1-1 0,-2-1 0,-1-3 0,0 0 0,1-1 0,0 0 0,-3-11 0,2 0 0,1 0 0,1-1 0,0 1 0,2 0 0,0-1 0,6-29 0,32-107 0,-37 146 0,40-118 0,-33 108 0,-1 0 0,2 0 0,1 1 0,16-22 0,-25 37 0,1-1 0,-1 1 0,1 0 0,0 0 0,0 1 0,0-1 0,1 0 0,-1 1 0,1 0 0,-1 0 0,1 0 0,0 0 0,0 1 0,5-2 0,-6 2 0,0 1 0,0 0 0,0 0 0,0 0 0,-1 1 0,1-1 0,0 1 0,0-1 0,0 1 0,-1 0 0,1 0 0,0 0 0,-1 0 0,1 1 0,-1-1 0,0 1 0,1-1 0,-1 1 0,0 0 0,0 0 0,3 4 0,2 2 0,0 1 0,-1 0 0,0 1 0,-1-1 0,0 1 0,0 0 0,-1 0 0,0 1 0,-1-1 0,-1 1 0,1 0 0,-2 0 0,1 0 0,-1 12 0,-1-12 0,0-1 0,0 1 0,-1 0 0,0 0 0,-1 0 0,0 0 0,-1-1 0,0 1 0,-1-1 0,0 0 0,-1 0 0,0 0 0,0 0 0,-9 9 0,9-13 0,0 0 0,-1-1 0,0 1 0,-1-1 0,1-1 0,-1 0 0,1 0 0,-1 0 0,-1 0 0,1-1 0,0 0 0,-1-1 0,-8 2 0,12-3 0,-1 0 0,1-1 0,0 1 0,0-1 0,0 0 0,0 0 0,-1 0 0,1-1 0,0 1 0,0-1 0,0 0 0,0-1 0,0 1 0,0-1 0,0 1 0,1-1 0,-1 0 0,0 0 0,1-1 0,0 1 0,-1-1 0,1 0 0,0 0 0,0 0 0,1 0 0,-4-5 0,-9-23-1365,5 0-5461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40.5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50 24575,'0'-3'0,"0"-4"0,0-4 0,0-4 0,0 5 0,0 7 0,0 9 0,0 11 0,0 12 0,0 9 0,0 9 0,0 8 0,0 4 0,0 5 0,0-3 0,-3-2 0,-1-8 0,0-13-8191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41.1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1 208 24575,'0'-9'0,"1"0"0,1 1 0,0-1 0,0 0 0,6-12 0,-6 15 0,0 0 0,0 0 0,0-1 0,0 1 0,-1 0 0,0-1 0,0 1 0,-1-1 0,0 1 0,-1-11 0,-1 17 0,0 9 0,-2 11 0,4-12 0,0 0 0,1 1 0,0-1 0,0 1 0,1-1 0,0 0 0,0 0 0,1 0 0,0 0 0,0 0 0,1-1 0,8 13 0,-11-17 0,1-1 0,0 1 0,0-1 0,0 0 0,0 0 0,0 1 0,0-1 0,0-1 0,1 1 0,-1 0 0,1 0 0,-1-1 0,1 0 0,0 1 0,-1-1 0,1 0 0,0 0 0,0 0 0,0-1 0,0 1 0,0-1 0,0 0 0,0 0 0,0 0 0,0 0 0,0 0 0,0 0 0,0-1 0,0 0 0,-1 1 0,1-1 0,0 0 0,0-1 0,0 1 0,-1 0 0,1-1 0,4-3 0,9-8 0,-1 0 0,0-1 0,-1-1 0,0-1 0,-2 1 0,18-29 0,-13 18 0,34-37 0,-50 62 0,-1 1 0,1-1 0,-1 0 0,1 1 0,-1-1 0,1 1 0,-1-1 0,1 1 0,-1-1 0,1 1 0,0-1 0,-1 1 0,1-1 0,0 1 0,0 0 0,-1 0 0,1-1 0,0 1 0,0 0 0,-1 0 0,1 0 0,1 0 0,-1 0 0,-1 1 0,1-1 0,-1 1 0,0-1 0,1 1 0,-1-1 0,0 1 0,1-1 0,-1 1 0,0-1 0,0 1 0,0 0 0,0-1 0,1 1 0,-1 0 0,0-1 0,0 1 0,0-1 0,0 1 0,0 0 0,-1 0 0,-5 42 0,5-41 0,-4 21 0,-8 32 0,3 1 0,-7 93 0,18 4 0,-4 72 0,0-182 0,-2 0 0,-2-1 0,-13 49 0,15-74 0,-1-1 0,-15 31 0,19-43 0,0 1 0,-1-1 0,1 0 0,-1 0 0,0-1 0,0 1 0,0-1 0,-1 1 0,1-1 0,-1 0 0,0 0 0,0-1 0,0 1 0,0-1 0,-7 3 0,10-4 0,-1-1 0,0 0 0,0 1 0,0-1 0,1 0 0,-1 0 0,0 0 0,0 0 0,0 0 0,1 0 0,-1-1 0,0 1 0,0-1 0,1 1 0,-1-1 0,0 0 0,1 1 0,-1-1 0,1 0 0,-1 0 0,1 0 0,-1 0 0,1 0 0,-1-1 0,1 1 0,0 0 0,0-1 0,0 1 0,0-1 0,0 1 0,-2-4 0,0-2 0,0 0 0,1 0 0,-1 0 0,1 0 0,1 0 0,-2-13 0,2-2 0,0 1 0,2-1 0,1 0 0,0 1 0,2-1 0,0 1 0,2 0 0,0 1 0,1-1 0,1 1 0,1 0 0,1 1 0,15-23 0,-14 24 0,1 1 0,1 0 0,1 1 0,0 1 0,1 0 0,0 0 0,2 2 0,-1 0 0,2 1 0,-1 0 0,2 2 0,-1 0 0,34-12 0,-40 18 57,-1 2 0,1-1 0,-1 1 0,1 1 0,17-1 0,-25 2-147,1 0 0,-1 1 0,0-1 0,1 1 0,-1 0 1,0 0-1,0 0 0,0 0 0,0 1 0,0 0 1,0-1-1,0 2 0,-1-1 0,1 0 0,-1 1 0,1-1 1,-1 1-1,3 4 0,1 5-6736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44.4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19 24575,'0'-3'0,"0"2"0,4 1 0,3-2 0,7-1 0,8 0 0,6 0 0,7 1 0,8 1 0,2 0 0,3 1 0,0 0 0,-3 3 0,-2 2 0,-6-1 0,-5-1 0,-9 0-8191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44.6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49 24575,'-2'-3'0,"0"1"0,1-1 0,-1 0 0,1 0 0,-1 0 0,1-1 0,0 1 0,0 0 0,0 0 0,1-1 0,-1 1 0,1-5 0,1 5 0,1 7 0,3 8 0,3 26 80,-1 0 0,-2 0-1,1 67 1,-17 118-759,6-141-326,3-51-5821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44.8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386 12 24575,'0'-3'0,"-3"-1"0,-4 0 0,-4 4 0,-7 5 0,-6 8 0,-5 4 0,-4 7 0,-6 4 0,-2 4 0,-1 0 0,5 1 0,4-3 0,5-3 0,5-3 0,5-5-8191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45.0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38 24575,'0'-4'0,"0"2"0,0-1 0,0 0 0,0 1 0,1-1 0,-1 0 0,0 1 0,2-5 0,-1 6 0,-1 1 0,1-1 0,-1 0 0,1 1 0,-1-1 0,1 1 0,-1-1 0,1 1 0,-1-1 0,1 1 0,0 0 0,-1-1 0,1 1 0,0 0 0,-1-1 0,1 1 0,0 0 0,0 0 0,-1 0 0,1-1 0,0 1 0,-1 0 0,1 0 0,0 0 0,0 0 0,-1 0 0,1 1 0,0-1 0,0 0 0,-1 0 0,1 0 0,1 1 0,19 6 0,-1 1 0,0 0 0,33 20 0,-15-7 0,-20-12 0,316 178 0,-306-165-1365,-20-14-5461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50.6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272 61 24575,'1'-2'0,"-1"0"0,1 0 0,0 0 0,0-1 0,-1 1 0,1 0 0,1 0 0,-1 0 0,0 0 0,0 0 0,2-1 0,-1 1 0,-1 1 0,0-1 0,0 1 0,0-1 0,0 1 0,0-1 0,0 0 0,-1 0 0,1 1 0,0-1 0,-1 0 0,0 0 0,1-2 0,-3 5 0,-1 0 0,1 1 0,-1-1 0,1 1 0,0 0 0,-1 0 0,1 0 0,0 0 0,-2 2 0,-107 137 0,101-126 0,0 1 0,2-1 0,-1 1 0,2 1 0,0 0 0,1 0 0,-7 34 0,13-47 0,-1-1 0,1 1 0,0-1 0,1 1 0,-1-1 0,1 1 0,-1-1 0,1 1 0,0-1 0,0 1 0,0-1 0,1 0 0,-1 0 0,1 1 0,0-1 0,0 0 0,0-1 0,0 1 0,1 0 0,-1-1 0,0 1 0,1-1 0,0 1 0,0-1 0,0 0 0,4 2 0,9 4 0,0 0 0,1-1 0,0 0 0,18 3 0,-4 0 0,-1 0 0,-2-1 0,35 17 0,-56-23 0,0 0 0,-1 1 0,0 0 0,0 0 0,0 1 0,0 0 0,0 0 0,-1 0 0,0 0 0,6 10 0,-9-13 0,-1 0 0,0 0 0,1 1 0,-1-1 0,0 0 0,-1 1 0,1-1 0,0 1 0,-1-1 0,1 1 0,-1-1 0,0 1 0,1 0 0,-1-1 0,-1 1 0,1-1 0,0 1 0,-1-1 0,1 1 0,-1-1 0,0 1 0,1-1 0,-1 1 0,-1-1 0,1 0 0,0 1 0,0-1 0,-1 0 0,1 0 0,-1 0 0,0 0 0,0 0 0,-3 2 0,-1 1 0,0-1 0,-1 1 0,1-1 0,-1 0 0,0-1 0,-1 1 0,1-2 0,-1 1 0,-13 3 0,5-4 0,1-1 0,0 0 0,0-1 0,-1-1 0,1 0 0,0-1 0,0-1 0,0 0 0,0-1 0,1-1 0,0 0 0,-22-11 0,26 11 0,0-1 0,0 1 0,0-2 0,1 1 0,0-1 0,0-1 0,0 0 0,1 0 0,1 0 0,-1-1 0,1 0 0,1-1 0,0 0 0,0 0 0,1 0 0,0 0 0,-4-14 0,7 14 0,1 0 0,0 1 0,0-1 0,1 0 0,1 1 0,-1-1 0,2 1 0,-1-1 0,1 1 0,1-1 0,-1 1 0,2 0 0,-1 0 0,1 0 0,1 0 0,-1 1 0,9-11 0,7-9 0,1 2 0,1 0 0,41-35 0,45-32 0,-90 79 0,0 1 0,1 1 0,1 1 0,27-11 0,-40 19-195,-1 1 0,1 0 0,0 1 0,0 0 0,0 0 0,12 0 0,-4 1-6631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50.9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 1 24575,'1'1'0,"0"1"0,0 0 0,0-1 0,1 1 0,-1 0 0,0-1 0,1 0 0,-1 1 0,1-1 0,0 0 0,-1 0 0,1 0 0,0 0 0,0 0 0,2 1 0,6 4 0,-1 0 0,-1 1 0,0 0 0,-1 1 0,0-1 0,0 2 0,0-1 0,-1 1 0,9 18 0,-11-21 0,-1 1 0,-1 0 0,1 0 0,-1 0 0,0 0 0,-1 0 0,0 0 0,0 0 0,0 1 0,-1-1 0,0 0 0,0 1 0,-1-1 0,-1 8 0,0-11 0,1 1 0,-1-1 0,0 0 0,0 0 0,-1 0 0,1 0 0,-1 0 0,0 0 0,0-1 0,0 1 0,0-1 0,-1 0 0,0 0 0,1 0 0,-1 0 0,0-1 0,0 0 0,0 1 0,-8 2 0,9-4 0,0 0 0,0 0 0,0-1 0,-1 1 0,1 0 0,0-1 0,0 0 0,0 0 0,0 0 0,0 0 0,0 0 0,-1-1 0,1 1 0,0-1 0,0 0 0,0 0 0,0 0 0,0 0 0,1 0 0,-1-1 0,0 0 0,0 1 0,1-1 0,-1 0 0,1 0 0,0 0 0,-1-1 0,1 1 0,-3-5 0,2 2 0,0-1 0,0 0 0,0-1 0,1 1 0,0 0 0,0-1 0,1 1 0,-1-1 0,1 1 0,1-1 0,-1 0 0,1 0 0,1 1 0,-1-1 0,2-6 0,1 0 0,-1 1 0,2 0 0,0 0 0,0 0 0,1 0 0,0 1 0,8-12 0,-11 19-97,1 1-1,-1 0 1,0 0-1,1 0 1,0 0-1,0 0 1,0 1-1,0-1 1,0 1-1,0 0 1,0 0-1,1 0 0,5-2 1,6-1-6729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51.1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125 19 24575,'0'-3'0,"3"-1"0,1-3 0,0 3 0,-1 5 0,-1 8 0,-4 10 0,-4 10 0,-2 13 0,-2 9 0,-6 7 0,-3 7 0,-2 2 0,0-2 0,1-2 0,2-12-8191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51.4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173 0 24575,'3'1'0,"0"-1"0,0 1 0,0-1 0,0 1 0,0 0 0,0 0 0,-1 1 0,1-1 0,0 1 0,-1-1 0,1 1 0,0 0 0,-1 0 0,0 0 0,0 0 0,1 0 0,-1 0 0,-1 1 0,1-1 0,0 1 0,2 4 0,-2-4 0,0 1 0,0 0 0,0 0 0,-1 0 0,1 0 0,-1 0 0,0 1 0,0-1 0,0 0 0,-1 0 0,0 1 0,0-1 0,0 0 0,-1 7 0,0-8 0,0 0 0,-1 1 0,1-1 0,-1 0 0,0-1 0,1 1 0,-2 0 0,1 0 0,0-1 0,0 0 0,-1 1 0,1-1 0,-1 0 0,0 0 0,0 0 0,0 0 0,0-1 0,0 1 0,0-1 0,0 0 0,0 0 0,0 0 0,-1 0 0,-3 0 0,-8 2 0,0-1 0,0-1 0,-30-1 0,39 0 0,0 0 0,0-1 0,0 0 0,0 0 0,0-1 0,0 0 0,0 0 0,1 0 0,-11-6 0,14 7 0,1 0 0,0 0 0,-1 0 0,1 0 0,0-1 0,0 1 0,0 0 0,0 0 0,0-1 0,0 1 0,0-1 0,0 1 0,0-1 0,1 1 0,-1-1 0,1 0 0,-1 1 0,1-1 0,-1 1 0,1-1 0,0 0 0,0 1 0,0-1 0,0 0 0,0 0 0,0 1 0,1-1 0,-1 0 0,0 1 0,1-1 0,-1 1 0,1-1 0,0 0 0,0 1 0,-1 0 0,1-1 0,0 1 0,0-1 0,2-1 0,3-4 23,-1 1 0,1-1 0,1 1-1,-1 0 1,1 1 0,0-1 0,0 1-1,1 1 1,0-1 0,-1 1 0,2 1-1,-1 0 1,0 0 0,17-4 0,-19 6-105,1-1 1,-1 1 0,1 1 0,-1-1-1,0 1 1,1 0 0,-1 1-1,1-1 1,-1 1 0,1 0 0,-1 1-1,0 0 1,0 0 0,0 0 0,0 1-1,0 0 1,0 0 0,-1 0 0,1 1-1,8 6 1,5 12-6745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52.3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1 24575,'-3'0'0,"-5"0"0,3 0 0,5 0 0,9 0 0,9 0 0,11 0 0,0 0-8191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52.5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1 24575,'-6'3'0,"-5"4"0,2 4 0,6 4 0,9 2 0,14-2 0,12-1 0,13-2 0,12-3 0,-4-4-8191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52.9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27 123 24575,'-1'0'0,"0"0"0,0 0 0,-1 0 0,1 0 0,0 0 0,0 0 0,0-1 0,1 1 0,-1 0 0,0-1 0,0 1 0,0 0 0,0-1 0,0 1 0,0-1 0,0 0 0,0 1 0,1-1 0,-1 0 0,0 1 0,1-1 0,-1 0 0,0 0 0,1 0 0,-1 1 0,1-1 0,-1 0 0,1 0 0,-1 0 0,1 0 0,0 0 0,0 0 0,-1 0 0,1 0 0,0 0 0,0 0 0,0 0 0,0-2 0,0 2 0,0-1 0,1 0 0,-1 0 0,0 1 0,1-1 0,-1 0 0,1 1 0,-1-1 0,1 1 0,0-1 0,0 1 0,0-1 0,0 1 0,0-1 0,0 1 0,0 0 0,0-1 0,1 1 0,-1 0 0,0 0 0,1 0 0,1-1 0,4 0 0,0 0 0,0 0 0,-1 0 0,1 1 0,0 0 0,0 1 0,0-1 0,0 2 0,0-1 0,0 1 0,11 2 0,-1 0 0,0 2 0,-1 0 0,26 12 0,-29-11 0,-1 1 0,0 1 0,0 0 0,-1 1 0,0 0 0,0 0 0,-1 1 0,0 1 0,-1 0 0,13 20 0,-17-24 0,0 1 0,-1 0 0,0 0 0,-1 0 0,1 0 0,-2 0 0,1 1 0,-1-1 0,0 1 0,-1-1 0,0 1 0,0 0 0,-1 0 0,0 0 0,-1-1 0,0 1 0,0 0 0,-5 13 0,4-16 0,-1 0 0,0 0 0,0-1 0,0 1 0,-1-1 0,0 1 0,0-1 0,-1 0 0,1-1 0,-1 1 0,0-1 0,0 0 0,-1 0 0,-6 3 0,10-5 0,-1-1 0,1 1 0,-1-1 0,1 0 0,-1 0 0,1-1 0,-1 1 0,0 0 0,0-1 0,1 0 0,-1 1 0,0-1 0,0 0 0,1-1 0,-1 1 0,0 0 0,0-1 0,1 1 0,-1-1 0,1 0 0,-1 0 0,0 0 0,1 0 0,0-1 0,-1 1 0,1-1 0,0 1 0,-1-1 0,1 0 0,0 0 0,0 0 0,1 0 0,-1 0 0,0 0 0,-2-4 0,2 1 0,0 1 0,0-1 0,0 0 0,0 0 0,1 0 0,0 0 0,0 0 0,0 0 0,1 0 0,-1-1 0,1 1 0,1 0 0,-1 0 0,1 0 0,0 0 0,0 0 0,0 0 0,1 0 0,-1 0 0,1 0 0,3-5 0,6-11 0,0 1 0,1 0 0,20-24 0,-14 19-195,2 0 0,1 1 0,1 1 0,1 0 0,1 2 0,50-34 0,-39 37-6631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53.6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8 314 24575,'0'-1'0,"-1"1"0,1 0 0,-1-1 0,1 1 0,-1-1 0,1 1 0,-1-1 0,1 1 0,0-1 0,-1 1 0,1-1 0,0 1 0,-1-1 0,1 0 0,0 1 0,0-1 0,-1 1 0,1-1 0,0 0 0,0 1 0,0-1 0,0 0 0,0 1 0,0-1 0,0 0 0,0 1 0,0-1 0,0 1 0,1-1 0,-1 0 0,0 0 0,1 0 0,0 0 0,1 0 0,-1 0 0,0 0 0,0 0 0,0 0 0,1 0 0,-1 1 0,0-1 0,1 1 0,-1-1 0,1 1 0,1-1 0,8-1 0,0 0 0,18-1 0,-27 3 0,54-2 0,84-7 0,-125 7 0,1-1 0,-1-1 0,0 0 0,0-1 0,-1-1 0,26-13 0,-37 18 0,0-1 0,0 0 0,0 1 0,-1-1 0,1 0 0,-1-1 0,1 1 0,-1 0 0,0-1 0,0 1 0,0-1 0,0 0 0,0 0 0,-1 1 0,1-1 0,-1 0 0,0 0 0,2-7 0,-3 7 0,0 1 0,0-1 0,-1 0 0,1 0 0,-1 0 0,1 0 0,-1 0 0,0 0 0,0 1 0,0-1 0,-1 0 0,1 1 0,-1-1 0,1 1 0,-1-1 0,0 1 0,0 0 0,0 0 0,0 0 0,0 0 0,-3-2 0,-5-4 0,0 0 0,-1 1 0,1 1 0,-1 0 0,-1 0 0,1 1 0,-1 0 0,0 1 0,0 0 0,0 1 0,0 1 0,-1 0 0,1 0 0,-1 2 0,-22 0 0,26 1 0,0 0 0,0 1 0,0-1 0,0 2 0,1-1 0,-1 2 0,1-1 0,0 1 0,0 0 0,0 0 0,1 1 0,-1 0 0,1 1 0,0 0 0,0 0 0,1 0 0,0 1 0,0-1 0,1 2 0,-1-1 0,2 1 0,-8 13 0,8-11 0,-1 1 0,2 0 0,-1 0 0,2 0 0,-1 0 0,1 1 0,1-1 0,0 1 0,1-1 0,0 1 0,3 14 0,-2-19 0,0 0 0,0-1 0,1 1 0,0-1 0,1 1 0,-1-1 0,1 0 0,1 0 0,-1 0 0,1 0 0,0-1 0,0 1 0,0-1 0,1 0 0,0-1 0,0 1 0,0-1 0,1 0 0,-1 0 0,8 4 0,-1-3 0,-1-1 0,1 0 0,0-1 0,0 0 0,0-1 0,0 0 0,1-1 0,-1 0 0,0-1 0,1 0 0,-1-1 0,20-4 0,1-2 0,-1-2 0,0 0 0,45-22 0,-40 14 0,-1-1 0,-1-2 0,0-2 0,35-29 0,-49 34 0,-2 0 0,0-1 0,-2-1 0,0-1 0,-1 0 0,-1-1 0,20-36 0,-33 53 0,0-1 0,0 1 0,0-1 0,-1 1 0,0-1 0,0 0 0,0 1 0,0-1 0,-1-9 0,0 13 0,0 0 0,0 0 0,0 0 0,0 0 0,-1 0 0,1 0 0,0 0 0,-1-1 0,1 1 0,-1 1 0,0-1 0,1 0 0,-1 0 0,0 0 0,1 0 0,-1 0 0,0 0 0,-1-1 0,0 2 0,1-1 0,-1 0 0,0 1 0,0-1 0,1 1 0,-1-1 0,0 1 0,0 0 0,0 0 0,1 0 0,-1 0 0,0 0 0,0 0 0,0 0 0,-2 1 0,-1 0 0,-1 1 0,1-1 0,0 1 0,-1 1 0,1-1 0,0 1 0,0-1 0,1 1 0,-1 1 0,1-1 0,-1 1 0,1-1 0,0 1 0,0 1 0,1-1 0,-1 0 0,1 1 0,0 0 0,-3 6 0,2-3 0,1 0 0,0 0 0,0 0 0,0 0 0,1 1 0,1-1 0,0 1 0,0-1 0,0 1 0,1-1 0,2 18 0,2-4 0,2-1 0,0 0 0,18 38 0,-16-41 0,-1 0 0,0 1 0,-1 0 0,-1 0 0,3 24 0,-8-40 0,0 1 0,0 0 0,0 0 0,-1 0 0,1 0 0,-1-1 0,0 1 0,0 0 0,0 0 0,-1-1 0,1 1 0,-1-1 0,0 1 0,0-1 0,0 0 0,0 0 0,-1 0 0,1 0 0,-1 0 0,0-1 0,0 1 0,0-1 0,0 1 0,0-1 0,-5 2 0,2-1 0,0 0 0,0 0 0,-1-1 0,1 0 0,0 0 0,-1 0 0,0-1 0,1 0 0,-1-1 0,0 1 0,1-1 0,-1 0 0,-12-3 0,17 3 9,0 0-1,0-1 1,0 1-1,0-1 1,0 1-1,1-1 1,-1 0 0,0 0-1,0 0 1,0 0-1,1 0 1,-1 0-1,1 0 1,-1 0-1,1-1 1,-1 1-1,1-1 1,0 1-1,0-1 1,-1 0-1,1 1 1,0-1 0,1 0-1,-1 0 1,0 1-1,0-1 1,1 0-1,-1 0 1,1 0-1,0 0 1,-1 0-1,1 0 1,0 0-1,0 0 1,0 0-1,1 0 1,-1 0 0,0 0-1,1-2 1,2-6-253,0 1 0,0-1 0,1 1 0,0 0 1,1 0-1,7-10 0,10-15-6582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54.1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1 268 24575,'15'-14'0,"1"0"0,33-21 0,-38 28 0,1 0 0,-1-1 0,0-1 0,0 0 0,-1 0 0,-1-1 0,0-1 0,16-21 0,-19 21 0,6-10 0,0 1 0,10-31 0,-29 59 0,-5 12 0,-23 58 0,4 1 0,3 1 0,4 1 0,-18 110 0,40-183 0,1 1 0,1-1 0,-1 0 0,1 0 0,1 1 0,0-1 0,0 0 0,0 0 0,4 10 0,-4-16 0,0 1 0,0 0 0,0-1 0,0 0 0,1 1 0,-1-1 0,1 0 0,0 0 0,0 0 0,-1 0 0,1 0 0,1 0 0,-1-1 0,0 1 0,0 0 0,1-1 0,-1 0 0,1 0 0,-1 0 0,1 0 0,-1 0 0,1 0 0,0 0 0,-1-1 0,1 0 0,0 1 0,-1-1 0,1 0 0,0 0 0,0 0 0,3-1 0,8-2 0,0 0 0,0 0 0,-1-1 0,1-1 0,-1-1 0,0 1 0,0-2 0,18-12 0,-6 2 0,0-2 0,41-41 0,-48 41 0,-1 0 0,22-32 0,-33 41 0,0 0 0,0-1 0,-1 1 0,0-1 0,-1 0 0,0 0 0,3-21 0,-6 30 0,-1 0 0,1 0 0,-1 0 0,0 0 0,0 0 0,0 0 0,0 0 0,-1 0 0,1 0 0,0 0 0,-1 0 0,1 0 0,-1 1 0,0-1 0,0 0 0,0 0 0,0 0 0,0 1 0,0-1 0,0 1 0,0-1 0,-1 1 0,1-1 0,0 1 0,-1-1 0,1 1 0,-1 0 0,0 0 0,1 0 0,-1 0 0,0 0 0,-2 0 0,2 0 0,0 1 0,0 0 0,0 0 0,0-1 0,0 1 0,0 1 0,1-1 0,-1 0 0,0 0 0,0 1 0,0-1 0,0 1 0,0 0 0,0-1 0,0 1 0,1 0 0,-1 0 0,0 0 0,1 0 0,-1 1 0,1-1 0,-1 0 0,1 1 0,-1-1 0,1 1 0,0-1 0,0 1 0,0-1 0,0 1 0,0 0 0,-1 3 0,-2 5 0,2-1 0,-1 1 0,2 0 0,-1-1 0,1 1 0,0 0 0,1 0 0,1 0 0,-1 0 0,1 0 0,1 0 0,0-1 0,0 1 0,1-1 0,5 12 0,-7-18-85,1 0 0,0-1-1,-1 1 1,1-1 0,0 1-1,0-1 1,0 0 0,1 0-1,-1 1 1,0-2 0,1 1-1,-1 0 1,1 0 0,0-1-1,5 2 1,6 2-6741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54.3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1 248 24575,'8'-15'0,"-1"-1"0,0 0 0,-1 0 0,0-1 0,4-22 0,-3 11 0,0 2 0,7-43 0,-15 63 0,-4 13 0,-5 16 0,-1 21 0,2 1 0,2 0 0,-3 58 0,8 140 0,3-192-341,2 1 0,3 0-1,13 54 1,-9-69-6485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54.5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 29 24575,'3'-6'0,"1"-5"0,-3 2 0,-5 6 0,-5 10 0,-1 9 0,-2 9 0,-2 6 0,2 7 0,2 7 0,7 4 0,6 4 0,6-1 0,5-3 0,0-10-8191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54.7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49 355 24575,'-3'-3'0,"-4"-7"0,-4-12 0,0-7 0,1-6 0,3-6 0,9-2 0,10-1 0,10 6 0,6 4 0,9 9 0,7 9 0,5 6 0,4 6 0,2 6 0,-8 3-8191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55.8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23699 20 24575,'-2'-1'0,"0"1"0,0 0 0,0 0 0,-1-1 0,1 1 0,0-1 0,0 1 0,0-1 0,0 0 0,0 0 0,0 0 0,0 0 0,1 0 0,-1-1 0,0 1 0,1 0 0,-1-1 0,-2-2 0,9 14 0,0 1 0,-1-1 0,0 1 0,0 0 0,-1 1 0,-1-1 0,2 15 0,2 84 0,-6-99 0,-1 67 17,-17 115-1,-28 76-179,9-87 1,-8-2-1,-7-1 0,-78 171 1,92-267 162,-3-1 0,-4-3 0,-107 143 0,103-161 0,-4-3 0,-2-2 0,-2-2 0,-124 88 0,88-82-437,-4-4 0,-1-5 0,-178 67 0,92-57-437,-247 50 0,92-50-781,-561 27 0,-351-69-2231,-446-64 3267,-1691-268 0,2222 164 619,-2 37 0,-917 13 813,1707 90-631,-971-37 1024,9-103-426,411-41-780,-25-4 0,-41 34 0,-162-28 0,-89-56 2698,539 103-1120,675 135-1116,-74-14 1776,-169-56-1,265 73-2129,7 2-80,0 1-1,0-1 0,0 0 0,0 0 0,0-1 0,0 1 1,0-1-1,0 1 0,1-1 0,-1 0 0,1 0 1,-1 0-1,1 0 0,-5-5 0,8 6-15,-1 0-1,0 1 1,0-1-1,0 0 0,1 1 1,-1-1-1,0 0 1,1 1-1,-1-1 0,0 1 1,1-1-1,-1 1 1,1-1-1,-1 1 1,1-1-1,-1 1 0,1-1 1,-1 1-1,1 0 1,0-1-1,-1 1 0,1 0 1,-1 0-1,1-1 1,0 1-1,-1 0 1,1 0-1,1 0 0,24-8-986,-23 7 254,14-3-6105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56.1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669 104 24575,'6'-43'0,"-5"37"0,1 0 0,-1 0 0,-1 0 0,1 0 0,-1 0 0,0 0 0,-1-7 0,1 13 0,0-1 0,0 1 0,-1 0 0,1-1 0,0 1 0,0 0 0,-1-1 0,1 1 0,0 0 0,-1 0 0,1-1 0,0 1 0,-1 0 0,1 0 0,0-1 0,-1 1 0,1 0 0,-1 0 0,1 0 0,0 0 0,-1 0 0,1 0 0,-1 0 0,1 0 0,-1 0 0,1 0 0,0 0 0,-1 0 0,1 0 0,-1 0 0,1 0 0,-1 0 0,1 0 0,0 0 0,-1 0 0,1 1 0,0-1 0,-1 0 0,1 0 0,-1 1 0,1-1 0,-23 13 0,19-10 0,-248 126 0,-9-18 0,199-85 0,56-24 0,0 1 0,0 0 0,0 0 0,0 0 0,1 1 0,-11 8 0,15-11 0,0 0 0,0 0 0,0 0 0,1 1 0,-1-1 0,0 0 0,0 1 0,1-1 0,-1 1 0,1-1 0,-1 1 0,1-1 0,-1 1 0,1-1 0,0 1 0,0-1 0,0 1 0,0 0 0,0-1 0,0 1 0,0-1 0,1 1 0,-1-1 0,0 1 0,1-1 0,0 1 0,-1-1 0,1 1 0,0-1 0,-1 0 0,1 1 0,0-1 0,0 0 0,2 2 0,11 15 0,22 19 0,11 14 0,-21-15-341,-1 1 0,-2 2-1,27 61 1,-25-45-6485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24.5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200 46 24575,'0'-4'0,"0"0"0,0 0 0,1 0 0,-1 0 0,1 0 0,0 0 0,1 0 0,-1 0 0,3-5 0,-4 9 0,0 0 0,0 0 0,1 0 0,-1 0 0,0 0 0,0 0 0,0 0 0,0 0 0,0 0 0,0 0 0,0 0 0,1 0 0,-1 0 0,0 0 0,0 0 0,0 0 0,0 0 0,0 0 0,0 0 0,0 0 0,1 0 0,-1 0 0,0 0 0,0 0 0,0 0 0,0 0 0,0 1 0,0-1 0,0 0 0,0 0 0,0 0 0,0 0 0,1 0 0,-1 0 0,0 0 0,0 0 0,0 0 0,0 1 0,0-1 0,0 0 0,0 0 0,0 0 0,0 0 0,0 0 0,0 0 0,0 0 0,0 1 0,0-1 0,0 0 0,0 0 0,0 0 0,0 0 0,0 0 0,0 0 0,0 0 0,0 0 0,0 1 0,0-1 0,0 0 0,1 11 0,3 244 0,-5-147 0,-39 1567-2447,37-1577 2425,-2 59-11,-18 330-279,10-357 285,-49 218 1,30-245 979,19-65-77,-12 54 0,25-91-874,-1 0 0,1 0 0,0 1 0,0-1 0,-1 0 0,1 0 0,0 0 0,0 1 0,1-1 0,-1 0 0,0 0 0,0 0 0,0 1-1,1-1 1,-1 0 0,1 0 0,-1 0 0,1 0 0,-1 0 0,1 0 0,0 0 0,-1 0 0,1 0 0,0 0 0,0 0 0,0 0 0,0 0-1,0-1 1,0 1 0,0 0 0,0-1 0,0 1 0,0-1 0,0 1 0,0-1 0,0 1 0,0-1 0,1 0 0,-1 1 0,0-1 0,0 0-1,0 0 1,1 0 0,-1 0 0,0 0 0,0 0 0,2-1 0,9 0 14,0 0 0,0-2 1,22-6-1,-20 5-12,293-49 30,3 26-102,-187 18-43,57-4-569,579-63-587,-684 63-4832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25.5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60 384 24575,'-14'-14'0,"9"10"0,1 0 0,-1 0 0,1-1 0,0 1 0,0-1 0,0 0 0,1 0 0,0-1 0,0 1 0,-3-9 0,6 13 0,0 0 0,0 0 0,0 0 0,0 1 0,0-1 0,0 0 0,0 0 0,1 0 0,-1 0 0,0 1 0,0-1 0,1 0 0,-1 0 0,1 1 0,-1-1 0,1 0 0,-1 0 0,1 1 0,0-1 0,-1 1 0,1-1 0,0 0 0,-1 1 0,1-1 0,0 1 0,1-1 0,25-10 0,-22 10 0,54-15 0,0 4 0,69-7 0,-77 12 0,775-85-1640,4 26 0,147 6 583,-959 59 1056,61-3 78,103 9-1,-174-4 66,0 0 0,0 0 0,0 0 0,0 1 0,0 1 0,7 3-1,-13-6-58,0 2-1,0-1 1,0 0-1,0 0 1,0 1-1,0-1 0,-1 1 1,1-1-1,0 1 1,-1 0-1,0-1 1,1 1-1,-1 0 0,0 0 1,0 0-1,0 0 1,0 0-1,0 0 1,0 1-1,-1-1 0,1 0 1,-1 0-1,0 1 1,1-1-1,-1 3 1,-2 18 131,0 0 1,-1 0-1,-9 31 1,-2 11-25,-23 280-541,25 4-182,8-188 442,1-80 91,-13 623 0,36 0 0,8-390-38,2 17-39,-22-1 35,-10-274 325,-12 74 0,10-107-202,-1 0 0,-1-1 0,-1 0 0,-1 0-1,-1-1 1,-12 22 0,20-42-81,0 1 0,0 0 0,-1-1 0,1 1 0,-1-1 0,1 0 0,-1 1 0,1-1 0,-1 0 0,0 0 0,1 0 0,-1 0 0,0 0 0,0 0 0,0 0 0,0-1 0,0 1 0,0-1 0,0 0 0,0 1 0,0-1 0,0 0 0,-3 0 0,-5-1 0,0 0 0,-1-1 0,-15-4 0,-4-1 0,-63-2 0,-144 3 0,157 6 0,-1105 8-1822,2 51 0,1102-50 2654,48-4-658,-66 1 0,84-8-5901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25.9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88 0 24575,'-11'14'0,"1"0"0,0 0 0,1 0 0,1 1 0,-7 19 0,10-23 0,1 0 0,0 0 0,1 1 0,0 0 0,1-1 0,0 1 0,1 0 0,0 0 0,1 0 0,2 13 0,-2-20 0,1 0 0,0-1 0,0 1 0,0 0 0,0-1 0,1 1 0,0-1 0,0 0 0,0 1 0,1-1 0,-1 0 0,1 0 0,0-1 0,0 1 0,0 0 0,1-1 0,-1 0 0,1 0 0,0 0 0,-1 0 0,2 0 0,-1-1 0,0 0 0,0 0 0,1 0 0,-1 0 0,9 1 0,0-1 0,-1 0 0,1-1 0,0-1 0,0 0 0,0-1 0,0 0 0,0-1 0,-1 0 0,1-1 0,-1 0 0,1-1 0,-1-1 0,0 0 0,13-8 0,-13 7 0,0-1 0,-1-1 0,1 0 0,-1-1 0,-1 0 0,0 0 0,0-1 0,-1-1 0,0 0 0,-1 0 0,0 0 0,-1-1 0,6-13 0,-10 20 0,-2 1 0,1-1 0,0 1 0,-1-1 0,0 1 0,0-1 0,-1 0 0,1 0 0,-1 0 0,0 1 0,0-1 0,-1 0 0,1 0 0,-1 0 0,0 1 0,-2-6 0,2 6 0,-1 1 0,0-1 0,-1 1 0,1 0 0,0-1 0,-1 1 0,0 0 0,0 0 0,0 1 0,0-1 0,0 1 0,0-1 0,-1 1 0,1 0 0,-1 0 0,1 1 0,-1-1 0,0 1 0,-6-2 0,-5 0-170,-1 0-1,1 1 0,-1 1 1,0 0-1,0 1 0,0 1 1,-22 4-1,-11 3-6655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27.1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35 24575,'-4'0'0,"0"3"0,3 1 0,6 0 0,3-1 0,8-1 0,8-1 0,4-3 0,9-2 0,3 0 0,4-2 0,4-1 0,0 2 0,-1-2 0,-7 0 0,-6 1 0,-9 2-8191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27.8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24575,'6'1'0,"1"0"0,-1 0 0,0 0 0,10 4 0,19 3 0,121-5 97,-94-4-1559,-47 1-5364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28.2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9 24575,'-3'3'0,"2"1"0,4 0 0,5-1 0,7-1 0,8-1 0,8 0 0,13-1 0,6 0 0,9 3 0,6-2 0,4-4 0,1-2 0,-4 0 0,-6 1 0,-10 1 0,-10-2 0,-13 0-8191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28.9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20 24575,'3'0'0,"4"0"0,4 0 0,7 0 0,6 0 0,5 0 0,7 0 0,4 0 0,4 0 0,1 0 0,-1-3 0,-2-2 0,-1 1 0,-6 1 0,-4 1 0,-6 0 0,-6 2-8191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29.2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56 24575,'8'-1'0,"-1"0"0,0 0 0,0-1 0,0 0 0,0 0 0,7-4 0,24-7 0,16 5 0,67-2 0,-76 7 0,268-4-1365,-278 7-5461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31.46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24575,'0'6'0,"0"9"0,0 4 0,0 6 0,0-2-8191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32.1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 57 24575,'-7'-6'0,"-7"-11"0,14 17 0,0-1 0,0 0 0,0 1 0,0-1 0,0 1 0,0-1 0,0 0 0,1 1 0,-1-1 0,0 0 0,0 1 0,0-1 0,1 1 0,-1-1 0,0 0 0,1 1 0,-1-1 0,1 1 0,-1-1 0,0 1 0,1 0 0,-1-1 0,1 1 0,-1-1 0,1 1 0,-1 0 0,1-1 0,0 1 0,-1 0 0,1 0 0,-1-1 0,1 1 0,0 0 0,-1 0 0,2 0 0,9-4 0,1 1 0,-1 0 0,1 1 0,0 1 0,0 0 0,21 0 0,-8 1 0,669-3-909,-388 5 647,746 12 262,-869-9 0,-179-5 54,-1 0-1,0 0 0,1 1 0,-1-1 0,0 1 1,0 0-1,0 0 0,1 0 0,-1 0 1,3 2-1,-6-2-36,1-1-1,0 1 1,-1 0 0,1 0-1,-1 0 1,1 0 0,-1 0 0,1-1-1,-1 1 1,0 0 0,1 0 0,-1 0-1,0 0 1,0 0 0,0 0-1,0 0 1,0 0 0,0 0 0,0 0-1,0 0 1,0 0 0,0 0 0,0 0-1,-1 0 1,1 0 0,0 0-1,-1 0 1,1 0 0,-1 0 0,1-1-1,-1 1 1,1 0 0,-1 0 0,-1 1-1,-3 9-16,-1 0 0,1 1 0,1-1 0,0 1 0,1 1 0,0-1 0,-2 19 0,3 7 0,3 44 0,-2 24 0,0-98 0,0 0 0,0 0 0,-1 0 0,0 0 0,-1 0 0,1 0 0,-2-1 0,1 1 0,-1-1 0,0 0 0,0 0 0,-1 0 0,0-1 0,-1 1 0,1-1 0,-1 0 0,0-1 0,0 0 0,-8 5 0,1-2 0,0 0 0,-1-1 0,0-1 0,0 0 0,0-1 0,0-1 0,-1 0 0,0-1 0,-23 2 0,-296 1 0,214-7 0,-706-12 0,204 5-1365,583 8-5461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32.5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117 111 24575,'1'-4'0,"0"0"0,0-1 0,1 1 0,-1 0 0,1 1 0,0-1 0,2-4 0,-1 2 0,0 1 0,-1-1 0,1-1 0,2-9 0,-5 15 0,0 0 0,0 0 0,0 0 0,0 0 0,1 0 0,-2 0 0,1 0 0,0-1 0,0 1 0,0 0 0,0 0 0,-1 0 0,1 0 0,0 0 0,-1 0 0,1 0 0,-1 0 0,0 0 0,1 0 0,-1 0 0,0 1 0,1-1 0,-1 0 0,0 0 0,0 0 0,0 1 0,1-1 0,-1 0 0,0 1 0,0-1 0,-1 0 0,-2 0 0,0 0 0,0 0 0,0 0 0,-1 1 0,1-1 0,0 1 0,0 0 0,0 0 0,0 1 0,0-1 0,0 1 0,0 0 0,0 0 0,-6 2 0,5-1 0,0-1 0,0 1 0,1 1 0,-1-1 0,0 1 0,1-1 0,0 1 0,-1 1 0,1-1 0,0 1 0,-3 4 0,6-7 0,0 0 0,0 1 0,0 0 0,1-1 0,-1 1 0,0-1 0,1 1 0,-1 0 0,1-1 0,0 1 0,0 0 0,-1 0 0,1-1 0,0 1 0,1 0 0,-1-1 0,0 1 0,0 0 0,1 0 0,-1-1 0,1 1 0,-1 0 0,1-1 0,0 1 0,-1-1 0,1 1 0,0-1 0,0 1 0,0-1 0,1 0 0,-1 1 0,0-1 0,0 0 0,3 1 0,4 5 0,0 0 0,1-1 0,0 0 0,11 5 0,-20-10 0,54 23 0,-40-19 0,0 1 0,0 1 0,22 14 0,-36-21 0,1 0 0,0 1 0,-1-1 0,1 1 0,-1-1 0,1 1 0,-1-1 0,1 1 0,-1-1 0,1 1 0,-1 0 0,1-1 0,-1 1 0,0-1 0,1 1 0,-1 0 0,0 0 0,1-1 0,-1 1 0,0 0 0,0 0 0,0-1 0,0 1 0,0 0 0,0 0 0,0-1 0,0 1 0,0 0 0,0 0 0,-1 0 0,0 1 0,0 0 0,0-1 0,0 1 0,0 0 0,0-1 0,-1 0 0,1 1 0,-1-1 0,1 0 0,-1 0 0,-2 2 0,-6 2 0,0 0 0,0 0 0,-13 3 0,-2-1-1365,3-2-5461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32.7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24575,'3'0'0,"4"0"0,1 3 0,0 4 0,-3 5 0,-1 2 0,-2 3 0,-1 1 0,0 0 0,-2-2-8191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32.8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 0 24575,'-3'0'0,"-4"0"0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33.5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1 106 24575,'0'1'0,"0"0"0,0-1 0,0 1 0,0 0 0,0-1 0,1 1 0,-1 0 0,0-1 0,0 1 0,1 0 0,-1-1 0,0 1 0,1-1 0,-1 1 0,0-1 0,1 1 0,-1-1 0,1 1 0,-1-1 0,1 1 0,-1-1 0,1 1 0,-1-1 0,1 0 0,0 1 0,-1-1 0,1 0 0,0 0 0,-1 1 0,1-1 0,-1 0 0,1 0 0,1 0 0,-1 0 0,1 0 0,-1 0 0,0 0 0,1 0 0,-1 0 0,1 0 0,-1 0 0,0-1 0,0 1 0,1 0 0,-1-1 0,0 1 0,0-1 0,1 0 0,-1 1 0,1-2 0,5-5 0,-1 0 0,0 0 0,0-1 0,6-10 0,-9 13 0,0 0 0,0 0 0,1 0 0,-1 0 0,1 1 0,0-1 0,0 1 0,1 0 0,-1 0 0,1 1 0,0-1 0,0 1 0,0 0 0,8-3 0,-12 5 0,1 1 0,-1-1 0,0 1 0,1 0 0,-1-1 0,1 1 0,-1 0 0,1 0 0,-1 0 0,1 0 0,-1 0 0,1 0 0,-1 0 0,0 1 0,1-1 0,-1 1 0,1-1 0,-1 1 0,0-1 0,1 1 0,-1 0 0,0-1 0,1 1 0,-1 0 0,0 0 0,0 0 0,0 0 0,0 0 0,0 0 0,0 0 0,0 0 0,0 1 0,0 1 0,3 5 0,-1 0 0,0 0 0,-1 0 0,0 0 0,1 10 0,-2-12 0,1 1 0,-1 0 0,1-1 0,4 10 0,-6-15 0,1 0 0,0 0 0,-1 0 0,1 0 0,0 0 0,0 0 0,0 0 0,0 0 0,0-1 0,-1 1 0,2 0 0,-1-1 0,0 1 0,0 0 0,0-1 0,0 1 0,0-1 0,0 0 0,0 1 0,1-1 0,1 0 0,-1 0 0,0 0 0,1 0 0,-1 0 0,0-1 0,1 1 0,-1-1 0,0 1 0,0-1 0,1 0 0,2-2 0,5-3 0,0-1 0,-1 1 0,14-15 0,-19 18 0,-1-1 0,1 1 0,0 0 0,-1 1 0,1-1 0,0 0 0,7-2 0,-10 5 0,0-1 0,0 1 0,0 0 0,1-1 0,-1 1 0,0 0 0,0 0 0,1 0 0,-1 0 0,0 0 0,1 0 0,-1 0 0,0 0 0,0 1 0,0-1 0,1 0 0,-1 1 0,0-1 0,0 1 0,0-1 0,0 1 0,0 0 0,1 0 0,-1-1 0,0 1 0,-1 0 0,1 0 0,2 2 0,0 1 0,0 0 0,0 0 0,1 0 0,-1 0 0,1 0 0,0-1 0,0 0 0,1 0 0,-1 0 0,1 0 0,-1-1 0,1 1 0,0-1 0,0 0 0,0-1 0,0 1 0,0-1 0,0 0 0,1 0 0,6-1 0,8 2 0,-11-2 0,-1 1 0,1-1 0,13-2 0,-19 2 0,0-1 0,0 0 0,0 0 0,0 0 0,0 0 0,0-1 0,-1 1 0,1-1 0,0 1 0,-1-1 0,1 0 0,-1 0 0,4-4 0,-4 3 0,0 1 0,1-1 0,-1 1 0,1 0 0,-1-1 0,1 1 0,0 1 0,5-4 0,-6 4 0,0 1 0,-1 0 0,1 0 0,-1 0 0,1 0 0,-1 0 0,1 0 0,0 0 0,-1 0 0,1 1 0,-1-1 0,1 1 0,-1-1 0,1 1 0,-1 0 0,1-1 0,-1 1 0,0 0 0,1 0 0,-1 0 0,1 1 0,29 17-1365,-17-11-5461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34.2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0 106 24575,'3'-1'0,"-1"1"0,0-1 0,0 1 0,0-1 0,0 0 0,0 0 0,0 0 0,0 0 0,0 0 0,0 0 0,0 0 0,-1-1 0,1 1 0,2-3 0,22-25 0,-21 22 0,4-4 0,12-16 0,-19 26 0,-1-1 0,0 1 0,0 0 0,1 0 0,-1 0 0,1 0 0,-1 0 0,1 0 0,-1 0 0,1 0 0,0 0 0,-1 1 0,4-2 0,-5 3 0,0-1 0,1 0 0,-1 0 0,0 0 0,1 0 0,-1 1 0,0-1 0,0 0 0,1 0 0,-1 1 0,0-1 0,0 0 0,0 1 0,1-1 0,-1 0 0,0 0 0,0 1 0,0-1 0,0 0 0,1 1 0,-1-1 0,0 0 0,0 1 0,0-1 0,0 1 0,0-1 0,0 0 0,0 1 0,0-1 0,0 0 0,0 1 0,0-1 0,-1 1 0,-1 16 0,2-14 0,-2 5 0,1 1 0,1 0 0,-1-1 0,1 1 0,1 0 0,0-1 0,0 1 0,1 0 0,-1-1 0,2 0 0,-1 1 0,2-1 0,-1 0 0,1 0 0,0-1 0,0 1 0,1-1 0,0 0 0,9 10 0,30 27 0,-34-36 0,-1 0 0,0 1 0,0 1 0,-1 0 0,0 0 0,8 14 0,-15-23 11,-1 0 0,1 0 0,-1 0 0,1 1 0,-1-1 0,1 0 0,-1 0 0,0 0 0,0 1 0,0-1 0,1 0 0,-1 0 0,0 0 0,-1 1 0,1-1 0,0 0 0,0 0 0,0 1 0,-1-1 0,1 0 0,-1 0 1,1 0-1,-1 0 0,1 0 0,-1 0 0,0 0 0,1 0 0,-1 0 0,0 0 0,-1 2 0,-1-1-167,0 0 1,0-1 0,0 1 0,1 0 0,-2-1 0,1 0 0,0 0-1,0 0 1,0 0 0,-4 0 0,-13 2-6671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34.3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19 24575,'3'-3'0,"8"-1"0,4 0 0,3 1 0,2 0 0,0 2 0,-3 0-8191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34.6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24575,'0'3'0,"3"1"0,5 0 0,3 3 0,0 2 0,1 4 0,-1 2 0,-2 2 0,-4 1 0,-2 1 0,-4-1 0,-6-2 0,-1-8 0,0-7 0,2-8 0,2-6 0,2 0-8191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34.8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0 24575,'0'3'0,"0"4"0,3 1 0,1 3 0,0 1 0,-1 6 0,-4 3 0,-4 4 0,-3 3 0,2-2-8191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35.0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23 24575,'3'0'0,"4"-3"0,4-4 0,3-2 0,0 5 0,-3 6 0,-7 3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36.4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252 12 24575,'0'-8'0,"0"4"0,0 6 0,-3 17 0,-30 76 117,-85 173 0,29-73-1716,81-176-5227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43.0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75 24575,'0'0'0,"0"0"0,0 0 0,0-1 0,0 1 0,-1 0 0,1 0 0,0 0 0,0 0 0,0 0 0,0 0 0,0 0 0,-1 0 0,1 0 0,0 0 0,0 0 0,0 0 0,0 0 0,-1 0 0,1 0 0,0 0 0,0 0 0,0 0 0,0 0 0,0 0 0,0 0 0,-1 1 0,1-1 0,0 0 0,0 0 0,0 0 0,0 0 0,0 0 0,0 0 0,-1 0 0,1 0 0,0 0 0,0 1 0,0-1 0,0 0 0,0 0 0,0 0 0,0 0 0,0 0 0,0 1 0,0-1 0,0 0 0,0 0 0,0 0 0,0 0 0,0 0 0,0 1 0,0-1 0,0 0 0,0 0 0,0 0 0,0 0 0,0 0 0,0 1 0,0-1 0,0 0 0,0 0 0,10 6 0,12-2 0,1-1 0,-1-1 0,0-1 0,27-3 0,-12 1 0,500-22-602,-345 11 478,-78 7 124,503-43 0,-606 45 282,-23 2 138,-23 1-1723,35 0 1265,-19 0-6788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43.4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47 1 24575,'-1'0'0,"-28"3"0,28-3 0,1 0 0,0 0 0,-1 0 0,1 0 0,-1 1 0,1-1 0,0 0 0,-1 0 0,1 1 0,0-1 0,-1 0 0,1 1 0,0-1 0,0 0 0,-1 0 0,1 1 0,0-1 0,0 1 0,0-1 0,-1 0 0,1 1 0,0-1 0,0 1 0,0 0 0,0 0 0,0 0 0,0 0 0,1 0 0,-1-1 0,0 1 0,0 0 0,1 0 0,-1 0 0,1 0 0,-1-1 0,1 1 0,-1 0 0,1 0 0,0 0 0,7 9 0,1-2 0,0 1 0,0-1 0,0 0 0,13 6 0,57 32 0,-46-28 0,-3-3 0,21 13 0,-47-25 0,0-1 0,0 1 0,0 0 0,0 0 0,0 1 0,-1-1 0,0 1 0,5 7 0,-7-9 0,0 0 0,0 0 0,-1 0 0,1 0 0,-1 1 0,0-1 0,1 0 0,-1 0 0,0 0 0,0 1 0,0-1 0,-1 0 0,1 0 0,-1 0 0,1 1 0,-1-1 0,1 0 0,-1 0 0,0 0 0,0 0 0,0 0 0,0 0 0,-1 0 0,1-1 0,-3 4 0,-4 5 0,-1-1 0,0 0 0,-12 9 0,16-13 0,-149 106 159,85-64-1683,42-28-5302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44.6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5556 24575,'3'-3'0,"0"1"0,0-1 0,0 1 0,0-1 0,-1 0 0,5-6 0,18-22 0,3 1 0,43-37 0,72-47 0,-131 104 0,584-392-2904,34 43-1199,-545 312 3834,1441-762-4687,819-301 3991,-2246 1066 805,1693-771 182,-1712 776-7,573-271 1598,7 24 1624,-502 226-525,108-46 2039,-255 101-4522,-1-1 0,0 0 0,16-13 0,-9 6-138,-12 10-91,0 1 0,0 0 0,1 0 0,-1 0 0,0 1 0,1-1 0,6 1 0,11-4 0,262-48-396,6 21-419,-197 23 555,1512-128-6500,-302 29 4213,-8-41 931,-1224 139 1587,289-44 400,-14-22 1548,-324 70-1250,0-1-1,-1-1 0,0-1 1,33-18-1,-52 25-445,0 1 0,0-1-1,0-1 1,0 1 0,-1 0 0,1-1-1,-1 1 1,1-1 0,-1 0 0,0 0-1,0 0 1,0 0 0,2-4 0,-4 5-104,1-1 1,-1 1 0,0 0 0,0 0 0,0 0 0,0 0 0,0 0 0,0-1 0,0 1 0,-1 0 0,1 0 0,-1 0 0,1 0 0,-1 0 0,0 0 0,0 0 0,0 0 0,0 0 0,0 0 0,0 1-1,-3-3 1,-24-32-451,16 21-6495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44.9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 1 24575,'-4'1'0,"-3"4"0,14-2 0,2 0 0,345 137 0,-331-129 0,-1 2 0,21 14 0,-37-23 0,0 1 0,-1-1 0,0 1 0,0 0 0,0 0 0,0 0 0,-1 1 0,0 0 0,0-1 0,-1 2 0,1-1 0,3 10 0,-7-12 0,1 0 0,0 0 0,-1 0 0,0 0 0,0 0 0,0 0 0,-1 0 0,1 0 0,-1 0 0,0 0 0,0 0 0,0 0 0,-1-1 0,1 1 0,-1 0 0,0-1 0,0 1 0,0-1 0,0 0 0,-4 4 0,-6 7 0,0-1 0,-1-1 0,-16 13 0,27-23 0,-46 34-455,0-2 0,-93 48 0,76-49-6371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46.7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15712 46 24575,'1'-4'0,"1"0"0,-1 0 0,1 0 0,0 0 0,0 0 0,0 1 0,0-1 0,0 0 0,1 1 0,3-4 0,-6 7 0,0 0 0,0 1 0,0-1 0,0 0 0,0 1 0,0-1 0,0 0 0,0 0 0,0 1 0,0-1 0,0 0 0,0 1 0,0-1 0,0 0 0,0 1 0,0-1 0,0 0 0,1 0 0,-1 1 0,0-1 0,0 0 0,0 0 0,0 1 0,1-1 0,-1 0 0,0 0 0,0 0 0,0 1 0,1-1 0,-1 0 0,0 0 0,0 0 0,1 0 0,-1 0 0,0 1 0,1-1 0,-1 0 0,0 0 0,0 0 0,1 0 0,-1 0 0,0 0 0,1 0 0,-1 0 0,0 0 0,0 0 0,1 0 0,-1 0 0,0 0 0,1 0 0,-1 0 0,0 0 0,0-1 0,1 1 0,-1 0 0,0 0 0,0 0 0,1 0 0,-1-1 0,0 1 0,0 0 0,1 0 0,-1 0 0,0-1 0,0 1 0,0 0 0,0 0 0,1-1 0,-1 31 0,0-24 0,-1 19 0,0-1 0,-1 1 0,-2-1 0,-1 0 0,0 0 0,-2 0 0,-1-1 0,0 0 0,-16 28 0,-27 38 0,-4-3 0,-4-2 0,-104 116 0,90-122-171,-3-3 0,-3-4 0,-3-3 0,-103 65 0,62-57-456,-3-6 0,-202 82 0,-297 52-1254,-11-59 1026,-398 40-1896,-6-24 2584,788-123-96,-3530 455-1596,1851-292 648,976-118 2590,320-56 2984,388-14 347,244-13-4673,1 0-1,-1 0 0,1 0 1,-1 0-1,1 1 0,-1-1 1,1 1-1,-1 0 0,1 0 1,-1 0-1,1 0 0,0 0 0,-1 0 1,1 1-1,0-1 0,0 1 1,0-1-1,0 1 0,0 0 1,1 0-1,-1 0 0,0 0 1,1 0-1,0 0 0,-1 0 0,1 1 1,0-1-1,0 0 0,0 1 1,0-1-1,1 1 0,-1-1 1,1 1-1,-1 2 0,-6 22-36,-1 0 0,-2-1 0,-21 43 0,-51 68 0,46-88 0,-3-1 0,-1-1 0,-2-3 0,-62 51 0,4-16 0,-115 69 0,50-50-90,-278 122-1,-197 34-211,213-89 213,405-156 88,-590 258 97,605-263-63,3-2-116,1 0-1,0-1 0,0 1 0,-1-1 1,1 1-1,-1-1 0,0 0 0,1-1 0,-1 1 1,-6 0-1,0-3-6742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47.1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77 78 24575,'5'-5'0,"-1"-1"0,0 0 0,0 0 0,5-10 0,14-19 0,-23 35 0,0 0 0,0-1 0,0 1 0,0 0 0,0 0 0,0 0 0,0-1 0,0 1 0,0 0 0,1 0 0,-1 0 0,0 0 0,0-1 0,0 1 0,0 0 0,1 0 0,-1 0 0,0 0 0,0 0 0,0 0 0,0 0 0,1-1 0,-1 1 0,0 0 0,0 0 0,0 0 0,1 0 0,-1 0 0,0 0 0,0 0 0,0 0 0,1 0 0,-1 0 0,0 0 0,0 0 0,1 0 0,-1 0 0,0 0 0,0 1 0,1-1 0,-2 10 0,-7 15 0,-27 59 0,-26 73 0,54-136 0,1 0 0,2 1 0,0 0 0,1 0 0,0 31 0,2-51 0,1 0 0,0 0 0,1 0 0,-1 0 0,0 0 0,0-1 0,1 1 0,-1 0 0,1 0 0,0 0 0,0-1 0,-1 1 0,1 0 0,0-1 0,0 1 0,0-1 0,1 1 0,-1-1 0,0 1 0,1-1 0,-1 0 0,1 0 0,-1 1 0,1-1 0,-1 0 0,1 0 0,0-1 0,-1 1 0,4 1 0,4 0 0,-1-1 0,1 0 0,-1 0 0,1-1 0,13-1 0,13 2 0,4 5-455,-1 1 0,67 24 0,-60-17-6371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49.6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547 14 24575,'6'-6'0,"1"-1"0,-7 20 0,-67 336 0,-233 1384-2370,256-1491 2277,-81 480-403,119-688 524,-9 84 378,13-100-279,2-1 1,0 1-1,1 0 0,5 25 0,-4-37-83,-1 0 0,1-1-1,1 1 1,-1-1 0,1 1 0,0-1-1,0 0 1,0 0 0,1 0 0,0 0-1,0-1 1,0 0 0,1 0 0,-1 0-1,1 0 1,0 0 0,0-1-1,0 0 1,0 0 0,1-1 0,-1 1-1,1-1 1,10 2 0,11 3 162,0-2 0,1-1-1,52 0 1,-61-3-190,648 3-2533,-404-6 1462,2247 59-7222,-2035-28 8292,803 30 388,-1261-59-250,29 1 546,0-1-1,82-13 1,-122 12-420,-1 0 1,1-1 0,0 0 0,-1 0 0,0 0 0,10-6-1,-13 7-386,0-1-1,0 1 1,0-1-1,-1 0 1,1 0-1,0 0 1,-1 0-1,3-4 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50.2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 24575,'77'-6'0,"-15"1"0,854 7-3476,-766 2 2969,1915 75-6072,-688-2 7812,-1234-70-184,71 5 3511,-205-11-4452,-2-1 212,-1 1 0,0-1 0,0 2 0,11 2 0,-16-3-252,0-1 0,1 1 0,-1-1 1,0 1-1,0 0 0,0 0 0,1 0 0,-1-1 0,0 1 0,0 0 0,0 0 0,-1 0 0,1 1 0,0-1 0,0 0 0,-1 0 0,1 0 0,0 1 0,-1-1 0,1 0 0,-1 1 0,0-1 1,1 0-1,-1 1 0,0-1 0,0 2 0,0 21-16,-2 0-1,0-1 1,-7 28 0,-1 14-85,-139 1558-826,122-1078 859,3-46 0,24-496 0,-4 69 0,-3-1 0,-22 99 0,16-134-1222,1-12-4888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50.8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42 24575,'0'-2'0,"-1"1"0,1 0 0,-1-1 0,1 1 0,-1 0 0,1 0 0,-1 0 0,0 0 0,0-1 0,0 1 0,-1-1 0,-6-11 0,9 13 0,-1 0 0,0-1 0,0 1 0,0-1 0,0 1 0,0 0 0,0-1 0,1 1 0,-1 0 0,0-1 0,0 1 0,1 0 0,-1-1 0,0 1 0,0 0 0,1 0 0,-1-1 0,0 1 0,1 0 0,-1 0 0,0-1 0,1 1 0,-1 0 0,1 0 0,-1 0 0,0 0 0,1 0 0,-1 0 0,0 0 0,1-1 0,-1 1 0,1 0 0,-1 0 0,1 0 0,-1 1 0,1-1 0,35-4 0,1 2 0,45 4 0,-19-1 0,336 0-1365,-356-1-5461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51.0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24575,'0'1'0,"0"1"0,1-1 0,-1 0 0,0 1 0,0-1 0,1 0 0,-1 1 0,1-1 0,-1 0 0,1 0 0,-1 0 0,1 1 0,0-1 0,-1 0 0,1 0 0,0 0 0,0 0 0,0 0 0,0 0 0,0 0 0,0 0 0,0-1 0,1 1 0,-1 0 0,0-1 0,0 1 0,0-1 0,1 1 0,-1-1 0,2 1 0,4 1 0,1-1 0,0 0 0,0 0 0,9-1 0,-5 0 0,384-9 222,-188 0-1809,-194 9-5239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51.3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0 24575,'0'3'0,"-3"5"0,-4 0 0,1-1 0,7-1 0,7-3 0,10 0 0,8-2 0,8-1 0,12 0 0,6 0 0,8-1 0,5 1 0,2 0 0,-2-1 0,-2 1 0,-6 0 0,-13 0-8191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51.4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24575,'3'3'0,"5"4"0,9 5 0,12-1 0,16-2 0,16-2 0,13-2 0,-5-3-8191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52.5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84 5 24575,'0'-3'0,"-3"2"0,-1 4 0,-3 8 0,0 9 0,1 6 0,-2 6 0,1 3 0,-2 5 0,1 2 0,-1-3 0,0-2 0,3-7-8191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53.2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865 56 24575,'-2'-2'0,"0"0"0,-1-1 0,1 1 0,0-1 0,1 1 0,-1-1 0,0 0 0,1 1 0,-2-6 0,2 7 0,1 1 0,0-1 0,0 0 0,0 1 0,0-1 0,0 1 0,0-1 0,0 0 0,0 1 0,0-1 0,0 1 0,1-1 0,-1 1 0,0-1 0,0 1 0,1-1 0,-1 0 0,0 1 0,0-1 0,1 1 0,0-1 0,0 0 0,0 0 0,0 0 0,1 0 0,-1 1 0,0-1 0,1 0 0,-1 1 0,0-1 0,1 1 0,-1 0 0,1-1 0,1 1 0,25-3 0,-1 2 0,1 1 0,30 3 0,-16 0 0,1989 131-4790,-479-28 2014,-1511-103 3420,-8 0 454,0-2-1,56-4 1,-81 1-8,-8 1-334,-12-3 47,-23 0 0,20 3-759,-1 0 1,1 1-1,0 1 0,-28 5 1,39-5-47,0 0 0,1 0 0,-1 1 0,0-1 0,0 1 0,1 0 1,-1 0-1,1 0 0,-1 0 0,1 1 0,0-1 0,0 1 1,0 0-1,0 0 0,1 0 0,-1 0 0,1 0 0,0 1 0,0-1 1,0 1-1,0-1 0,1 1 0,-3 6 0,1 5 2,0 0 0,1 0 0,1 0 0,0 0 0,2 24 0,14 78 0,-11-90 0,44 239 0,-7-41 0,-39-213 0,0-4 0,-1 0 0,0 0 0,0 0 0,-1 8 0,0-15 0,0 1 0,0-1 0,0 1 0,0-1 0,0 1 0,-1-1 0,1 0 0,-1 1 0,1-1 0,-1 0 0,1 1 0,-1-1 0,0 0 0,0 0 0,0 1 0,0-1 0,1 0 0,-1 0 0,-1 0 0,1 0 0,0 0 0,0-1 0,0 1 0,0 0 0,-1 0 0,1-1 0,0 1 0,-3 0 0,-10 2 0,-1-2 0,0 1 0,0-2 0,0 0 0,-15-2 0,-9 0 0,-343 6-461,13 0-351,-571-49-1333,-2-34-557,534 43 2296,-949-68-394,1324 102 848,4 0 506,-44 3-1,54 2-2573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54.5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53 215 24575,'-5'71'0,"-4"0"0,-22 92 0,24-134 0,6-26 0,1-5 0,1-15 0,3-26 0,3 5 0,2 0 0,1 0 0,2 1 0,25-53 0,-26 67 0,1 1 0,0 1 0,2-1 0,1 2 0,1 0 0,0 1 0,1 1 0,21-18 0,-31 30 0,1 1 0,-1 0 0,1 0 0,0 0 0,0 1 0,1 0 0,-1 1 0,19-5 0,-23 7 0,0 0 0,0 1 0,1-1 0,-1 1 0,0 0 0,0 1 0,0-1 0,1 1 0,-1 0 0,0 0 0,0 0 0,0 0 0,0 1 0,0-1 0,0 1 0,-1 0 0,1 1 0,0-1 0,-1 0 0,0 1 0,6 5 0,-2 0 0,-1 0 0,0 1 0,0-1 0,-1 1 0,0 1 0,-1-1 0,0 0 0,0 1 0,3 14 0,2 15 0,4 43 0,-9-53 0,15 184-1365,-19-178-5461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55.0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38 111 24575,'-30'-5'0,"22"-2"0,8 7 0,1-1 0,-1 0 0,0 1 0,1-1 0,-1 1 0,0-1 0,1 1 0,-1-1 0,0 1 0,1 0 0,-1-1 0,1 1 0,-1-1 0,1 1 0,-1 0 0,1-1 0,-1 1 0,1 0 0,-1 0 0,1-1 0,0 1 0,0 0 0,21-8 0,-1 2 0,1 0 0,24-2 0,-9 2 0,21-7 0,0 3 0,115-4 0,-171 14 0,1 0 0,-1 0 0,0 0 0,0 1 0,1-1 0,-1 1 0,0-1 0,0 1 0,0 0 0,0 0 0,0 0 0,0 0 0,0 0 0,0 0 0,0 1 0,-1-1 0,1 1 0,0-1 0,-1 1 0,1-1 0,-1 1 0,1 0 0,-1 0 0,0 0 0,0 0 0,0 0 0,0 0 0,0 0 0,-1 0 0,1 0 0,0 0 0,0 5 0,0 6 0,0 1 0,-1-1 0,0 0 0,-4 22 0,1-2 0,3-29 0,-3 185 0,5-161 0,0 0 0,2 0 0,1 0 0,15 45 0,-15-125 0,-6-82 0,1-124 0,0 251 0,1 0 0,0-1 0,0 1 0,0 0 0,1 0 0,0 0 0,0 0 0,0 0 0,1 0 0,5-7 0,-6 11 0,0 1 0,0-1 0,0 0 0,1 1 0,-1 0 0,1-1 0,-1 1 0,1 0 0,0 0 0,0 1 0,0-1 0,0 1 0,0-1 0,1 1 0,-1 0 0,0 0 0,0 0 0,1 1 0,-1-1 0,1 1 0,-1 0 0,1 0 0,5 0 0,-3 1 0,0 0 0,1 0 0,-1 1 0,0 0 0,0 0 0,0 0 0,0 1 0,0 0 0,-1 0 0,1 1 0,-1-1 0,0 1 0,0 0 0,7 8 0,-9-10 0,-1 0 0,0 1 0,0-1 0,-1 1 0,1-1 0,-1 1 0,1-1 0,-1 1 0,0 0 0,0 0 0,0 0 0,0 0 0,0 0 0,-1 0 0,1 0 0,-1 0 0,0 0 0,0 0 0,0 0 0,0 0 0,-1 0 0,1 0 0,-1 0 0,1-1 0,-1 1 0,0 0 0,-1 0 0,1 0 0,0-1 0,-1 1 0,1 0 0,-4 3 0,-1 1 34,-1 0 1,0-1-1,0 0 0,0 0 0,-1 0 0,0-1 0,0-1 0,0 1 0,-10 3 1,-4 1-604,0-2 0,-34 8 0,31-10-6257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55.4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31 146 24575,'-14'38'0,"10"-24"0,0 0 0,1 1 0,1-1 0,0 1 0,1-1 0,1 1 0,0 0 0,2 14 0,5 15 0,15 56 0,-9-48 0,-13-50 0,1 3 0,0 0 0,1 0 0,-1 0 0,1 0 0,3 5 0,-5-10 0,0 0 0,0 1 0,0-1 0,0 0 0,0 0 0,0 0 0,0 0 0,0 0 0,0 0 0,0 0 0,0 0 0,0 0 0,0 0 0,0 1 0,1-1 0,-1 0 0,0 0 0,0 0 0,0 0 0,0 0 0,0 0 0,0 0 0,0 0 0,0 0 0,0 0 0,0 0 0,1 0 0,-1 0 0,0 0 0,0 0 0,0 0 0,0 0 0,0 0 0,0 0 0,0 0 0,0 0 0,1 0 0,-1 0 0,0 0 0,0 0 0,0 0 0,0 0 0,0 0 0,0 0 0,0 0 0,0 0 0,0 0 0,1 0 0,-1-1 0,0 1 0,0 0 0,0 0 0,0 0 0,0 0 0,0 0 0,0 0 0,3-9 0,-1-11 0,-10-118 0,3 87 0,4-98 0,2 142 0,1-17 0,0 0 0,10-35 0,-11 55 0,0-1 0,1 0 0,-1 1 0,1-1 0,0 1 0,0-1 0,1 1 0,-1 0 0,1 0 0,0 0 0,0 0 0,0 0 0,1 1 0,-1-1 0,1 1 0,0 0 0,0 0 0,0 1 0,5-3 0,-6 4 0,0 0 0,0 1 0,0 0 0,0-1 0,1 1 0,-1 0 0,0 1 0,0-1 0,0 1 0,0-1 0,0 1 0,0 0 0,0 0 0,0 0 0,0 1 0,0-1 0,0 1 0,0-1 0,-1 1 0,1 0 0,-1 0 0,0 0 0,1 0 0,-1 1 0,4 4 0,-2-3 0,-1 1 0,1 0 0,0 0 0,-1 0 0,0 0 0,0 1 0,-1-1 0,0 1 0,1 0 0,-2 0 0,1 0 0,1 10 0,-3-12 23,-1 1 0,1-1 0,-1 0-1,0 0 1,0 0 0,0 0 0,0 0-1,-1 0 1,1 0 0,-1 0 0,0-1-1,-1 1 1,1-1 0,-4 5 0,1-2-267,0-1 0,-1 1 0,0-1 0,0 0 1,0-1-1,-12 7 0,-6 1-6582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55.6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 24575,'3'-3'0,"0"1"0,0-1 0,1 1 0,-1 0 0,0-1 0,8-2 0,-10 5 0,-1 0 0,1-1 0,-1 1 0,1 0 0,-1 0 0,1 0 0,-1 0 0,1 0 0,-1 0 0,1 0 0,0 0 0,-1 0 0,1 0 0,-1 0 0,1 0 0,-1 0 0,1 0 0,-1 1 0,1-1 0,-1 0 0,1 0 0,0 1 0,0 0 0,-1-1 0,0 1 0,1 0 0,-1 0 0,1 0 0,-1 0 0,0-1 0,0 1 0,1 0 0,-1 0 0,0 0 0,0 0 0,0 0 0,0 0 0,0 0 0,0-1 0,0 1 0,-1 0 0,1 1 0,-11 54 0,6-38 0,1 0 0,2 1 0,-2 22 0,6 7 84,15 83 0,-5-50-1617,-9-57-5293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56.1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58 166 24575,'13'-25'0,"28"-37"0,-12 19 0,-4 7 0,-41 77 0,6-18 0,0 0 0,1 0 0,1 1 0,-7 38 0,14-61 0,1 1 0,0 0 0,0-1 0,-1 1 0,1 0 0,0-1 0,1 1 0,-1-1 0,0 1 0,0 0 0,1-1 0,-1 1 0,1 0 0,-1-1 0,1 1 0,0-1 0,-1 1 0,1-1 0,0 0 0,0 1 0,0-1 0,0 0 0,2 2 0,-1-2 0,-1-1 0,0 1 0,1-1 0,-1 1 0,1-1 0,0 1 0,-1-1 0,1 0 0,-1 0 0,1 0 0,-1 0 0,1 0 0,0 0 0,-1 0 0,1-1 0,-1 1 0,1-1 0,-1 1 0,1-1 0,-1 1 0,1-1 0,-1 0 0,0 0 0,2-1 0,25-17 0,-1-1 0,0-1 0,28-32 0,-21 21 0,-20 18 0,-10 10 0,-1 0 0,1 0 0,1 0 0,-1 0 0,1 1 0,-1 0 0,1 0 0,0 0 0,8-3 0,-12 6 0,-1 0 0,1 0 0,-1-1 0,1 1 0,-1 0 0,1 0 0,-1 0 0,1 0 0,-1 0 0,1 0 0,-1 0 0,0 0 0,1 1 0,-1-1 0,1 0 0,-1 0 0,1 0 0,-1 0 0,1 1 0,-1-1 0,1 0 0,-1 0 0,0 1 0,1-1 0,-1 0 0,0 1 0,1-1 0,-1 0 0,0 1 0,1-1 0,-1 1 0,0-1 0,0 0 0,1 1 0,-1-1 0,0 1 0,0-1 0,0 1 0,0-1 0,0 1 0,1-1 0,-1 1 0,0-1 0,0 1 0,-1 0 0,-1 26 0,2-25 0,-13 63 0,2-16 0,3 1 0,-3 90 0,26 52 0,-8-132 0,-7-57 0,1 0 0,-1 0 0,0 0 0,0 1 0,0-1 0,0 0 0,-1 0 0,1 0 0,-1 0 0,0 0 0,0 0 0,0 0 0,0 0 0,0-1 0,-1 1 0,1 0 0,-1-1 0,0 1 0,1-1 0,-4 3 0,1-2 0,1 0 0,-1-1 0,0 1 0,-1-1 0,1 0 0,0 0 0,-1-1 0,1 1 0,-1-1 0,1 0 0,-1 0 0,-7 0 0,-5 0 0,-1 0 0,1-1 0,-1-1 0,1-1 0,0-1 0,-1 0 0,-21-7 0,30 7 0,1 1 0,0-2 0,0 1 0,0-1 0,0 0 0,1-1 0,-1 0 0,1 0 0,0 0 0,1-1 0,-1 0 0,1-1 0,1 1 0,-1-1 0,1 0 0,-6-11 0,9 16 25,1-1-1,0 0 0,0 0 1,0 0-1,0 0 1,0 0-1,1 0 0,-1 0 1,1 0-1,0 0 0,0-1 1,0 1-1,1-4 1,-1 5-89,1 0 1,-1 1 0,1-1 0,0 1 0,0-1-1,0 1 1,-1 0 0,1-1 0,1 1 0,-1 0-1,0-1 1,0 1 0,0 0 0,1 0-1,-1 0 1,0 0 0,1 0 0,-1 1 0,1-1-1,-1 0 1,1 1 0,0-1 0,-1 1 0,1-1-1,0 1 1,1 0 0,16-3-6763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57.2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 2929 24575,'-10'1'0,"-4"0"0,12-4 0,9-4 0,22-17 0,2 2 0,0 2 0,42-21 0,-21 12 0,623-329-3287,18 23-890,1836-775 251,-2363 1041 3519,373-156-235,-16-20 1962,-246 89 1103,-233 127-969,-1-2 0,-2-2 0,74-74 0,-102 93-734,-1-1 0,0 0 0,12-22 0,-22 32-2085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57.5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170 153 24575,'-1'-3'0,"0"-1"0,1 0 0,-1 0 0,-1 0 0,1 0 0,-1 1 0,1-1 0,-1 1 0,0-1 0,0 1 0,-5-6 0,0 0 0,-1 1 0,-15-15 0,-25-14 0,43 33 0,0 1 0,-1-1 0,0 1 0,0 0 0,0 1 0,-12-4 0,18 6 0,0 0 0,0-1 0,-1 1 0,1 0 0,0 0 0,0 0 0,-1 0 0,1 0 0,0 0 0,0 0 0,0-1 0,-1 1 0,1 0 0,0 0 0,-1 0 0,1 0 0,0 0 0,0 0 0,-1 0 0,1 0 0,0 1 0,0-1 0,-1 0 0,1 0 0,0 0 0,0 0 0,0 0 0,-1 0 0,1 0 0,0 0 0,0 1 0,-1-1 0,1 0 0,0 0 0,0 0 0,0 0 0,0 1 0,-1-1 0,1 0 0,0 0 0,0 1 0,0-1 0,0 0 0,0 0 0,0 1 0,0-1 0,0 0 0,-1 0 0,1 1 0,0-1 0,0 0 0,0 0 0,0 1 0,0-1 0,0 0 0,0 0 0,1 1 0,-1-1 0,0 0 0,0 1 0,10 13 0,4-3 0,0-1 0,0 0 0,1-1 0,27 12 0,68 21 0,-99-38 0,98 28 0,15 6 0,-119-36 0,-1-1 0,0 1 0,0 0 0,0 0 0,0 1 0,0-1 0,0 1 0,-1 0 0,1 0 0,-1 0 0,5 6 0,-6-7 0,-1 0 0,0 0 0,0 1 0,0-1 0,-1 0 0,1 0 0,-1 1 0,1-1 0,-1 1 0,0-1 0,0 0 0,0 1 0,0-1 0,0 1 0,0-1 0,-1 0 0,1 1 0,-1-1 0,0 0 0,1 0 0,-1 1 0,0-1 0,-2 3 0,-15 26 0,-2-2 0,0 0 0,-40 42 0,-5 9 0,40-48-341,3 1 0,0 1-1,-27 60 1,38-66-6485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58.1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219 324 24575,'15'0'0,"-1"0"0,1-1 0,0-1 0,-1-1 0,1 0 0,14-5 0,-23 6 0,-1-1 0,1 1 0,-1-1 0,1 0 0,-1 0 0,0-1 0,0 1 0,-1-1 0,1 0 0,-1-1 0,0 1 0,0-1 0,0 0 0,0 0 0,-1 0 0,0 0 0,3-8 0,-1 1 0,-1 0 0,-1 0 0,0 0 0,-1-1 0,0 1 0,0-17 0,-1 22 0,-1 1 0,0-1 0,-1 0 0,1 1 0,-2-1 0,1 1 0,-1-1 0,1 1 0,-2 0 0,1 0 0,-1 0 0,0 0 0,-6-10 0,7 14 0,0-1 0,-1 1 0,1 0 0,-1 0 0,0 0 0,1 0 0,-1 0 0,0 1 0,0-1 0,0 1 0,0-1 0,0 1 0,0 0 0,-1 1 0,1-1 0,0 0 0,0 1 0,-1 0 0,1 0 0,0 0 0,-1 0 0,1 0 0,0 1 0,0-1 0,-1 1 0,1 0 0,-5 2 0,-4 1 0,1 1 0,0 1 0,0 0 0,1 0 0,-1 1 0,-9 10 0,-3 2 0,2 1 0,0 2 0,1 0 0,1 1 0,1 1 0,2 0 0,0 2 0,1 0 0,2 0 0,1 1 0,1 1 0,1 0 0,-11 51 0,20-72 0,0 1 0,0-1 0,1 0 0,0 1 0,0-1 0,1 0 0,0 1 0,0-1 0,0 0 0,1 0 0,3 9 0,-3-13 0,0 1 0,0-1 0,0 1 0,0-1 0,1 0 0,-1 0 0,1 0 0,0 0 0,0 0 0,0-1 0,0 1 0,1-1 0,-1 0 0,1 0 0,-1 0 0,1 0 0,-1-1 0,1 0 0,0 1 0,0-1 0,0-1 0,4 2 0,4-1 0,0-1 0,-1 0 0,1-1 0,0 0 0,0 0 0,-1-1 0,1-1 0,-1 0 0,0-1 0,0 0 0,0-1 0,0 0 0,-1 0 0,16-12 0,-4 2 0,0-2 0,-2 0 0,0-1 0,-1-1 0,22-29 0,-25 26 0,-1-1 0,17-36 0,-8 14 0,-21 40 0,-1 7 0,-2 15 0,-4 25 0,-5 16 0,-8 88 0,15-124 0,2 1 0,0-1 0,2 0 0,6 33 0,-7-50-57,0 0 0,0 0 1,1 0-1,0 0 0,0 0 0,0 0 0,1 0 0,-1-1 0,1 1 0,0-1 0,1 0 1,-1 0-1,1 0 0,0 0 0,0-1 0,0 1 0,0-1 0,0 0 0,1 0 1,0-1-1,-1 1 0,1-1 0,8 2 0,29 6-6769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58.5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387 450 24575,'5'-6'0,"0"-1"0,-1 0 0,0-1 0,-1 1 0,0 0 0,0-1 0,3-15 0,-5 21 0,-1-1 0,0 1 0,0 0 0,0-1 0,0 1 0,-1 0 0,1-1 0,-1 1 0,1 0 0,-1 0 0,0-1 0,0 1 0,0 0 0,0 0 0,0 0 0,0 0 0,0 0 0,-1 0 0,1 1 0,-1-1 0,0 0 0,1 1 0,-1-1 0,0 1 0,0-1 0,0 1 0,0 0 0,0 0 0,0 0 0,0 0 0,-4-1 0,-6-2 0,0 1 0,-1 0 0,1 0 0,-1 2 0,1-1 0,-1 2 0,1 0 0,-1 0 0,-18 3 0,16 0 0,0 0 0,0 0 0,1 1 0,-1 1 0,1 1 0,0 0 0,-20 12 0,26-12 0,0 1 0,0 0 0,1 0 0,0 1 0,0 0 0,1 0 0,0 0 0,0 1 0,1 0 0,0 0 0,0 1 0,1-1 0,1 1 0,0 0 0,0 0 0,1 0 0,-2 14 0,2-10 0,0 0 0,2 0 0,-1 0 0,2 1 0,0-1 0,0 0 0,2 0 0,-1 0 0,2 0 0,0-1 0,1 1 0,6 13 0,-7-19 0,1-1 0,0 0 0,0 0 0,0 0 0,0 0 0,1-1 0,0 0 0,1 0 0,0-1 0,-1 0 0,2 0 0,-1 0 0,10 4 0,-6-5 0,0 0 0,0-1 0,0 0 0,0 0 0,1-1 0,-1-1 0,1 0 0,21-1 0,-3-3 0,0-2 0,-1-1 0,0-1 0,0-1 0,-1-2 0,49-23 0,-34 12 0,-1-3 0,0-1 0,-2-2 0,-1-2 0,-1-2 0,-2-1 0,44-50 0,-60 58 0,-1-1 0,-1-1 0,-2 0 0,0-1 0,14-37 0,-21 43 0,-2-1 0,-1 0 0,0 0 0,-2 0 0,0-1 0,-1 1 0,-2-43 0,-1 59 0,0 0 0,-1 1 0,0-1 0,-1 0 0,1 1 0,-1-1 0,0 1 0,-5-11 0,6 16 0,1-1 0,-1 0 0,1 0 0,-1 1 0,1-1 0,-1 0 0,0 0 0,1 1 0,-1-1 0,0 1 0,0-1 0,1 1 0,-1-1 0,0 1 0,0-1 0,0 1 0,0 0 0,0-1 0,1 1 0,-1 0 0,0 0 0,0 0 0,-1 0 0,0 0 0,0 1 0,1-1 0,-1 1 0,0 0 0,1 0 0,-1 0 0,1 0 0,-1 0 0,1 0 0,-1 0 0,1 0 0,0 0 0,-1 1 0,1-1 0,0 1 0,0-1 0,-1 2 0,-8 14 0,0 0 0,0 0 0,2 1 0,-12 35 0,-16 80 0,35-126 0,-11 51-227,2 1-1,2 0 1,4 0-1,2 0 1,9 104-1,-3-129-6598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58.8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54 165 24575,'-26'-37'0,"21"30"0,0 0 0,0 0 0,-6-12 0,10 18 0,1 1 0,0 0 0,0-1 0,0 1 0,0 0 0,0-1 0,0 1 0,0 0 0,0-1 0,0 1 0,0 0 0,0-1 0,0 1 0,0 0 0,0-1 0,0 1 0,0 0 0,0-1 0,0 1 0,0 0 0,0-1 0,0 1 0,1 0 0,-1 0 0,0-1 0,0 1 0,0 0 0,1-1 0,-1 1 0,0 0 0,1-1 0,13-4 0,20 4 0,-29 1 0,113 2 0,-65 1 0,-1-2 0,94-12 0,-141 10 0,1 0 0,0-1 0,0 0 0,-1 0 0,1 0 0,8-6 0,-12 8 0,-1-1 0,1 0 0,-1 0 0,1 0 0,-1 0 0,0-1 0,0 1 0,1 0 0,-1-1 0,0 1 0,0 0 0,0-1 0,-1 1 0,1-1 0,0 0 0,0 1 0,-1-1 0,1 0 0,-1 1 0,0-1 0,1 0 0,-1 1 0,0-1 0,0 0 0,0 0 0,-1-2 0,1 4 0,1-1 0,-1 1 0,0 0 0,0 0 0,0 0 0,0-1 0,0 1 0,0 0 0,0 0 0,0 0 0,0-1 0,0 1 0,0 0 0,0 0 0,-1 0 0,1 0 0,0-1 0,0 1 0,0 0 0,0 0 0,0 0 0,0 0 0,0-1 0,0 1 0,0 0 0,-1 0 0,1 0 0,0 0 0,0 0 0,0 0 0,0-1 0,0 1 0,-1 0 0,1 0 0,0 0 0,0 0 0,0 0 0,-1 0 0,1 0 0,0 0 0,0 0 0,0 0 0,0 0 0,-1 0 0,1 0 0,0 0 0,0 0 0,-1 0 0,-6 10 0,-5 18 0,-11 61-682,-17 121-1,35-177-6143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58.9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0 144 24575,'0'-9'0,"0"-10"0,0-7 0,0-3 0,0 1 0,0 8 0,0 7-8191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59.6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179 72 24575,'-2'0'0,"-1"0"0,1-1 0,0 1 0,0-1 0,0 1 0,-1-1 0,1 0 0,0 0 0,0 0 0,0 0 0,0-1 0,-3-2 0,4 3 0,-1 0 0,1-1 0,-1 1 0,1 0 0,-1 0 0,0 0 0,1 1 0,-1-1 0,0 0 0,0 1 0,0-1 0,0 1 0,1-1 0,-1 1 0,0 0 0,0 0 0,0 0 0,0 0 0,0 0 0,0 0 0,-2 1 0,1 0 0,-1 1 0,0 0 0,1-1 0,-1 2 0,1-1 0,0 0 0,0 1 0,0-1 0,0 1 0,0 0 0,1 0 0,-1 0 0,1 0 0,0 1 0,0-1 0,0 0 0,0 1 0,-2 4 0,-2 9 0,0 0 0,-5 31 0,9-39 0,-3 12 0,-13 80 0,16-89 0,1-1 0,1 1 0,0 0 0,1-1 0,0 1 0,4 17 0,-5-26 0,1 0 0,0-1 0,0 1 0,0 0 0,0 0 0,0-1 0,1 1 0,-1-1 0,1 1 0,0-1 0,0 1 0,0-1 0,0 0 0,0 0 0,0 0 0,0 0 0,1 0 0,-1-1 0,1 1 0,-1-1 0,1 1 0,-1-1 0,1 0 0,0 0 0,0 0 0,0-1 0,0 1 0,-1-1 0,1 1 0,0-1 0,0 0 0,5 0 0,1-2 0,-1 1 0,1-1 0,0 0 0,0-1 0,-1 0 0,0 0 0,1-1 0,-1 0 0,12-8 0,0-3 0,0 0 0,-1-1 0,-1-1 0,0-1 0,28-37 0,-36 41 0,0 0 0,-1-1 0,-1 0 0,0 0 0,-1-1 0,-1 1 0,-1-2 0,0 1 0,4-25 0,-8 35 0,0 1 0,-1 0 0,0 0 0,0-1 0,-1 1 0,1 0 0,-1 0 0,0 0 0,-1 0 0,1-1 0,-1 2 0,0-1 0,0 0 0,-5-8 0,5 10 0,-1 1 0,1-1 0,-1 0 0,0 1 0,0-1 0,0 1 0,0 0 0,0 0 0,0 0 0,0 0 0,-1 0 0,1 1 0,-1 0 0,1-1 0,-1 1 0,1 1 0,-1-1 0,0 0 0,1 1 0,-1 0 0,-4 0 0,-2 1 0,1 0 0,-1 1 0,1 0 0,0 1 0,-1-1 0,1 2 0,1 0 0,-1 0 0,0 0 0,1 1 0,0 0 0,0 1 0,-10 9 0,13-10 0,0 0 0,0 0 0,1 0 0,0 0 0,0 1 0,0 0 0,1 0 0,-6 12 0,8-14 0,0 0 0,0 0 0,0 1 0,0-1 0,0 0 0,1 1 0,0-1 0,0 0 0,0 1 0,1-1 0,-1 0 0,1 1 0,0-1 0,2 7 0,-1-7 0,-1-1 0,1 1 0,0-1 0,0 0 0,0 1 0,1-1 0,-1 0 0,1 0 0,-1-1 0,1 1 0,0-1 0,0 1 0,6 3 0,-3-3 0,0 0 0,0-1 0,0 1 0,0-1 0,1-1 0,-1 1 0,11 0 0,0-1 0,0 0 0,0-2 0,0 0 0,0-1 0,23-5 0,-2-4 0,57-24 0,-71 24 0,0 2 0,0 1 0,0 0 0,1 2 0,0 1 0,32-3 0,-54 8 0,-1 0 0,1 0 0,0 0 0,0 0 0,0 0 0,0 1 0,0-1 0,0 1 0,0 0 0,-1 0 0,1 0 0,0 0 0,-1 1 0,1-1 0,-1 1 0,1-1 0,-1 1 0,0 0 0,1 0 0,-1 0 0,0 0 0,0 0 0,-1 1 0,1-1 0,0 0 0,-1 1 0,2 2 0,-1 1 0,0 0 0,-1 0 0,0 0 0,0 0 0,0 0 0,-1 0 0,1 1 0,-2-1 0,1 0 0,-1 0 0,-2 11 0,2-13 0,0 0 0,1 0 0,-1 0 0,1 1 0,0-1 0,0 0 0,0 0 0,1 0 0,0 5 0,-1-8 0,1-1 0,-1 1 0,0 0 0,1 0 0,-1-1 0,0 1 0,1 0 0,-1-1 0,1 1 0,-1-1 0,1 1 0,-1-1 0,1 1 0,0-1 0,-1 1 0,1-1 0,0 1 0,-1-1 0,1 0 0,0 1 0,0-1 0,1 0 0,0 1 0,-1-1 0,1 0 0,0 0 0,0 0 0,-1-1 0,1 1 0,0 0 0,0-1 0,-1 1 0,1-1 0,-1 0 0,3 0 0,15-9 0,-2-1 0,1 0 0,28-26 0,-31 25 0,-1 0 0,1 1 0,1 1 0,0 0 0,23-9 0,-36 18 0,-1 0 0,0 0 0,0 0 0,0 1 0,1-1 0,-1 1 0,0 0 0,1 0 0,-1 0 0,0 0 0,1 0 0,-1 0 0,0 0 0,0 1 0,1-1 0,-1 1 0,0 0 0,0 0 0,4 1 0,-4 0 0,1 0 0,0 0 0,-1 1 0,0-1 0,1 1 0,-1-1 0,0 1 0,0 0 0,0 0 0,-1 0 0,1 0 0,1 3 0,2 9 0,-1 0 0,0 0 0,-1 1 0,2 26 0,11 219-1365,-14-198-5461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2:59.9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0 24575,'-2'2'0,"-1"-1"0,1 1 0,0-1 0,0 1 0,0 0 0,0 0 0,0 0 0,0 0 0,0 0 0,0 0 0,1 1 0,-3 3 0,4-5 0,-1 0 0,1 0 0,-1 0 0,1 0 0,0 1 0,0-1 0,0 0 0,-1 0 0,1 0 0,0 0 0,0 0 0,1 1 0,-1-1 0,0 0 0,0 0 0,0 0 0,1 0 0,-1 0 0,1 0 0,-1 0 0,1 0 0,-1 0 0,1 0 0,-1 0 0,1 0 0,0 0 0,0 0 0,-1 0 0,1-1 0,0 1 0,0 0 0,0-1 0,2 2 0,7 3 0,0-1 0,1 1 0,-1-2 0,1 0 0,0 0 0,0-1 0,18 1 0,-23-2 0,463 29-5338,-343-26 4702,100 3 262,56 1-1121,56 4 1121,2448 102-4196,-2522-100 4662,63 14 2174,-249-17-28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3:01.2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168 1 24575,'-8'3'0,"0"0"0,1-1 0,-1 0 0,0 0 0,0-1 0,-9 1 0,-21 4 0,21-2 0,-24 8 0,34-5 0,14-3 0,21 0 0,304-9 8,-210 0-337,1168-17-4017,-801 19 3219,-412 1 835,53 1 308,-207 3 3289,23 0-3937,-1-2-4162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3:01.6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 0 24575,'-7'1'0,"-1"0"0,1 0 0,0 1 0,0 0 0,0 0 0,0 1 0,-8 3 0,15-6 0,0 0 0,-1 0 0,1 1 0,-1-1 0,1 0 0,0 0 0,-1 0 0,1 0 0,0 1 0,-1-1 0,1 0 0,0 0 0,-1 1 0,1-1 0,0 0 0,0 0 0,-1 1 0,1-1 0,0 0 0,0 1 0,-1-1 0,1 0 0,0 1 0,0-1 0,0 1 0,0-1 0,0 0 0,0 1 0,0-1 0,0 1 0,-1-1 0,1 0 0,1 1 0,-1 0 0,12 8 0,26 3 0,42 2 0,116 4 0,-118-12 0,158 13-114,978 58-1356,-1205-77 1470,6 1 0,0-1 0,23-3 0,-37 3 10,-1 0 0,1 0 1,0 0-1,-1 0 0,1 0 0,-1-1 1,1 1-1,0 0 0,-1 0 1,1 0-1,-1-1 0,1 1 0,-1 0 1,1-1-1,0 1 0,-1 0 0,1-1 1,-1 1-1,0-1 0,1 1 1,0-1-1,-7-7 494,-22-4 301,-52-13-2121,55 21-5510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3:02.0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123 0 24575,'-13'6'0,"0"0"0,0 0 0,1 1 0,0 1 0,0 0 0,-19 18 0,29-25 0,0 1 0,1-1 0,0 1 0,-1-1 0,1 1 0,0-1 0,0 1 0,0 0 0,0 0 0,-2 3 0,3-4 0,0 0 0,0-1 0,0 1 0,0 0 0,0 0 0,0-1 0,0 1 0,0 0 0,0-1 0,0 1 0,0 0 0,0 0 0,1-1 0,-1 1 0,0 0 0,0-1 0,1 1 0,-1-1 0,0 1 0,1 0 0,0 0 0,2 1 0,0 0 0,0 0 0,0 0 0,0 0 0,0-1 0,0 0 0,0 1 0,0-1 0,1 0 0,-1 0 0,0-1 0,5 1 0,269 19 0,-175-16 0,578 40-629,-4 36 0,-337-21 629,-267-45 0,-67-14 15,0 2 17,0-1 1,0-1-1,0 1 1,0-1-1,10 0 1,-15 0-15,0 0 1,0 0 0,0 0 0,1 0 0,-1 0-1,0 0 1,0 0 0,0 0 0,0 0-1,1 0 1,-1 0 0,0 0 0,0 0 0,0-1-1,0 1 1,0 0 0,1 0 0,-1 0 0,0 0-1,0 0 1,0 0 0,0 0 0,0 0 0,0-1-1,1 1 1,-1 0 0,0 0 0,0 0 0,0 0-1,0 0 1,0-1 0,0 1 0,0 0 0,0 0-1,0 0 1,0 0 0,0 0 0,0-1 0,0 1-1,0 0 1,0 0 0,0 0 0,0 0 0,0-1-1,0 1 1,0 0 0,-7-8 328,-14-7-1579,20 15 917,-15-10-6511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3:03.1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68 1192 24575,'-1'0'0,"1"0"0,-1 0 0,0 1 0,1-1 0,-1 0 0,0 1 0,1-1 0,-1 0 0,1 1 0,-1-1 0,1 1 0,-1-1 0,1 1 0,-1-1 0,1 1 0,-1-1 0,1 1 0,-1-1 0,1 1 0,0-1 0,-1 1 0,1 0 0,0-1 0,0 1 0,0 0 0,-1-1 0,1 2 0,-4 22 0,4-22 0,-30 290 0,11-131 0,19-160 0,-1 0 0,1 1 0,0-1 0,0 0 0,0 0 0,0 0 0,0 0 0,0 0 0,0 0 0,1 1 0,-1-1 0,0 0 0,1 0 0,-1 0 0,0 0 0,1 0 0,0 0 0,-1 0 0,1 0 0,-1 0 0,2 1 0,-1-2 0,0 1 0,0-1 0,0 1 0,0-1 0,0 0 0,0 0 0,0 1 0,0-1 0,0 0 0,0 0 0,1 0 0,-1 0 0,0 0 0,0-1 0,0 1 0,0 0 0,0 0 0,1-1 0,8-3 0,-1-1 0,1 1 0,15-13 0,-17 12 0,377-284-825,-288 212 532,327-266-538,126-100-795,12 22 752,-528 397 945,-7 4 218,1 2-1,34-18 1,-61 35-231,0 1 1,0-1-1,0 1 1,0-1-1,0 1 1,0-1-1,0 1 1,0 0-1,1 0 1,-1-1-1,0 1 1,0 0-1,0 0 1,1 0-1,-1 0 1,0 1-1,0-1 1,0 0-1,3 1 1,-4-1 17,1 1 0,0 0 1,-1-1-1,1 1 0,-1 0 0,1-1 0,-1 1 1,1 0-1,-1-1 0,1 1 0,-1 0 1,0 0-1,1 0 0,-1-1 0,0 1 1,0 0-1,0 0 0,1 0 0,-1 0 1,0 1-1,-1 4-165,1-1 0,-1 1-1,1-1 1,-2 0 0,1 1 0,-4 9 0,-2-1-6737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11.7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381 124 24575,'1'-3'0,"1"1"0,-1-1 0,0 1 0,1-1 0,-1 1 0,1 0 0,0-1 0,0 1 0,3-3 0,5-6 0,-8 8 0,0 0 0,0 0 0,-1 0 0,1 0 0,-1 0 0,1 0 0,-1 0 0,0-1 0,-1 1 0,1 0 0,0-1 0,-1 1 0,0-5 0,0 6 0,0 1 0,-1-1 0,1 1 0,-1-1 0,1 0 0,-1 1 0,0-1 0,0 1 0,0 0 0,0-1 0,0 1 0,0 0 0,0-1 0,0 1 0,0 0 0,0 0 0,-1 0 0,1 0 0,0 0 0,-1 0 0,1 0 0,-1 1 0,1-1 0,-1 0 0,0 1 0,1-1 0,-1 1 0,0 0 0,-1-1 0,-9 0 0,1-1 0,-1 2 0,1-1 0,-1 2 0,1 0 0,0 0 0,-1 1 0,1 0 0,0 1 0,-13 4 0,4 1 0,0 0 0,0 1 0,1 1 0,-27 20 0,31-19 0,0 1 0,1 0 0,-17 19 0,25-24 0,0 1 0,0 0 0,0 0 0,1 1 0,1-1 0,-1 1 0,1 0 0,-3 10 0,6-16 0,1 0 0,-1 0 0,0 1 0,1-1 0,0 0 0,0 0 0,0 0 0,0 0 0,0 1 0,1-1 0,0 0 0,-1 0 0,1 0 0,0 0 0,0 0 0,1 0 0,-1 0 0,1 0 0,-1-1 0,1 1 0,0 0 0,0-1 0,0 1 0,0-1 0,1 0 0,-1 0 0,1 0 0,-1 0 0,1 0 0,-1-1 0,1 1 0,0-1 0,4 2 0,2 1 0,0-1 0,1 0 0,-1 0 0,1-1 0,0 0 0,0-1 0,0 0 0,-1 0 0,19-2 0,-8-3 0,1 0 0,-1-2 0,0 0 0,-1-1 0,1-1 0,-2-1 0,1 0 0,-1-2 0,0 0 0,-1-1 0,-1 0 0,0-2 0,0 0 0,-2-1 0,1 0 0,-2-1 0,14-21 0,-24 34 0,-1-1 0,0 1 0,0 0 0,0-1 0,-1 1 0,1-1 0,-1 0 0,0 0 0,0 0 0,0 1 0,0-1 0,-1 0 0,0 0 0,0-7 0,0 11 0,0-1 0,0 1 0,0 0 0,0-1 0,0 1 0,0 0 0,-1-1 0,1 1 0,0-1 0,0 1 0,0 0 0,-1-1 0,1 1 0,0 0 0,0 0 0,-1-1 0,1 1 0,0 0 0,-1-1 0,1 1 0,0 0 0,-1 0 0,1 0 0,0-1 0,-1 1 0,1 0 0,0 0 0,-1 0 0,1 0 0,-1 0 0,1 0 0,0 0 0,-1 0 0,1 0 0,-1 0 0,1 0 0,0 0 0,-1 0 0,1 0 0,-1 0 0,1 0 0,0 0 0,-1 1 0,1-1 0,0 0 0,-1 0 0,1 0 0,0 1 0,-1-1 0,0 1 0,-16 15 0,10-5 0,0 0 0,0 1 0,1 0 0,1 0 0,0 0 0,1 1 0,0-1 0,-2 16 0,-13 107 0,11 251 0,8-165 0,0-211 0,-1-1 0,1 1 0,-2 0 0,1 0 0,-1 0 0,-4 9 0,5-17 0,0 0 0,0 1 0,0-1 0,0 0 0,0 0 0,-1 0 0,1 0 0,0-1 0,-1 1 0,0 0 0,1-1 0,-1 1 0,0-1 0,0 1 0,0-1 0,0 0 0,0 0 0,0 0 0,0 0 0,-1 0 0,1 0 0,0 0 0,0-1 0,-1 1 0,1-1 0,0 0 0,-1 0 0,1 0 0,0 0 0,-1 0 0,-2-1 0,-3-1 0,-1 0 0,1 0 0,0-1 0,0 0 0,0-1 0,0 0 0,0 0 0,1-1 0,0 0 0,0 0 0,0-1 0,-9-9 0,6 5 0,0-1 0,1 0 0,0-1 0,0 0 0,1-1 0,-10-21 0,15 26 0,-1-1 0,2 0 0,-1 1 0,1-1 0,0 0 0,1 0 0,0 0 0,0 0 0,1 0 0,0 0 0,2-10 0,-1 13 0,0 0 0,1 0 0,0 0 0,0 1 0,1-1 0,-1 1 0,1-1 0,0 1 0,1 0 0,-1 0 0,1 1 0,0-1 0,0 1 0,0-1 0,1 1 0,-1 1 0,9-6 0,16-7-1365,-2 5-5461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12.1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125 302 24575,'-5'1'0,"-15"-2"0,20 1 0,-1 0 0,1 0 0,0 0 0,0 0 0,0 0 0,-1 0 0,1 0 0,0 0 0,0 0 0,-1 0 0,1-1 0,0 1 0,0 0 0,0 0 0,-1 0 0,1 0 0,0 0 0,0 0 0,0-1 0,0 1 0,0 0 0,-1 0 0,1 0 0,0-1 0,0 1 0,0 0 0,0 0 0,0 0 0,0-1 0,0 1 0,0 0 0,0 0 0,0-1 0,0 1 0,0 0 0,0 0 0,0 0 0,0-1 0,0 1 0,0 0 0,0 0 0,0-1 0,0 1 0,0 0 0,0 0 0,0 0 0,0-1 0,0 1 0,0 0 0,1 0 0,-1 0 0,0-1 0,0 1 0,0 0 0,0 0 0,1 0 0,-1 0 0,0 0 0,0-1 0,0 1 0,0 0 0,1 0 0,-1 0 0,0 0 0,0 0 0,1 0 0,-1 0 0,0 0 0,10-7 0,0 1 0,0 0 0,0 0 0,0 1 0,1 0 0,0 1 0,15-4 0,-8 3 0,29-14 0,-42 16 0,-1 1 0,1-1 0,-1 0 0,1 0 0,-1 0 0,0-1 0,0 1 0,-1-1 0,1 0 0,-1 0 0,0 0 0,0-1 0,0 1 0,0-1 0,1-5 0,-3 6 0,0 0 0,0 0 0,0 0 0,-1 0 0,1 0 0,-1 0 0,0 0 0,0 0 0,-1 0 0,1 0 0,-1 0 0,0 1 0,0-1 0,0 0 0,-1 0 0,1 0 0,-1 1 0,0-1 0,0 1 0,-4-6 0,2 3 0,0 1 0,-1-1 0,0 1 0,0 0 0,0 0 0,-1 1 0,1 0 0,-1 0 0,0 0 0,0 0 0,-1 1 0,1 0 0,-1 0 0,1 1 0,-1 0 0,-12-3 0,13 5 0,1-1 0,-1 1 0,1 0 0,-1 1 0,1-1 0,0 1 0,-1 0 0,1 0 0,0 1 0,-1-1 0,1 1 0,0 1 0,0-1 0,1 0 0,-1 1 0,0 0 0,1 0 0,0 1 0,-1-1 0,1 1 0,1 0 0,-5 6 0,-2 3 0,0 1 0,1 1 0,1 0 0,1 0 0,0 0 0,1 1 0,0 0 0,2 0 0,0 1 0,0-1 0,0 20 0,2-16 0,1 0 0,1 0 0,1 0 0,1 0 0,0-1 0,2 1 0,0-1 0,1 1 0,9 21 0,-11-35-57,-1 0 0,1 0 1,0 0-1,0 0 0,1 0 0,0-1 0,0 1 0,0-1 0,1 0 0,0 0 0,-1-1 1,2 0-1,-1 1 0,0-2 0,1 1 0,0-1 0,0 1 0,0-2 0,0 1 1,0-1-1,1 0 0,-1 0 0,10 1 0,21-1-6769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12.4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52 5 24575,'0'0'0,"0"0"0,-1 0 0,1 0 0,0 0 0,-1 0 0,1 0 0,0 0 0,0 0 0,-1 0 0,1 0 0,0 0 0,0 0 0,-1 0 0,1 0 0,0-1 0,0 1 0,-1 0 0,1 0 0,0 0 0,0 0 0,0 0 0,-1-1 0,1 1 0,0 0 0,0 0 0,0-1 0,0 1 0,0 0 0,-1 0 0,1 0 0,0-1 0,0 1 0,3 11 0,2 51 0,-4 0 0,-2 0 0,-14 96 0,-17 45-1365,27-174-5461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12.5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90 24575,'-3'-3'0,"-5"-5"0,0-3 0,4 0 0,6 2 0,9-1 0,8 1 0,8 3 0,8-1 0,8 0 0,5 2 0,-5 2-8191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12.9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46 24575,'0'-14'0,"-2"-15"0,4 26 0,2 17 0,4 44 0,-2 0 0,-3 1 0,-5 70 0,2-124 0,-1 29-455,-2 0 0,-14 65 0,5-57-6371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13.0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36 24575,'0'-3'0,"3"-2"0,1 5 0,3 1 0,6 0 0,8 1 0,6 0 0,8-1 0,4 0 0,5-1 0,1-3 0,2-1 0,-1-3 0,-4-4 0,-11 1-8191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13.2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80 263 24575,'-6'-10'0,"-8"-8"0,-5-8 0,0-6 0,5-4 0,6 2 0,12 3 0,11 4 0,9 6 0,10 7 0,9 6 0,5 4 0,5 3 0,3 4 0,0 6 0,-2 0 0,-11-1-8191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13.6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73 24575,'-1'-9'0,"1"-19"0,0 27 0,0 0 0,0 0 0,0 0 0,1 0 0,-1 0 0,0 0 0,0 0 0,0 0 0,1 0 0,-1 0 0,1 1 0,-1-1 0,0 0 0,1 0 0,0 0 0,-1 0 0,1 1 0,-1-1 0,2-1 0,-1 2 0,-1 0 0,1 0 0,0 0 0,-1 0 0,1 1 0,-1-1 0,1 0 0,-1 0 0,1 0 0,0 1 0,-1-1 0,1 0 0,-1 1 0,0-1 0,1 0 0,-1 1 0,1-1 0,-1 1 0,1-1 0,-1 1 0,0-1 0,1 1 0,-1-1 0,0 1 0,0-1 0,1 1 0,-1 0 0,9 19 0,-8-19 0,9 24 0,-1 0 0,-2 1 0,0-1 0,2 29 0,-2-72 0,1 1 0,0-1 0,1 2 0,20-29 0,-20 35 0,1-1 0,-1 2 0,2 0 0,10-8 0,-15 12 0,0 1 0,1 1 0,-1-1 0,0 1 0,1 0 0,0 0 0,0 1 0,0 0 0,9-1 0,-13 2 0,-1 1 0,1 0 0,-1 0 0,1 0 0,-1 0 0,1 1 0,-1-1 0,0 1 0,1-1 0,-1 1 0,1 0 0,-1 0 0,0 0 0,0 0 0,0 0 0,1 1 0,-1-1 0,2 3 0,-1-1 0,0 0 0,-1 0 0,1 0 0,-1 1 0,0-1 0,0 1 0,0 0 0,-1-1 0,1 1 0,1 5 0,0 8 0,0 0 0,0 0 0,-2 0 0,0 20 0,-1-34 0,-1 76-1365,0-48-5461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13.9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258 16 24575,'0'0'0,"0"-1"0,0 0 0,0 1 0,-1-1 0,1 0 0,0 1 0,-1-1 0,1 0 0,-1 1 0,1-1 0,-1 1 0,1-1 0,-1 0 0,1 1 0,-1 0 0,1-1 0,-1 1 0,0-1 0,1 1 0,-1 0 0,0-1 0,1 1 0,-1 0 0,0 0 0,0-1 0,1 1 0,-3 0 0,-21-3 0,12 4 0,1-1 0,-1 2 0,1 0 0,-1 0 0,1 1 0,0 0 0,0 1 0,0 0 0,1 1 0,-1 0 0,1 1 0,0 0 0,-11 9 0,17-11 0,-1-1 0,1 1 0,0 0 0,0 0 0,1 0 0,-1 0 0,1 1 0,0 0 0,0-1 0,1 1 0,-1 0 0,1 0 0,0 0 0,0 1 0,1-1 0,-1 0 0,1 1 0,1-1 0,-1 1 0,1-1 0,0 1 0,0 0 0,0-1 0,1 1 0,0-1 0,0 0 0,0 1 0,1-1 0,3 9 0,-1-6 20,1-1 0,-1 1 0,1-1 1,1 0-1,0 0 0,0 0 0,0-1 0,0 0 0,1 0 0,0-1 0,0 1 0,1-2 0,0 1 0,0-1 0,0 0 0,10 3 1,-4-2-211,0-1 0,0 0 1,1-1-1,-1 0 0,1-2 1,0 1-1,-1-2 1,30-2-1,-6-5-6636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15.1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465 220 24575,'4'-6'0,"0"0"0,0-1 0,0 1 0,0-1 0,-1 0 0,-1 0 0,1 0 0,-1-1 0,0 1 0,-1-1 0,1 1 0,-2-1 0,1 1 0,-1-1 0,0 0 0,0 1 0,-1-1 0,0 1 0,-1-1 0,0 1 0,-2-8 0,1 11 0,1 0 0,-1 0 0,0 1 0,0-1 0,0 1 0,0 0 0,0 0 0,-1 0 0,0 0 0,1 1 0,-1-1 0,0 1 0,0 0 0,0 0 0,-1 0 0,1 1 0,0 0 0,-1-1 0,1 2 0,-1-1 0,1 0 0,-1 1 0,-5 0 0,-5 0 0,1 1 0,0 0 0,0 1 0,0 0 0,0 1 0,-17 7 0,18-6 0,2 1 0,-1 1 0,1 0 0,0 0 0,0 1 0,0 1 0,1 0 0,0 0 0,1 1 0,-17 19 0,23-25 0,0 1 0,0 1 0,1-1 0,-1 0 0,1 1 0,0-1 0,0 1 0,1-1 0,-1 1 0,1 0 0,0 0 0,0 0 0,1 0 0,-1 0 0,1 0 0,0 0 0,1 0 0,-1 0 0,1 0 0,0-1 0,0 1 0,0 0 0,1 0 0,0-1 0,0 1 0,0-1 0,0 1 0,1-1 0,-1 0 0,1 0 0,4 4 0,12 13 0,1-2 0,1 0 0,0-1 0,31 19 0,24 20 0,-70-52 0,-1-1 0,-1 1 0,1 0 0,0 0 0,-1 1 0,0-1 0,6 12 0,-9-15 0,0 0 0,-1 0 0,1 1 0,0-1 0,-1 0 0,1 0 0,-1 0 0,0 1 0,1-1 0,-1 0 0,0 1 0,0-1 0,-1 0 0,1 0 0,0 1 0,-1-1 0,0 0 0,1 0 0,-1 1 0,0-1 0,0 0 0,0 0 0,0 0 0,-1 0 0,1 0 0,0-1 0,-3 3 0,-2 1 0,0 1 0,-1-1 0,1-1 0,-1 1 0,-1-1 0,1-1 0,0 1 0,-1-1 0,0 0 0,0-1 0,0 0 0,0 0 0,-10 0 0,0 0 0,1 0 0,-1-2 0,0 0 0,0-2 0,-20-3 0,28 3 43,0 0 0,0-1-1,0 0 1,0-1 0,0 0-1,1 0 1,-10-7 0,15 8-157,-1 0 0,1-1 0,-1 1 0,1-1 1,0 0-1,0-1 0,1 1 0,-1-1 1,1 1-1,0-1 0,0 0 0,1 0 1,0 0-1,-3-8 0,-2-15-6712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15.7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202 360 24575,'2'0'0,"0"0"0,0 0 0,0 0 0,0-1 0,0 1 0,0 0 0,0-1 0,0 0 0,0 1 0,0-1 0,0 0 0,0 0 0,0 0 0,-1 0 0,3-2 0,-3 2 0,0 0 0,0 0 0,-1 0 0,1 0 0,0 0 0,0 0 0,-1 0 0,1 0 0,-1-1 0,1 1 0,-1 0 0,0 0 0,1-1 0,-1 1 0,0 0 0,0-1 0,0 1 0,0-2 0,0 0 0,-1 1 0,1-1 0,-1 1 0,0-1 0,1 1 0,-1 0 0,-1-1 0,1 1 0,0 0 0,0 0 0,-1 0 0,0 0 0,1 0 0,-1 0 0,0 0 0,0 0 0,0 1 0,0-1 0,0 1 0,0-1 0,0 1 0,-1 0 0,-1-1 0,-1 0 0,0 0 0,0 1 0,0-1 0,1 1 0,-1 1 0,0-1 0,0 1 0,0-1 0,0 1 0,0 1 0,0-1 0,0 1 0,0 0 0,0 0 0,-8 3 0,7-1 0,-1 0 0,1 1 0,0-1 0,0 1 0,0 1 0,0-1 0,1 1 0,-1 0 0,1 0 0,-5 7 0,4-4 0,0 0 0,1 0 0,0 1 0,0 0 0,1 0 0,0 0 0,1 0 0,0 0 0,0 1 0,1 0 0,0-1 0,1 1 0,0 0 0,0 0 0,1 0 0,1 10 0,0-17 0,-1 1 0,1-1 0,-1 0 0,1 0 0,0 0 0,1 0 0,-1 0 0,0-1 0,1 1 0,-1 0 0,1-1 0,0 1 0,0-1 0,0 1 0,0-1 0,1 0 0,-1 0 0,0 0 0,1 0 0,0 0 0,4 2 0,-4-3 0,0 0 0,1 0 0,-1-1 0,0 1 0,0-1 0,1 0 0,-1 0 0,0 0 0,1 0 0,-1-1 0,0 1 0,1-1 0,-1 0 0,0 0 0,0 0 0,0 0 0,0 0 0,0-1 0,0 1 0,3-3 0,4-3 0,-1-1 0,-1 1 0,1-1 0,-1-1 0,10-12 0,2-3 0,-20 24 0,0 0 0,0 0 0,0-1 0,0 1 0,0 0 0,1 0 0,-1 0 0,0-1 0,0 1 0,0 0 0,0 0 0,1 0 0,-1 0 0,0 0 0,0 0 0,0-1 0,1 1 0,-1 0 0,0 0 0,0 0 0,0 0 0,1 0 0,-1 0 0,0 0 0,0 0 0,1 0 0,-1 0 0,0 0 0,0 0 0,0 0 0,1 0 0,-1 0 0,0 0 0,0 0 0,1 0 0,-1 1 0,4 8 0,-3 18 0,-2-24 0,1 10 0,0-2 0,-1 1 0,2-1 0,0 0 0,0 0 0,3 11 0,-3-19 0,-1-1 0,1 0 0,0 1 0,0-1 0,0 0 0,1 1 0,-1-1 0,0 0 0,1 0 0,-1 0 0,1 0 0,0-1 0,0 1 0,0 0 0,0-1 0,0 1 0,0-1 0,0 0 0,0 1 0,0-1 0,1 0 0,-1 0 0,0-1 0,1 1 0,-1 0 0,1-1 0,-1 0 0,4 1 0,2-1 0,0-1 0,0 1 0,0-1 0,0-1 0,0 0 0,0 0 0,0 0 0,0-1 0,-1 0 0,1-1 0,9-6 0,5-4 0,-1 0 0,25-24 0,-22 17 0,-1-2 0,-1-1 0,-1 0 0,-1-2 0,-1 0 0,18-35 0,-29 47 0,-1-1 0,0 0 0,-1-1 0,0 0 0,-1 0 0,-1 0 0,-1 0 0,0-1 0,-1 0 0,-1 1 0,0-1 0,-2 0 0,-3-27 0,3 38 0,0 0 0,-1 0 0,0 0 0,0 1 0,-1-1 0,1 1 0,-1-1 0,0 1 0,-7-8 0,9 12 0,0-1 0,-1 1 0,1 0 0,0 0 0,-1-1 0,1 1 0,-1 0 0,0 1 0,1-1 0,-1 0 0,0 0 0,1 1 0,-1-1 0,0 1 0,0-1 0,1 1 0,-1 0 0,0 0 0,0-1 0,0 1 0,1 1 0,-1-1 0,0 0 0,0 0 0,0 1 0,1-1 0,-1 1 0,0-1 0,0 1 0,1 0 0,-1 0 0,0 0 0,1 0 0,-1 0 0,-2 2 0,-2 3 0,0-1 0,1 1 0,-1 1 0,1-1 0,0 1 0,1 0 0,0 0 0,0 0 0,0 0 0,1 1 0,0 0 0,-2 11 0,-3 11 0,-7 59 0,10-36 0,1 62 0,4-92 0,2-1 0,0 0 0,2 0 0,0-1 0,12 34 0,-15-50-136,1-1-1,0 1 1,0-1-1,1 0 1,-1 0-1,1 0 1,0 0-1,0 0 0,6 5 1,6 1-6690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16.1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196 65 24575,'4'-17'0,"2"-16"0,-5 33 0,-1-1 0,0 1 0,0-1 0,0 1 0,0-1 0,0 1 0,0-1 0,0 0 0,0 1 0,-1-1 0,1 1 0,0-1 0,0 1 0,0-1 0,0 1 0,-1-1 0,1 1 0,0 0 0,-1-1 0,1 1 0,0-1 0,-1 1 0,1-1 0,0 1 0,-1 0 0,1-1 0,-1 1 0,1 0 0,-1 0 0,1-1 0,-1 1 0,1 0 0,-1 0 0,1 0 0,-1-1 0,1 1 0,-1 0 0,1 0 0,-1 0 0,1 0 0,-1 0 0,1 0 0,-1 0 0,0 0 0,-2 1 0,0 0 0,0 0 0,1 0 0,-1 0 0,1 1 0,-1-1 0,1 1 0,-1-1 0,1 1 0,0 0 0,0 0 0,0 0 0,-3 3 0,-25 36 0,23-31 0,-10 14 43,2 0 0,1 2-1,1 0 1,1 0 0,1 1-1,1 0 1,-9 45 0,17-57-92,0 0 0,1 0 0,0 1 1,1-1-1,1 0 0,5 30 0,-4-35-75,1 1 0,0-1 0,1 0 0,0 0 0,1 0 0,0-1-1,1 0 1,-1 0 0,2 0 0,12 14 0,11 5-6702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16.4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24575,'3'0'0,"4"3"0,4 4 0,6 4 0,7 7 0,5 6 0,8 8 0,2 8 0,-1 7 0,-1 7 0,-7 5 0,-9 4 0,-14 1 0,-20-2 0,-21-4 0,-23-10 0,-2-12-8191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25.7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52 37 24575,'0'-2'0,"0"1"0,1 0 0,-1 0 0,1-1 0,-1 1 0,1 0 0,0 0 0,0 0 0,-1 0 0,1 0 0,0 0 0,0 0 0,0 0 0,0 0 0,0 0 0,0 0 0,0 1 0,1-1 0,-1 0 0,0 1 0,0-1 0,2 0 0,28-9 0,-26 9 0,0 0 0,1 0 0,-1 1 0,0 0 0,0-1 0,0 2 0,6 0 0,-10-1 0,0 0 0,-1 0 0,1 1 0,0-1 0,-1 0 0,1 0 0,-1 1 0,1-1 0,0 0 0,-1 1 0,1-1 0,-1 0 0,1 1 0,-1-1 0,1 1 0,-1-1 0,1 1 0,-1-1 0,1 1 0,-1 0 0,0-1 0,1 1 0,-1 0 0,0 1 0,0-1 0,0 0 0,0 0 0,0 1 0,0-1 0,-1 0 0,1 1 0,0-1 0,-1 0 0,1 0 0,-1 0 0,0 1 0,1-1 0,-1 0 0,0 0 0,1 0 0,-3 1 0,-37 48 0,-25 34 0,57-72 0,1-1 0,0 1 0,1 1 0,1-1 0,-7 22 0,11-32 0,0 1 0,0-1 0,1 0 0,-1 1 0,1-1 0,0 0 0,-1 1 0,1-1 0,0 1 0,1-1 0,-1 1 0,0-1 0,1 0 0,-1 1 0,1-1 0,0 1 0,-1-1 0,1 0 0,1 0 0,-1 0 0,0 1 0,0-1 0,1 0 0,-1-1 0,1 1 0,-1 0 0,1 0 0,0-1 0,0 1 0,0-1 0,0 1 0,0-1 0,0 0 0,0 0 0,1 0 0,3 2 0,2-1 0,-1-1 0,1 1 0,0-1 0,0 0 0,0-1 0,0 0 0,0 0 0,0-1 0,0 0 0,9-3 0,20-6-1365,-4-2-5461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25.9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87 27 24575,'-4'-4'0,"-3"0"0,-4-3 0,-3 0 0,0 3 0,0 4 0,2 4 0,4 5 0,5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26.4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184 395 24575,'6'-6'0,"-1"1"0,1-2 0,-1 1 0,0 0 0,-1-1 0,7-14 0,-10 20 0,0-1 0,-1 0 0,1 0 0,-1 1 0,1-1 0,-1 0 0,0 0 0,0 0 0,1 0 0,-1 0 0,-1 0 0,1 0 0,0 0 0,0 1 0,-1-1 0,1 0 0,-1 0 0,0 0 0,1 1 0,-1-1 0,0 0 0,0 0 0,0 1 0,0-1 0,0 1 0,-1-1 0,1 1 0,0 0 0,-1-1 0,1 1 0,-1 0 0,1 0 0,-1 0 0,-2-1 0,0 0 0,0 0 0,0 0 0,1 0 0,-1 1 0,0 0 0,0 0 0,-1 0 0,1 0 0,0 1 0,0-1 0,0 1 0,0 0 0,-1 0 0,1 1 0,0-1 0,0 1 0,0 0 0,0 0 0,0 0 0,0 1 0,0 0 0,0-1 0,1 1 0,-1 0 0,0 1 0,1-1 0,0 1 0,0-1 0,-5 6 0,0 1 0,0-1 0,1 1 0,0 0 0,0 1 0,1-1 0,0 1 0,1 1 0,0-1 0,-5 19 0,6-16 0,1 0 0,0 1 0,1-1 0,0 1 0,1-1 0,2 25 0,-1-35 0,0 0 0,1 0 0,-1 0 0,1-1 0,-1 1 0,1 0 0,0 0 0,0-1 0,1 1 0,-1 0 0,0-1 0,1 1 0,0-1 0,-1 0 0,1 1 0,0-1 0,0 0 0,0 0 0,0 0 0,1-1 0,-1 1 0,1 0 0,-1-1 0,1 0 0,-1 1 0,1-1 0,0 0 0,-1 0 0,1 0 0,0-1 0,0 1 0,0-1 0,0 0 0,0 1 0,-1-1 0,1-1 0,5 1 0,8-2 0,0-1 0,0-1 0,-1 0 0,1 0 0,-1-2 0,0 0 0,-1 0 0,19-12 0,-5 0 0,-2 0 0,0-1 0,27-27 0,-39 32 0,-1 0 0,0 0 0,-1-2 0,-1 1 0,0-1 0,-2-1 0,0 0 0,0 0 0,9-31 0,-14 37 0,-1 1 0,-1-1 0,0 0 0,0 0 0,-1 0 0,-1 0 0,0 0 0,0 0 0,-1 0 0,-1 0 0,0 0 0,0 0 0,-1 0 0,0 0 0,-1 1 0,0 0 0,-1 0 0,-6-11 0,8 17 0,0-1 0,0 1 0,-1 0 0,0 0 0,-5-5 0,9 9 0,-1-1 0,1 1 0,-1-1 0,1 1 0,-1-1 0,0 1 0,1-1 0,-1 1 0,1 0 0,-1-1 0,0 1 0,1 0 0,-1-1 0,0 1 0,1 0 0,-1 0 0,0 0 0,0 0 0,1 0 0,-1 0 0,0 0 0,0 0 0,1 0 0,-1 0 0,0 0 0,1 0 0,-1 0 0,0 1 0,1-1 0,-1 0 0,0 0 0,1 1 0,-1-1 0,0 1 0,1-1 0,-1 0 0,1 1 0,-1-1 0,1 1 0,-1-1 0,1 1 0,-1 0 0,1-1 0,-1 1 0,1-1 0,0 1 0,0 0 0,-1 1 0,-2 5 0,1 0 0,0 1 0,1-1 0,0 1 0,0 0 0,0-1 0,1 9 0,5 57 0,-4-66 0,50 376-1365,-48-353-5461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26.7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145 0 24575,'-4'1'0,"1"-1"0,-1 1 0,0 0 0,1 0 0,-1 0 0,1 0 0,0 1 0,-1 0 0,1-1 0,0 1 0,0 0 0,0 1 0,-4 3 0,-1 1 0,0 1 0,1-1 0,-8 12 0,7-7 0,1-1 0,1 1 0,0 0 0,0 1 0,2 0 0,-1-1 0,2 1 0,-1 1 0,2-1 0,0 0 0,0 1 0,2-1 0,-1 1 0,2 0 0,0-1 0,0 1 0,1-1 0,1 0 0,0 0 0,1 0 0,6 13 0,-4-10 0,1 0 0,1 0 0,0-1 0,1 0 0,1-1 0,0 0 0,1 0 0,0-1 0,2-1 0,-1 0 0,1 0 0,1-1 0,0-1 0,0-1 0,1 0 0,17 8 0,29 4-1365,-3-7-5461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26.9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17 24575,'2'-2'0,"0"0"0,0 1 0,0-1 0,1 1 0,-1-1 0,1 1 0,-1 0 0,1 0 0,-1 0 0,1 0 0,0 1 0,-1-1 0,1 1 0,0 0 0,-1-1 0,1 1 0,0 1 0,0-1 0,-1 0 0,1 0 0,0 1 0,-1 0 0,1-1 0,0 1 0,3 2 0,2 0 0,0 1 0,-1 0 0,1 1 0,-1 0 0,0 0 0,11 10 0,2 5 0,-2 0 0,0 0 0,-1 2 0,-2 0 0,0 1 0,-1 0 0,-1 1 0,-2 1 0,0 0 0,-2 1 0,11 43 0,-19-60 0,1 1 0,-2-1 0,1 1 0,-1-1 0,-1 1 0,1 0 0,-2-1 0,1 0 0,-1 1 0,-1-1 0,0 0 0,0 0 0,-1 0 0,0 0 0,0-1 0,-1 1 0,0-1 0,-1 0 0,1-1 0,-2 1 0,1-1 0,-1 0 0,0-1 0,0 0 0,-1 0 0,-16 9 0,3-2-682,-35 14-1,-23 3-6143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48.1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125 20 24575,'4'-3'0,"3"-2"0,1-2 0,-4 3 0,-6 5 0,-6 5 0,-4 6 0,-3 6 0,-3 6 0,-1 6 0,0 7 0,0 3 0,-1 1 0,4-6-8191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48.8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260 72 24575,'1'-3'0,"-1"0"0,1 0 0,0 0 0,0 0 0,0 0 0,1 0 0,-1 0 0,1 0 0,-1 0 0,1 1 0,0-1 0,0 1 0,0-1 0,1 1 0,-1 0 0,1 0 0,2-2 0,-3 2 0,1 0 0,-1 0 0,1 0 0,-1 0 0,1 1 0,0 0 0,0-1 0,-1 1 0,1 0 0,0 0 0,0 1 0,0-1 0,0 0 0,0 1 0,0 0 0,1 0 0,4 0 0,-7 1 0,1-1 0,-1 1 0,0-1 0,1 1 0,-1 0 0,0 0 0,0 0 0,0-1 0,1 1 0,-1 0 0,0 0 0,0 1 0,0-1 0,-1 0 0,1 0 0,0 0 0,0 1 0,-1-1 0,1 0 0,-1 1 0,1-1 0,-1 0 0,1 1 0,-1-1 0,0 1 0,0-1 0,0 1 0,0-1 0,0 1 0,0-1 0,0 3 0,-1 0 0,1 0 0,-1 0 0,0 0 0,0 0 0,0-1 0,-1 1 0,1 0 0,-1-1 0,0 1 0,-3 4 0,-2 0 0,0-2 0,-1 1 0,1-1 0,-1 0 0,0-1 0,-1 0 0,1 0 0,-1-1 0,0 0 0,0 0 0,-18 4 0,-2-1 0,0-1 0,-49 3 0,70-8 0,0-1 0,0-1 0,0 1 0,0-1 0,0-1 0,0 1 0,-9-4 0,16 5 0,-1-1 0,1 1 0,-1-1 0,1 1 0,0-1 0,-1 1 0,1-1 0,0 0 0,-1 0 0,1 0 0,0 0 0,0 0 0,0 0 0,0 0 0,0 0 0,0-1 0,0 1 0,0 0 0,0 0 0,0-1 0,1 1 0,-1-1 0,1 1 0,-1-1 0,1 1 0,-1-1 0,1 1 0,0-1 0,0 1 0,0-1 0,0 1 0,0-1 0,0 1 0,0-1 0,0 1 0,1-1 0,-1 1 0,0-1 0,1 1 0,0-1 0,-1 1 0,1-1 0,0 1 0,1-2 0,2-3 0,0 1 0,0-1 0,1 1 0,-1 0 0,1 0 0,1 0 0,-1 1 0,1-1 0,11-5 0,1 0 0,1 0 0,20-6 0,-25 11 114,-1 1 0,29-6 0,-38 9-246,1 1 1,0-1 0,0 1-1,0 0 1,0 0 0,0 1 0,0-1-1,0 1 1,-1 0 0,1 1 0,0-1-1,5 3 1,2 4-6695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49.0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251 4 24575,'4'0'0,"3"-3"0,-2 5 0,-5 5 0,-6 8 0,-7 7 0,-6 10 0,-5 8 0,-5 7 0,-3 5 0,-1 6 0,1 2 0,2-3 0,2-4 0,7-12-8191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1:49.2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110 127 24575,'0'-1'0,"1"0"0,0 0 0,-1 0 0,1 0 0,0 1 0,0-1 0,0 0 0,0 0 0,0 1 0,-1-1 0,1 1 0,0-1 0,0 1 0,0-1 0,1 1 0,-1 0 0,0-1 0,0 1 0,0 0 0,0 0 0,0 0 0,0 0 0,0 0 0,0 0 0,1 0 0,-1 0 0,0 0 0,0 0 0,0 1 0,0-1 0,0 0 0,0 1 0,0-1 0,0 1 0,0-1 0,0 1 0,0 0 0,0-1 0,1 3 0,0-1 0,-1 0 0,0 0 0,0 0 0,1 0 0,-1 0 0,0 0 0,-1 1 0,1-1 0,0 0 0,-1 1 0,1-1 0,-1 1 0,0-1 0,0 1 0,0-1 0,0 0 0,0 4 0,-2 0 0,1 0 0,-1 0 0,0 0 0,-1-1 0,1 1 0,-1-1 0,0 1 0,-1-1 0,1 0 0,-1 0 0,0-1 0,-5 6 0,7-8 0,-1 1 0,0 0 0,0-1 0,-1 1 0,1-1 0,0 0 0,-1 0 0,1 0 0,-1-1 0,0 1 0,1-1 0,-1 0 0,0 0 0,0 0 0,0-1 0,0 1 0,0-1 0,0 0 0,-6-1 0,8 1 0,-1-1 0,1 1 0,0-1 0,0 0 0,0 0 0,0 0 0,0 0 0,0-1 0,0 1 0,0 0 0,0-1 0,1 0 0,-1 1 0,1-1 0,-1 0 0,1 1 0,-1-1 0,1 0 0,0 0 0,0 0 0,0 0 0,0-1 0,0 1 0,1 0 0,-1 0 0,1 0 0,-1-1 0,1 1 0,0 0 0,0-1 0,0 1 0,0 0 0,0-3 0,1-4 0,0 1 0,0-1 0,1 1 0,0-1 0,0 1 0,1 0 0,6-13 0,-3 10 57,0 0 0,1 0 0,1 0 0,0 1 0,14-15 0,-16 20-213,-1 0 1,1 0 0,0 1 0,0-1 0,1 1 0,-1 1 0,1-1-1,0 1 1,0 1 0,14-5 0,5 4-6671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4:01.3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85 375 24575,'-14'-70'0,"4"0"0,-3-110 0,13 173 0,-1 3 0,1-1 0,0 1 0,0 0 0,1-1 0,-1 1 0,1 0 0,0-1 0,3-6 0,-4 11 0,0-1 0,0 1 0,0 0 0,0 0 0,0 0 0,0 0 0,1 0 0,-1 0 0,0 0 0,0 0 0,0-1 0,0 1 0,0 0 0,1 0 0,-1 0 0,0 0 0,0 0 0,0 0 0,0 0 0,1 0 0,-1 0 0,0 0 0,0 0 0,0 0 0,0 0 0,0 0 0,1 0 0,-1 0 0,0 0 0,0 0 0,0 0 0,0 0 0,1 0 0,-1 1 0,0-1 0,0 0 0,0 0 0,0 0 0,0 0 0,0 0 0,1 0 0,-1 0 0,0 0 0,0 1 0,0-1 0,0 0 0,0 0 0,0 0 0,0 0 0,0 0 0,0 1 0,0-1 0,0 0 0,0 0 0,1 0 0,-1 1 0,2 5 0,0 1 0,1-1 0,-2 1 0,1 0 0,-1-1 0,0 1 0,0 8 0,0-5 0,11 415-15,-13-321-90,-7 362-544,-40-4 699,26-356-1295,14-72-4982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4:01.6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98 344 24575,'-44'-113'0,"-6"-22"0,49 132 0,0 0 0,0 1 0,1-1 0,-1 0 0,1 1 0,0-1 0,0 0 0,0 0 0,1-2 0,-1 4 0,0 1 0,0 0 0,0-1 0,0 1 0,0 0 0,1-1 0,-1 1 0,0 0 0,0-1 0,0 1 0,1 0 0,-1-1 0,0 1 0,0 0 0,1 0 0,-1-1 0,0 1 0,0 0 0,1 0 0,-1-1 0,0 1 0,1 0 0,-1 0 0,0 0 0,1 0 0,0 0 0,0 0 0,0 0 0,0 0 0,0 0 0,0 0 0,0 0 0,0 1 0,0-1 0,-1 0 0,1 1 0,0-1 0,0 1 0,0-1 0,0 1 0,0 0 0,21 16 0,-1 1 0,-1 0 0,26 32 0,26 24 0,-58-61 0,1-1 0,0-1 0,1 0 0,17 9 0,-28-17 0,0-1 0,0 1 0,1-1 0,-1-1 0,0 1 0,1-1 0,-1 0 0,1 0 0,-1 0 0,1-1 0,0 0 0,-1 0 0,1-1 0,0 1 0,-1-1 0,1 0 0,-1-1 0,8-2 0,-3-1 0,0-1 0,0 0 0,-1 0 0,0-1 0,0 0 0,0-1 0,-1 0 0,0 0 0,-1-1 0,0 0 0,11-17 0,3-12 0,29-71 0,-23 50 0,-25 54 139,-3 13 49,-7 18-1046,7-21 24,-10 32-5992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4:03.5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220 366 24575,'7'-1'0,"0"-1"0,0 1 0,0-1 0,0-1 0,-1 1 0,9-5 0,0 0 0,-4 2 0,-1 0 0,1-1 0,-1 0 0,0-1 0,-1 0 0,1 0 0,-1-1 0,-1 0 0,0-1 0,0 0 0,0 0 0,-1-1 0,-1 0 0,0 0 0,0-1 0,-1 1 0,0-1 0,-1-1 0,0 1 0,-1 0 0,0-1 0,-1 0 0,0 1 0,-1-1 0,0-14 0,0 22 0,-1 1 0,-1-1 0,1 1 0,0-1 0,-1 1 0,0-1 0,1 1 0,-1 0 0,-1-1 0,1 1 0,0 0 0,-1 0 0,0 0 0,1 0 0,-1 0 0,0 0 0,-1 1 0,1-1 0,-3-2 0,1 3 0,1-1 0,-1 1 0,0 0 0,0 0 0,-1 0 0,1 1 0,0-1 0,0 1 0,-1 0 0,1 0 0,-1 1 0,1-1 0,-1 1 0,-6 0 0,-4 2 0,-1 0 0,1 1 0,0 0 0,0 1 0,0 0 0,1 2 0,-1 0 0,1 0 0,1 1 0,-24 16 0,20-11 0,1 1 0,0 0 0,1 1 0,0 1 0,1 0 0,0 1 0,-16 27 0,24-33 0,0 1 0,1 0 0,1 0 0,-1 0 0,2 0 0,0 1 0,0-1 0,1 1 0,0 0 0,1 0 0,0 18 0,1-25 0,1 0 0,-1 0 0,1 0 0,0 0 0,0 0 0,1 0 0,0-1 0,-1 1 0,2 0 0,-1-1 0,0 1 0,1-1 0,0 0 0,0 0 0,0 0 0,0 0 0,1-1 0,-1 1 0,1-1 0,0 0 0,0 0 0,1 0 0,-1-1 0,0 1 0,1-1 0,-1 0 0,1 0 0,0-1 0,7 2 0,-1-1 0,0 0 0,0 0 0,0-2 0,0 1 0,0-1 0,1-1 0,-1 0 0,0 0 0,0-2 0,0 1 0,0-1 0,-1 0 0,1-1 0,-1-1 0,0 0 0,0 0 0,0-1 0,8-6 0,13-12 0,-2-2 0,-1 0 0,45-55 0,-48 52 0,-14 19 0,-11 10 0,0 0 0,0 0 0,0 0 0,1 0 0,-1 0 0,0 0 0,0 0 0,0 0 0,0 0 0,0 0 0,1 0 0,-1 0 0,0 0 0,0 0 0,0 0 0,0 0 0,0 0 0,1 0 0,-1 0 0,0 0 0,0 0 0,0 0 0,0 0 0,0 0 0,1 0 0,-1 0 0,0 0 0,0 1 0,0-1 0,0 0 0,0 0 0,0 0 0,0 0 0,0 0 0,1 0 0,-1 0 0,0 1 0,0-1 0,0 0 0,0 0 0,0 0 0,-2 25 0,-99 426 0,98-435 0,-42 190 0,29-147 0,-33 80 0,43-125 0,0 0 0,-1-1 0,-1 0 0,0 0 0,-1-1 0,0 0 0,-14 13 0,20-22 0,-1 0 0,1 0 0,-1 0 0,0-1 0,0 0 0,0 1 0,0-1 0,0-1 0,0 1 0,-1 0 0,1-1 0,-5 1 0,6-2 0,-1 0 0,0 0 0,1 0 0,-1-1 0,1 1 0,-1-1 0,0 0 0,1 0 0,0 0 0,-1 0 0,1 0 0,0-1 0,-1 0 0,1 0 0,0 0 0,0 0 0,-3-3 0,-1-2 0,1 0 0,-1 0 0,1-1 0,1 0 0,0 0 0,0 0 0,0 0 0,1-1 0,0 0 0,1 0 0,0 0 0,0-1 0,-1-11 0,-1-4 0,2-1 0,1 1 0,2-48 0,1 51 0,2 1 0,0 0 0,1 0 0,1 0 0,1 1 0,1 0 0,1 0 0,0 0 0,2 1 0,11-18 0,-14 26 0,1 0 0,0 1 0,1 0 0,0 0 0,0 1 0,1 0 0,0 1 0,1 0 0,-1 1 0,2 0 0,-1 0 0,1 2 0,0-1 0,0 1 0,0 1 0,1 0 0,18-3 0,16 3-1365,-6 3-5461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4:03.9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91 283 24575,'-1'-2'0,"1"0"0,0 0 0,0 0 0,1-1 0,-1 1 0,0 0 0,1 0 0,-1 0 0,1 0 0,0-1 0,0 1 0,-1 0 0,1 0 0,1 1 0,-1-1 0,0 0 0,0 0 0,4-3 0,-2 3 0,0 1 0,0-1 0,0 0 0,0 1 0,1 0 0,-1 0 0,0 0 0,1 0 0,-1 1 0,1-1 0,5 1 0,36-1 0,-29 1 0,-1 0 0,0-1 0,0-1 0,20-4 0,-31 5 0,-1 0 0,1 0 0,0-1 0,-1 1 0,1-1 0,-1 0 0,1 0 0,-1 0 0,0-1 0,0 1 0,0-1 0,0 0 0,0 0 0,-1 0 0,0 0 0,1 0 0,-1 0 0,0 0 0,0-1 0,-1 1 0,3-7 0,-3 5 0,0 1 0,-1-1 0,1 1 0,-1-1 0,0 1 0,0-1 0,-1 1 0,0-1 0,1 1 0,-1-1 0,-1 1 0,1 0 0,-1-1 0,0 1 0,1 0 0,-2 0 0,1 0 0,0 0 0,-1 1 0,-5-6 0,3 3 0,0 0 0,0 0 0,-1 1 0,0 0 0,0 0 0,0 1 0,0 0 0,-1 0 0,0 0 0,0 1 0,-10-4 0,11 6 0,1 0 0,-1 0 0,1 1 0,-1 0 0,0 0 0,1 0 0,-1 1 0,1 0 0,-1 0 0,1 0 0,-1 1 0,1 0 0,0 0 0,0 0 0,0 0 0,0 1 0,0 0 0,0 0 0,1 0 0,-1 1 0,-6 6 0,0 2 0,-1 0 0,1 1 0,1 1 0,0-1 0,1 2 0,-7 14 0,8-12 0,1 0 0,0 0 0,1 0 0,1 1 0,1 0 0,0 0 0,2 0 0,0 1 0,1 29 0,1-39 0,1-1 0,1 1 0,-1-1 0,1 1 0,1-1 0,-1 0 0,1 0 0,1 0 0,8 14 0,-8-17 0,0 1 0,0-1 0,1 0 0,-1-1 0,1 1 0,0-1 0,1 0 0,-1 0 0,1-1 0,0 1 0,0-1 0,0 0 0,0-1 0,7 2 0,0 0-124,0-2 0,1 0 0,-1 0 0,1-2 0,-1 1 0,1-2-1,-1 0 1,1 0 0,-1-1 0,25-8 0,17-7-6702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4:04.0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156 143 24575,'3'-13'0,"1"-13"0,0-11 0,-4 0 0,-5 12 0,-5 21 0,-6 23 0,-5 20 0,-1 17 0,0 14 0,1 7 0,0 3 0,4 1 0,6-14-8191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4:04.2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0 162 24575,'3'-3'0,"1"-5"0,0-3 0,2 0 0,1-2 0,1 2 0,0 0 0,5 1 0,3-1 0,5-1 0,9-2 0,4-1 0,7-2 0,-4 2-8191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4:04.5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312 56 24575,'0'-3'0,"0"0"0,-1-1 0,1 1 0,-1 0 0,1 0 0,-1 0 0,0-1 0,0 1 0,-1 0 0,1 0 0,-1 0 0,1 1 0,-1-1 0,0 0 0,0 1 0,-4-4 0,6 5 0,-1 1 0,1 0 0,-1 0 0,1 0 0,-1 0 0,1 0 0,-1 0 0,1-1 0,-1 1 0,1 0 0,-1 1 0,1-1 0,-1 0 0,1 0 0,-1 0 0,1 0 0,-1 0 0,1 0 0,-1 1 0,1-1 0,-1 0 0,1 0 0,-1 1 0,1-1 0,-1 0 0,1 1 0,0-1 0,-1 0 0,1 1 0,0-1 0,-1 1 0,1-1 0,-1 1 0,-10 19 0,10-18 0,-19 50 0,2 1 0,-13 62 0,1-4 0,-59 157 0,35-110 0,50-147 0,1-3 0,0 1 0,0-1 0,-2 18 0,5-25 0,0 0 0,0 0 0,0 1 0,0-1 0,0 0 0,0 0 0,0 1 0,0-1 0,0 0 0,0 0 0,1 0 0,-1 1 0,0-1 0,1 0 0,-1 0 0,1 0 0,0 0 0,-1 0 0,1 0 0,0 0 0,0 0 0,-1 0 0,1 0 0,0 0 0,0 0 0,0 0 0,0-1 0,0 1 0,0 0 0,1-1 0,-1 1 0,0-1 0,0 1 0,2 0 0,16 1-21,-1-1-1,1 0 1,0-1 0,-1-1-1,33-6 1,-15 2-1216,12 0-5589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4:05.0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295 235 24575,'5'-5'0,"-1"-1"0,0 1 0,0-1 0,0 0 0,-1 0 0,0 0 0,0-1 0,2-7 0,0-4 0,6-32 0,-10 44 0,0 1 0,-1 0 0,0 0 0,0-1 0,0 1 0,-1 0 0,1-1 0,-1 1 0,0 0 0,-1 0 0,1 0 0,-1 0 0,-3-6 0,4 9 0,-1 0 0,1 0 0,0 0 0,-1 1 0,0-1 0,0 0 0,1 1 0,-1-1 0,0 1 0,0 0 0,0-1 0,0 1 0,0 0 0,-1 0 0,1 0 0,0 1 0,-1-1 0,1 0 0,0 1 0,-1 0 0,1-1 0,0 1 0,-1 0 0,1 0 0,-1 1 0,1-1 0,0 0 0,-1 1 0,1-1 0,0 1 0,-4 1 0,-5 2 0,0 1 0,0 1 0,0 0 0,0 0 0,1 1 0,0 0 0,0 1 0,-13 13 0,2 1 0,0 1 0,-21 32 0,33-43 0,0 1 0,1 1 0,0-1 0,1 1 0,1 1 0,0-1 0,1 1 0,0 0 0,-3 23 0,7-36 0,1 0 0,0 0 0,0-1 0,0 1 0,0 0 0,0 0 0,0 0 0,1-1 0,-1 1 0,1 0 0,-1 0 0,1-1 0,0 1 0,-1 0 0,1-1 0,0 1 0,0-1 0,0 1 0,0-1 0,0 1 0,1-1 0,1 2 0,0-1 0,-1-1 0,1 0 0,0 0 0,-1 0 0,1 0 0,0 0 0,0 0 0,-1-1 0,1 1 0,0-1 0,0 0 0,6 0 0,2-2 0,-1 1 0,1-1 0,0-1 0,0 0 0,-1 0 0,15-7 0,3-7 0,-22 13 0,-1 0 0,2 1 0,-1 0 0,0 0 0,1 0 0,-1 0 0,15-2 0,-20 5-10,1 0-1,0 0 0,0 1 0,-1-1 1,1 1-1,0-1 0,-1 1 1,1 0-1,-1-1 0,1 1 0,-1 0 1,1 0-1,-1 0 0,0 0 1,1 0-1,-1 1 0,0-1 0,0 0 1,0 1-1,0-1 0,0 0 1,0 1-1,0-1 0,0 1 0,-1 0 1,1-1-1,0 3 0,4 5-1054,0 1-5761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4:05.3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0 129 24575,'0'-4'0,"1"-1"0,-1 0 0,1 1 0,0-1 0,0 0 0,1 1 0,-1-1 0,1 1 0,0 0 0,0-1 0,1 1 0,-1 0 0,1 0 0,0 1 0,6-7 0,-7 7 0,1 1 0,-1 0 0,1-1 0,0 1 0,0 1 0,0-1 0,0 0 0,0 1 0,0-1 0,0 1 0,1 0 0,-1 0 0,0 0 0,1 1 0,-1-1 0,1 1 0,-1 0 0,1 0 0,-1 0 0,0 0 0,1 1 0,3 0 0,1 2 0,0 0 0,0 0 0,0 1 0,-1 0 0,1 1 0,-1 0 0,0 0 0,0 0 0,-1 1 0,1 0 0,-1 0 0,-1 1 0,1 0 0,-1 0 0,5 9 0,-2-3 0,-1 1 0,0 0 0,-1 0 0,0 1 0,-1-1 0,-1 1 0,4 27 0,-7-32 0,-1 1 0,0 0 0,0 0 0,-1 0 0,0-1 0,-5 20 0,5-27 0,0 1 0,0-1 0,0 1 0,0-1 0,-1 0 0,1 0 0,-1 1 0,0-1 0,0 0 0,0-1 0,0 1 0,0 0 0,-1-1 0,1 1 0,-1-1 0,0 1 0,0-1 0,0 0 0,0-1 0,0 1 0,0 0 0,0-1 0,-1 0 0,-3 2 0,6-3 0,0 0 0,0 0 0,0 1 0,0-1 0,0 0 0,0 0 0,0 0 0,0 0 0,0 0 0,-1-1 0,1 1 0,0 0 0,0 0 0,0-1 0,0 1 0,0-1 0,0 1 0,0-1 0,1 1 0,-1-1 0,0 0 0,0 1 0,0-1 0,0 0 0,-1-1 0,1 0 0,0 0 0,0 0 0,1 0 0,-1 0 0,0-1 0,1 1 0,-1 0 0,1 0 0,0-1 0,-1 1 0,1-4 0,1-3 0,0-1 0,0 0 0,1 1 0,6-17 0,0 6 0,1 1 0,1 0 0,0 0 0,2 1 0,25-31 0,-18 26 0,2 2 0,0 0 0,41-29 0,-46 39-341,0 1 0,1 0-1,20-7 1,-3 4-6485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4:05.7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86 120 24575,'-5'0'0,"0"1"0,0 0 0,0 1 0,0-1 0,-9 5 0,7-3 0,22 0 0,10-1 0,1-2 0,0-1 0,-1-1 0,37-8 0,-55 9 0,0-1 0,-1 1 0,0-2 0,1 1 0,-1-1 0,0 0 0,0 0 0,0 0 0,-1-1 0,1 0 0,-1 0 0,0-1 0,0 0 0,0 1 0,-1-2 0,0 1 0,0 0 0,5-9 0,-8 13 0,0 0 0,-1 0 0,1-1 0,0 1 0,-1 0 0,1 0 0,-1 0 0,0 0 0,1-1 0,-1 1 0,0 0 0,0 0 0,0-1 0,0 1 0,0 0 0,0-1 0,0 1 0,0 0 0,0 0 0,0-1 0,-1 1 0,1 0 0,-1 0 0,1 0 0,-1-1 0,1 1 0,-1 0 0,0 0 0,1 0 0,-1 0 0,0 0 0,0 0 0,0 0 0,-1 0 0,0-1 0,-1 1 0,1 0 0,-1 0 0,1 1 0,-1-1 0,0 0 0,1 1 0,-1-1 0,0 1 0,0 0 0,1 0 0,-1 0 0,0 1 0,0-1 0,-2 1 0,-9 3 0,-1 0 0,2 1 0,-1 1 0,0 0 0,1 1 0,1 0 0,-1 1 0,1 0 0,-13 12 0,9-6 0,2 0 0,0 0 0,0 1 0,1 1 0,1 0 0,-12 22 0,20-31 0,0 1 0,1-1 0,0 1 0,0-1 0,1 1 0,0 0 0,0 0 0,1 0 0,0 0 0,1 0 0,-1 0 0,2 14 0,0-17 0,0 0 0,1 1 0,-1-1 0,1 0 0,0 1 0,1-1 0,-1 0 0,1-1 0,0 1 0,0 0 0,0-1 0,1 1 0,-1-1 0,1 0 0,0-1 0,1 1 0,-1-1 0,1 1 0,6 3 0,-1-2 43,0 0 0,0-1-1,0 0 1,1-1 0,0 0-1,0 0 1,18 1 0,-6-2-612,0-2 0,38-3 0,-6-4-6257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4:06.0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210 98 24575,'2'-2'0,"-1"0"0,0 0 0,0 0 0,0-1 0,0 1 0,-1 0 0,1 0 0,0-1 0,-1 1 0,0 0 0,1-1 0,-1 1 0,0-1 0,0 1 0,0 0 0,-1-1 0,1 1 0,-1 0 0,1-1 0,-1 1 0,0 0 0,1 0 0,-1-1 0,-1 1 0,1 0 0,0 0 0,0 0 0,-1 0 0,1 0 0,-1 1 0,-2-3 0,2 1 0,0 1 0,0 0 0,-1 0 0,1 0 0,-1 0 0,1 0 0,-1 0 0,0 1 0,0-1 0,-5-1 0,6 2 0,0 1 0,1 0 0,-1-1 0,0 1 0,1 0 0,-1 0 0,0 0 0,1 0 0,-1 0 0,0 0 0,1 1 0,-1-1 0,0 1 0,1-1 0,-1 1 0,1-1 0,-1 1 0,0 0 0,1 0 0,-3 1 0,-2 4 0,0 1 0,0-1 0,0 1 0,1 0 0,0 0 0,0 0 0,-6 15 0,4-7 0,0 1 0,-8 33 0,14-44 0,0 0 0,0 0 0,1 0 0,0 0 0,-1 0 0,2 0 0,-1 0 0,1 0 0,-1 0 0,3 7 0,1-3 0,-1 0 0,1 0 0,1-1 0,8 13 0,-12-20 0,0 1 0,0-1 0,-1 1 0,1-1 0,0 1 0,-1 0 0,1-1 0,-1 1 0,1 0 0,-1-1 0,1 4 0,-1-5 0,-1 1 0,1 0 0,0-1 0,0 1 0,0 0 0,0 0 0,0-1 0,-1 1 0,1 0 0,0-1 0,-1 1 0,1-1 0,0 1 0,-1 0 0,1-1 0,-1 1 0,1-1 0,-1 1 0,0 0 0,-2 0 0,1 0 0,0 0 0,0 0 0,0-1 0,-1 1 0,1 0 0,0-1 0,0 0 0,-1 0 0,1 0 0,-1 0 0,1 0 0,0 0 0,0 0 0,-5-2 0,-14-4-1365,1-2-5461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4:06.2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62 24575,'14'-14'0,"-9"7"0,1 1 0,1 0 0,-1 0 0,1 1 0,13-8 0,-20 12 0,1 1 0,0-1 0,-1 1 0,1 0 0,0-1 0,0 1 0,-1 0 0,1-1 0,0 1 0,0 0 0,0 0 0,0 0 0,-1 0 0,1 0 0,0 0 0,0 0 0,0 0 0,0 0 0,-1 0 0,1 0 0,0 1 0,0-1 0,-1 0 0,1 1 0,0-1 0,0 0 0,0 1 0,0 1 0,0-1 0,0 0 0,0 0 0,-1 1 0,1-1 0,0 0 0,-1 1 0,1-1 0,-1 1 0,0-1 0,1 1 0,-1-1 0,0 0 0,0 3 0,0 7 0,-1 1 0,0-1 0,-3 14 0,4-22 0,-25 123 0,-14 96 0,34-173-341,1 1 0,3-1-1,9 78 1,-4-99-6485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4:06.3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15 291 24575,'-3'-7'0,"-1"-7"0,0-9 0,1-5 0,4-6 0,4 1 0,6 3 0,3 3 0,6 3 0,5 3 0,8 5 0,5 5 0,5 1 0,4 2 0,-5 3-8191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4:06.68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19 245 24575,'0'-19'0,"-2"1"0,-4-19 0,-2-22 0,7 47 0,0-44 0,0 54 0,2 0 0,-1 0 0,0-1 0,0 1 0,1 0 0,-1 0 0,1 0 0,0 0 0,-1 0 0,1 0 0,0 0 0,0 0 0,0 0 0,1 1 0,-1-1 0,0 0 0,1 1 0,-1-1 0,1 1 0,0-1 0,1 0 0,-2 1 0,-1 1 0,1 0 0,0 0 0,0 0 0,0 0 0,-1 0 0,1 0 0,0 0 0,0 0 0,-1 0 0,1 0 0,0 0 0,0 0 0,-1 1 0,1-1 0,0 0 0,0 0 0,-1 1 0,1-1 0,0 1 0,-1-1 0,1 0 0,0 1 0,-1-1 0,1 1 0,-1 0 0,1-1 0,-1 1 0,1-1 0,-1 1 0,1 0 0,-1-1 0,0 1 0,1 0 0,-1 0 0,0-1 0,0 1 0,0 0 0,1 1 0,7 33 0,-4 4 0,-2 0 0,-4 51 0,-14 80 0,-2 26 0,17-181 0,1 1 0,1 0 0,0-1 0,1 0 0,7 26 0,-7-36 0,-1 0 0,1 0 0,0 0 0,1 0 0,-1 0 0,1-1 0,0 1 0,0-1 0,0 0 0,1 0 0,-1 0 0,1 0 0,0-1 0,0 1 0,1-1 0,-1 0 0,1 0 0,-1-1 0,11 5 0,-3-4-273,0 0 0,0-1 0,0 0 0,18 0 0,10-1-6553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4:06.9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0 24575,'-3'0'0,"-4"0"0,2 0 0,5 3 0,9 7 0,9 9 0,4 6 0,6 9 0,0 8 0,-1 6 0,-6 7 0,-9 4 0,-15 1 0,-18-3 0,-17-6 0,-17-5 0,0-10-8191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4:07.3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251 106 24575,'-52'1'0,"-1"3"0,-82 18 0,124-19 0,14-2 0,21-1 0,171-9 0,-12-1-430,65 0-1293,67-2 621,67 2-1588,63 2 1271,2324-2-6495,-1123 9 7572,-1382-1 1187,-243 2-824,292-11 2400,-233 1-1265,-78 9-945,1 1-1,-1-1 1,0 1 0,0-1-1,0 1 1,0-1 0,0 0-1,0 0 1,0 0 0,0 0 0,3-3-1,-5-4 678,-12-1-851,-22-5-504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4:14.2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1 149 24575,'-1'-40'0,"2"-45"0,-1 84 0,0-1 0,0 1 0,0 0 0,0 0 0,1 0 0,-1 0 0,0 0 0,0 0 0,1 0 0,-1 0 0,1 0 0,-1 0 0,1 0 0,-1 0 0,1 0 0,-1 0 0,1 0 0,0 0 0,0 0 0,1 0 0,-2 0 0,1 1 0,0 0 0,0 0 0,0 0 0,-1 0 0,1 0 0,0 0 0,0 0 0,-1 0 0,1 0 0,0 0 0,0 0 0,-1 1 0,1-1 0,0 0 0,0 1 0,-1-1 0,1 0 0,0 1 0,-1-1 0,2 1 0,5 5 0,-1 0 0,0 0 0,11 13 0,-16-18 0,80 104 0,-4 3 0,89 169 0,-158-261 0,0-1 0,8 25 0,-15-37 171,-4-7 0,-2-8-1878,1-5-5119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4:14.4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532 368 24575,'2'-43'0,"3"0"0,10-49 0,-6 46 0,10-83 0,-20 115 0,1 14 0,0 0 0,-1 0 0,1 0 0,0 0 0,0 0 0,-1 0 0,1 0 0,0 0 0,0 0 0,0-1 0,-1 1 0,1 0 0,0 0 0,0 0 0,-1 0 0,1 0 0,0 1 0,0-1 0,0 0 0,-1 0 0,1 0 0,0 0 0,0 0 0,-1 0 0,1 0 0,0 0 0,0 0 0,0 0 0,-1 1 0,1-1 0,0 0 0,0 0 0,-19 21 0,-182 270 0,18-61 0,61-81 0,112-135-455,0-1 0,-9 18 0,9-10-6371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05:24:15.3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1 697 24575,'3'-4'0,"0"0"0,0 0 0,0 0 0,-1-1 0,0 1 0,0-1 0,3-9 0,5-9 0,-7 33 0,-1 10 0,-2-19 0,13 103 0,4 0 0,36 118 0,-53-218 0,1-1 0,1 0 0,-1 1 0,0-1 0,1 0 0,-1 1 0,1-1 0,3 4 0,-4-6 0,-1-1 0,1 1 0,0-1 0,-1 1 0,1-1 0,0 0 0,0 1 0,-1-1 0,1 0 0,0 1 0,0-1 0,-1 0 0,1 0 0,0 0 0,0 0 0,0 1 0,0-1 0,-1 0 0,1-1 0,0 1 0,0 0 0,0 0 0,-1 0 0,1 0 0,0-1 0,0 1 0,0 0 0,-1-1 0,1 1 0,0 0 0,-1-1 0,1 1 0,0-1 0,-1 1 0,1-1 0,-1 0 0,1 1 0,0-1 0,-1 0 0,0 1 0,1-2 0,17-20 0,-1 0 0,-1-1 0,21-43 0,-6 12 0,264-395 0,-202 327 0,163-165 0,-245 275 0,-4 5 0,0 0 0,0 0 0,1 0 0,0 1 0,0 0 0,0 0 0,1 1 0,10-6 0,-18 11 5,-1 0 0,0 0 0,0 0 0,0 0 0,1 0 0,-1 0 0,0 0 0,0 0 0,0 0-1,1 0 1,-1 0 0,0 0 0,0 0 0,0 0 0,1 0 0,-1 0 0,0 0 0,0 0 0,0 0 0,1 0 0,-1 0 0,0 1-1,0-1 1,0 0 0,1 0 0,-1 0 0,0 0 0,0 0 0,0 0 0,0 1 0,0-1 0,1 0 0,-1 0 0,0 0 0,0 0 0,0 1-1,0-1 1,0 0 0,0 0 0,0 0 0,0 1 0,0-1 0,0 0 0,1 0 0,-1 0 0,0 1 0,0-1 0,0 0 0,-1 0-1,1 0 1,0 1 0,0-1 0,0 0 0,0 0 0,0 0 0,0 1 0,0-1 0,0 0 0,0 0 0,0 0 0,0 1 0,-1-1-1,1 0 1,0 0 0,0 0 0,0 0 0,-1 1 0,-7 15-1112,7-14 514,-8 14-6233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5/4/2025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1.png"/><Relationship Id="rId21" Type="http://schemas.openxmlformats.org/officeDocument/2006/relationships/image" Target="../media/image13.png"/><Relationship Id="rId42" Type="http://schemas.openxmlformats.org/officeDocument/2006/relationships/customXml" Target="../ink/ink21.xml"/><Relationship Id="rId63" Type="http://schemas.openxmlformats.org/officeDocument/2006/relationships/image" Target="../media/image34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82.png"/><Relationship Id="rId170" Type="http://schemas.openxmlformats.org/officeDocument/2006/relationships/customXml" Target="../ink/ink85.xml"/><Relationship Id="rId191" Type="http://schemas.openxmlformats.org/officeDocument/2006/relationships/image" Target="../media/image98.png"/><Relationship Id="rId205" Type="http://schemas.openxmlformats.org/officeDocument/2006/relationships/image" Target="../media/image105.png"/><Relationship Id="rId226" Type="http://schemas.openxmlformats.org/officeDocument/2006/relationships/customXml" Target="../ink/ink113.xml"/><Relationship Id="rId107" Type="http://schemas.openxmlformats.org/officeDocument/2006/relationships/image" Target="../media/image56.png"/><Relationship Id="rId11" Type="http://schemas.openxmlformats.org/officeDocument/2006/relationships/image" Target="../media/image8.png"/><Relationship Id="rId32" Type="http://schemas.openxmlformats.org/officeDocument/2006/relationships/customXml" Target="../ink/ink16.xml"/><Relationship Id="rId53" Type="http://schemas.openxmlformats.org/officeDocument/2006/relationships/image" Target="../media/image29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7.png"/><Relationship Id="rId5" Type="http://schemas.openxmlformats.org/officeDocument/2006/relationships/image" Target="../media/image5.png"/><Relationship Id="rId95" Type="http://schemas.openxmlformats.org/officeDocument/2006/relationships/image" Target="../media/image50.png"/><Relationship Id="rId160" Type="http://schemas.openxmlformats.org/officeDocument/2006/relationships/customXml" Target="../ink/ink80.xml"/><Relationship Id="rId181" Type="http://schemas.openxmlformats.org/officeDocument/2006/relationships/image" Target="../media/image93.png"/><Relationship Id="rId216" Type="http://schemas.openxmlformats.org/officeDocument/2006/relationships/customXml" Target="../ink/ink108.xml"/><Relationship Id="rId237" Type="http://schemas.openxmlformats.org/officeDocument/2006/relationships/image" Target="../media/image121.png"/><Relationship Id="rId22" Type="http://schemas.openxmlformats.org/officeDocument/2006/relationships/customXml" Target="../ink/ink11.xml"/><Relationship Id="rId43" Type="http://schemas.openxmlformats.org/officeDocument/2006/relationships/image" Target="../media/image24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72.png"/><Relationship Id="rId85" Type="http://schemas.openxmlformats.org/officeDocument/2006/relationships/image" Target="../media/image45.png"/><Relationship Id="rId150" Type="http://schemas.openxmlformats.org/officeDocument/2006/relationships/customXml" Target="../ink/ink75.xml"/><Relationship Id="rId171" Type="http://schemas.openxmlformats.org/officeDocument/2006/relationships/image" Target="../media/image88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227" Type="http://schemas.openxmlformats.org/officeDocument/2006/relationships/image" Target="../media/image116.png"/><Relationship Id="rId12" Type="http://schemas.openxmlformats.org/officeDocument/2006/relationships/customXml" Target="../ink/ink6.xml"/><Relationship Id="rId33" Type="http://schemas.openxmlformats.org/officeDocument/2006/relationships/image" Target="../media/image19.png"/><Relationship Id="rId108" Type="http://schemas.openxmlformats.org/officeDocument/2006/relationships/customXml" Target="../ink/ink54.xml"/><Relationship Id="rId129" Type="http://schemas.openxmlformats.org/officeDocument/2006/relationships/image" Target="../media/image67.png"/><Relationship Id="rId54" Type="http://schemas.openxmlformats.org/officeDocument/2006/relationships/customXml" Target="../ink/ink27.xml"/><Relationship Id="rId75" Type="http://schemas.openxmlformats.org/officeDocument/2006/relationships/image" Target="../media/image40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3.png"/><Relationship Id="rId182" Type="http://schemas.openxmlformats.org/officeDocument/2006/relationships/customXml" Target="../ink/ink91.xml"/><Relationship Id="rId217" Type="http://schemas.openxmlformats.org/officeDocument/2006/relationships/image" Target="../media/image111.png"/><Relationship Id="rId6" Type="http://schemas.openxmlformats.org/officeDocument/2006/relationships/customXml" Target="../ink/ink3.xml"/><Relationship Id="rId238" Type="http://schemas.openxmlformats.org/officeDocument/2006/relationships/customXml" Target="../ink/ink119.xml"/><Relationship Id="rId23" Type="http://schemas.openxmlformats.org/officeDocument/2006/relationships/image" Target="../media/image14.png"/><Relationship Id="rId119" Type="http://schemas.openxmlformats.org/officeDocument/2006/relationships/image" Target="../media/image62.png"/><Relationship Id="rId44" Type="http://schemas.openxmlformats.org/officeDocument/2006/relationships/customXml" Target="../ink/ink22.xml"/><Relationship Id="rId65" Type="http://schemas.openxmlformats.org/officeDocument/2006/relationships/image" Target="../media/image35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8.png"/><Relationship Id="rId172" Type="http://schemas.openxmlformats.org/officeDocument/2006/relationships/customXml" Target="../ink/ink86.xml"/><Relationship Id="rId193" Type="http://schemas.openxmlformats.org/officeDocument/2006/relationships/image" Target="../media/image99.png"/><Relationship Id="rId207" Type="http://schemas.openxmlformats.org/officeDocument/2006/relationships/image" Target="../media/image106.png"/><Relationship Id="rId228" Type="http://schemas.openxmlformats.org/officeDocument/2006/relationships/customXml" Target="../ink/ink114.xml"/><Relationship Id="rId13" Type="http://schemas.openxmlformats.org/officeDocument/2006/relationships/image" Target="../media/image9.png"/><Relationship Id="rId109" Type="http://schemas.openxmlformats.org/officeDocument/2006/relationships/image" Target="../media/image57.png"/><Relationship Id="rId34" Type="http://schemas.openxmlformats.org/officeDocument/2006/relationships/customXml" Target="../ink/ink17.xml"/><Relationship Id="rId55" Type="http://schemas.openxmlformats.org/officeDocument/2006/relationships/image" Target="../media/image30.png"/><Relationship Id="rId76" Type="http://schemas.openxmlformats.org/officeDocument/2006/relationships/customXml" Target="../ink/ink38.xml"/><Relationship Id="rId97" Type="http://schemas.openxmlformats.org/officeDocument/2006/relationships/image" Target="../media/image51.png"/><Relationship Id="rId120" Type="http://schemas.openxmlformats.org/officeDocument/2006/relationships/customXml" Target="../ink/ink60.xml"/><Relationship Id="rId141" Type="http://schemas.openxmlformats.org/officeDocument/2006/relationships/image" Target="../media/image73.png"/><Relationship Id="rId7" Type="http://schemas.openxmlformats.org/officeDocument/2006/relationships/image" Target="../media/image6.png"/><Relationship Id="rId162" Type="http://schemas.openxmlformats.org/officeDocument/2006/relationships/customXml" Target="../ink/ink81.xml"/><Relationship Id="rId183" Type="http://schemas.openxmlformats.org/officeDocument/2006/relationships/image" Target="../media/image94.png"/><Relationship Id="rId218" Type="http://schemas.openxmlformats.org/officeDocument/2006/relationships/customXml" Target="../ink/ink109.xml"/><Relationship Id="rId239" Type="http://schemas.openxmlformats.org/officeDocument/2006/relationships/image" Target="../media/image122.png"/><Relationship Id="rId24" Type="http://schemas.openxmlformats.org/officeDocument/2006/relationships/customXml" Target="../ink/ink12.xml"/><Relationship Id="rId45" Type="http://schemas.openxmlformats.org/officeDocument/2006/relationships/image" Target="../media/image25.png"/><Relationship Id="rId66" Type="http://schemas.openxmlformats.org/officeDocument/2006/relationships/customXml" Target="../ink/ink33.xml"/><Relationship Id="rId87" Type="http://schemas.openxmlformats.org/officeDocument/2006/relationships/image" Target="../media/image46.png"/><Relationship Id="rId110" Type="http://schemas.openxmlformats.org/officeDocument/2006/relationships/customXml" Target="../ink/ink55.xml"/><Relationship Id="rId131" Type="http://schemas.openxmlformats.org/officeDocument/2006/relationships/image" Target="../media/image68.png"/><Relationship Id="rId152" Type="http://schemas.openxmlformats.org/officeDocument/2006/relationships/customXml" Target="../ink/ink76.xml"/><Relationship Id="rId173" Type="http://schemas.openxmlformats.org/officeDocument/2006/relationships/image" Target="../media/image89.png"/><Relationship Id="rId194" Type="http://schemas.openxmlformats.org/officeDocument/2006/relationships/customXml" Target="../ink/ink97.xml"/><Relationship Id="rId208" Type="http://schemas.openxmlformats.org/officeDocument/2006/relationships/customXml" Target="../ink/ink104.xml"/><Relationship Id="rId229" Type="http://schemas.openxmlformats.org/officeDocument/2006/relationships/image" Target="../media/image117.png"/><Relationship Id="rId240" Type="http://schemas.openxmlformats.org/officeDocument/2006/relationships/customXml" Target="../ink/ink120.xml"/><Relationship Id="rId14" Type="http://schemas.openxmlformats.org/officeDocument/2006/relationships/customXml" Target="../ink/ink7.xml"/><Relationship Id="rId35" Type="http://schemas.openxmlformats.org/officeDocument/2006/relationships/image" Target="../media/image20.png"/><Relationship Id="rId56" Type="http://schemas.openxmlformats.org/officeDocument/2006/relationships/customXml" Target="../ink/ink28.xml"/><Relationship Id="rId77" Type="http://schemas.openxmlformats.org/officeDocument/2006/relationships/image" Target="../media/image41.png"/><Relationship Id="rId100" Type="http://schemas.openxmlformats.org/officeDocument/2006/relationships/customXml" Target="../ink/ink50.xml"/><Relationship Id="rId8" Type="http://schemas.openxmlformats.org/officeDocument/2006/relationships/customXml" Target="../ink/ink4.xml"/><Relationship Id="rId98" Type="http://schemas.openxmlformats.org/officeDocument/2006/relationships/customXml" Target="../ink/ink49.xml"/><Relationship Id="rId121" Type="http://schemas.openxmlformats.org/officeDocument/2006/relationships/image" Target="../media/image63.png"/><Relationship Id="rId142" Type="http://schemas.openxmlformats.org/officeDocument/2006/relationships/customXml" Target="../ink/ink71.xml"/><Relationship Id="rId163" Type="http://schemas.openxmlformats.org/officeDocument/2006/relationships/image" Target="../media/image84.png"/><Relationship Id="rId184" Type="http://schemas.openxmlformats.org/officeDocument/2006/relationships/customXml" Target="../ink/ink92.xml"/><Relationship Id="rId219" Type="http://schemas.openxmlformats.org/officeDocument/2006/relationships/image" Target="../media/image112.png"/><Relationship Id="rId230" Type="http://schemas.openxmlformats.org/officeDocument/2006/relationships/customXml" Target="../ink/ink115.xml"/><Relationship Id="rId25" Type="http://schemas.openxmlformats.org/officeDocument/2006/relationships/image" Target="../media/image15.png"/><Relationship Id="rId46" Type="http://schemas.openxmlformats.org/officeDocument/2006/relationships/customXml" Target="../ink/ink23.xml"/><Relationship Id="rId67" Type="http://schemas.openxmlformats.org/officeDocument/2006/relationships/image" Target="../media/image36.png"/><Relationship Id="rId88" Type="http://schemas.openxmlformats.org/officeDocument/2006/relationships/customXml" Target="../ink/ink44.xml"/><Relationship Id="rId111" Type="http://schemas.openxmlformats.org/officeDocument/2006/relationships/image" Target="../media/image58.png"/><Relationship Id="rId132" Type="http://schemas.openxmlformats.org/officeDocument/2006/relationships/customXml" Target="../ink/ink66.xml"/><Relationship Id="rId153" Type="http://schemas.openxmlformats.org/officeDocument/2006/relationships/image" Target="../media/image79.png"/><Relationship Id="rId174" Type="http://schemas.openxmlformats.org/officeDocument/2006/relationships/customXml" Target="../ink/ink87.xml"/><Relationship Id="rId195" Type="http://schemas.openxmlformats.org/officeDocument/2006/relationships/image" Target="../media/image100.png"/><Relationship Id="rId209" Type="http://schemas.openxmlformats.org/officeDocument/2006/relationships/image" Target="../media/image107.png"/><Relationship Id="rId220" Type="http://schemas.openxmlformats.org/officeDocument/2006/relationships/customXml" Target="../ink/ink110.xml"/><Relationship Id="rId241" Type="http://schemas.openxmlformats.org/officeDocument/2006/relationships/image" Target="../media/image123.png"/><Relationship Id="rId15" Type="http://schemas.openxmlformats.org/officeDocument/2006/relationships/image" Target="../media/image10.png"/><Relationship Id="rId36" Type="http://schemas.openxmlformats.org/officeDocument/2006/relationships/customXml" Target="../ink/ink18.xml"/><Relationship Id="rId57" Type="http://schemas.openxmlformats.org/officeDocument/2006/relationships/image" Target="../media/image31.png"/><Relationship Id="rId10" Type="http://schemas.openxmlformats.org/officeDocument/2006/relationships/customXml" Target="../ink/ink5.xml"/><Relationship Id="rId31" Type="http://schemas.openxmlformats.org/officeDocument/2006/relationships/image" Target="../media/image18.png"/><Relationship Id="rId52" Type="http://schemas.openxmlformats.org/officeDocument/2006/relationships/customXml" Target="../ink/ink26.xml"/><Relationship Id="rId73" Type="http://schemas.openxmlformats.org/officeDocument/2006/relationships/image" Target="../media/image39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52.png"/><Relationship Id="rId101" Type="http://schemas.openxmlformats.org/officeDocument/2006/relationships/image" Target="../media/image53.png"/><Relationship Id="rId122" Type="http://schemas.openxmlformats.org/officeDocument/2006/relationships/customXml" Target="../ink/ink61.xml"/><Relationship Id="rId143" Type="http://schemas.openxmlformats.org/officeDocument/2006/relationships/image" Target="../media/image74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7.png"/><Relationship Id="rId185" Type="http://schemas.openxmlformats.org/officeDocument/2006/relationships/image" Target="../media/image95.png"/><Relationship Id="rId4" Type="http://schemas.openxmlformats.org/officeDocument/2006/relationships/customXml" Target="../ink/ink2.xml"/><Relationship Id="rId9" Type="http://schemas.openxmlformats.org/officeDocument/2006/relationships/image" Target="../media/image7.png"/><Relationship Id="rId180" Type="http://schemas.openxmlformats.org/officeDocument/2006/relationships/customXml" Target="../ink/ink90.xml"/><Relationship Id="rId210" Type="http://schemas.openxmlformats.org/officeDocument/2006/relationships/customXml" Target="../ink/ink105.xml"/><Relationship Id="rId215" Type="http://schemas.openxmlformats.org/officeDocument/2006/relationships/image" Target="../media/image110.png"/><Relationship Id="rId236" Type="http://schemas.openxmlformats.org/officeDocument/2006/relationships/customXml" Target="../ink/ink118.xml"/><Relationship Id="rId26" Type="http://schemas.openxmlformats.org/officeDocument/2006/relationships/customXml" Target="../ink/ink13.xml"/><Relationship Id="rId231" Type="http://schemas.openxmlformats.org/officeDocument/2006/relationships/image" Target="../media/image118.png"/><Relationship Id="rId47" Type="http://schemas.openxmlformats.org/officeDocument/2006/relationships/image" Target="../media/image26.png"/><Relationship Id="rId68" Type="http://schemas.openxmlformats.org/officeDocument/2006/relationships/customXml" Target="../ink/ink34.xml"/><Relationship Id="rId89" Type="http://schemas.openxmlformats.org/officeDocument/2006/relationships/image" Target="../media/image47.png"/><Relationship Id="rId112" Type="http://schemas.openxmlformats.org/officeDocument/2006/relationships/customXml" Target="../ink/ink56.xml"/><Relationship Id="rId133" Type="http://schemas.openxmlformats.org/officeDocument/2006/relationships/image" Target="../media/image69.png"/><Relationship Id="rId154" Type="http://schemas.openxmlformats.org/officeDocument/2006/relationships/customXml" Target="../ink/ink77.xml"/><Relationship Id="rId175" Type="http://schemas.openxmlformats.org/officeDocument/2006/relationships/image" Target="../media/image90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221" Type="http://schemas.openxmlformats.org/officeDocument/2006/relationships/image" Target="../media/image113.png"/><Relationship Id="rId242" Type="http://schemas.openxmlformats.org/officeDocument/2006/relationships/customXml" Target="../ink/ink121.xml"/><Relationship Id="rId37" Type="http://schemas.openxmlformats.org/officeDocument/2006/relationships/image" Target="../media/image21.png"/><Relationship Id="rId58" Type="http://schemas.openxmlformats.org/officeDocument/2006/relationships/customXml" Target="../ink/ink29.xml"/><Relationship Id="rId79" Type="http://schemas.openxmlformats.org/officeDocument/2006/relationships/image" Target="../media/image42.png"/><Relationship Id="rId102" Type="http://schemas.openxmlformats.org/officeDocument/2006/relationships/customXml" Target="../ink/ink51.xml"/><Relationship Id="rId123" Type="http://schemas.openxmlformats.org/officeDocument/2006/relationships/image" Target="../media/image64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5.png"/><Relationship Id="rId186" Type="http://schemas.openxmlformats.org/officeDocument/2006/relationships/customXml" Target="../ink/ink93.xml"/><Relationship Id="rId211" Type="http://schemas.openxmlformats.org/officeDocument/2006/relationships/image" Target="../media/image108.png"/><Relationship Id="rId232" Type="http://schemas.openxmlformats.org/officeDocument/2006/relationships/customXml" Target="../ink/ink116.xml"/><Relationship Id="rId27" Type="http://schemas.openxmlformats.org/officeDocument/2006/relationships/image" Target="../media/image16.png"/><Relationship Id="rId48" Type="http://schemas.openxmlformats.org/officeDocument/2006/relationships/customXml" Target="../ink/ink24.xml"/><Relationship Id="rId69" Type="http://schemas.openxmlformats.org/officeDocument/2006/relationships/image" Target="../media/image37.png"/><Relationship Id="rId113" Type="http://schemas.openxmlformats.org/officeDocument/2006/relationships/image" Target="../media/image59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80.png"/><Relationship Id="rId176" Type="http://schemas.openxmlformats.org/officeDocument/2006/relationships/customXml" Target="../ink/ink88.xml"/><Relationship Id="rId197" Type="http://schemas.openxmlformats.org/officeDocument/2006/relationships/image" Target="../media/image101.png"/><Relationship Id="rId201" Type="http://schemas.openxmlformats.org/officeDocument/2006/relationships/image" Target="../media/image103.png"/><Relationship Id="rId222" Type="http://schemas.openxmlformats.org/officeDocument/2006/relationships/customXml" Target="../ink/ink111.xml"/><Relationship Id="rId243" Type="http://schemas.openxmlformats.org/officeDocument/2006/relationships/image" Target="../media/image124.png"/><Relationship Id="rId17" Type="http://schemas.openxmlformats.org/officeDocument/2006/relationships/image" Target="../media/image11.png"/><Relationship Id="rId38" Type="http://schemas.openxmlformats.org/officeDocument/2006/relationships/customXml" Target="../ink/ink19.xml"/><Relationship Id="rId59" Type="http://schemas.openxmlformats.org/officeDocument/2006/relationships/image" Target="../media/image32.png"/><Relationship Id="rId103" Type="http://schemas.openxmlformats.org/officeDocument/2006/relationships/image" Target="../media/image54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8.png"/><Relationship Id="rId145" Type="http://schemas.openxmlformats.org/officeDocument/2006/relationships/image" Target="../media/image75.png"/><Relationship Id="rId166" Type="http://schemas.openxmlformats.org/officeDocument/2006/relationships/customXml" Target="../ink/ink83.xml"/><Relationship Id="rId187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06.xml"/><Relationship Id="rId233" Type="http://schemas.openxmlformats.org/officeDocument/2006/relationships/image" Target="../media/image119.png"/><Relationship Id="rId28" Type="http://schemas.openxmlformats.org/officeDocument/2006/relationships/customXml" Target="../ink/ink14.xml"/><Relationship Id="rId49" Type="http://schemas.openxmlformats.org/officeDocument/2006/relationships/image" Target="../media/image27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3.png"/><Relationship Id="rId135" Type="http://schemas.openxmlformats.org/officeDocument/2006/relationships/image" Target="../media/image70.png"/><Relationship Id="rId156" Type="http://schemas.openxmlformats.org/officeDocument/2006/relationships/customXml" Target="../ink/ink78.xml"/><Relationship Id="rId177" Type="http://schemas.openxmlformats.org/officeDocument/2006/relationships/image" Target="../media/image91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223" Type="http://schemas.openxmlformats.org/officeDocument/2006/relationships/image" Target="../media/image114.png"/><Relationship Id="rId244" Type="http://schemas.openxmlformats.org/officeDocument/2006/relationships/customXml" Target="../ink/ink122.xml"/><Relationship Id="rId18" Type="http://schemas.openxmlformats.org/officeDocument/2006/relationships/customXml" Target="../ink/ink9.xml"/><Relationship Id="rId39" Type="http://schemas.openxmlformats.org/officeDocument/2006/relationships/image" Target="../media/image22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5.png"/><Relationship Id="rId146" Type="http://schemas.openxmlformats.org/officeDocument/2006/relationships/customXml" Target="../ink/ink73.xml"/><Relationship Id="rId167" Type="http://schemas.openxmlformats.org/officeDocument/2006/relationships/image" Target="../media/image86.png"/><Relationship Id="rId188" Type="http://schemas.openxmlformats.org/officeDocument/2006/relationships/customXml" Target="../ink/ink94.xml"/><Relationship Id="rId71" Type="http://schemas.openxmlformats.org/officeDocument/2006/relationships/image" Target="../media/image38.png"/><Relationship Id="rId92" Type="http://schemas.openxmlformats.org/officeDocument/2006/relationships/customXml" Target="../ink/ink46.xml"/><Relationship Id="rId213" Type="http://schemas.openxmlformats.org/officeDocument/2006/relationships/image" Target="../media/image109.png"/><Relationship Id="rId234" Type="http://schemas.openxmlformats.org/officeDocument/2006/relationships/customXml" Target="../ink/ink117.xml"/><Relationship Id="rId2" Type="http://schemas.openxmlformats.org/officeDocument/2006/relationships/customXml" Target="../ink/ink1.xml"/><Relationship Id="rId29" Type="http://schemas.openxmlformats.org/officeDocument/2006/relationships/image" Target="../media/image17.png"/><Relationship Id="rId40" Type="http://schemas.openxmlformats.org/officeDocument/2006/relationships/customXml" Target="../ink/ink20.xml"/><Relationship Id="rId115" Type="http://schemas.openxmlformats.org/officeDocument/2006/relationships/image" Target="../media/image60.png"/><Relationship Id="rId136" Type="http://schemas.openxmlformats.org/officeDocument/2006/relationships/customXml" Target="../ink/ink68.xml"/><Relationship Id="rId157" Type="http://schemas.openxmlformats.org/officeDocument/2006/relationships/image" Target="../media/image81.png"/><Relationship Id="rId178" Type="http://schemas.openxmlformats.org/officeDocument/2006/relationships/customXml" Target="../ink/ink89.xml"/><Relationship Id="rId61" Type="http://schemas.openxmlformats.org/officeDocument/2006/relationships/image" Target="../media/image33.png"/><Relationship Id="rId82" Type="http://schemas.openxmlformats.org/officeDocument/2006/relationships/customXml" Target="../ink/ink41.xml"/><Relationship Id="rId199" Type="http://schemas.openxmlformats.org/officeDocument/2006/relationships/image" Target="../media/image102.png"/><Relationship Id="rId203" Type="http://schemas.openxmlformats.org/officeDocument/2006/relationships/image" Target="../media/image104.png"/><Relationship Id="rId19" Type="http://schemas.openxmlformats.org/officeDocument/2006/relationships/image" Target="../media/image12.png"/><Relationship Id="rId224" Type="http://schemas.openxmlformats.org/officeDocument/2006/relationships/customXml" Target="../ink/ink112.xml"/><Relationship Id="rId245" Type="http://schemas.openxmlformats.org/officeDocument/2006/relationships/image" Target="../media/image125.png"/><Relationship Id="rId30" Type="http://schemas.openxmlformats.org/officeDocument/2006/relationships/customXml" Target="../ink/ink15.xml"/><Relationship Id="rId105" Type="http://schemas.openxmlformats.org/officeDocument/2006/relationships/image" Target="../media/image55.png"/><Relationship Id="rId126" Type="http://schemas.openxmlformats.org/officeDocument/2006/relationships/customXml" Target="../ink/ink63.xml"/><Relationship Id="rId147" Type="http://schemas.openxmlformats.org/officeDocument/2006/relationships/image" Target="../media/image76.png"/><Relationship Id="rId168" Type="http://schemas.openxmlformats.org/officeDocument/2006/relationships/customXml" Target="../ink/ink84.xml"/><Relationship Id="rId51" Type="http://schemas.openxmlformats.org/officeDocument/2006/relationships/image" Target="../media/image28.png"/><Relationship Id="rId72" Type="http://schemas.openxmlformats.org/officeDocument/2006/relationships/customXml" Target="../ink/ink36.xml"/><Relationship Id="rId93" Type="http://schemas.openxmlformats.org/officeDocument/2006/relationships/image" Target="../media/image49.png"/><Relationship Id="rId189" Type="http://schemas.openxmlformats.org/officeDocument/2006/relationships/image" Target="../media/image97.png"/><Relationship Id="rId3" Type="http://schemas.openxmlformats.org/officeDocument/2006/relationships/image" Target="../media/image4.png"/><Relationship Id="rId214" Type="http://schemas.openxmlformats.org/officeDocument/2006/relationships/customXml" Target="../ink/ink107.xml"/><Relationship Id="rId235" Type="http://schemas.openxmlformats.org/officeDocument/2006/relationships/image" Target="../media/image120.png"/><Relationship Id="rId116" Type="http://schemas.openxmlformats.org/officeDocument/2006/relationships/customXml" Target="../ink/ink58.xml"/><Relationship Id="rId137" Type="http://schemas.openxmlformats.org/officeDocument/2006/relationships/image" Target="../media/image71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3.png"/><Relationship Id="rId62" Type="http://schemas.openxmlformats.org/officeDocument/2006/relationships/customXml" Target="../ink/ink31.xml"/><Relationship Id="rId83" Type="http://schemas.openxmlformats.org/officeDocument/2006/relationships/image" Target="../media/image44.png"/><Relationship Id="rId179" Type="http://schemas.openxmlformats.org/officeDocument/2006/relationships/image" Target="../media/image92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225" Type="http://schemas.openxmlformats.org/officeDocument/2006/relationships/image" Target="../media/image115.png"/><Relationship Id="rId106" Type="http://schemas.openxmlformats.org/officeDocument/2006/relationships/customXml" Target="../ink/ink53.xml"/><Relationship Id="rId127" Type="http://schemas.openxmlformats.org/officeDocument/2006/relationships/image" Target="../media/image6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yuztechnologies/SAP_BTP_Training_CLD200/blob/master/Day%203/02srv/CatalogService.js" TargetMode="External"/><Relationship Id="rId2" Type="http://schemas.openxmlformats.org/officeDocument/2006/relationships/hyperlink" Target="https://github.com/soyuztechnologies/SAP_BTP_Training_CLD200/blob/master/Day%203/02srv/CatalogService.cd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3.png"/><Relationship Id="rId21" Type="http://schemas.openxmlformats.org/officeDocument/2006/relationships/image" Target="../media/image135.png"/><Relationship Id="rId63" Type="http://schemas.openxmlformats.org/officeDocument/2006/relationships/image" Target="../media/image156.png"/><Relationship Id="rId159" Type="http://schemas.openxmlformats.org/officeDocument/2006/relationships/image" Target="../media/image204.png"/><Relationship Id="rId170" Type="http://schemas.openxmlformats.org/officeDocument/2006/relationships/customXml" Target="../ink/ink207.xml"/><Relationship Id="rId226" Type="http://schemas.openxmlformats.org/officeDocument/2006/relationships/customXml" Target="../ink/ink235.xml"/><Relationship Id="rId268" Type="http://schemas.openxmlformats.org/officeDocument/2006/relationships/customXml" Target="../ink/ink256.xml"/><Relationship Id="rId11" Type="http://schemas.openxmlformats.org/officeDocument/2006/relationships/image" Target="../media/image130.png"/><Relationship Id="rId32" Type="http://schemas.openxmlformats.org/officeDocument/2006/relationships/customXml" Target="../ink/ink138.xml"/><Relationship Id="rId53" Type="http://schemas.openxmlformats.org/officeDocument/2006/relationships/image" Target="../media/image151.png"/><Relationship Id="rId74" Type="http://schemas.openxmlformats.org/officeDocument/2006/relationships/customXml" Target="../ink/ink159.xml"/><Relationship Id="rId128" Type="http://schemas.openxmlformats.org/officeDocument/2006/relationships/customXml" Target="../ink/ink186.xml"/><Relationship Id="rId149" Type="http://schemas.openxmlformats.org/officeDocument/2006/relationships/image" Target="../media/image199.png"/><Relationship Id="rId5" Type="http://schemas.openxmlformats.org/officeDocument/2006/relationships/image" Target="../media/image127.png"/><Relationship Id="rId95" Type="http://schemas.openxmlformats.org/officeDocument/2006/relationships/image" Target="../media/image172.png"/><Relationship Id="rId160" Type="http://schemas.openxmlformats.org/officeDocument/2006/relationships/customXml" Target="../ink/ink202.xml"/><Relationship Id="rId181" Type="http://schemas.openxmlformats.org/officeDocument/2006/relationships/image" Target="../media/image215.png"/><Relationship Id="rId216" Type="http://schemas.openxmlformats.org/officeDocument/2006/relationships/customXml" Target="../ink/ink230.xml"/><Relationship Id="rId237" Type="http://schemas.openxmlformats.org/officeDocument/2006/relationships/image" Target="../media/image243.png"/><Relationship Id="rId258" Type="http://schemas.openxmlformats.org/officeDocument/2006/relationships/customXml" Target="../ink/ink251.xml"/><Relationship Id="rId22" Type="http://schemas.openxmlformats.org/officeDocument/2006/relationships/customXml" Target="../ink/ink133.xml"/><Relationship Id="rId43" Type="http://schemas.openxmlformats.org/officeDocument/2006/relationships/image" Target="../media/image146.png"/><Relationship Id="rId64" Type="http://schemas.openxmlformats.org/officeDocument/2006/relationships/customXml" Target="../ink/ink154.xml"/><Relationship Id="rId118" Type="http://schemas.openxmlformats.org/officeDocument/2006/relationships/customXml" Target="../ink/ink181.xml"/><Relationship Id="rId139" Type="http://schemas.openxmlformats.org/officeDocument/2006/relationships/image" Target="../media/image194.png"/><Relationship Id="rId85" Type="http://schemas.openxmlformats.org/officeDocument/2006/relationships/image" Target="../media/image167.png"/><Relationship Id="rId150" Type="http://schemas.openxmlformats.org/officeDocument/2006/relationships/customXml" Target="../ink/ink197.xml"/><Relationship Id="rId171" Type="http://schemas.openxmlformats.org/officeDocument/2006/relationships/image" Target="../media/image210.png"/><Relationship Id="rId192" Type="http://schemas.openxmlformats.org/officeDocument/2006/relationships/customXml" Target="../ink/ink218.xml"/><Relationship Id="rId206" Type="http://schemas.openxmlformats.org/officeDocument/2006/relationships/customXml" Target="../ink/ink225.xml"/><Relationship Id="rId227" Type="http://schemas.openxmlformats.org/officeDocument/2006/relationships/image" Target="../media/image238.png"/><Relationship Id="rId248" Type="http://schemas.openxmlformats.org/officeDocument/2006/relationships/customXml" Target="../ink/ink246.xml"/><Relationship Id="rId269" Type="http://schemas.openxmlformats.org/officeDocument/2006/relationships/image" Target="../media/image259.png"/><Relationship Id="rId12" Type="http://schemas.openxmlformats.org/officeDocument/2006/relationships/customXml" Target="../ink/ink128.xml"/><Relationship Id="rId33" Type="http://schemas.openxmlformats.org/officeDocument/2006/relationships/image" Target="../media/image141.png"/><Relationship Id="rId108" Type="http://schemas.openxmlformats.org/officeDocument/2006/relationships/customXml" Target="../ink/ink176.xml"/><Relationship Id="rId129" Type="http://schemas.openxmlformats.org/officeDocument/2006/relationships/image" Target="../media/image189.png"/><Relationship Id="rId54" Type="http://schemas.openxmlformats.org/officeDocument/2006/relationships/customXml" Target="../ink/ink149.xml"/><Relationship Id="rId75" Type="http://schemas.openxmlformats.org/officeDocument/2006/relationships/image" Target="../media/image162.png"/><Relationship Id="rId96" Type="http://schemas.openxmlformats.org/officeDocument/2006/relationships/customXml" Target="../ink/ink170.xml"/><Relationship Id="rId140" Type="http://schemas.openxmlformats.org/officeDocument/2006/relationships/customXml" Target="../ink/ink192.xml"/><Relationship Id="rId161" Type="http://schemas.openxmlformats.org/officeDocument/2006/relationships/image" Target="../media/image205.png"/><Relationship Id="rId182" Type="http://schemas.openxmlformats.org/officeDocument/2006/relationships/customXml" Target="../ink/ink213.xml"/><Relationship Id="rId217" Type="http://schemas.openxmlformats.org/officeDocument/2006/relationships/image" Target="../media/image233.png"/><Relationship Id="rId6" Type="http://schemas.openxmlformats.org/officeDocument/2006/relationships/customXml" Target="../ink/ink125.xml"/><Relationship Id="rId238" Type="http://schemas.openxmlformats.org/officeDocument/2006/relationships/customXml" Target="../ink/ink241.xml"/><Relationship Id="rId259" Type="http://schemas.openxmlformats.org/officeDocument/2006/relationships/image" Target="../media/image254.png"/><Relationship Id="rId23" Type="http://schemas.openxmlformats.org/officeDocument/2006/relationships/image" Target="../media/image136.png"/><Relationship Id="rId119" Type="http://schemas.openxmlformats.org/officeDocument/2006/relationships/image" Target="../media/image184.png"/><Relationship Id="rId44" Type="http://schemas.openxmlformats.org/officeDocument/2006/relationships/customXml" Target="../ink/ink144.xml"/><Relationship Id="rId65" Type="http://schemas.openxmlformats.org/officeDocument/2006/relationships/image" Target="../media/image157.png"/><Relationship Id="rId86" Type="http://schemas.openxmlformats.org/officeDocument/2006/relationships/customXml" Target="../ink/ink165.xml"/><Relationship Id="rId130" Type="http://schemas.openxmlformats.org/officeDocument/2006/relationships/customXml" Target="../ink/ink187.xml"/><Relationship Id="rId151" Type="http://schemas.openxmlformats.org/officeDocument/2006/relationships/image" Target="../media/image200.png"/><Relationship Id="rId172" Type="http://schemas.openxmlformats.org/officeDocument/2006/relationships/customXml" Target="../ink/ink208.xml"/><Relationship Id="rId193" Type="http://schemas.openxmlformats.org/officeDocument/2006/relationships/image" Target="../media/image221.png"/><Relationship Id="rId207" Type="http://schemas.openxmlformats.org/officeDocument/2006/relationships/image" Target="../media/image228.png"/><Relationship Id="rId228" Type="http://schemas.openxmlformats.org/officeDocument/2006/relationships/customXml" Target="../ink/ink236.xml"/><Relationship Id="rId249" Type="http://schemas.openxmlformats.org/officeDocument/2006/relationships/image" Target="../media/image249.png"/><Relationship Id="rId13" Type="http://schemas.openxmlformats.org/officeDocument/2006/relationships/image" Target="../media/image131.png"/><Relationship Id="rId109" Type="http://schemas.openxmlformats.org/officeDocument/2006/relationships/image" Target="../media/image179.png"/><Relationship Id="rId260" Type="http://schemas.openxmlformats.org/officeDocument/2006/relationships/customXml" Target="../ink/ink252.xml"/><Relationship Id="rId34" Type="http://schemas.openxmlformats.org/officeDocument/2006/relationships/customXml" Target="../ink/ink139.xml"/><Relationship Id="rId55" Type="http://schemas.openxmlformats.org/officeDocument/2006/relationships/image" Target="../media/image152.png"/><Relationship Id="rId76" Type="http://schemas.openxmlformats.org/officeDocument/2006/relationships/customXml" Target="../ink/ink160.xml"/><Relationship Id="rId97" Type="http://schemas.openxmlformats.org/officeDocument/2006/relationships/image" Target="../media/image173.png"/><Relationship Id="rId120" Type="http://schemas.openxmlformats.org/officeDocument/2006/relationships/customXml" Target="../ink/ink182.xml"/><Relationship Id="rId141" Type="http://schemas.openxmlformats.org/officeDocument/2006/relationships/image" Target="../media/image195.png"/><Relationship Id="rId7" Type="http://schemas.openxmlformats.org/officeDocument/2006/relationships/image" Target="../media/image128.png"/><Relationship Id="rId162" Type="http://schemas.openxmlformats.org/officeDocument/2006/relationships/customXml" Target="../ink/ink203.xml"/><Relationship Id="rId183" Type="http://schemas.openxmlformats.org/officeDocument/2006/relationships/image" Target="../media/image216.png"/><Relationship Id="rId218" Type="http://schemas.openxmlformats.org/officeDocument/2006/relationships/customXml" Target="../ink/ink231.xml"/><Relationship Id="rId239" Type="http://schemas.openxmlformats.org/officeDocument/2006/relationships/image" Target="../media/image244.png"/><Relationship Id="rId250" Type="http://schemas.openxmlformats.org/officeDocument/2006/relationships/customXml" Target="../ink/ink247.xml"/><Relationship Id="rId24" Type="http://schemas.openxmlformats.org/officeDocument/2006/relationships/customXml" Target="../ink/ink134.xml"/><Relationship Id="rId45" Type="http://schemas.openxmlformats.org/officeDocument/2006/relationships/image" Target="../media/image147.png"/><Relationship Id="rId66" Type="http://schemas.openxmlformats.org/officeDocument/2006/relationships/customXml" Target="../ink/ink155.xml"/><Relationship Id="rId87" Type="http://schemas.openxmlformats.org/officeDocument/2006/relationships/image" Target="../media/image168.png"/><Relationship Id="rId110" Type="http://schemas.openxmlformats.org/officeDocument/2006/relationships/customXml" Target="../ink/ink177.xml"/><Relationship Id="rId131" Type="http://schemas.openxmlformats.org/officeDocument/2006/relationships/image" Target="../media/image190.png"/><Relationship Id="rId152" Type="http://schemas.openxmlformats.org/officeDocument/2006/relationships/customXml" Target="../ink/ink198.xml"/><Relationship Id="rId173" Type="http://schemas.openxmlformats.org/officeDocument/2006/relationships/image" Target="../media/image211.png"/><Relationship Id="rId194" Type="http://schemas.openxmlformats.org/officeDocument/2006/relationships/customXml" Target="../ink/ink219.xml"/><Relationship Id="rId208" Type="http://schemas.openxmlformats.org/officeDocument/2006/relationships/customXml" Target="../ink/ink226.xml"/><Relationship Id="rId229" Type="http://schemas.openxmlformats.org/officeDocument/2006/relationships/image" Target="../media/image239.png"/><Relationship Id="rId240" Type="http://schemas.openxmlformats.org/officeDocument/2006/relationships/customXml" Target="../ink/ink242.xml"/><Relationship Id="rId261" Type="http://schemas.openxmlformats.org/officeDocument/2006/relationships/image" Target="../media/image255.png"/><Relationship Id="rId14" Type="http://schemas.openxmlformats.org/officeDocument/2006/relationships/customXml" Target="../ink/ink129.xml"/><Relationship Id="rId35" Type="http://schemas.openxmlformats.org/officeDocument/2006/relationships/image" Target="../media/image142.png"/><Relationship Id="rId56" Type="http://schemas.openxmlformats.org/officeDocument/2006/relationships/customXml" Target="../ink/ink150.xml"/><Relationship Id="rId77" Type="http://schemas.openxmlformats.org/officeDocument/2006/relationships/image" Target="../media/image163.png"/><Relationship Id="rId100" Type="http://schemas.openxmlformats.org/officeDocument/2006/relationships/customXml" Target="../ink/ink172.xml"/><Relationship Id="rId8" Type="http://schemas.openxmlformats.org/officeDocument/2006/relationships/customXml" Target="../ink/ink126.xml"/><Relationship Id="rId98" Type="http://schemas.openxmlformats.org/officeDocument/2006/relationships/customXml" Target="../ink/ink171.xml"/><Relationship Id="rId121" Type="http://schemas.openxmlformats.org/officeDocument/2006/relationships/image" Target="../media/image185.png"/><Relationship Id="rId142" Type="http://schemas.openxmlformats.org/officeDocument/2006/relationships/customXml" Target="../ink/ink193.xml"/><Relationship Id="rId163" Type="http://schemas.openxmlformats.org/officeDocument/2006/relationships/image" Target="../media/image206.png"/><Relationship Id="rId184" Type="http://schemas.openxmlformats.org/officeDocument/2006/relationships/customXml" Target="../ink/ink214.xml"/><Relationship Id="rId219" Type="http://schemas.openxmlformats.org/officeDocument/2006/relationships/image" Target="../media/image234.png"/><Relationship Id="rId230" Type="http://schemas.openxmlformats.org/officeDocument/2006/relationships/customXml" Target="../ink/ink237.xml"/><Relationship Id="rId251" Type="http://schemas.openxmlformats.org/officeDocument/2006/relationships/image" Target="../media/image250.png"/><Relationship Id="rId25" Type="http://schemas.openxmlformats.org/officeDocument/2006/relationships/image" Target="../media/image137.png"/><Relationship Id="rId46" Type="http://schemas.openxmlformats.org/officeDocument/2006/relationships/customXml" Target="../ink/ink145.xml"/><Relationship Id="rId67" Type="http://schemas.openxmlformats.org/officeDocument/2006/relationships/image" Target="../media/image158.png"/><Relationship Id="rId88" Type="http://schemas.openxmlformats.org/officeDocument/2006/relationships/customXml" Target="../ink/ink166.xml"/><Relationship Id="rId111" Type="http://schemas.openxmlformats.org/officeDocument/2006/relationships/image" Target="../media/image180.png"/><Relationship Id="rId132" Type="http://schemas.openxmlformats.org/officeDocument/2006/relationships/customXml" Target="../ink/ink188.xml"/><Relationship Id="rId153" Type="http://schemas.openxmlformats.org/officeDocument/2006/relationships/image" Target="../media/image201.png"/><Relationship Id="rId174" Type="http://schemas.openxmlformats.org/officeDocument/2006/relationships/customXml" Target="../ink/ink209.xml"/><Relationship Id="rId195" Type="http://schemas.openxmlformats.org/officeDocument/2006/relationships/image" Target="../media/image222.png"/><Relationship Id="rId209" Type="http://schemas.openxmlformats.org/officeDocument/2006/relationships/image" Target="../media/image229.png"/><Relationship Id="rId220" Type="http://schemas.openxmlformats.org/officeDocument/2006/relationships/customXml" Target="../ink/ink232.xml"/><Relationship Id="rId241" Type="http://schemas.openxmlformats.org/officeDocument/2006/relationships/image" Target="../media/image245.png"/><Relationship Id="rId15" Type="http://schemas.openxmlformats.org/officeDocument/2006/relationships/image" Target="../media/image132.png"/><Relationship Id="rId36" Type="http://schemas.openxmlformats.org/officeDocument/2006/relationships/customXml" Target="../ink/ink140.xml"/><Relationship Id="rId57" Type="http://schemas.openxmlformats.org/officeDocument/2006/relationships/image" Target="../media/image153.png"/><Relationship Id="rId262" Type="http://schemas.openxmlformats.org/officeDocument/2006/relationships/customXml" Target="../ink/ink253.xml"/><Relationship Id="rId78" Type="http://schemas.openxmlformats.org/officeDocument/2006/relationships/customXml" Target="../ink/ink161.xml"/><Relationship Id="rId99" Type="http://schemas.openxmlformats.org/officeDocument/2006/relationships/image" Target="../media/image174.png"/><Relationship Id="rId101" Type="http://schemas.openxmlformats.org/officeDocument/2006/relationships/image" Target="../media/image175.png"/><Relationship Id="rId122" Type="http://schemas.openxmlformats.org/officeDocument/2006/relationships/customXml" Target="../ink/ink183.xml"/><Relationship Id="rId143" Type="http://schemas.openxmlformats.org/officeDocument/2006/relationships/image" Target="../media/image196.png"/><Relationship Id="rId164" Type="http://schemas.openxmlformats.org/officeDocument/2006/relationships/customXml" Target="../ink/ink204.xml"/><Relationship Id="rId185" Type="http://schemas.openxmlformats.org/officeDocument/2006/relationships/image" Target="../media/image217.png"/><Relationship Id="rId9" Type="http://schemas.openxmlformats.org/officeDocument/2006/relationships/image" Target="../media/image129.png"/><Relationship Id="rId210" Type="http://schemas.openxmlformats.org/officeDocument/2006/relationships/customXml" Target="../ink/ink227.xml"/><Relationship Id="rId26" Type="http://schemas.openxmlformats.org/officeDocument/2006/relationships/customXml" Target="../ink/ink135.xml"/><Relationship Id="rId231" Type="http://schemas.openxmlformats.org/officeDocument/2006/relationships/image" Target="../media/image240.png"/><Relationship Id="rId252" Type="http://schemas.openxmlformats.org/officeDocument/2006/relationships/customXml" Target="../ink/ink248.xml"/><Relationship Id="rId47" Type="http://schemas.openxmlformats.org/officeDocument/2006/relationships/image" Target="../media/image148.png"/><Relationship Id="rId68" Type="http://schemas.openxmlformats.org/officeDocument/2006/relationships/customXml" Target="../ink/ink156.xml"/><Relationship Id="rId89" Type="http://schemas.openxmlformats.org/officeDocument/2006/relationships/image" Target="../media/image169.png"/><Relationship Id="rId112" Type="http://schemas.openxmlformats.org/officeDocument/2006/relationships/customXml" Target="../ink/ink178.xml"/><Relationship Id="rId133" Type="http://schemas.openxmlformats.org/officeDocument/2006/relationships/image" Target="../media/image191.png"/><Relationship Id="rId154" Type="http://schemas.openxmlformats.org/officeDocument/2006/relationships/customXml" Target="../ink/ink199.xml"/><Relationship Id="rId175" Type="http://schemas.openxmlformats.org/officeDocument/2006/relationships/image" Target="../media/image212.png"/><Relationship Id="rId196" Type="http://schemas.openxmlformats.org/officeDocument/2006/relationships/customXml" Target="../ink/ink220.xml"/><Relationship Id="rId200" Type="http://schemas.openxmlformats.org/officeDocument/2006/relationships/customXml" Target="../ink/ink222.xml"/><Relationship Id="rId16" Type="http://schemas.openxmlformats.org/officeDocument/2006/relationships/customXml" Target="../ink/ink130.xml"/><Relationship Id="rId221" Type="http://schemas.openxmlformats.org/officeDocument/2006/relationships/image" Target="../media/image235.png"/><Relationship Id="rId242" Type="http://schemas.openxmlformats.org/officeDocument/2006/relationships/customXml" Target="../ink/ink243.xml"/><Relationship Id="rId263" Type="http://schemas.openxmlformats.org/officeDocument/2006/relationships/image" Target="../media/image256.png"/><Relationship Id="rId37" Type="http://schemas.openxmlformats.org/officeDocument/2006/relationships/image" Target="../media/image143.png"/><Relationship Id="rId58" Type="http://schemas.openxmlformats.org/officeDocument/2006/relationships/customXml" Target="../ink/ink151.xml"/><Relationship Id="rId79" Type="http://schemas.openxmlformats.org/officeDocument/2006/relationships/image" Target="../media/image164.png"/><Relationship Id="rId102" Type="http://schemas.openxmlformats.org/officeDocument/2006/relationships/customXml" Target="../ink/ink173.xml"/><Relationship Id="rId123" Type="http://schemas.openxmlformats.org/officeDocument/2006/relationships/image" Target="../media/image186.png"/><Relationship Id="rId144" Type="http://schemas.openxmlformats.org/officeDocument/2006/relationships/customXml" Target="../ink/ink194.xml"/><Relationship Id="rId90" Type="http://schemas.openxmlformats.org/officeDocument/2006/relationships/customXml" Target="../ink/ink167.xml"/><Relationship Id="rId165" Type="http://schemas.openxmlformats.org/officeDocument/2006/relationships/image" Target="../media/image207.png"/><Relationship Id="rId186" Type="http://schemas.openxmlformats.org/officeDocument/2006/relationships/customXml" Target="../ink/ink215.xml"/><Relationship Id="rId211" Type="http://schemas.openxmlformats.org/officeDocument/2006/relationships/image" Target="../media/image230.png"/><Relationship Id="rId232" Type="http://schemas.openxmlformats.org/officeDocument/2006/relationships/customXml" Target="../ink/ink238.xml"/><Relationship Id="rId253" Type="http://schemas.openxmlformats.org/officeDocument/2006/relationships/image" Target="../media/image251.png"/><Relationship Id="rId27" Type="http://schemas.openxmlformats.org/officeDocument/2006/relationships/image" Target="../media/image138.png"/><Relationship Id="rId48" Type="http://schemas.openxmlformats.org/officeDocument/2006/relationships/customXml" Target="../ink/ink146.xml"/><Relationship Id="rId69" Type="http://schemas.openxmlformats.org/officeDocument/2006/relationships/image" Target="../media/image159.png"/><Relationship Id="rId113" Type="http://schemas.openxmlformats.org/officeDocument/2006/relationships/image" Target="../media/image181.png"/><Relationship Id="rId134" Type="http://schemas.openxmlformats.org/officeDocument/2006/relationships/customXml" Target="../ink/ink189.xml"/><Relationship Id="rId80" Type="http://schemas.openxmlformats.org/officeDocument/2006/relationships/customXml" Target="../ink/ink162.xml"/><Relationship Id="rId155" Type="http://schemas.openxmlformats.org/officeDocument/2006/relationships/image" Target="../media/image202.png"/><Relationship Id="rId176" Type="http://schemas.openxmlformats.org/officeDocument/2006/relationships/customXml" Target="../ink/ink210.xml"/><Relationship Id="rId197" Type="http://schemas.openxmlformats.org/officeDocument/2006/relationships/image" Target="../media/image223.png"/><Relationship Id="rId201" Type="http://schemas.openxmlformats.org/officeDocument/2006/relationships/image" Target="../media/image225.png"/><Relationship Id="rId222" Type="http://schemas.openxmlformats.org/officeDocument/2006/relationships/customXml" Target="../ink/ink233.xml"/><Relationship Id="rId243" Type="http://schemas.openxmlformats.org/officeDocument/2006/relationships/image" Target="../media/image246.png"/><Relationship Id="rId264" Type="http://schemas.openxmlformats.org/officeDocument/2006/relationships/customXml" Target="../ink/ink254.xml"/><Relationship Id="rId17" Type="http://schemas.openxmlformats.org/officeDocument/2006/relationships/image" Target="../media/image133.png"/><Relationship Id="rId38" Type="http://schemas.openxmlformats.org/officeDocument/2006/relationships/customXml" Target="../ink/ink141.xml"/><Relationship Id="rId59" Type="http://schemas.openxmlformats.org/officeDocument/2006/relationships/image" Target="../media/image154.png"/><Relationship Id="rId103" Type="http://schemas.openxmlformats.org/officeDocument/2006/relationships/image" Target="../media/image176.png"/><Relationship Id="rId124" Type="http://schemas.openxmlformats.org/officeDocument/2006/relationships/customXml" Target="../ink/ink184.xml"/><Relationship Id="rId70" Type="http://schemas.openxmlformats.org/officeDocument/2006/relationships/customXml" Target="../ink/ink157.xml"/><Relationship Id="rId91" Type="http://schemas.openxmlformats.org/officeDocument/2006/relationships/image" Target="../media/image170.png"/><Relationship Id="rId145" Type="http://schemas.openxmlformats.org/officeDocument/2006/relationships/image" Target="../media/image197.png"/><Relationship Id="rId166" Type="http://schemas.openxmlformats.org/officeDocument/2006/relationships/customXml" Target="../ink/ink205.xml"/><Relationship Id="rId187" Type="http://schemas.openxmlformats.org/officeDocument/2006/relationships/image" Target="../media/image218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228.xml"/><Relationship Id="rId233" Type="http://schemas.openxmlformats.org/officeDocument/2006/relationships/image" Target="../media/image241.png"/><Relationship Id="rId254" Type="http://schemas.openxmlformats.org/officeDocument/2006/relationships/customXml" Target="../ink/ink249.xml"/><Relationship Id="rId28" Type="http://schemas.openxmlformats.org/officeDocument/2006/relationships/customXml" Target="../ink/ink136.xml"/><Relationship Id="rId49" Type="http://schemas.openxmlformats.org/officeDocument/2006/relationships/image" Target="../media/image149.png"/><Relationship Id="rId114" Type="http://schemas.openxmlformats.org/officeDocument/2006/relationships/customXml" Target="../ink/ink179.xml"/><Relationship Id="rId60" Type="http://schemas.openxmlformats.org/officeDocument/2006/relationships/customXml" Target="../ink/ink152.xml"/><Relationship Id="rId81" Type="http://schemas.openxmlformats.org/officeDocument/2006/relationships/image" Target="../media/image165.png"/><Relationship Id="rId135" Type="http://schemas.openxmlformats.org/officeDocument/2006/relationships/image" Target="../media/image192.png"/><Relationship Id="rId156" Type="http://schemas.openxmlformats.org/officeDocument/2006/relationships/customXml" Target="../ink/ink200.xml"/><Relationship Id="rId177" Type="http://schemas.openxmlformats.org/officeDocument/2006/relationships/image" Target="../media/image213.png"/><Relationship Id="rId198" Type="http://schemas.openxmlformats.org/officeDocument/2006/relationships/customXml" Target="../ink/ink221.xml"/><Relationship Id="rId202" Type="http://schemas.openxmlformats.org/officeDocument/2006/relationships/customXml" Target="../ink/ink223.xml"/><Relationship Id="rId223" Type="http://schemas.openxmlformats.org/officeDocument/2006/relationships/image" Target="../media/image236.png"/><Relationship Id="rId244" Type="http://schemas.openxmlformats.org/officeDocument/2006/relationships/customXml" Target="../ink/ink244.xml"/><Relationship Id="rId18" Type="http://schemas.openxmlformats.org/officeDocument/2006/relationships/customXml" Target="../ink/ink131.xml"/><Relationship Id="rId39" Type="http://schemas.openxmlformats.org/officeDocument/2006/relationships/image" Target="../media/image144.png"/><Relationship Id="rId265" Type="http://schemas.openxmlformats.org/officeDocument/2006/relationships/image" Target="../media/image257.png"/><Relationship Id="rId50" Type="http://schemas.openxmlformats.org/officeDocument/2006/relationships/customXml" Target="../ink/ink147.xml"/><Relationship Id="rId104" Type="http://schemas.openxmlformats.org/officeDocument/2006/relationships/customXml" Target="../ink/ink174.xml"/><Relationship Id="rId125" Type="http://schemas.openxmlformats.org/officeDocument/2006/relationships/image" Target="../media/image187.png"/><Relationship Id="rId146" Type="http://schemas.openxmlformats.org/officeDocument/2006/relationships/customXml" Target="../ink/ink195.xml"/><Relationship Id="rId167" Type="http://schemas.openxmlformats.org/officeDocument/2006/relationships/image" Target="../media/image208.png"/><Relationship Id="rId188" Type="http://schemas.openxmlformats.org/officeDocument/2006/relationships/customXml" Target="../ink/ink216.xml"/><Relationship Id="rId71" Type="http://schemas.openxmlformats.org/officeDocument/2006/relationships/image" Target="../media/image160.png"/><Relationship Id="rId92" Type="http://schemas.openxmlformats.org/officeDocument/2006/relationships/customXml" Target="../ink/ink168.xml"/><Relationship Id="rId213" Type="http://schemas.openxmlformats.org/officeDocument/2006/relationships/image" Target="../media/image231.png"/><Relationship Id="rId234" Type="http://schemas.openxmlformats.org/officeDocument/2006/relationships/customXml" Target="../ink/ink239.xml"/><Relationship Id="rId2" Type="http://schemas.openxmlformats.org/officeDocument/2006/relationships/customXml" Target="../ink/ink123.xml"/><Relationship Id="rId29" Type="http://schemas.openxmlformats.org/officeDocument/2006/relationships/image" Target="../media/image139.png"/><Relationship Id="rId255" Type="http://schemas.openxmlformats.org/officeDocument/2006/relationships/image" Target="../media/image252.png"/><Relationship Id="rId40" Type="http://schemas.openxmlformats.org/officeDocument/2006/relationships/customXml" Target="../ink/ink142.xml"/><Relationship Id="rId115" Type="http://schemas.openxmlformats.org/officeDocument/2006/relationships/image" Target="../media/image182.png"/><Relationship Id="rId136" Type="http://schemas.openxmlformats.org/officeDocument/2006/relationships/customXml" Target="../ink/ink190.xml"/><Relationship Id="rId157" Type="http://schemas.openxmlformats.org/officeDocument/2006/relationships/image" Target="../media/image203.png"/><Relationship Id="rId178" Type="http://schemas.openxmlformats.org/officeDocument/2006/relationships/customXml" Target="../ink/ink211.xml"/><Relationship Id="rId61" Type="http://schemas.openxmlformats.org/officeDocument/2006/relationships/image" Target="../media/image155.png"/><Relationship Id="rId82" Type="http://schemas.openxmlformats.org/officeDocument/2006/relationships/customXml" Target="../ink/ink163.xml"/><Relationship Id="rId199" Type="http://schemas.openxmlformats.org/officeDocument/2006/relationships/image" Target="../media/image224.png"/><Relationship Id="rId203" Type="http://schemas.openxmlformats.org/officeDocument/2006/relationships/image" Target="../media/image226.png"/><Relationship Id="rId19" Type="http://schemas.openxmlformats.org/officeDocument/2006/relationships/image" Target="../media/image134.png"/><Relationship Id="rId224" Type="http://schemas.openxmlformats.org/officeDocument/2006/relationships/customXml" Target="../ink/ink234.xml"/><Relationship Id="rId245" Type="http://schemas.openxmlformats.org/officeDocument/2006/relationships/image" Target="../media/image247.png"/><Relationship Id="rId266" Type="http://schemas.openxmlformats.org/officeDocument/2006/relationships/customXml" Target="../ink/ink255.xml"/><Relationship Id="rId30" Type="http://schemas.openxmlformats.org/officeDocument/2006/relationships/customXml" Target="../ink/ink137.xml"/><Relationship Id="rId105" Type="http://schemas.openxmlformats.org/officeDocument/2006/relationships/image" Target="../media/image177.png"/><Relationship Id="rId126" Type="http://schemas.openxmlformats.org/officeDocument/2006/relationships/customXml" Target="../ink/ink185.xml"/><Relationship Id="rId147" Type="http://schemas.openxmlformats.org/officeDocument/2006/relationships/image" Target="../media/image198.png"/><Relationship Id="rId168" Type="http://schemas.openxmlformats.org/officeDocument/2006/relationships/customXml" Target="../ink/ink206.xml"/><Relationship Id="rId51" Type="http://schemas.openxmlformats.org/officeDocument/2006/relationships/image" Target="../media/image150.png"/><Relationship Id="rId72" Type="http://schemas.openxmlformats.org/officeDocument/2006/relationships/customXml" Target="../ink/ink158.xml"/><Relationship Id="rId93" Type="http://schemas.openxmlformats.org/officeDocument/2006/relationships/image" Target="../media/image171.png"/><Relationship Id="rId189" Type="http://schemas.openxmlformats.org/officeDocument/2006/relationships/image" Target="../media/image219.png"/><Relationship Id="rId3" Type="http://schemas.openxmlformats.org/officeDocument/2006/relationships/image" Target="../media/image126.png"/><Relationship Id="rId214" Type="http://schemas.openxmlformats.org/officeDocument/2006/relationships/customXml" Target="../ink/ink229.xml"/><Relationship Id="rId235" Type="http://schemas.openxmlformats.org/officeDocument/2006/relationships/image" Target="../media/image242.png"/><Relationship Id="rId256" Type="http://schemas.openxmlformats.org/officeDocument/2006/relationships/customXml" Target="../ink/ink250.xml"/><Relationship Id="rId116" Type="http://schemas.openxmlformats.org/officeDocument/2006/relationships/customXml" Target="../ink/ink180.xml"/><Relationship Id="rId137" Type="http://schemas.openxmlformats.org/officeDocument/2006/relationships/image" Target="../media/image193.png"/><Relationship Id="rId158" Type="http://schemas.openxmlformats.org/officeDocument/2006/relationships/customXml" Target="../ink/ink201.xml"/><Relationship Id="rId20" Type="http://schemas.openxmlformats.org/officeDocument/2006/relationships/customXml" Target="../ink/ink132.xml"/><Relationship Id="rId41" Type="http://schemas.openxmlformats.org/officeDocument/2006/relationships/image" Target="../media/image145.png"/><Relationship Id="rId62" Type="http://schemas.openxmlformats.org/officeDocument/2006/relationships/customXml" Target="../ink/ink153.xml"/><Relationship Id="rId83" Type="http://schemas.openxmlformats.org/officeDocument/2006/relationships/image" Target="../media/image166.png"/><Relationship Id="rId179" Type="http://schemas.openxmlformats.org/officeDocument/2006/relationships/image" Target="../media/image214.png"/><Relationship Id="rId190" Type="http://schemas.openxmlformats.org/officeDocument/2006/relationships/customXml" Target="../ink/ink217.xml"/><Relationship Id="rId204" Type="http://schemas.openxmlformats.org/officeDocument/2006/relationships/customXml" Target="../ink/ink224.xml"/><Relationship Id="rId225" Type="http://schemas.openxmlformats.org/officeDocument/2006/relationships/image" Target="../media/image237.png"/><Relationship Id="rId246" Type="http://schemas.openxmlformats.org/officeDocument/2006/relationships/customXml" Target="../ink/ink245.xml"/><Relationship Id="rId267" Type="http://schemas.openxmlformats.org/officeDocument/2006/relationships/image" Target="../media/image258.png"/><Relationship Id="rId106" Type="http://schemas.openxmlformats.org/officeDocument/2006/relationships/customXml" Target="../ink/ink175.xml"/><Relationship Id="rId127" Type="http://schemas.openxmlformats.org/officeDocument/2006/relationships/image" Target="../media/image188.png"/><Relationship Id="rId10" Type="http://schemas.openxmlformats.org/officeDocument/2006/relationships/customXml" Target="../ink/ink127.xml"/><Relationship Id="rId31" Type="http://schemas.openxmlformats.org/officeDocument/2006/relationships/image" Target="../media/image140.png"/><Relationship Id="rId52" Type="http://schemas.openxmlformats.org/officeDocument/2006/relationships/customXml" Target="../ink/ink148.xml"/><Relationship Id="rId73" Type="http://schemas.openxmlformats.org/officeDocument/2006/relationships/image" Target="../media/image161.png"/><Relationship Id="rId94" Type="http://schemas.openxmlformats.org/officeDocument/2006/relationships/customXml" Target="../ink/ink169.xml"/><Relationship Id="rId148" Type="http://schemas.openxmlformats.org/officeDocument/2006/relationships/customXml" Target="../ink/ink196.xml"/><Relationship Id="rId169" Type="http://schemas.openxmlformats.org/officeDocument/2006/relationships/image" Target="../media/image209.png"/><Relationship Id="rId4" Type="http://schemas.openxmlformats.org/officeDocument/2006/relationships/customXml" Target="../ink/ink124.xml"/><Relationship Id="rId180" Type="http://schemas.openxmlformats.org/officeDocument/2006/relationships/customXml" Target="../ink/ink212.xml"/><Relationship Id="rId215" Type="http://schemas.openxmlformats.org/officeDocument/2006/relationships/image" Target="../media/image232.png"/><Relationship Id="rId236" Type="http://schemas.openxmlformats.org/officeDocument/2006/relationships/customXml" Target="../ink/ink240.xml"/><Relationship Id="rId257" Type="http://schemas.openxmlformats.org/officeDocument/2006/relationships/image" Target="../media/image253.png"/><Relationship Id="rId42" Type="http://schemas.openxmlformats.org/officeDocument/2006/relationships/customXml" Target="../ink/ink143.xml"/><Relationship Id="rId84" Type="http://schemas.openxmlformats.org/officeDocument/2006/relationships/customXml" Target="../ink/ink164.xml"/><Relationship Id="rId138" Type="http://schemas.openxmlformats.org/officeDocument/2006/relationships/customXml" Target="../ink/ink191.xml"/><Relationship Id="rId191" Type="http://schemas.openxmlformats.org/officeDocument/2006/relationships/image" Target="../media/image220.png"/><Relationship Id="rId205" Type="http://schemas.openxmlformats.org/officeDocument/2006/relationships/image" Target="../media/image227.png"/><Relationship Id="rId247" Type="http://schemas.openxmlformats.org/officeDocument/2006/relationships/image" Target="../media/image248.png"/><Relationship Id="rId107" Type="http://schemas.openxmlformats.org/officeDocument/2006/relationships/image" Target="../media/image17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60.png"/><Relationship Id="rId4" Type="http://schemas.openxmlformats.org/officeDocument/2006/relationships/hyperlink" Target="http://www.dribbble.com/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6.jpeg"/><Relationship Id="rId3" Type="http://schemas.openxmlformats.org/officeDocument/2006/relationships/image" Target="../media/image261.jpeg"/><Relationship Id="rId7" Type="http://schemas.openxmlformats.org/officeDocument/2006/relationships/image" Target="../media/image265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64.tiff"/><Relationship Id="rId5" Type="http://schemas.openxmlformats.org/officeDocument/2006/relationships/image" Target="../media/image263.tiff"/><Relationship Id="rId4" Type="http://schemas.openxmlformats.org/officeDocument/2006/relationships/image" Target="../media/image262.tiff"/><Relationship Id="rId9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8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Rectangle: Rounded Corners 1132">
            <a:extLst>
              <a:ext uri="{FF2B5EF4-FFF2-40B4-BE49-F238E27FC236}">
                <a16:creationId xmlns:a16="http://schemas.microsoft.com/office/drawing/2014/main" id="{47299741-729A-4FA6-A73E-373218C0B948}"/>
              </a:ext>
            </a:extLst>
          </p:cNvPr>
          <p:cNvSpPr/>
          <p:nvPr/>
        </p:nvSpPr>
        <p:spPr>
          <a:xfrm>
            <a:off x="3358108" y="1357715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4" name="Rectangle: Rounded Corners 1133">
            <a:extLst>
              <a:ext uri="{FF2B5EF4-FFF2-40B4-BE49-F238E27FC236}">
                <a16:creationId xmlns:a16="http://schemas.microsoft.com/office/drawing/2014/main" id="{E8655933-ABB5-4D15-AE7F-B0D014A5A5FB}"/>
              </a:ext>
            </a:extLst>
          </p:cNvPr>
          <p:cNvSpPr/>
          <p:nvPr/>
        </p:nvSpPr>
        <p:spPr>
          <a:xfrm>
            <a:off x="3358108" y="3113437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5" name="Rectangle: Rounded Corners 1134">
            <a:extLst>
              <a:ext uri="{FF2B5EF4-FFF2-40B4-BE49-F238E27FC236}">
                <a16:creationId xmlns:a16="http://schemas.microsoft.com/office/drawing/2014/main" id="{7ADD6B3E-784D-4B47-A705-C73AEB0275B4}"/>
              </a:ext>
            </a:extLst>
          </p:cNvPr>
          <p:cNvSpPr/>
          <p:nvPr/>
        </p:nvSpPr>
        <p:spPr>
          <a:xfrm>
            <a:off x="3358108" y="4869160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141" name="Group 1140">
            <a:extLst>
              <a:ext uri="{FF2B5EF4-FFF2-40B4-BE49-F238E27FC236}">
                <a16:creationId xmlns:a16="http://schemas.microsoft.com/office/drawing/2014/main" id="{010C7D28-B781-409B-AFDB-2EB8DCBAB471}"/>
              </a:ext>
            </a:extLst>
          </p:cNvPr>
          <p:cNvGrpSpPr/>
          <p:nvPr/>
        </p:nvGrpSpPr>
        <p:grpSpPr>
          <a:xfrm>
            <a:off x="4022793" y="1610728"/>
            <a:ext cx="4359562" cy="922336"/>
            <a:chOff x="1395616" y="871285"/>
            <a:chExt cx="3825734" cy="1064137"/>
          </a:xfrm>
        </p:grpSpPr>
        <p:sp>
          <p:nvSpPr>
            <p:cNvPr id="1142" name="TextBox 1141">
              <a:extLst>
                <a:ext uri="{FF2B5EF4-FFF2-40B4-BE49-F238E27FC236}">
                  <a16:creationId xmlns:a16="http://schemas.microsoft.com/office/drawing/2014/main" id="{3F09AA1F-FEA7-4D17-88ED-2CD603C4E9A6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OData Adapter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3" name="TextBox 1142">
              <a:extLst>
                <a:ext uri="{FF2B5EF4-FFF2-40B4-BE49-F238E27FC236}">
                  <a16:creationId xmlns:a16="http://schemas.microsoft.com/office/drawing/2014/main" id="{C88A509D-C2AF-4500-8C21-D7071BE4DE6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8A3A5AE5-D342-4BA3-9A55-5165158B260D}"/>
              </a:ext>
            </a:extLst>
          </p:cNvPr>
          <p:cNvGrpSpPr/>
          <p:nvPr/>
        </p:nvGrpSpPr>
        <p:grpSpPr>
          <a:xfrm>
            <a:off x="4022793" y="3366447"/>
            <a:ext cx="4431570" cy="922336"/>
            <a:chOff x="1395616" y="871285"/>
            <a:chExt cx="3825734" cy="1064137"/>
          </a:xfrm>
        </p:grpSpPr>
        <p:sp>
          <p:nvSpPr>
            <p:cNvPr id="1145" name="TextBox 1144">
              <a:extLst>
                <a:ext uri="{FF2B5EF4-FFF2-40B4-BE49-F238E27FC236}">
                  <a16:creationId xmlns:a16="http://schemas.microsoft.com/office/drawing/2014/main" id="{D50FB645-94BC-4B73-BC01-70A868E236E0}"/>
                </a:ext>
              </a:extLst>
            </p:cNvPr>
            <p:cNvSpPr txBox="1"/>
            <p:nvPr/>
          </p:nvSpPr>
          <p:spPr>
            <a:xfrm>
              <a:off x="2984420" y="1243562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Adding UI module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6" name="TextBox 1145">
              <a:extLst>
                <a:ext uri="{FF2B5EF4-FFF2-40B4-BE49-F238E27FC236}">
                  <a16:creationId xmlns:a16="http://schemas.microsoft.com/office/drawing/2014/main" id="{D6E845BF-0649-4FED-BF91-2541D1DCB0D6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64D36160-176A-49B7-AEAE-FF1ECF022B7A}"/>
              </a:ext>
            </a:extLst>
          </p:cNvPr>
          <p:cNvGrpSpPr/>
          <p:nvPr/>
        </p:nvGrpSpPr>
        <p:grpSpPr>
          <a:xfrm>
            <a:off x="4022793" y="5122170"/>
            <a:ext cx="4431570" cy="922336"/>
            <a:chOff x="1395616" y="871285"/>
            <a:chExt cx="4290329" cy="1064137"/>
          </a:xfrm>
        </p:grpSpPr>
        <p:sp>
          <p:nvSpPr>
            <p:cNvPr id="1151" name="TextBox 1150">
              <a:extLst>
                <a:ext uri="{FF2B5EF4-FFF2-40B4-BE49-F238E27FC236}">
                  <a16:creationId xmlns:a16="http://schemas.microsoft.com/office/drawing/2014/main" id="{571E5D2F-CB43-41BD-B4D3-A2160034C400}"/>
                </a:ext>
              </a:extLst>
            </p:cNvPr>
            <p:cNvSpPr txBox="1"/>
            <p:nvPr/>
          </p:nvSpPr>
          <p:spPr>
            <a:xfrm>
              <a:off x="2984420" y="1243560"/>
              <a:ext cx="2701525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Deploy App to CF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F2024D8F-80E0-4CDB-8B10-C1B5BD93DE8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8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4ECD335-E871-E49D-8FC1-2E180C46EA50}"/>
                  </a:ext>
                </a:extLst>
              </p14:cNvPr>
              <p14:cNvContentPartPr/>
              <p14:nvPr/>
            </p14:nvContentPartPr>
            <p14:xfrm>
              <a:off x="1624662" y="467132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4ECD335-E871-E49D-8FC1-2E180C46EA5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16022" y="45813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5A3932AC-6B58-E6D2-D0AF-C645B68C305D}"/>
                  </a:ext>
                </a:extLst>
              </p14:cNvPr>
              <p14:cNvContentPartPr/>
              <p14:nvPr/>
            </p14:nvContentPartPr>
            <p14:xfrm>
              <a:off x="3255822" y="1769252"/>
              <a:ext cx="47520" cy="61632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5A3932AC-6B58-E6D2-D0AF-C645B68C305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46822" y="1760612"/>
                <a:ext cx="65160" cy="63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3770F5E4-6D0C-63D7-F0E1-8B9F497A9DD5}"/>
                  </a:ext>
                </a:extLst>
              </p14:cNvPr>
              <p14:cNvContentPartPr/>
              <p14:nvPr/>
            </p14:nvContentPartPr>
            <p14:xfrm>
              <a:off x="3269142" y="2341652"/>
              <a:ext cx="638640" cy="17820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3770F5E4-6D0C-63D7-F0E1-8B9F497A9DD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60142" y="2333012"/>
                <a:ext cx="65628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3684EA50-DA53-EF4B-272A-85FA5B24CCF8}"/>
                  </a:ext>
                </a:extLst>
              </p14:cNvPr>
              <p14:cNvContentPartPr/>
              <p14:nvPr/>
            </p14:nvContentPartPr>
            <p14:xfrm>
              <a:off x="3907422" y="2325452"/>
              <a:ext cx="42840" cy="1810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3684EA50-DA53-EF4B-272A-85FA5B24CCF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98422" y="2316812"/>
                <a:ext cx="60480" cy="198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70C5CE1F-C9E5-44E4-5A46-034817F3EEFE}"/>
              </a:ext>
            </a:extLst>
          </p:cNvPr>
          <p:cNvGrpSpPr/>
          <p:nvPr/>
        </p:nvGrpSpPr>
        <p:grpSpPr>
          <a:xfrm>
            <a:off x="70902" y="382172"/>
            <a:ext cx="11521800" cy="6086520"/>
            <a:chOff x="70902" y="382172"/>
            <a:chExt cx="11521800" cy="608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A4A3808-121D-444E-8702-954B5E20E981}"/>
                    </a:ext>
                  </a:extLst>
                </p14:cNvPr>
                <p14:cNvContentPartPr/>
                <p14:nvPr/>
              </p14:nvContentPartPr>
              <p14:xfrm>
                <a:off x="6669702" y="2775812"/>
                <a:ext cx="27000" cy="190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A4A3808-121D-444E-8702-954B5E20E98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661062" y="2767172"/>
                  <a:ext cx="4464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0003D6A-913D-2038-0A2F-8977E94204A7}"/>
                    </a:ext>
                  </a:extLst>
                </p14:cNvPr>
                <p14:cNvContentPartPr/>
                <p14:nvPr/>
              </p14:nvContentPartPr>
              <p14:xfrm>
                <a:off x="6581142" y="3275852"/>
                <a:ext cx="30600" cy="320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0003D6A-913D-2038-0A2F-8977E94204A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572142" y="3266852"/>
                  <a:ext cx="4824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B0BB57E-9FAE-D6EF-B745-EB8FC71CA906}"/>
                    </a:ext>
                  </a:extLst>
                </p14:cNvPr>
                <p14:cNvContentPartPr/>
                <p14:nvPr/>
              </p14:nvContentPartPr>
              <p14:xfrm>
                <a:off x="6552342" y="4288892"/>
                <a:ext cx="12960" cy="356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B0BB57E-9FAE-D6EF-B745-EB8FC71CA90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543342" y="4280252"/>
                  <a:ext cx="3060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983D8D2-64C2-145D-3A05-23825E6CFA14}"/>
                    </a:ext>
                  </a:extLst>
                </p14:cNvPr>
                <p14:cNvContentPartPr/>
                <p14:nvPr/>
              </p14:nvContentPartPr>
              <p14:xfrm>
                <a:off x="6472422" y="5006012"/>
                <a:ext cx="79920" cy="9295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983D8D2-64C2-145D-3A05-23825E6CFA1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463422" y="4997012"/>
                  <a:ext cx="97560" cy="9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F51F60F-173A-160B-B876-626098C72917}"/>
                    </a:ext>
                  </a:extLst>
                </p14:cNvPr>
                <p14:cNvContentPartPr/>
                <p14:nvPr/>
              </p14:nvContentPartPr>
              <p14:xfrm>
                <a:off x="3712662" y="1269572"/>
                <a:ext cx="1761840" cy="331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F51F60F-173A-160B-B876-626098C7291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703662" y="1260932"/>
                  <a:ext cx="177948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AB5A9C1-0C5B-A189-457C-2D9C86D3A577}"/>
                    </a:ext>
                  </a:extLst>
                </p14:cNvPr>
                <p14:cNvContentPartPr/>
                <p14:nvPr/>
              </p14:nvContentPartPr>
              <p14:xfrm>
                <a:off x="5439582" y="1163732"/>
                <a:ext cx="254880" cy="297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AB5A9C1-0C5B-A189-457C-2D9C86D3A57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30582" y="1154732"/>
                  <a:ext cx="27252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8079645-C499-BAA6-6D85-D9C1735C4379}"/>
                    </a:ext>
                  </a:extLst>
                </p14:cNvPr>
                <p14:cNvContentPartPr/>
                <p14:nvPr/>
              </p14:nvContentPartPr>
              <p14:xfrm>
                <a:off x="5650902" y="1308812"/>
                <a:ext cx="1005480" cy="66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8079645-C499-BAA6-6D85-D9C1735C437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41902" y="1299812"/>
                  <a:ext cx="10231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928012E-9C9D-C7E7-6FEE-7C5202973F05}"/>
                    </a:ext>
                  </a:extLst>
                </p14:cNvPr>
                <p14:cNvContentPartPr/>
                <p14:nvPr/>
              </p14:nvContentPartPr>
              <p14:xfrm>
                <a:off x="5551902" y="823532"/>
                <a:ext cx="218880" cy="232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928012E-9C9D-C7E7-6FEE-7C5202973F0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542902" y="814892"/>
                  <a:ext cx="2365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752FB8F-D2D0-BEFE-F21B-076FA76A0F5F}"/>
                    </a:ext>
                  </a:extLst>
                </p14:cNvPr>
                <p14:cNvContentPartPr/>
                <p14:nvPr/>
              </p14:nvContentPartPr>
              <p14:xfrm>
                <a:off x="5858622" y="821012"/>
                <a:ext cx="315000" cy="226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752FB8F-D2D0-BEFE-F21B-076FA76A0F5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849622" y="812372"/>
                  <a:ext cx="3326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17FA12A-CE73-3CA2-B226-9DCBEDC0C806}"/>
                    </a:ext>
                  </a:extLst>
                </p14:cNvPr>
                <p14:cNvContentPartPr/>
                <p14:nvPr/>
              </p14:nvContentPartPr>
              <p14:xfrm>
                <a:off x="6537222" y="1347332"/>
                <a:ext cx="3025800" cy="21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17FA12A-CE73-3CA2-B226-9DCBEDC0C80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528222" y="1338332"/>
                  <a:ext cx="30434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F96477A-4368-54B4-5EA8-E1B09E30A820}"/>
                    </a:ext>
                  </a:extLst>
                </p14:cNvPr>
                <p14:cNvContentPartPr/>
                <p14:nvPr/>
              </p14:nvContentPartPr>
              <p14:xfrm>
                <a:off x="6881022" y="471452"/>
                <a:ext cx="33480" cy="4708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F96477A-4368-54B4-5EA8-E1B09E30A82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872382" y="462812"/>
                  <a:ext cx="5112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7101CAE-F1D6-F7A3-3D4B-AD0D6EF41509}"/>
                    </a:ext>
                  </a:extLst>
                </p14:cNvPr>
                <p14:cNvContentPartPr/>
                <p14:nvPr/>
              </p14:nvContentPartPr>
              <p14:xfrm>
                <a:off x="6807222" y="1131332"/>
                <a:ext cx="34560" cy="635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7101CAE-F1D6-F7A3-3D4B-AD0D6EF4150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798582" y="1122332"/>
                  <a:ext cx="52200" cy="65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E6C2C07-2BDF-3DDA-34E8-7A52437B0393}"/>
                    </a:ext>
                  </a:extLst>
                </p14:cNvPr>
                <p14:cNvContentPartPr/>
                <p14:nvPr/>
              </p14:nvContentPartPr>
              <p14:xfrm>
                <a:off x="6748902" y="2124932"/>
                <a:ext cx="20520" cy="169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E6C2C07-2BDF-3DDA-34E8-7A52437B039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40262" y="2115932"/>
                  <a:ext cx="3816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58B2BC1-DF59-9387-E7A1-6FBE8A69972C}"/>
                    </a:ext>
                  </a:extLst>
                </p14:cNvPr>
                <p14:cNvContentPartPr/>
                <p14:nvPr/>
              </p14:nvContentPartPr>
              <p14:xfrm>
                <a:off x="2757582" y="416732"/>
                <a:ext cx="226440" cy="3229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58B2BC1-DF59-9387-E7A1-6FBE8A69972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48582" y="408092"/>
                  <a:ext cx="24408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F6076974-35A3-49C1-279E-34DB0E38D5FA}"/>
                    </a:ext>
                  </a:extLst>
                </p14:cNvPr>
                <p14:cNvContentPartPr/>
                <p14:nvPr/>
              </p14:nvContentPartPr>
              <p14:xfrm>
                <a:off x="3063942" y="540572"/>
                <a:ext cx="136440" cy="1630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F6076974-35A3-49C1-279E-34DB0E38D5F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054942" y="531572"/>
                  <a:ext cx="1540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363E6B5-45A6-3D2E-BDD6-C9E674D4B198}"/>
                    </a:ext>
                  </a:extLst>
                </p14:cNvPr>
                <p14:cNvContentPartPr/>
                <p14:nvPr/>
              </p14:nvContentPartPr>
              <p14:xfrm>
                <a:off x="3269502" y="499172"/>
                <a:ext cx="117720" cy="1648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363E6B5-45A6-3D2E-BDD6-C9E674D4B19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60862" y="490172"/>
                  <a:ext cx="1353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9C786A8-F383-4DD1-719E-018040AFBDC9}"/>
                    </a:ext>
                  </a:extLst>
                </p14:cNvPr>
                <p14:cNvContentPartPr/>
                <p14:nvPr/>
              </p14:nvContentPartPr>
              <p14:xfrm>
                <a:off x="3512502" y="456692"/>
                <a:ext cx="5760" cy="199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9C786A8-F383-4DD1-719E-018040AFBDC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503862" y="448052"/>
                  <a:ext cx="234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6FED0F9-82B3-21CA-0EFB-D75BBC50A767}"/>
                    </a:ext>
                  </a:extLst>
                </p14:cNvPr>
                <p14:cNvContentPartPr/>
                <p14:nvPr/>
              </p14:nvContentPartPr>
              <p14:xfrm>
                <a:off x="3506022" y="394052"/>
                <a:ext cx="117720" cy="150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6FED0F9-82B3-21CA-0EFB-D75BBC50A76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497022" y="385052"/>
                  <a:ext cx="1353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6EFEFDB-2C4D-B744-62E3-20504C58C890}"/>
                    </a:ext>
                  </a:extLst>
                </p14:cNvPr>
                <p14:cNvContentPartPr/>
                <p14:nvPr/>
              </p14:nvContentPartPr>
              <p14:xfrm>
                <a:off x="3716622" y="432572"/>
                <a:ext cx="14040" cy="2152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6EFEFDB-2C4D-B744-62E3-20504C58C89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07982" y="423572"/>
                  <a:ext cx="316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8BF4367-1851-032E-815D-21F3D8C7DF13}"/>
                    </a:ext>
                  </a:extLst>
                </p14:cNvPr>
                <p14:cNvContentPartPr/>
                <p14:nvPr/>
              </p14:nvContentPartPr>
              <p14:xfrm>
                <a:off x="3673782" y="382172"/>
                <a:ext cx="207360" cy="2502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8BF4367-1851-032E-815D-21F3D8C7DF1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665142" y="373532"/>
                  <a:ext cx="2250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3E2A523-D02B-F173-D70C-8724A31A5458}"/>
                    </a:ext>
                  </a:extLst>
                </p14:cNvPr>
                <p14:cNvContentPartPr/>
                <p14:nvPr/>
              </p14:nvContentPartPr>
              <p14:xfrm>
                <a:off x="2762622" y="795452"/>
                <a:ext cx="1091520" cy="270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3E2A523-D02B-F173-D70C-8724A31A545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753982" y="786812"/>
                  <a:ext cx="11091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472BFAB-C3D5-341E-258F-B6DECFA37405}"/>
                    </a:ext>
                  </a:extLst>
                </p14:cNvPr>
                <p14:cNvContentPartPr/>
                <p14:nvPr/>
              </p14:nvContentPartPr>
              <p14:xfrm>
                <a:off x="9564822" y="1460372"/>
                <a:ext cx="13320" cy="672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472BFAB-C3D5-341E-258F-B6DECFA3740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556182" y="1451372"/>
                  <a:ext cx="30960" cy="68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6DDAA4E-965F-B94E-032B-8ADF990ED253}"/>
                    </a:ext>
                  </a:extLst>
                </p14:cNvPr>
                <p14:cNvContentPartPr/>
                <p14:nvPr/>
              </p14:nvContentPartPr>
              <p14:xfrm>
                <a:off x="8539182" y="2258132"/>
                <a:ext cx="2488320" cy="818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6DDAA4E-965F-B94E-032B-8ADF990ED25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30542" y="2249492"/>
                  <a:ext cx="2505960" cy="83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A466E19-F6C9-8BAA-7B8D-F4E6BBC42332}"/>
                    </a:ext>
                  </a:extLst>
                </p14:cNvPr>
                <p14:cNvContentPartPr/>
                <p14:nvPr/>
              </p14:nvContentPartPr>
              <p14:xfrm>
                <a:off x="8523342" y="2157332"/>
                <a:ext cx="2532240" cy="901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A466E19-F6C9-8BAA-7B8D-F4E6BBC4233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514342" y="2148692"/>
                  <a:ext cx="2549880" cy="9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3A05DA6-DE16-781B-E1DF-F1A08E8BCCE7}"/>
                    </a:ext>
                  </a:extLst>
                </p14:cNvPr>
                <p14:cNvContentPartPr/>
                <p14:nvPr/>
              </p14:nvContentPartPr>
              <p14:xfrm>
                <a:off x="9129582" y="2452532"/>
                <a:ext cx="306000" cy="3171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3A05DA6-DE16-781B-E1DF-F1A08E8BCCE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120942" y="2443892"/>
                  <a:ext cx="3236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F9A06E7-F678-C36F-AA77-6BDD2096F9F5}"/>
                    </a:ext>
                  </a:extLst>
                </p14:cNvPr>
                <p14:cNvContentPartPr/>
                <p14:nvPr/>
              </p14:nvContentPartPr>
              <p14:xfrm>
                <a:off x="9551502" y="2493932"/>
                <a:ext cx="164880" cy="251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F9A06E7-F678-C36F-AA77-6BDD2096F9F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542502" y="2485292"/>
                  <a:ext cx="18252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111187B-7024-68F7-AEE7-D1F878FDF008}"/>
                    </a:ext>
                  </a:extLst>
                </p14:cNvPr>
                <p14:cNvContentPartPr/>
                <p14:nvPr/>
              </p14:nvContentPartPr>
              <p14:xfrm>
                <a:off x="9827622" y="2519132"/>
                <a:ext cx="202680" cy="252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111187B-7024-68F7-AEE7-D1F878FDF00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818622" y="2510132"/>
                  <a:ext cx="22032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F53F8B3-37AB-E3B8-8485-21ED9618EE9A}"/>
                    </a:ext>
                  </a:extLst>
                </p14:cNvPr>
                <p14:cNvContentPartPr/>
                <p14:nvPr/>
              </p14:nvContentPartPr>
              <p14:xfrm>
                <a:off x="9538182" y="3104852"/>
                <a:ext cx="27360" cy="3736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F53F8B3-37AB-E3B8-8485-21ED9618EE9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529182" y="3096212"/>
                  <a:ext cx="4500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262EFF9-BDF0-4971-4563-EC7BFB062729}"/>
                    </a:ext>
                  </a:extLst>
                </p14:cNvPr>
                <p14:cNvContentPartPr/>
                <p14:nvPr/>
              </p14:nvContentPartPr>
              <p14:xfrm>
                <a:off x="9415062" y="3473852"/>
                <a:ext cx="464760" cy="211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262EFF9-BDF0-4971-4563-EC7BFB06272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406062" y="3464852"/>
                  <a:ext cx="4824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4E1BCC1-25DC-2D4C-88DE-7D01B7A588F5}"/>
                    </a:ext>
                  </a:extLst>
                </p14:cNvPr>
                <p14:cNvContentPartPr/>
                <p14:nvPr/>
              </p14:nvContentPartPr>
              <p14:xfrm>
                <a:off x="9365382" y="3615332"/>
                <a:ext cx="516960" cy="504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4E1BCC1-25DC-2D4C-88DE-7D01B7A588F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356742" y="3606332"/>
                  <a:ext cx="53460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BD3CDFF-4D38-E15B-8DCC-33D74F33265F}"/>
                    </a:ext>
                  </a:extLst>
                </p14:cNvPr>
                <p14:cNvContentPartPr/>
                <p14:nvPr/>
              </p14:nvContentPartPr>
              <p14:xfrm>
                <a:off x="9807822" y="3627572"/>
                <a:ext cx="73080" cy="511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BD3CDFF-4D38-E15B-8DCC-33D74F33265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798822" y="3618572"/>
                  <a:ext cx="9072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1E2760D-D906-3F18-C25D-7DADCE32756C}"/>
                    </a:ext>
                  </a:extLst>
                </p14:cNvPr>
                <p14:cNvContentPartPr/>
                <p14:nvPr/>
              </p14:nvContentPartPr>
              <p14:xfrm>
                <a:off x="10347822" y="3206732"/>
                <a:ext cx="382680" cy="230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1E2760D-D906-3F18-C25D-7DADCE32756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338822" y="3198092"/>
                  <a:ext cx="4003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DA1BFE1-B801-5E0D-FEC1-E8D617C8A06E}"/>
                    </a:ext>
                  </a:extLst>
                </p14:cNvPr>
                <p14:cNvContentPartPr/>
                <p14:nvPr/>
              </p14:nvContentPartPr>
              <p14:xfrm>
                <a:off x="10387062" y="3182972"/>
                <a:ext cx="388800" cy="258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DA1BFE1-B801-5E0D-FEC1-E8D617C8A06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378062" y="3174332"/>
                  <a:ext cx="4064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6300837C-B813-9F30-616C-E1D28788582B}"/>
                    </a:ext>
                  </a:extLst>
                </p14:cNvPr>
                <p14:cNvContentPartPr/>
                <p14:nvPr/>
              </p14:nvContentPartPr>
              <p14:xfrm>
                <a:off x="10794582" y="3301772"/>
                <a:ext cx="401040" cy="217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6300837C-B813-9F30-616C-E1D28788582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85582" y="3292772"/>
                  <a:ext cx="4186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09BDA4B-F2EB-AA66-3972-A9B3A28FC916}"/>
                    </a:ext>
                  </a:extLst>
                </p14:cNvPr>
                <p14:cNvContentPartPr/>
                <p14:nvPr/>
              </p14:nvContentPartPr>
              <p14:xfrm>
                <a:off x="11196342" y="3350372"/>
                <a:ext cx="396360" cy="2754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09BDA4B-F2EB-AA66-3972-A9B3A28FC91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187342" y="3341732"/>
                  <a:ext cx="4140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1788819-15FD-4FEB-0C66-CD06D80200C0}"/>
                    </a:ext>
                  </a:extLst>
                </p14:cNvPr>
                <p14:cNvContentPartPr/>
                <p14:nvPr/>
              </p14:nvContentPartPr>
              <p14:xfrm>
                <a:off x="11004462" y="3603092"/>
                <a:ext cx="414720" cy="2098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1788819-15FD-4FEB-0C66-CD06D80200C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995462" y="3594092"/>
                  <a:ext cx="4323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73EEA02-2531-EA63-E1DD-670D6C39D5A3}"/>
                    </a:ext>
                  </a:extLst>
                </p14:cNvPr>
                <p14:cNvContentPartPr/>
                <p14:nvPr/>
              </p14:nvContentPartPr>
              <p14:xfrm>
                <a:off x="10706382" y="3703532"/>
                <a:ext cx="291960" cy="258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73EEA02-2531-EA63-E1DD-670D6C39D5A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697382" y="3694532"/>
                  <a:ext cx="3096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BF5D6E4-B8F3-2F59-E9C0-AF7D23D0446C}"/>
                    </a:ext>
                  </a:extLst>
                </p14:cNvPr>
                <p14:cNvContentPartPr/>
                <p14:nvPr/>
              </p14:nvContentPartPr>
              <p14:xfrm>
                <a:off x="1084662" y="974372"/>
                <a:ext cx="2416680" cy="895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BF5D6E4-B8F3-2F59-E9C0-AF7D23D0446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76022" y="965372"/>
                  <a:ext cx="2434320" cy="91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F2D96DA-96C6-0641-7518-0840DCE1EFB1}"/>
                    </a:ext>
                  </a:extLst>
                </p14:cNvPr>
                <p14:cNvContentPartPr/>
                <p14:nvPr/>
              </p14:nvContentPartPr>
              <p14:xfrm>
                <a:off x="1204902" y="894452"/>
                <a:ext cx="2482200" cy="59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F2D96DA-96C6-0641-7518-0840DCE1EFB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95902" y="885452"/>
                  <a:ext cx="249984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83A6E06-44C3-E728-D286-234C79F01CB5}"/>
                    </a:ext>
                  </a:extLst>
                </p14:cNvPr>
                <p14:cNvContentPartPr/>
                <p14:nvPr/>
              </p14:nvContentPartPr>
              <p14:xfrm>
                <a:off x="3542382" y="900932"/>
                <a:ext cx="167760" cy="7804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83A6E06-44C3-E728-D286-234C79F01CB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533742" y="891932"/>
                  <a:ext cx="185400" cy="79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A9C61C0-1B56-1756-4C6A-8E39ABAE6F43}"/>
                    </a:ext>
                  </a:extLst>
                </p14:cNvPr>
                <p14:cNvContentPartPr/>
                <p14:nvPr/>
              </p14:nvContentPartPr>
              <p14:xfrm>
                <a:off x="1783422" y="1276052"/>
                <a:ext cx="24840" cy="187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A9C61C0-1B56-1756-4C6A-8E39ABAE6F4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774782" y="1267052"/>
                  <a:ext cx="424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179876E-32A9-2D30-A3E1-24E2E7D8A5D9}"/>
                    </a:ext>
                  </a:extLst>
                </p14:cNvPr>
                <p14:cNvContentPartPr/>
                <p14:nvPr/>
              </p14:nvContentPartPr>
              <p14:xfrm>
                <a:off x="1802142" y="1169132"/>
                <a:ext cx="130320" cy="1008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179876E-32A9-2D30-A3E1-24E2E7D8A5D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793502" y="1160132"/>
                  <a:ext cx="1479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EA77241-00DD-6F3B-7F0E-FC1F93889778}"/>
                    </a:ext>
                  </a:extLst>
                </p14:cNvPr>
                <p14:cNvContentPartPr/>
                <p14:nvPr/>
              </p14:nvContentPartPr>
              <p14:xfrm>
                <a:off x="1846782" y="1322132"/>
                <a:ext cx="48240" cy="6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EA77241-00DD-6F3B-7F0E-FC1F9388977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837782" y="1313492"/>
                  <a:ext cx="65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05E9E6D-27E1-A517-A2C6-3084F3EF7D3E}"/>
                    </a:ext>
                  </a:extLst>
                </p14:cNvPr>
                <p14:cNvContentPartPr/>
                <p14:nvPr/>
              </p14:nvContentPartPr>
              <p14:xfrm>
                <a:off x="1993302" y="1300892"/>
                <a:ext cx="360" cy="141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05E9E6D-27E1-A517-A2C6-3084F3EF7D3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984302" y="1292252"/>
                  <a:ext cx="180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5C1E10C-D25D-7A0E-1EF0-36CF7A64A53C}"/>
                    </a:ext>
                  </a:extLst>
                </p14:cNvPr>
                <p14:cNvContentPartPr/>
                <p14:nvPr/>
              </p14:nvContentPartPr>
              <p14:xfrm>
                <a:off x="2065662" y="1187852"/>
                <a:ext cx="360" cy="291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5C1E10C-D25D-7A0E-1EF0-36CF7A64A53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056662" y="1179212"/>
                  <a:ext cx="180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02BEAF2-84F4-C283-C4BE-BE39F76F8011}"/>
                    </a:ext>
                  </a:extLst>
                </p14:cNvPr>
                <p14:cNvContentPartPr/>
                <p14:nvPr/>
              </p14:nvContentPartPr>
              <p14:xfrm>
                <a:off x="2105622" y="1279652"/>
                <a:ext cx="130680" cy="190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02BEAF2-84F4-C283-C4BE-BE39F76F801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096622" y="1270652"/>
                  <a:ext cx="14832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45B2FC6-5493-8476-F18B-08F9C3496308}"/>
                    </a:ext>
                  </a:extLst>
                </p14:cNvPr>
                <p14:cNvContentPartPr/>
                <p14:nvPr/>
              </p14:nvContentPartPr>
              <p14:xfrm>
                <a:off x="2244942" y="1269572"/>
                <a:ext cx="176760" cy="170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45B2FC6-5493-8476-F18B-08F9C349630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235942" y="1260932"/>
                  <a:ext cx="19440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91623DB-61E4-592E-AC3B-8615A0D6640D}"/>
                    </a:ext>
                  </a:extLst>
                </p14:cNvPr>
                <p14:cNvContentPartPr/>
                <p14:nvPr/>
              </p14:nvContentPartPr>
              <p14:xfrm>
                <a:off x="2416662" y="1127012"/>
                <a:ext cx="4320" cy="31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91623DB-61E4-592E-AC3B-8615A0D6640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407662" y="1118012"/>
                  <a:ext cx="219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5B14E21C-FAB4-13A4-D724-A91D2AB01FF7}"/>
                    </a:ext>
                  </a:extLst>
                </p14:cNvPr>
                <p14:cNvContentPartPr/>
                <p14:nvPr/>
              </p14:nvContentPartPr>
              <p14:xfrm>
                <a:off x="7863102" y="5228492"/>
                <a:ext cx="361440" cy="1396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5B14E21C-FAB4-13A4-D724-A91D2AB01FF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54462" y="5219852"/>
                  <a:ext cx="3790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B155491-207F-021E-5865-267BC7814308}"/>
                    </a:ext>
                  </a:extLst>
                </p14:cNvPr>
                <p14:cNvContentPartPr/>
                <p14:nvPr/>
              </p14:nvContentPartPr>
              <p14:xfrm>
                <a:off x="8183862" y="5196092"/>
                <a:ext cx="304560" cy="5677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B155491-207F-021E-5865-267BC781430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174862" y="5187452"/>
                  <a:ext cx="32220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DA79AB4-8E89-E762-74FA-7BE23D161B31}"/>
                    </a:ext>
                  </a:extLst>
                </p14:cNvPr>
                <p14:cNvContentPartPr/>
                <p14:nvPr/>
              </p14:nvContentPartPr>
              <p14:xfrm>
                <a:off x="8090622" y="5545652"/>
                <a:ext cx="99000" cy="730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DA79AB4-8E89-E762-74FA-7BE23D161B3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081982" y="5536652"/>
                  <a:ext cx="1166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433F38E-393E-A500-37C4-0CE84BD0E26C}"/>
                    </a:ext>
                  </a:extLst>
                </p14:cNvPr>
                <p14:cNvContentPartPr/>
                <p14:nvPr/>
              </p14:nvContentPartPr>
              <p14:xfrm>
                <a:off x="336942" y="4743212"/>
                <a:ext cx="85320" cy="12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433F38E-393E-A500-37C4-0CE84BD0E26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8302" y="4734572"/>
                  <a:ext cx="1029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4D3AE83-ADF6-2A23-DB42-7EB834C1E523}"/>
                    </a:ext>
                  </a:extLst>
                </p14:cNvPr>
                <p14:cNvContentPartPr/>
                <p14:nvPr/>
              </p14:nvContentPartPr>
              <p14:xfrm>
                <a:off x="927342" y="4730612"/>
                <a:ext cx="460440" cy="684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4D3AE83-ADF6-2A23-DB42-7EB834C1E52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18702" y="4721612"/>
                  <a:ext cx="4780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01D4E80-6D34-705C-1777-99459C1B38A3}"/>
                    </a:ext>
                  </a:extLst>
                </p14:cNvPr>
                <p14:cNvContentPartPr/>
                <p14:nvPr/>
              </p14:nvContentPartPr>
              <p14:xfrm>
                <a:off x="1927422" y="4760132"/>
                <a:ext cx="81360" cy="2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01D4E80-6D34-705C-1777-99459C1B38A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918422" y="4751132"/>
                  <a:ext cx="990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FC3DBDD-399A-6C28-4D19-0E5D2F11186B}"/>
                    </a:ext>
                  </a:extLst>
                </p14:cNvPr>
                <p14:cNvContentPartPr/>
                <p14:nvPr/>
              </p14:nvContentPartPr>
              <p14:xfrm>
                <a:off x="2545542" y="4757252"/>
                <a:ext cx="263160" cy="57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FC3DBDD-399A-6C28-4D19-0E5D2F11186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536902" y="4748612"/>
                  <a:ext cx="280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898D9EF-368B-797A-AF5E-325D700DA1DC}"/>
                    </a:ext>
                  </a:extLst>
                </p14:cNvPr>
                <p14:cNvContentPartPr/>
                <p14:nvPr/>
              </p14:nvContentPartPr>
              <p14:xfrm>
                <a:off x="3900942" y="4769132"/>
                <a:ext cx="444240" cy="3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898D9EF-368B-797A-AF5E-325D700DA1D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91942" y="4760132"/>
                  <a:ext cx="4618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6983608B-9194-AC36-ED10-A0E284CB42BD}"/>
                    </a:ext>
                  </a:extLst>
                </p14:cNvPr>
                <p14:cNvContentPartPr/>
                <p14:nvPr/>
              </p14:nvContentPartPr>
              <p14:xfrm>
                <a:off x="4861422" y="4721972"/>
                <a:ext cx="1107720" cy="47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6983608B-9194-AC36-ED10-A0E284CB42B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852422" y="4713332"/>
                  <a:ext cx="11253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21697EC-C2E8-94B5-F20F-81C7E9959377}"/>
                    </a:ext>
                  </a:extLst>
                </p14:cNvPr>
                <p14:cNvContentPartPr/>
                <p14:nvPr/>
              </p14:nvContentPartPr>
              <p14:xfrm>
                <a:off x="912222" y="5230292"/>
                <a:ext cx="4352400" cy="916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21697EC-C2E8-94B5-F20F-81C7E995937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3582" y="5221652"/>
                  <a:ext cx="4370040" cy="9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4A70229-C7F2-4570-5E0E-BA1D6316E18F}"/>
                    </a:ext>
                  </a:extLst>
                </p14:cNvPr>
                <p14:cNvContentPartPr/>
                <p14:nvPr/>
              </p14:nvContentPartPr>
              <p14:xfrm>
                <a:off x="2414862" y="5650412"/>
                <a:ext cx="138960" cy="192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4A70229-C7F2-4570-5E0E-BA1D6316E18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405862" y="5641772"/>
                  <a:ext cx="1566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8F31112-531A-3682-412E-3E6F03C04815}"/>
                    </a:ext>
                  </a:extLst>
                </p14:cNvPr>
                <p14:cNvContentPartPr/>
                <p14:nvPr/>
              </p14:nvContentPartPr>
              <p14:xfrm>
                <a:off x="2617182" y="5654012"/>
                <a:ext cx="180000" cy="160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8F31112-531A-3682-412E-3E6F03C0481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608182" y="5645372"/>
                  <a:ext cx="1976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B6448BA-CA81-9508-D3C3-5EAA5354526A}"/>
                    </a:ext>
                  </a:extLst>
                </p14:cNvPr>
                <p14:cNvContentPartPr/>
                <p14:nvPr/>
              </p14:nvContentPartPr>
              <p14:xfrm>
                <a:off x="2914182" y="5673092"/>
                <a:ext cx="99000" cy="284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B6448BA-CA81-9508-D3C3-5EAA5354526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905182" y="5664452"/>
                  <a:ext cx="11664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86544BC-A651-FDE1-C539-59B74C130C64}"/>
                    </a:ext>
                  </a:extLst>
                </p14:cNvPr>
                <p14:cNvContentPartPr/>
                <p14:nvPr/>
              </p14:nvContentPartPr>
              <p14:xfrm>
                <a:off x="3124422" y="5656892"/>
                <a:ext cx="261720" cy="156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86544BC-A651-FDE1-C539-59B74C130C6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115782" y="5648252"/>
                  <a:ext cx="2793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F73AC24-7C2A-51A7-2B78-A9EDFBDF2108}"/>
                    </a:ext>
                  </a:extLst>
                </p14:cNvPr>
                <p14:cNvContentPartPr/>
                <p14:nvPr/>
              </p14:nvContentPartPr>
              <p14:xfrm>
                <a:off x="2084742" y="6209132"/>
                <a:ext cx="1994040" cy="259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F73AC24-7C2A-51A7-2B78-A9EDFBDF210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075742" y="6200492"/>
                  <a:ext cx="201168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04A714C-2F03-6BF0-7E62-0DC5573F0688}"/>
                    </a:ext>
                  </a:extLst>
                </p14:cNvPr>
                <p14:cNvContentPartPr/>
                <p14:nvPr/>
              </p14:nvContentPartPr>
              <p14:xfrm>
                <a:off x="2558502" y="6221012"/>
                <a:ext cx="171360" cy="166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04A714C-2F03-6BF0-7E62-0DC5573F068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549862" y="6212372"/>
                  <a:ext cx="1890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E87502B-49C4-67EE-8925-B960FB8C8F98}"/>
                    </a:ext>
                  </a:extLst>
                </p14:cNvPr>
                <p14:cNvContentPartPr/>
                <p14:nvPr/>
              </p14:nvContentPartPr>
              <p14:xfrm>
                <a:off x="2736342" y="6249452"/>
                <a:ext cx="150840" cy="83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E87502B-49C4-67EE-8925-B960FB8C8F9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727342" y="6240452"/>
                  <a:ext cx="1684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CD72786-52BF-559F-C51C-D5C06CA1C150}"/>
                    </a:ext>
                  </a:extLst>
                </p14:cNvPr>
                <p14:cNvContentPartPr/>
                <p14:nvPr/>
              </p14:nvContentPartPr>
              <p14:xfrm>
                <a:off x="2965662" y="6236132"/>
                <a:ext cx="105120" cy="1238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CD72786-52BF-559F-C51C-D5C06CA1C15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957022" y="6227492"/>
                  <a:ext cx="1227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67B4EDD-77CE-94E5-C050-347587ED23C9}"/>
                    </a:ext>
                  </a:extLst>
                </p14:cNvPr>
                <p14:cNvContentPartPr/>
                <p14:nvPr/>
              </p14:nvContentPartPr>
              <p14:xfrm>
                <a:off x="4012902" y="5374652"/>
                <a:ext cx="335880" cy="245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67B4EDD-77CE-94E5-C050-347587ED23C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004262" y="5365652"/>
                  <a:ext cx="3535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B6F6E51-C0EE-EC23-91BC-79BBB8C74850}"/>
                    </a:ext>
                  </a:extLst>
                </p14:cNvPr>
                <p14:cNvContentPartPr/>
                <p14:nvPr/>
              </p14:nvContentPartPr>
              <p14:xfrm>
                <a:off x="4328262" y="5492732"/>
                <a:ext cx="505080" cy="2181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B6F6E51-C0EE-EC23-91BC-79BBB8C7485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319622" y="5484092"/>
                  <a:ext cx="522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35E44F2-F534-7804-5495-7DC4D64F9A89}"/>
                    </a:ext>
                  </a:extLst>
                </p14:cNvPr>
                <p14:cNvContentPartPr/>
                <p14:nvPr/>
              </p14:nvContentPartPr>
              <p14:xfrm>
                <a:off x="4814622" y="5611172"/>
                <a:ext cx="14040" cy="174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35E44F2-F534-7804-5495-7DC4D64F9A8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805622" y="5602172"/>
                  <a:ext cx="316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36AB377-DE20-97D4-5406-853CF92F19DF}"/>
                    </a:ext>
                  </a:extLst>
                </p14:cNvPr>
                <p14:cNvContentPartPr/>
                <p14:nvPr/>
              </p14:nvContentPartPr>
              <p14:xfrm>
                <a:off x="4783662" y="5588852"/>
                <a:ext cx="295560" cy="246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36AB377-DE20-97D4-5406-853CF92F19D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774662" y="5579852"/>
                  <a:ext cx="3132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64D4F2E1-2021-B70A-3C45-9D246A9FFE92}"/>
                    </a:ext>
                  </a:extLst>
                </p14:cNvPr>
                <p14:cNvContentPartPr/>
                <p14:nvPr/>
              </p14:nvContentPartPr>
              <p14:xfrm>
                <a:off x="4498182" y="5815292"/>
                <a:ext cx="396360" cy="770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64D4F2E1-2021-B70A-3C45-9D246A9FFE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489542" y="5806292"/>
                  <a:ext cx="4140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40080C1-B0DE-2AEC-62E1-EAB4F81D7B0D}"/>
                    </a:ext>
                  </a:extLst>
                </p14:cNvPr>
                <p14:cNvContentPartPr/>
                <p14:nvPr/>
              </p14:nvContentPartPr>
              <p14:xfrm>
                <a:off x="4166622" y="5793692"/>
                <a:ext cx="340200" cy="2084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40080C1-B0DE-2AEC-62E1-EAB4F81D7B0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157622" y="5784692"/>
                  <a:ext cx="35784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BEA6995-453F-4EE9-F581-894AA843753B}"/>
                    </a:ext>
                  </a:extLst>
                </p14:cNvPr>
                <p14:cNvContentPartPr/>
                <p14:nvPr/>
              </p14:nvContentPartPr>
              <p14:xfrm>
                <a:off x="2887542" y="4650692"/>
                <a:ext cx="46800" cy="631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BEA6995-453F-4EE9-F581-894AA843753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878902" y="4642052"/>
                  <a:ext cx="6444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22AB206-865F-89CE-59E0-7EE381975D32}"/>
                    </a:ext>
                  </a:extLst>
                </p14:cNvPr>
                <p14:cNvContentPartPr/>
                <p14:nvPr/>
              </p14:nvContentPartPr>
              <p14:xfrm>
                <a:off x="2798982" y="4590212"/>
                <a:ext cx="168480" cy="1036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22AB206-865F-89CE-59E0-7EE381975D3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790342" y="4581212"/>
                  <a:ext cx="1861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DD64A9F-290E-6420-4BE9-8571E4D1364A}"/>
                    </a:ext>
                  </a:extLst>
                </p14:cNvPr>
                <p14:cNvContentPartPr/>
                <p14:nvPr/>
              </p14:nvContentPartPr>
              <p14:xfrm>
                <a:off x="2585142" y="4084412"/>
                <a:ext cx="162720" cy="1990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DD64A9F-290E-6420-4BE9-8571E4D1364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576142" y="4075412"/>
                  <a:ext cx="18036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A7ACDDA-2472-2E90-7EF0-87E50C5D4202}"/>
                    </a:ext>
                  </a:extLst>
                </p14:cNvPr>
                <p14:cNvContentPartPr/>
                <p14:nvPr/>
              </p14:nvContentPartPr>
              <p14:xfrm>
                <a:off x="2802222" y="4104932"/>
                <a:ext cx="152280" cy="1702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A7ACDDA-2472-2E90-7EF0-87E50C5D420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793222" y="4095932"/>
                  <a:ext cx="1699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6D65B7B-5A53-29C7-08B6-F81BDFED3325}"/>
                    </a:ext>
                  </a:extLst>
                </p14:cNvPr>
                <p14:cNvContentPartPr/>
                <p14:nvPr/>
              </p14:nvContentPartPr>
              <p14:xfrm>
                <a:off x="3000222" y="4107092"/>
                <a:ext cx="131400" cy="1515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6D65B7B-5A53-29C7-08B6-F81BDFED332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991582" y="4098452"/>
                  <a:ext cx="1490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FAB0FE2-ECA5-AFA2-BF3D-39A3AB6FD5AF}"/>
                    </a:ext>
                  </a:extLst>
                </p14:cNvPr>
                <p14:cNvContentPartPr/>
                <p14:nvPr/>
              </p14:nvContentPartPr>
              <p14:xfrm>
                <a:off x="3467502" y="4109252"/>
                <a:ext cx="156600" cy="1594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FAB0FE2-ECA5-AFA2-BF3D-39A3AB6FD5A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458502" y="4100252"/>
                  <a:ext cx="17424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C83F441F-6FAA-C447-A847-496F8CF91F3B}"/>
                    </a:ext>
                  </a:extLst>
                </p14:cNvPr>
                <p14:cNvContentPartPr/>
                <p14:nvPr/>
              </p14:nvContentPartPr>
              <p14:xfrm>
                <a:off x="3723102" y="4089092"/>
                <a:ext cx="139680" cy="1555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C83F441F-6FAA-C447-A847-496F8CF91F3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714102" y="4080452"/>
                  <a:ext cx="1573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23A9F84-FBFD-CF1B-8E13-39157A6C7A2E}"/>
                    </a:ext>
                  </a:extLst>
                </p14:cNvPr>
                <p14:cNvContentPartPr/>
                <p14:nvPr/>
              </p14:nvContentPartPr>
              <p14:xfrm>
                <a:off x="3933702" y="4072172"/>
                <a:ext cx="141120" cy="2545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23A9F84-FBFD-CF1B-8E13-39157A6C7A2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925062" y="4063172"/>
                  <a:ext cx="1587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5CD2C33-2005-E9EF-4A22-0AE4C23928F6}"/>
                    </a:ext>
                  </a:extLst>
                </p14:cNvPr>
                <p14:cNvContentPartPr/>
                <p14:nvPr/>
              </p14:nvContentPartPr>
              <p14:xfrm>
                <a:off x="2268702" y="3992612"/>
                <a:ext cx="2373480" cy="5216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5CD2C33-2005-E9EF-4A22-0AE4C23928F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260062" y="3983972"/>
                  <a:ext cx="239112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AEEACBF-5B63-9576-B9A8-814B9E7CA296}"/>
                    </a:ext>
                  </a:extLst>
                </p14:cNvPr>
                <p14:cNvContentPartPr/>
                <p14:nvPr/>
              </p14:nvContentPartPr>
              <p14:xfrm>
                <a:off x="2420622" y="3964892"/>
                <a:ext cx="2258280" cy="4492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AEEACBF-5B63-9576-B9A8-814B9E7CA296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411982" y="3955892"/>
                  <a:ext cx="227592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234F590-F2F1-735C-ECFF-A3EEE3471CA3}"/>
                    </a:ext>
                  </a:extLst>
                </p14:cNvPr>
                <p14:cNvContentPartPr/>
                <p14:nvPr/>
              </p14:nvContentPartPr>
              <p14:xfrm>
                <a:off x="2348262" y="1821812"/>
                <a:ext cx="33480" cy="6591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234F590-F2F1-735C-ECFF-A3EEE3471CA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339262" y="1813172"/>
                  <a:ext cx="51120" cy="67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E3B528F-79F7-CE8B-F35B-327E0FB1163A}"/>
                    </a:ext>
                  </a:extLst>
                </p14:cNvPr>
                <p14:cNvContentPartPr/>
                <p14:nvPr/>
              </p14:nvContentPartPr>
              <p14:xfrm>
                <a:off x="2308662" y="2533172"/>
                <a:ext cx="539640" cy="5032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E3B528F-79F7-CE8B-F35B-327E0FB1163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300022" y="2524532"/>
                  <a:ext cx="55728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11F9F37-F715-769A-09DE-151753509EE0}"/>
                    </a:ext>
                  </a:extLst>
                </p14:cNvPr>
                <p14:cNvContentPartPr/>
                <p14:nvPr/>
              </p14:nvContentPartPr>
              <p14:xfrm>
                <a:off x="2677302" y="3054092"/>
                <a:ext cx="8280" cy="18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11F9F37-F715-769A-09DE-151753509EE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668302" y="3045452"/>
                  <a:ext cx="25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8EBEF51-6522-927B-F7A3-2ABD88E84707}"/>
                    </a:ext>
                  </a:extLst>
                </p14:cNvPr>
                <p14:cNvContentPartPr/>
                <p14:nvPr/>
              </p14:nvContentPartPr>
              <p14:xfrm>
                <a:off x="2710062" y="3085052"/>
                <a:ext cx="264960" cy="1832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8EBEF51-6522-927B-F7A3-2ABD88E8470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701422" y="3076412"/>
                  <a:ext cx="2826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0F77008-4D05-1538-1776-30B85DAAD2E2}"/>
                    </a:ext>
                  </a:extLst>
                </p14:cNvPr>
                <p14:cNvContentPartPr/>
                <p14:nvPr/>
              </p14:nvContentPartPr>
              <p14:xfrm>
                <a:off x="2770182" y="3082892"/>
                <a:ext cx="183600" cy="1944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0F77008-4D05-1538-1776-30B85DAAD2E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761542" y="3074252"/>
                  <a:ext cx="2012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5CCD3E9-4D03-006C-5C37-ACFED32BEA7F}"/>
                    </a:ext>
                  </a:extLst>
                </p14:cNvPr>
                <p14:cNvContentPartPr/>
                <p14:nvPr/>
              </p14:nvContentPartPr>
              <p14:xfrm>
                <a:off x="2834982" y="3423092"/>
                <a:ext cx="19440" cy="2732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5CCD3E9-4D03-006C-5C37-ACFED32BEA7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826342" y="3414092"/>
                  <a:ext cx="37080" cy="29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FA7A319-C600-2975-AA09-52E77B45D275}"/>
                    </a:ext>
                  </a:extLst>
                </p14:cNvPr>
                <p14:cNvContentPartPr/>
                <p14:nvPr/>
              </p14:nvContentPartPr>
              <p14:xfrm>
                <a:off x="834822" y="2248412"/>
                <a:ext cx="66960" cy="3974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FA7A319-C600-2975-AA09-52E77B45D27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25822" y="2239412"/>
                  <a:ext cx="8460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D1E5DB92-1240-AA6E-240B-2133FF398B0D}"/>
                    </a:ext>
                  </a:extLst>
                </p14:cNvPr>
                <p14:cNvContentPartPr/>
                <p14:nvPr/>
              </p14:nvContentPartPr>
              <p14:xfrm>
                <a:off x="189702" y="2613812"/>
                <a:ext cx="1373040" cy="2192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D1E5DB92-1240-AA6E-240B-2133FF398B0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81062" y="2605172"/>
                  <a:ext cx="13906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D3645CEB-4F19-494D-B8D0-F0C351ED9302}"/>
                    </a:ext>
                  </a:extLst>
                </p14:cNvPr>
                <p14:cNvContentPartPr/>
                <p14:nvPr/>
              </p14:nvContentPartPr>
              <p14:xfrm>
                <a:off x="217062" y="2690492"/>
                <a:ext cx="24480" cy="1800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D3645CEB-4F19-494D-B8D0-F0C351ED930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08062" y="2681852"/>
                  <a:ext cx="421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83FC08E-4028-AC28-E631-C70A5D021A73}"/>
                    </a:ext>
                  </a:extLst>
                </p14:cNvPr>
                <p14:cNvContentPartPr/>
                <p14:nvPr/>
              </p14:nvContentPartPr>
              <p14:xfrm>
                <a:off x="151182" y="3077492"/>
                <a:ext cx="27000" cy="1440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83FC08E-4028-AC28-E631-C70A5D021A7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42542" y="3068852"/>
                  <a:ext cx="446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67888C5-06FB-8E61-0416-16B861F5FC63}"/>
                    </a:ext>
                  </a:extLst>
                </p14:cNvPr>
                <p14:cNvContentPartPr/>
                <p14:nvPr/>
              </p14:nvContentPartPr>
              <p14:xfrm>
                <a:off x="70902" y="3006212"/>
                <a:ext cx="284400" cy="3438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67888C5-06FB-8E61-0416-16B861F5FC6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1902" y="2997212"/>
                  <a:ext cx="30204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293C8B0-7989-B3EA-823A-0626462131CA}"/>
                    </a:ext>
                  </a:extLst>
                </p14:cNvPr>
                <p14:cNvContentPartPr/>
                <p14:nvPr/>
              </p14:nvContentPartPr>
              <p14:xfrm>
                <a:off x="1361502" y="3057692"/>
                <a:ext cx="157680" cy="166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293C8B0-7989-B3EA-823A-0626462131C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352502" y="3049052"/>
                  <a:ext cx="17532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D11CF6BB-6979-34D9-94CF-B3A3F69A4FB9}"/>
                    </a:ext>
                  </a:extLst>
                </p14:cNvPr>
                <p14:cNvContentPartPr/>
                <p14:nvPr/>
              </p14:nvContentPartPr>
              <p14:xfrm>
                <a:off x="1255662" y="2953652"/>
                <a:ext cx="423000" cy="3967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D11CF6BB-6979-34D9-94CF-B3A3F69A4FB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247022" y="2944652"/>
                  <a:ext cx="44064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0D43613-FA17-4105-1DD3-E3C5276EE3BD}"/>
                    </a:ext>
                  </a:extLst>
                </p14:cNvPr>
                <p14:cNvContentPartPr/>
                <p14:nvPr/>
              </p14:nvContentPartPr>
              <p14:xfrm>
                <a:off x="151182" y="3503372"/>
                <a:ext cx="136080" cy="9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0D43613-FA17-4105-1DD3-E3C5276EE3B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42542" y="3494372"/>
                  <a:ext cx="1537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E33755A-A454-E2B3-99F0-22685347DC85}"/>
                    </a:ext>
                  </a:extLst>
                </p14:cNvPr>
                <p14:cNvContentPartPr/>
                <p14:nvPr/>
              </p14:nvContentPartPr>
              <p14:xfrm>
                <a:off x="164142" y="3618212"/>
                <a:ext cx="129600" cy="198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E33755A-A454-E2B3-99F0-22685347DC8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55502" y="3609212"/>
                  <a:ext cx="147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20B6CEA-A82A-548C-8E7A-BE925E3097C0}"/>
                    </a:ext>
                  </a:extLst>
                </p14:cNvPr>
                <p14:cNvContentPartPr/>
                <p14:nvPr/>
              </p14:nvContentPartPr>
              <p14:xfrm>
                <a:off x="182502" y="3769412"/>
                <a:ext cx="173880" cy="266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20B6CEA-A82A-548C-8E7A-BE925E3097C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73862" y="3760412"/>
                  <a:ext cx="1915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029168A-DC03-7707-390C-89A08B0D29F7}"/>
                    </a:ext>
                  </a:extLst>
                </p14:cNvPr>
                <p14:cNvContentPartPr/>
                <p14:nvPr/>
              </p14:nvContentPartPr>
              <p14:xfrm>
                <a:off x="107622" y="3953012"/>
                <a:ext cx="161640" cy="2052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029168A-DC03-7707-390C-89A08B0D29F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8622" y="3944372"/>
                  <a:ext cx="17928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F854F76-4563-4C27-ED90-760E8339F92F}"/>
                    </a:ext>
                  </a:extLst>
                </p14:cNvPr>
                <p14:cNvContentPartPr/>
                <p14:nvPr/>
              </p14:nvContentPartPr>
              <p14:xfrm>
                <a:off x="307062" y="4025012"/>
                <a:ext cx="74880" cy="1198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F854F76-4563-4C27-ED90-760E8339F92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98062" y="4016012"/>
                  <a:ext cx="925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D775CF8-F33A-7245-A68B-1DD89B4DCFCB}"/>
                    </a:ext>
                  </a:extLst>
                </p14:cNvPr>
                <p14:cNvContentPartPr/>
                <p14:nvPr/>
              </p14:nvContentPartPr>
              <p14:xfrm>
                <a:off x="445302" y="4025732"/>
                <a:ext cx="59400" cy="860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D775CF8-F33A-7245-A68B-1DD89B4DCFC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36662" y="4016732"/>
                  <a:ext cx="770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2AEA35E-AF87-1F3B-4990-5046C5381285}"/>
                    </a:ext>
                  </a:extLst>
                </p14:cNvPr>
                <p14:cNvContentPartPr/>
                <p14:nvPr/>
              </p14:nvContentPartPr>
              <p14:xfrm>
                <a:off x="558342" y="3974252"/>
                <a:ext cx="87480" cy="1681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2AEA35E-AF87-1F3B-4990-5046C538128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49702" y="3965252"/>
                  <a:ext cx="1051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7AD4ABC-2EE8-B470-52AC-36C908ADF4BD}"/>
                    </a:ext>
                  </a:extLst>
                </p14:cNvPr>
                <p14:cNvContentPartPr/>
                <p14:nvPr/>
              </p14:nvContentPartPr>
              <p14:xfrm>
                <a:off x="703422" y="3999812"/>
                <a:ext cx="7200" cy="1112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7AD4ABC-2EE8-B470-52AC-36C908ADF4BD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694782" y="3990812"/>
                  <a:ext cx="248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57EABB6-B556-5BA4-65F7-40179DFF8992}"/>
                    </a:ext>
                  </a:extLst>
                </p14:cNvPr>
                <p14:cNvContentPartPr/>
                <p14:nvPr/>
              </p14:nvContentPartPr>
              <p14:xfrm>
                <a:off x="679662" y="3959492"/>
                <a:ext cx="124560" cy="1281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57EABB6-B556-5BA4-65F7-40179DFF8992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71022" y="3950852"/>
                  <a:ext cx="1422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73D410A2-1C2B-5FD6-0741-F55ACEE827B1}"/>
                    </a:ext>
                  </a:extLst>
                </p14:cNvPr>
                <p14:cNvContentPartPr/>
                <p14:nvPr/>
              </p14:nvContentPartPr>
              <p14:xfrm>
                <a:off x="3659022" y="2504732"/>
                <a:ext cx="738360" cy="3243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73D410A2-1C2B-5FD6-0741-F55ACEE827B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650382" y="2495732"/>
                  <a:ext cx="7560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1240A73-ECFD-8210-FED2-4ACA8A399D40}"/>
                    </a:ext>
                  </a:extLst>
                </p14:cNvPr>
                <p14:cNvContentPartPr/>
                <p14:nvPr/>
              </p14:nvContentPartPr>
              <p14:xfrm>
                <a:off x="3782502" y="3012692"/>
                <a:ext cx="20520" cy="1728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1240A73-ECFD-8210-FED2-4ACA8A399D4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773502" y="3004052"/>
                  <a:ext cx="381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B99B635-828E-BDB1-C4D6-10500C7E5166}"/>
                    </a:ext>
                  </a:extLst>
                </p14:cNvPr>
                <p14:cNvContentPartPr/>
                <p14:nvPr/>
              </p14:nvContentPartPr>
              <p14:xfrm>
                <a:off x="3741462" y="2989292"/>
                <a:ext cx="826200" cy="5212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B99B635-828E-BDB1-C4D6-10500C7E516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732462" y="2980292"/>
                  <a:ext cx="843840" cy="53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B6FE9F9-B76E-E860-DF7F-0EA852364DD7}"/>
                    </a:ext>
                  </a:extLst>
                </p14:cNvPr>
                <p14:cNvContentPartPr/>
                <p14:nvPr/>
              </p14:nvContentPartPr>
              <p14:xfrm>
                <a:off x="4069062" y="3440372"/>
                <a:ext cx="23760" cy="5900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B6FE9F9-B76E-E860-DF7F-0EA852364DD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4060422" y="3431372"/>
                  <a:ext cx="41400" cy="60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DD43D44-F27A-5DEA-9D6B-FC9AF300FAFD}"/>
                    </a:ext>
                  </a:extLst>
                </p14:cNvPr>
                <p14:cNvContentPartPr/>
                <p14:nvPr/>
              </p14:nvContentPartPr>
              <p14:xfrm>
                <a:off x="4742622" y="2970932"/>
                <a:ext cx="95760" cy="1911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DD43D44-F27A-5DEA-9D6B-FC9AF300FAFD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733622" y="2961932"/>
                  <a:ext cx="11340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AF60B0E9-924C-AE15-F837-3C45010DCDFE}"/>
                    </a:ext>
                  </a:extLst>
                </p14:cNvPr>
                <p14:cNvContentPartPr/>
                <p14:nvPr/>
              </p14:nvContentPartPr>
              <p14:xfrm>
                <a:off x="4853862" y="2945012"/>
                <a:ext cx="65160" cy="2080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AF60B0E9-924C-AE15-F837-3C45010DCDF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844862" y="2936372"/>
                  <a:ext cx="828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E2E67ACA-C885-AFCC-4177-D157B7F23A60}"/>
                    </a:ext>
                  </a:extLst>
                </p14:cNvPr>
                <p14:cNvContentPartPr/>
                <p14:nvPr/>
              </p14:nvContentPartPr>
              <p14:xfrm>
                <a:off x="5035662" y="2967692"/>
                <a:ext cx="149400" cy="1911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E2E67ACA-C885-AFCC-4177-D157B7F23A6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026662" y="2958692"/>
                  <a:ext cx="16704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71E6F6A-BDC4-7CF6-887B-056AE1F49F66}"/>
                    </a:ext>
                  </a:extLst>
                </p14:cNvPr>
                <p14:cNvContentPartPr/>
                <p14:nvPr/>
              </p14:nvContentPartPr>
              <p14:xfrm>
                <a:off x="1269342" y="3494372"/>
                <a:ext cx="323280" cy="1854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71E6F6A-BDC4-7CF6-887B-056AE1F49F6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260702" y="3485732"/>
                  <a:ext cx="3409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2F15A5E1-06FA-D0D1-6595-9C56DF7D0D20}"/>
                    </a:ext>
                  </a:extLst>
                </p14:cNvPr>
                <p14:cNvContentPartPr/>
                <p14:nvPr/>
              </p14:nvContentPartPr>
              <p14:xfrm>
                <a:off x="1166382" y="3794612"/>
                <a:ext cx="174240" cy="2390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2F15A5E1-06FA-D0D1-6595-9C56DF7D0D2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57742" y="3785972"/>
                  <a:ext cx="19188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0734357-C206-B99C-F750-695B72DA6798}"/>
                    </a:ext>
                  </a:extLst>
                </p14:cNvPr>
                <p14:cNvContentPartPr/>
                <p14:nvPr/>
              </p14:nvContentPartPr>
              <p14:xfrm>
                <a:off x="1401462" y="3920252"/>
                <a:ext cx="102600" cy="1130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0734357-C206-B99C-F750-695B72DA679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392462" y="3911252"/>
                  <a:ext cx="12024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05AFC7B-2860-5DC1-1B30-4169A2FF1CFE}"/>
                    </a:ext>
                  </a:extLst>
                </p14:cNvPr>
                <p14:cNvContentPartPr/>
                <p14:nvPr/>
              </p14:nvContentPartPr>
              <p14:xfrm>
                <a:off x="1545822" y="3929972"/>
                <a:ext cx="82440" cy="914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05AFC7B-2860-5DC1-1B30-4169A2FF1CF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536822" y="3920972"/>
                  <a:ext cx="1000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54A1F046-970F-9AFB-979B-DA31F2EFC2C9}"/>
                    </a:ext>
                  </a:extLst>
                </p14:cNvPr>
                <p14:cNvContentPartPr/>
                <p14:nvPr/>
              </p14:nvContentPartPr>
              <p14:xfrm>
                <a:off x="1682982" y="3916292"/>
                <a:ext cx="79560" cy="975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54A1F046-970F-9AFB-979B-DA31F2EFC2C9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673982" y="3907652"/>
                  <a:ext cx="972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DC1995EC-DE8E-2E57-C601-094E595A8833}"/>
                    </a:ext>
                  </a:extLst>
                </p14:cNvPr>
                <p14:cNvContentPartPr/>
                <p14:nvPr/>
              </p14:nvContentPartPr>
              <p14:xfrm>
                <a:off x="4794102" y="3966332"/>
                <a:ext cx="5988240" cy="16718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DC1995EC-DE8E-2E57-C601-094E595A883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785102" y="3957692"/>
                  <a:ext cx="6005880" cy="168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D6FE0CC8-9B07-AE6F-672A-E54EA6C6B289}"/>
                    </a:ext>
                  </a:extLst>
                </p14:cNvPr>
                <p14:cNvContentPartPr/>
                <p14:nvPr/>
              </p14:nvContentPartPr>
              <p14:xfrm>
                <a:off x="4674222" y="5384732"/>
                <a:ext cx="299160" cy="2725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D6FE0CC8-9B07-AE6F-672A-E54EA6C6B28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665582" y="5375732"/>
                  <a:ext cx="316800" cy="290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53088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Actions and Functions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BDE4C7-3532-C90E-5D17-E90E296EE959}"/>
              </a:ext>
            </a:extLst>
          </p:cNvPr>
          <p:cNvSpPr txBox="1"/>
          <p:nvPr/>
        </p:nvSpPr>
        <p:spPr>
          <a:xfrm>
            <a:off x="164465" y="828579"/>
            <a:ext cx="11809312" cy="255454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In addition to common CRUD operations, you can declare domain-specific custom operations as shown below. These custom operations always need custom implementations in corresponding events handlers.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Actions vs Functions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The differentiation between Actions and Functions stems from the OData specifications and in essence is as follows: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Actions are meant for operations, which add or modify data in the server; they are called through POST request with the arguments passed in application/</a:t>
            </a:r>
            <a:r>
              <a:rPr kumimoji="0" lang="en-US" sz="16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json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bodies.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Functions are meant for operations, which only retrieve data from the server; they are called through GET requests with the arguments passed in the URL path.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3FAD8FD-47CF-2DDD-59E9-DBEA7E6B66F9}"/>
              </a:ext>
            </a:extLst>
          </p:cNvPr>
          <p:cNvSpPr/>
          <p:nvPr/>
        </p:nvSpPr>
        <p:spPr>
          <a:xfrm>
            <a:off x="189882" y="3717032"/>
            <a:ext cx="11449272" cy="2201916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Exercise:</a:t>
            </a:r>
          </a:p>
          <a:p>
            <a:r>
              <a:rPr lang="en-US" dirty="0">
                <a:hlinkClick r:id="rId2"/>
              </a:rPr>
              <a:t>https://github.com/soyuztechnologies/SAP_BTP_Training_CLD200/blob/master/Day%203/02srv/CatalogService.cds</a:t>
            </a:r>
            <a:endParaRPr lang="en-US" dirty="0"/>
          </a:p>
          <a:p>
            <a:r>
              <a:rPr lang="en-US" dirty="0">
                <a:hlinkClick r:id="rId3"/>
              </a:rPr>
              <a:t>https://github.com/soyuztechnologies/SAP_BTP_Training_CLD200/blob/master/Day%203/02srv/CatalogService.js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876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AAFA4FF8-0410-3C8C-D909-F2DDF6E7C241}"/>
                  </a:ext>
                </a:extLst>
              </p14:cNvPr>
              <p14:cNvContentPartPr/>
              <p14:nvPr/>
            </p14:nvContentPartPr>
            <p14:xfrm>
              <a:off x="7262262" y="2086412"/>
              <a:ext cx="2474640" cy="91512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AAFA4FF8-0410-3C8C-D909-F2DDF6E7C24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53262" y="2077412"/>
                <a:ext cx="2492280" cy="9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7F3021FC-2757-EEA1-F92F-955D5E10FE18}"/>
                  </a:ext>
                </a:extLst>
              </p14:cNvPr>
              <p14:cNvContentPartPr/>
              <p14:nvPr/>
            </p14:nvContentPartPr>
            <p14:xfrm>
              <a:off x="700182" y="2070932"/>
              <a:ext cx="2365200" cy="4752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7F3021FC-2757-EEA1-F92F-955D5E10FE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1542" y="2061932"/>
                <a:ext cx="238284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7AB0566E-F9D8-9AE7-DAAD-4E9F6A8C6F6D}"/>
                  </a:ext>
                </a:extLst>
              </p14:cNvPr>
              <p14:cNvContentPartPr/>
              <p14:nvPr/>
            </p14:nvContentPartPr>
            <p14:xfrm>
              <a:off x="2360142" y="1010732"/>
              <a:ext cx="673920" cy="59400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7AB0566E-F9D8-9AE7-DAAD-4E9F6A8C6F6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51142" y="1002092"/>
                <a:ext cx="691560" cy="61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3" name="Group 162">
            <a:extLst>
              <a:ext uri="{FF2B5EF4-FFF2-40B4-BE49-F238E27FC236}">
                <a16:creationId xmlns:a16="http://schemas.microsoft.com/office/drawing/2014/main" id="{150537FA-1EF7-F244-C271-FC2DD9711C6E}"/>
              </a:ext>
            </a:extLst>
          </p:cNvPr>
          <p:cNvGrpSpPr/>
          <p:nvPr/>
        </p:nvGrpSpPr>
        <p:grpSpPr>
          <a:xfrm>
            <a:off x="388782" y="1035932"/>
            <a:ext cx="10917720" cy="4899600"/>
            <a:chOff x="388782" y="1035932"/>
            <a:chExt cx="10917720" cy="489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BC40ABB-C365-3860-E252-212EC57F69B5}"/>
                    </a:ext>
                  </a:extLst>
                </p14:cNvPr>
                <p14:cNvContentPartPr/>
                <p14:nvPr/>
              </p14:nvContentPartPr>
              <p14:xfrm>
                <a:off x="3372102" y="1769252"/>
                <a:ext cx="3455640" cy="145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BC40ABB-C365-3860-E252-212EC57F69B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63462" y="1760252"/>
                  <a:ext cx="34732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D3DCD15-3367-7E55-B7DE-CC431917959C}"/>
                    </a:ext>
                  </a:extLst>
                </p14:cNvPr>
                <p14:cNvContentPartPr/>
                <p14:nvPr/>
              </p14:nvContentPartPr>
              <p14:xfrm>
                <a:off x="6661422" y="1769252"/>
                <a:ext cx="199800" cy="258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D3DCD15-3367-7E55-B7DE-CC431917959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652422" y="1760612"/>
                  <a:ext cx="2174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ECE1E21-32BE-565E-FC0B-5C3AD64BB085}"/>
                    </a:ext>
                  </a:extLst>
                </p14:cNvPr>
                <p14:cNvContentPartPr/>
                <p14:nvPr/>
              </p14:nvContentPartPr>
              <p14:xfrm>
                <a:off x="7721622" y="1774652"/>
                <a:ext cx="193680" cy="351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ECE1E21-32BE-565E-FC0B-5C3AD64BB08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712622" y="1766012"/>
                  <a:ext cx="21132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72FDB22-E6E5-5F87-4F6A-400B21BA7D3C}"/>
                    </a:ext>
                  </a:extLst>
                </p14:cNvPr>
                <p14:cNvContentPartPr/>
                <p14:nvPr/>
              </p14:nvContentPartPr>
              <p14:xfrm>
                <a:off x="7959942" y="1733972"/>
                <a:ext cx="210600" cy="265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72FDB22-E6E5-5F87-4F6A-400B21BA7D3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950942" y="1724972"/>
                  <a:ext cx="2282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437B0CB-BF6E-149C-EF79-F018CD2AB0CD}"/>
                    </a:ext>
                  </a:extLst>
                </p14:cNvPr>
                <p14:cNvContentPartPr/>
                <p14:nvPr/>
              </p14:nvContentPartPr>
              <p14:xfrm>
                <a:off x="8143902" y="1872932"/>
                <a:ext cx="48600" cy="284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437B0CB-BF6E-149C-EF79-F018CD2AB0C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35262" y="1863932"/>
                  <a:ext cx="662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A1EFF69-1597-BB8D-7FA6-A8087656F2D4}"/>
                    </a:ext>
                  </a:extLst>
                </p14:cNvPr>
                <p14:cNvContentPartPr/>
                <p14:nvPr/>
              </p14:nvContentPartPr>
              <p14:xfrm>
                <a:off x="8430462" y="1744412"/>
                <a:ext cx="174240" cy="261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A1EFF69-1597-BB8D-7FA6-A8087656F2D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21462" y="1735412"/>
                  <a:ext cx="1918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03C68CA-E49F-9DDE-A392-0F3037C0C99D}"/>
                    </a:ext>
                  </a:extLst>
                </p14:cNvPr>
                <p14:cNvContentPartPr/>
                <p14:nvPr/>
              </p14:nvContentPartPr>
              <p14:xfrm>
                <a:off x="8696502" y="1745852"/>
                <a:ext cx="293040" cy="2746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03C68CA-E49F-9DDE-A392-0F3037C0C99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687502" y="1737212"/>
                  <a:ext cx="3106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16BCB56-3E68-0CEF-B5E1-04033870C732}"/>
                    </a:ext>
                  </a:extLst>
                </p14:cNvPr>
                <p14:cNvContentPartPr/>
                <p14:nvPr/>
              </p14:nvContentPartPr>
              <p14:xfrm>
                <a:off x="9487062" y="1881212"/>
                <a:ext cx="253800" cy="30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16BCB56-3E68-0CEF-B5E1-04033870C73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478422" y="1872572"/>
                  <a:ext cx="2714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94F9CA6-D661-75E0-1979-22DDDA202091}"/>
                    </a:ext>
                  </a:extLst>
                </p14:cNvPr>
                <p14:cNvContentPartPr/>
                <p14:nvPr/>
              </p14:nvContentPartPr>
              <p14:xfrm>
                <a:off x="9758862" y="1823972"/>
                <a:ext cx="145080" cy="1778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94F9CA6-D661-75E0-1979-22DDDA20209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749862" y="1815332"/>
                  <a:ext cx="1627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A9041F5-2FB6-246F-B0C8-2B026B118E04}"/>
                    </a:ext>
                  </a:extLst>
                </p14:cNvPr>
                <p14:cNvContentPartPr/>
                <p14:nvPr/>
              </p14:nvContentPartPr>
              <p14:xfrm>
                <a:off x="10379862" y="1402052"/>
                <a:ext cx="203400" cy="214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A9041F5-2FB6-246F-B0C8-2B026B118E0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371222" y="1393412"/>
                  <a:ext cx="2210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23DD103-6C16-12C2-915C-BF4368A63559}"/>
                    </a:ext>
                  </a:extLst>
                </p14:cNvPr>
                <p14:cNvContentPartPr/>
                <p14:nvPr/>
              </p14:nvContentPartPr>
              <p14:xfrm>
                <a:off x="10612782" y="1565492"/>
                <a:ext cx="140400" cy="1220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23DD103-6C16-12C2-915C-BF4368A6355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604142" y="1556852"/>
                  <a:ext cx="1580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7CA1728-FD66-5944-28A6-C55C15B95F7F}"/>
                    </a:ext>
                  </a:extLst>
                </p14:cNvPr>
                <p14:cNvContentPartPr/>
                <p14:nvPr/>
              </p14:nvContentPartPr>
              <p14:xfrm>
                <a:off x="10867662" y="1494932"/>
                <a:ext cx="203040" cy="159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7CA1728-FD66-5944-28A6-C55C15B95F7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858662" y="1485932"/>
                  <a:ext cx="22068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BE84F8E-A01E-C2A3-830F-261AA7599536}"/>
                    </a:ext>
                  </a:extLst>
                </p14:cNvPr>
                <p14:cNvContentPartPr/>
                <p14:nvPr/>
              </p14:nvContentPartPr>
              <p14:xfrm>
                <a:off x="10334142" y="1867532"/>
                <a:ext cx="214920" cy="235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BE84F8E-A01E-C2A3-830F-261AA759953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325142" y="1858892"/>
                  <a:ext cx="2325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6E681F0-782A-79D1-700B-47829423EFAC}"/>
                    </a:ext>
                  </a:extLst>
                </p14:cNvPr>
                <p14:cNvContentPartPr/>
                <p14:nvPr/>
              </p14:nvContentPartPr>
              <p14:xfrm>
                <a:off x="10604502" y="1947092"/>
                <a:ext cx="326880" cy="2332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6E681F0-782A-79D1-700B-47829423EFA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595502" y="1938452"/>
                  <a:ext cx="3445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40A43FE-718D-6718-23A6-D5AF02BF20D6}"/>
                    </a:ext>
                  </a:extLst>
                </p14:cNvPr>
                <p14:cNvContentPartPr/>
                <p14:nvPr/>
              </p14:nvContentPartPr>
              <p14:xfrm>
                <a:off x="10979262" y="1924772"/>
                <a:ext cx="27000" cy="139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40A43FE-718D-6718-23A6-D5AF02BF20D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970262" y="1915772"/>
                  <a:ext cx="446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01267AA-307D-9B90-F0BC-FFA0D32FBF6B}"/>
                    </a:ext>
                  </a:extLst>
                </p14:cNvPr>
                <p14:cNvContentPartPr/>
                <p14:nvPr/>
              </p14:nvContentPartPr>
              <p14:xfrm>
                <a:off x="11049822" y="1992092"/>
                <a:ext cx="256680" cy="334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01267AA-307D-9B90-F0BC-FFA0D32FBF6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041182" y="1983092"/>
                  <a:ext cx="2743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BA24156-517B-1255-5BEA-E458323F4512}"/>
                    </a:ext>
                  </a:extLst>
                </p14:cNvPr>
                <p14:cNvContentPartPr/>
                <p14:nvPr/>
              </p14:nvContentPartPr>
              <p14:xfrm>
                <a:off x="7635582" y="2343092"/>
                <a:ext cx="243000" cy="206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BA24156-517B-1255-5BEA-E458323F451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626942" y="2334452"/>
                  <a:ext cx="2606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18A4AB5-3AED-6D20-1D3E-C2320F70AEDC}"/>
                    </a:ext>
                  </a:extLst>
                </p14:cNvPr>
                <p14:cNvContentPartPr/>
                <p14:nvPr/>
              </p14:nvContentPartPr>
              <p14:xfrm>
                <a:off x="7847982" y="2389172"/>
                <a:ext cx="118080" cy="177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18A4AB5-3AED-6D20-1D3E-C2320F70AED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839342" y="2380532"/>
                  <a:ext cx="1357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536639E-D228-2CAA-83FD-F7562510F28F}"/>
                    </a:ext>
                  </a:extLst>
                </p14:cNvPr>
                <p14:cNvContentPartPr/>
                <p14:nvPr/>
              </p14:nvContentPartPr>
              <p14:xfrm>
                <a:off x="8019342" y="2418332"/>
                <a:ext cx="119880" cy="290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536639E-D228-2CAA-83FD-F7562510F28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010342" y="2409692"/>
                  <a:ext cx="1375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0C5F723-28BF-F742-E910-5951B7A75107}"/>
                    </a:ext>
                  </a:extLst>
                </p14:cNvPr>
                <p14:cNvContentPartPr/>
                <p14:nvPr/>
              </p14:nvContentPartPr>
              <p14:xfrm>
                <a:off x="8185662" y="2389532"/>
                <a:ext cx="4320" cy="189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0C5F723-28BF-F742-E910-5951B7A7510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177022" y="2380892"/>
                  <a:ext cx="219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46F597E-1D74-8B47-B683-BB7EE804F895}"/>
                    </a:ext>
                  </a:extLst>
                </p14:cNvPr>
                <p14:cNvContentPartPr/>
                <p14:nvPr/>
              </p14:nvContentPartPr>
              <p14:xfrm>
                <a:off x="8255862" y="2470892"/>
                <a:ext cx="222480" cy="387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46F597E-1D74-8B47-B683-BB7EE804F89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247222" y="2462252"/>
                  <a:ext cx="24012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45E970B-7707-1223-B8F1-0068E3C9B733}"/>
                    </a:ext>
                  </a:extLst>
                </p14:cNvPr>
                <p14:cNvContentPartPr/>
                <p14:nvPr/>
              </p14:nvContentPartPr>
              <p14:xfrm>
                <a:off x="8584542" y="2473052"/>
                <a:ext cx="171000" cy="72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45E970B-7707-1223-B8F1-0068E3C9B73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75542" y="2464052"/>
                  <a:ext cx="1886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71A2AC8-9D5F-8460-51D5-3719C22BE7DA}"/>
                    </a:ext>
                  </a:extLst>
                </p14:cNvPr>
                <p14:cNvContentPartPr/>
                <p14:nvPr/>
              </p14:nvContentPartPr>
              <p14:xfrm>
                <a:off x="8638182" y="2396732"/>
                <a:ext cx="12600" cy="205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71A2AC8-9D5F-8460-51D5-3719C22BE7D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629542" y="2388092"/>
                  <a:ext cx="3024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A94C6C3-88BE-3ED6-D9B4-6BEC0E90009D}"/>
                    </a:ext>
                  </a:extLst>
                </p14:cNvPr>
                <p14:cNvContentPartPr/>
                <p14:nvPr/>
              </p14:nvContentPartPr>
              <p14:xfrm>
                <a:off x="8577342" y="2436332"/>
                <a:ext cx="139320" cy="102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A94C6C3-88BE-3ED6-D9B4-6BEC0E90009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68342" y="2427692"/>
                  <a:ext cx="1569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6203EBC-C978-32FE-7D40-3064D54D52BA}"/>
                    </a:ext>
                  </a:extLst>
                </p14:cNvPr>
                <p14:cNvContentPartPr/>
                <p14:nvPr/>
              </p14:nvContentPartPr>
              <p14:xfrm>
                <a:off x="8531982" y="2440292"/>
                <a:ext cx="204120" cy="108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6203EBC-C978-32FE-7D40-3064D54D52B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522982" y="2431292"/>
                  <a:ext cx="2217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0E003B5-F5AC-2780-15FF-4337940CC466}"/>
                    </a:ext>
                  </a:extLst>
                </p14:cNvPr>
                <p14:cNvContentPartPr/>
                <p14:nvPr/>
              </p14:nvContentPartPr>
              <p14:xfrm>
                <a:off x="8953902" y="2385572"/>
                <a:ext cx="171360" cy="250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0E003B5-F5AC-2780-15FF-4337940CC46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944902" y="2376932"/>
                  <a:ext cx="1890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97562C53-FCF7-B843-F82B-A07ADF7F5C70}"/>
                    </a:ext>
                  </a:extLst>
                </p14:cNvPr>
                <p14:cNvContentPartPr/>
                <p14:nvPr/>
              </p14:nvContentPartPr>
              <p14:xfrm>
                <a:off x="9243342" y="2420492"/>
                <a:ext cx="66240" cy="110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97562C53-FCF7-B843-F82B-A07ADF7F5C7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234342" y="2411852"/>
                  <a:ext cx="838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83946E3-6A5A-20F3-C790-0C89F35C8693}"/>
                    </a:ext>
                  </a:extLst>
                </p14:cNvPr>
                <p14:cNvContentPartPr/>
                <p14:nvPr/>
              </p14:nvContentPartPr>
              <p14:xfrm>
                <a:off x="9375462" y="2414012"/>
                <a:ext cx="51120" cy="187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83946E3-6A5A-20F3-C790-0C89F35C869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366462" y="2405372"/>
                  <a:ext cx="6876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D26E5C8-E660-1ECD-91BE-CC40D21A2980}"/>
                    </a:ext>
                  </a:extLst>
                </p14:cNvPr>
                <p14:cNvContentPartPr/>
                <p14:nvPr/>
              </p14:nvContentPartPr>
              <p14:xfrm>
                <a:off x="9469782" y="2572052"/>
                <a:ext cx="105480" cy="604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D26E5C8-E660-1ECD-91BE-CC40D21A298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461142" y="2563052"/>
                  <a:ext cx="12312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721A0DB-738B-BD12-0E76-8FB8FAA1A6CE}"/>
                    </a:ext>
                  </a:extLst>
                </p14:cNvPr>
                <p14:cNvContentPartPr/>
                <p14:nvPr/>
              </p14:nvContentPartPr>
              <p14:xfrm>
                <a:off x="9723942" y="2492852"/>
                <a:ext cx="30960" cy="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721A0DB-738B-BD12-0E76-8FB8FAA1A6C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714942" y="2484212"/>
                  <a:ext cx="48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893CDF5-5E75-1B3F-78AC-927DCB29A3D7}"/>
                    </a:ext>
                  </a:extLst>
                </p14:cNvPr>
                <p14:cNvContentPartPr/>
                <p14:nvPr/>
              </p14:nvContentPartPr>
              <p14:xfrm>
                <a:off x="9692262" y="2565212"/>
                <a:ext cx="77040" cy="39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893CDF5-5E75-1B3F-78AC-927DCB29A3D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683622" y="2556572"/>
                  <a:ext cx="946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232075C-C4CC-F0F1-CDA3-7713F0B745B8}"/>
                    </a:ext>
                  </a:extLst>
                </p14:cNvPr>
                <p14:cNvContentPartPr/>
                <p14:nvPr/>
              </p14:nvContentPartPr>
              <p14:xfrm>
                <a:off x="10049022" y="2462252"/>
                <a:ext cx="185040" cy="168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232075C-C4CC-F0F1-CDA3-7713F0B745B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040382" y="2453612"/>
                  <a:ext cx="2026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0263451-4A15-568B-0C30-633612827C4D}"/>
                    </a:ext>
                  </a:extLst>
                </p14:cNvPr>
                <p14:cNvContentPartPr/>
                <p14:nvPr/>
              </p14:nvContentPartPr>
              <p14:xfrm>
                <a:off x="10259262" y="2452532"/>
                <a:ext cx="297720" cy="1998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0263451-4A15-568B-0C30-633612827C4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250622" y="2443892"/>
                  <a:ext cx="3153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F9DA08A-6418-9560-BB74-727E64EA2A5D}"/>
                    </a:ext>
                  </a:extLst>
                </p14:cNvPr>
                <p14:cNvContentPartPr/>
                <p14:nvPr/>
              </p14:nvContentPartPr>
              <p14:xfrm>
                <a:off x="10577862" y="2410052"/>
                <a:ext cx="185040" cy="2422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F9DA08A-6418-9560-BB74-727E64EA2A5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569222" y="2401052"/>
                  <a:ext cx="2026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205CE66-226E-9EC5-A395-1B8E9C6F82AF}"/>
                    </a:ext>
                  </a:extLst>
                </p14:cNvPr>
                <p14:cNvContentPartPr/>
                <p14:nvPr/>
              </p14:nvContentPartPr>
              <p14:xfrm>
                <a:off x="10887102" y="2344892"/>
                <a:ext cx="26280" cy="291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205CE66-226E-9EC5-A395-1B8E9C6F82A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878462" y="2335892"/>
                  <a:ext cx="439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65A6EB5-DD3D-C818-A404-94B39F22438C}"/>
                    </a:ext>
                  </a:extLst>
                </p14:cNvPr>
                <p14:cNvContentPartPr/>
                <p14:nvPr/>
              </p14:nvContentPartPr>
              <p14:xfrm>
                <a:off x="11014542" y="2449652"/>
                <a:ext cx="27000" cy="1454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65A6EB5-DD3D-C818-A404-94B39F22438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005902" y="2440652"/>
                  <a:ext cx="4464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1304D57-0A85-CA5A-8C27-4C244BA6805F}"/>
                    </a:ext>
                  </a:extLst>
                </p14:cNvPr>
                <p14:cNvContentPartPr/>
                <p14:nvPr/>
              </p14:nvContentPartPr>
              <p14:xfrm>
                <a:off x="11014182" y="2490332"/>
                <a:ext cx="125640" cy="1278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1304D57-0A85-CA5A-8C27-4C244BA6805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005182" y="2481692"/>
                  <a:ext cx="1432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6B2E37D1-A1A8-15A0-FC96-31BAF8879137}"/>
                    </a:ext>
                  </a:extLst>
                </p14:cNvPr>
                <p14:cNvContentPartPr/>
                <p14:nvPr/>
              </p14:nvContentPartPr>
              <p14:xfrm>
                <a:off x="2362302" y="2722892"/>
                <a:ext cx="8532000" cy="1122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6B2E37D1-A1A8-15A0-FC96-31BAF887913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353302" y="2714252"/>
                  <a:ext cx="8549640" cy="11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4F1528A-D908-14F2-3B0E-1E17596364D7}"/>
                    </a:ext>
                  </a:extLst>
                </p14:cNvPr>
                <p14:cNvContentPartPr/>
                <p14:nvPr/>
              </p14:nvContentPartPr>
              <p14:xfrm>
                <a:off x="2305062" y="2903252"/>
                <a:ext cx="244800" cy="2664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4F1528A-D908-14F2-3B0E-1E17596364D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296422" y="2894612"/>
                  <a:ext cx="26244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424C99E-1B75-B4F1-1150-809FE7ABF55A}"/>
                    </a:ext>
                  </a:extLst>
                </p14:cNvPr>
                <p14:cNvContentPartPr/>
                <p14:nvPr/>
              </p14:nvContentPartPr>
              <p14:xfrm>
                <a:off x="388782" y="4180532"/>
                <a:ext cx="674640" cy="12758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424C99E-1B75-B4F1-1150-809FE7ABF55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79782" y="4171892"/>
                  <a:ext cx="692280" cy="12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CDF0392C-83E3-22C7-0FD4-EF06FA42E500}"/>
                    </a:ext>
                  </a:extLst>
                </p14:cNvPr>
                <p14:cNvContentPartPr/>
                <p14:nvPr/>
              </p14:nvContentPartPr>
              <p14:xfrm>
                <a:off x="497862" y="4058852"/>
                <a:ext cx="1205640" cy="14454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CDF0392C-83E3-22C7-0FD4-EF06FA42E50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89222" y="4049852"/>
                  <a:ext cx="1223280" cy="14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2328AE6-EEAA-16E5-D91D-75EB711AB899}"/>
                    </a:ext>
                  </a:extLst>
                </p14:cNvPr>
                <p14:cNvContentPartPr/>
                <p14:nvPr/>
              </p14:nvContentPartPr>
              <p14:xfrm>
                <a:off x="816822" y="5269172"/>
                <a:ext cx="160560" cy="1267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2328AE6-EEAA-16E5-D91D-75EB711AB89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07822" y="5260172"/>
                  <a:ext cx="17820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8ECEABC-075B-7418-AB09-5A767B64BB27}"/>
                    </a:ext>
                  </a:extLst>
                </p14:cNvPr>
                <p14:cNvContentPartPr/>
                <p14:nvPr/>
              </p14:nvContentPartPr>
              <p14:xfrm>
                <a:off x="635022" y="4316252"/>
                <a:ext cx="160200" cy="19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8ECEABC-075B-7418-AB09-5A767B64BB2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26022" y="4307252"/>
                  <a:ext cx="1778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0E8F665-0CEB-3BBA-B882-5608A6BA3F79}"/>
                    </a:ext>
                  </a:extLst>
                </p14:cNvPr>
                <p14:cNvContentPartPr/>
                <p14:nvPr/>
              </p14:nvContentPartPr>
              <p14:xfrm>
                <a:off x="631062" y="4624412"/>
                <a:ext cx="111600" cy="7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0E8F665-0CEB-3BBA-B882-5608A6BA3F7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22422" y="4615412"/>
                  <a:ext cx="1292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80E0DB8-EA9C-2C79-1ABB-FBDBB5F10E48}"/>
                    </a:ext>
                  </a:extLst>
                </p14:cNvPr>
                <p14:cNvContentPartPr/>
                <p14:nvPr/>
              </p14:nvContentPartPr>
              <p14:xfrm>
                <a:off x="1267902" y="4595252"/>
                <a:ext cx="245520" cy="111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80E0DB8-EA9C-2C79-1ABB-FBDBB5F10E4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259262" y="4586612"/>
                  <a:ext cx="263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0CD520E-8928-89CB-EECE-3D21863CF03F}"/>
                    </a:ext>
                  </a:extLst>
                </p14:cNvPr>
                <p14:cNvContentPartPr/>
                <p14:nvPr/>
              </p14:nvContentPartPr>
              <p14:xfrm>
                <a:off x="644742" y="4880732"/>
                <a:ext cx="178200" cy="7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0CD520E-8928-89CB-EECE-3D21863CF03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35742" y="4872092"/>
                  <a:ext cx="1958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4B2842C-E2E2-B54D-3CC5-B14925DD9D37}"/>
                    </a:ext>
                  </a:extLst>
                </p14:cNvPr>
                <p14:cNvContentPartPr/>
                <p14:nvPr/>
              </p14:nvContentPartPr>
              <p14:xfrm>
                <a:off x="1328742" y="4867772"/>
                <a:ext cx="239040" cy="205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4B2842C-E2E2-B54D-3CC5-B14925DD9D3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319742" y="4858772"/>
                  <a:ext cx="2566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A5746A1-9A16-4DD2-FF49-432D50AEDC7F}"/>
                    </a:ext>
                  </a:extLst>
                </p14:cNvPr>
                <p14:cNvContentPartPr/>
                <p14:nvPr/>
              </p14:nvContentPartPr>
              <p14:xfrm>
                <a:off x="1196982" y="5189972"/>
                <a:ext cx="360" cy="320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A5746A1-9A16-4DD2-FF49-432D50AEDC7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88342" y="5181332"/>
                  <a:ext cx="180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F674B81-DD89-BCB3-E57A-7A5703EA20EC}"/>
                    </a:ext>
                  </a:extLst>
                </p14:cNvPr>
                <p14:cNvContentPartPr/>
                <p14:nvPr/>
              </p14:nvContentPartPr>
              <p14:xfrm>
                <a:off x="1169982" y="5071172"/>
                <a:ext cx="872280" cy="2192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F674B81-DD89-BCB3-E57A-7A5703EA20E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60982" y="5062172"/>
                  <a:ext cx="8899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3048201-E59F-48ED-5ADE-504068F2909E}"/>
                    </a:ext>
                  </a:extLst>
                </p14:cNvPr>
                <p14:cNvContentPartPr/>
                <p14:nvPr/>
              </p14:nvContentPartPr>
              <p14:xfrm>
                <a:off x="1339182" y="5150372"/>
                <a:ext cx="77040" cy="986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3048201-E59F-48ED-5ADE-504068F2909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330182" y="5141372"/>
                  <a:ext cx="946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1FAA30C2-5634-A497-892A-C46720B0F9CE}"/>
                    </a:ext>
                  </a:extLst>
                </p14:cNvPr>
                <p14:cNvContentPartPr/>
                <p14:nvPr/>
              </p14:nvContentPartPr>
              <p14:xfrm>
                <a:off x="1446822" y="5189972"/>
                <a:ext cx="14400" cy="38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1FAA30C2-5634-A497-892A-C46720B0F9C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438182" y="5181332"/>
                  <a:ext cx="320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2333312-137D-EF3C-AB69-B0D8ED8CD9CE}"/>
                    </a:ext>
                  </a:extLst>
                </p14:cNvPr>
                <p14:cNvContentPartPr/>
                <p14:nvPr/>
              </p14:nvContentPartPr>
              <p14:xfrm>
                <a:off x="1509102" y="5144252"/>
                <a:ext cx="3960" cy="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2333312-137D-EF3C-AB69-B0D8ED8CD9C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500462" y="5135252"/>
                  <a:ext cx="21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77C3587-1EE4-0762-23F5-6D1B27158DF9}"/>
                    </a:ext>
                  </a:extLst>
                </p14:cNvPr>
                <p14:cNvContentPartPr/>
                <p14:nvPr/>
              </p14:nvContentPartPr>
              <p14:xfrm>
                <a:off x="1532502" y="5178452"/>
                <a:ext cx="255600" cy="48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77C3587-1EE4-0762-23F5-6D1B27158DF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523862" y="5169812"/>
                  <a:ext cx="2732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97E9AC5-0816-0E2A-AE8F-CDA654F4C114}"/>
                    </a:ext>
                  </a:extLst>
                </p14:cNvPr>
                <p14:cNvContentPartPr/>
                <p14:nvPr/>
              </p14:nvContentPartPr>
              <p14:xfrm>
                <a:off x="2210382" y="5191772"/>
                <a:ext cx="103320" cy="1378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97E9AC5-0816-0E2A-AE8F-CDA654F4C11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201382" y="5182772"/>
                  <a:ext cx="1209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3580E4F-6015-8DA8-1A67-73844D101ED8}"/>
                    </a:ext>
                  </a:extLst>
                </p14:cNvPr>
                <p14:cNvContentPartPr/>
                <p14:nvPr/>
              </p14:nvContentPartPr>
              <p14:xfrm>
                <a:off x="2282742" y="5157212"/>
                <a:ext cx="37800" cy="72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3580E4F-6015-8DA8-1A67-73844D101ED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273742" y="5148212"/>
                  <a:ext cx="554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CB956A7E-FD69-29DC-176E-2690BB450E31}"/>
                    </a:ext>
                  </a:extLst>
                </p14:cNvPr>
                <p14:cNvContentPartPr/>
                <p14:nvPr/>
              </p14:nvContentPartPr>
              <p14:xfrm>
                <a:off x="2407662" y="5170172"/>
                <a:ext cx="26640" cy="550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CB956A7E-FD69-29DC-176E-2690BB450E3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398662" y="5161532"/>
                  <a:ext cx="4428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34357647-4F66-4A57-1D06-729ABA26A996}"/>
                    </a:ext>
                  </a:extLst>
                </p14:cNvPr>
                <p14:cNvContentPartPr/>
                <p14:nvPr/>
              </p14:nvContentPartPr>
              <p14:xfrm>
                <a:off x="2543382" y="5236412"/>
                <a:ext cx="7920" cy="576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34357647-4F66-4A57-1D06-729ABA26A99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534742" y="5227412"/>
                  <a:ext cx="255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1BC94E17-D883-0CAB-ECA8-747449757E6F}"/>
                    </a:ext>
                  </a:extLst>
                </p14:cNvPr>
                <p14:cNvContentPartPr/>
                <p14:nvPr/>
              </p14:nvContentPartPr>
              <p14:xfrm>
                <a:off x="2585142" y="5340092"/>
                <a:ext cx="23760" cy="86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1BC94E17-D883-0CAB-ECA8-747449757E6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576502" y="5331092"/>
                  <a:ext cx="414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696CB5C-C831-FD2D-5056-EE7E823A59C9}"/>
                    </a:ext>
                  </a:extLst>
                </p14:cNvPr>
                <p14:cNvContentPartPr/>
                <p14:nvPr/>
              </p14:nvContentPartPr>
              <p14:xfrm>
                <a:off x="2461662" y="5192852"/>
                <a:ext cx="91080" cy="2156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696CB5C-C831-FD2D-5056-EE7E823A59C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453022" y="5183852"/>
                  <a:ext cx="1087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C1A9B70-7F9F-F185-6904-A4DEA18727FC}"/>
                    </a:ext>
                  </a:extLst>
                </p14:cNvPr>
                <p14:cNvContentPartPr/>
                <p14:nvPr/>
              </p14:nvContentPartPr>
              <p14:xfrm>
                <a:off x="1905462" y="4571492"/>
                <a:ext cx="596520" cy="345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C1A9B70-7F9F-F185-6904-A4DEA18727F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896822" y="4562492"/>
                  <a:ext cx="6141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3FCE33E-93A7-E012-580D-3D45049D018E}"/>
                    </a:ext>
                  </a:extLst>
                </p14:cNvPr>
                <p14:cNvContentPartPr/>
                <p14:nvPr/>
              </p14:nvContentPartPr>
              <p14:xfrm>
                <a:off x="2417022" y="4493012"/>
                <a:ext cx="114480" cy="183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3FCE33E-93A7-E012-580D-3D45049D018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408382" y="4484372"/>
                  <a:ext cx="13212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0EBDE85-78F6-65DB-4E81-D474E94AD320}"/>
                    </a:ext>
                  </a:extLst>
                </p14:cNvPr>
                <p14:cNvContentPartPr/>
                <p14:nvPr/>
              </p14:nvContentPartPr>
              <p14:xfrm>
                <a:off x="1940382" y="2545772"/>
                <a:ext cx="5464440" cy="2000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0EBDE85-78F6-65DB-4E81-D474E94AD32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931382" y="2537132"/>
                  <a:ext cx="5482080" cy="20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FEA9CDE-25DE-BE52-79DA-693CF5EAA6DB}"/>
                    </a:ext>
                  </a:extLst>
                </p14:cNvPr>
                <p14:cNvContentPartPr/>
                <p14:nvPr/>
              </p14:nvContentPartPr>
              <p14:xfrm>
                <a:off x="7297902" y="2492852"/>
                <a:ext cx="188640" cy="22212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FEA9CDE-25DE-BE52-79DA-693CF5EAA6D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289262" y="2484212"/>
                  <a:ext cx="20628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55566407-057B-3933-03D7-87C136E8F146}"/>
                    </a:ext>
                  </a:extLst>
                </p14:cNvPr>
                <p14:cNvContentPartPr/>
                <p14:nvPr/>
              </p14:nvContentPartPr>
              <p14:xfrm>
                <a:off x="1974582" y="2720012"/>
                <a:ext cx="5670360" cy="17722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55566407-057B-3933-03D7-87C136E8F14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965582" y="2711372"/>
                  <a:ext cx="5688000" cy="178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551DF16-D0D4-7C91-6BCB-04CE11B102AB}"/>
                    </a:ext>
                  </a:extLst>
                </p14:cNvPr>
                <p14:cNvContentPartPr/>
                <p14:nvPr/>
              </p14:nvContentPartPr>
              <p14:xfrm>
                <a:off x="1959102" y="4366292"/>
                <a:ext cx="129600" cy="1972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551DF16-D0D4-7C91-6BCB-04CE11B102A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950102" y="4357292"/>
                  <a:ext cx="14724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D2B38B5D-5DB9-26ED-A057-9EA776A61F64}"/>
                    </a:ext>
                  </a:extLst>
                </p14:cNvPr>
                <p14:cNvContentPartPr/>
                <p14:nvPr/>
              </p14:nvContentPartPr>
              <p14:xfrm>
                <a:off x="2894742" y="4369532"/>
                <a:ext cx="2084400" cy="129528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D2B38B5D-5DB9-26ED-A057-9EA776A61F6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886102" y="4360892"/>
                  <a:ext cx="2102040" cy="13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8AD6994-2600-9ED6-5C41-63BD6C6F1CED}"/>
                    </a:ext>
                  </a:extLst>
                </p14:cNvPr>
                <p14:cNvContentPartPr/>
                <p14:nvPr/>
              </p14:nvContentPartPr>
              <p14:xfrm>
                <a:off x="3256182" y="4337492"/>
                <a:ext cx="1827720" cy="12423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8AD6994-2600-9ED6-5C41-63BD6C6F1CE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247182" y="4328852"/>
                  <a:ext cx="1845360" cy="12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BD3099D-7D7F-7479-C77F-AFF5414D7A0D}"/>
                    </a:ext>
                  </a:extLst>
                </p14:cNvPr>
                <p14:cNvContentPartPr/>
                <p14:nvPr/>
              </p14:nvContentPartPr>
              <p14:xfrm>
                <a:off x="4190742" y="4767692"/>
                <a:ext cx="241920" cy="151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BD3099D-7D7F-7479-C77F-AFF5414D7A0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181742" y="4758692"/>
                  <a:ext cx="2595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C50D2ADA-5381-BF0A-9530-6B7706C966C3}"/>
                    </a:ext>
                  </a:extLst>
                </p14:cNvPr>
                <p14:cNvContentPartPr/>
                <p14:nvPr/>
              </p14:nvContentPartPr>
              <p14:xfrm>
                <a:off x="4210182" y="4920332"/>
                <a:ext cx="253800" cy="133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C50D2ADA-5381-BF0A-9530-6B7706C966C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201182" y="4911692"/>
                  <a:ext cx="2714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38BDA21-1BA8-DBE7-9CA0-95A9439B794F}"/>
                    </a:ext>
                  </a:extLst>
                </p14:cNvPr>
                <p14:cNvContentPartPr/>
                <p14:nvPr/>
              </p14:nvContentPartPr>
              <p14:xfrm>
                <a:off x="4171662" y="5150732"/>
                <a:ext cx="218160" cy="144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38BDA21-1BA8-DBE7-9CA0-95A9439B794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162662" y="5141732"/>
                  <a:ext cx="2358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F57B19C-1CD6-F9F7-AFC2-6AEA80191D4B}"/>
                    </a:ext>
                  </a:extLst>
                </p14:cNvPr>
                <p14:cNvContentPartPr/>
                <p14:nvPr/>
              </p14:nvContentPartPr>
              <p14:xfrm>
                <a:off x="4190382" y="5308772"/>
                <a:ext cx="110520" cy="205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F57B19C-1CD6-F9F7-AFC2-6AEA80191D4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4181382" y="5299772"/>
                  <a:ext cx="1281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CF1B6D4-310C-B2D0-5033-3634F7029349}"/>
                    </a:ext>
                  </a:extLst>
                </p14:cNvPr>
                <p14:cNvContentPartPr/>
                <p14:nvPr/>
              </p14:nvContentPartPr>
              <p14:xfrm>
                <a:off x="4409982" y="5477972"/>
                <a:ext cx="30600" cy="1137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CF1B6D4-310C-B2D0-5033-3634F702934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401342" y="5469332"/>
                  <a:ext cx="482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4F906E07-DA0B-71A7-8FCB-97B24839901B}"/>
                    </a:ext>
                  </a:extLst>
                </p14:cNvPr>
                <p14:cNvContentPartPr/>
                <p14:nvPr/>
              </p14:nvContentPartPr>
              <p14:xfrm>
                <a:off x="4083102" y="5420372"/>
                <a:ext cx="1741320" cy="4190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4F906E07-DA0B-71A7-8FCB-97B24839901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074462" y="5411732"/>
                  <a:ext cx="175896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3DDE4AB-25D2-9655-A3CE-4FEB7871BD1D}"/>
                    </a:ext>
                  </a:extLst>
                </p14:cNvPr>
                <p14:cNvContentPartPr/>
                <p14:nvPr/>
              </p14:nvContentPartPr>
              <p14:xfrm>
                <a:off x="4782942" y="5514332"/>
                <a:ext cx="184680" cy="199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3DDE4AB-25D2-9655-A3CE-4FEB7871BD1D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773942" y="5505332"/>
                  <a:ext cx="2023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F2B4FED5-F0F0-8204-7214-D7A7A5F849D5}"/>
                    </a:ext>
                  </a:extLst>
                </p14:cNvPr>
                <p14:cNvContentPartPr/>
                <p14:nvPr/>
              </p14:nvContentPartPr>
              <p14:xfrm>
                <a:off x="4874382" y="5610812"/>
                <a:ext cx="268560" cy="2034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F2B4FED5-F0F0-8204-7214-D7A7A5F849D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865382" y="5602172"/>
                  <a:ext cx="2862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C818420-1864-B909-7269-2A21422B147C}"/>
                    </a:ext>
                  </a:extLst>
                </p14:cNvPr>
                <p14:cNvContentPartPr/>
                <p14:nvPr/>
              </p14:nvContentPartPr>
              <p14:xfrm>
                <a:off x="5199102" y="5605052"/>
                <a:ext cx="87840" cy="2034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C818420-1864-B909-7269-2A21422B147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190462" y="5596052"/>
                  <a:ext cx="10548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3E96EC6-F6D8-B86B-831E-224971598F5C}"/>
                    </a:ext>
                  </a:extLst>
                </p14:cNvPr>
                <p14:cNvContentPartPr/>
                <p14:nvPr/>
              </p14:nvContentPartPr>
              <p14:xfrm>
                <a:off x="5328342" y="5610092"/>
                <a:ext cx="19800" cy="1645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3E96EC6-F6D8-B86B-831E-224971598F5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319342" y="5601452"/>
                  <a:ext cx="3744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AD31410-2B32-677A-D7D7-8CE4795E458A}"/>
                    </a:ext>
                  </a:extLst>
                </p14:cNvPr>
                <p14:cNvContentPartPr/>
                <p14:nvPr/>
              </p14:nvContentPartPr>
              <p14:xfrm>
                <a:off x="5373702" y="5676692"/>
                <a:ext cx="144360" cy="2588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AD31410-2B32-677A-D7D7-8CE4795E458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365062" y="5667692"/>
                  <a:ext cx="1620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2AA7FC1-6DE9-192F-602F-2961429689B4}"/>
                    </a:ext>
                  </a:extLst>
                </p14:cNvPr>
                <p14:cNvContentPartPr/>
                <p14:nvPr/>
              </p14:nvContentPartPr>
              <p14:xfrm>
                <a:off x="5490342" y="4550252"/>
                <a:ext cx="2135520" cy="10551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2AA7FC1-6DE9-192F-602F-2961429689B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481342" y="4541612"/>
                  <a:ext cx="2153160" cy="10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A54AF5A-B950-658C-F1F5-BA3A72B6FFF8}"/>
                    </a:ext>
                  </a:extLst>
                </p14:cNvPr>
                <p14:cNvContentPartPr/>
                <p14:nvPr/>
              </p14:nvContentPartPr>
              <p14:xfrm>
                <a:off x="7563222" y="4457372"/>
                <a:ext cx="188640" cy="2718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A54AF5A-B950-658C-F1F5-BA3A72B6FFF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554222" y="4448372"/>
                  <a:ext cx="206280" cy="28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FEB210F-C4AC-D3EA-511E-C5B87FCCC045}"/>
                    </a:ext>
                  </a:extLst>
                </p14:cNvPr>
                <p14:cNvContentPartPr/>
                <p14:nvPr/>
              </p14:nvContentPartPr>
              <p14:xfrm>
                <a:off x="8012862" y="4257932"/>
                <a:ext cx="221040" cy="2804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FEB210F-C4AC-D3EA-511E-C5B87FCCC04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004222" y="4249292"/>
                  <a:ext cx="2386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234B165-D1BC-9082-0216-42754AB416E4}"/>
                    </a:ext>
                  </a:extLst>
                </p14:cNvPr>
                <p14:cNvContentPartPr/>
                <p14:nvPr/>
              </p14:nvContentPartPr>
              <p14:xfrm>
                <a:off x="8353422" y="4225532"/>
                <a:ext cx="367200" cy="2977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234B165-D1BC-9082-0216-42754AB416E4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344422" y="4216892"/>
                  <a:ext cx="3848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7186FCE-119F-6637-4C62-A04E5DA27011}"/>
                    </a:ext>
                  </a:extLst>
                </p14:cNvPr>
                <p14:cNvContentPartPr/>
                <p14:nvPr/>
              </p14:nvContentPartPr>
              <p14:xfrm>
                <a:off x="8631342" y="4334972"/>
                <a:ext cx="178560" cy="1335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7186FCE-119F-6637-4C62-A04E5DA2701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622702" y="4326332"/>
                  <a:ext cx="1962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F48DC89-B0F2-EDF9-BA57-13070CB8FB41}"/>
                    </a:ext>
                  </a:extLst>
                </p14:cNvPr>
                <p14:cNvContentPartPr/>
                <p14:nvPr/>
              </p14:nvContentPartPr>
              <p14:xfrm>
                <a:off x="8861022" y="4217612"/>
                <a:ext cx="360" cy="522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F48DC89-B0F2-EDF9-BA57-13070CB8FB4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852022" y="4208612"/>
                  <a:ext cx="180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1D45362-46C4-6EE8-4EC6-8FC29E33145F}"/>
                    </a:ext>
                  </a:extLst>
                </p14:cNvPr>
                <p14:cNvContentPartPr/>
                <p14:nvPr/>
              </p14:nvContentPartPr>
              <p14:xfrm>
                <a:off x="8921502" y="4289252"/>
                <a:ext cx="406800" cy="2318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1D45362-46C4-6EE8-4EC6-8FC29E33145F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912862" y="4280612"/>
                  <a:ext cx="4244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46AC84D-BB89-C14F-0595-B4642EF7D4DE}"/>
                    </a:ext>
                  </a:extLst>
                </p14:cNvPr>
                <p14:cNvContentPartPr/>
                <p14:nvPr/>
              </p14:nvContentPartPr>
              <p14:xfrm>
                <a:off x="8034102" y="4552052"/>
                <a:ext cx="1807560" cy="1155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46AC84D-BB89-C14F-0595-B4642EF7D4DE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025102" y="4543052"/>
                  <a:ext cx="18252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9017D8D-974F-F47E-C8B7-BF4BFEABDA03}"/>
                    </a:ext>
                  </a:extLst>
                </p14:cNvPr>
                <p14:cNvContentPartPr/>
                <p14:nvPr/>
              </p14:nvContentPartPr>
              <p14:xfrm>
                <a:off x="8879742" y="4900532"/>
                <a:ext cx="891360" cy="190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9017D8D-974F-F47E-C8B7-BF4BFEABDA03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871102" y="4891892"/>
                  <a:ext cx="9090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1125DA7-24C2-4F4F-FA86-A855148D43A6}"/>
                    </a:ext>
                  </a:extLst>
                </p14:cNvPr>
                <p14:cNvContentPartPr/>
                <p14:nvPr/>
              </p14:nvContentPartPr>
              <p14:xfrm>
                <a:off x="9051822" y="5269172"/>
                <a:ext cx="700200" cy="666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1125DA7-24C2-4F4F-FA86-A855148D43A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042822" y="5260172"/>
                  <a:ext cx="7178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062ABC78-8C97-FB7A-BB15-7AD47CC23E26}"/>
                    </a:ext>
                  </a:extLst>
                </p14:cNvPr>
                <p14:cNvContentPartPr/>
                <p14:nvPr/>
              </p14:nvContentPartPr>
              <p14:xfrm>
                <a:off x="8961462" y="5683532"/>
                <a:ext cx="808560" cy="1252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062ABC78-8C97-FB7A-BB15-7AD47CC23E2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952822" y="5674532"/>
                  <a:ext cx="8262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7C63179-A766-BFF8-8C3F-35C6EE00E1C9}"/>
                    </a:ext>
                  </a:extLst>
                </p14:cNvPr>
                <p14:cNvContentPartPr/>
                <p14:nvPr/>
              </p14:nvContentPartPr>
              <p14:xfrm>
                <a:off x="10132542" y="4886132"/>
                <a:ext cx="825480" cy="6170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7C63179-A766-BFF8-8C3F-35C6EE00E1C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123902" y="4877132"/>
                  <a:ext cx="843120" cy="63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6C713F7-0F93-B4F7-E455-88D0ABCC3E1B}"/>
                    </a:ext>
                  </a:extLst>
                </p14:cNvPr>
                <p14:cNvContentPartPr/>
                <p14:nvPr/>
              </p14:nvContentPartPr>
              <p14:xfrm>
                <a:off x="954702" y="1665572"/>
                <a:ext cx="183600" cy="382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6C713F7-0F93-B4F7-E455-88D0ABCC3E1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46062" y="1656572"/>
                  <a:ext cx="20124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79AE7AE-6EBF-8CF1-84FE-2F0CD479B79E}"/>
                    </a:ext>
                  </a:extLst>
                </p14:cNvPr>
                <p14:cNvContentPartPr/>
                <p14:nvPr/>
              </p14:nvContentPartPr>
              <p14:xfrm>
                <a:off x="1165302" y="1687172"/>
                <a:ext cx="118440" cy="208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79AE7AE-6EBF-8CF1-84FE-2F0CD479B79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56302" y="1678172"/>
                  <a:ext cx="1360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F07A957-7D64-8423-81AA-6DAF2B62AE44}"/>
                    </a:ext>
                  </a:extLst>
                </p14:cNvPr>
                <p14:cNvContentPartPr/>
                <p14:nvPr/>
              </p14:nvContentPartPr>
              <p14:xfrm>
                <a:off x="1349622" y="1636052"/>
                <a:ext cx="19800" cy="212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F07A957-7D64-8423-81AA-6DAF2B62AE4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340982" y="1627412"/>
                  <a:ext cx="374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693C5A7-57A7-B38C-D433-1D910B65BF54}"/>
                    </a:ext>
                  </a:extLst>
                </p14:cNvPr>
                <p14:cNvContentPartPr/>
                <p14:nvPr/>
              </p14:nvContentPartPr>
              <p14:xfrm>
                <a:off x="1307502" y="1737212"/>
                <a:ext cx="82440" cy="324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693C5A7-57A7-B38C-D433-1D910B65BF54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298502" y="1728572"/>
                  <a:ext cx="10008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48FABA9-328A-0C18-921C-953D64C8F21D}"/>
                    </a:ext>
                  </a:extLst>
                </p14:cNvPr>
                <p14:cNvContentPartPr/>
                <p14:nvPr/>
              </p14:nvContentPartPr>
              <p14:xfrm>
                <a:off x="1613142" y="1647932"/>
                <a:ext cx="12960" cy="191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48FABA9-328A-0C18-921C-953D64C8F21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604142" y="1638932"/>
                  <a:ext cx="3060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B7EAE89-FDE7-94E6-61D1-C7BA72BFC899}"/>
                    </a:ext>
                  </a:extLst>
                </p14:cNvPr>
                <p14:cNvContentPartPr/>
                <p14:nvPr/>
              </p14:nvContentPartPr>
              <p14:xfrm>
                <a:off x="1519542" y="1829012"/>
                <a:ext cx="146160" cy="12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B7EAE89-FDE7-94E6-61D1-C7BA72BFC89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510902" y="1820372"/>
                  <a:ext cx="1638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FD50A70-B015-1176-0342-483609160F5E}"/>
                    </a:ext>
                  </a:extLst>
                </p14:cNvPr>
                <p14:cNvContentPartPr/>
                <p14:nvPr/>
              </p14:nvContentPartPr>
              <p14:xfrm>
                <a:off x="1529982" y="1622372"/>
                <a:ext cx="155160" cy="94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FD50A70-B015-1176-0342-483609160F5E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520982" y="1613732"/>
                  <a:ext cx="1728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00F5B96-CA33-58A2-08F4-B23EDD617C57}"/>
                    </a:ext>
                  </a:extLst>
                </p14:cNvPr>
                <p14:cNvContentPartPr/>
                <p14:nvPr/>
              </p14:nvContentPartPr>
              <p14:xfrm>
                <a:off x="1716822" y="1730372"/>
                <a:ext cx="127080" cy="997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00F5B96-CA33-58A2-08F4-B23EDD617C5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707822" y="1721372"/>
                  <a:ext cx="1447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05A2423-8EE8-5420-D5F4-F75A31A48178}"/>
                    </a:ext>
                  </a:extLst>
                </p14:cNvPr>
                <p14:cNvContentPartPr/>
                <p14:nvPr/>
              </p14:nvContentPartPr>
              <p14:xfrm>
                <a:off x="1880622" y="1717772"/>
                <a:ext cx="118080" cy="123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05A2423-8EE8-5420-D5F4-F75A31A4817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871982" y="1708772"/>
                  <a:ext cx="1357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111C3B3-823D-9032-E46E-5C11B4D6A899}"/>
                    </a:ext>
                  </a:extLst>
                </p14:cNvPr>
                <p14:cNvContentPartPr/>
                <p14:nvPr/>
              </p14:nvContentPartPr>
              <p14:xfrm>
                <a:off x="2056302" y="1611212"/>
                <a:ext cx="180720" cy="217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111C3B3-823D-9032-E46E-5C11B4D6A89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047302" y="1602572"/>
                  <a:ext cx="1983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6919E85-3CCD-4271-3A93-9DD2C2AD7E9A}"/>
                    </a:ext>
                  </a:extLst>
                </p14:cNvPr>
                <p14:cNvContentPartPr/>
                <p14:nvPr/>
              </p14:nvContentPartPr>
              <p14:xfrm>
                <a:off x="2288862" y="1607252"/>
                <a:ext cx="244440" cy="227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6919E85-3CCD-4271-3A93-9DD2C2AD7E9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279862" y="1598252"/>
                  <a:ext cx="26208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3280453-3649-67E0-3CB9-F30748902B87}"/>
                    </a:ext>
                  </a:extLst>
                </p14:cNvPr>
                <p14:cNvContentPartPr/>
                <p14:nvPr/>
              </p14:nvContentPartPr>
              <p14:xfrm>
                <a:off x="2646342" y="1641092"/>
                <a:ext cx="74520" cy="220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3280453-3649-67E0-3CB9-F30748902B8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637702" y="1632092"/>
                  <a:ext cx="921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6C0EAAA-7C29-AB55-FD02-ED05CC867F82}"/>
                    </a:ext>
                  </a:extLst>
                </p14:cNvPr>
                <p14:cNvContentPartPr/>
                <p14:nvPr/>
              </p14:nvContentPartPr>
              <p14:xfrm>
                <a:off x="2920662" y="1644332"/>
                <a:ext cx="108720" cy="2257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6C0EAAA-7C29-AB55-FD02-ED05CC867F82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912022" y="1635692"/>
                  <a:ext cx="12636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1B5F08E-A731-A693-0A58-7D26F1BF137C}"/>
                    </a:ext>
                  </a:extLst>
                </p14:cNvPr>
                <p14:cNvContentPartPr/>
                <p14:nvPr/>
              </p14:nvContentPartPr>
              <p14:xfrm>
                <a:off x="2546982" y="1328972"/>
                <a:ext cx="74880" cy="1249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1B5F08E-A731-A693-0A58-7D26F1BF137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537982" y="1319972"/>
                  <a:ext cx="925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43FDAD3-31CA-F88B-9ECC-986701AB0098}"/>
                    </a:ext>
                  </a:extLst>
                </p14:cNvPr>
                <p14:cNvContentPartPr/>
                <p14:nvPr/>
              </p14:nvContentPartPr>
              <p14:xfrm>
                <a:off x="2554182" y="1260212"/>
                <a:ext cx="31320" cy="9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43FDAD3-31CA-F88B-9ECC-986701AB009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545182" y="1251572"/>
                  <a:ext cx="489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01C6C8D-B526-7125-0C8B-8C47A3E645BE}"/>
                    </a:ext>
                  </a:extLst>
                </p14:cNvPr>
                <p14:cNvContentPartPr/>
                <p14:nvPr/>
              </p14:nvContentPartPr>
              <p14:xfrm>
                <a:off x="2657142" y="1245812"/>
                <a:ext cx="180720" cy="2142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01C6C8D-B526-7125-0C8B-8C47A3E645BE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648142" y="1237172"/>
                  <a:ext cx="19836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73AB6D3-1848-8A79-DCAF-AF9D1FC5A40D}"/>
                    </a:ext>
                  </a:extLst>
                </p14:cNvPr>
                <p14:cNvContentPartPr/>
                <p14:nvPr/>
              </p14:nvContentPartPr>
              <p14:xfrm>
                <a:off x="2454102" y="1295852"/>
                <a:ext cx="126720" cy="2246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73AB6D3-1848-8A79-DCAF-AF9D1FC5A40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445102" y="1286852"/>
                  <a:ext cx="14436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F2FB10B-EE95-E031-BD15-DE9C6FC64098}"/>
                    </a:ext>
                  </a:extLst>
                </p14:cNvPr>
                <p14:cNvContentPartPr/>
                <p14:nvPr/>
              </p14:nvContentPartPr>
              <p14:xfrm>
                <a:off x="2979702" y="1244012"/>
                <a:ext cx="114840" cy="241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F2FB10B-EE95-E031-BD15-DE9C6FC6409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971062" y="1235012"/>
                  <a:ext cx="13248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E2EF799-9AEF-79A9-801B-E4DB7C675459}"/>
                    </a:ext>
                  </a:extLst>
                </p14:cNvPr>
                <p14:cNvContentPartPr/>
                <p14:nvPr/>
              </p14:nvContentPartPr>
              <p14:xfrm>
                <a:off x="2974302" y="1387652"/>
                <a:ext cx="53280" cy="88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E2EF799-9AEF-79A9-801B-E4DB7C67545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965302" y="1379012"/>
                  <a:ext cx="709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2B2560A-DD2D-0F8E-D163-F1AB6D48E718}"/>
                    </a:ext>
                  </a:extLst>
                </p14:cNvPr>
                <p14:cNvContentPartPr/>
                <p14:nvPr/>
              </p14:nvContentPartPr>
              <p14:xfrm>
                <a:off x="3221982" y="1282892"/>
                <a:ext cx="133920" cy="648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2B2560A-DD2D-0F8E-D163-F1AB6D48E71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213342" y="1273892"/>
                  <a:ext cx="1515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2E03028-B5EA-E12B-FFEA-246310A9DCD9}"/>
                    </a:ext>
                  </a:extLst>
                </p14:cNvPr>
                <p14:cNvContentPartPr/>
                <p14:nvPr/>
              </p14:nvContentPartPr>
              <p14:xfrm>
                <a:off x="3395862" y="1248692"/>
                <a:ext cx="96480" cy="175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2E03028-B5EA-E12B-FFEA-246310A9DCD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386862" y="1240052"/>
                  <a:ext cx="1141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CAF2AF9-60D1-6DAC-E443-9B72D4210CA0}"/>
                    </a:ext>
                  </a:extLst>
                </p14:cNvPr>
                <p14:cNvContentPartPr/>
                <p14:nvPr/>
              </p14:nvContentPartPr>
              <p14:xfrm>
                <a:off x="3512862" y="1349132"/>
                <a:ext cx="68040" cy="975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CAF2AF9-60D1-6DAC-E443-9B72D4210CA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504222" y="1340492"/>
                  <a:ext cx="856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7F95C06-17E1-AD2E-67E0-BBC419E1BF18}"/>
                    </a:ext>
                  </a:extLst>
                </p14:cNvPr>
                <p14:cNvContentPartPr/>
                <p14:nvPr/>
              </p14:nvContentPartPr>
              <p14:xfrm>
                <a:off x="1634022" y="1035932"/>
                <a:ext cx="31320" cy="6022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7F95C06-17E1-AD2E-67E0-BBC419E1BF1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625022" y="1026932"/>
                  <a:ext cx="48960" cy="61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05A7BF5A-F7CA-DB55-26D3-CFB91EC1BBF7}"/>
                    </a:ext>
                  </a:extLst>
                </p14:cNvPr>
                <p14:cNvContentPartPr/>
                <p14:nvPr/>
              </p14:nvContentPartPr>
              <p14:xfrm>
                <a:off x="1550142" y="1454972"/>
                <a:ext cx="223920" cy="1242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05A7BF5A-F7CA-DB55-26D3-CFB91EC1BBF7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541142" y="1445972"/>
                  <a:ext cx="2415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823E1F1-761D-4C3F-BC0B-5F8600C29410}"/>
                    </a:ext>
                  </a:extLst>
                </p14:cNvPr>
                <p14:cNvContentPartPr/>
                <p14:nvPr/>
              </p14:nvContentPartPr>
              <p14:xfrm>
                <a:off x="670662" y="2611652"/>
                <a:ext cx="183240" cy="4597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823E1F1-761D-4C3F-BC0B-5F8600C2941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61662" y="2602652"/>
                  <a:ext cx="20088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EDD23B7-20B0-828D-E6C1-D2CB7227B440}"/>
                    </a:ext>
                  </a:extLst>
                </p14:cNvPr>
                <p14:cNvContentPartPr/>
                <p14:nvPr/>
              </p14:nvContentPartPr>
              <p14:xfrm>
                <a:off x="947502" y="2647652"/>
                <a:ext cx="129600" cy="1890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EDD23B7-20B0-828D-E6C1-D2CB7227B44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38862" y="2639012"/>
                  <a:ext cx="1472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7354B2D-58ED-61C3-6B78-7EC41114F874}"/>
                    </a:ext>
                  </a:extLst>
                </p14:cNvPr>
                <p14:cNvContentPartPr/>
                <p14:nvPr/>
              </p14:nvContentPartPr>
              <p14:xfrm>
                <a:off x="1147662" y="2547212"/>
                <a:ext cx="60480" cy="1767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7354B2D-58ED-61C3-6B78-7EC41114F87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39022" y="2538572"/>
                  <a:ext cx="7812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C557E58-FA07-41C3-2357-F1FD7CB44543}"/>
                    </a:ext>
                  </a:extLst>
                </p14:cNvPr>
                <p14:cNvContentPartPr/>
                <p14:nvPr/>
              </p14:nvContentPartPr>
              <p14:xfrm>
                <a:off x="1151262" y="2704892"/>
                <a:ext cx="83880" cy="583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C557E58-FA07-41C3-2357-F1FD7CB4454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42262" y="2695892"/>
                  <a:ext cx="1015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DBC01AC-2128-A979-E0BB-F7A2AF983248}"/>
                    </a:ext>
                  </a:extLst>
                </p14:cNvPr>
                <p14:cNvContentPartPr/>
                <p14:nvPr/>
              </p14:nvContentPartPr>
              <p14:xfrm>
                <a:off x="1315422" y="2499332"/>
                <a:ext cx="112320" cy="319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DBC01AC-2128-A979-E0BB-F7A2AF98324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306782" y="2490332"/>
                  <a:ext cx="1299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32575A7-F374-425E-1277-63BB751E35D7}"/>
                    </a:ext>
                  </a:extLst>
                </p14:cNvPr>
                <p14:cNvContentPartPr/>
                <p14:nvPr/>
              </p14:nvContentPartPr>
              <p14:xfrm>
                <a:off x="1584342" y="2606252"/>
                <a:ext cx="125280" cy="140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32575A7-F374-425E-1277-63BB751E35D7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575702" y="2597252"/>
                  <a:ext cx="1429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74ECB1A7-65CA-32E1-FAD7-6374D548784F}"/>
                    </a:ext>
                  </a:extLst>
                </p14:cNvPr>
                <p14:cNvContentPartPr/>
                <p14:nvPr/>
              </p14:nvContentPartPr>
              <p14:xfrm>
                <a:off x="1782702" y="2630732"/>
                <a:ext cx="185400" cy="1526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74ECB1A7-65CA-32E1-FAD7-6374D548784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773702" y="2621732"/>
                  <a:ext cx="2030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C605EF1-379C-DCB2-3041-5AE3EA9BF193}"/>
                    </a:ext>
                  </a:extLst>
                </p14:cNvPr>
                <p14:cNvContentPartPr/>
                <p14:nvPr/>
              </p14:nvContentPartPr>
              <p14:xfrm>
                <a:off x="2048022" y="2667092"/>
                <a:ext cx="120600" cy="1609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C605EF1-379C-DCB2-3041-5AE3EA9BF19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039022" y="2658092"/>
                  <a:ext cx="1382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B308A9D8-0724-2BD2-100B-CA25400176C3}"/>
                    </a:ext>
                  </a:extLst>
                </p14:cNvPr>
                <p14:cNvContentPartPr/>
                <p14:nvPr/>
              </p14:nvContentPartPr>
              <p14:xfrm>
                <a:off x="2299302" y="2668532"/>
                <a:ext cx="79200" cy="1144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B308A9D8-0724-2BD2-100B-CA25400176C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290662" y="2659892"/>
                  <a:ext cx="968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76639C6-A792-52F2-FBE9-418D03D11894}"/>
                    </a:ext>
                  </a:extLst>
                </p14:cNvPr>
                <p14:cNvContentPartPr/>
                <p14:nvPr/>
              </p14:nvContentPartPr>
              <p14:xfrm>
                <a:off x="2447262" y="2543252"/>
                <a:ext cx="34560" cy="2664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76639C6-A792-52F2-FBE9-418D03D1189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438262" y="2534612"/>
                  <a:ext cx="522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B3AF9B2-55BF-A205-F184-F15E2D848DF3}"/>
                    </a:ext>
                  </a:extLst>
                </p14:cNvPr>
                <p14:cNvContentPartPr/>
                <p14:nvPr/>
              </p14:nvContentPartPr>
              <p14:xfrm>
                <a:off x="2422062" y="2658452"/>
                <a:ext cx="100800" cy="1051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B3AF9B2-55BF-A205-F184-F15E2D848DF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413422" y="2649452"/>
                  <a:ext cx="1184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B13B7FBE-B82E-A7D3-8454-67F4F34450D9}"/>
                    </a:ext>
                  </a:extLst>
                </p14:cNvPr>
                <p14:cNvContentPartPr/>
                <p14:nvPr/>
              </p14:nvContentPartPr>
              <p14:xfrm>
                <a:off x="2650662" y="2549732"/>
                <a:ext cx="82800" cy="2887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B13B7FBE-B82E-A7D3-8454-67F4F34450D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641662" y="2541092"/>
                  <a:ext cx="10044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4810F70-FE08-6FE5-E928-19134E430114}"/>
                    </a:ext>
                  </a:extLst>
                </p14:cNvPr>
                <p14:cNvContentPartPr/>
                <p14:nvPr/>
              </p14:nvContentPartPr>
              <p14:xfrm>
                <a:off x="3030822" y="2631452"/>
                <a:ext cx="62640" cy="1965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4810F70-FE08-6FE5-E928-19134E43011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022182" y="2622452"/>
                  <a:ext cx="802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01A6332-D3FE-CDA6-BC11-FBCA58B164A4}"/>
                    </a:ext>
                  </a:extLst>
                </p14:cNvPr>
                <p14:cNvContentPartPr/>
                <p14:nvPr/>
              </p14:nvContentPartPr>
              <p14:xfrm>
                <a:off x="843822" y="3014492"/>
                <a:ext cx="2490120" cy="496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01A6332-D3FE-CDA6-BC11-FBCA58B164A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34822" y="3005852"/>
                  <a:ext cx="250776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0CABBFD2-123E-E8DA-A334-8E86B0425D84}"/>
              </a:ext>
            </a:extLst>
          </p:cNvPr>
          <p:cNvGrpSpPr/>
          <p:nvPr/>
        </p:nvGrpSpPr>
        <p:grpSpPr>
          <a:xfrm>
            <a:off x="262422" y="2663132"/>
            <a:ext cx="209880" cy="291240"/>
            <a:chOff x="262422" y="2663132"/>
            <a:chExt cx="209880" cy="29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CF26FE23-D71F-B231-454F-2A1F15D1264F}"/>
                    </a:ext>
                  </a:extLst>
                </p14:cNvPr>
                <p14:cNvContentPartPr/>
                <p14:nvPr/>
              </p14:nvContentPartPr>
              <p14:xfrm>
                <a:off x="308862" y="2663132"/>
                <a:ext cx="151920" cy="2188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CF26FE23-D71F-B231-454F-2A1F15D1264F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99862" y="2654492"/>
                  <a:ext cx="1695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1EE010C-91C1-DDC3-0BF1-9FF12C283B10}"/>
                    </a:ext>
                  </a:extLst>
                </p14:cNvPr>
                <p14:cNvContentPartPr/>
                <p14:nvPr/>
              </p14:nvContentPartPr>
              <p14:xfrm>
                <a:off x="262422" y="2676452"/>
                <a:ext cx="209880" cy="2779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1EE010C-91C1-DDC3-0BF1-9FF12C283B1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53422" y="2667452"/>
                  <a:ext cx="227520" cy="29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850C2068-EA3D-0F3F-0045-5314FCEA855F}"/>
                  </a:ext>
                </a:extLst>
              </p14:cNvPr>
              <p14:cNvContentPartPr/>
              <p14:nvPr/>
            </p14:nvContentPartPr>
            <p14:xfrm>
              <a:off x="381222" y="1604012"/>
              <a:ext cx="370800" cy="40716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850C2068-EA3D-0F3F-0045-5314FCEA855F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372582" y="1595372"/>
                <a:ext cx="388440" cy="42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57855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66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076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53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4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250+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50,000+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25000+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CCC398-65A7-46D8-A239-10DEF44C09D8}"/>
              </a:ext>
            </a:extLst>
          </p:cNvPr>
          <p:cNvSpPr/>
          <p:nvPr/>
        </p:nvSpPr>
        <p:spPr>
          <a:xfrm>
            <a:off x="581024" y="1338826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DD83FDAB-84C0-4E56-A834-5F4759E4D1B1}"/>
              </a:ext>
            </a:extLst>
          </p:cNvPr>
          <p:cNvSpPr/>
          <p:nvPr/>
        </p:nvSpPr>
        <p:spPr>
          <a:xfrm>
            <a:off x="581024" y="309454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6" name="Rectangle: Rounded Corners 1125">
            <a:extLst>
              <a:ext uri="{FF2B5EF4-FFF2-40B4-BE49-F238E27FC236}">
                <a16:creationId xmlns:a16="http://schemas.microsoft.com/office/drawing/2014/main" id="{FED1BB6A-A9A9-4E0A-A8CD-EEFB5750C983}"/>
              </a:ext>
            </a:extLst>
          </p:cNvPr>
          <p:cNvSpPr/>
          <p:nvPr/>
        </p:nvSpPr>
        <p:spPr>
          <a:xfrm>
            <a:off x="581024" y="4850271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3" name="Rectangle: Rounded Corners 1132">
            <a:extLst>
              <a:ext uri="{FF2B5EF4-FFF2-40B4-BE49-F238E27FC236}">
                <a16:creationId xmlns:a16="http://schemas.microsoft.com/office/drawing/2014/main" id="{47299741-729A-4FA6-A73E-373218C0B948}"/>
              </a:ext>
            </a:extLst>
          </p:cNvPr>
          <p:cNvSpPr/>
          <p:nvPr/>
        </p:nvSpPr>
        <p:spPr>
          <a:xfrm>
            <a:off x="6326749" y="1338826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4" name="Rectangle: Rounded Corners 1133">
            <a:extLst>
              <a:ext uri="{FF2B5EF4-FFF2-40B4-BE49-F238E27FC236}">
                <a16:creationId xmlns:a16="http://schemas.microsoft.com/office/drawing/2014/main" id="{E8655933-ABB5-4D15-AE7F-B0D014A5A5FB}"/>
              </a:ext>
            </a:extLst>
          </p:cNvPr>
          <p:cNvSpPr/>
          <p:nvPr/>
        </p:nvSpPr>
        <p:spPr>
          <a:xfrm>
            <a:off x="6326749" y="309454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35" name="Rectangle: Rounded Corners 1134">
            <a:extLst>
              <a:ext uri="{FF2B5EF4-FFF2-40B4-BE49-F238E27FC236}">
                <a16:creationId xmlns:a16="http://schemas.microsoft.com/office/drawing/2014/main" id="{7ADD6B3E-784D-4B47-A705-C73AEB0275B4}"/>
              </a:ext>
            </a:extLst>
          </p:cNvPr>
          <p:cNvSpPr/>
          <p:nvPr/>
        </p:nvSpPr>
        <p:spPr>
          <a:xfrm>
            <a:off x="6326749" y="4850271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E75565-DE97-493A-B6B7-3FEC1D7EC345}"/>
              </a:ext>
            </a:extLst>
          </p:cNvPr>
          <p:cNvGrpSpPr/>
          <p:nvPr/>
        </p:nvGrpSpPr>
        <p:grpSpPr>
          <a:xfrm>
            <a:off x="1245710" y="1591839"/>
            <a:ext cx="3951680" cy="922336"/>
            <a:chOff x="1395616" y="871285"/>
            <a:chExt cx="3825734" cy="1064137"/>
          </a:xfrm>
        </p:grpSpPr>
        <p:sp>
          <p:nvSpPr>
            <p:cNvPr id="1136" name="TextBox 1135">
              <a:extLst>
                <a:ext uri="{FF2B5EF4-FFF2-40B4-BE49-F238E27FC236}">
                  <a16:creationId xmlns:a16="http://schemas.microsoft.com/office/drawing/2014/main" id="{19597974-6BD9-4F46-93D5-8E798AE68BD9}"/>
                </a:ext>
              </a:extLst>
            </p:cNvPr>
            <p:cNvSpPr txBox="1"/>
            <p:nvPr/>
          </p:nvSpPr>
          <p:spPr>
            <a:xfrm>
              <a:off x="2984420" y="1083772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Introduction to HANA Cloud</a:t>
              </a:r>
            </a:p>
          </p:txBody>
        </p:sp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id="{F9DA7F84-AF3C-4C6B-8FBC-ADC07F02F13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38" name="Group 1137">
            <a:extLst>
              <a:ext uri="{FF2B5EF4-FFF2-40B4-BE49-F238E27FC236}">
                <a16:creationId xmlns:a16="http://schemas.microsoft.com/office/drawing/2014/main" id="{1689CC76-F5C8-4D9A-940D-D0E9511DAD27}"/>
              </a:ext>
            </a:extLst>
          </p:cNvPr>
          <p:cNvGrpSpPr/>
          <p:nvPr/>
        </p:nvGrpSpPr>
        <p:grpSpPr>
          <a:xfrm>
            <a:off x="1245710" y="3347558"/>
            <a:ext cx="3951680" cy="922336"/>
            <a:chOff x="1395616" y="871285"/>
            <a:chExt cx="3825734" cy="1064137"/>
          </a:xfrm>
        </p:grpSpPr>
        <p:sp>
          <p:nvSpPr>
            <p:cNvPr id="1139" name="TextBox 1138">
              <a:extLst>
                <a:ext uri="{FF2B5EF4-FFF2-40B4-BE49-F238E27FC236}">
                  <a16:creationId xmlns:a16="http://schemas.microsoft.com/office/drawing/2014/main" id="{0EC594F9-42AA-48F0-91E3-A523A590A6A2}"/>
                </a:ext>
              </a:extLst>
            </p:cNvPr>
            <p:cNvSpPr txBox="1"/>
            <p:nvPr/>
          </p:nvSpPr>
          <p:spPr>
            <a:xfrm>
              <a:off x="2984420" y="1083772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Connecting to HANA Cloud Instance</a:t>
              </a:r>
            </a:p>
          </p:txBody>
        </p:sp>
        <p:sp>
          <p:nvSpPr>
            <p:cNvPr id="1140" name="TextBox 1139">
              <a:extLst>
                <a:ext uri="{FF2B5EF4-FFF2-40B4-BE49-F238E27FC236}">
                  <a16:creationId xmlns:a16="http://schemas.microsoft.com/office/drawing/2014/main" id="{958156DC-3EA6-4EBE-BADE-2321E29D81D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1" name="Group 1140">
            <a:extLst>
              <a:ext uri="{FF2B5EF4-FFF2-40B4-BE49-F238E27FC236}">
                <a16:creationId xmlns:a16="http://schemas.microsoft.com/office/drawing/2014/main" id="{010C7D28-B781-409B-AFDB-2EB8DCBAB471}"/>
              </a:ext>
            </a:extLst>
          </p:cNvPr>
          <p:cNvGrpSpPr/>
          <p:nvPr/>
        </p:nvGrpSpPr>
        <p:grpSpPr>
          <a:xfrm>
            <a:off x="6991434" y="1591839"/>
            <a:ext cx="4359562" cy="922336"/>
            <a:chOff x="1395616" y="871285"/>
            <a:chExt cx="3825734" cy="1064137"/>
          </a:xfrm>
        </p:grpSpPr>
        <p:sp>
          <p:nvSpPr>
            <p:cNvPr id="1142" name="TextBox 1141">
              <a:extLst>
                <a:ext uri="{FF2B5EF4-FFF2-40B4-BE49-F238E27FC236}">
                  <a16:creationId xmlns:a16="http://schemas.microsoft.com/office/drawing/2014/main" id="{3F09AA1F-FEA7-4D17-88ED-2CD603C4E9A6}"/>
                </a:ext>
              </a:extLst>
            </p:cNvPr>
            <p:cNvSpPr txBox="1"/>
            <p:nvPr/>
          </p:nvSpPr>
          <p:spPr>
            <a:xfrm>
              <a:off x="2984420" y="1243564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Identity Provider</a:t>
              </a:r>
            </a:p>
          </p:txBody>
        </p:sp>
        <p:sp>
          <p:nvSpPr>
            <p:cNvPr id="1143" name="TextBox 1142">
              <a:extLst>
                <a:ext uri="{FF2B5EF4-FFF2-40B4-BE49-F238E27FC236}">
                  <a16:creationId xmlns:a16="http://schemas.microsoft.com/office/drawing/2014/main" id="{C88A509D-C2AF-4500-8C21-D7071BE4DE6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04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4" name="Group 1143">
            <a:extLst>
              <a:ext uri="{FF2B5EF4-FFF2-40B4-BE49-F238E27FC236}">
                <a16:creationId xmlns:a16="http://schemas.microsoft.com/office/drawing/2014/main" id="{8A3A5AE5-D342-4BA3-9A55-5165158B260D}"/>
              </a:ext>
            </a:extLst>
          </p:cNvPr>
          <p:cNvGrpSpPr/>
          <p:nvPr/>
        </p:nvGrpSpPr>
        <p:grpSpPr>
          <a:xfrm>
            <a:off x="6991434" y="3347558"/>
            <a:ext cx="4431570" cy="922336"/>
            <a:chOff x="1395616" y="871285"/>
            <a:chExt cx="3825734" cy="1064137"/>
          </a:xfrm>
        </p:grpSpPr>
        <p:sp>
          <p:nvSpPr>
            <p:cNvPr id="1145" name="TextBox 1144">
              <a:extLst>
                <a:ext uri="{FF2B5EF4-FFF2-40B4-BE49-F238E27FC236}">
                  <a16:creationId xmlns:a16="http://schemas.microsoft.com/office/drawing/2014/main" id="{D50FB645-94BC-4B73-BC01-70A868E236E0}"/>
                </a:ext>
              </a:extLst>
            </p:cNvPr>
            <p:cNvSpPr txBox="1"/>
            <p:nvPr/>
          </p:nvSpPr>
          <p:spPr>
            <a:xfrm>
              <a:off x="2984420" y="1083770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JWT Token and Application Router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6" name="TextBox 1145">
              <a:extLst>
                <a:ext uri="{FF2B5EF4-FFF2-40B4-BE49-F238E27FC236}">
                  <a16:creationId xmlns:a16="http://schemas.microsoft.com/office/drawing/2014/main" id="{D6E845BF-0649-4FED-BF91-2541D1DCB0D6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05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17C38255-E89D-4911-9EAA-F048C7DFE484}"/>
              </a:ext>
            </a:extLst>
          </p:cNvPr>
          <p:cNvGrpSpPr/>
          <p:nvPr/>
        </p:nvGrpSpPr>
        <p:grpSpPr>
          <a:xfrm>
            <a:off x="1245710" y="5103281"/>
            <a:ext cx="3951680" cy="922336"/>
            <a:chOff x="1395616" y="871285"/>
            <a:chExt cx="3825734" cy="1064137"/>
          </a:xfrm>
        </p:grpSpPr>
        <p:sp>
          <p:nvSpPr>
            <p:cNvPr id="1148" name="TextBox 1147">
              <a:extLst>
                <a:ext uri="{FF2B5EF4-FFF2-40B4-BE49-F238E27FC236}">
                  <a16:creationId xmlns:a16="http://schemas.microsoft.com/office/drawing/2014/main" id="{E50F2C64-4496-4A40-ACCB-C5159AEC70D5}"/>
                </a:ext>
              </a:extLst>
            </p:cNvPr>
            <p:cNvSpPr txBox="1"/>
            <p:nvPr/>
          </p:nvSpPr>
          <p:spPr>
            <a:xfrm>
              <a:off x="2984420" y="1083771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Authentication v/s Authorization</a:t>
              </a:r>
            </a:p>
          </p:txBody>
        </p:sp>
        <p:sp>
          <p:nvSpPr>
            <p:cNvPr id="1149" name="TextBox 1148">
              <a:extLst>
                <a:ext uri="{FF2B5EF4-FFF2-40B4-BE49-F238E27FC236}">
                  <a16:creationId xmlns:a16="http://schemas.microsoft.com/office/drawing/2014/main" id="{0B9CA9D5-F695-4802-BE21-8B05D2B7590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50" name="Group 1149">
            <a:extLst>
              <a:ext uri="{FF2B5EF4-FFF2-40B4-BE49-F238E27FC236}">
                <a16:creationId xmlns:a16="http://schemas.microsoft.com/office/drawing/2014/main" id="{64D36160-176A-49B7-AEAE-FF1ECF022B7A}"/>
              </a:ext>
            </a:extLst>
          </p:cNvPr>
          <p:cNvGrpSpPr/>
          <p:nvPr/>
        </p:nvGrpSpPr>
        <p:grpSpPr>
          <a:xfrm>
            <a:off x="6991434" y="5103281"/>
            <a:ext cx="4431570" cy="922336"/>
            <a:chOff x="1395616" y="871285"/>
            <a:chExt cx="4290329" cy="1064137"/>
          </a:xfrm>
        </p:grpSpPr>
        <p:sp>
          <p:nvSpPr>
            <p:cNvPr id="1151" name="TextBox 1150">
              <a:extLst>
                <a:ext uri="{FF2B5EF4-FFF2-40B4-BE49-F238E27FC236}">
                  <a16:creationId xmlns:a16="http://schemas.microsoft.com/office/drawing/2014/main" id="{571E5D2F-CB43-41BD-B4D3-A2160034C400}"/>
                </a:ext>
              </a:extLst>
            </p:cNvPr>
            <p:cNvSpPr txBox="1"/>
            <p:nvPr/>
          </p:nvSpPr>
          <p:spPr>
            <a:xfrm>
              <a:off x="2984420" y="1243560"/>
              <a:ext cx="2701525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Deploy App to CF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52" name="TextBox 1151">
              <a:extLst>
                <a:ext uri="{FF2B5EF4-FFF2-40B4-BE49-F238E27FC236}">
                  <a16:creationId xmlns:a16="http://schemas.microsoft.com/office/drawing/2014/main" id="{F2024D8F-80E0-4CDB-8B10-C1B5BD93DE8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06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4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005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7647</TotalTime>
  <Words>349</Words>
  <Application>Microsoft Office PowerPoint</Application>
  <PresentationFormat>Custom</PresentationFormat>
  <Paragraphs>59</Paragraphs>
  <Slides>13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Amasis MT Pro Black</vt:lpstr>
      <vt:lpstr>Arial</vt:lpstr>
      <vt:lpstr>Arial Black</vt:lpstr>
      <vt:lpstr>Calibri</vt:lpstr>
      <vt:lpstr>Cooper Black</vt:lpstr>
      <vt:lpstr>Segoe UI</vt:lpstr>
      <vt:lpstr>Segoe UI Light</vt:lpstr>
      <vt:lpstr>Office Theme</vt:lpstr>
      <vt:lpstr>SAP BTP Extension Suite Training</vt:lpstr>
      <vt:lpstr>PowerPoint Presentation</vt:lpstr>
      <vt:lpstr>Agenda – Day 8</vt:lpstr>
      <vt:lpstr>PowerPoint Presentation</vt:lpstr>
      <vt:lpstr>Actions and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Agenda – Day 4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271</cp:revision>
  <dcterms:created xsi:type="dcterms:W3CDTF">2013-09-12T13:05:01Z</dcterms:created>
  <dcterms:modified xsi:type="dcterms:W3CDTF">2025-05-04T15:44:44Z</dcterms:modified>
</cp:coreProperties>
</file>