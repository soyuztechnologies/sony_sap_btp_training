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6" r:id="rId2"/>
    <p:sldId id="4122" r:id="rId3"/>
    <p:sldId id="277" r:id="rId4"/>
    <p:sldId id="4762" r:id="rId5"/>
    <p:sldId id="4771" r:id="rId6"/>
    <p:sldId id="4807" r:id="rId7"/>
    <p:sldId id="4785" r:id="rId8"/>
    <p:sldId id="4763" r:id="rId9"/>
    <p:sldId id="4764" r:id="rId10"/>
    <p:sldId id="4765" r:id="rId11"/>
    <p:sldId id="4766" r:id="rId12"/>
    <p:sldId id="4802" r:id="rId13"/>
    <p:sldId id="4808" r:id="rId14"/>
    <p:sldId id="4809" r:id="rId15"/>
    <p:sldId id="4810" r:id="rId16"/>
    <p:sldId id="4811" r:id="rId17"/>
    <p:sldId id="4803" r:id="rId18"/>
    <p:sldId id="4804" r:id="rId19"/>
    <p:sldId id="4805" r:id="rId20"/>
    <p:sldId id="4806" r:id="rId21"/>
    <p:sldId id="4772" r:id="rId22"/>
    <p:sldId id="4791" r:id="rId23"/>
    <p:sldId id="4767" r:id="rId24"/>
    <p:sldId id="4801" r:id="rId25"/>
    <p:sldId id="4800" r:id="rId26"/>
    <p:sldId id="4768" r:id="rId27"/>
    <p:sldId id="4795" r:id="rId28"/>
    <p:sldId id="4796" r:id="rId29"/>
    <p:sldId id="4797" r:id="rId30"/>
    <p:sldId id="282" r:id="rId31"/>
    <p:sldId id="280" r:id="rId32"/>
    <p:sldId id="4711" r:id="rId33"/>
    <p:sldId id="4786" r:id="rId3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5250" autoAdjust="0"/>
  </p:normalViewPr>
  <p:slideViewPr>
    <p:cSldViewPr>
      <p:cViewPr varScale="1">
        <p:scale>
          <a:sx n="97" d="100"/>
          <a:sy n="97" d="100"/>
        </p:scale>
        <p:origin x="344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15.5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71 24575,'229'-9'0,"57"0"0,-136 17 0,46 2 0,73 9 0,-13-1 0,-123-9 0,11 0 0,508-8 0,-331-2 0,-253-2 0,71-12 0,26-3 0,-12-1 0,-84 8 0,-12 5 0,103 5 0,-23 1 0,-122-2 0,1 0 0,27-9 0,3 1 0,95-14-1365,-117 21-5461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16.3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 24575,'0'0'0,"1"-1"0,-1 0 0,1 0 0,-1 0 0,0 1 0,1-1 0,-1 0 0,1 1 0,0-1 0,-1 0 0,1 1 0,-1-1 0,1 1 0,0-1 0,-1 1 0,1-1 0,0 1 0,0-1 0,0 1 0,-1 0 0,1-1 0,0 1 0,0 0 0,0 0 0,0 0 0,-1 0 0,1 0 0,0 0 0,0 0 0,0 0 0,0 0 0,0 0 0,-1 0 0,2 1 0,30 2 0,31 15 0,108 43 0,-119-38 0,-33-13 0,0-2 0,1 0 0,22 5 0,38-2 0,-19-4 0,-61-7 0,0 0 0,0 0 0,0 0 0,0 0 0,0 0 0,1 0 0,-1 0 0,0 0 0,0 0 0,0 1 0,0-1 0,0 0 0,0 0 0,0 0 0,0 0 0,1 0 0,-1 0 0,0 0 0,0 0 0,0 0 0,0 1 0,0-1 0,0 0 0,0 0 0,0 0 0,0 0 0,0 0 0,0 0 0,0 0 0,0 1 0,0-1 0,0 0 0,0 0 0,0 0 0,0 0 0,0 0 0,0 0 0,0 0 0,0 1 0,0-1 0,0 0 0,0 0 0,0 0 0,0 0 0,0 0 0,0 0 0,0 0 0,0 1 0,-1-1 0,1 0 0,0 0 0,0 0 0,0 0 0,0 0 0,-9 10 0,-12 6 0,-81 58-1365,72-50-5461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18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94 424 24575,'-2'2'0,"1"0"0,0 1 0,-1-1 0,1 1 0,0-1 0,0 1 0,0-1 0,1 1 0,-1 0 0,1 0 0,-1-1 0,1 1 0,0 0 0,0 0 0,0-1 0,0 1 0,1 0 0,-1 0 0,2 3 0,0 3 0,1 0 0,0 0 0,0 0 0,7 12 0,-4-11 0,0-1 0,1 0 0,0 0 0,1 0 0,0-1 0,0-1 0,1 1 0,0-1 0,0-1 0,17 10 0,11 3 0,59 22 0,-57-28 0,0-2 0,0-1 0,1-2 0,56 5 0,164-6 0,-249-8 0,18 1 0,36-5 0,-58 4 0,1 0 0,-1-1 0,1 0 0,-1 0 0,1-1 0,-1 1 0,0-2 0,0 1 0,10-8 0,-14 8 0,0 0 0,0 0 0,0 0 0,-1 0 0,1-1 0,-1 1 0,0-1 0,0 1 0,-1-1 0,1 0 0,-1 0 0,1 1 0,-1-1 0,0 0 0,-1 0 0,1 0 0,-1-6 0,1-9 0,-2 1 0,-4-30 0,2 16 0,-1-24 0,2 17 0,-13-75 0,12 103 0,0-1 0,-1 1 0,0-1 0,-1 1 0,0 0 0,-1 1 0,0-1 0,0 1 0,-1 1 0,-14-16 0,2 7 0,-1 1 0,-2 0 0,1 2 0,-2 0 0,0 1 0,-1 2 0,0 0 0,0 2 0,-2 0 0,-51-11 0,22 10 0,-2 2 0,1 3 0,-1 3 0,-63 3 0,101 1 0,0 1 0,-1 0 0,1 1 0,1 2 0,-1 0 0,-19 7 0,26-6 0,-1 0 0,1 0 0,0 1 0,1 1 0,-1 0 0,1 0 0,1 1 0,0 1 0,-11 11 0,16-13 0,-1 0 0,2 0 0,-1 0 0,1 1 0,0 0 0,0-1 0,1 2 0,1-1 0,-1 0 0,-1 13 0,0 13 0,1 50 0,3-76 0,-1 50 0,5 192 0,-3-242 0,0 0 0,0 0 0,1-1 0,1 1 0,-1 0 0,1-1 0,1 0 0,-1 1 0,2-1 0,-1-1 0,1 1 0,0-1 0,8 10 0,-4-9 0,-1 0 0,1 0 0,1-1 0,-1 0 0,1 0 0,0-1 0,1-1 0,0 0 0,14 5 0,-6-4 0,1 0 0,0-2 0,0-1 0,1 0 0,-1-1 0,0-1 0,1-1 0,-1-1 0,1-1 0,-1-1 0,31-8 0,-32 4-1365,-5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30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185 118 24575,'1'-12'0,"-1"5"0,0 0 0,0-1 0,-1 1 0,1-1 0,-4-8 0,4 15 0,0-1 0,-1 1 0,1 0 0,0 0 0,-1 0 0,0 0 0,1 0 0,-1 1 0,1-1 0,-1 0 0,0 0 0,0 0 0,1 0 0,-1 1 0,0-1 0,0 0 0,0 1 0,0-1 0,0 1 0,0-1 0,0 1 0,0-1 0,0 1 0,0 0 0,0-1 0,0 1 0,0 0 0,0 0 0,-1 0 0,1 0 0,0 0 0,0 0 0,0 0 0,0 0 0,0 1 0,0-1 0,0 0 0,0 1 0,0-1 0,0 0 0,0 1 0,-2 0 0,-8 5 0,0 0 0,0 0 0,0 1 0,1 1 0,0 0 0,1 0 0,-1 0 0,2 2 0,-1-1 0,1 1 0,1 0 0,-8 14 0,13-22 0,1 1 0,-1 0 0,1-1 0,0 1 0,0 0 0,0 0 0,0 0 0,1 0 0,-1 0 0,1 0 0,0 0 0,-1 0 0,1 0 0,1 0 0,-1 0 0,0 0 0,2 3 0,-1-3 0,0-1 0,1 1 0,-1-1 0,1 1 0,-1-1 0,1 0 0,0 0 0,0 0 0,0 0 0,0 0 0,0 0 0,1 0 0,-1-1 0,1 1 0,-1-1 0,1 0 0,-1 1 0,5 0 0,13 4 0,1-2 0,0 0 0,0 0 0,0-2 0,0-1 0,0-1 0,38-4 0,-53 3 0,0 0 0,0 0 0,0 0 0,0-1 0,-1 0 0,1 0 0,0-1 0,-1 1 0,0-1 0,0-1 0,0 1 0,0-1 0,0 0 0,0 0 0,-1 0 0,0 0 0,0-1 0,0 0 0,-1 0 0,1 0 0,-1 0 0,0 0 0,-1-1 0,1 1 0,-1-1 0,0 0 0,-1 0 0,1 1 0,-1-1 0,0 0 0,-1 0 0,1 0 0,-1-1 0,0 1 0,-1 0 0,0 0 0,-1-8 0,1 12 0,1-1 0,0 1 0,-1 0 0,0-1 0,0 1 0,1 0 0,-2 0 0,1 0 0,0-1 0,0 1 0,-1 0 0,1 0 0,-1 1 0,1-1 0,-1 0 0,0 0 0,0 1 0,1-1 0,-1 1 0,0 0 0,-1-1 0,1 1 0,0 0 0,0 0 0,0 0 0,-1 1 0,1-1 0,0 0 0,-1 1 0,1 0 0,-1-1 0,1 1 0,-1 0 0,1 0 0,-4 1 0,2 0 0,0 0 0,0 0 0,0 0 0,0 0 0,1 1 0,-1-1 0,0 1 0,1 0 0,-1 0 0,1 1 0,0-1 0,-1 1 0,1 0 0,1-1 0,-1 1 0,0 1 0,1-1 0,-1 0 0,1 1 0,-3 4 0,1 1 0,1 0 0,0 1 0,-3 18 0,5-25 0,1 0 0,-1 0 0,1 1 0,0-1 0,0 0 0,0 1 0,1-1 0,-1 0 0,1 1 0,0-1 0,0 0 0,0 0 0,0 0 0,0 0 0,2 3 0,-2-5 0,-1 0 0,1 0 0,-1 0 0,1-1 0,0 1 0,-1 0 0,1-1 0,0 1 0,0 0 0,0-1 0,-1 1 0,1-1 0,0 1 0,0-1 0,0 0 0,0 1 0,0-1 0,0 0 0,0 0 0,0 0 0,0 1 0,0-1 0,0 0 0,-1 0 0,1 0 0,0 0 0,0-1 0,0 1 0,0 0 0,0 0 0,0-1 0,0 1 0,0 0 0,0-1 0,0 1 0,0-1 0,-1 1 0,1-1 0,0 1 0,0-1 0,-1 0 0,1 1 0,0-1 0,-1 0 0,1 0 0,-1 0 0,2-1 0,1-2 0,0 0 0,0 0 0,0-1 0,-1 1 0,0-1 0,0 0 0,3-8 0,3-51 0,-8 64 0,0 0 0,0 0 0,0 0 0,0 0 0,0-1 0,0 1 0,0 0 0,0 0 0,0 0 0,0 0 0,0 0 0,0 0 0,0 0 0,0 0 0,1 0 0,-1 0 0,0-1 0,0 1 0,0 0 0,0 0 0,0 0 0,0 0 0,0 0 0,0 0 0,0 0 0,1 0 0,-1 0 0,0 0 0,0 0 0,0 0 0,0 0 0,0 0 0,0 0 0,0 0 0,0 0 0,1 0 0,-1 0 0,0 0 0,0 0 0,0 0 0,0 0 0,0 0 0,0 0 0,0 0 0,0 0 0,1 0 0,-1 0 0,0 0 0,0 0 0,0 1 0,0-1 0,0 0 0,0 0 0,0 0 0,8 8 0,-7-7 0,0 0 0,0 1 0,0-1 0,0 1 0,0-1 0,-1 1 0,1-1 0,0 1 0,-1-1 0,1 1 0,-1 0 0,1 2 0,-2-3 0,1 0 0,0 0 0,0 0 0,-1 0 0,1 0 0,0 0 0,-1-1 0,1 1 0,-1 0 0,1 0 0,-1 0 0,0 0 0,1 0 0,-1-1 0,0 1 0,0 0 0,1-1 0,-1 1 0,0 0 0,0-1 0,0 1 0,0-1 0,0 1 0,0-1 0,0 0 0,0 1 0,0-1 0,0 0 0,0 0 0,0 0 0,0 0 0,0 0 0,0 0 0,0 0 0,0 0 0,0 0 0,-2-1 0,1 1 0,0 0 0,-1-1 0,1 1 0,0-1 0,0 0 0,0 0 0,0 0 0,0 0 0,0 0 0,0 0 0,0 0 0,0-1 0,0 1 0,0-1 0,1 1 0,-2-3 0,2 3 0,0 0 0,1 0 0,-1 1 0,1-1 0,-1 0 0,1 0 0,-1 0 0,1 0 0,0 0 0,-1 0 0,1 0 0,0 0 0,0 0 0,0 0 0,0 0 0,0-1 0,0 1 0,0 0 0,0 0 0,1 0 0,-1 0 0,0 0 0,0 0 0,1 0 0,0-1 0,0 1 0,0-1 0,1 1 0,-1 0 0,0 0 0,1-1 0,-1 1 0,1 0 0,-1 1 0,1-1 0,0 0 0,-1 0 0,1 1 0,3-2 0,1 1 0,0 0 0,0 0 0,0 0 0,1 1 0,-1 0 0,0 0 0,12 2 0,-16-2 0,1 1 0,-1 0 0,1 0 0,-1 0 0,1 0 0,-1 1 0,0-1 0,1 1 0,-1-1 0,0 1 0,0 0 0,0 0 0,0 0 0,2 4 0,-3-5 0,0 0 0,-1 1 0,1-1 0,0 0 0,-1 1 0,1-1 0,-1 0 0,0 1 0,1-1 0,-1 0 0,0 1 0,0-1 0,0 1 0,0-1 0,0 0 0,0 1 0,0-1 0,-1 1 0,1-1 0,0 0 0,-1 1 0,1-1 0,-1 0 0,1 1 0,-1-1 0,0 0 0,0 0 0,1 0 0,-1 0 0,-2 2 0,-2 2 0,-1 0 0,0 0 0,0-1 0,0 1 0,0-1 0,-14 6 0,-46 15 0,65-25 0,-87 26 0,78-24 0,0 0 0,0-1 0,0 0 0,0 0 0,-1-1 0,-17-2 0,26 2 0,1 0 0,0 0 0,-1 0 0,1 0 0,0-1 0,-1 1 0,1 0 0,0-1 0,-1 1 0,1-1 0,0 1 0,0-1 0,-1 0 0,1 1 0,0-1 0,0 0 0,0 0 0,0 0 0,0 0 0,0 0 0,0 0 0,1 0 0,-1 0 0,0-1 0,0 1 0,1 0 0,-1 0 0,1 0 0,-1-1 0,1 1 0,0 0 0,-1-1 0,1 1 0,0-1 0,0 1 0,0 0 0,0-1 0,0 1 0,0 0 0,0-1 0,1 1 0,-1 0 0,0-1 0,1 1 0,-1 0 0,2-2 0,0-3 0,1 1 0,-1 0 0,1 1 0,1-1 0,-1 0 0,1 1 0,0 0 0,0 0 0,8-7 0,1 4 0,-1 0 0,1 0 0,0 2 0,1 0 0,-1 0 0,1 1 0,0 1 0,0 0 0,0 1 0,0 1 0,1 0 0,19 1 0,-32 0 0,1 0 0,-1 1 0,1-1 0,-1 1 0,1-1 0,-1 1 0,0 0 0,1 0 0,-1 0 0,0 0 0,0 0 0,0 0 0,3 3 0,-3-3 0,-1 0 0,0 0 0,-1 1 0,1-1 0,0 0 0,0 1 0,0-1 0,-1 0 0,1 1 0,-1-1 0,1 1 0,-1-1 0,1 1 0,-1-1 0,0 1 0,0 2 0,0 0 0,-1 1 0,1-1 0,-1 0 0,0 0 0,-1 0 0,1 0 0,-1 0 0,0 0 0,0 0 0,0-1 0,0 1 0,-1 0 0,1-1 0,-4 3 0,-2 3 0,-1 0 0,0-1 0,-1 0 0,0-1 0,0 0 0,0-1 0,-1 0 0,0 0 0,0-1 0,0-1 0,-1 0 0,0 0 0,-16 2 0,27-6 0,0 0 0,-1 0 0,1 1 0,-1-1 0,1 0 0,-1-1 0,1 1 0,-1 0 0,1 0 0,0-1 0,-1 1 0,1-1 0,-3 0 0,4 0 0,-1 1 0,1 0 0,-1-1 0,1 1 0,0 0 0,-1-1 0,1 1 0,0-1 0,0 1 0,-1-1 0,1 1 0,0-1 0,0 1 0,0-1 0,-1 1 0,1-1 0,0 1 0,0-1 0,0 1 0,0-1 0,0 1 0,0-1 0,0 1 0,0-1 0,1 0 0,0-2 0,0 0 0,0 1 0,0-1 0,0 1 0,1-1 0,0 1 0,-1-1 0,1 1 0,0 0 0,0 0 0,0 0 0,3-2 0,3-2 0,0 1 0,0 1 0,0-1 0,1 2 0,-1-1 0,1 1 0,0 0 0,0 1 0,13-2 0,12-1 0,40 1 0,-69 4 0,7 0 0,0 0 0,0 0 0,0 2 0,14 2 0,-23-3 0,0-1 0,-1 1 0,1 0 0,-1 0 0,0 0 0,1 1 0,-1-1 0,0 0 0,1 1 0,-1 0 0,2 2 0,-3-3 0,0 0 0,0 0 0,-1 1 0,1-1 0,0 0 0,-1 1 0,1-1 0,-1 0 0,1 1 0,-1-1 0,0 1 0,1-1 0,-1 1 0,0-1 0,0 1 0,0-1 0,0 1 0,0-1 0,-1 0 0,1 1 0,-1 2 0,0-2 0,0 0 0,0 0 0,0 0 0,0 0 0,-1 0 0,1 0 0,0 0 0,-1 0 0,0-1 0,1 1 0,-1 0 0,0-1 0,0 0 0,0 1 0,0-1 0,0 0 0,0 0 0,0 0 0,0 0 0,0 0 0,-1-1 0,1 1 0,0-1 0,-1 1 0,-2-1 0,-2 1 0,0-1 0,-1 0 0,1 0 0,0 0 0,0-1 0,0 0 0,-9-3 0,8 1 0,-1 0 0,1-1 0,0 0 0,0-1 0,1 1 0,-1-2 0,-6-5 0,10 8 0,1 0 0,-1 0 0,1-1 0,0 1 0,0-1 0,0 1 0,0-1 0,1 0 0,-1 0 0,1-1 0,0 1 0,1 0 0,-1-1 0,1 1 0,-2-6 0,3 9 0,0 0 0,0 0 0,1 0 0,-1 0 0,0 0 0,0 0 0,0 0 0,1 0 0,-1 0 0,0 0 0,1 0 0,-1 0 0,1 0 0,-1 1 0,1-1 0,0 0 0,-1 0 0,1 0 0,0 1 0,-1-1 0,2-1 0,0-1 0,-13 2 0,7 1 0,-1 0 0,0-1 0,1 0 0,-1 0 0,0 0 0,1 0 0,0 0 0,-1-1 0,1 0 0,-5-2 0,7 2 0,0 0 0,0 0 0,-1 0 0,1 0 0,0 0 0,1 0 0,-1 0 0,0-1 0,1 1 0,-1-1 0,1 1 0,0-1 0,-1 1 0,1-1 0,1 0 0,-1 0 0,0-3 0,0 1 0,-1-3 0,1 11 0,0-2 0,1 1 0,-1 0 0,0-1 0,0 1 0,1 0 0,-1-1 0,0 1 0,0-1 0,-3 3 0,2-2 0,-1 1 0,0-1 0,0 0 0,0 0 0,-1 0 0,1-1 0,0 1 0,-7 1 0,9-2 0,-1-1 0,1 0 0,0 1 0,0-1 0,0 0 0,0 0 0,-1 0 0,1 0 0,0 0 0,0 0 0,0 0 0,-1 0 0,1 0 0,0-1 0,0 1 0,0 0 0,0-1 0,0 1 0,0-1 0,0 0 0,-1 1 0,1-1 0,1 0 0,-1 1 0,0-1 0,0 0 0,0 0 0,0 0 0,1 0 0,-2-1 0,2 2 0,-1-1 0,1 1 0,0-1 0,0 0 0,-1 1 0,1-1 0,0 1 0,0-1 0,0 1 0,0-1 0,0 0 0,0 1 0,0-1 0,0 1 0,0-1 0,0 1 0,0-1 0,0 0 0,0 1 0,0-1 0,0 1 0,1-1 0,-1 1 0,0-1 0,0 1 0,1-1 0,-1 1 0,1-2 0,17-8 0,24 2 0,-34 7 0,39-1 0,-44 2 0,1 1 0,-1-1 0,1 0 0,-1 1 0,1 0 0,-1 0 0,0 0 0,0 0 0,1 1 0,5 2 0,-9-3 0,1-1 0,-1 0 0,1 0 0,-1 1 0,1-1 0,-1 0 0,1 1 0,-1-1 0,1 0 0,-1 1 0,0-1 0,1 1 0,-1-1 0,1 1 0,-1-1 0,0 1 0,0-1 0,1 1 0,-1-1 0,0 1 0,0-1 0,0 1 0,1-1 0,-1 1 0,0 0 0,0-1 0,0 1 0,0-1 0,0 1 0,0 0 0,0-1 0,0 1 0,-1-1 0,1 1 0,0-1 0,0 1 0,0-1 0,-1 1 0,1-1 0,0 1 0,0-1 0,-1 1 0,1-1 0,0 1 0,-1-1 0,1 1 0,-1-1 0,1 0 0,-1 1 0,1-1 0,-1 0 0,1 1 0,-1-1 0,1 0 0,-1 0 0,0 1 0,-2 1 0,0-1 0,-1 0 0,1 1 0,-1-1 0,1 0 0,-1-1 0,-6 2 0,6-2 0,1-1 0,-1 1 0,0-1 0,0 0 0,1 0 0,-1 0 0,0 0 0,1-1 0,-1 0 0,1 1 0,0-1 0,-1 0 0,1-1 0,0 1 0,-4-5 0,5 6 0,0-1 0,1 1 0,-1-1 0,1 0 0,0 0 0,0 1 0,-1-1 0,1 0 0,0 0 0,1 0 0,-1 0 0,0-1 0,0 1 0,1 0 0,-1 0 0,1 0 0,0 0 0,0-1 0,0 1 0,0 0 0,0 0 0,0 0 0,1-1 0,-1 1 0,1 0 0,-1 0 0,1 0 0,1-3 0,-1 3 0,0 1 0,0-1 0,0 1 0,0 0 0,1 0 0,-1-1 0,0 1 0,1 0 0,-1 0 0,1 0 0,-1 1 0,1-1 0,-1 0 0,1 0 0,0 1 0,-1-1 0,1 1 0,0-1 0,-1 1 0,1 0 0,0 0 0,-1 0 0,1 0 0,0 0 0,0 0 0,-1 0 0,1 0 0,3 2 0,0-1 0,0 0 0,-1 1 0,1-1 0,0 1 0,-1 1 0,0-1 0,1 0 0,-1 1 0,4 4 0,-4-4 0,0 1 0,-1 0 0,1-1 0,-1 2 0,0-1 0,0 0 0,-1 1 0,1-1 0,-1 1 0,0 0 0,0 0 0,-1-1 0,1 1 0,-1 1 0,0-1 0,-1 0 0,1 0 0,-1 7 0,0-8 0,0-1 0,-1 0 0,0 0 0,1 0 0,-1 1 0,0-1 0,-1 0 0,1 0 0,0 0 0,-1 0 0,0-1 0,1 1 0,-1 0 0,0-1 0,-1 1 0,1-1 0,0 0 0,-1 0 0,1 0 0,-1 0 0,0 0 0,1 0 0,-1-1 0,0 1 0,0-1 0,0 0 0,0 0 0,-1 0 0,-4 1 0,6-2 0,0 1 0,-1-1 0,1 0 0,0 0 0,-1 0 0,1 0 0,-1 0 0,1-1 0,0 1 0,-4-2 0,5 2 0,0 0 0,0-1 0,0 1 0,0-1 0,0 1 0,0-1 0,0 1 0,1-1 0,-1 0 0,0 1 0,0-1 0,1 0 0,-1 0 0,0 0 0,1 1 0,-1-1 0,1 0 0,-1 0 0,1 0 0,0 0 0,-1 0 0,1 0 0,0 0 0,-1 0 0,1-2 0,0 3 13,0-1 0,0 0 0,0 0-1,1 0 1,-1 0 0,0 0 0,0 0-1,1 0 1,-1 1 0,0-1 0,1 0 0,-1 0-1,1 0 1,-1 1 0,1-1 0,-1 0-1,1 1 1,0-1 0,-1 0 0,1 1 0,0-1-1,0 1 1,-1-1 0,1 1 0,1-1-1,24-8-1023,-22 7 325,42-9-6140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0.6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457 39 24575,'-5'-4'0,"1"1"0,-1-1 0,1 1 0,-1 0 0,0 0 0,0 0 0,0 1 0,-1 0 0,1 0 0,-1 0 0,1 1 0,-9-1 0,-7-1 0,1 2 0,-24 1 0,18 0 0,3 0 0,-5-1 0,-49 6 0,70-4 0,1 0 0,-1 1 0,0-1 0,0 1 0,1 1 0,-1-1 0,1 1 0,-1 0 0,1 1 0,0-1 0,1 1 0,-8 6 0,8-3 0,0 0 0,1 0 0,0 0 0,0 1 0,1-1 0,0 1 0,0 0 0,1 0 0,-2 11 0,-1 0 0,2-7 0,0-1 0,1 1 0,0 0 0,1 0 0,0-1 0,1 1 0,1 0 0,0 0 0,0 0 0,1-1 0,6 20 0,-6-23 0,2-1 0,-1 1 0,1-1 0,0 1 0,0-1 0,1 0 0,0-1 0,0 1 0,1-1 0,-1 0 0,1 0 0,1-1 0,-1 0 0,1 0 0,0 0 0,0-1 0,11 5 0,0-2 0,0 0 0,1-1 0,0-1 0,0-1 0,27 2 0,-11-3 0,1-3 0,39-3 0,-70 3 0,1-1 0,0 0 0,-1 0 0,1-1 0,-1 1 0,1-1 0,-1 0 0,0-1 0,0 1 0,0-1 0,0 0 0,-1 0 0,1 0 0,-1-1 0,1 0 0,4-5 0,-5 3 0,1 0 0,-1-1 0,0 1 0,-1-1 0,1 0 0,-1 0 0,-1 0 0,1 0 0,-1 0 0,-1-1 0,2-8 0,-2 5 0,0 0 0,-1 0 0,0 0 0,0 0 0,-1 0 0,-1 0 0,0 1 0,0-1 0,-1 0 0,-1 1 0,0 0 0,0 0 0,-1 0 0,0 0 0,0 1 0,-14-18 0,1 11-1365,2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1.3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24575,'10'5'0,"-1"1"0,1-1 0,-1 2 0,-1-1 0,1 1 0,13 15 0,-18-17 0,-1 0 0,1-1 0,-1 1 0,0 0 0,0 1 0,-1-1 0,1 0 0,-1 1 0,0 0 0,-1-1 0,0 1 0,1 0 0,-2 0 0,1 8 0,-1-13 0,0 1 0,0-1 0,0 1 0,0-1 0,0 1 0,0 0 0,-1-1 0,1 0 0,0 1 0,-1-1 0,0 1 0,1-1 0,-1 0 0,0 1 0,0 0 0,0-1 0,1-1 0,-1 1 0,0-1 0,1 1 0,-1-1 0,1 0 0,-1 1 0,0-1 0,1 0 0,-1 0 0,0 0 0,0 1 0,1-1 0,-1 0 0,0 0 0,1 0 0,-1 0 0,0 0 0,1 0 0,-1 0 0,0 0 0,-1-1 0,-1 0 0,0 0 0,0-1 0,0 1 0,0-1 0,0 0 0,0 0 0,0 0 0,0 0 0,1-1 0,-1 1 0,-2-4 0,2 2 0,1 1 0,-1 0 0,1-1 0,-1 1 0,1-1 0,1 0 0,-1 0 0,0 0 0,1 0 0,-2-8 0,3 10 0,0 1 0,0-1 0,0 0 0,0 1 0,1-1 0,-1 0 0,0 1 0,1-1 0,0 0 0,-1 1 0,1-1 0,0 1 0,0-1 0,-1 1 0,1 0 0,0-1 0,1 1 0,-1 0 0,0 0 0,0-1 0,0 1 0,1 0 0,-1 0 0,1 0 0,-1 1 0,1-1 0,-1 0 0,1 1 0,-1-1 0,3 0 0,7-2-134,-1 1-1,0 0 0,1 0 1,-1 1-1,0 1 1,19 1-1,-23-1-288,20 1-6403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2.1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33 24575,'1'1'0,"0"0"0,1 0 0,-1 0 0,1 0 0,-1-1 0,1 1 0,0-1 0,-1 1 0,1-1 0,0 1 0,-1-1 0,1 0 0,0 0 0,-1 0 0,1 0 0,0 0 0,-1 0 0,1 0 0,0-1 0,-1 1 0,3-1 0,-1 0 0,-1 0 0,1 0 0,0 0 0,-1 0 0,0-1 0,1 1 0,-1 0 0,0-1 0,1 0 0,-1 0 0,0 1 0,2-4 0,-4 5 0,0 0 0,1-1 0,-1 1 0,0 0 0,0-1 0,1 1 0,-1-1 0,0 1 0,0 0 0,0-1 0,1 1 0,-1-1 0,0 1 0,0-1 0,0 1 0,0 0 0,0-1 0,0 1 0,0-1 0,0 1 0,0-1 0,0 1 0,0 0 0,0-1 0,0 1 0,-1-1 0,1 1 0,0 0 0,0-1 0,0 1 0,-1-1 0,1 1 0,0 0 0,0-1 0,-1 1 0,1 0 0,0-1 0,-1 1 0,1 0 0,0 0 0,-1-1 0,1 1 0,0 0 0,-1 0 0,1 0 0,-1-1 0,1 1 0,-1 0 0,1 0 0,0 0 0,-1 0 0,1 0 0,-1 0 0,1 0 0,-1 0 0,-1 0 0,1-1 0,-1 1 0,1 0 0,-1 0 0,1 0 0,-1 0 0,0 0 0,1 1 0,-1-1 0,1 0 0,-1 1 0,1-1 0,-1 1 0,1 0 0,-3 1 0,2-1 0,1 1 0,-1 0 0,1 0 0,-1 0 0,1 0 0,0 0 0,0 1 0,0-1 0,0 0 0,0 0 0,1 1 0,-1-1 0,1 1 0,-1-1 0,1 0 0,0 1 0,0-1 0,0 1 0,0-1 0,0 1 0,1-1 0,-1 0 0,1 1 0,1 3 0,-1-1 0,1-1 0,0 1 0,0-1 0,0 0 0,1 0 0,-1 0 0,1 0 0,0 0 0,0-1 0,0 1 0,1-1 0,4 4 0,5 1 43,-1-1 0,1-1-1,0 0 1,1-1 0,-1-1-1,1 0 1,22 4 0,5-2-897,55 1 1,-65-6-5973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2.8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1 24575,'-4'0'0,"0"1"0,0 0 0,0 0 0,0 0 0,1 0 0,-1 1 0,0-1 0,0 1 0,-4 3 0,-32 22 0,36-23 0,0-1 0,1 0 0,-1 0 0,1 0 0,0 1 0,0 0 0,1-1 0,-1 1 0,1 0 0,0 0 0,-3 9 0,4-12 0,1 0 0,0 0 0,-1 0 0,1 0 0,0 0 0,0 0 0,0 0 0,0 0 0,0 1 0,0-1 0,0 0 0,0 0 0,0 0 0,1 0 0,-1 0 0,0 0 0,1 0 0,-1 0 0,2 2 0,-1-2 0,0 0 0,0 0 0,0-1 0,0 1 0,1 0 0,-1 0 0,0-1 0,1 1 0,-1-1 0,0 1 0,1-1 0,-1 0 0,1 1 0,-1-1 0,1 0 0,-1 0 0,0 0 0,1 0 0,1 0 0,1-1 0,0 0 0,0 0 0,0 0 0,0 0 0,0 0 0,-1-1 0,1 1 0,-1-1 0,1 0 0,-1 0 0,5-4 0,4-3 0,-11 9 0,0-1 0,0 1 0,0-1 0,0 1 0,0 0 0,-1-1 0,1 1 0,0 0 0,0 0 0,0-1 0,0 1 0,0 0 0,0 0 0,0 0 0,0 0 0,0 0 0,0 0 0,0 1 0,0-1 0,0 0 0,0 0 0,0 1 0,0-1 0,-1 0 0,1 1 0,0-1 0,0 1 0,0-1 0,0 1 0,-1 0 0,1-1 0,0 1 0,-1 0 0,1 0 0,0-1 0,-1 1 0,1 0 0,-1 0 0,1 0 0,-1-1 0,0 1 0,1 0 0,-1 2 0,4 5 0,-2 0 0,1 1 0,2 15 0,-3-15 0,8 63 313,-7-48-872,0 0-1,9 31 1,-4-32-6267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4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1018 210 24575,'-1'-3'0,"1"1"0,-1-1 0,1 1 0,-1 0 0,0-1 0,0 1 0,0 0 0,0 0 0,0 0 0,0 0 0,-1 0 0,1 0 0,-1 0 0,0 0 0,-2-2 0,-31-25 0,28 24 0,-15-11 0,-1 0 0,-1 2 0,0 1 0,0 0 0,-2 2 0,1 1 0,-1 1 0,-1 1 0,0 2 0,-30-4 0,1 3 0,0 3 0,-1 2 0,-77 9 0,114-4 0,0 1 0,0 1 0,0 1 0,-22 10 0,-71 41 0,110-56 0,-1 1 0,1 1 0,0-1 0,0 0 0,0 1 0,0 0 0,0-1 0,1 1 0,-1 0 0,1 0 0,0 1 0,0-1 0,0 0 0,-2 6 0,1 0 0,1 1 0,-1 0 0,2-1 0,-1 13 0,-1-3 0,-49 293 0,51-308 0,0 0 0,0-1 0,1 1 0,-1 0 0,1 0 0,0 0 0,0 0 0,0-1 0,0 1 0,2 6 0,-1-8 0,0 0 0,0 0 0,1 0 0,-1 0 0,0 0 0,1 0 0,-1 0 0,1 0 0,0 0 0,0-1 0,0 1 0,0-1 0,0 1 0,0-1 0,0 0 0,0 0 0,3 2 0,24 8 0,0-2 0,0-1 0,31 5 0,-7-1 0,53 12 0,0-5 0,194 11 0,-266-29 0,-2 1 0,63-6 0,-87 3 0,-1 0 0,1 0 0,-1-1 0,1 0 0,-1 0 0,0-1 0,0 0 0,0 0 0,0-1 0,-1 0 0,1 0 0,-1 0 0,10-9 0,-13 8 0,1 1 0,-1-1 0,0 0 0,0 0 0,0 0 0,-1 0 0,0 0 0,0-1 0,0 1 0,-1-1 0,1 0 0,0-9 0,-1-8 0,-2-45 0,0 4 0,3 33 0,0 16 0,0-1 0,-2 1 0,-1-20 0,0 31 0,1 0 0,-1-1 0,0 1 0,0 0 0,-1 0 0,1 0 0,-1 1 0,0-1 0,0 0 0,0 0 0,0 1 0,-1 0 0,0-1 0,1 1 0,-1 0 0,-6-4 0,6 4 3,-7-6-155,-1 1 0,1 0 0,-2 1 0,1 0 0,-1 1 0,0 0 0,0 1 0,-22-7 0,12 9-6674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5.9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5237 7 24575,'-3692'0'0,"3658"1"0,-36 7 0,-24 1 0,38-8 0,15-1 0,0 2 0,0 1 0,-41 10 0,-74 18 0,126-28 0,-1-1 0,1-1 0,-39-3 0,-154-32 0,138 18 0,-145-7 0,149 24 0,-45-2 0,112-1-1365,3-2-5461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26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357 1 24575,'-17'15'0,"0"-1"0,-1-1 0,-23 14 0,2-3 0,-10 11 0,-81 75 0,125-105 0,1 0 0,-1 0 0,1 1 0,1 0 0,-1-1 0,1 1 0,0 1 0,0-1 0,1 0 0,-1 1 0,2-1 0,-1 1 0,1 0 0,0-1 0,0 1 0,1 0 0,-1 0 0,2 0 0,-1-1 0,3 13 0,-1-10 0,0-1 0,0 1 0,1 0 0,0-1 0,1 0 0,0 1 0,0-1 0,1-1 0,0 1 0,0-1 0,1 0 0,0 0 0,0 0 0,0-1 0,10 7 0,-3-5-170,1 0-1,0-1 0,0 0 1,1-1-1,-1-1 0,1 0 1,24 4-1,-19-5-6655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39.8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170 1 24575,'-7'1'0,"-1"1"0,1-1 0,0 2 0,1-1 0,-1 1 0,0 0 0,1 0 0,-10 7 0,8-4 0,1 1 0,-1 0 0,1 0 0,0 0 0,1 1 0,0 0 0,0 1 0,0-1 0,1 1 0,1 0 0,-1 0 0,2 1 0,-1-1 0,1 1 0,1 0 0,-3 15 0,2 2 0,0 0 0,2 0 0,1 0 0,2 0 0,4 28 0,-5-44 0,2 1 0,-1-1 0,1 0 0,1-1 0,0 1 0,1 0 0,0-1 0,0 0 0,1 0 0,0-1 0,1 0 0,0 0 0,0 0 0,1-1 0,0 0 0,1 0 0,0-1 0,0 0 0,0-1 0,1 0 0,0 0 0,16 5 0,-15-5 0,119 48 0,-106-45 0,1-2 0,0 0 0,37 4 0,348 43 0,-183-26 0,454-3 0,-560-26 0,290-14 0,-371 11 0,182-25 0,-216 28 0,1-1 0,-1 0 0,0 0 0,9-4 0,-15 5-50,1 1-1,0 0 1,-1 0-1,1-1 0,-1 1 1,1-1-1,-1 1 1,1 0-1,-1-1 1,1 1-1,-1-1 0,1 1 1,-1-1-1,0 1 1,1-1-1,-1 1 1,0-1-1,0 0 0,1 1 1,-1-1-1,0 1 1,0-1-1,0 0 1,1 1-1,-1-1 1,0-1-1,-8-11-6775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3:58:40.4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24575,'136'46'0,"250"49"0,-378-94 0,0 0 0,-1 0 0,0 1 0,1-1 0,9 5 0,-16-5 0,0-1 0,-1 0 0,1 1 0,0-1 0,0 1 0,0-1 0,0 1 0,-1-1 0,1 1 0,0-1 0,-1 1 0,1 0 0,0-1 0,-1 1 0,1 0 0,-1 0 0,1-1 0,-1 1 0,1 0 0,-1 0 0,0 0 0,1 0 0,-1 0 0,0 0 0,0 0 0,0-1 0,0 1 0,0 0 0,0 0 0,0 0 0,0 0 0,0 0 0,0 0 0,0 0 0,0 0 0,-1 0 0,1 0 0,0-1 0,-1 1 0,1 0 0,-1 0 0,0 1 0,-4 5 0,-1-1 0,0 0 0,0-1 0,0 1 0,0-1 0,-1 0 0,0-1 0,0 0 0,-1 0 0,-11 5 0,-6 3 0,1 2-455,0 0 0,-36 31 0,35-23-6371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29.8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4.9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397 170 24575,'0'-5'0,"0"-1"0,0 1 0,0 0 0,-1 0 0,0-1 0,0 1 0,-2-7 0,2 11 0,0-1 0,0 1 0,0 0 0,0-1 0,0 1 0,0 0 0,0 0 0,0 0 0,-1 0 0,1 0 0,0 0 0,-1 0 0,1 0 0,-1 1 0,1-1 0,-1 0 0,1 1 0,-1-1 0,1 1 0,-1 0 0,0-1 0,1 1 0,-1 0 0,1 0 0,-1 0 0,0 0 0,1 0 0,-3 1 0,-5 0 0,0 1 0,0 0 0,0 1 0,0 0 0,0 0 0,0 1 0,1 0 0,-1 0 0,-9 8 0,-8 6 0,-34 30 0,44-33 0,0 1 0,1 0 0,1 1 0,0 0 0,1 1 0,1 0 0,1 2 0,1-1 0,0 1 0,-10 34 0,17-44 0,0 1 0,0 0 0,2 0 0,-1 0 0,1 0 0,1 0 0,0 0 0,0 0 0,1 0 0,1 0 0,0-1 0,0 1 0,1 0 0,1-1 0,-1 1 0,2-1 0,-1 0 0,2 0 0,-1-1 0,1 1 0,0-1 0,16 16 0,-9-13 0,1 0 0,0-1 0,1 0 0,1-1 0,0-1 0,0 0 0,0-2 0,1 1 0,0-2 0,1 0 0,-1-2 0,1 1 0,0-2 0,0-1 0,23 1 0,-11-2 0,-1-1 0,1-2 0,0-1 0,0-1 0,-1-1 0,0-2 0,0-1 0,44-19 0,-54 18 0,0-1 0,0 0 0,-1-2 0,0 0 0,-1-1 0,-1 0 0,0-2 0,-1 0 0,0 0 0,-1-1 0,14-24 0,-18 26 0,-2-1 0,0-1 0,-1 0 0,0 0 0,-2 0 0,0-1 0,0 1 0,-2-1 0,0 0 0,-1 0 0,0-1 0,-2 1 0,0 0 0,-3-24 0,0 26 0,0-1 0,0 1 0,-2 0 0,0 0 0,-1 0 0,0 1 0,-1 0 0,-1 0 0,0 1 0,-1 0 0,0 0 0,-1 1 0,0 0 0,-23-20 0,22 23 0,0 1 0,-1 0 0,1 1 0,-2 0 0,1 1 0,-1 0 0,0 1 0,0 0 0,0 1 0,-1 0 0,0 2 0,1-1 0,-1 2 0,0 0 0,0 0 0,0 1 0,-14 3 0,-22 7-1365,8 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5.3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 24575,'0'0'0,"1"0"0,0 1 0,-1-1 0,1 0 0,-1 1 0,1-1 0,-1 1 0,1-1 0,-1 0 0,1 1 0,-1-1 0,1 1 0,-1-1 0,1 1 0,-1 0 0,0-1 0,1 1 0,-1-1 0,0 1 0,1 0 0,-1-1 0,0 1 0,0 0 0,0-1 0,0 1 0,0 1 0,4 21 0,-4-20 0,2 46 0,-3-1 0,-1 1 0,-14 70 0,3-18 0,-2 37 147,-27 334-1659,41-436-5314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5.5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448 37 24575,'-3'-3'0,"-4"-4"0,-4-1 0,-7 0 0,-9 3 0,-6 1 0,-7 2 0,-6 4 0,-5 5 0,-2 8 0,-3 7 0,1 6 0,8-2-8191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5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193 1 24575,'-6'3'0,"-6"4"0,-6 4 0,-7 4 0,-5 1 0,-4 2 0,-2 1 0,5-3-8191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6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24575,'0'3'0,"0"4"0,0 4 0,3 4 0,1 4 0,3 3 0,4 4 0,-1 6 0,2 5 0,-2 2 0,1 0 0,-1-6-8191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6.2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24575,'6'3'0,"8"4"0,12 4 0,10 7 0,12 6 0,12 5 0,-3-2-8191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8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181 153 24575,'1'-3'0,"-1"1"0,0 0 0,0 0 0,-1-1 0,1 1 0,0 0 0,-1 0 0,1 0 0,-1-1 0,0 1 0,0 0 0,0 0 0,0 0 0,0 0 0,0 0 0,0 0 0,-1 1 0,1-1 0,-1 0 0,1 1 0,-1-1 0,0 1 0,1-1 0,-1 1 0,0 0 0,-3-2 0,2 2 0,0 1 0,1-1 0,-1 1 0,1 0 0,-1 0 0,0-1 0,1 2 0,-1-1 0,0 0 0,1 1 0,-1-1 0,1 1 0,-1 0 0,1-1 0,-1 1 0,1 0 0,0 1 0,-1-1 0,1 0 0,0 1 0,0-1 0,-3 4 0,-4 3 0,0 1 0,1 0 0,0 0 0,0 1 0,1 0 0,1 1 0,-10 19 0,12-23 0,1 0 0,0 1 0,1-1 0,0 1 0,0 0 0,0 0 0,1 0 0,0 0 0,1 0 0,0-1 0,0 1 0,1 0 0,1 9 0,-1-13 0,0 0 0,1 0 0,-1 0 0,1 0 0,0-1 0,0 1 0,0-1 0,0 1 0,1-1 0,0 0 0,-1 0 0,1 0 0,0 0 0,7 4 0,-5-3 0,1-1 0,0 0 0,1 0 0,-1 0 0,1-1 0,-1 0 0,1 0 0,8 0 0,3 0 0,1-1 0,-1 0 0,1-2 0,-1 0 0,33-7 0,-36 5 0,-1-1 0,1 0 0,-1-1 0,0-1 0,0 0 0,0-1 0,-1 0 0,22-17 0,-30 20 0,0 0 0,-1 0 0,0-1 0,0 1 0,0-1 0,0 0 0,-1 0 0,1 0 0,-1 0 0,-1 0 0,1-1 0,-1 1 0,0-1 0,0 0 0,-1 0 0,1 0 0,-2 0 0,1 0 0,0 0 0,-1 0 0,0 0 0,-1 0 0,1 0 0,-3-11 0,0 7 0,-1 0 0,1 0 0,-2 0 0,1 1 0,-1-1 0,-1 1 0,0 1 0,0-1 0,0 1 0,-1 0 0,-1 0 0,1 1 0,-1 0 0,-13-9 0,12 9 0,-1 1 0,0 0 0,0 1 0,-1 0 0,0 1 0,1 0 0,-1 0 0,-1 1 0,1 1 0,0 0 0,-1 0 0,1 1 0,-13 1 0,21 0-62,1 0 0,-1 0 0,0 1 0,1-1 0,-1 1 0,1 0 0,-1 0 0,1 0 0,-1 0 0,1 0 0,0 1 0,-1-1-1,1 0 1,0 1 0,0 0 0,0 0 0,0 0 0,1-1 0,-1 2 0,0-1 0,-1 4 0,-6 10-6764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9.1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 24575,'0'-3'0,"0"2"0,3 1 0,1 4 0,0 4 0,2 7 0,0 7 0,0 7 0,-2 7 0,-2 3 0,0 2 0,-2 3 0,0 1 0,0-9-8191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9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105 1 24575,'-3'0'0,"-4"0"0,-4 3 0,-4 4 0,-1 5 0,-2-1 0,-1 1 0,3-1-8191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9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0 24575,'0'4'0,"0"3"0,0 4 0,-3 3 0,-2 6 0,1 2 0,1 4 0,1 0 0,0-4-8191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9.9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24575,'0'3'0,"3"4"0,4 5 0,4-1 0,1-2-8191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0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24575,'4'0'0,"3"0"0,4 3 0,7 1 0,2 4 0,5-1 0,2 2 0,-5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0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24575,'0'3'0,"0"4"0,0 4 0,0 4 0,0 4 0,0 10 0,0 5 0,0 6 0,0 3 0,0-6-8191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37.5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0 724 24575,'1'-2'0,"-1"0"0,1 0 0,-1 0 0,1 0 0,0 1 0,-1-1 0,1 0 0,0 0 0,0 1 0,0-1 0,1 0 0,-1 1 0,0-1 0,3-1 0,25-22 0,-17 16 0,44-44 0,-31 28 0,41-30 0,-37 34 0,1 1 0,-1-2 0,37-35 0,-46 39 0,1 1 0,0 1 0,2 1 0,-1 1 0,36-17 0,-51 28 0,0 0 0,0 1 0,0 0 0,0 0 0,1 0 0,-1 1 0,13-1 0,55 4 0,-57-1 0,-1 0 0,0-1 0,32-4 0,-21-3 0,0-1 0,-1-2 0,36-17 0,-39 16 0,18-13 0,-34 19 0,0 0 0,0 0 0,1 1 0,-1 0 0,12-3 0,3 0 0,-13 4 0,0-1 0,0 2 0,1-1 0,-1 1 0,1 1 0,-1 0 0,1 0 0,0 1 0,-1 1 0,21 3 0,-19-1 0,-1 1 0,0 0 0,0 1 0,0 0 0,17 12 0,-25-15 0,-1-1 0,1 1 0,0 0 0,0-1 0,1 0 0,-1 0 0,0 0 0,0 0 0,1 0 0,-1 0 0,0-1 0,1 0 0,-1 0 0,1 0 0,-1 0 0,0 0 0,1 0 0,-1-1 0,0 0 0,5-1 0,3-3 0,1 0 0,-2-1 0,1 0 0,13-11 0,22-11 0,-41 25 0,-3 2 0,1-1 0,-1 1 0,1-1 0,-1 1 0,1 0 0,0 0 0,-1 0 0,1 0 0,0 0 0,0 1 0,0-1 0,0 1 0,0 0 0,-1 0 0,1 0 0,0 0 0,0 1 0,0-1 0,0 1 0,0-1 0,-1 1 0,6 2 0,0 1 0,0-1 0,1 1 0,-1-2 0,1 1 0,0-1 0,0-1 0,0 1 0,0-1 0,0-1 0,0 0 0,0 0 0,0-1 0,0 0 0,0 0 0,0-1 0,0-1 0,-1 1 0,10-5 0,1-1 0,1 1 0,0 1 0,1 1 0,0 0 0,-1 2 0,1 0 0,0 1 0,1 2 0,29 2 0,-44-1 0,-1 0 0,0 0 0,0 1 0,0 0 0,-1 0 0,1 1 0,0-1 0,-1 1 0,6 4 0,5 5 0,21 20 0,-14-12 0,-18-16 0,0-1 0,0 0 0,1 0 0,-1 0 0,1-1 0,-1 0 0,1 0 0,9 2 0,51 6 0,-55-9 0,118 16 0,-122-17 0,0 0 0,1 0 0,-1-1 0,1 0 0,-1 0 0,0-1 0,0 0 0,0 0 0,0-1 0,0 0 0,0 0 0,0 0 0,8-7 0,-6 4 0,1 1 0,-1 1 0,1 0 0,0 0 0,16-4 0,6 9 0,-29-1 0,0 1 0,-1-1 0,1 1 0,0-1 0,0 0 0,0 0 0,0-1 0,0 1 0,0-1 0,-1 1 0,1-1 0,0 0 0,0 0 0,2-1 0,56-30 0,-39 21 0,-1 0 0,-1-1 0,0-1 0,19-16 0,-38 28 0,1-1 0,-1 1 0,1 0 0,-1 0 0,1 1 0,0-1 0,-1 0 0,1 0 0,0 1 0,0-1 0,0 1 0,0-1 0,-1 1 0,1 0 0,0 0 0,0 0 0,0 0 0,0 0 0,0 0 0,0 1 0,-1-1 0,1 1 0,0-1 0,0 1 0,2 1 0,5 2 0,0 1 0,-1 0 0,15 13 0,5 1 0,-16-12 0,0-1 0,0 0 0,1-1 0,0 0 0,0-1 0,1 0 0,23 3 0,-19-5 0,-1 1 0,1 0 0,-1 2 0,0 0 0,-1 1 0,1 1 0,17 10 0,-20-10 0,1-1 0,0 0 0,0 0 0,0-2 0,1 0 0,0 0 0,-1-2 0,1 0 0,0 0 0,0-2 0,27-2 0,-35 1 0,0-1 0,0-1 0,0 1 0,-1-1 0,1 0 0,-1-1 0,0 0 0,0 0 0,8-6 0,-8 5 0,0 0 0,0 1 0,0 0 0,0 0 0,1 1 0,0 0 0,-1 0 0,1 1 0,9-2 0,-12 4 0,-1-1 0,1 1 0,0 0 0,-1 0 0,1 1 0,0-1 0,-1 1 0,1 0 0,-1 1 0,6 1 0,-1 2 0,1 0 0,-2 1 0,12 9 0,-17-14 0,-1 1 0,1 0 0,0-1 0,0 0 0,0 0 0,-1 1 0,2-2 0,-1 1 0,0 0 0,0-1 0,0 1 0,0-1 0,0 0 0,0 0 0,0 0 0,1 0 0,-1-1 0,4 0 0,8-3 0,-1 0 0,21-9 0,-9 2 0,-17 8 0,1 0 0,-1 1 0,1 0 0,0 0 0,0 1 0,-1 0 0,1 0 0,14 2 0,-18 0 0,0 0 0,1 1 0,-1 0 0,0 0 0,0 0 0,-1 1 0,1 0 0,0 0 0,-1 0 0,1 1 0,-1-1 0,0 1 0,8 9 0,-11-11 0,0 0 0,1 0 0,-1-1 0,0 1 0,1-1 0,-1 0 0,1 0 0,-1 0 0,1 0 0,-1 0 0,1 0 0,0-1 0,0 1 0,-1-1 0,1 1 0,0-1 0,0 0 0,4-1 0,6-1 0,0-1 0,24-7 0,5-1 0,-31 10 0,0 1 0,0 0 0,-1 1 0,1 0 0,0 1 0,0 0 0,0 1 0,14 5 0,-11-4 0,0 0 0,0 0 0,1-2 0,17 2 0,-5-5 0,0-1 0,30-6 0,-51 8 0,1-1 0,0 1 0,0 0 0,0 1 0,0-1 0,11 4 0,13 1 0,34 4 0,6 1 0,14-1 0,-55-5 0,46 1 0,-65-5 0,0-1 0,-1 0 0,1-1 0,0 0 0,-1 0 0,0-1 0,1-1 0,10-5 0,32-18 0,-28 13 0,2 1 0,-1 1 0,1 2 0,56-15 0,-80 24 0,0 1 0,0-1 0,0 1 0,0 0 0,-1 0 0,1 0 0,0 1 0,0-1 0,0 1 0,0-1 0,0 1 0,0 0 0,0 0 0,4 3 0,-3-1 0,1 0 0,-1 0 0,0 1 0,0 0 0,-1 0 0,1 0 0,3 6 0,-6-8 0,1 0 0,0 0 0,0 0 0,0 0 0,0 0 0,0-1 0,1 1 0,-1-1 0,0 1 0,1-1 0,-1 0 0,1 0 0,0 0 0,-1 0 0,1-1 0,-1 1 0,1-1 0,0 1 0,4-1 0,4 0 0,0-1 0,-1 0 0,20-5 0,-5 1 0,3-1 0,-21 4 0,0 0 0,1 1 0,-1 0 0,1 0 0,9 1 0,-14 0 0,0 1 0,0 0 0,-1-1 0,1 1 0,0 0 0,0 0 0,-1 0 0,1 1 0,-1-1 0,1 1 0,-1-1 0,1 1 0,-1 0 0,0 0 0,0 0 0,0 0 0,3 5 0,-1-2 0,-1-1 0,0 0 0,0 0 0,1 0 0,-1 0 0,1-1 0,5 4 0,-7-6 0,0 0 0,-1 0 0,1 0 0,0-1 0,0 1 0,-1-1 0,1 1 0,0-1 0,0 0 0,0 0 0,0 0 0,-1 0 0,1 0 0,0 0 0,0 0 0,0-1 0,0 1 0,-1-1 0,1 1 0,0-1 0,2-1 0,16-7 0,-11 4 0,1 0 0,0 1 0,15-4 0,-22 7 0,0 1 0,0-1 0,0 1 0,0 0 0,0 0 0,0 0 0,0 0 0,0 0 0,0 1 0,0-1 0,0 1 0,0 0 0,0 0 0,0 0 0,0 0 0,4 3 0,1 1 0,0-1 0,0-1 0,0 0 0,0 0 0,1 0 0,0-1 0,-1 0 0,1-1 0,11 1 0,6-2 0,49-4 0,-26-5 0,-36 6 0,0 0 0,22-1 0,-20 5 0,0 0 0,0 1 0,-1 1 0,1 0 0,-1 1 0,0 0 0,0 1 0,0 1 0,16 9 0,-3-3 0,-20-9 0,0 0 0,1-1 0,-1 0 0,0 0 0,1-1 0,-1 0 0,1 0 0,0-1 0,-1 1 0,1-2 0,-1 1 0,1-1 0,-1-1 0,1 1 0,-1-1 0,13-5 0,-15 6 0,0 0 0,0 1 0,0-1 0,0 1 0,0 0 0,0 1 0,0-1 0,0 1 0,0 0 0,0 0 0,0 0 0,7 3 0,28 5 0,-15-9 0,0-1 0,0-1 0,0-2 0,37-9 0,-58 12 0,24-4 0,1 1 0,30 1 0,-11 0 0,-41 2 0,0-1 0,-1 1 0,0-1 0,1 0 0,-1-1 0,0 0 0,0 0 0,10-7 0,1 0 0,-15 9 0,0 1 0,1-1 0,-1 1 0,0-1 0,1 1 0,-1 0 0,0 0 0,0 0 0,1 0 0,-1 0 0,0 1 0,1-1 0,-1 1 0,0-1 0,0 1 0,0 0 0,1 0 0,1 1 0,18 5 0,-6-6 0,-1-1 0,0-1 0,0 0 0,1-1 0,-1-1 0,0 0 0,27-11 0,-23 8 0,-1 1 0,1 0 0,0 2 0,26-3 0,-39 6 0,0 0 0,0-1 0,0 0 0,-1-1 0,1 1 0,0-1 0,-1 0 0,1 0 0,-1-1 0,0 1 0,0-1 0,6-5 0,3-3 0,1-2 0,18-20 0,-24 22 0,1 1 0,0 0 0,1 0 0,0 1 0,0 1 0,14-8 0,-8 7 0,-10 4 0,0 1 0,0 1 0,1-1 0,13-3 0,-20 7 0,1-1 0,-1 1 0,1 0 0,0-1 0,-1 1 0,1 0 0,-1 0 0,1 1 0,-1-1 0,1 0 0,-1 0 0,1 1 0,-1-1 0,1 1 0,-1-1 0,1 1 0,-1-1 0,0 1 0,1 0 0,-1 0 0,0 0 0,0 0 0,1 0 0,-1 0 0,0 0 0,0 0 0,0 0 0,0 1 0,0-1 0,0 2 0,0 0 0,1 0 0,-1 0 0,1-1 0,-1 1 0,1 0 0,0-1 0,0 1 0,0-1 0,0 0 0,0 1 0,1-1 0,-1 0 0,1-1 0,-1 1 0,1 0 0,0-1 0,0 1 0,0-1 0,0 0 0,0 0 0,0 0 0,0 0 0,0-1 0,6 1 0,40 6 0,-32-3 0,1-2 0,27 1 0,-43-3-124,0 0 0,0 0 0,-1-1 0,1 1 0,0 0 0,0-1-1,-1 1 1,1-1 0,0 0 0,2-1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49.8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144 332 24575,'0'-1'0,"0"0"0,0 0 0,0 1 0,-1-1 0,1 0 0,0 0 0,0 1 0,0-1 0,-1 0 0,1 1 0,0-1 0,-1 0 0,1 1 0,0-1 0,-1 0 0,1 1 0,-1-1 0,1 1 0,-1-1 0,0 1 0,1-1 0,-1 1 0,1-1 0,-1 1 0,0 0 0,1-1 0,-1 1 0,0 0 0,1 0 0,-1-1 0,0 1 0,0 0 0,1 0 0,-1 0 0,0 0 0,0 0 0,1 0 0,-1 0 0,0 0 0,0 0 0,1 0 0,-1 1 0,0-1 0,0 0 0,1 0 0,-1 1 0,0-1 0,1 0 0,-1 1 0,1-1 0,-1 1 0,0-1 0,1 1 0,-1-1 0,1 1 0,-1-1 0,1 1 0,-1 0 0,-10 14 0,1 1 0,0 0 0,1 1 0,1 0 0,0 1 0,-5 20 0,-10 21 0,3-11 0,83-198 0,-26 59 0,-23 50 0,-11 29 0,1 0 0,9-18 0,-7 25 0,-3 12 0,-1 16 0,-2-23 0,-1 310 0,3-339 0,1 0 0,8-34 0,-3 21 0,22-156 0,-20 151 0,-17 159 0,7-105 0,-2 304 0,8-288 0,-2-18 0,0-16 0,5-95 0,-6 45 0,7-214 0,-10 269 0,-18 213 0,-1-19 0,19-180 0,1-5 0,-1-1 0,0 1 0,0-1 0,0 1 0,0-1 0,-1 0 0,1 1 0,-1-1 0,0 1 0,1-1 0,-1 0 0,0 1 0,-3 3 0,4-6 0,0 0 0,-1 0 0,1-1 0,-1 1 0,1 0 0,0 0 0,-1-1 0,1 1 0,0 0 0,-1-1 0,1 1 0,0 0 0,0-1 0,-1 1 0,1-1 0,0 1 0,0 0 0,0-1 0,0 1 0,-1-1 0,1 1 0,0-1 0,0 1 0,0-1 0,0 1 0,0 0 0,0-1 0,0 1 0,0-1 0,-2-18 0,-1-235 0,21 2 0,-17 240 0,1 1 0,-1 0 0,5-11 0,-2 17 0,-1 14 0,-1 17 0,-1 87-682,-25 202-1,13-232-6143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2.6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549 0 24575,'-51'54'0,"3"2"0,3 3 0,2 1 0,3 2 0,2 2 0,-52 122 0,47-76 0,5 2 0,5 2 0,-28 176 0,53-236 0,2 0 0,3 1 0,2 0 0,2-1 0,3 1 0,2 0 0,3-1 0,22 79 0,3-29 0,5-1 0,5-2 0,3-1 0,77 117 0,-91-168 0,2-1 0,2-2 0,1-2 0,3-1 0,79 65 0,-79-77 0,1-2 0,2-2 0,0-1 0,2-2 0,1-3 0,92 29 0,-53-27 0,2-5 0,1-4 0,163 6 0,-111-20 0,238-32 0,-378 32 0,13-2 0,-1 0 0,0 0 0,19-8 0,-31 10 9,-1 0 1,1 0-1,-1 0 0,0 0 0,1 0 1,-1 0-1,0 0 0,1 0 0,-1-1 0,0 1 1,1 0-1,-1 0 0,0 0 0,1-1 1,-1 1-1,0 0 0,1 0 0,-1-1 1,0 1-1,0 0 0,1-1 0,-1 1 0,0 0 1,0-1-1,0 1 0,0 0 0,1-1 1,-1 1-1,0 0 0,0-1 0,0 1 0,0-1 1,0 1-1,0 0 0,0-1 0,0 0 1,-10-9-1717,-4 1-5119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3.3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1045 205 24575,'-1'-1'0,"1"0"0,0 0 0,-1 0 0,1 1 0,-1-1 0,1 0 0,-1 0 0,1 0 0,-1 1 0,1-1 0,-1 0 0,0 1 0,0-1 0,1 0 0,-1 1 0,0-1 0,0 1 0,-1-1 0,-20-10 0,17 9 0,-28-12 0,0 2 0,-64-14 0,-74-4 0,138 26 0,-179-33 0,-28-4 0,223 38 0,-9-1 0,1 0 0,-1 2 0,0 1 0,-32 3 0,50 1-1365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3.7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2862 462 24575,'-6'-1'0,"1"0"0,0-1 0,0 1 0,0-1 0,0 0 0,0 0 0,-9-6 0,-10-4 0,-27-4 0,-104-20 0,90 24 0,-1852-314-2150,1903 324 2149,-143-17-205,-206 0 0,362 19 206,-4 0 56,0-1 1,0 2 0,0-1-1,0 0 1,-1 1-1,1 0 1,1 0-1,-1 1 1,0 0 0,-5 2-1,9-4-89,1 0-1,0 0 1,0 1-1,-1-1 1,1 0-1,0 0 1,0 0-1,-1 1 1,1-1-1,0 0 1,0 1-1,-1-1 1,1 0-1,0 1 1,0-1-1,0 0 1,0 1-1,0-1 1,0 0-1,-1 1 1,1-1-1,0 0 1,0 1-1,0-1 1,0 0-1,0 1 1,0 0-1,6 7-5278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4.3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751 56 24575,'0'-1'0,"0"0"0,-1 1 0,1-1 0,0 1 0,-1-1 0,1 0 0,0 1 0,-1-1 0,1 1 0,-1-1 0,1 1 0,-1 0 0,1-1 0,-1 1 0,1-1 0,-1 1 0,1 0 0,-1-1 0,1 1 0,-1 0 0,0 0 0,1 0 0,-1-1 0,0 1 0,0 0 0,-20-4 0,18 4 0,-310-34 0,-2 27 0,252 14-1365,41-2-5461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4.8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2685 0 24575,'-34'1'0,"0"1"0,0 1 0,0 2 0,1 2 0,-41 12 0,-102 36-70,-612 181-653,613-188 723,-438 130 0,455-124 0,-271 135 0,403-175-617,-28 20 1,31-17-5549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5.4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562 14 24575,'1'-7'0,"-1"1"0,-9 6 0,-12 6 0,0 0 0,1 2 0,0 0 0,-35 20 0,31-15 0,-175 99 342,155-83-911,1 1 0,-52 49 0,84-68-6257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5.9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1782 1 24575,'-5'1'0,"1"0"0,-1 0 0,0 1 0,0 0 0,1 0 0,-1 0 0,1 0 0,-8 6 0,5-3 0,-114 75 0,-130 114 0,200-153 0,-184 158 0,9 9 0,-227 271 0,391-407 0,-161 195 0,131-146-1365,80-104-5461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6.5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336 1 24575,'-3'3'0,"-1"4"0,-3 4 0,-4 4 0,-5 2 0,-4 4 0,-4 5 0,-2 4 0,-2 3 0,0 3 0,-1 1 0,1 0 0,3 1 0,2-4 0,2-1 0,4-3 0,2-4 0,4-6-8191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7.0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392 0 24575,'-4'6'0,"0"0"0,0 0 0,0 0 0,0 1 0,1-1 0,-4 12 0,-1 3 0,-16 35 0,3 2 0,2 1 0,-12 69 0,-19 186 0,28-154 0,-151 723 0,172-878 53,0-1-231,0-1 1,0 1 0,0-1 0,0 0 0,0 0-1,-1 1 1,-2 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4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139 153 24575,'5'1'0,"1"-1"0,-1-1 0,0 1 0,0-1 0,0 0 0,0 0 0,0 0 0,8-4 0,-10 4 0,-1-1 0,0 1 0,0-1 0,1 0 0,-1 0 0,0 0 0,-1 0 0,1 0 0,0 0 0,-1 0 0,1-1 0,-1 1 0,1-1 0,-1 1 0,0-1 0,0 0 0,0 1 0,0-4 0,1-2 0,0-1 0,-1 0 0,1-17 0,-2 24 0,0-1 0,0 1 0,0 0 0,0 0 0,0-1 0,-1 1 0,1 0 0,-1 0 0,0 0 0,1-1 0,-1 1 0,0 0 0,0 0 0,0 0 0,0 0 0,-1 1 0,1-1 0,0 0 0,-1 0 0,-2-2 0,3 4 0,0 0 0,0-1 0,0 1 0,0 0 0,0 0 0,0 0 0,0 0 0,0 0 0,1 0 0,-1 0 0,0 0 0,0 0 0,0 0 0,0 1 0,0-1 0,0 0 0,0 1 0,1-1 0,-1 0 0,0 1 0,-1 0 0,-18 14 0,14-10 0,-23 17 0,-37 39 0,57-52 0,1 0 0,0 1 0,1-1 0,0 1 0,1 1 0,0-1 0,1 1 0,-7 16 0,11-21 0,0 0 0,0 0 0,1 0 0,-1 0 0,1 0 0,1 0 0,-1 0 0,1 0 0,0 0 0,0 0 0,1 0 0,0 0 0,0 0 0,0-1 0,1 1 0,-1-1 0,1 1 0,1-1 0,4 6 0,8 9 0,1 0 0,1-1 0,23 18 0,-37-33 0,68 55 0,-47-40 0,-2 0 0,0 1 0,-1 2 0,28 34 0,-46-51 0,-1 1 0,1 0 0,-1-1 0,0 1 0,0 0 0,-1 1 0,0-1 0,2 10 0,-3-13 0,-1 0 0,0-1 0,0 1 0,0 0 0,0 0 0,0 0 0,-1 0 0,1-1 0,-1 1 0,0 0 0,0-1 0,0 1 0,0 0 0,0-1 0,-1 1 0,1-1 0,-1 1 0,1-1 0,-1 0 0,0 0 0,0 0 0,-2 2 0,-3 2 34,-1-1 1,1 0-1,-1-1 0,0 0 0,0 0 0,0 0 0,0-1 0,0 0 0,-11 1 1,-2 0-604,0-1 0,-36 1 0,4-4-6257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4.2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0 151 24575,'4'-7'0,"3"-4"0,4-7 0,0-4 0,2-1 0,1 4 0,5 1 0,5 4 0,8 4 0,10 5 0,9 2 0,7 5 0,9 2 0,6 4 0,4 1 0,-13-2-8191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4.4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24575,'0'3'0,"0"4"0,3 1 0,4-1 0,4-2 0,6-1 0,7-5 0,8-2 0,9-1 0,6 1 0,4-3 0,4 0 0,-9 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4.6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48 24575,'0'-3'0,"0"-5"0,0-3 0,0-3 0,0 3 0,0 11 0,0 11 0,0 16 0,0 16 0,-3 16 0,-1 14 0,-3 13 0,0 10 0,-2 5 0,0 0 0,2-4 0,6-9 0,2-21-8191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4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123 129 24575,'10'-13'0,"-1"0"0,-1 0 0,8-15 0,-15 19 0,-8 12 0,-9 14 0,-4 7 0,1 2 0,1 0 0,-22 46 0,32-55 0,0 0 0,2 1 0,0 0 0,1 0 0,0 1 0,2-1 0,-2 27 0,4-38 0,1-1 0,1 1 0,-1 0 0,1-1 0,0 1 0,0-1 0,1 1 0,0-1 0,0 0 0,1 0 0,0 0 0,0 0 0,0 0 0,0-1 0,1 1 0,0-1 0,0 0 0,1 0 0,-1 0 0,1-1 0,0 1 0,0-1 0,1-1 0,-1 1 0,1-1 0,0 0 0,0 0 0,0 0 0,0-1 0,0 0 0,1 0 0,-1-1 0,1 1 0,-1-2 0,1 1 0,0-1 0,-1 0 0,1 0 0,-1 0 0,1-1 0,6-2 0,-5 2 0,-1-1 0,1 0 0,-1-1 0,0 0 0,0 0 0,0-1 0,0 0 0,0 0 0,-1 0 0,0-1 0,0 0 0,0 0 0,0 0 0,-1-1 0,0 0 0,0 0 0,-1 0 0,1-1 0,-1 0 0,-1 0 0,1 0 0,-1 0 0,-1 0 0,3-10 0,-2 4 0,0 0 0,-1 0 0,-1 0 0,0 0 0,-1 0 0,0-1 0,-1 1 0,-1 0 0,0 0 0,-1 0 0,0 0 0,-1 1 0,-9-21 0,5 17 38,0 0 0,-2 1 0,0 0 0,0 0 0,-2 1 0,0 1 0,0 0 0,-18-13 0,21 18-170,-1 0 1,-1 1 0,1 0-1,-1 1 1,-1 0 0,1 1 0,-1 0-1,0 1 1,0 0 0,0 1 0,0 0-1,-19-1 1,7 5-6695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5.2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0 251 24575,'4'-5'0,"-1"0"0,0-1 0,0 1 0,-1 0 0,1-1 0,-1 0 0,2-11 0,3-6 0,-3 13 0,0 1 0,0 0 0,1 0 0,0 0 0,1 0 0,-1 1 0,10-10 0,-12 15 0,0 0 0,0 0 0,0 1 0,1-1 0,-1 1 0,1 0 0,0 0 0,0 0 0,0 0 0,0 1 0,0-1 0,0 1 0,0 0 0,0 0 0,0 1 0,1-1 0,-1 1 0,0 0 0,0 0 0,5 1 0,1 1 0,0 0 0,0 1 0,0 1 0,0-1 0,-1 1 0,0 1 0,0 0 0,0 0 0,0 1 0,-1 0 0,0 1 0,0 0 0,13 15 0,-13-13 0,0 0 0,-1 1 0,0 0 0,0 1 0,-1-1 0,0 1 0,-1 1 0,-1-1 0,0 1 0,0 0 0,2 16 0,-5-24 0,0 0 0,-1-1 0,0 1 0,0 0 0,0 0 0,0-1 0,-1 1 0,1 0 0,-1-1 0,0 1 0,0-1 0,0 1 0,-1-1 0,1 1 0,-1-1 0,0 0 0,0 0 0,0 1 0,0-1 0,-1-1 0,1 1 0,-1 0 0,1-1 0,-1 1 0,-6 3 0,4-4 0,0 1 0,0-1 0,0 0 0,-1 0 0,1-1 0,-1 0 0,1 0 0,-1 0 0,0 0 0,1-1 0,-1 0 0,0 0 0,1-1 0,-1 0 0,1 0 0,-8-2 0,4 1 0,-1-2 0,1 1 0,0-1 0,0 0 0,0-1 0,1 0 0,-1-1 0,1 0 0,1 0 0,-1 0 0,-9-12 0,13 14 0,0-1 0,1 0 0,-1-1 0,1 1 0,0 0 0,0-1 0,1 0 0,-1 0 0,1 1 0,1-1 0,-1-1 0,1 1 0,0 0 0,1 0 0,-1 0 0,1 0 0,0-1 0,1 1 0,1-8 0,1 1-91,0 0 0,2 0 0,0 1 0,0-1 0,1 1 0,0 1 0,1-1 0,1 1 0,0 0 0,0 0 0,1 1 0,0 1 0,1-1 0,15-11 0,-4 7-6735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5.4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291 61 24575,'0'-3'0,"0"-4"0,0-4 0,0-4 0,-3 2 0,-5 2 0,0 10 0,-2 14 0,-3 14 0,-2 18 0,-4 17 0,-6 14 0,-5 12 0,-3 6 0,1 4 0,0-3 0,-2-5 0,6-18-8191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5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70 184 24575,'38'-18'0,"76"-26"0,-100 40 0,0 0 0,0 1 0,1 1 0,0 0 0,-1 1 0,1 1 0,0 0 0,27 4 0,-38-4 0,0 1 0,0 0 0,1 1 0,-1-1 0,0 1 0,0-1 0,-1 1 0,1 0 0,0 0 0,0 1 0,-1-1 0,0 1 0,1 0 0,-1 0 0,0 0 0,0 0 0,-1 1 0,1-1 0,-1 1 0,0-1 0,0 1 0,3 7 0,-3-6 0,-1 1 0,0 0 0,0 0 0,0 0 0,-1 0 0,0 0 0,0 0 0,0 0 0,-1 0 0,0 0 0,0 0 0,-1-1 0,1 1 0,-1 0 0,-6 10 0,1-2 0,-2 0 0,0 0 0,0-1 0,-1 0 0,-1 0 0,0-1 0,-1-1 0,0 0 0,-19 13 0,20-17 0,0 1 0,0-2 0,-1 0 0,0 0 0,0-1 0,0 0 0,-1-1 0,1 0 0,-1-2 0,0 1 0,0-1 0,-17 0 0,24-2 0,-1-1 0,1 1 0,0-1 0,0-1 0,0 1 0,0-1 0,0 0 0,0 0 0,0-1 0,0 0 0,1 0 0,-1 0 0,1-1 0,0 1 0,0-1 0,0 0 0,1-1 0,0 1 0,-1-1 0,2 0 0,-1 0 0,0 0 0,1-1 0,0 1 0,0-1 0,1 0 0,0 0 0,-3-7 0,2 0 0,0 0 0,0-1 0,1 1 0,1-1 0,0 0 0,1 1 0,1-1 0,0 0 0,0 1 0,2-1 0,0 1 0,4-15 0,-3 16 0,1 0 0,0 0 0,1 1 0,0 0 0,1 0 0,0 0 0,1 1 0,0 0 0,1 0 0,16-15 0,-18 20 0,-1 1 0,1-1 0,0 1 0,0 0 0,0 1 0,0 0 0,0 0 0,1 0 0,0 1 0,-1 0 0,1 1 0,0 0 0,0 0 0,0 0 0,0 1 0,0 0 0,0 1 0,11 2 0,2 2-455,-1 0 0,24 11 0,-5 0-6371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6.0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5887 1822 24575,'13'-19'0,"-1"-1"0,-1 0 0,0-1 0,10-29 0,21-90 0,-34 105 8,-2 1 1,-1-1-1,-2 1 0,-2-68 0,-3 76-33,-1 1-1,-1-1 0,-1 1 1,-2 0-1,0 0 1,-2 1-1,-16-34 1,7 26-71,-2 1 1,0 2 0,-2 0 0,-2 1 0,0 1-1,-2 1 1,0 1 0,-2 2 0,-34-23 0,-1 5-423,-1 4 0,-2 2 0,-108-41 0,28 25-601,-1 6 0,-268-44 0,-319 19-2481,377 63 2676,-432 47 0,475-3 336,-501 127 0,266 12 205,432-128 246,3 5-1,-162 102 0,221-120 226,2 3 0,2 2 1,2 2-1,1 3 0,-81 97 0,107-112 40,2 1 0,1 1 0,1 1 0,-25 62 0,34-67-60,0 0-1,2 1 1,2 0 0,0 0-1,2 0 1,0 52 0,5-47-70,2-1 0,1 1 1,1-1-1,2 0 0,1-1 1,15 36-1,-6-26 10,3-1 0,1 0 0,54 73 0,-23-50 150,3-2 1,2-2-1,3-3 1,114 83 0,-46-52-169,4-5 0,4-7 0,217 89 0,-122-77-559,360 85 0,-293-107 157,3-14-1,1-14 1,353 1-1,-375-42 81,-1-11 0,-1-12-1,443-101 1,-529 77 309,260-102 0,-333 101 11,-3-4 0,-2-5 1,123-88-1,-176 104 56,-2-3 0,92-94 0,-123 109 30,0-1 0,-3-1 0,0-2 0,-3 0 0,0-2 0,-3 0 0,-1-2 0,15-47 0,-25 57 25,-1-1 0,-1 0 0,-2 0 0,-1-1 0,-2 1 0,-1-1 0,-1 0 0,-2 1 1,-1-1-1,-1 1 0,-16-57 0,7 47-59,-3 0-1,-1 1 1,-2 1 0,-1 0 0,-34-46-1,10 25-25,-2 3 0,-2 2 0,-68-59 0,18 30 98,-173-116-1,-212-77-154,-106 12-352,-70 20 1229,31 35 3833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17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73 233 24575,'-7'2'0,"0"0"0,1 0 0,-1 1 0,1 0 0,-1 0 0,1 0 0,0 1 0,-8 6 0,8-2 0,11-5 0,19-5 0,273-62 49,-98 18-323,54 2-653,280-14 1,260 38-324,-693 22 841,285-12 86,-377 10 261,-2-1 74,-1 1 0,0 0 0,1-1 1,-1 0-1,0 0 0,0-1 1,0 1-1,0-1 0,0-1 0,0 1 1,8-5-1,-5-6-4228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18.1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0 24575,'-6'3'0,"-6"2"0,10-1 0,16-1 0,25-1 0,31 0 0,37-2 0,39 1 0,40 2-1530,38 4 1530,32 4-2484,24 3 2484,11 6-2632,1 5 2632,-11 5 0,-23 6 0,-57-2-1545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18.5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1 195 24575,'13'-13'0,"-1"-1"0,16-24 0,14-16 0,-30 41 0,28-23 0,-36 33 0,0 0 0,0 0 0,1 1 0,-1-1 0,1 1 0,0 0 0,-1 0 0,1 0 0,0 1 0,0 0 0,8-1 0,-11 2 0,0 0 0,0 0 0,0 0 0,0 1 0,0-1 0,0 1 0,-1-1 0,1 1 0,0 0 0,0-1 0,-1 1 0,1 0 0,0 0 0,-1 0 0,1 1 0,-1-1 0,1 0 0,-1 1 0,0-1 0,0 0 0,1 1 0,-1 0 0,0-1 0,0 1 0,1 3 0,2 3 0,-1 2 0,0-1 0,4 18 0,-7-26 0,9 47 20,-3 1-1,1 77 1,-13 105-275,5-218 218,-89 924-2263,65-778-3358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22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3816 24575,'-10'8'0,"-2"5"0,69-105 0,76-129 0,-95 164 0,81-91 0,-109 137 0,-7 6 0,1 0 0,0 1 0,0 0 0,1 0 0,7-5 0,-11 8 0,0 0 0,0 1 0,0-1 0,0 1 0,0 0 0,0-1 0,1 1 0,-1 0 0,0 0 0,0-1 0,0 1 0,1 0 0,-1 0 0,0 0 0,0 1 0,1-1 0,-1 0 0,0 0 0,0 1 0,0-1 0,0 0 0,0 1 0,1-1 0,-1 1 0,0 0 0,0-1 0,0 1 0,0 0 0,0 0 0,-1 0 0,3 1 0,80 91 0,-73-83 0,1-1 0,0 0 0,0 0 0,1-1 0,0 0 0,20 8 0,-28-14 0,1 0 0,-1-1 0,1 0 0,0 0 0,-1 0 0,1-1 0,0 0 0,0 1 0,-1-2 0,1 1 0,0 0 0,-1-1 0,1 0 0,0 0 0,-1 0 0,1-1 0,-1 0 0,0 0 0,1 0 0,-1 0 0,0 0 0,0-1 0,6-5 0,21-21 0,-1 0 0,-2-3 0,38-52 0,22-25 0,-57 74 0,36-38 0,-59 66 0,0 0 0,1 0 0,-1 1 0,1 0 0,0 1 0,1-1 0,9-2 0,-14 7 0,0 0 0,0 0 0,0 1 0,-1 0 0,1 0 0,0 0 0,0 1 0,0 0 0,0 0 0,0 0 0,-1 0 0,1 1 0,0 0 0,7 4 0,30 8 0,-35-14 0,0 1 0,0-1 0,0 0 0,0 0 0,0-1 0,0 0 0,-1 0 0,1-1 0,0 0 0,-1 0 0,1-1 0,-1 1 0,0-1 0,11-7 0,6-6 0,-1 0 0,29-29 0,-13 12 0,-17 15 0,98-77 0,-92 75 0,1 2 0,46-23 0,-32 23 0,-23 10 0,0 0 0,-1-1 0,29-19 0,2-11 0,-2-1 0,60-68 0,67-106 0,-159 196 0,1 1 0,1 1 0,35-28 0,-38 34 0,0-1 0,-1 0 0,0-1 0,-1 0 0,0-1 0,-1 0 0,-1-1 0,13-23 0,6-27 0,-3-2 0,27-103 0,-50 159 0,0-1 0,1 1 0,0 1 0,0-1 0,1 0 0,1 1 0,-1 0 0,10-10 0,-5 8 0,0 0 0,1 1 0,1 1 0,0 0 0,16-10 0,-15 11 0,0 0 0,0-1 0,-1 0 0,0-1 0,-1-1 0,-1 1 0,1-2 0,-1 1 0,-1-2 0,-1 1 0,13-24 0,4-15 0,-3-1 0,20-72 0,-31 70 0,-9 40 0,1 0 0,0 0 0,1 1 0,1-1 0,10-20 0,4 4 0,1 1 0,1 1 0,50-49 0,21-26 0,-43 47 0,-38 46 0,0-1 0,-1-1 0,0 1 0,-1-2 0,0 1 0,-1-1 0,-1 0 0,6-15 0,-6 4 0,-2-1 0,4-40 0,4-22 0,-11 78 0,0 1 0,-1 0 0,0 0 0,-1 0 0,0-1 0,0 1 0,-1 0 0,0 0 0,-1-1 0,-2-10 0,3 17 0,0 0 0,0-1 0,0 1 0,0 0 0,0-1 0,-1 1 0,1 0 0,-1 0 0,1 0 0,-1 0 0,0 1 0,0-1 0,0 0 0,0 1 0,0-1 0,0 1 0,0-1 0,-1 1 0,1 0 0,0 0 0,-1 0 0,1 1 0,-1-1 0,1 0 0,-1 1 0,1 0 0,-1-1 0,1 1 0,-1 0 0,1 0 0,-1 1 0,1-1 0,-1 0 0,1 1 0,-1 0 0,1-1 0,-4 2 0,-4 3 0,1-1 0,-1 2 0,0-1 0,1 1 0,0 1 0,1-1 0,-1 2 0,-9 10 0,-9 7 0,-2 3 0,1 1 0,-39 53 0,31-36 0,26-31 0,10-12 0,6-9 0,161-196 0,-135 160 0,10-9 0,2 1 0,80-69 0,-121 116 0,0 1 0,0-1 0,0 1 0,1 0 0,-1 0 0,6-2 0,-8 4 0,0-1 0,0 1 0,-1 0 0,1 0 0,0 0 0,0 0 0,-1 0 0,1 0 0,0 0 0,0 0 0,-1 0 0,1 0 0,0 0 0,0 0 0,0 0 0,-1 1 0,1-1 0,0 0 0,-1 0 0,1 1 0,0-1 0,-1 1 0,1-1 0,0 1 0,-1-1 0,1 1 0,-1-1 0,1 1 0,-1-1 0,1 1 0,-1 0 0,1-1 0,-1 1 0,1 0 0,-1-1 0,0 1 0,0 0 0,1 0 0,-1-1 0,0 2 0,7 28 0,-1 1 0,4 50 0,-5-25 0,25 204 0,-18-215-1365,-9-33-5461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23.4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36 24575,'-13'-6'0,"-1"1"0,-24-7 0,3 2 0,35 10 0,0 0 0,0 0 0,0 0 0,0 0 0,0 0 0,0 0 0,0 0 0,0 0 0,0 0 0,0 0 0,0 0 0,0 0 0,1 0 0,-1 0 0,0 0 0,0 0 0,0-1 0,0 1 0,0 0 0,0 0 0,0 0 0,0 0 0,0 0 0,0 0 0,0 0 0,0 0 0,0 0 0,0 0 0,0 0 0,0 0 0,0 0 0,0 0 0,0 0 0,0 0 0,0 0 0,0 0 0,0 0 0,0 0 0,0 0 0,0 0 0,0-1 0,0 1 0,10 0 0,17 1 0,2716 213-9232,-2384-182 7730,555 44-293,-6-21 2276,-694-47 3376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4.0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1319 89 24575,'5'-2'0,"0"1"0,-1-1 0,1 0 0,-1 0 0,0-1 0,1 1 0,-1-1 0,7-6 0,-6 6 0,-2 0 0,29-22 0,-31 24 0,1 0 0,-1 0 0,0-1 0,1 1 0,-1 0 0,0-1 0,0 1 0,0-1 0,0 1 0,0-1 0,-1 1 0,1-1 0,0 0 0,-1 1 0,1-1 0,-1 0 0,1 1 0,-1-3 0,0 4 0,-1-1 0,1 1 0,0 0 0,-1 0 0,1 0 0,0 0 0,-1 0 0,1-1 0,-1 1 0,1 0 0,0 0 0,-1 0 0,1 0 0,0 0 0,-1 0 0,1 0 0,-1 0 0,1 1 0,0-1 0,-1 0 0,1 0 0,-1 0 0,1 0 0,0 0 0,-1 1 0,1-1 0,0 0 0,-1 0 0,1 0 0,0 1 0,0-1 0,-1 0 0,1 1 0,0-1 0,0 0 0,-1 1 0,1-1 0,0 1 0,-15 12 0,-14 19 0,3 0 0,0 3 0,-31 56 0,-51 121 0,96-187 0,-227 516-1202,19 11 0,-91 302 1202,65 22 0,203-672-140,10 1-1,-7 240 0,36-287 36,7 0-1,7-1 1,43 226-1,-3-176 78,-42-184 48,0-1 1,1 0-1,1-1 0,1 0 1,0 0-1,28 35 1,-33-50-47,0 0 0,0 0-1,0 0 1,1-1 0,-1 0 0,1 0 0,1-1 0,-1 0 0,0 0-1,1-1 1,0 1 0,0-2 0,14 4 0,36 1-4666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4.9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1132 17 24575,'3'-2'0,"-1"0"0,1 1 0,-1-1 0,1 1 0,0-1 0,0 1 0,0 0 0,-1 0 0,1 0 0,0 0 0,0 1 0,1-1 0,5 1 0,41 2 0,-38 0 0,0 1 0,0 1 0,0 0 0,0 0 0,-1 2 0,1-1 0,-1 1 0,-1 1 0,1 0 0,-1 0 0,0 1 0,-1 0 0,0 1 0,0 0 0,8 12 0,5 8 0,0 2 0,-3 0 0,31 65 0,1 24-324,-4 2 0,-6 2 0,33 174 0,-37-91-324,13 282 0,-42-224 648,-12 0 0,-12 0 0,-63 338 0,3-229 0,-208 609 0,138-601 405,-37-10 486,136-295-594,-2-2 0,-93 107 0,98-134-216,-2-2 0,-2-2 0,-2-3 0,-71 47 0,106-78-81,-1-1 0,0 0 0,0-2 0,-1 0 0,-17 5 0,25-9 0,0-1 0,0-1 0,0 0 0,0 0 0,0-1 0,0 0 0,0 0 0,0-1 0,0 0 0,1-1 0,-17-5 0,-9-4 0,1-1 0,0-2 0,1-1 0,-41-26 0,68 37-151,0 1-1,0-1 0,1-1 0,0 1 1,-1 0-1,1-1 0,1 0 1,-5-7-1,1-3-6674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5.6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27 580 24575,'-3'-3'0,"0"0"0,1 0 0,-1 0 0,1-1 0,0 1 0,0 0 0,0-1 0,1 1 0,-1-1 0,1 0 0,0 0 0,-1-5 0,1 7 0,1 0 0,0 1 0,0-1 0,0 0 0,0 0 0,1 1 0,-1-1 0,0 0 0,1 1 0,-1-1 0,1 0 0,-1 1 0,1-1 0,0 1 0,0-1 0,0 1 0,0-1 0,0 1 0,0 0 0,0-1 0,0 1 0,1 0 0,-1 0 0,0 0 0,1 0 0,-1 0 0,1 0 0,-1 0 0,1 1 0,-1-1 0,3 0 0,19-6 0,0 0 0,1 2 0,0 1 0,49-2 0,-34 4 0,918-39-4247,-771 37 3498,203-5-514,51 0-1428,51 0 1424,-436 8 1236,6586-137-6104,-4506 53 7306,-1664 51-236,-13-23 2249,-411 49-2095,-1-2 1,59-20 0,-60 10-1457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6.5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0 24575,'-10'1'0,"0"0"0,0 0 0,0 1 0,1 0 0,-1 1 0,-10 4 0,10 0 0,14 0 0,19 2 0,56 8-26,1-4-1,89 3 1,-97-10-252,150 10-1153,70 0 414,77-2-1621,83 1 1186,81 1-1717,81 0 1846,71 0-802,62-1 1322,5796 79-1199,-4494-68 1994,-1617-21 242,-291-3-136,1411 3 4587,-1535-6-4594,27 2 1039,0-3-1,64-11 1,-104 13-1021,-1-1 0,1 0 0,-1 0 0,0 0 0,0 0 0,1-1 0,-1 1 0,4-4 0,-7 5-76,0 0 0,1-1 0,-1 1 0,0 0 0,1-1-1,-1 1 1,0 0 0,0-1 0,1 1 0,-1 0 0,0-1 0,0 1 0,0-1 0,0 1 0,0 0 0,0-1-1,1 1 1,-1-1 0,0 1 0,0-1 0,0 1 0,0 0 0,-1-1 0,1 1 0,0-1 0,0 0 80,-1-1 1,0 1 0,1 0 0,-1 0 0,0 0 0,0 0-1,0 0 1,0 0 0,0 0 0,0 0 0,0 0-1,-1 0 1,-8-5-167,0 0-1,-19-8 0,-35-11-3464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7.4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 24575,'133'-5'0,"-32"-1"0,444 10-1549,4 24-1140,-321-15 1930,736 43-3699,483 39 3180,15 0 1361,-1392-90 722,149 1 2936,-188-9-2658,-23 0 847,-14 2-2291,-5 2-4378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8.1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5176 1 24575,'-43'746'-931,"7"-235"405,35 303-386,44 0-196,-35-683 1075,21 1036-350,-98-3 494,66-1138-2,-29 233 2042,-22-6-629,54-252-1522,0 0 0,0 0 0,0 0 0,-1 1 0,1-1 0,-1 0 0,1 0 0,-1 0 0,1 0 0,-1 0 0,1 0 0,-1 0 0,0 0 0,0 0 0,1 0 0,-1 0 0,0-1 0,0 1 0,0 0 0,0 0 0,0-1 0,0 1 0,0-1 0,-2 1 0,0-1 0,0 0 0,0 0 0,0 0 0,0-1 0,0 1 0,0-1 0,1 0 0,-6-2 0,-48-14 19,-91-16-1,-64 4-81,114 17-74,-1657-197-4996,831 159 4509,-2 50 0,118 36 1976,758-33-4351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39.6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342 136 24575,'8'-7'0,"1"1"0,-1 0 0,2 0 0,-1 1 0,0 0 0,1 1 0,18-6 0,18-9 0,-37 15 0,-10 6 0,-15 10 0,13-10 0,-224 179 0,195-151 0,1 1 0,2 1 0,1 2 0,-39 62 0,58-82 0,2 1 0,-1 0 0,2 0 0,0 1 0,1-1 0,-4 23 0,8-33 0,0 0 0,0 0 0,1 0 0,-1 0 0,1 0 0,1 0 0,-1 1 0,1-1 0,0 0 0,0 0 0,0 0 0,1-1 0,0 1 0,0 0 0,0 0 0,0-1 0,1 1 0,-1-1 0,1 0 0,1 0 0,-1 0 0,0 0 0,1-1 0,6 6 0,-1-3 0,1-1 0,1 1 0,-1-2 0,1 1 0,-1-1 0,1-1 0,0 0 0,1-1 0,-1 0 0,18 1 0,7-2 0,1-1 0,36-5 0,-24-1 0,0-1 0,-1-3 0,0-2 0,0-2 0,76-34 0,-97 35 0,0-1 0,-1-1 0,0-1 0,-1-1 0,-1-2 0,-1 0 0,-1-1 0,-1-2 0,0 0 0,27-38 0,-40 47 0,0-1 0,-1 1 0,0-1 0,-1 0 0,-1-1 0,0 1 0,-1-1 0,-1 0 0,0 0 0,1-26 0,-3 32 0,-2-1 0,1 0 0,-1 1 0,-1-1 0,0 1 0,0-1 0,-1 1 0,0 0 0,0 0 0,-1 0 0,0 1 0,-1-1 0,0 1 0,0 0 0,-1 0 0,0 1 0,0 0 0,-9-8 0,4 6-151,0 1-1,-1 0 0,0 1 0,0 0 1,-1 1-1,1 1 0,-1 0 1,-23-6-1,-34-5-6674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0.0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5 24575,'0'-3'0,"0"2"0,0 4 0,-3 5 0,-1 7 0,0 8 0,1 8 0,1 6 0,0 6 0,-2 5 0,0 6 0,0 4 0,-2-2 0,-1-11-8191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0.3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292 32 24575,'0'-3'0,"0"-4"0,-3-1 0,-4 1 0,-5 1 0,-5 6 0,-10 5 0,-6 5 0,-8 7 0,-8 4 0,-6 4 0,7-1-8191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0.6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1 24575,'-3'0'0,"-8"0"0,-4 0 0,-6 3 0,-3 1 0,-1 3 0,-1 1 0,-1 1 0,3 3 0,1 2 0,5-1-8191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1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 24575,'3'0'0,"4"-3"0,8-1 0,7 0 0,8 0 0,7 5 0,2 5 0,5 4 0,0 8 0,-7-1-8191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1.2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9 24575,'-3'0'0,"-1"-3"0,3-1 0,5 3 0,5 5 0,4 2 0,6 3 0,6 6 0,8 3 0,-2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1.9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440 168 24575,'-3'-7'0,"0"0"0,-1 0 0,1 1 0,-2-1 0,-8-9 0,12 14 0,-1 1 0,0-1 0,0 1 0,0-1 0,0 1 0,0 0 0,0 0 0,-1 0 0,1 0 0,0 0 0,0 0 0,-1 1 0,1-1 0,-1 1 0,1-1 0,-1 1 0,1 0 0,0 0 0,-1 0 0,1 1 0,-1-1 0,-3 1 0,-4 3 0,1-1 0,0 1 0,0 0 0,0 1 0,0 0 0,1 1 0,0-1 0,0 1 0,0 1 0,1 0 0,-8 9 0,-11 15 0,-31 44 0,32-36 0,1 0 0,-35 79 0,48-90 0,1 0 0,2 0 0,1 0 0,0 1 0,-2 47 0,8-66 0,1-1 0,0 1 0,1-1 0,0 1 0,0-1 0,1 0 0,0 1 0,6 12 0,-6-16 0,1-1 0,0 0 0,-1 0 0,2-1 0,-1 1 0,1-1 0,-1 0 0,1 1 0,0-1 0,1-1 0,-1 1 0,1-1 0,-1 0 0,1 0 0,8 4 0,0-2 0,1-1 0,-1 0 0,1-1 0,-1-1 0,1 0 0,0 0 0,0-2 0,0 0 0,0 0 0,0-1 0,0-1 0,0 0 0,23-8 0,-11 2 0,0-1 0,-1-1 0,0-2 0,-1 0 0,0-2 0,26-19 0,-28 16 0,-1-2 0,0 0 0,-1-1 0,-2-1 0,0-1 0,-1 0 0,-1-1 0,-1-1 0,18-41 0,-23 44 0,-1-2 0,-2 1 0,0-1 0,-1-1 0,-1 1 0,-1-1 0,-2 0 0,0 0 0,-1 0 0,-2 0 0,-5-36 0,4 48 34,0 1 1,-1 0-1,0 0 0,-1 0 0,-1 1 0,0-1 0,0 1 0,-1 0 0,-10-15 1,10 18-167,0 1 1,0 0 0,-1 0-1,0 0 1,0 1 0,0-1 0,0 2-1,-1-1 1,0 1 0,0 0 0,0 1-1,-15-5 1,-32-2-6695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2.1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 24575,'0'-3'0,"3"-1"0,4 0 0,4 7 0,1 6 0,0 7 0,-1 12 0,-3 9 0,-2 7 0,-3 7 0,-2 7 0,0 2 0,-1 0 0,-1 0 0,1-10-8191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2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242 33 24575,'0'-3'0,"0"-5"0,-3 0 0,-5 1 0,-3 1 0,-6 6 0,-7 2 0,-6 4 0,-3 4 0,-5 4 0,-4-1 0,7-3-8191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2.6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167 0 24575,'0'4'0,"-3"0"0,-4 3 0,-4 3 0,-4 1 0,-4 0 0,-7 6 0,-4 2 0,0 2 0,5-4-8191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2.9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24575,'3'4'0,"5"0"0,3 3 0,6 3 0,4 4 0,4 1 0,4 6 0,4 1 0,-5-2-8191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3.2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24575,'3'0'0,"7"4"0,12 3 0,10 7 0,14 5 0,-3-2-8191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4.0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262 59 24575,'0'-2'0,"0"0"0,0 0 0,0 0 0,0 0 0,0 0 0,0 0 0,-1 0 0,1 1 0,-1-1 0,0 0 0,-1-3 0,1 4 0,1 1 0,-1 0 0,0-1 0,1 1 0,-1 0 0,0-1 0,0 1 0,1 0 0,-1 0 0,0 0 0,0 0 0,1 0 0,-1 0 0,0 0 0,0 0 0,0 0 0,1 0 0,-1 0 0,0 0 0,0 0 0,1 1 0,-1-1 0,0 0 0,0 1 0,1-1 0,-1 1 0,0-1 0,1 0 0,-1 1 0,1-1 0,-1 1 0,0 1 0,-15 9 0,1 1 0,1 1 0,0 1 0,1 0 0,1 0 0,0 1 0,-16 27 0,9-10 0,2 1 0,-26 70 0,37-83 0,0 0 0,0 1 0,2-1 0,1 1 0,1 0 0,0 0 0,2 0 0,0 0 0,5 31 0,-3-43 0,-1 1 0,2-1 0,0 0 0,0 0 0,0 0 0,1 0 0,1-1 0,-1 1 0,1-1 0,1 0 0,0 0 0,0-1 0,0 0 0,1 0 0,0 0 0,0-1 0,0 0 0,1-1 0,0 1 0,1-1 0,-1-1 0,18 7 0,-10-6 0,1 0 0,0-1 0,1-1 0,-1-1 0,0 0 0,1-1 0,-1-1 0,1-1 0,-1-1 0,1 0 0,-1-1 0,0-1 0,32-11 0,-27 7 0,-1-2 0,1 0 0,-2-1 0,0-1 0,0-1 0,-1 0 0,-1-2 0,0 0 0,30-35 0,-35 34 27,-2-1-1,0 0 0,0 0 0,-2-1 1,0 0-1,-1-1 0,-1 0 0,-1 0 1,-1-1-1,0 0 0,-2 0 0,3-34 1,-5 36-134,-1 1 0,-1 0 1,0 0-1,-2 0 0,0 0 1,0 0-1,-2 0 0,0 1 1,-1-1-1,0 1 0,-2 1 1,0-1-1,0 1 0,-2 1 1,-11-16-1,-18-11-6719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4.3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24575,'3'0'0,"1"3"0,3 4 0,0 4 0,2 7 0,3 6 0,2 8 0,2 8 0,-2 7 0,0 8 0,1 6 0,1 6 0,-3 1 0,0 1 0,-2-2 0,-3-6 0,-3-13-8191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4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232 1 24575,'-3'0'0,"-4"0"0,-7 0 0,-8 3 0,-6 4 0,-7 4 0,-5 4 0,-4 5 0,5-1-8191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4.8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170 1 24575,'3'0'0,"-2"3"0,-4 1 0,-5 3 0,-4 3 0,-7 4 0,-8 5 0,-7 2 0,-3 4 0,4-2-8191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5.2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 24575,'-3'0'0,"2"0"0,8 3 0,5 4 0,7 7 0,7 5 0,5 4 0,3 6 0,2 3 0,-4-3-8191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5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24575,'3'0'0,"5"0"0,3 0 0,3 3 0,3 1 0,4 3 0,9 4 0,4 2 0,6 6 0,-3-1-8191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6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624 173 24575,'-2'-9'0,"0"0"0,-1 1 0,0 0 0,0-1 0,0 1 0,-1 0 0,-1 1 0,1-1 0,-7-7 0,7 8 0,-1 1 0,0 0 0,0 0 0,0 0 0,-1 1 0,1 0 0,-1 0 0,-1 0 0,1 1 0,-1 0 0,1 0 0,-1 0 0,0 1 0,-1 0 0,1 1 0,-10-3 0,7 4 0,-1-1 0,1 2 0,0-1 0,-1 1 0,1 1 0,-1 0 0,1 1 0,0-1 0,0 2 0,0 0 0,-18 7 0,8-1 0,1 0 0,-1 2 0,2 0 0,0 2 0,0 0 0,1 0 0,0 2 0,2 0 0,0 1 0,-18 23 0,18-18 0,1 1 0,1 1 0,0 0 0,2 1 0,1 0 0,1 1 0,1-1 0,-6 33 0,9-31 0,2 1 0,0-1 0,2 1 0,1 0 0,1 0 0,1-1 0,1 1 0,8 27 0,-5-32 0,1-1 0,0 1 0,2-1 0,0-1 0,2 0 0,0 0 0,1-1 0,1 0 0,30 32 0,-30-38 0,1 0 0,1-1 0,0 0 0,1-1 0,0-1 0,1-1 0,0 0 0,0-1 0,1-1 0,0 0 0,0-2 0,0 0 0,1-1 0,0 0 0,0-2 0,0-1 0,0 0 0,0-1 0,0-1 0,0-1 0,0 0 0,0-2 0,-1 0 0,1-1 0,-1-1 0,0 0 0,26-15 0,-20 7 0,-1-1 0,-1-1 0,0-1 0,-2-1 0,0-1 0,0-1 0,-2-1 0,-1 0 0,23-37 0,-23 30 0,-1-1 0,-2 0 0,-1-1 0,-1-1 0,-1 0 0,-2 0 0,9-56 0,-16 70 0,0 0 0,-2-1 0,0 1 0,-1-1 0,0 1 0,-1 0 0,-1 0 0,-1 0 0,-8-23 0,9 33 0,0-1 0,-1 1 0,1-1 0,-1 1 0,-1 1 0,0-1 0,1 1 0,-2-1 0,1 1 0,-1 1 0,0-1 0,0 1 0,-1 0 0,1 0 0,-1 1 0,0 0 0,0 0 0,-1 1 0,1 0 0,-1 0 0,-15-3 0,10 4-455,1 0 0,-19 1 0,-20 4-6371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6.5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24575,'0'824'-1365,"0"-779"-5461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6.8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459 0 24575,'-3'0'0,"-8"3"0,-4 5 0,-7 3 0,-5 3 0,-1 6 0,-2 2 0,-3 3 0,-1 5 0,-2 3 0,0 1 0,2-1 0,2 0 0,2-3 0,3-3 0,4-3 0,2-6 0,5-6-8191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7.0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221 0 24575,'-3'3'0,"-4"1"0,-4 0 0,-4 3 0,-1 2 0,-2 4 0,-4 5 0,-1 3 0,-4 4 0,1 4 0,-2 4 0,4-5-8191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7.3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24575,'-3'0'0,"2"3"0,4 1 0,5 6 0,4 5 0,6 5 0,7 6 0,1 5 0,4 3 0,1 2 0,-3-5-8191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7.5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24575,'0'3'0,"3"1"0,4 3 0,4 4 0,7 5 0,9 4 0,7 5 0,6 4 0,6 3 0,-5-4-8191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8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347 171 24575,'1'-24'0,"-1"4"0,-2-36 0,1 52 0,1 0 0,-1 0 0,0 0 0,0 0 0,0 0 0,0 1 0,-1-1 0,0 0 0,1 0 0,-1 1 0,-1 0 0,1-1 0,0 1 0,-6-6 0,6 8 0,0 0 0,0 0 0,-1-1 0,1 1 0,0 1 0,0-1 0,-1 0 0,1 0 0,0 1 0,-1 0 0,1-1 0,0 1 0,-1 0 0,1 0 0,-1 0 0,1 0 0,-1 1 0,1-1 0,0 1 0,-1-1 0,1 1 0,0 0 0,-4 2 0,-3 1 0,0 1 0,1 0 0,-1 0 0,-11 11 0,1 1 0,1 2 0,0-1 0,2 2 0,0 0 0,1 1 0,1 1 0,2 0 0,0 1 0,1 0 0,1 1 0,1 0 0,1 1 0,2-1 0,-5 28 0,8-27 0,0-1 0,1 1 0,2 0 0,0 0 0,2 0 0,6 33 0,-4-39 0,1-1 0,1 0 0,0 0 0,1 0 0,1-1 0,1 0 0,0 0 0,20 26 0,-19-32 0,-1 0 0,2-1 0,-1 0 0,1 0 0,1-1 0,0 0 0,0-1 0,0-1 0,1 0 0,0 0 0,1-2 0,0 1 0,-1-2 0,2 0 0,-1-1 0,0 0 0,26 2 0,-22-5 0,0 0 0,0-1 0,0-1 0,0-1 0,-1 0 0,0-2 0,1 0 0,-1 0 0,-1-2 0,1 0 0,-1-1 0,0 0 0,-1-1 0,18-15 0,-14 8 0,-1-1 0,0 0 0,-2-2 0,0 0 0,-1 0 0,-1-2 0,0 0 0,-2 0 0,-1-1 0,0-1 0,7-23 0,-12 26 0,-1 1 0,0-1 0,-1-1 0,-2 1 0,2-40 0,-5 45 0,0 0 0,-1 1 0,0-1 0,-1 1 0,-1 0 0,0 0 0,-1 0 0,-12-24 0,10 26-97,-1 1-1,0 0 1,0 1-1,-1 0 1,0 0-1,-1 0 1,0 1-1,-1 1 1,0 0-1,0 0 1,-1 1-1,1 1 0,-19-8 1,-29-8-6729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8.4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0 24575,'-3'0'0,"-1"3"0,0 8 0,1 7 0,4 8 0,1 8 0,1 8 0,0 5 0,3 9 0,-1 2 0,0 2 0,-1 0 0,-2-1 0,0-5 0,-2-5 0,1-10-8191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8.7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328 1 24575,'-3'0'0,"-4"0"0,-7 0 0,-5 3 0,-7 1 0,-7 3 0,-6 3 0,-7 3 0,-3 3 0,-1 5 0,8-2-8191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8.9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287 0 24575,'-3'3'0,"-4"5"0,-5 3 0,-5 0 0,-4 5 0,-4 2 0,-4 5 0,-4 1 0,-2 3 0,-1 3 0,-1 3 0,6-5-8191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9.2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 24575,'0'-3'0,"3"-2"0,4 5 0,7 4 0,5 5 0,4 7 0,3 7 0,2 6 0,3 7 0,-4-2-8191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49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24575,'3'3'0,"8"4"0,10 4 0,12 6 0,12 4 0,11 4 0,-4-2-8191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0.6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233 71 24575,'0'-4'0,"0"0"0,0 0 0,-1 0 0,1 1 0,-1-1 0,0 0 0,0 1 0,-2-5 0,3 7 0,-1 1 0,1-1 0,0 1 0,0-1 0,-1 1 0,1-1 0,-1 1 0,1 0 0,0-1 0,-1 1 0,1 0 0,-1-1 0,1 1 0,-1 0 0,1-1 0,0 1 0,-1 0 0,0 0 0,1 0 0,-1-1 0,1 1 0,-1 0 0,0 0 0,0 0 0,-1 1 0,1-1 0,0 0 0,0 1 0,-1-1 0,1 1 0,0 0 0,0-1 0,0 1 0,0 0 0,0-1 0,0 1 0,0 0 0,0 0 0,-1 1 0,-13 17 0,0 1 0,1 0 0,1 1 0,-17 37 0,24-44 0,-16 29 0,2 2 0,-17 57 0,31-81 0,1 0 0,0 1 0,2-1 0,1 1 0,0-1 0,2 1 0,2 32 0,-1-46 0,1 0 0,0-1 0,0 1 0,0-1 0,1 0 0,0 1 0,0-1 0,1-1 0,0 1 0,0 0 0,1-1 0,0 0 0,0 0 0,0 0 0,1-1 0,-1 0 0,1 0 0,1 0 0,-1-1 0,1 0 0,-1 0 0,1 0 0,0-1 0,1 0 0,-1-1 0,12 3 0,-1-1 0,0-1 0,0 0 0,0-2 0,1 0 0,-1-1 0,0-1 0,1-1 0,-1 0 0,0-1 0,22-7 0,-24 5 0,-1 0 0,-1-1 0,1-1 0,-1 0 0,0-1 0,-1-1 0,0 0 0,0-1 0,-1 0 0,0 0 0,18-23 0,-21 22 0,-1 0 0,-1 0 0,0-1 0,-1 0 0,0-1 0,0 0 0,-2 0 0,1 0 0,-2 0 0,0 0 0,0-1 0,-2 1 0,1-1 0,-2-14 0,-1 8 0,-1 0 0,-1 1 0,-1-1 0,-1 1 0,0 0 0,-2 0 0,0 0 0,-1 1 0,-1 0 0,0 1 0,-1 0 0,-2 0 0,1 1 0,-2 1 0,0 0 0,-1 0 0,0 2 0,-1 0 0,0 0 0,-2 1 0,-28-15 0,37 22-91,0 2 0,0-1 0,-1 2 0,1-1 0,-1 1 0,0 0 0,0 1 0,1-1 0,-1 2 0,0 0 0,0 0 0,0 0 0,0 1 0,-11 3 0,-16 6-6735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0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24575,'0'3'0,"0"4"0,0 4 0,0 7 0,0 2 0,0 6 0,3 6 0,0 4 0,1 6 0,-1 5 0,0 3 0,-2 4 0,0 0 0,-4-1 0,-1-1 0,0-4 0,1-9-8191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1.1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388 51 24575,'0'-3'0,"0"-4"0,-3-5 0,-5 1 0,-6 2 0,-8 2 0,-5 6 0,-6 5 0,-5 7 0,-3 6 0,-1 4 0,-3 4 0,1 2 0,4-2 0,10-4-8191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1.3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180 0 24575,'3'0'0,"-2"3"0,-5 4 0,-7 5 0,-8 5 0,-7 4 0,-9 4 0,-11 4 0,3-3-8191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1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24575,'3'0'0,"4"0"0,1 3 0,2 4 0,3 1 0,1 6 0,6 2 0,2 6 0,0 5 0,0 4 0,-1 1 0,-4-7-8191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0:51.8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24575,'0'3'0,"3"4"0,4 4 0,5 3 0,5 6 0,7 2 0,-1-2-8191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05.2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 24575,'2'-6'0,"3"12"0,5 14 0,8 20 0,1-1 0,2 0 0,2-2 0,31 40 0,-9-22 0,93 90 0,-72-88-38,3-2 0,2-3 0,2-3 0,2-4 0,3-3 0,0-3 0,164 54 0,-131-59-13,2-6 0,1-5 1,1-4-1,0-6 0,180-2 0,-226-12 51,-1-3 0,127-25 0,-193 28-66,30-8 471,-30 8-466,-1 0 0,1 0 0,-1 1 1,0-1-1,1 0 0,-1 0 0,0 0 0,1 0 0,-1 0 1,0-1-1,0 1 0,0 0 0,0-1 0,0 1 0,0 0 1,-1-1-1,2-1 0,-1-9-6765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05.4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24575,'0'0'0,"0"-1"0,0 0 0,0 1 0,0-1 0,0 1 0,0-1 0,0 1 0,0-1 0,0 0 0,1 1 0,-1-1 0,0 1 0,0-1 0,0 1 0,1-1 0,-1 1 0,0-1 0,1 1 0,-1-1 0,0 1 0,1 0 0,-1-1 0,1 1 0,-1-1 0,1 1 0,-1 0 0,1 0 0,-1-1 0,1 1 0,-1 0 0,1 0 0,-1-1 0,1 1 0,-1 0 0,1 0 0,-1 0 0,1 0 0,0 0 0,-1 0 0,1 0 0,-1 0 0,1 0 0,-1 0 0,1 0 0,-1 0 0,1 0 0,0 1 0,-1-1 0,1 0 0,0 1 0,33 15 0,-29-13 0,114 70 0,120 97 0,-222-157 0,23 17 0,45 44 0,-76-65 0,0 1 0,0 0 0,-1 0 0,0 1 0,-1 0 0,-1 0 0,1 0 0,-2 1 0,1 0 0,3 14 0,-8-21 20,0 1 0,0 0 0,0 0 1,-1 0-1,0 0 0,0 0 0,-1 0 0,1 0 0,-1 0 0,-1 0 0,1 0 0,-1 0 0,0-1 0,0 1 0,-1-1 0,-5 10 1,0-4-265,0 0 0,0 0 0,-2-1 0,1 0 1,-1 0-1,-13 8 0,-50 34-6582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06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669 125 24575,'17'0'0,"0"-1"0,0-1 0,33-8 0,-41 8 0,0-1 0,0 0 0,0-1 0,0 0 0,-1 0 0,1-1 0,-1 0 0,11-9 0,-18 12 0,1 1 0,-1 0 0,0-1 0,1 1 0,-1-1 0,0 1 0,0-1 0,0 0 0,0 1 0,0-1 0,0 0 0,0 0 0,0-2 0,-1 3 0,0 0 0,0 0 0,0 0 0,0 0 0,0 0 0,0 0 0,0 0 0,0 0 0,-1 0 0,1 0 0,0 0 0,-1 0 0,1 0 0,-1 0 0,1 0 0,-1 0 0,1 0 0,-2-1 0,-1 0 0,1 0 0,-1-1 0,0 1 0,0 1 0,0-1 0,0 0 0,0 1 0,0 0 0,-1-1 0,1 1 0,0 1 0,-1-1 0,-6 0 0,-12-1 0,0 2 0,0 1 0,0 0 0,0 2 0,0 1 0,0 0 0,1 2 0,-36 13 0,12 0 0,1 2 0,-80 50 0,85-44 0,1 1 0,2 2 0,0 1 0,-47 56 0,66-68 0,2 1 0,0 1 0,1 0 0,1 1 0,1 0 0,2 1 0,0 0 0,1 1 0,1 0 0,-5 29 0,11-41 0,0 0 0,1 0 0,0 1 0,1-1 0,1 1 0,0-1 0,1 0 0,0 0 0,0 0 0,2 0 0,-1 0 0,1 0 0,1-1 0,0 1 0,1-1 0,0-1 0,1 1 0,0-1 0,0 0 0,1-1 0,1 0 0,-1 0 0,2 0 0,-1-2 0,1 1 0,0-1 0,0 0 0,1-1 0,12 5 0,-5-3 69,1-1-1,1-1 0,-1-1 0,39 6 1,-19-7-923,60-2 1,-7-7-5973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06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226 296 24575,'1'-5'0,"1"0"0,-1 0 0,1 0 0,0 0 0,0 0 0,1 0 0,-1 0 0,1 1 0,0-1 0,7-7 0,-3 2 0,16-20 0,-14 19 0,-1 1 0,0-1 0,-1 0 0,0-1 0,-1 1 0,9-24 0,-15 32 0,1 0 0,-1 1 0,1-1 0,-1 0 0,0 0 0,0 0 0,0 0 0,-1 1 0,1-1 0,0 0 0,-1 0 0,0 1 0,0-1 0,0 0 0,0 1 0,0-1 0,0 1 0,-1-1 0,1 1 0,-1 0 0,0-1 0,0 1 0,0 0 0,0 0 0,0 0 0,0 1 0,0-1 0,0 0 0,-1 1 0,1 0 0,-1-1 0,1 1 0,-4-1 0,-1-1 0,-1 1 0,1-1 0,-1 1 0,1 1 0,-1 0 0,0 0 0,1 0 0,-1 1 0,0 0 0,-15 2 0,12 1 0,1 1 0,-1 0 0,1 0 0,0 1 0,0 0 0,0 1 0,1 0 0,0 1 0,0 0 0,0 0 0,1 1 0,0 0 0,1 0 0,0 1 0,0 0 0,1 0 0,-8 15 0,8-14 0,1 0 0,0 1 0,0 0 0,1 0 0,1 0 0,0 0 0,0 0 0,1 1 0,0-1 0,1 1 0,1-1 0,0 1 0,0 0 0,1-1 0,1 1 0,4 18 0,-3-22 0,0 0 0,1 0 0,0 0 0,0-1 0,1 1 0,0-1 0,0 0 0,0-1 0,1 1 0,0-1 0,1 0 0,-1-1 0,1 1 0,0-1 0,0-1 0,1 1 0,0-1 0,12 5 0,-13-7 0,0 0 0,-1 0 0,1-1 0,0 0 0,1 0 0,-1 0 0,0-1 0,0 0 0,0-1 0,0 0 0,0 0 0,0 0 0,0-1 0,0 0 0,0 0 0,-1 0 0,1-1 0,-1 0 0,1-1 0,-1 0 0,0 1 0,10-10 0,-7 4 0,0 0 0,-1 0 0,0-1 0,0 0 0,-1 0 0,11-22 0,24-71 0,-20 45 0,-22 57 0,1 0 0,-1 0 0,0 0 0,1 0 0,-1 0 0,1 0 0,-1 0 0,1 0 0,0 0 0,-1 0 0,1 0 0,0 0 0,0 0 0,0 0 0,0 1 0,0-1 0,1 0 0,-2 1 0,1 0 0,-1 0 0,0 0 0,1 0 0,-1 0 0,1 0 0,-1 1 0,1-1 0,-1 0 0,0 0 0,1 1 0,-1-1 0,1 0 0,-1 1 0,0-1 0,1 0 0,-1 1 0,0-1 0,0 0 0,1 1 0,-1-1 0,0 1 0,0-1 0,0 0 0,1 1 0,-1-1 0,0 2 0,3 7 0,0 1 0,2 18 0,-3-19 0,4 29-273,2-1 0,2-1 0,1 0 0,18 38 0,-11-38-6553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07.3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14 420 24575,'-1'-29'0,"0"17"0,1 0 0,3-23 0,-3 35 0,0 0 0,0-1 0,0 1 0,0 0 0,0 0 0,0 0 0,0 0 0,0 0 0,0 0 0,0 0 0,0 0 0,0 0 0,0 0 0,1 0 0,-1-1 0,0 1 0,0 0 0,0 0 0,0 0 0,0 0 0,0 0 0,0 0 0,0 0 0,0 0 0,1 0 0,-1 0 0,0 0 0,0 0 0,0 0 0,0 0 0,0 0 0,0 0 0,0 0 0,1 0 0,-1 0 0,0 0 0,0 0 0,0 0 0,0 0 0,0 1 0,0-1 0,0 0 0,0 0 0,0 0 0,1 0 0,-1 0 0,0 0 0,0 0 0,0 0 0,0 0 0,0 0 0,0 0 0,0 1 0,0-1 0,0 0 0,0 0 0,0 0 0,0 0 0,0 0 0,0 0 0,0 0 0,0 0 0,0 1 0,0-1 0,0 0 0,0 0 0,0 0 0,5 9 0,7 29 0,-1 0 0,-3 0 0,8 76 0,-12-76 0,3 27 0,-1 82 0,-10-173 0,-12-43 0,10 45 0,-47-243 0,48 232 0,3-1 0,1 1 0,1-1 0,2 1 0,11-58 0,-11 82 0,1 0 0,0 0 0,1 0 0,0 0 0,1 1 0,0 0 0,1 0 0,0 0 0,0 1 0,11-12 0,-13 17 0,-1 0 0,1 1 0,0 0 0,0 0 0,1 0 0,-1 0 0,1 1 0,-1 0 0,1 0 0,0 0 0,0 0 0,-1 1 0,1 0 0,0 0 0,1 0 0,-1 0 0,0 1 0,0 0 0,0 0 0,0 0 0,0 1 0,0 0 0,0 0 0,10 3 0,-7-1 0,0 0 0,0 1 0,-1 0 0,1 0 0,-1 1 0,0 0 0,0 0 0,0 1 0,-1 0 0,0 0 0,0 0 0,0 1 0,-1 0 0,0 0 0,0 0 0,-1 1 0,0-1 0,5 17 0,-6-18 0,-1 1 0,0 1 0,0-1 0,-1 0 0,0 0 0,0 1 0,-1-1 0,1 0 0,-2 1 0,1-1 0,-1 0 0,0 1 0,-1-1 0,0 0 0,0 0 0,0 0 0,-1 0 0,0-1 0,-1 1 0,1-1 0,-1 1 0,-6 7 0,-15 11-1365,1-4-5461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07.8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18 162 24575,'31'-45'0,"-29"46"0,-2 6 0,-2 9 0,2-15 0,-46 345 0,45-342 0,1 0 0,-1 0 0,1-1 0,0 1 0,0 0 0,0 0 0,2 6 0,-2-10 0,1 0 0,-1 0 0,1 0 0,-1 0 0,1 0 0,-1 0 0,1-1 0,-1 1 0,1 0 0,-1 0 0,1-1 0,-1 1 0,1 0 0,-1 0 0,1-1 0,-1 1 0,0-1 0,1 1 0,-1 0 0,1-1 0,-1 1 0,0-1 0,0 1 0,1-1 0,-1 1 0,0-1 0,0 0 0,13-16 0,57-95 0,42-63 0,-86 139 0,1 2 0,53-53 0,-72 80 0,0-1 0,1 1 0,0 1 0,0 0 0,15-8 0,-23 13 0,1 0 0,0 0 0,0 0 0,0 1 0,-1-1 0,1 1 0,0 0 0,0-1 0,0 1 0,0 0 0,0 0 0,0 0 0,0 0 0,0 0 0,0 1 0,0-1 0,0 1 0,-1-1 0,1 1 0,0 0 0,0-1 0,0 1 0,-1 0 0,1 0 0,0 0 0,-1 1 0,1-1 0,-1 0 0,0 0 0,1 1 0,-1-1 0,0 1 0,0-1 0,0 1 0,0 0 0,0-1 0,0 1 0,1 3 0,2 6 0,0 0 0,0 0 0,-1 0 0,0 1 0,1 12 0,2 65 0,-3-40 0,-1-26 0,-2-11 0,1 1 0,0-1 0,1 0 0,0 0 0,1 0 0,9 23 0,-12-34 0,1 0 0,-1 0 0,1 0 0,-1 0 0,1 0 0,-1 0 0,1 0 0,0 0 0,-1-1 0,1 1 0,0 0 0,0-1 0,0 1 0,0 0 0,0-1 0,-1 1 0,1-1 0,0 1 0,0-1 0,0 1 0,0-1 0,0 0 0,0 0 0,1 1 0,-1-1 0,0 0 0,0 0 0,0 0 0,0 0 0,0 0 0,0-1 0,0 1 0,0 0 0,0 0 0,0-1 0,0 1 0,0 0 0,0-1 0,0 1 0,0-1 0,0 1 0,1-2 0,4-3 0,1 0 0,-1 0 0,0-1 0,8-10 0,-7 8 0,60-70 0,16-20 0,-71 86 0,0 1 0,1 0 0,0 0 0,1 2 0,19-12 0,-30 19 0,1 1 0,-1-1 0,0 1 0,0 0 0,1 0 0,-1 0 0,0 0 0,1 1 0,-1-1 0,1 1 0,-1 0 0,1 0 0,-1 0 0,1 0 0,-1 1 0,1-1 0,-1 1 0,1 0 0,5 3 0,-3-1 0,-1 0 0,-1 0 0,1 1 0,0-1 0,-1 1 0,0 1 0,0-1 0,0 0 0,0 1 0,-1 0 0,4 7 0,6 11 71,-1 1 0,-2 1 0,9 25 0,17 81-324,-12-41-1143,-4-25-5430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7.4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409 316 24575,'-1'-2'0,"0"0"0,1 0 0,-1 0 0,0 0 0,0 0 0,0 0 0,0 0 0,0 0 0,-1 1 0,1-1 0,-1 0 0,1 1 0,-1-1 0,1 1 0,-1-1 0,-2 0 0,-30-20 0,24 18 0,-1 0 0,1 1 0,-1 0 0,1 1 0,-1 0 0,0 0 0,0 1 0,0 1 0,0 0 0,0 1 0,1 0 0,-1 0 0,0 1 0,0 0 0,1 1 0,-1 0 0,1 1 0,0 0 0,0 1 0,0 0 0,1 1 0,0-1 0,-10 9 0,11-7 0,0 0 0,0 0 0,1 0 0,0 1 0,0 0 0,1 1 0,0 0 0,0 0 0,1 0 0,-7 17 0,9-18 0,1 0 0,0 0 0,0 1 0,1-1 0,0 1 0,0-1 0,1 1 0,0-1 0,0 1 0,1-1 0,0 1 0,1-1 0,0 1 0,3 8 0,-3-12 0,0 0 0,0 0 0,0-1 0,1 1 0,-1-1 0,1 1 0,0-1 0,0 0 0,1 0 0,-1 0 0,1-1 0,0 1 0,0-1 0,0 0 0,0 0 0,1-1 0,-1 1 0,1-1 0,0 0 0,-1 0 0,1 0 0,0-1 0,0 1 0,0-1 0,0-1 0,1 1 0,-1-1 0,0 1 0,0-2 0,0 1 0,0 0 0,0-1 0,0 0 0,0 0 0,0-1 0,0 1 0,0-1 0,0 0 0,6-4 0,2-2 0,0-1 0,-1-1 0,0 0 0,-1-1 0,0 0 0,0 0 0,-1-1 0,-1-1 0,0 0 0,12-22 0,4-14 0,29-84 0,-29 65 0,-2-1 0,13-75 0,-67 262 0,23-74-170,2 0-1,2 0 0,2 0 1,2 1-1,2-1 0,2 1 1,14 65-1,-8-72-6655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7.9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240 399 24575,'2'0'0,"1"-1"0,-1 1 0,0-1 0,0 0 0,0 0 0,0 0 0,0 0 0,0 0 0,0 0 0,0-1 0,0 1 0,0-1 0,-1 1 0,1-1 0,0 0 0,1-1 0,21-32 0,-17 24 0,-1-2 0,0 1 0,0 0 0,-2-1 0,0 0 0,0-1 0,-1 1 0,-1 0 0,2-28 0,-4 32 0,0-1 0,0 0 0,-1 0 0,0 1 0,-1-1 0,0 1 0,-1-1 0,0 1 0,0 0 0,-1 0 0,0 0 0,0 0 0,-1 1 0,-10-13 0,12 18 0,0 0 0,0 0 0,0 0 0,0 0 0,0 0 0,-1 1 0,0 0 0,1 0 0,-1 0 0,0 0 0,0 0 0,0 1 0,0-1 0,-8 0 0,6 1 0,-1 1 0,1 0 0,-1 0 0,0 0 0,1 1 0,-1 0 0,1 0 0,-12 4 0,3 1 0,0 0 0,1 1 0,0 1 0,0 0 0,1 1 0,0 0 0,-14 14 0,23-19 0,0 0 0,1 0 0,-1 0 0,1 1 0,0-1 0,0 1 0,0 0 0,1 0 0,-1 0 0,1 0 0,0 0 0,1 0 0,-2 10 0,2-12 0,1 0 0,0 0 0,0 0 0,0 0 0,0 0 0,0 0 0,1 0 0,0 0 0,-1 0 0,1 0 0,0 0 0,0 0 0,1 0 0,-1 0 0,1-1 0,-1 1 0,1-1 0,0 1 0,0-1 0,0 1 0,0-1 0,0 0 0,1 0 0,-1 0 0,5 2 0,1 0 0,0 0 0,0 0 0,0-1 0,1 0 0,0-1 0,0 0 0,-1 0 0,1-1 0,0 0 0,0 0 0,17-2 0,-14 0 0,1-1 0,0 0 0,0 0 0,-1-1 0,1-1 0,-1 0 0,20-10 0,-26 10 0,1-1 0,-1 1 0,0-1 0,-1-1 0,9-8 0,12-11 0,-26 25 0,0 0 0,0 0 0,0 0 0,1 0 0,-1 0 0,0-1 0,0 1 0,0 0 0,0 0 0,1 0 0,-1 0 0,0 0 0,0 0 0,0 0 0,0 0 0,1 0 0,-1 0 0,0 0 0,0 0 0,0 0 0,0 0 0,1 0 0,-1 0 0,0 0 0,0 0 0,0 1 0,0-1 0,1 0 0,-1 0 0,0 0 0,0 0 0,0 0 0,0 0 0,0 0 0,0 0 0,1 1 0,-1-1 0,0 0 0,0 0 0,0 0 0,0 0 0,0 1 0,0-1 0,0 0 0,0 0 0,0 0 0,0 0 0,0 1 0,0-1 0,0 0 0,0 0 0,0 0 0,0 0 0,0 1 0,0-1 0,0 0 0,0 0 0,1 14 0,-1-12 0,-3 135 0,0-64 0,13 145 0,-9-215 0,-1 1 0,1-1 0,-1 0 0,0 1 0,0-1 0,0 1 0,0-1 0,-1 0 0,1 1 0,-1-1 0,-1 4 0,1-5 0,0-1 0,0 1 0,-1-1 0,1 1 0,0-1 0,-1 0 0,1 0 0,-1 1 0,1-1 0,-1 0 0,0 0 0,1-1 0,-1 1 0,0 0 0,0 0 0,1-1 0,-1 1 0,0-1 0,0 0 0,0 0 0,0 1 0,-3-1 0,-28 1 23,-1-2 0,-56-8 0,32 3-1457,-36-3-5392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6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134 132 24575,'-1'-7'0,"0"0"0,0 0 0,-1 0 0,1 0 0,-1 0 0,-1 1 0,0-1 0,1 1 0,-2-1 0,-4-7 0,7 14 0,1 0 0,0 0 0,0 0 0,0-1 0,0 1 0,0 0 0,-1 0 0,1 0 0,0 0 0,0 0 0,0 0 0,0 0 0,-1 0 0,1 0 0,0 0 0,0 0 0,0 0 0,0 0 0,-1 0 0,1 0 0,0 0 0,0 0 0,0 0 0,-1 0 0,1 0 0,0 0 0,0 0 0,0 0 0,0 0 0,-1 0 0,1 0 0,0 0 0,0 0 0,0 0 0,0 1 0,0-1 0,-1 0 0,1 0 0,0 0 0,0 0 0,0 0 0,0 0 0,0 1 0,0-1 0,0 0 0,-1 0 0,1 0 0,0 0 0,0 1 0,0-1 0,0 0 0,0 0 0,0 0 0,0 1 0,0-1 0,0 0 0,0 0 0,0 0 0,0 0 0,0 1 0,0-1 0,0 0 0,1 0 0,-4 17 0,3-15 0,-12 92 0,-30 291 0,41-363 0,1-8 0,0-28 0,9-111 0,-1 14 0,-8 2 0,-1 53 0,8-68 0,0 99 0,-3 24 0,-3 14 0,-2 35 0,-15 81 0,0 7 0,13-28 0,10-119 0,2-15 0,61-253 0,-76 298 0,-6 20 0,-13 71 0,23-91 0,-1-7 0,2-1 0,-1 1 0,2 0 0,0-1 0,0 1 0,1 0 0,4 20 0,-5-31 0,1 0 0,-1 0 0,0 1 0,1-1 0,0 0 0,-1 0 0,1 0 0,-1 0 0,1 0 0,0-1 0,0 1 0,0 0 0,-1 0 0,1 0 0,0-1 0,0 1 0,0 0 0,0-1 0,0 1 0,0-1 0,0 1 0,0-1 0,1 1 0,-1-1 0,0 0 0,0 0 0,0 0 0,0 1 0,1-1 0,-1 0 0,0 0 0,0-1 0,0 1 0,0 0 0,1 0 0,-1 0 0,0-1 0,0 1 0,0-1 0,0 1 0,0-1 0,0 1 0,0-1 0,2-1 0,3-2 0,1 0 0,-1-1 0,0 0 0,0-1 0,6-6 0,-2 1 0,-1-2 0,0 1 0,0-1 0,-1 0 0,-1-1 0,0 0 0,-1 0 0,-1-1 0,7-25 0,-7 14 0,-1-1 0,0 0 0,-3 0 0,-2-46 0,1 68 0,0-1 0,-1 1 0,0 0 0,0 0 0,0 0 0,-1 0 0,0 0 0,0 0 0,0 0 0,-4-6 0,5 9 0,0 1 0,-1-1 0,1 1 0,0 0 0,-1 0 0,1-1 0,0 1 0,-1 0 0,0 0 0,1 1 0,-1-1 0,1 0 0,-1 0 0,0 1 0,0-1 0,1 1 0,-1-1 0,0 1 0,0 0 0,0 0 0,1 0 0,-1 0 0,0 0 0,0 0 0,0 0 0,1 1 0,-1-1 0,0 1 0,0-1 0,1 1 0,-1 0 0,0 0 0,-2 1 0,-4 3 0,-1 0 0,1 1 0,0 0 0,0 1 0,1 0 0,-1 0 0,2 0 0,-1 1 0,1 0 0,-7 11 0,-2 7 0,1 0 0,-13 33 0,18-36 0,1 1 0,1 0 0,1 0 0,2 1 0,0 0 0,1-1 0,2 1 0,1 33 0,1-53 0,-1 0 0,1 1 0,0-1 0,0 0 0,1 0 0,-1 0 0,1 0 0,0 0 0,0 0 0,4 5 0,-5-9 0,1 1 0,-1 0 0,0-1 0,1 1 0,0-1 0,-1 1 0,1-1 0,0 0 0,0 0 0,-1 1 0,1-1 0,0-1 0,0 1 0,0 0 0,0 0 0,1-1 0,-1 1 0,0-1 0,0 0 0,0 1 0,0-1 0,0 0 0,1 0 0,-1-1 0,0 1 0,0 0 0,3-2 0,3 0 0,0-1 0,0-1 0,-1 1 0,0-1 0,1-1 0,-2 1 0,1-1 0,0 0 0,-1-1 0,0 1 0,0-1 0,-1-1 0,0 1 0,0-1 0,0 0 0,7-14 0,1-5 0,-2 0 0,0-1 0,10-43 0,-18 60 0,-1 0 0,0-1 0,0 1 0,-1-1 0,0-10 0,-1 19 0,0 1 0,-1-1 0,1 1 0,0-1 0,0 1 0,-1-1 0,1 1 0,-1-1 0,1 1 0,-1-1 0,0 1 0,0 0 0,1-1 0,-1 1 0,0 0 0,0 0 0,-2-2 0,1 2 0,1 0 0,-1 1 0,0-1 0,1 1 0,-1-1 0,0 1 0,1 0 0,-1 0 0,0 0 0,1 0 0,-1 0 0,0 0 0,1 0 0,-1 0 0,0 1 0,1-1 0,-1 1 0,1-1 0,-1 1 0,-2 1 0,-2 1 0,-1 0 0,1 1 0,0 0 0,1 0 0,-1 1 0,1-1 0,0 1 0,0 0 0,0 1 0,1-1 0,-8 13 0,9-13 0,0 0 0,0 0 0,0 1 0,1-1 0,0 1 0,0-1 0,0 1 0,1 0 0,0-1 0,0 1 0,1 0 0,-1 0 0,1 0 0,2 11 0,-2-14 0,1 0 0,1 0 0,-1 0 0,0 0 0,1 0 0,-1 0 0,1 0 0,0-1 0,0 1 0,0-1 0,0 1 0,1-1 0,-1 0 0,0 0 0,1 0 0,0 0 0,-1 0 0,1 0 0,0-1 0,0 1 0,0-1 0,0 0 0,0 0 0,1 0 0,-1 0 0,0-1 0,0 1 0,6-1 0,-5 0 0,0 1 0,0-2 0,0 1 0,1 0 0,-1-1 0,0 1 0,0-1 0,0 0 0,0-1 0,0 1 0,0-1 0,0 0 0,-1 0 0,1 0 0,-1 0 0,1 0 0,-1-1 0,0 0 0,0 0 0,0 0 0,5-6 0,-4 2 0,0 0 0,-1 0 0,0-1 0,-1 1 0,0-1 0,0 0 0,0 1 0,-1-1 0,0 0 0,-1 0 0,0 0 0,-1-13 0,-1 8 0,0 0 0,0 0 0,-1 0 0,-1 1 0,0-1 0,-12-22 0,15 32 0,-1 0 0,0 0 0,0 0 0,0 0 0,-1 0 0,1 0 0,-1 0 0,0 1 0,0-1 0,0 1 0,0 0 0,0 0 0,-6-3 0,7 4 0,0 0 0,0 1 0,0-1 0,0 1 0,0 0 0,0 0 0,0 0 0,0 0 0,0 0 0,0 0 0,0 0 0,0 1 0,0-1 0,0 1 0,0-1 0,0 1 0,0 0 0,0 0 0,0-1 0,1 1 0,-1 1 0,0-1 0,1 0 0,-1 0 0,1 1 0,-1-1 0,0 2 0,-5 5-227,1 0-1,1 1 1,-1 0-1,1-1 1,-5 14-1,-6 17-6598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8.9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350 251 24575,'8'-35'0,"-1"6"0,-5 14 0,-1 0 0,0 1 0,-1-1 0,0 0 0,-1 0 0,-4-15 0,5 26 0,-1 1 0,0-1 0,0 1 0,0 0 0,-1 0 0,1-1 0,-1 1 0,0 0 0,0 0 0,0 0 0,0 1 0,0-1 0,-1 1 0,1-1 0,-1 1 0,1 0 0,-1-1 0,0 1 0,0 1 0,0-1 0,0 0 0,0 1 0,-1 0 0,1-1 0,0 1 0,-1 1 0,1-1 0,-1 0 0,1 1 0,-1 0 0,-5 0 0,1 0 0,0 1 0,0 1 0,1-1 0,-1 1 0,0 1 0,1 0 0,0 0 0,-1 0 0,1 1 0,0 0 0,1 0 0,-1 0 0,-11 12 0,1-1 0,1 1 0,1 1 0,-22 30 0,25-30 0,1 1 0,1 0 0,0 1 0,2 0 0,-12 36 0,18-46 0,-1 1 0,2 0 0,0-1 0,0 1 0,0 0 0,2 13 0,0-18 0,0 1 0,0-1 0,0 1 0,1-1 0,-1 1 0,2-1 0,-1 0 0,0 0 0,1 0 0,0 0 0,6 8 0,-4-8 0,1 0 0,-1-1 0,1 1 0,0-1 0,0 0 0,0-1 0,1 1 0,-1-1 0,1-1 0,0 1 0,0-1 0,0 0 0,0-1 0,0 1 0,13-1 0,-5 0 0,-1 0 0,1-2 0,0 0 0,-1-1 0,1 0 0,25-8 0,-25 4 0,0 0 0,-1-1 0,0 0 0,0-1 0,-1-1 0,0 0 0,0-1 0,-1 0 0,19-22 0,-24 24 0,0 0 0,0 0 0,-1-1 0,-1 0 0,1 0 0,-1 0 0,-1-1 0,0 0 0,0 0 0,-1 0 0,0 0 0,-1 0 0,0-1 0,-1 1 0,1-18 0,-2 24-37,-1 0 0,1 0 1,-1 0-1,0 0 0,0 0 0,0 0 0,0 0 0,-1 0 0,1 0 0,-1 1 0,0-1 0,0 0 1,-1 1-1,1 0 0,-1-1 0,1 1 0,-1 0 0,0 1 0,0-1 0,-1 0 0,1 1 0,0-1 1,-1 1-1,0 0 0,1 1 0,-1-1 0,0 0 0,0 1 0,0 0 0,0 0 0,0 0 0,0 0 1,0 1-1,0 0 0,0 0 0,-8 0 0,-22 4-6789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9.2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24575,'3'0'0,"1"3"0,3 7 0,1 5 0,1 7 0,0 5 0,1 7 0,2 5 0,2 4 0,-2 5 0,2 0 0,-3 2 0,0-2 0,-2-3 0,-2-6 0,-3-6 0,-1-6 0,-2-8-8191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9.6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 0 24575,'-3'0'0,"-4"3"0,-4 1 0,-4 3 0,-5 4 0,-2 2 0,-4 3 0,-3 4 0,-4 3 0,2-1 0,5-2-8191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19.8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5 24575,'-3'0'0,"-2"-3"0,1 2 0,1 4 0,-2 2 0,-1 3 0,-2 6 0,-6 5 0,-3 1 0,-3 4 0,3-3-8191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0.1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9 24575,'-3'0'0,"-5"-3"0,-3-1 0,0 3 0,5 5 0,6 5 0,10 4 0,9 2 0,8 6 0,5 2 0,1 0 0,0 0 0,-2-2 0,-3-1 0,-6-3-8191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0.3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0 24575,'-3'0'0,"-1"3"0,0 5 0,4 3 0,5 0 0,5 2 0,6 1 0,8 1 0,-1-1-8191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0.8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259 100 24575,'-1'-4'0,"1"1"0,-1-1 0,0 1 0,0-1 0,0 1 0,-1 0 0,1 0 0,-1-1 0,1 1 0,-1 0 0,0 0 0,-3-3 0,-1-1 0,0 0 0,0 0 0,-11-7 0,15 12 0,-1 0 0,0 0 0,1 0 0,-1 0 0,0 1 0,1 0 0,-1-1 0,0 1 0,0 0 0,0 0 0,0 1 0,-1-1 0,1 1 0,0-1 0,0 1 0,0 0 0,0 0 0,0 1 0,-4 0 0,3 0 0,-1 0 0,1 1 0,-1 0 0,1 0 0,0 0 0,-1 1 0,1 0 0,0 0 0,1 0 0,-1 0 0,-4 5 0,-1 2 0,0 1 0,1 1 0,0-1 0,1 1 0,0 1 0,1-1 0,-8 25 0,9-21 0,0 1 0,2-1 0,0 0 0,1 1 0,1 0 0,1 28 0,0-40 0,0 0 0,1 0 0,0 0 0,0 0 0,0 0 0,0 0 0,1-1 0,0 1 0,0 0 0,0-1 0,1 1 0,-1-1 0,1 0 0,0 0 0,0 0 0,1 0 0,-1-1 0,1 1 0,0-1 0,0 0 0,0 0 0,0 0 0,0-1 0,1 1 0,-1-1 0,7 2 0,1 0 0,1-1 0,-1-1 0,1 0 0,0-1 0,0 0 0,0 0 0,0-2 0,0 0 0,0 0 0,0-1 0,12-4 0,-18 4 0,0 0 0,0 0 0,-1 0 0,1-1 0,-1 0 0,0 0 0,0-1 0,0 0 0,-1 0 0,1 0 0,-1-1 0,0 0 0,0 0 0,0 0 0,-1 0 0,0-1 0,0 0 0,0 1 0,-1-2 0,1 1 0,3-13 0,-4 7 0,-1 0 0,0 0 0,-1 0 0,-1 0 0,0 0 0,0-1 0,-1 1 0,-1 0 0,0 0 0,0 0 0,-6-13 0,5 15 0,0 0 0,-1 0 0,-1 1 0,1 0 0,-2 0 0,1 0 0,-1 1 0,0-1 0,-1 1 0,0 1 0,0-1 0,-1 1 0,-12-9 0,17 14-59,0 1 0,-1-1-1,1 0 1,0 1-1,0 0 1,-1 0 0,1 0-1,-1 0 1,1 0 0,-1 1-1,1 0 1,-1 0 0,1 0-1,-1 0 1,0 0-1,1 1 1,-1-1 0,1 1-1,-1 0 1,1 0 0,0 0-1,-6 3 1,-14 10-6767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1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24575,'0'3'0,"0"4"0,4 5 0,0 5 0,3 7 0,0 5 0,3 4 0,-2 3 0,-1 1 0,1 1 0,-1 0 0,-1-1 0,-2-2 0,-2-5 0,-1-8-8191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1.2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235 0 24575,'-3'0'0,"-4"0"0,-4 0 0,-3 3 0,-3 1 0,-1 3 0,-1 3 0,0 4 0,-3 2 0,-1 1 0,0 1 0,2 4 0,0-2 0,4-4-8191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1.4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162 0 24575,'-3'0'0,"-4"0"0,-4 0 0,-3 3 0,-3 4 0,-1 7 0,-1 5 0,0 1 0,0 5 0,0 0 0,3-3-8191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1.8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 24575,'-3'0'0,"2"3"0,4 1 0,2 3 0,2 4 0,5 5 0,2 4 0,2 5 0,2 0 0,-3 3 0,0 0 0,-3-5-8191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1.9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24575,'0'3'0,"0"4"0,3 4 0,4 4 0,7 5 0,5 5 0,4 5 0,6 3 0,-3-3-8191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2.9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309 64 24575,'1'-3'0,"-1"-1"0,0 1 0,-1 0 0,1 0 0,-1 0 0,1-1 0,-1 1 0,0 0 0,0 0 0,0 0 0,-1 0 0,1 0 0,-1 0 0,-2-3 0,3 5 0,-1-1 0,0 1 0,1 0 0,-1 0 0,0-1 0,0 2 0,0-1 0,0 0 0,0 0 0,0 0 0,0 1 0,0-1 0,0 1 0,0 0 0,0 0 0,0-1 0,0 1 0,0 1 0,0-1 0,0 0 0,-1 0 0,1 1 0,-2 0 0,-12 4 0,0 1 0,0 0 0,1 1 0,0 0 0,0 2 0,1 0 0,0 0 0,0 1 0,1 1 0,-14 14 0,20-17 0,0 0 0,0 1 0,1-1 0,0 2 0,0-1 0,1 0 0,1 1 0,-1 0 0,2 0 0,-1 0 0,1 1 0,1-1 0,0 1 0,-1 16 0,2-19 0,2-1 0,-1 1 0,1 0 0,0 0 0,0-1 0,1 1 0,0 0 0,0-1 0,1 0 0,0 0 0,0 0 0,1 0 0,0 0 0,0 0 0,0-1 0,1 0 0,0 0 0,0 0 0,1-1 0,10 9 0,-8-8 0,0-1 0,1 0 0,-1-1 0,1 0 0,0 0 0,0-1 0,1 0 0,-1-1 0,0 0 0,1 0 0,0-1 0,-1 0 0,1-1 0,0 0 0,-1 0 0,1-1 0,0 0 0,-1-1 0,15-4 0,-16 3 0,1 0 0,-1 0 0,0-1 0,0 0 0,0 0 0,0-1 0,-1 0 0,0-1 0,0 1 0,0-1 0,0-1 0,-1 1 0,-1-1 0,1 0 0,-1-1 0,0 1 0,0-1 0,-1 0 0,0 0 0,-1 0 0,4-10 0,-5 9 20,0-1 0,-1 1 0,0-1 1,0 1-1,-1-1 0,0 1 0,-1-1 0,0 1 0,0 0 0,-1-1 0,0 1 0,-1 0 0,0 0 0,0 0 0,-1 0 0,-6-9 1,7 13-80,0 0 0,0 1 0,0-1 0,-1 1 0,0 0 0,0 0 1,0 1-1,0-1 0,0 1 0,-1 0 0,0 0 0,1 0 1,-1 1-1,0-1 0,-1 1 0,1 0 0,0 1 0,0-1 0,-1 1 1,1 0-1,-1 1 0,1-1 0,-1 1 0,1 0 0,-1 0 0,1 1 1,-1 0-1,-9 2 0,-11 5-6767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3.1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24575,'0'3'0,"0"4"0,0 4 0,4 7 0,0 6 0,0 8 0,2 8 0,1 4 0,-2 4 0,-1-1 0,-1-2 0,-2-8-8191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3.4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186 5 24575,'-3'0'0,"-2"-4"0,1 3 0,-2 5 0,-4 4 0,1 4 0,-5 3 0,-3 6 0,-5 4 0,-2 5 0,1 4 0,-3-1 0,3-7-8191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3.6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0 24575,'0'3'0,"0"4"0,0 5 0,0 2 0,-3 3 0,-5 1 0,0 4 0,-2 4 0,0-2-8191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4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9 24575,'-3'-4'0,"3"0"0,3 3 0,5 5 0,4 5 0,7 4 0,2 3 0,1 5 0,-3-1-8191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24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24575,'3'3'0,"4"8"0,4 4 0,7 6 0,2 6 0,-1-1-8191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5.7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236 14 24575,'-25'-11'0,"20"10"0,0 0 0,-1 1 0,1-1 0,0 1 0,0 0 0,0 1 0,0-1 0,0 1 0,0 0 0,0 0 0,0 1 0,0-1 0,0 1 0,1 0 0,-1 1 0,-8 4 0,3 0 0,0 0 0,1 0 0,0 1 0,0 1 0,1-1 0,-10 13 0,12-13 0,1-1 0,0 1 0,1 0 0,0 0 0,0 0 0,1 1 0,0-1 0,0 1 0,1 0 0,0 0 0,1 0 0,0 0 0,0 0 0,1 0 0,0 0 0,3 17 0,-2-18 0,1-1 0,0 0 0,0-1 0,1 1 0,0 0 0,0-1 0,0 1 0,1-1 0,0 0 0,0 0 0,1-1 0,0 1 0,0-1 0,0 0 0,0 0 0,1 0 0,0-1 0,0 0 0,0 0 0,0-1 0,12 5 0,-2-2 0,1-1 0,1-1 0,-1 0 0,0-1 0,1-1 0,-1-1 0,1 0 0,0-1 0,27-4 0,-28 2 0,-1-1 0,1-1 0,-1 0 0,0-1 0,0-1 0,-1-1 0,0 0 0,0-1 0,0 0 0,15-12 0,-24 15 0,-1 0 0,0-1 0,-1 1 0,1-1 0,-1 0 0,0 0 0,0 0 0,-1-1 0,0 1 0,0-1 0,0 0 0,-1 1 0,0-1 0,0-1 0,-1 1 0,0 0 0,0 0 0,-1 0 0,0-1 0,0 1 0,-1 0 0,0 0 0,0 0 0,-3-12 0,2 11 0,0 1 0,-1 0 0,0 0 0,0 0 0,0 0 0,-1 0 0,0 1 0,0 0 0,0 0 0,-1 0 0,0 0 0,0 1 0,-1-1 0,0 1 0,1 1 0,-2-1 0,1 1 0,0 0 0,-1 0 0,0 1 0,0 0 0,0 0 0,-11-2 0,13 4-65,1 1 0,-1 0 0,0 0 0,1 1 0,-1-1 0,1 1 0,-1 0 0,1 0 0,0 0 0,-1 1 0,1 0 0,0 0 0,0 0 0,0 0 0,0 0 0,0 1 0,0 0 0,1 0 0,0 0 0,-4 4 0,-4 5-6761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6.1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0 24575,'0'4'0,"0"3"0,0 4 0,0 3 0,0 3 0,0 4 0,0 5 0,0 4 0,0 4 0,0 1 0,-3 2 0,-1 0 0,0 1 0,1-4 0,1-1 0,0-3 0,2-6-8191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6.4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251 0 24575,'-3'0'0,"-5"0"0,-3 0 0,-3 0 0,-3 3 0,-1 5 0,-4 0 0,-4 2 0,-1-1 0,-2 2 0,0 2 0,3-2 0,5-2-8191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6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271 0 24575,'-3'0'0,"-4"0"0,-4 0 0,-7 3 0,-3 5 0,-4 0 0,-1 2 0,1 3 0,-2 2 0,1 1 0,2 2 0,4 0 0,3-2 0,5-2 0,3-2-8191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7.6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221 103 24575,'0'-7'0,"0"-1"0,-1 1 0,0 0 0,0 0 0,-1-1 0,1 1 0,-2 0 0,1 0 0,-6-9 0,7 14 0,0 1 0,0-1 0,0 1 0,0-1 0,0 1 0,-1 0 0,1-1 0,0 1 0,-1 0 0,1 0 0,-1 0 0,0 0 0,1 0 0,-1 0 0,0 0 0,0 1 0,-1-2 0,0 2 0,1 0 0,0 0 0,-1 0 0,1 0 0,-1 1 0,1-1 0,0 1 0,-1-1 0,1 1 0,0 0 0,0 0 0,-1 0 0,1 0 0,0 0 0,0 0 0,-4 4 0,-2 1 0,0 1 0,1 1 0,0 0 0,0 0 0,0 0 0,1 1 0,1-1 0,-7 13 0,0 3 0,2 0 0,-9 29 0,13-35 0,1 1 0,1 0 0,1 0 0,-2 36 0,4-50 0,1 0 0,0 0 0,0 1 0,1-1 0,0 0 0,0 0 0,0 0 0,0 0 0,1 0 0,0 0 0,0 0 0,0 0 0,1-1 0,-1 1 0,1-1 0,0 0 0,1 0 0,-1 0 0,1 0 0,-1 0 0,1-1 0,8 6 0,-7-7 0,0 0 0,0 0 0,0-1 0,0 0 0,0 0 0,0 0 0,0-1 0,0 1 0,0-1 0,0 0 0,1-1 0,-1 1 0,0-1 0,0 0 0,0 0 0,9-4 0,3-1 0,-1-1 0,1-1 0,23-15 0,-25 12 0,1-1 0,-1 0 0,-1-1 0,0 0 0,-1-1 0,0-1 0,12-19 0,-18 23 0,0 0 0,0 0 0,-1-1 0,-1 0 0,0 0 0,-1 0 0,0 0 0,-1-1 0,0 0 0,-1 1 0,1-22 0,-3 30 0,0-1 0,0 1 0,-1 0 0,1 0 0,-1 0 0,0 0 0,-1 0 0,1 0 0,-1 0 0,1 0 0,-1 0 0,0 0 0,0 1 0,-1-1 0,1 1 0,-1 0 0,-5-6 0,5 7 0,0 0 0,-1 0 0,1 0 0,0 0 0,-1 0 0,1 1 0,-1 0 0,1 0 0,-1 0 0,0 0 0,1 0 0,-1 1 0,0-1 0,0 1 0,1 0 0,-1 0 0,0 1 0,0-1 0,-7 3 0,3-1-227,0 1-1,-1 0 1,1 1-1,0 0 1,-11 7-1,-9 8-6598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7.9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24575,'3'0'0,"5"0"0,0 3 0,-1 5 0,-2 3 0,-1 3 0,-2 6 0,-1 2 0,-1 4 0,0 3 0,0 4 0,-1-2 0,-2 1 0,-1-2 0,0-6-8191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8.3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270 11 24575,'0'-3'0,"-3"-1"0,-4 1 0,-8 3 0,-3 5 0,-6 1 0,-4 4 0,-8-1 0,0 1 0,0 3 0,0-1 0,5-3-8191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38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0 24575,'-3'0'0,"-4"0"0,-4 0 0,-4 3 0,-1 2 0,-2 2 0,-1 3 0,-3 4 0,-1 1 0,3-1-8191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40.9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112 0 24575,'0'375'-127,"-1"521"-309,-56-169 559,7-203-1517,47-468-4963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41.3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24575,'61'6'0,"-20"0"0,817 43-2212,2-30-1316,-548-13 2832,813 21 240,-1 25-768,-777-34 3017,-283-16-3661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42.4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24575,'3013'0'-2470,"-2996"0"-3251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43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312 1 24575,'-3'28'0,"0"0"0,-2 0 0,0-1 0,-19 51 0,7-20 0,-84 416 0,37 9 0,60-454 0,-46 733 0,21-255 0,26-469 0,-1 69-1365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8.2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2177 24575,'3'-2'0,"0"1"0,0 0 0,0 0 0,0-1 0,0 0 0,0 0 0,-1 0 0,1 0 0,0 0 0,-1 0 0,0 0 0,0-1 0,4-4 0,3-3 0,1035-1055-2638,-993 1010 2649,853-867-450,-815 840 241,-78 70-4729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8.7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1418 24575,'7'-6'0,"0"1"0,1 0 0,-1 0 0,1 1 0,10-5 0,7-4 0,42-25-9,582-334-696,-21-27 89,97-138 616,-722 534-100,9-7 312,-12 10-250,1 0 0,-1 0 0,0-1 0,0 1 0,1 0 0,-1 0 0,0 0 0,0-1 0,0 1 0,1 0 0,-1-1 0,0 1 0,0 0-1,0 0 1,0-1 0,0 1 0,1 0 0,-1-1 0,0 1 0,0 0 0,0-1 0,0 1 0,0 0 0,0 0 0,0-1 0,0 1 0,0 0 0,0-1 0,0 1 0,0 0 0,-1-1 0,1 1 0,-7-3-5680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9.3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24575,'0'0'0,"-5"1"0,8 1 0,6 6 0,37 33 0,79 53 0,-78-60 0,649 399-769,-680-423 769,294 162 0,9-23 0,-294-139 0,-1-1 0,27 5 0,-50-14 7,0 1 1,0-1-1,1 0 1,-1 1 0,0-1-1,0 0 1,0 0-1,0 0 1,1 0-1,-1 0 1,0 0-1,0-1 1,0 1-1,1 0 1,1-1-1,-3 0 2,0 1-1,0 0 1,0-1-1,0 1 1,0 0-1,0-1 1,0 1-1,0-1 1,0 1-1,0 0 1,0-1 0,0 1-1,0 0 1,0-1-1,0 1 1,0 0-1,0-1 1,0 1-1,-1-1 1,1 1-1,0 0 1,0 0-1,0-1 1,-1 1-1,1 0 1,0-1-1,0 1 1,-1 0 0,1 0-1,-1-1 1,-29-25 375,-1 7-1749,0 2-5461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1:59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24575,'9'0'0,"0"1"0,-1 1 0,1 0 0,0 0 0,-1 0 0,14 7 0,-1-1 0,279 104-211,-5 14 0,-6 12 0,314 203 0,-542-303 390,-18-13-881,64 51 1,-92-62-5422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0.8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1 24575,'-4'0'0,"0"0"0,0 0 0,0 0 0,1 1 0,-1-1 0,0 1 0,-7 2 0,11-3 0,0 0 0,0 0 0,-1 1 0,1-1 0,0 0 0,0 0 0,-1 0 0,1 1 0,0-1 0,0 0 0,0 0 0,-1 1 0,1-1 0,0 0 0,0 1 0,0-1 0,0 0 0,0 1 0,-1-1 0,1 0 0,0 1 0,0-1 0,0 0 0,0 1 0,0-1 0,0 0 0,0 1 0,0-1 0,0 0 0,0 1 0,1-1 0,-1 0 0,0 1 0,1 1 0,0 0 0,0 0 0,1 0 0,-1 0 0,1-1 0,-1 1 0,1 0 0,3 2 0,29 23 0,69 40 0,-46-31 0,306 198-555,1133 721-4767,-1470-939 5156,424 260 357,-430-264 180,-10-5 13,2-1 1,-1 0-1,18 7 0,-29-13-369,0-1-1,0 1 1,0 0-1,0 0 1,0 0 0,0 0-1,0 0 1,0 0-1,0 0 1,0 0-1,0 0 1,0 0 0,0-1-1,0 1 1,0 0-1,0 0 1,0 0-1,0 0 1,0 0 0,0 0-1,0 0 1,0 0-1,0 0 1,0 0-1,0-1 1,0 1 0,0 0-1,0 0 1,0 0-1,0 0 1,0 0-1,0 0 1,1 0 0,-1 0-1,0 0 1,0 0-1,0 0 1,0 0-1,0 0 1,0 0 0,0 0-1,0-1 1,-13-10-4889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1.3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0 24575,'-1'0'0,"1"0"0,0 0 0,-1 1 0,1-1 0,0 0 0,-1 0 0,1 0 0,0 0 0,0 0 0,-1 0 0,1 0 0,0 0 0,0 0 0,-1 1 0,1-1 0,0 0 0,0 0 0,-1 0 0,1 1 0,0-1 0,0 0 0,0 0 0,0 0 0,-1 1 0,1-1 0,0 0 0,0 1 0,0-1 0,0 0 0,0 0 0,0 1 0,0-1 0,-1 0 0,1 1 0,0-1 0,2 16 0,10 13 0,7 5 0,1-1 0,2-2 0,48 55 0,-35-44 0,169 193-814,343 308-1,299 137-815,-779-632 1597,257 193-682,-14 16 390,-269-221 798,-22-21 167,-1 1-1,-1 0 1,28 37-1,-44-52 121,-3-4-441,-5-9-1531,3-2-5545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1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1097 29 24575,'3'-11'0,"-1"-2"0,-2 13 0,0-1 0,-1 1 0,1 0 0,-1-1 0,1 1 0,-1-1 0,1 1 0,-1 0 0,1 0 0,-1-1 0,0 1 0,1 0 0,-1 0 0,1 0 0,-1-1 0,0 1 0,1 0 0,-1 0 0,1 0 0,-1 0 0,0 0 0,1 0 0,-1 0 0,1 1 0,-1-1 0,0 0 0,-20 4 0,0 1 0,0 0 0,1 2 0,0 0 0,-27 15 0,36-17 0,-69 33 0,-145 96 0,-56 77 0,-28 71-1365,278-250-5461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2.0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739 39 24575,'19'-9'0,"0"0"0,37-12 0,-78 42 0,-714 560 0,716-563 233,12-9-766,-1-2 1,-16 13-1,12-13-6293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2.8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24575,'1'9'0,"0"0"0,0 0 0,1 0 0,0 0 0,0-1 0,5 12 0,27 52 0,-15-34 0,140 355-162,-21 10-139,-3-9 144,-74-234 157,33 97 0,-90-245 38,14 50-119,-17-57 137,0 1 0,0-1 0,-1 0 0,0 0 0,1 1 0,-2-1 0,1 0 0,-1 0 0,-1 7 0,2-11-93,-1 0 0,1 0 0,-1 0-1,1 0 1,-1 0 0,0 0 0,1 0 0,-1 0 0,0 0 0,0 0 0,0 0 0,0 0-1,0-1 1,0 1 0,0 0 0,0-1 0,0 1 0,0 0 0,0-1 0,0 0-1,0 1 1,-1-1 0,1 0 0,0 1 0,0-1 0,0 0 0,-1 0 0,1 0 0,0 0-1,0 0 1,0 0 0,-1-1 0,-1 1 0,-11-4-6789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3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0 24575,'1'498'-171,"-2"592"-396,-5-897 567,-34 226 0,29-339 195,-13 76 348,19-140-201,3-13-684,3-10-1023,2-6-5461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3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1653 13 24575,'34'-9'0,"-23"5"0,-21 6 0,-53 17 0,-67 29 0,57-19 0,-418 165-175,-393 138-244,856-326 501,14-4-204,14-2 107,-1 0 0,1 0 0,0 0 0,0 0 0,0 0 0,0 0 0,0 0-1,0 0 1,0 0 0,-1 0 0,1 0 0,0 0 0,0 0 0,0 0 0,0 0 0,0 0 0,0 0 0,-1 0-1,1 0 1,0 0 0,0 0 0,0-1 0,0 1 0,0 0 0,0 0 0,0 0 0,-1 0 0,1 0-1,0 0 1,0 0 0,0 0 0,0 0 0,0 0 0,0-1 0,0 1 0,0 0 0,0 0 0,0 0-1,0 0 1,0 0 0,0 0 0,0-1 0,0 1 0,0 0 0,0 0 0,0 0 0,0 0 0,0 0 0,0 0-1,0-1 1,0 1 0,0 0 0,0 0 0,0 0 0,6-8-6712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4.2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1117 2 24575,'26'-1'0,"-14"1"0,-1 0 0,21 2 0,-32-2 0,0 0 0,0 0 0,0 0 0,1 0 0,-1 0 0,0 0 0,0 0 0,1 0 0,-1 0 0,0 0 0,0 0 0,0 0 0,1 1 0,-1-1 0,0 0 0,0 0 0,0 0 0,0 0 0,1 0 0,-1 1 0,0-1 0,0 0 0,0 0 0,0 0 0,0 1 0,0-1 0,0 0 0,1 0 0,-1 0 0,0 1 0,0-1 0,0 0 0,0 0 0,0 0 0,0 1 0,0-1 0,0 0 0,0 0 0,0 1 0,0-1 0,0 0 0,0 0 0,-1 0 0,1 1 0,0-1 0,0 0 0,0 0 0,0 0 0,0 1 0,0-1 0,0 0 0,-1 0 0,1 0 0,0 1 0,0-1 0,0 0 0,0 0 0,-1 0 0,1 0 0,-12 12 0,11-11 0,-35 26 0,-1-2 0,-57 30 0,31-20 0,-307 157 0,-13-22 0,283-127 0,11-6 0,76-35 342,13-2-382,0 0 0,0 0 1,0 0-1,-1-1 0,1 1 0,0 0 1,0 0-1,0 0 0,0-1 1,0 1-1,0 0 0,0 0 1,0-1-1,0 1 0,0 0 1,0 0-1,0-1 0,0 1 0,0 0 1,0 0-1,0-1 0,0 1 1,0 0-1,0 0 0,0-1 1,0 1-1,0 0 0,1 0 1,-1 0-1,0-1 0,0 1 1,0 0-1,0 0 0,0 0 0,1-1 1,-1 1-1,0 0 0,0 0 1,0 0-1,1 0 0,-1 0 1,0-1-1,8-8-6786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5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605 0 24575,'0'0'0,"0"1"0,0-1 0,0 0 0,0 0 0,0 0 0,0 0 0,0 1 0,0-1 0,0 0 0,0 0 0,0 0 0,0 0 0,0 1 0,0-1 0,0 0 0,0 0 0,0 0 0,0 0 0,0 1 0,1-1 0,-1 0 0,0 0 0,0 0 0,0 0 0,0 0 0,0 1 0,0-1 0,1 0 0,-1 0 0,0 0 0,0 0 0,0 0 0,0 0 0,0 0 0,1 0 0,-1 0 0,0 0 0,0 0 0,0 0 0,1 0 0,-1 0 0,0 0 0,0 0 0,0 0 0,0 0 0,1 0 0,-1 0 0,0 0 0,0 0 0,0 0 0,0 0 0,1 0 0,-1 0 0,0 0 0,0 0 0,0 0 0,1-1 0,-5 20 0,-18 51 0,-40 88 0,28-78 0,-411 1096 0,436-1147 0,-25 64 0,32-91-1365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5.7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574 1 24575,'-6'8'0,"0"1"0,1 0 0,0 0 0,0 0 0,1 1 0,0-1 0,1 1 0,-4 17 0,-1-1 0,-215 712 0,200-661 0,-93 285 342,74-249-1196,-66 122 1,99-218-5973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6.2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24575,'9'3'0,"16"2"0,19 2 0,24 0 0,22 3 0,20 1 0,20 4 0,13 1-664,9 1 664,1 1 0,-3-2 0,-13-1 0,-13-4 0,-19-3 0,-20-3 0,-23 1 0,-27-1 0,-20-1-7527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06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24575,'6'0'0,"6"0"0,6 0 0,10 0 0,12 0 0,12 0 0,16 0 0,12 0 0,14 0 0,12 3 0,11 4 0,4 4 0,-1 4 0,-1 1 0,-9 2 0,-10 1 0,-14-3 0,-21-4-8191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41.0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516 22 24575,'2'0'0,"0"0"0,0-1 0,0 1 0,1 0 0,-1-1 0,0 1 0,0-1 0,0 0 0,0 1 0,0-1 0,0 0 0,0 0 0,0-1 0,2-1 0,-4 3 0,0 0 0,1 0 0,-1 0 0,0-1 0,0 1 0,0 0 0,-1 0 0,1-1 0,0 1 0,0 0 0,0 0 0,0 0 0,0-1 0,0 1 0,0 0 0,0 0 0,0 0 0,0 0 0,0-1 0,-1 1 0,1 0 0,0 0 0,0 0 0,0 0 0,0 0 0,-1-1 0,1 1 0,0 0 0,0 0 0,0 0 0,0 0 0,-1 0 0,1 0 0,0 0 0,0 0 0,0 0 0,-1 0 0,1 0 0,0 0 0,0 0 0,0 0 0,-1 0 0,1 0 0,0 0 0,0 0 0,0 0 0,-1 0 0,1 0 0,-14-2 0,-41 0 0,-1 2 0,-84 11 0,103-6 0,0 2 0,1 2 0,0 1 0,-61 27 0,78-27-1365,3-1-5461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41.4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210 1 24575,'0'3'0,"-3"1"0,-4 3 0,-4 4 0,-1 5 0,0 4 0,-2 1 0,-2 4 0,0 0 0,-2-1 0,0 2 0,-1 0 0,1-2 0,-1-5 0,4-3 0,3-3-8191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41.7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240 269 24575,'1'-2'0,"1"0"0,0 0 0,-1 0 0,0 0 0,1 0 0,-1-1 0,0 1 0,0 0 0,0-1 0,-1 1 0,1-1 0,0 1 0,-1-1 0,0 1 0,0-1 0,1 1 0,-1-1 0,-1 1 0,1-1 0,0 1 0,-1-1 0,1 1 0,-1-1 0,0 1 0,0 0 0,0-1 0,-1-2 0,-5-7 0,1 0 0,-2 1 0,-15-21 0,14 22 0,-2-3-124,-1 1 0,0 1 0,-1 0 0,-1 0 0,1 2 0,-2 0-1,1 0 1,-1 1 0,0 1 0,-21-7 0,12 6-6702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42.4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25 24575,'0'0'0,"0"0"0,0 0 0,0 0 0,1 0 0,-1 0 0,0 0 0,0 1 0,0-1 0,0 0 0,1 0 0,-1 0 0,0 0 0,0 0 0,0 0 0,1 0 0,-1 0 0,0 0 0,0 0 0,0-1 0,1 1 0,-1 0 0,0 0 0,0 0 0,0 0 0,1 0 0,-1 0 0,0 0 0,0 0 0,0-1 0,0 1 0,0 0 0,1 0 0,-1 0 0,0 0 0,0 0 0,0-1 0,0 1 0,0 0 0,0 0 0,0 0 0,0 0 0,1-1 0,-1 1 0,0 0 0,0 0 0,0 0 0,0-1 0,0 1 0,0 0 0,0 0 0,0 0 0,0-1 0,0 1 0,0 0 0,0 0 0,-1 0 0,1-1 0,0 1 0,0 0 0,0 0 0,0-1 0,-12-7 0,5 8 0,1-1 0,0 1 0,0 0 0,-1 1 0,1 0 0,0 0 0,0 0 0,0 0 0,0 1 0,0 0 0,0 1 0,0-1 0,0 1 0,1 0 0,-7 5 0,-3 2 0,0 1 0,0 1 0,-24 25 0,34-32 0,0 1 0,1 0 0,0 0 0,0 0 0,0 0 0,1 0 0,0 1 0,0 0 0,0 0 0,1 0 0,0 0 0,-1 9 0,2-12 0,1-1 0,0 0 0,0 1 0,0-1 0,1 0 0,-1 1 0,1-1 0,0 0 0,0 0 0,0 1 0,0-1 0,0 0 0,1 0 0,-1 0 0,1 0 0,0-1 0,0 1 0,0 0 0,0-1 0,0 1 0,1-1 0,-1 0 0,1 0 0,-1 0 0,1 0 0,0 0 0,0-1 0,6 3 0,2 1 0,1-1 0,0-1 0,0 0 0,0-1 0,0 0 0,0-1 0,0 0 0,1-1 0,-1-1 0,0 0 0,1 0 0,-1-1 0,23-7 0,-27 6 0,1 0 0,-1 0 0,0-1 0,0 0 0,0-1 0,-1 0 0,1 0 0,11-12 0,-15 13 0,1-1 0,-1 0 0,-1 0 0,1 0 0,-1 0 0,0-1 0,0 0 0,0 1 0,-1-1 0,0 0 0,0 0 0,0-1 0,0-7 0,-1 9 14,-1 0 0,0 0-1,0 1 1,0-1 0,-1 0-1,0 0 1,1 1-1,-2-1 1,1 0 0,0 1-1,-1-1 1,0 1 0,0 0-1,0 0 1,-1-1 0,0 1-1,1 1 1,-1-1 0,-1 0-1,1 1 1,0-1 0,-1 1-1,0 0 1,-4-2 0,-1-1-185,-1 0 0,0 1 1,0 0-1,-1 1 0,1 0 1,-1 0-1,0 1 0,0 1 1,-12-2-1,-14 1-6655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54.8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40 24575,'-1'0'0,"1"0"0,-1-1 0,1 1 0,-1 0 0,0 0 0,1 0 0,-1-1 0,1 1 0,-1 0 0,1-1 0,0 1 0,-1 0 0,1-1 0,-1 1 0,1-1 0,0 1 0,-1 0 0,1-1 0,0 1 0,-1-1 0,1 1 0,0-1 0,0 1 0,-1-1 0,1 0 0,0 1 0,0-1 0,0 1 0,0-1 0,0 1 0,0-1 0,0 1 0,0-1 0,0 0 0,0 1 0,0-1 0,0 1 0,0-1 0,1 1 0,-1-1 0,0 1 0,0-1 0,0 1 0,1-1 0,-1 1 0,0-1 0,1 1 0,-1-1 0,1 1 0,-1-1 0,0 1 0,1 0 0,-1-1 0,1 1 0,-1 0 0,1 0 0,-1-1 0,1 1 0,5-3 0,-1 1 0,1 0 0,-1 0 0,1 0 0,0 1 0,0 0 0,0 0 0,6 0 0,54 2 0,-34 0 0,267 1 0,663 25 0,343 67-558,-166-22 446,-825-59 109,775 41-35,-999-48 55,687 63 677,-640-51-694,631 65 0,-517-68 0,489 24 0,-173-35 122,-332-5-1609,-219 1-5339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2:55.5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 24575,'0'0'0,"-1"0"0,1 0 0,0 0 0,0 0 0,-1 0 0,1 0 0,0 0 0,0 0 0,-1 0 0,1 0 0,0 0 0,0 0 0,-1 0 0,1 0 0,0 0 0,0 0 0,-1 0 0,1 0 0,0 0 0,0 0 0,0 0 0,-1 1 0,1-1 0,0 0 0,0 0 0,0 0 0,-1 0 0,1 1 0,0-1 0,0 0 0,0 0 0,0 0 0,0 1 0,-1-1 0,1 0 0,0 0 0,0 0 0,0 1 0,0-1 0,6 10 0,14 7 0,23 7 0,1-1 0,81 29 0,-66-29 0,515 216 0,-564-232 0,-19-3 0,-32-3 0,27-1 0,-6 2 0,0 0 0,1 2 0,0 1 0,-26 9 0,-73 35 0,114-47 0,-135 62-682,-223 141-1,338-188-6143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1.9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89 197 24575,'1'-1'0,"0"0"0,0 0 0,-1 0 0,1 1 0,0-1 0,-1 0 0,1 0 0,-1 0 0,1 0 0,-1 0 0,0 0 0,1 0 0,-1 0 0,0-1 0,0 1 0,0 0 0,0 0 0,0 0 0,0 0 0,0 0 0,0-2 0,-10-25 0,8 25 0,0-1 0,1 1 0,0 0 0,0 0 0,0-1 0,0 1 0,0-1 0,0-6 0,3-1 0,0-8 0,-4 18 0,-3 11 0,-11 33 0,2 0 0,2 0 0,2 1 0,2 1 0,2-1 0,2 1 0,1 1 0,3-1 0,7 63 0,-4-83 0,1-1 0,1 0 0,1 0 0,1-1 0,1 0 0,18 36 0,-22-51 0,1 0 0,0 0 0,0 0 0,0-1 0,1 0 0,0 0 0,1-1 0,-1 1 0,1-1 0,0-1 0,1 1 0,0-1 0,-1 0 0,2-1 0,-1 0 0,0 0 0,1-1 0,0 0 0,-1-1 0,15 3 0,-11-4 0,-1 0 0,1-1 0,-1-1 0,0 0 0,1 0 0,-1-1 0,0 0 0,0-1 0,0 0 0,21-10 0,-17 5 0,0-1 0,0 0 0,-1-1 0,0 0 0,-1-2 0,19-19 0,-4-2 0,-2-1 0,-1-1 0,-2-2 0,-1 0 0,16-40 0,-8 12 0,-3-1 0,-3-1 0,-3-1 0,-3 0 0,10-79 0,-28 143 0,1 0 0,0 0 0,0 0 0,-1 0 0,0 0 0,0-1 0,0 1 0,0 0 0,-1 0 0,1 0 0,-1 0 0,0 0 0,-2-4 0,3 8 0,0-1 0,0 1 0,-1 0 0,1-1 0,0 1 0,0 0 0,-1 0 0,1-1 0,0 1 0,-1 0 0,1 0 0,0 0 0,-1-1 0,1 1 0,0 0 0,-1 0 0,1 0 0,0 0 0,-1 0 0,1 0 0,0 0 0,-1 0 0,1 0 0,-1 0 0,1 0 0,0 0 0,-1 0 0,1 0 0,0 0 0,-1 0 0,1 0 0,-1 0 0,1 0 0,0 1 0,-1-1 0,1 0 0,0 0 0,0 0 0,-1 1 0,-12 12 0,6-1 0,-1 1 0,2 0 0,-1 0 0,2 1 0,-6 19 0,-16 79 0,23-92 0,-12 71 0,-8 169 0,22 96 0,3-288 0,-1-46 27,-1 24-375,3 1 0,2-1 0,11 55 0,-9-79-6478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2.4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1 115 24575,'0'-3'0,"0"0"0,0 0 0,1 1 0,-1-1 0,1 0 0,0 0 0,0 1 0,0-1 0,0 0 0,0 1 0,0-1 0,1 1 0,-1-1 0,1 1 0,0 0 0,0 0 0,0-1 0,0 1 0,0 1 0,0-1 0,0 0 0,5-3 0,-6 6 0,0-1 0,0 0 0,0 0 0,0 0 0,0 0 0,-1 1 0,1-1 0,0 0 0,0 1 0,0-1 0,-1 1 0,1-1 0,0 1 0,-1-1 0,1 1 0,0-1 0,-1 1 0,1 0 0,0-1 0,-1 1 0,1 0 0,-1 0 0,0-1 0,1 1 0,-1 0 0,0 0 0,1 0 0,-1 0 0,0-1 0,0 1 0,1 2 0,7 32 0,-7-32 0,5 33 0,20 87 0,-22-109 0,0-1 0,1 1 0,1-1 0,0 0 0,1 0 0,13 17 0,-18-26 0,1-1 0,0 0 0,0 1 0,0-1 0,0 0 0,0-1 0,0 1 0,1-1 0,0 1 0,-1-1 0,1 0 0,0 0 0,0-1 0,0 1 0,0-1 0,0 0 0,0 0 0,1 0 0,-1-1 0,0 1 0,1-1 0,-1 0 0,0 0 0,0 0 0,1-1 0,-1 0 0,0 0 0,0 0 0,7-3 0,0-1 0,0 0 0,0-1 0,-1-1 0,1 1 0,-2-2 0,1 1 0,-1-1 0,0-1 0,10-13 0,-1-1 0,-2-2 0,0 0 0,-2-1 0,0 0 0,-2-1 0,-1 0 0,-2-1 0,8-32 0,-17 59 0,2-5 0,-1 0 0,1 1 0,-1-1 0,-1 0 0,1 0 0,-1 0 0,-1-10 0,1 15 0,0 1 0,0-1 0,0 1 0,0-1 0,0 1 0,-1-1 0,1 1 0,0-1 0,0 1 0,0 0 0,-1-1 0,1 1 0,0-1 0,-1 1 0,1 0 0,0-1 0,-1 1 0,1 0 0,-1-1 0,1 1 0,0 0 0,-1-1 0,1 1 0,-1 0 0,1 0 0,-1 0 0,1-1 0,-1 1 0,1 0 0,-1 0 0,1 0 0,-1 0 0,1 0 0,-1 0 0,1 0 0,-1 0 0,1 0 0,-1 0 0,1 0 0,-1 0 0,1 1 0,-1-1 0,1 0 0,-1 0 0,1 0 0,0 1 0,-1-1 0,1 0 0,-1 1 0,1-1 0,0 0 0,-1 1 0,1-1 0,-1 1 0,-21 22 0,7-2 0,1 1 0,2 0 0,-17 39 0,-22 78 0,39-105 0,-19 62 0,-31 168 0,50-191 0,4 1 0,3 0 0,5 75 0,0-147 24,1 6 286,-1-8-337,0 0 0,0 0-1,0 0 1,0 0-1,0 0 1,0 0 0,0 0-1,0 0 1,0 0-1,0 0 1,0 1-1,0-1 1,0 0 0,0 0-1,1 0 1,-1 0-1,0 0 1,0 0 0,0 0-1,0 0 1,0 0-1,0 0 1,0 0 0,0 0-1,0 0 1,0 0-1,0 0 1,1 0-1,-1 0 1,0 0 0,0 0-1,0 0 1,0 0-1,0 0 1,0 0 0,0 0-1,0 0 1,0 0-1,0 0 1,1 0 0,-1 0-1,0 0 1,0 0-1,0 0 1,0 0-1,0 0 1,0 0 0,0 0-1,0 0 1,0 0-1,0-1 1,0 1 0,0 0-1,0 0 1,1 0-1,-1 0 1,0 0 0,0 0-1,0 0 1,0 0-1,0 0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3.3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67 102 24575,'-5'-1'0,"0"1"0,-1-1 0,1 0 0,1 0 0,-1-1 0,0 0 0,0 0 0,0 0 0,1 0 0,-1-1 0,-6-4 0,11 7 0,0-1 0,0 1 0,-1 0 0,1 0 0,0 0 0,0 0 0,0 0 0,0 0 0,0-1 0,0 1 0,0 0 0,0 0 0,0 0 0,0 0 0,0 0 0,0-1 0,0 1 0,0 0 0,0 0 0,0 0 0,0 0 0,0 0 0,0-1 0,0 1 0,0 0 0,0 0 0,0 0 0,0 0 0,0 0 0,1 0 0,-1-1 0,0 1 0,0 0 0,0 0 0,0 0 0,0 0 0,0 0 0,0 0 0,0 0 0,1 0 0,-1-1 0,0 1 0,0 0 0,0 0 0,0 0 0,0 0 0,1 0 0,11-3 0,13 0 0,390-2 0,-95 5 0,-239-2 0,182-12 0,-257 13 0,-1 1 0,0-1 0,0 1 0,0-1 0,0 0 0,0-1 0,-1 1 0,1-1 0,0 0 0,7-5 0,-12 7-29,1 0 0,-1-1 0,1 1 0,-1 0 0,0-1 0,0 1 0,1-1 0,-1 1 0,0 0 0,0-1 0,1 1 0,-1-1 0,0 1 0,0-1 0,0 1-1,0-1 1,0 1 0,0-1 0,0 1 0,0-1 0,0 1 0,0-1 0,0 1 0,0-1 0,0 1 0,0-1 0,0 1 0,-1-1 0,1 1 0,0 0 0,0-1 0,0 1 0,-1-1 0,1 1 0,0-1 0,-1 1-1,1 0 1,0-1 0,-1 1 0,1 0 0,0-1 0,-1 1 0,1 0 0,-1 0 0,1-1 0,-1 1 0,-12-8-6797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3.7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34 24575,'-2'-2'0,"0"-1"0,0 1 0,0 0 0,1 0 0,-1-1 0,1 1 0,0 0 0,-2-6 0,3 8 0,0 0 0,0 0 0,-1 0 0,1-1 0,0 1 0,0 0 0,0 0 0,0-1 0,0 1 0,0 0 0,0 0 0,0-1 0,0 1 0,0 0 0,0 0 0,0 0 0,0-1 0,0 1 0,0 0 0,1 0 0,-1-1 0,0 1 0,0 0 0,0 0 0,0 0 0,0-1 0,0 1 0,1 0 0,-1 0 0,0 0 0,0 0 0,0-1 0,0 1 0,1 0 0,14 5 0,30 24 0,-2 3 0,-1 1 0,63 65 0,-86-80 0,-1 2 0,0 0 0,-2 1 0,0 1 0,21 39 0,-33-53 0,-1 0 0,0 0 0,0 1 0,-1-1 0,0 1 0,0-1 0,-1 1 0,0-1 0,-1 12 0,-1-13 0,1-1 0,-2 1 0,1-1 0,-1 0 0,0 1 0,0-1 0,0 0 0,-1 0 0,0 0 0,0-1 0,-1 1 0,0-1 0,-7 9 0,-3 0-273,0-1 0,-1-1 0,0 0 0,-18 10 0,-17 9-6553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7.2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551 310 24575,'7'-1'0,"12"-2"0,-15 7 0,-10 7 0,1-6 0,0 1 0,-1-1 0,0-1 0,1 1 0,-2-1 0,1 0 0,0 0 0,-8 3 0,-57 21 0,70-28 0,-13 5 0,-1 0 0,0-1 0,-1-1 0,1-1 0,0 0 0,-1-1 0,1 0 0,-31-4 0,40 2 0,0 0 0,0 0 0,0 0 0,0-1 0,0 0 0,1-1 0,-1 1 0,1-1 0,-1 0 0,1 0 0,0-1 0,0 0 0,0 0 0,1 0 0,-1 0 0,1 0 0,0-1 0,0 0 0,1 0 0,-1 0 0,1-1 0,0 1 0,1-1 0,-1 1 0,-1-8 0,2 5 0,0 0 0,1-1 0,-1 0 0,2 1 0,-1-1 0,1 1 0,1-1 0,0 0 0,0 1 0,0-1 0,1 1 0,0-1 0,1 1 0,0 0 0,0 0 0,1 0 0,0 1 0,0-1 0,1 1 0,0 0 0,8-9 0,-3 5 0,0 0 0,1 1 0,1 0 0,-1 0 0,1 1 0,1 1 0,0 0 0,0 1 0,0 0 0,1 1 0,22-6 0,-21 8 0,0 1 0,0 0 0,1 1 0,-1 0 0,1 2 0,-1 0 0,1 0 0,-1 2 0,21 3 0,-27-2 0,1-1 0,-1 1 0,-1 0 0,1 1 0,0 0 0,-1 1 0,0 0 0,0 0 0,0 0 0,-1 1 0,1 0 0,-1 1 0,-1 0 0,1 0 0,-1 0 0,7 13 0,-4-4 0,-1 1 0,0 1 0,-2-1 0,0 1 0,-1 1 0,-1-1 0,-1 0 0,0 1 0,0 33 0,-3-7 0,-2 1 0,-16 84 0,9-85 0,-2 0 0,-2-1 0,-2 0 0,-2-2 0,-2 0 0,-35 58 0,38-74 0,-2 0 0,-1-1 0,-1-1 0,-1 0 0,-1-2 0,-1-1 0,-1 0 0,-1-2 0,0-1 0,-38 21 0,48-32 0,1 0 0,-1-1 0,0-1 0,-1 0 0,1-1 0,-1-1 0,-28 3 0,38-5 0,1-1 0,-1 0 0,1-1 0,0 1 0,-1-1 0,1 0 0,-1 0 0,1 0 0,0-1 0,0 0 0,0 0 0,0-1 0,0 1 0,0-1 0,1 0 0,-1 0 0,1 0 0,0-1 0,0 0 0,0 0 0,0 0 0,1 0 0,-1 0 0,1-1 0,-5-8 0,3 0 0,1 1 0,0-1 0,0 0 0,1 0 0,1-1 0,0 1 0,1 0 0,0-1 0,1 1 0,1-1 0,4-25 0,0 12 0,1 1 0,1 0 0,2 0 0,22-48 0,-24 62 0,-1 0 0,2 0 0,-1 1 0,1 0 0,1 0 0,18-17 0,-24 26 0,-1 0 0,0 0 0,1 0 0,-1 0 0,1 0 0,-1 1 0,1-1 0,0 1 0,0 0 0,0-1 0,0 2 0,0-1 0,0 0 0,0 0 0,0 1 0,0 0 0,0 0 0,0 0 0,0 0 0,0 0 0,0 0 0,0 1 0,0-1 0,0 1 0,0 0 0,0 0 0,0 0 0,0 1 0,0-1 0,-1 1 0,1-1 0,0 1 0,-1 0 0,0 0 0,5 4 0,9 13 0,0 1 0,-1 0 0,-2 1 0,0 1 0,18 41 0,-6-13 0,0 0 0,-15-27 0,0 0 0,2-2 0,1 1 0,1-1 0,30 34 0,-26-40-1365,-2-7-5461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7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90 732 24575,'14'-7'0,"18"-10"0,-31 16 0,0 0 0,1 0 0,-1 0 0,0 0 0,1-1 0,-1 1 0,0 0 0,0-1 0,0 1 0,0-1 0,-1 1 0,1-1 0,0 0 0,0 1 0,-1-1 0,1-3 0,-1 5 0,1-1 0,-1 1 0,0-1 0,0 1 0,0-1 0,0 0 0,0 1 0,0-1 0,0 1 0,0-1 0,0 1 0,0-1 0,0 1 0,-1-1 0,1 1 0,0-1 0,0 1 0,0-1 0,-1 1 0,1-1 0,0 1 0,0 0 0,-1-1 0,1 1 0,0-1 0,-1 1 0,1 0 0,-1-1 0,1 1 0,0 0 0,-1-1 0,1 1 0,-1 0 0,1 0 0,-1 0 0,1-1 0,-1 1 0,1 0 0,-1 0 0,1 0 0,-1 0 0,1 0 0,-1 0 0,1 0 0,-1 0 0,1 0 0,-2 0 0,0 1 0,-1-1 0,1 1 0,-1-1 0,1 1 0,0 0 0,0 0 0,-1 0 0,1 0 0,-3 2 0,-3 4 0,1 1 0,-1-1 0,1 1 0,1 0 0,-1 1 0,1-1 0,1 1 0,-1 1 0,-3 9 0,1-1 0,2 0 0,-1 1 0,2-1 0,-3 22 0,6-27 0,2 0 0,-1 0 0,2 0 0,0 0 0,0 0 0,1 0 0,1 0 0,0-1 0,1 1 0,0-1 0,1 0 0,0 0 0,1 0 0,0-1 0,1 0 0,0 0 0,10 11 0,-10-14 0,-1 0 0,2-1 0,-1 0 0,0 0 0,1-1 0,1 0 0,-1 0 0,1-1 0,0 0 0,0 0 0,0-1 0,0-1 0,1 1 0,0-1 0,0-1 0,0 0 0,0-1 0,0 1 0,0-2 0,0 0 0,0 0 0,16-2 0,-19 0 0,0 1 0,0-1 0,-1 0 0,1-1 0,0 1 0,-1-1 0,0 0 0,0-1 0,0 0 0,0 0 0,0 0 0,-1-1 0,0 1 0,6-8 0,-6 5 0,0 0 0,0-1 0,0 1 0,-1-1 0,-1 0 0,1-1 0,-1 1 0,-1-1 0,1 1 0,0-11 0,0 1 0,-2-1 0,-1 0 0,0 0 0,-1 1 0,-1-1 0,-1 0 0,0 1 0,-2 0 0,0 0 0,-8-20 0,-1 7 0,-2 1 0,0 1 0,-2 0 0,-38-46 0,-99-92 0,131 143 0,7 8 0,2-1 0,0 0 0,1-1 0,-18-29 0,29 42 0,0 0 0,1 0 0,0-1 0,0 1 0,0-1 0,0 1 0,1-1 0,0 0 0,0 0 0,1 1 0,-1-1 0,1 0 0,0 0 0,1 0 0,0 0 0,0 0 0,0 1 0,0-1 0,1 0 0,0 1 0,0-1 0,5-7 0,1 1 0,1 0 0,0 1 0,0 0 0,1 0 0,1 1 0,0 1 0,0 0 0,1 0 0,0 1 0,20-10 0,-6 5 0,0 2 0,0 1 0,1 1 0,40-9 0,-56 16 0,-1 0 0,1 1 0,-1 0 0,1 0 0,-1 1 0,1 0 0,21 4 0,-29-3 0,1 0 0,-1 0 0,1 1 0,-1-1 0,0 1 0,1 0 0,-1 0 0,0 0 0,0 0 0,0 0 0,-1 1 0,1-1 0,0 1 0,-1 0 0,0 0 0,1 0 0,-1 0 0,-1 0 0,1 0 0,0 1 0,-1-1 0,1 1 0,-1-1 0,0 1 0,0-1 0,0 7 0,1 6 0,-1 0 0,-1 0 0,0 0 0,-1 0 0,-1-1 0,0 1 0,-7 23 0,-41 107 0,46-136 0,-35 84 216,19-47-743,1 0 0,-22 90 0,36-107-6299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8.1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64 24575,'10'-25'0,"-8"19"0,0 0 0,1 0 0,-1 0 0,6-7 0,-8 13 0,0 0 0,0 0 0,0 0 0,0 0 0,0 0 0,0 0 0,0-1 0,1 1 0,-1 0 0,0 0 0,0 0 0,0 0 0,0 0 0,0 0 0,0 0 0,1 0 0,-1 0 0,0 0 0,0 0 0,0 0 0,0 0 0,0 0 0,0 0 0,1 0 0,-1 0 0,0 0 0,0 0 0,0 0 0,0 0 0,0 0 0,1 0 0,-1 0 0,0 0 0,0 0 0,0 0 0,0 0 0,0 0 0,0 0 0,1 0 0,-1 0 0,0 0 0,0 0 0,0 0 0,0 1 0,0-1 0,5 9 0,2 11 0,4 45 0,5 104 0,-13 68 0,-4-151 0,0 28 0,5 143 0,-3-248 0,0 1 0,1-1 0,0 1 0,1-1 0,4 11 0,-6-17 0,0 0 0,1 0 0,0 0 0,-1-1 0,1 1 0,0 0 0,0-1 0,1 0 0,-1 1 0,0-1 0,1 0 0,0 0 0,-1 0 0,1-1 0,0 1 0,0-1 0,0 1 0,5 0 0,4 1 0,0 0 0,1-1 0,-1-1 0,0 0 0,16-1 0,64-8 0,-68 5 0,232-34-1087,-246 36 809,39-7-6548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8.4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3 24575,'-12'-1'0,"9"1"0,0-1 0,0 1 0,0 0 0,0 0 0,0 0 0,0 0 0,0 1 0,0-1 0,1 1 0,-6 2 0,8-3 0,0 0 0,-1 0 0,1 0 0,0 0 0,0 0 0,0 0 0,0 1 0,0-1 0,0 0 0,0 0 0,0 0 0,0 0 0,0 0 0,0 0 0,0 0 0,0 1 0,0-1 0,0 0 0,0 0 0,0 0 0,0 0 0,1 0 0,-1 0 0,0 0 0,0 1 0,0-1 0,0 0 0,0 0 0,0 0 0,0 0 0,0 0 0,0 0 0,0 0 0,0 0 0,1 0 0,-1 0 0,0 1 0,0-1 0,0 0 0,0 0 0,0 0 0,0 0 0,0 0 0,1 0 0,-1 0 0,0 0 0,0 0 0,0 0 0,0 0 0,0 0 0,0 0 0,0 0 0,1 0 0,-1 0 0,0 0 0,0 0 0,0-1 0,19 6 0,1-1 0,-1-1 0,33 0 0,-23-1 0,630 29-2220,-87-6-337,447 45-1453,1359 163 2106,-2282-221 1944,155 10 2491,-225-24-551,-24-2-1250,-11-3-998,-17-4-2245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3:58.7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35 24575,'-17'-1'0,"12"0"0,7-1 0,16-1 0,-1 0 0,18 0 0,-11 1 0,676-18-2347,-646 20 2102,275 2-2092,1214 70-4063,2 56 4621,-774-61 1880,-494-44 4715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00.7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1009 675 24575,'-12'0'0,"-17"-3"0,-16-7 0,-9-15 0,-6-12 0,-4-18 0,-7-16 0,-16-14 0,-21-8 0,-30-7-1229,-38-6 1229,11 16-6962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01.0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6928 18 24575,'-290'-14'0,"282"14"0,-305-4-1496,-97 12-4488,-75 18 3930,-1164 183-1969,1113-98 2831,-543 188-1,441-63 963,36 57 576,474-219-96,-152 117-1,220-144-69,3 3-1,2 2 0,2 2 0,-58 79 1,88-101 21,1 0 0,1 2 0,2 1 1,2 0-1,1 2 0,-16 52 0,26-64-20,0 1 0,2-1 0,0 1-1,2 1 1,1-1 0,1 0 0,1 0 0,1 0-1,2 0 1,9 38 0,-2-31-121,1 0 0,1-1 0,2 0 0,1-1 0,1-1 0,2-1 0,1 0 0,35 38 0,-10-20 209,3-1 0,1-3 0,93 64 0,-41-43-295,2-4-1,175 72 1,248 53-612,-123-75-828,479 67-1,436-41-636,241-129 1323,-10-180 347,-494-76 416,-860 186 38,-3-9 0,-4-9 0,224-129 0,-318 152 114,155-123 0,-201 139-75,-1-2 1,-2-2-1,61-82 0,-83 97 50,-2-2 0,-2 0 0,-1-1 0,-1-1 0,21-66 0,-31 74-87,0-1 1,-2 1-1,-1-1 1,-2 0 0,0 0-1,-2 0 1,-1 0 0,-7-44-1,1 39-23,-1 2 0,-1-1 0,-2 1 0,-1 0 0,-2 1 0,-1 1 0,-28-43 0,9 25 0,-1 3 0,-2 1 0,-2 1 0,-83-67 0,33 41 0,-3 4 0,-151-79 0,58 52 0,-217-74 0,-348-64 0,-159 35 0,-144 41-83,-122 45-249,-55 43 1455,98 30 4911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17.4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330 404 24575,'-27'-15'0,"1"-2"0,1 0 0,0-2 0,1-1 0,1-1 0,1 0 0,1-2 0,1-1 0,1 0 0,2-1 0,0-1 0,-21-44 0,36 65 0,-2-1 0,1 0 0,0 1 0,0-1 0,1 0 0,0 0 0,0-1 0,1 1 0,-1 0 0,0-13 0,6 15 0,3 9 0,7 7 0,-1 1 0,12 16 0,14 15 0,272 238-1033,36-24-837,-79-82 39,306 149 0,320 91-995,181-2 2288,18-66-461,-872-285 757,316 101 1807,-517-157-1428,-3-2 519,0 1 0,0 1 0,0 1 0,18 11 0,-34-19-649,0 1 0,-1-1 0,1 0-1,-1 0 1,1 1 0,-1-1 0,0 1 0,1-1 0,-1 0-1,1 1 1,-1-1 0,1 1 0,-1-1 0,0 1 0,1-1-1,-1 1 1,0-1 0,0 1 0,1-1 0,-1 1 0,0-1 0,0 1-1,0-1 1,0 1 0,0 0 0,0 0 0,-9 7-2195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17.7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6786 32 24575,'-4'-3'0,"1"0"0,-1 0 0,0 0 0,0 1 0,0-1 0,0 1 0,0 0 0,-1 0 0,1 1 0,0-1 0,-1 1 0,-6-1 0,-4 0 0,0 1 0,-25 2 0,1 1 27,-1 2 0,1 2 0,-41 12 0,-118 45-455,177-56 313,-212 77-1626,-52 27 676,-51 25-1456,-977 387-1818,-17-35 946,688-273 3205,-71 24-119,9 25 462,375-119 2068,232-96-916,-113 77-1,163-93-499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1.8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848 364 24575,'9'0'0,"19"0"0,-27 0 0,0 0 0,0 0 0,0 0 0,0 0 0,0-1 0,0 1 0,0 0 0,0-1 0,0 1 0,0 0 0,0-1 0,0 1 0,0-1 0,0 0 0,0 1 0,0-1 0,1-1 0,-3 2 0,1-1 0,-1 0 0,1 1 0,-1-1 0,0 1 0,1-1 0,-1 1 0,1-1 0,-1 1 0,0 0 0,0-1 0,1 1 0,-1 0 0,0 0 0,0-1 0,1 1 0,-1 0 0,0 0 0,0 0 0,0 0 0,0 0 0,-48-5 0,-93 3 0,105 4 0,-1-2 0,1-1 0,0-2 0,-63-14 0,95 16 0,0-1 0,0 1 0,0-1 0,0 0 0,0-1 0,0 1 0,1-1 0,0 0 0,-1 0 0,1 0 0,0-1 0,0 1 0,1-1 0,-1 0 0,-4-7 0,6 7 0,1 1 0,-1-1 0,1 0 0,-1 0 0,1 0 0,1 0 0,-1 0 0,0-1 0,1 1 0,0 0 0,0 0 0,0 0 0,1 0 0,-1-1 0,1 1 0,0 0 0,0 0 0,0 0 0,1 0 0,1-4 0,3-4 0,1 0 0,0 0 0,1 1 0,0 0 0,1 0 0,0 1 0,0 0 0,1 1 0,0 0 0,16-10 0,-16 12 0,1 0 0,-1 0 0,2 1 0,-1 1 0,0 0 0,1 1 0,0 0 0,0 1 0,1 0 0,-1 0 0,18 0 0,-24 3 0,0 0 0,0 1 0,0-1 0,-1 1 0,1 0 0,0 1 0,0-1 0,-1 1 0,1 0 0,-1 1 0,0-1 0,0 1 0,0 0 0,0 1 0,0-1 0,4 5 0,-3-2 0,0 1 0,0 0 0,-1 1 0,0-1 0,0 1 0,-1 0 0,0 0 0,0 0 0,3 14 0,0 4 0,-2 1 0,0 0 0,-2-1 0,-2 1 0,0 0 0,-3 29 0,-3-5 0,-2 0 0,-2 0 0,-3-1 0,-1 0 0,-3-1 0,-25 53 0,22-60 0,-3-1 0,-1-1 0,-2-1 0,-1-1 0,-2-2 0,-2 0 0,-37 33 0,41-46 0,0-1 0,-1-2 0,-1-1 0,0-1 0,-2-1 0,0-2 0,-1 0 0,-53 15 0,75-27 0,-1-1 0,0-1 0,0 1 0,1-1 0,-1-1 0,0 0 0,0 0 0,-19-4 0,26 3 0,1 1 0,-1-1 0,1 0 0,-1 0 0,1 0 0,-1-1 0,1 1 0,0 0 0,0-1 0,0 1 0,-1-1 0,2 0 0,-1 0 0,0 0 0,-2-3 0,2 2 0,1 0 0,0 1 0,0-1 0,0 0 0,1 0 0,-1 1 0,1-1 0,-1 0 0,1 0 0,0 0 0,0 0 0,1 0 0,-1 0 0,0 1 0,1-1 0,0 0 0,1-4 0,3-6 0,1 0 0,0 0 0,1 1 0,0 0 0,1 0 0,0 0 0,1 1 0,0 1 0,16-15 0,-6 7 0,2 1 0,0 1 0,1 1 0,28-15 0,-36 23 0,0 1 0,0 0 0,1 1 0,-1 0 0,1 1 0,1 1 0,26-3 0,-31 6 0,0 0 0,1 0 0,-1 1 0,0 0 0,0 1 0,0 1 0,-1 0 0,1 0 0,-1 1 0,1 0 0,14 9 0,0 4 54,-1 1 0,-2 1-1,0 1 1,0 1-1,21 28 1,-18-20-616,2-1-1,36 30 1,-30-33-6264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4:52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2012 1202 24575,'-8'127'0,"1"-79"0,-7 80 0,13-110 0,1 1 0,1-1 0,1 0 0,1 0 0,6 21 0,5 5 0,3-1 0,31 58 0,-6-13 0,-38-81 0,-1 1 0,0 0 0,-1 1 0,0-1 0,0 0 0,0 1 0,0 15 0,-2-22 0,0 1 0,-1-1 0,1 1 0,0-1 0,-1 1 0,1 0 0,-1-1 0,0 0 0,0 1 0,0-1 0,0 1 0,0-1 0,-1 0 0,1 0 0,-1 0 0,1 0 0,-1 0 0,0 0 0,0 0 0,0 0 0,0-1 0,0 1 0,0-1 0,0 0 0,-1 1 0,1-1 0,0 0 0,-1 0 0,-2 0 0,-4 1 0,1 0 0,0-1 0,-1-1 0,1 1 0,-1-1 0,1-1 0,0 1 0,-1-1 0,1-1 0,0 0 0,0 0 0,-11-5 0,-2-1 0,0-1 0,1-2 0,-27-16 0,21 9 0,1-1 0,0 0 0,1-2 0,-20-24 0,35 35 0,0-1 0,0 0 0,2 0 0,-1-1 0,1 1 0,1-2 0,0 1 0,1-1 0,0 0 0,1 0 0,-4-23 0,7 30 0,1 0 0,0 0 0,0-1 0,0 1 0,1 0 0,0-1 0,0 1 0,1 0 0,-1 0 0,1 0 0,1 0 0,3-8 0,-1 6 0,0 0 0,1 0 0,0 0 0,1 0 0,-1 1 0,1 0 0,10-7 0,10-5 0,1 2 0,0 0 0,52-21 0,-75 36 0,224-97-107,145-69-306,-309 134 350,-2-3-1,-1-2 1,88-75-1,-126 93 65,-1-1-1,-2-1 0,0-1 1,-1 0-1,-2-2 1,-1 0-1,27-55 1,-36 64-5,-1 0 0,-1-1 0,-1 0 0,-1 0 0,0 0 1,-1 0-1,-1-1 0,-1 1 0,-1-1 0,0 0 1,-1 1-1,-1-1 0,-1 1 0,-8-30 0,4 29-12,0 0 0,-1 1 0,0 0 0,-2 1 0,0 0-1,-1 0 1,-25-29 0,18 27-55,-1 1 1,0 1-1,-1 1 0,-1 1 0,-35-21 1,18 17-18,-1 1 0,-1 3 0,0 0 1,-1 3-1,0 1 0,-1 3 1,-57-6-1,20 9-228,0 4 0,-1 3 0,1 4 0,0 3 0,1 4 1,-89 25-1,58-5-50,2 4 0,1 5-1,-172 95 1,177-77 384,2 3 0,4 5 0,3 4 0,3 4 0,-146 162 0,177-168-63,3 2 0,3 3-1,-43 85 1,60-93-186,4 1-1,3 2 1,3 1-1,-18 80 0,33-104 177,2 0-1,2 0 1,2 1-1,2 0 1,2 0-1,2-1 1,12 67-1,-8-83 50,1-1 0,2-1 1,1 1-1,1-2 0,1 1 0,2-1 1,0-1-1,2-1 0,1 0 0,2-1 0,0-1 1,32 32-1,-26-34 3,1-1-1,1 0 1,1-2-1,0-2 1,46 22 0,-33-21-10,2-2 0,1-2 1,68 14-1,-39-17-14,0-3 1,0-3 0,1-3-1,139-15 1,-96-4-10,-1-5 1,-1-5-1,-1-5 1,-2-5-1,172-82 0,-170 61 25,-4-4 0,-2-5-1,-3-5 1,-3-5 0,98-95-1,-130 104 14,-3-4-1,81-112 0,-112 132-10,-2-2 1,-3-1 0,-2-2-1,37-102 1,-54 125-8,-3-1 0,-1 0 1,-1-1-1,-2 0 0,-1 0 1,-2 0-1,-4-52 0,-1 62 11,-1 1-1,-1-1 0,-1 1 1,-1 0-1,-1 1 0,-1 0 1,-1 0-1,-1 1 1,-2 0-1,0 1 0,-18-23 1,7 17 15,-1 0 0,-1 2 0,-1 1 0,-1 1 0,-1 2 0,-2 1 0,0 1 0,-1 1 0,-50-20 0,7 9-136,-2 3 0,-1 4 0,-109-18 0,-209-6-1487,-47 35 1619,23 19 2023,417-7-2013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28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678 0 24575,'3'0'0,"0"1"0,0-1 0,0 0 0,0 1 0,0 0 0,0 0 0,-1-1 0,1 2 0,0-1 0,-1 0 0,1 0 0,-1 1 0,1 0 0,-1-1 0,0 1 0,1 0 0,-1 0 0,0 0 0,0 0 0,0 1 0,-1-1 0,1 0 0,-1 1 0,1-1 0,-1 1 0,0 0 0,1 3 0,3 6 0,-2 1 0,0 0 0,-1 0 0,0 0 0,0 13 0,0 72-361,-24 196 0,10-172 45,-46 568-2631,-9 100 1325,28-446 1488,-103 427 0,90-568-27,-9-3 1,-9-2-1,-131 259 1,164-387-1514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28.6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24575,'1'1'0,"-1"0"0,0 0 0,0-1 0,1 1 0,-1-1 0,0 1 0,1 0 0,-1-1 0,1 1 0,-1-1 0,1 1 0,-1-1 0,1 1 0,-1-1 0,1 1 0,0-1 0,-1 1 0,1-1 0,-1 0 0,1 0 0,0 1 0,-1-1 0,2 0 0,20 7 0,-19-7 0,66 12-23,1-4 1,113 0-1,-115-7-207,140 3-965,60-4 271,65-2-1576,70-2 1103,71 1-1692,70 2 1747,66 5-933,59 7 1399,2060 102-1463,-7 69 2217,-2640-176 123,398 27 107,-79-8 81,-83-12 457,-83-11 692,-68-5 4546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42.6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3880 24575,'8'0'0,"-1"-1"0,1 0 0,-1 0 0,0 0 0,0-1 0,1-1 0,-1 1 0,-1-1 0,9-4 0,6-6 0,30-21 0,-31 19 0,28-16 0,126-47 0,-17 10 0,98-70 0,-110 36 0,-56 35 0,-26 21 0,67-65 0,48-63 0,-125 121 0,8-13 0,-31 33 0,36-32 0,88-67 0,-60 38 0,-41 39 0,-19 16 0,-2-1 0,-2-2 0,40-73 0,-62 103 0,113-208 0,-85 154 0,-19 38 0,17-43 0,27-70 0,-51 116 0,-1-2 0,5-27 0,14-38 0,81-245 0,-91 277 0,-4 13 0,15-83 0,-22 86 0,-2 12 0,2-57 0,-9 20 0,3-81 0,1 140 0,0 1 0,0-1 0,1 1 0,6-16 0,-5 16 0,0 0 0,-1 0 0,-1-1 0,0 1 0,2-10 0,-5-45 0,0 53 0,0 0 0,1 0 0,0 0 0,1-1 0,0 1 0,0 0 0,2 0 0,-1 0 0,7-15 0,-5 15 0,1-1 0,-1 0 0,-1 1 0,0-1 0,-1-1 0,1-20 0,-2 4 0,-5-50 0,4 78 0,0 0 0,0 0 0,0 0 0,0 0 0,0 0 0,0 0 0,0 0 0,0 0 0,-1 0 0,1 0 0,0 0 0,-1 0 0,1 0 0,-1 0 0,1 0 0,-1 0 0,1 0 0,-1 0 0,0 0 0,0 1 0,1-1 0,-1 0 0,-1 0 0,1 1 0,0 0 0,0 0 0,0 0 0,0 0 0,0 0 0,0 1 0,1-1 0,-1 0 0,0 1 0,0-1 0,0 0 0,1 1 0,-1-1 0,0 1 0,0-1 0,1 1 0,-1 0 0,0-1 0,1 1 0,-2 1 0,-3 5 0,0 0 0,0 0 0,0 1 0,-5 10 0,-11 40 0,17-43 0,-1-1 0,-1 0 0,0 0 0,0 0 0,-2-1 0,0 0 0,-15 20 0,-16 9 0,2 2 0,-56 88 0,85-120 0,8-12 0,0 0 0,0 0 0,0 0 0,0 0 0,0 0 0,0 0 0,0 0 0,0-1 0,0 1 0,0 0 0,0 0 0,0 0 0,0 0 0,0 0 0,0 0 0,0 0 0,0 0 0,0 0 0,0 0 0,0 0 0,0 0 0,0 0 0,0 0 0,0 0 0,0 0 0,0-1 0,0 1 0,0 0 0,0 0 0,0 0 0,0 0 0,0 0 0,0 0 0,0 0 0,0 0 0,-1 0 0,1 0 0,0 0 0,0 0 0,0 0 0,0 0 0,0 0 0,0 0 0,0 0 0,0 0 0,0 0 0,0 0 0,0 0 0,0 0 0,0 0 0,0 0 0,0 0 0,0 0 0,-1 0 0,1 0 0,0 0 0,0 0 0,0 0 0,0 0 0,0 0 0,0 0 0,0 0 0,0 0 0,8-22 0,59-117 0,34-57 0,-73 159 0,-26 35 0,0 0 0,0 0 0,0 1 0,0-1 0,0 0 0,0 1 0,1-1 0,-1 1 0,0 0 0,1-1 0,0 1 0,-1 0 0,1 1 0,3-2 0,-4 3 0,-1 1 0,1-1 0,-1 0 0,1 1 0,-1-1 0,0 1 0,0-1 0,0 1 0,0-1 0,0 1 0,0 0 0,0 0 0,0 0 0,0-1 0,-1 1 0,1 3 0,2 3 0,24 46 0,1-1 0,3-2 0,3-1 0,68 80 0,-99-126-85,0 0 0,-1 0-1,1 0 1,-1 1 0,0 0-1,0-1 1,0 1 0,-1 0-1,1 0 1,-1 0 0,0 0-1,-1 0 1,1 0 0,-1 0-1,-1 10 1,1 0-6741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5:43.6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99 221 24575,'-2'-8'0,"4"7"0,7 3 0,-3-1 0,1 0 0,0 0 0,-1-1 0,1 0 0,0 0 0,0-1 0,-1 1 0,1-2 0,-1 1 0,1-1 0,-1 0 0,8-3 0,10-6 0,41-25 0,-33 18 0,-21 12 0,-1-1 0,18-14 0,-25 19 0,0 0 0,-1 0 0,1-1 0,-1 1 0,0-1 0,0 0 0,0 1 0,0-1 0,-1 0 0,1 0 0,-1 0 0,1-1 0,-1 1 0,0 0 0,0-4 0,-1 5 0,0 0 0,0 0 0,0 0 0,-1 1 0,1-1 0,-1 0 0,1 0 0,-1 1 0,0-1 0,1 0 0,-1 1 0,0-1 0,0 1 0,0-1 0,0 1 0,-1-1 0,1 1 0,0 0 0,-1 0 0,1-1 0,0 1 0,-1 0 0,0 0 0,1 1 0,-1-1 0,1 0 0,-4-1 0,-4-1 0,1 0 0,0 1 0,-1 0 0,-12-1 0,2 1 0,1 2 0,-1 0 0,1 1 0,-1 0 0,1 2 0,-25 6 0,32-6 0,0 0 0,1 1 0,0 0 0,0 0 0,0 1 0,0 0 0,1 1 0,-1 0 0,2 1 0,-1 0 0,1 0 0,-8 9 0,12-10 0,0 0 0,0 1 0,1-1 0,0 1 0,1 0 0,0 0 0,0 0 0,0 0 0,0 0 0,1 0 0,1 0 0,-1 1 0,1 9 0,1-8 0,-1 1 0,1-1 0,1 0 0,-1 0 0,2 0 0,-1 0 0,1 0 0,1 0 0,-1-1 0,6 9 0,-5-12 0,0-1 0,0 0 0,0 0 0,0-1 0,1 1 0,-1-1 0,1 0 0,0 0 0,0 0 0,0-1 0,0 0 0,1 0 0,-1 0 0,1-1 0,-1 1 0,1-1 0,-1 0 0,1-1 0,8 0 0,8 0 0,1 0 0,-1-2 0,36-8 0,-18 0-1365,-24 3-5461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06:58.2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1 669 24575,'6'-9'0,"46"-13"0,70-8 0,94-15 0,154-9 0,114-14-5954,55-2 5954,-9 2 0,-56 3 0,-81 3 0,-90 7-528,-85 5 528,-81 9 0,-64 11-1709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4:50.3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3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1 226 24575,'0'-13'0,"-1"-7"0,5-33 0,-3 46 0,1 0 0,-1 0 0,1 0 0,1 1 0,-1-1 0,1 1 0,0-1 0,6-7 0,-3 5 0,20-27 0,-24 33 0,1 0 0,-1 1 0,0-1 0,1 1 0,0 0 0,0 0 0,0 0 0,0 0 0,5-3 0,-7 5 0,0 0 0,0 0 0,0 0 0,0 0 0,0 0 0,0 0 0,0 0 0,-1 0 0,1 0 0,0 1 0,0-1 0,0 0 0,0 0 0,0 1 0,0-1 0,0 1 0,-1-1 0,1 1 0,0-1 0,0 1 0,-1 0 0,1-1 0,0 1 0,-1 0 0,1-1 0,0 1 0,-1 0 0,1 0 0,-1-1 0,0 1 0,1 0 0,-1 0 0,0 0 0,1 0 0,-1 0 0,0 0 0,0 0 0,0 1 0,8 43 0,-8-42 0,1 55 0,-2-1 0,-13 91 0,9-105 0,-40 242-1365,34-231-5461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4.0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1 515 24575,'0'-3'0,"0"1"0,1-1 0,-1 1 0,1 0 0,0-1 0,0 1 0,0 0 0,0 0 0,0 0 0,0 0 0,1 0 0,-1 0 0,1 0 0,-1 0 0,1 0 0,0 1 0,0-1 0,-1 1 0,1-1 0,0 1 0,1 0 0,-1-1 0,0 1 0,0 0 0,0 1 0,5-2 0,8-3 0,0 1 0,0 1 0,17-2 0,-18 3 0,132-15 0,-78 11 0,97-22 0,-156 27 0,-1-2 0,1 1 0,-1-1 0,0 0 0,0-1 0,-1 1 0,1-2 0,-1 1 0,0-1 0,0 0 0,0-1 0,-1 1 0,1-1 0,-1-1 0,-1 1 0,1-1 0,-1 0 0,-1 0 0,1-1 0,-1 1 0,0-1 0,-1 0 0,0 0 0,0 0 0,2-12 0,0-6 0,-2 0 0,-1 0 0,0-1 0,-2 1 0,-1 0 0,-8-41 0,9 66 0,0 0 0,0 0 0,0 0 0,0 0 0,0 0 0,-1 0 0,1 1 0,0-1 0,-1 0 0,1 0 0,-1 0 0,1 1 0,-1-1 0,1 0 0,-1 0 0,1 1 0,-2-2 0,2 2 0,-1 0 0,1 0 0,-1 0 0,1 0 0,0 0 0,-1 0 0,1 1 0,0-1 0,-1 0 0,1 0 0,0 0 0,-1 0 0,1 1 0,0-1 0,-1 0 0,1 0 0,0 0 0,-1 1 0,1-1 0,0 0 0,0 0 0,-1 1 0,1-1 0,0 0 0,0 1 0,0-1 0,-1 1 0,-13 32 0,-115 429-1365,116-413-5461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4.5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163 507 24575,'10'-9'0,"-7"10"0,-13 16 0,5-8 0,-68 142 0,15-26 0,42-103 0,8-18 0,7-5 0,1 1 0,-1-1 0,1 1 0,-1 0 0,1-1 0,0 1 0,-1-1 0,1 1 0,0-1 0,0 1 0,-1-1 0,1 1 0,0-1 0,0 1 0,0-1 0,0 1 0,-1-1 0,1 0 0,0 1 0,0-1 0,0 0 0,1-12 0,0 1 0,0-1 0,1 1 0,1-1 0,0 1 0,1 0 0,5-13 0,0-3 0,91-264 0,-69 213 0,69-121 0,-98 197 0,7-13 0,1 1 0,17-22 0,-25 35 0,0-1 0,0 0 0,0 1 0,1 0 0,-1-1 0,1 1 0,0 0 0,0 1 0,-1-1 0,1 0 0,0 1 0,0-1 0,1 1 0,-1 0 0,0 0 0,0 0 0,0 1 0,1-1 0,-1 1 0,6 0 0,-7 0 0,1 1 0,-1 0 0,0 0 0,1 0 0,-1 0 0,0 0 0,0 1 0,0-1 0,0 1 0,0-1 0,0 1 0,0 0 0,-1 0 0,1-1 0,0 1 0,-1 1 0,0-1 0,1 0 0,-1 0 0,0 0 0,1 3 0,1 4 0,0-1 0,0 1 0,-1-1 0,2 16 0,-3-12 0,-1 1 0,0-1 0,-1 0 0,0 1 0,-1-1 0,0 0 0,-1 0 0,-1 0 0,0-1 0,0 1 0,-1-1 0,0 0 0,-1 0 0,-1-1 0,1 1 0,-17 17 0,-5 2 0,-1 0 0,-1-2 0,-58 41 0,80-64 0,0 1 0,1 0 0,0 1 0,0 0 0,-11 14 0,16-19 0,1 0 0,-1 1 0,1-1 0,0 1 0,0-1 0,0 1 0,0 0 0,1-1 0,-1 1 0,1 0 0,-1 0 0,1-1 0,0 1 0,0 0 0,0 0 0,1-1 0,-1 1 0,1 0 0,-1 0 0,1-1 0,0 1 0,0 0 0,0-1 0,0 1 0,2 2 0,6 8 48,0 0 0,1 0 0,0-1 0,1-1 1,0 1-1,18 12 0,81 53-1228,-95-67 658,38 25-6304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4.8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7 24575,'-3'0'0,"2"0"0,7 0 0,9 0 0,9 0 0,8 0 0,13 0 0,6-3 0,-4-1-8191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5.4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2 328 24575,'7'4'0,"0"0"0,0-1 0,1 0 0,0 0 0,-1 0 0,1-1 0,0 0 0,0-1 0,10 1 0,-6 0 0,-5-1 0,1 0 0,0-1 0,-1 1 0,1-2 0,0 1 0,0-1 0,-1 0 0,1-1 0,0 0 0,-1 0 0,0 0 0,1-1 0,-1 0 0,0-1 0,0 1 0,-1-1 0,1-1 0,-1 1 0,0-1 0,0 0 0,-1-1 0,9-9 0,-9 9 0,0-1 0,0-1 0,-1 1 0,0-1 0,0 1 0,-1-1 0,0 0 0,0-1 0,-1 1 0,0 0 0,0-1 0,-1 1 0,0-1 0,-1 1 0,0-1 0,0 0 0,-1 1 0,0-1 0,0 1 0,-4-11 0,3 11 0,-1 1 0,0-1 0,0 1 0,-1 0 0,0 0 0,-1 0 0,1 0 0,-1 1 0,0 0 0,-1 0 0,-9-9 0,12 13 0,0 0 0,0 0 0,0 0 0,0 0 0,0 0 0,-1 1 0,1-1 0,-1 1 0,1 0 0,-1 0 0,1 0 0,-1 0 0,1 1 0,-1 0 0,0-1 0,1 1 0,-1 1 0,0-1 0,1 0 0,-1 1 0,1 0 0,-1 0 0,1 0 0,-1 0 0,1 1 0,0-1 0,-6 4 0,-1 2 0,1 1 0,-1 0 0,2 0 0,0 1 0,0 0 0,0 0 0,1 1 0,0 0 0,1 0 0,0 1 0,1-1 0,0 1 0,-3 14 0,-2 5 0,1 2 0,2-1 0,-5 54 0,10-70 0,1 0 0,1 0 0,1 0 0,0 0 0,0 0 0,2 0 0,0 0 0,9 25 0,-10-34 0,1 1 0,0-1 0,0 0 0,1-1 0,0 1 0,0 0 0,0-1 0,0 0 0,1 0 0,0 0 0,0-1 0,1 0 0,-1 0 0,1 0 0,0-1 0,0 1 0,0-1 0,0-1 0,0 1 0,1-1 0,9 2 0,31 2-1365,-4-6-5461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5.9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42 116 24575,'-10'-32'0,"5"14"0,-1 1 0,-15-31 0,40 146 0,-12-67 0,-2 1 0,2 47 0,-7-62 0,-1 0 0,0-1 0,-1 1 0,-1-1 0,0 1 0,-9 23 0,68-116 0,-15 17 0,-17 23 0,2 1 0,2 1 0,32-31 0,-59 64 0,1-1 0,-1 1 0,1-1 0,0 1 0,0 0 0,0-1 0,0 1 0,0 0 0,0 0 0,0 1 0,0-1 0,0 0 0,0 1 0,0-1 0,3 0 0,-4 2 0,0-1 0,0 0 0,0 1 0,0-1 0,0 1 0,0-1 0,0 1 0,-1 0 0,1-1 0,0 1 0,0 0 0,0-1 0,-1 1 0,1 0 0,0 0 0,-1 0 0,1 0 0,-1 0 0,1 0 0,-1 0 0,1 0 0,-1 0 0,0 0 0,1 0 0,-1 0 0,0 0 0,0 0 0,0 0 0,0 0 0,0 0 0,0 1 0,1 15 0,-2 0 0,0-1 0,0 1 0,-2 0 0,0-1 0,-1 0 0,-5 17 0,-6 22 0,15-55 0,0 0 0,0 0 0,0 0 0,0 0 0,0 0 0,0 0 0,0 0 0,0 1 0,-1-1 0,1 0 0,0 0 0,0 0 0,0 0 0,0 0 0,0 0 0,0 1 0,0-1 0,0 0 0,0 0 0,0 0 0,0 0 0,0 0 0,0 0 0,0 1 0,0-1 0,0 0 0,0 0 0,0 0 0,0 0 0,0 0 0,1 0 0,-1 1 0,0-1 0,0 0 0,0 0 0,0 0 0,0 0 0,0 0 0,0 0 0,0 0 0,0 0 0,0 0 0,1 1 0,-1-1 0,0 0 0,0 0 0,0 0 0,0 0 0,0 0 0,0 0 0,1 0 0,-1 0 0,0 0 0,0 0 0,0 0 0,9-7 0,10-13 0,-19 19 0,36-42 0,79-88 0,-110 126 0,-1 0 0,2 1 0,-1 0 0,0 0 0,1 1 0,11-6 0,-16 8 0,0 1 0,0-1 0,1 1 0,-1 0 0,0 0 0,0-1 0,1 1 0,-1 0 0,0 0 0,0 0 0,1 0 0,-1 1 0,0-1 0,0 0 0,1 0 0,-1 1 0,2 0 0,-2 0 0,0 0 0,0 0 0,1 0 0,-1 0 0,0 0 0,0 0 0,0 1 0,0-1 0,0 0 0,-1 1 0,1-1 0,0 1 0,-1-1 0,1 1 0,-1-1 0,1 1 0,-1 2 0,2 7 49,0 0-1,-2 0 1,1 1-1,-1-1 0,-1 0 1,-3 18-1,-18 66-1380,20-86 960,-9 30-6454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6.3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92 219 24575,'8'-9'0,"-6"16"0,-6 21 0,-28 104 0,8-38 0,-18 138 0,56-323 0,-9-2 0,-1-5 0,33-180 0,-35 264 0,2 1 0,0 1 0,0-1 0,1 0 0,1 1 0,13-21 0,-18 30 0,1 1 0,-1 0 0,1-1 0,0 1 0,0 0 0,0 0 0,0 0 0,1 1 0,-1-1 0,0 0 0,1 1 0,-1 0 0,1-1 0,-1 1 0,1 0 0,0 0 0,0 1 0,-1-1 0,1 0 0,0 1 0,0 0 0,0 0 0,-1 0 0,1 0 0,0 0 0,0 0 0,0 1 0,0-1 0,-1 1 0,1 0 0,0 0 0,-1 0 0,1 0 0,0 0 0,-1 1 0,0-1 0,1 1 0,2 2 0,4 3 0,0 0 0,-1 1 0,0 0 0,0 0 0,0 1 0,-1 0 0,-1 0 0,11 20 0,-7-8 0,0 0 0,-2 0 0,9 33 0,-15-47 0,0 1 0,-1 1 0,1-1 0,-2 0 0,1 0 0,-1 0 0,-1 0 0,1 0 0,-4 13 0,3-16 0,-1 1 0,0 0 0,-1-1 0,1 0 0,-1 1 0,0-1 0,0 0 0,-1 0 0,1-1 0,-1 1 0,0-1 0,-1 0 0,-8 7 0,-3 0-273,0-2 0,-1 0 0,0 0 0,-35 10 0,-13 2-6553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8.3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46 24575,'0'-4'0,"0"0"0,0 1 0,1-1 0,0 0 0,-1 0 0,4-6 0,-4 9 0,0 0 0,0 1 0,1-1 0,-1 0 0,0 1 0,1-1 0,-1 0 0,1 1 0,-1-1 0,1 1 0,-1-1 0,1 1 0,-1-1 0,1 1 0,-1-1 0,1 1 0,0 0 0,-1-1 0,1 1 0,0 0 0,-1-1 0,1 1 0,0 0 0,-1 0 0,1 0 0,0 0 0,-1 0 0,1 0 0,0 0 0,0 0 0,-1 0 0,1 0 0,0 0 0,0 0 0,-1 0 0,1 0 0,0 1 0,-1-1 0,1 0 0,0 1 0,-1-1 0,1 0 0,0 1 0,1 1 0,0-1 0,-1 1 0,1-1 0,-1 1 0,1 0 0,-1-1 0,0 1 0,0 0 0,1 0 0,-2 0 0,1 0 0,0 0 0,0 0 0,0 0 0,-1 0 0,1 0 0,-1 0 0,0 1 0,0 2 0,0 43 0,-10 30-341,-2-1 0,-5 0-1,-49 144 1,49-178-6485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8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0 498 24575,'4'-15'0,"6"-21"0,8-17 0,8-11 0,8-5 0,8 0 0,9 10 0,6 10 0,4 12 0,6 11 0,3 10 0,2 12 0,-2 8 0,-6 8 0,-15 1-8191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8.6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24575,'0'3'0,"3"5"0,7 0 0,9-1 0,9 1 0,14 0 0,14-2 0,10-2 0,10-1 0,7-5 0,-10-2-8191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8.8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87 57 24575,'-3'-4'0,"1"0"0,0-1 0,0 1 0,0-1 0,1 1 0,-1-1 0,1 0 0,-1-9 0,0 7 0,2 32 0,-2 31 169,-14 90 0,-22 53-1441,33-175 841,-2 10-6395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9.3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12 226 24575,'7'-15'0,"-5"8"0,1 1 0,1-1 0,-1 1 0,1 0 0,0-1 0,0 2 0,1-1 0,7-7 0,-12 12 0,1 1 0,-1 0 0,0 0 0,1-1 0,-1 1 0,0 0 0,1 0 0,-1-1 0,1 1 0,-1 0 0,0 0 0,1 0 0,-1 0 0,1 0 0,-1-1 0,1 1 0,-1 0 0,0 0 0,1 0 0,-1 0 0,1 0 0,-1 0 0,1 0 0,-1 1 0,0-1 0,1 0 0,-1 0 0,1 0 0,-1 0 0,1 0 0,-1 1 0,0-1 0,1 0 0,-1 0 0,0 1 0,1-1 0,-1 0 0,0 1 0,1-1 0,-1 0 0,0 1 0,0-1 0,1 0 0,-1 1 0,0-1 0,0 1 0,0-1 0,0 0 0,1 1 0,-1 0 0,5 24 0,-5-25 0,2 27 0,-1 1 0,-2-1 0,-6 50 0,-23 81 0,27-146 0,-1 9 0,-8 33 0,11-50 0,-1 0 0,1 0 0,-1 0 0,1 0 0,-1-1 0,0 1 0,-1 0 0,1-1 0,-4 5 0,6-8 0,0 0 0,0 0 0,0 0 0,0 0 0,0 0 0,0 0 0,-1 0 0,1 0 0,0 1 0,0-1 0,0 0 0,0 0 0,0 0 0,0 0 0,0 0 0,-1 0 0,1 0 0,0 0 0,0 0 0,0 0 0,0 0 0,0 0 0,0 0 0,0 0 0,-1 0 0,1 0 0,0 0 0,0 0 0,0 0 0,0 0 0,0 0 0,0 0 0,-1 0 0,1 0 0,0 0 0,0 0 0,0 0 0,0 0 0,0 0 0,0-1 0,0 1 0,0 0 0,-1 0 0,1 0 0,0 0 0,0 0 0,0 0 0,0 0 0,0 0 0,0 0 0,0-1 0,0 1 0,0 0 0,0 0 0,0 0 0,0 0 0,0 0 0,0 0 0,0-1 0,-1-12 0,4-15 0,8-17 0,2 1 0,3 0 0,1 1 0,2 1 0,1 1 0,43-63 0,-63 104 0,4-6 0,0-1 0,1 1 0,0 0 0,0 0 0,0 1 0,11-10 0,-15 15 0,-1 0 0,1-1 0,-1 1 0,1 0 0,-1 0 0,1-1 0,-1 1 0,1 0 0,-1 0 0,1 0 0,-1 0 0,1 0 0,-1 0 0,1-1 0,-1 1 0,1 0 0,-1 0 0,1 1 0,-1-1 0,1 0 0,-1 0 0,1 0 0,-1 0 0,1 0 0,-1 0 0,1 1 0,-1-1 0,1 0 0,-1 1 0,1-1 0,0 1 0,0 1 0,0-1 0,0 0 0,0 0 0,-1 1 0,1-1 0,0 1 0,-1-1 0,1 0 0,-1 1 0,1 1 0,2 42 0,-3-41 0,-2 80 0,-1 17 0,3-86 0,2 0 0,-1-1 0,2 1 0,6 23 0,-8-36 0,-1 0 0,1-1 0,-1 1 0,1 0 0,0 0 0,0 0 0,-1 0 0,1 0 0,1-1 0,-1 1 0,0 0 0,0-1 0,1 1 0,-1-1 0,0 0 0,1 1 0,0-1 0,-1 0 0,1 0 0,0 0 0,-1 0 0,1 0 0,0 0 0,0-1 0,0 1 0,0 0 0,0-1 0,0 0 0,0 1 0,3-1 0,-1-1 0,-1 0 0,1 0 0,0 0 0,-1 0 0,1-1 0,-1 0 0,1 1 0,-1-1 0,0 0 0,0-1 0,0 1 0,0-1 0,0 1 0,0-1 0,2-4 0,20-24 0,-1-1 0,-2 0 0,28-56 0,41-113 0,-50 105 0,-22 60 0,-19 35 0,0 1 0,0 0 0,0 0 0,0 0 0,0 0 0,0 0 0,0-1 0,0 1 0,0 0 0,0 0 0,0 0 0,0 0 0,0 0 0,0 0 0,0-1 0,1 1 0,-1 0 0,0 0 0,0 0 0,0 0 0,0 0 0,0 0 0,0 0 0,0 0 0,0 0 0,0-1 0,1 1 0,-1 0 0,0 0 0,0 0 0,0 0 0,0 0 0,0 0 0,0 0 0,1 0 0,-1 0 0,0 0 0,0 0 0,0 0 0,0 0 0,0 0 0,1 0 0,-1 0 0,0 0 0,0 0 0,0 0 0,0 0 0,0 0 0,0 0 0,1 0 0,-1 0 0,0 0 0,0 1 0,0-1 0,0 0 0,0 0 0,0 0 0,-2 21 0,-7 11-1365,-1 2-5461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39.5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0 123 24575,'0'-3'0,"0"-4"0,0-4 0,6-4 0,6 2 0,6-1 0,10-1 0,9 2 0,8 4 0,5-1 0,1 3 0,-9 1-8191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41.1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219 287 24575,'-9'0'0,"0"1"0,0 0 0,0 0 0,0 1 0,0 0 0,1 1 0,-12 4 0,16-5 0,0 0 0,0 0 0,0 0 0,0 0 0,1 1 0,-1-1 0,1 1 0,0 0 0,-1 0 0,1 1 0,0-1 0,1 0 0,-1 1 0,1 0 0,-1 0 0,-1 6 0,3-9 0,1 0 0,-1 0 0,1 0 0,0 1 0,-1-1 0,1 0 0,0 0 0,0 0 0,0 1 0,0-1 0,0 0 0,0 0 0,0 1 0,1-1 0,-1 0 0,0 0 0,1 0 0,-1 0 0,1 1 0,-1-1 0,1 0 0,0 0 0,1 2 0,-1-2 0,1 1 0,0-1 0,0 1 0,0-1 0,0 0 0,0 0 0,1 0 0,-1 0 0,0 0 0,0 0 0,5 0 0,0 1 0,1-1 0,0-1 0,0 1 0,0-1 0,0 0 0,12-3 0,-2-1 0,1-2 0,-1 0 0,-1-1 0,1-1 0,-1 0 0,-1-1 0,0-1 0,0-1 0,-1 0 0,16-15 0,-23 19 0,0 0 0,-1-1 0,0 0 0,-1 0 0,0 0 0,0-1 0,-1 0 0,0 0 0,0-1 0,-1 1 0,0-1 0,-1 0 0,0 0 0,-1 0 0,0 0 0,0 0 0,-1-1 0,0 1 0,-2-20 0,0 25 0,1 1 0,-1 0 0,0-1 0,0 1 0,-1 0 0,1 0 0,-1 0 0,0 0 0,0 0 0,0 0 0,-1 0 0,1 1 0,-1-1 0,0 1 0,0 0 0,0 0 0,-1 0 0,1 0 0,-1 1 0,1-1 0,-1 1 0,0 0 0,0 0 0,0 0 0,0 0 0,0 1 0,0 0 0,-7-2 0,1 2 0,-1 0 0,1 0 0,-1 1 0,1 0 0,-1 1 0,1 0 0,-1 1 0,1 0 0,0 0 0,0 1 0,-11 5 0,4 0 0,1 0 0,0 1 0,0 1 0,1 1 0,0 0 0,1 1 0,0 1 0,1 0 0,1 0 0,0 1 0,1 1 0,0 0 0,1 1 0,1 0 0,-10 23 0,14-27 0,1 0 0,0 0 0,1 0 0,0 0 0,1 1 0,0-1 0,1 1 0,1 0 0,0-1 0,2 17 0,0-19 0,0 0 0,1 0 0,0 0 0,1 0 0,0 0 0,0-1 0,1 1 0,0-1 0,1 0 0,0-1 0,0 1 0,1-1 0,12 11 0,-9-10-85,2-1 0,-1 1-1,1-2 1,0 0 0,1 0-1,0-1 1,0-1 0,0 0-1,1-1 1,-1 0 0,1-1-1,0 0 1,0-1 0,0-1-1,19-1 1,10-1-6741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41.9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2 166 24575,'0'-16'0,"-1"12"0,1 0 0,-1 0 0,1-1 0,0 1 0,1 0 0,-1 0 0,1 0 0,-1 0 0,1 0 0,1 0 0,-1 0 0,3-5 0,-4 9 0,0 0 0,0 0 0,0 0 0,1 0 0,-1 0 0,0 0 0,0 0 0,0-1 0,1 1 0,-1 0 0,0 0 0,0 0 0,0 0 0,1 0 0,-1 0 0,0 0 0,0 0 0,0 1 0,1-1 0,-1 0 0,0 0 0,0 0 0,0 0 0,0 0 0,1 0 0,-1 0 0,0 0 0,0 0 0,0 1 0,0-1 0,1 0 0,-1 0 0,0 0 0,0 0 0,0 0 0,0 1 0,0-1 0,0 0 0,1 0 0,-1 0 0,0 0 0,0 1 0,0-1 0,0 0 0,0 0 0,0 0 0,0 1 0,0-1 0,0 0 0,0 0 0,0 0 0,0 1 0,0-1 0,0 0 0,0 0 0,0 0 0,0 1 0,2 13 0,2 40 0,-6 91 0,-12-57 0,37-118 0,-17 22 0,181-254 0,-183 258 0,25-27 0,-27 30 0,0-1 0,0 1 0,0-1 0,0 1 0,0 0 0,0 0 0,1 0 0,-1 0 0,0 0 0,1 0 0,-1 1 0,0-1 0,1 1 0,3-1 0,-5 1 0,0 1 0,0-1 0,1 1 0,-1-1 0,0 1 0,0-1 0,0 1 0,0 0 0,0-1 0,0 1 0,0 0 0,0 0 0,0 0 0,0 0 0,0 0 0,-1 0 0,1 0 0,0 0 0,-1 0 0,1 0 0,-1 0 0,1 0 0,-1 0 0,1 1 0,-1-1 0,0 0 0,1 0 0,-1 1 0,0 1 0,2 40 0,-4-24 0,-1 0 0,-5 19 0,-3 26 0,11-64 0,0 1 0,0-1 0,-1 0 0,1 1 0,0-1 0,0 1 0,0-1 0,0 0 0,0 1 0,0-1 0,0 0 0,0 1 0,0-1 0,0 0 0,0 1 0,0-1 0,0 1 0,0-1 0,0 0 0,0 1 0,1-1 0,-1 0 0,0 1 0,0-1 0,0 0 0,1 1 0,-1-1 0,0 0 0,0 0 0,1 1 0,-1-1 0,0 0 0,0 0 0,1 1 0,-1-1 0,0 0 0,1 0 0,-1 0 0,0 0 0,1 1 0,-1-1 0,0 0 0,1 0 0,-1 0 0,1 0 0,-1 0 0,0 0 0,1 0 0,-1 0 0,0 0 0,1 0 0,-1 0 0,1 0 0,-1 0 0,0-1 0,1 1 0,-1 0 0,0 0 0,1 0 0,-1 0 0,0-1 0,1 1 0,-1 0 0,1-1 0,24-18 0,-22 16 0,21-17 0,58-47 0,-72 60 0,1 0 0,-1 1 0,1 1 0,0 0 0,0 0 0,19-5 0,-27 10 0,-1-1 0,1 1 0,-1-1 0,1 1 0,-1 0 0,1 0 0,-1 0 0,1 0 0,-1 0 0,1 1 0,-1-1 0,0 1 0,1-1 0,-1 1 0,1 0 0,-1 0 0,0 0 0,0 0 0,0 1 0,1-1 0,-1 0 0,0 1 0,-1 0 0,1-1 0,0 1 0,0 0 0,-1 0 0,1 0 0,-1 0 0,0 0 0,1 0 0,0 5 0,3 5 0,-1 1 0,0 0 0,-1 1 0,3 26 0,-1-6 0,-4-29 0,0 0 0,1-1 0,0 1 0,0 0 0,0 0 0,0-1 0,1 1 0,-1-1 0,5 5 0,-6-8 0,0 0 0,0 0 0,0 0 0,0 0 0,0 0 0,0-1 0,0 1 0,0 0 0,0-1 0,0 1 0,0-1 0,1 1 0,-1-1 0,0 0 0,0 1 0,0-1 0,1 0 0,-1 0 0,0 0 0,0 0 0,1 0 0,-1 0 0,0 0 0,0 0 0,1-1 0,-1 1 0,0 0 0,0-1 0,0 1 0,0-1 0,1 1 0,-1-1 0,0 0 0,0 1 0,0-1 0,0 0 0,0 0 0,0 0 0,-1 1 0,1-1 0,0 0 0,0 0 0,0-2 0,13-15 0,-1 0 0,12-24 0,13-16 0,-33 50 0,2-2 0,1 0 0,-1 0 0,2 1 0,15-14 0,-23 23 0,-1-1 0,1 1 0,-1-1 0,0 1 0,1-1 0,0 1 0,-1 0 0,1-1 0,-1 1 0,1 0 0,-1 0 0,1-1 0,0 1 0,-1 0 0,1 0 0,-1 0 0,1 0 0,0 0 0,-1 0 0,1 0 0,0 0 0,-1 0 0,1 0 0,0 0 0,-1 0 0,1 1 0,0-1 0,0 1 0,0 0 0,-1-1 0,1 1 0,0 0 0,-1 0 0,1 0 0,-1 0 0,1 0 0,-1-1 0,0 1 0,1 0 0,-1 0 0,0 0 0,0 0 0,0 2 0,0 39 0,-35 143 0,14-86 0,11-48 0,1-8 0,1 1 0,-2 52 0,12-73 0,-2-24 0,0 1 0,0 0 0,0 0 0,0-1 0,1 1 0,-1 0 0,0 0 0,0-1 0,0 1 0,0 0 0,0 0 0,1 0 0,-1-1 0,0 1 0,0 0 0,0 0 0,1 0 0,-1 0 0,0 0 0,0-1 0,0 1 0,1 0 0,-1 0 0,0 0 0,0 0 0,1 0 0,-1 0 0,0 0 0,0 0 0,1 0 0,-1 0 0,0 0 0,0 0 0,1 0 0,-1 0 0,0 0 0,0 0 0,1 0 0,-1 0 0,0 0 0,0 0 0,1 1 0,-1-1 0,0 0 0,0 0 0,0 0 0,1 0 0,-1 1 0,0-1 0,0 0 0,0 0 0,1 0 0,-1 0 0,0 1 0,0-1 0,0 0 0,0 0 0,0 1 0,0-1 0,0 0 0,1 0 0,-1 1 0,0-1 0,0 0 0,0 1 0,7-15 0,0-1 0,-1 0 0,-1 0 0,0 0 0,-1 0 0,3-28 0,-1 16 0,61-445 0,-67 468 0,1-4 0,-1 0 0,2-1 0,-1 1 0,1 0 0,6-13 0,-8 20 0,1-1 0,-1 1 0,1 0 0,0 0 0,0 0 0,-1 0 0,1 0 0,0 0 0,0 0 0,0 0 0,0 1 0,0-1 0,0 0 0,1 0 0,-1 1 0,0-1 0,2 0 0,-1 1 0,0 0 0,-1 0 0,1 0 0,0 0 0,0 0 0,0 0 0,0 0 0,-1 1 0,1-1 0,0 1 0,0-1 0,-1 1 0,1 0 0,0 0 0,-1 0 0,3 1 0,13 9 0,1 2 0,-2 0 0,0 1 0,0 0 0,-1 1 0,-1 1 0,0 0 0,-2 1 0,0 1 0,0 0 0,9 21 0,-20-36 0,0 0 0,1 1 0,-1-1 0,0 0 0,0 1 0,-1-1 0,1 0 0,-1 1 0,0-1 0,1 1 0,-2-1 0,1 1 0,0-1 0,-1 0 0,1 1 0,-1-1 0,0 1 0,0-1 0,-1 0 0,1 0 0,0 0 0,-4 5 0,2-4 0,-1 0 0,0-1 0,0 1 0,0-1 0,-1 1 0,1-1 0,-1 0 0,0-1 0,0 1 0,0-1 0,0 0 0,0 0 0,0-1 0,-6 2 0,-62 8-1365,-3-4-5461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48.0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141 16 24575,'0'-1'0,"0"0"0,0 1 0,0-1 0,0 1 0,0-1 0,0 0 0,0 1 0,1-1 0,-1 1 0,0-1 0,0 0 0,0 1 0,1-1 0,-1 1 0,0-1 0,1 1 0,-1-1 0,0 1 0,1-1 0,-1 1 0,1-1 0,-1 1 0,1 0 0,-1-1 0,1 1 0,-1 0 0,1-1 0,-1 1 0,1 0 0,5 3 0,-6 11 0,-61 240 0,23-109 0,-18 92 0,65-253 0,5-16 0,-4-7-1365,-4 22-5461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48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193 834 24575,'-10'-8'0,"0"0"0,1 0 0,0-1 0,0 0 0,-10-14 0,-33-55 0,41 59 0,0 0 0,1-2 0,2 1 0,0-1 0,1 0 0,-8-43 0,13 50 0,0-1 0,1 1 0,1-1 0,1 1 0,0-1 0,0 1 0,2 0 0,0-1 0,0 1 0,1 0 0,11-23 0,-4 16 0,2 0 0,0 1 0,1 1 0,1 0 0,1 1 0,0 0 0,2 1 0,0 1 0,0 1 0,2 1 0,0 0 0,0 2 0,1 0 0,1 1 0,32-11 0,-30 13 0,0 1 0,1 1 0,0 2 0,0 0 0,1 2 0,-1 0 0,0 2 0,1 1 0,0 1 0,-1 1 0,0 1 0,1 2 0,-1 0 0,34 12 0,-41-9 0,-1 0 0,0 0 0,0 2 0,0 0 0,-1 1 0,-1 1 0,0 0 0,-1 1 0,0 0 0,-1 1 0,0 1 0,-1 0 0,-1 1 0,-1 0 0,0 1 0,-1 0 0,-1 0 0,0 1 0,-1 0 0,-1 0 0,-1 1 0,-1 0 0,0 0 0,-2 0 0,0 0 0,-1 28 0,-1-25 0,-2 0 0,-1-1 0,0 1 0,-2-1 0,0 0 0,-2 0 0,0 0 0,-1-1 0,-1 0 0,-1 0 0,-1-1 0,0-1 0,-2 0 0,0 0 0,-1-1 0,0-1 0,-2-1 0,0 0 0,0 0 0,-1-2 0,-1 0 0,-25 13 0,8-8 0,0-1 0,-1-3 0,-1 0 0,-55 11 0,65-19 0,-1-1 0,0-1 0,-1-2 0,1-1 0,0-1 0,-51-7 0,71 6 69,-1-1-1,1 0 0,0-1 0,-15-6 1,20 8-164,1 0 0,-1-1 0,1 1 0,-1-1 1,1 0-1,0 0 0,0 0 0,0 0 0,0 0 0,0 0 1,1 0-1,-1-1 0,1 1 0,-1 0 0,1-1 1,0 0-1,-2-4 0,0-18-6731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49.0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1 163 24575,'0'1'0,"0"-1"0,0 1 0,0-1 0,1 1 0,-1 0 0,0-1 0,0 1 0,1-1 0,-1 1 0,1-1 0,-1 1 0,0-1 0,1 1 0,-1-1 0,1 0 0,-1 1 0,1-1 0,-1 0 0,1 1 0,-1-1 0,1 0 0,0 1 0,0-1 0,19 6 0,-14-4 0,39 13 0,41 20 0,-65-25 0,-1 1 0,0 1 0,-1 1 0,19 16 0,-26-18 0,0 0 0,-1 0 0,0 1 0,-1 0 0,-1 1 0,0 0 0,0 1 0,10 23 0,-17-32 0,0 1 0,0 0 0,0 0 0,0-1 0,-1 1 0,0 0 0,0 0 0,-1 1 0,0-1 0,0 0 0,0 0 0,0 0 0,-1 0 0,0 0 0,-1 0 0,1 0 0,-1-1 0,0 1 0,-1 0 0,1-1 0,-1 1 0,0-1 0,-1 0 0,1 0 0,-6 6 0,4-7 0,-1 1 0,0-1 0,1 0 0,-1 0 0,-1-1 0,1 0 0,0 0 0,-1 0 0,0-1 0,0 0 0,1 0 0,-1-1 0,0 0 0,0 0 0,-11-1 0,14 0 0,0 0 0,0 0 0,0-1 0,0 1 0,1-1 0,-1 0 0,0 0 0,1 0 0,-1-1 0,1 0 0,-1 1 0,1-1 0,-4-3 0,5 3 0,0 0 0,0 0 0,0 0 0,0 0 0,1-1 0,-1 1 0,1-1 0,-1 1 0,1-1 0,0 0 0,0 1 0,0-1 0,0 0 0,1 0 0,-1 1 0,1-1 0,0 0 0,-1 0 0,2-4 0,0-3 0,0 0 0,1 1 0,0-1 0,0 1 0,1-1 0,1 1 0,0 0 0,0 0 0,0 0 0,1 1 0,11-14 0,3-2 0,1 1 0,34-30 0,-29 30 0,1 2 0,1 1 0,1 2 0,39-21 0,-44 28 0,0 1 0,0 1 0,1 1 0,0 1 0,1 1 0,34-4 0,-51 9 0,-1 1 0,1 0 0,0 0 0,0 1 0,-1-1 0,1 2 0,0-1 0,-1 1 0,1 0 0,-1 1 0,0 0 0,8 4 0,-11-5 0,0 1 0,0-1 0,-1 1 0,1 0 0,-1 0 0,0 0 0,0 1 0,0-1 0,0 1 0,-1 0 0,0 0 0,1 0 0,-1 0 0,-1 0 0,1 0 0,0 0 0,-1 0 0,0 1 0,0-1 0,-1 1 0,1 8 0,0-6 0,-1-1 0,0 1 0,-1 0 0,-2 13 0,3-19 0,0 0 0,-1 0 0,1 1 0,0-1 0,-1 0 0,1 0 0,-1 0 0,0 0 0,1 0 0,-1 1 0,0-1 0,0 0 0,1-1 0,-1 1 0,0 0 0,0 0 0,0 0 0,0 0 0,0-1 0,0 1 0,0-1 0,-1 1 0,1 0 0,0-1 0,0 0 0,0 1 0,-1-1 0,1 0 0,0 0 0,0 1 0,-1-1 0,1 0 0,-2-1 0,1 1 0,-6-1 0,0 0 0,-1 1 0,1 0 0,-9 1 0,14 0 0,0 0 0,-1 0 0,1 0 0,0 0 0,0 0 0,0 0 0,0 1 0,1 0 0,-1-1 0,0 1 0,1 0 0,-1 1 0,-3 3 0,2-2 0,1 0 0,0 0 0,0 0 0,0 0 0,0 1 0,1-1 0,0 1 0,0-1 0,0 1 0,0 0 0,1 0 0,0 0 0,0 0 0,0 0 0,0 0 0,1 0 0,0 0 0,0 0 0,0 0 0,1 1 0,0-1 0,0 0 0,0 0 0,1-1 0,-1 1 0,1 0 0,0 0 0,1-1 0,-1 1 0,1-1 0,0 0 0,0 0 0,0 0 0,0 0 0,1 0 0,0-1 0,-1 1 0,1-1 0,1 0 0,-1 0 0,0-1 0,1 1 0,-1-1 0,1 0 0,0 0 0,0-1 0,0 1 0,-1-1 0,11 1 0,-3-1 0,-1-1 0,0 0 0,1 0 0,-1-2 0,0 1 0,0-1 0,0-1 0,0 0 0,0-1 0,0 0 0,-1 0 0,0-1 0,0 0 0,0-1 0,-1 0 0,0-1 0,17-15 0,-17 13 0,0 0 0,0-1 0,-1 0 0,0 0 0,-1-1 0,-1 0 0,1 0 0,-2-1 0,1 0 0,-2 0 0,0 0 0,0 0 0,-1-1 0,0 1 0,1-22 0,-4 20 25,-1 0-1,0 0 0,-1 1 1,0-1-1,-1 0 1,-1 1-1,0-1 0,-1 1 1,0 0-1,-1 1 0,0-1 1,-1 1-1,-15-19 1,17 23-100,-1 1 1,0 1 0,0-1 0,-1 1 0,0 1-1,0-1 1,0 1 0,-1 0 0,1 0 0,-1 1-1,0 0 1,-1 1 0,1 0 0,-1 0 0,1 1-1,-1 0 1,0 0 0,0 1 0,1 0 0,-1 1-1,0 0 1,-11 1 0,-13 5-6752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49.5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341 158 24575,'-4'-6'0,"0"0"0,1 0 0,-1-1 0,2 1 0,-1-1 0,1 1 0,-1-1 0,2 0 0,-1 0 0,0-8 0,-1-3 0,2 13 0,-1 0 0,1 0 0,-1 0 0,0 0 0,0 0 0,0 0 0,-5-6 0,6 10 0,0 0 0,1 0 0,-1 0 0,0 0 0,0 0 0,0 0 0,-1 1 0,1-1 0,0 0 0,0 0 0,0 1 0,-1-1 0,1 1 0,0-1 0,0 1 0,-1 0 0,1-1 0,0 1 0,-1 0 0,1 0 0,-1 0 0,1 0 0,0 0 0,-1 0 0,1 0 0,0 0 0,-1 1 0,1-1 0,0 1 0,-1-1 0,1 1 0,0-1 0,-2 2 0,-5 3 0,0 0 0,0 0 0,1 1 0,0 0 0,0 0 0,-9 11 0,-36 49 0,43-52 0,-9 10 0,1 1 0,1 1 0,1 1 0,2 0 0,0 1 0,-8 30 0,18-46 0,0-1 0,1 1 0,1 0 0,0-1 0,0 1 0,1 0 0,1 0 0,1 11 0,0-14 0,0-1 0,0 0 0,1 0 0,0 0 0,0 0 0,1 0 0,0 0 0,1-1 0,0 0 0,0 0 0,0 0 0,8 7 0,0-3-136,0 0-1,1-1 1,0 0-1,1-1 1,0-1-1,0-1 1,1 0-1,0 0 0,27 6 1,21 3-6690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50.1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58 127 24575,'-3'-3'0,"-4"-1"0,-4-3 0,-4-4 0,2-2 0,5-3 0,8-1 0,12 2 0,15 0 0,14 3 0,16 4 0,-2 3-8191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51.7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128 342 24575,'-8'-1'0,"-11"-2"0,15 7 0,10 7 0,-2-7 0,-1-1 0,1 1 0,0-1 0,1 0 0,-1 0 0,1 0 0,-1-1 0,1 1 0,0-1 0,0-1 0,0 1 0,0 0 0,0-1 0,0 0 0,6 0 0,3 1 0,1-1 0,0-1 0,1-1 0,14-1 0,-20 0 0,0 0 0,0 0 0,1-1 0,-2 0 0,1-1 0,0 0 0,-1-1 0,0 0 0,0 0 0,16-12 0,-22 14 0,1 0 0,-1 0 0,0-1 0,0 1 0,0-1 0,0 1 0,-1-1 0,1 0 0,-1 0 0,0 0 0,0 0 0,-1-1 0,1 1 0,-1 0 0,0-1 0,0 1 0,0-1 0,-1 1 0,0-1 0,0 0 0,0 1 0,0-1 0,0 1 0,-1-1 0,0 1 0,0-1 0,-2-3 0,1 2 0,0 1 0,-1-1 0,1 1 0,-1 0 0,0 0 0,-1 0 0,1 0 0,-1 1 0,0-1 0,0 1 0,-1 0 0,1 0 0,-1 1 0,0-1 0,0 1 0,0 0 0,0 0 0,0 1 0,-1 0 0,1 0 0,-1 0 0,0 0 0,0 1 0,-9-1 0,5 1 0,0 0 0,0 1 0,-1 1 0,1 0 0,0 0 0,0 1 0,0 0 0,0 0 0,0 2 0,0-1 0,1 1 0,-1 0 0,-12 8 0,9-2 0,1 0 0,0 0 0,0 1 0,1 0 0,0 1 0,1 1 0,0 0 0,1 0 0,0 1 0,2 0 0,-1 0 0,2 0 0,0 1 0,0 0 0,-3 19 0,6-23 0,1 1 0,1 0 0,0-1 0,0 1 0,1 0 0,1 0 0,0-1 0,1 1 0,3 16 0,-2-19 0,0-1 0,1 1 0,-1-1 0,2 0 0,-1 0 0,1 0 0,0-1 0,1 1 0,-1-1 0,2-1 0,-1 1 0,1-1 0,8 6 0,-2-3 0,0-1 0,1 0 0,0-1 0,0-1 0,1 0 0,0-1 0,0-1 0,0 0 0,0-1 0,1-1 0,-1 0 0,1-1 0,0 0 0,30-4 0,-33 1 0,-1 0 0,1 0 0,-1-1 0,1-1 0,-1 0 0,0 0 0,0-1 0,-1-1 0,1 0 0,-1-1 0,-1 0 0,1 0 0,-1-1 0,0 0 0,-1-1 0,0-1 0,-1 1 0,12-17 0,-9 6 0,-1 0 0,-1-1 0,0 0 0,-2 0 0,-1-1 0,0 0 0,3-29 0,6-159 0,-14 198 0,-1-25 0,0 35 0,0 0 0,0 0 0,-1 0 0,1 0 0,-1 0 0,1 0 0,-1 0 0,0 0 0,1 0 0,-1 1 0,0-1 0,0 0 0,0 0 0,-2-1 0,2 3 0,1-1 0,-1 1 0,1 0 0,-1 0 0,1-1 0,0 1 0,-1 0 0,1 0 0,-1 0 0,1 0 0,-1 0 0,1 0 0,-1 0 0,1 0 0,-1 0 0,1 0 0,-1 0 0,1 0 0,-1 0 0,1 0 0,-1 1 0,1-1 0,-1 0 0,1 0 0,-1 0 0,1 1 0,-1-1 0,1 0 0,0 1 0,-1-1 0,1 0 0,0 1 0,-1-1 0,1 0 0,0 1 0,-1-1 0,1 1 0,0-1 0,0 0 0,-1 1 0,1 0 0,-11 22 0,10-22 0,-7 22 0,0 1 0,2 0 0,1 0 0,-4 40 0,6-23 0,2-1 0,5 43 0,-4-79 0,0-1 0,1 1 0,-1-1 0,1 0 0,0 1 0,0-1 0,0 0 0,1 1 0,-1-1 0,1 0 0,-1 0 0,1 0 0,0 0 0,1-1 0,-1 1 0,0 0 0,1-1 0,-1 0 0,1 1 0,0-1 0,3 2 0,-3-2 0,1-1 0,0 1 0,0-1 0,0 0 0,0 0 0,0 0 0,0-1 0,0 0 0,0 1 0,0-1 0,0-1 0,0 1 0,1 0 0,-1-1 0,0 0 0,0 0 0,6-3 0,13-7 0,0 0 0,-1-2 0,-1-1 0,0-1 0,25-22 0,-4 3 0,-27 23 0,-11 6 0,1 1 0,-1 0 0,1 0 0,0 1 0,1 0 0,-1 0 0,1 0 0,-1 0 0,1 1 0,0 0 0,9-2 0,-13 4 0,-1 0 0,1 0 0,-1 1 0,1-1 0,-1 1 0,1-1 0,-1 1 0,0 0 0,1 0 0,-1-1 0,0 1 0,1 0 0,-1 0 0,0 0 0,0 0 0,0 0 0,0 1 0,0-1 0,0 0 0,0 0 0,0 1 0,-1-1 0,1 1 0,0-1 0,-1 1 0,1-1 0,-1 0 0,1 1 0,-1 2 0,2 5 0,0 0 0,-1 1 0,1 12 0,-2-20 0,0 7 0,1-1 0,-1 0 0,2 1 0,-1-1 0,4 8 0,-5-14 0,0-1 0,1 0 0,-1 1 0,1-1 0,0 0 0,-1 0 0,1 1 0,0-1 0,0 0 0,0 0 0,0 0 0,0 0 0,0 0 0,0 0 0,0 0 0,0-1 0,0 1 0,0 0 0,1-1 0,-1 1 0,0 0 0,0-1 0,1 0 0,-1 1 0,1-1 0,-1 0 0,0 0 0,1 1 0,-1-1 0,0 0 0,1 0 0,-1-1 0,1 1 0,-1 0 0,0 0 0,1-1 0,-1 1 0,2-1 0,12-7 0,0 1 0,0-2 0,-1 0 0,0 0 0,-1-1 0,13-14 0,-5 7 0,30-32 0,-35 33 0,0 1 0,26-19 0,-41 34 0,0-1 0,0 0 0,0 1 0,0-1 0,0 0 0,0 1 0,0-1 0,0 1 0,0 0 0,0-1 0,0 1 0,1 0 0,-1-1 0,0 1 0,0 0 0,0 0 0,0 0 0,0 0 0,1 0 0,-1 1 0,1-1 0,-1 1 0,0-1 0,0 1 0,0 0 0,0-1 0,-1 1 0,1 0 0,0 0 0,-1 0 0,1 0 0,0 0 0,-1-1 0,1 1 0,-1 0 0,0 0 0,1 0 0,-1 0 0,0 1 0,1 0 0,0 8 0,0 0 0,-1-1 0,0 1 0,-1 11 0,0-10 0,1 1 0,0-1 0,0 0 0,1 1 0,1-1 0,3 15 0,-4-24 0,-1 0 0,1 0 0,-1 0 0,1 0 0,0-1 0,0 1 0,-1 0 0,1 0 0,1 0 0,-1-1 0,0 1 0,0-1 0,1 1 0,-1-1 0,1 1 0,-1-1 0,1 0 0,-1 0 0,1 0 0,0 0 0,0 0 0,0 0 0,-1 0 0,1 0 0,0-1 0,0 1 0,0-1 0,0 0 0,0 1 0,0-1 0,0 0 0,0 0 0,0 0 0,0 0 0,0-1 0,0 1 0,4-1 0,-2-1 0,1 0 0,-1 0 0,0 0 0,0 0 0,0-1 0,0 0 0,0 0 0,0 0 0,-1 0 0,1 0 0,-1-1 0,0 1 0,0-1 0,0 0 0,3-6 0,4-9 0,-1 0 0,9-24 0,-11 24 0,-2 7 0,-4 8 0,0 1 0,0 0 0,0-1 0,1 1 0,-1 0 0,1 0 0,0 0 0,0 0 0,0 0 0,0 0 0,0 1 0,3-3 0,-5 5 0,0 0 0,1 0 0,-1 0 0,0-1 0,0 1 0,0 0 0,1 0 0,-1 0 0,0 0 0,0 0 0,1 0 0,-1 0 0,0 0 0,0 0 0,0 0 0,1 1 0,-1-1 0,0 0 0,0 0 0,0 0 0,1 0 0,-1 0 0,0 0 0,0 0 0,0 0 0,0 1 0,1-1 0,-1 0 0,0 0 0,0 0 0,0 0 0,0 0 0,0 1 0,0-1 0,0 0 0,1 0 0,-1 0 0,0 1 0,0-1 0,0 0 0,0 0 0,0 0 0,0 1 0,0-1 0,0 0 0,0 0 0,0 0 0,0 1 0,0-1 0,0 0 0,0 0 0,0 15 0,-29 201 0,14-116 0,-10 183 0,36-391 0,-3 39 0,5-64 0,43-363 0,-56 492 0,2-7 0,-1 1 0,1 0 0,4-10 0,-5 18 0,0 0 0,-1 0 0,1 1 0,0-1 0,0 1 0,0-1 0,0 1 0,0-1 0,1 1 0,1-2 0,-3 2 0,1 1 0,0-1 0,-1 1 0,1 0 0,0-1 0,-1 1 0,1 0 0,0 0 0,0 0 0,-1-1 0,1 1 0,0 0 0,0 0 0,-1 0 0,1 0 0,0 0 0,0 0 0,-1 1 0,1-1 0,0 0 0,0 0 0,-1 0 0,1 1 0,0-1 0,0 1 0,11 8 0,0 0 0,-1 1 0,-1 0 0,1 1 0,-2 0 0,0 0 0,9 15 0,0-2 0,3 2 0,0 1 0,-2 1 0,-2 1 0,28 61 0,-43-86 0,-1-1 0,0 1 0,0-1 0,0 1 0,-1 0 0,1-1 0,-1 1 0,0 0 0,0-1 0,0 1 0,0 0 0,-2 3 0,2-5 0,-1 0 0,0 0 0,0 0 0,0 0 0,0 0 0,-1 0 0,1 0 0,0-1 0,-1 1 0,1-1 0,-1 1 0,0-1 0,1 1 0,-1-1 0,0 0 0,0 0 0,0 0 0,0 0 0,0 0 0,0 0 0,-4 0 0,-6 2 47,0 0 0,1-1 0,-1-1 0,0 0-1,0-1 1,-14-1 0,-72-12-924,73 9 61,-68-13-6010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5.1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117 125 24575,'0'-125'0,"-2"258"0,-5 0 0,-7-1 0,-41 184 0,47-283 0,1-1 0,-16 43 0,111-242 0,-49 98 0,-23 39 0,35-59 0,-45 80 0,1 0 0,-1 1 0,1 0 0,1 0 0,0 0 0,17-12 0,-24 19 0,0 0 0,1 0 0,-1 0 0,1 0 0,-1 1 0,0-1 0,1 1 0,0-1 0,-1 1 0,1-1 0,-1 1 0,1 0 0,-1 0 0,1 0 0,0 0 0,-1 0 0,1 0 0,-1 0 0,1 1 0,-1-1 0,1 0 0,-1 1 0,1-1 0,-1 1 0,1 0 0,-1-1 0,1 1 0,-1 0 0,0 0 0,1 0 0,-1 0 0,0 0 0,0 0 0,0 0 0,0 1 0,0-1 0,0 0 0,0 1 0,0-1 0,-1 0 0,2 3 0,3 6 0,-1 0 0,0 0 0,0 1 0,3 16 0,-6-25 0,31 160 307,-11-48-1979,-14-82-5154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5.4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1 154 24575,'0'-4'0,"0"-6"0,0 0 0,1 0 0,2-13 0,-3 21 0,1 1 0,-1 0 0,1-1 0,-1 1 0,1-1 0,-1 1 0,1 0 0,0 0 0,0-1 0,0 1 0,-1 0 0,1 0 0,2-2 0,-2 3 0,-1 0 0,1-1 0,0 1 0,0 0 0,-1-1 0,1 1 0,0 0 0,0 0 0,0 0 0,-1 0 0,1 0 0,0 0 0,0 0 0,0 0 0,0 0 0,-1 0 0,1 0 0,0 1 0,0-1 0,-1 0 0,1 1 0,0-1 0,0 0 0,-1 1 0,1-1 0,0 1 0,5 4 0,0-1 0,0 1 0,-1 0 0,1 0 0,-1 1 0,7 9 0,24 41 0,-34-53 0,10 19 0,0-1 0,-2 2 0,0-1 0,-2 1 0,0 1 0,-2-1 0,0 1 0,-2 0 0,3 43 0,-12-39 0,5-28 0,0 0 0,0 0 0,0 0 0,0 0 0,0 1 0,0-1 0,0 0 0,0 0 0,0 0 0,0 0 0,0 0 0,0 1 0,0-1 0,0 0 0,-1 0 0,1 0 0,0 0 0,0 0 0,0 0 0,0 1 0,0-1 0,0 0 0,0 0 0,-1 0 0,1 0 0,0 0 0,0 0 0,0 0 0,0 0 0,0 0 0,-1 0 0,1 0 0,0 0 0,0 0 0,0 0 0,0 0 0,0 0 0,-1 0 0,1 0 0,0 0 0,0 0 0,-5-14 0,3-3 0,1 0 0,1 0 0,1 1 0,0-1 0,1 0 0,4-18 0,31-100 0,-35 129 0,4-15 45,3-9 96,14-31 1,-19 54-312,-1-1 1,1 1 0,0 1 0,0-1-1,1 1 1,0-1 0,0 2-1,0-1 1,12-9 0,-1 5-6657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5.7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4 24575,'-3'0'0,"-4"4"0,-1-3 0,0-5 0,6-1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6.9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66 284 24575,'-9'1'0,"8"2"0,18 6 0,28 7 0,-40-14 0,2-1 0,-1 0 0,0 0 0,0-1 0,0 0 0,0 0 0,0 0 0,0 0 0,1-1 0,5-2 0,-9 2 0,0 0 0,1 0 0,-1-1 0,0 1 0,0-1 0,0 0 0,0 0 0,0 0 0,0 0 0,-1-1 0,1 1 0,-1-1 0,0 0 0,1 1 0,-1-1 0,0 0 0,-1 0 0,4-7 0,-2 3 0,0-1 0,0 0 0,-1 0 0,0 0 0,-1 0 0,0 0 0,0 0 0,-1 0 0,1 0 0,-2-1 0,-1-12 0,1 15 0,-1 0 0,0 1 0,0-1 0,0 0 0,0 1 0,-1-1 0,0 1 0,0 0 0,-1 0 0,1 0 0,-1 0 0,0 1 0,-1-1 0,1 1 0,-1 0 0,-7-5 0,10 7 0,-1 1 0,1-1 0,-1 1 0,0 0 0,1 0 0,-1 0 0,0 0 0,0 0 0,0 1 0,1-1 0,-1 1 0,0 0 0,0 0 0,0 0 0,0 0 0,-5 1 0,3 0 0,1 1 0,-1-1 0,1 1 0,0 0 0,0 0 0,-1 1 0,2-1 0,-1 1 0,-6 5 0,1 1 0,0 1 0,0 0 0,1 0 0,0 1 0,1 0 0,-10 19 0,12-19 0,0 1 0,1 0 0,0 0 0,1 0 0,0 0 0,1 0 0,0 1 0,1-1 0,0 1 0,1-1 0,1 1 0,0-1 0,0 1 0,7 24 0,-5-28 0,1 0 0,0 0 0,0 0 0,0-1 0,1 1 0,0-1 0,1 0 0,0 0 0,0-1 0,1 0 0,0 0 0,0-1 0,1 1 0,-1-1 0,1-1 0,1 0 0,-1 0 0,1 0 0,16 5 0,-16-7 0,0 0 0,1 0 0,-1-1 0,1 0 0,-1-1 0,1 0 0,0 0 0,-1-1 0,1-1 0,0 0 0,-1 0 0,1 0 0,-1-1 0,0-1 0,1 0 0,-1 0 0,0-1 0,-1 0 0,1 0 0,-1-1 0,1 0 0,-1-1 0,-1 1 0,1-2 0,-1 1 0,0-1 0,-1 0 0,1 0 0,-2-1 0,10-15 0,1-4 0,-2-1 0,-1 0 0,15-51 0,16-93 0,-31 116 0,-11 50 0,-2 3 0,1-1 0,0 1 0,0-1 0,0 1 0,0 0 0,1-1 0,3-5 0,-5 9 0,0 0 0,0 0 0,0 0 0,0 0 0,1 0 0,-1 0 0,0 0 0,0 0 0,0 0 0,0 0 0,1 0 0,-1 0 0,0 0 0,0 0 0,0 0 0,0 0 0,0 0 0,1 0 0,-1 0 0,0 0 0,0 0 0,0 0 0,0 0 0,1 0 0,-1 0 0,0 0 0,0 0 0,0 0 0,0 0 0,0 0 0,0 1 0,0-1 0,1 0 0,-1 0 0,0 0 0,0 0 0,0 0 0,0 0 0,0 1 0,0-1 0,0 0 0,0 0 0,0 0 0,0 0 0,0 1 0,0-1 0,0 0 0,0 0 0,0 0 0,0 0 0,0 0 0,0 1 0,0-1 0,0 0 0,2 11 0,1 21 0,-2 0 0,-6 63 0,-19 64 0,22-146 0,-5 17 0,5-23 0,0 0 0,0 0 0,1 0 0,0 0 0,1 7 0,2-9 0,4-11 0,4-12 0,5-17 0,41-78 0,-50 102 0,1 1 0,0 0 0,1 0 0,-1 1 0,2 0 0,0 0 0,0 1 0,10-7 0,-18 14 0,1 0 0,-1 0 0,0 0 0,0 0 0,1 0 0,-1 1 0,0-1 0,1 0 0,-1 1 0,1-1 0,-1 1 0,1 0 0,-1-1 0,1 1 0,-1 0 0,1 0 0,-1 0 0,1 0 0,-1 0 0,1 0 0,-1 1 0,1-1 0,-1 0 0,1 1 0,-1-1 0,1 1 0,-1 0 0,0-1 0,1 1 0,-1 0 0,0 0 0,0 0 0,1 0 0,-1 0 0,0 0 0,0 0 0,0 0 0,0 0 0,0 0 0,0 1 0,-1-1 0,1 0 0,0 1 0,-1-1 0,1 1 0,0 1 0,2 7 0,0 0 0,0 0 0,0 1 0,-2-1 0,2 14 0,-2-7 0,5 35 0,-6-48 0,1 0 0,0 0 0,0 0 0,1-1 0,-1 1 0,1 0 0,0-1 0,0 1 0,0-1 0,3 4 0,-4-6 0,1 0 0,-1 0 0,0 0 0,1 0 0,-1 0 0,1 0 0,-1-1 0,1 1 0,-1-1 0,1 1 0,-1-1 0,1 0 0,-1 1 0,1-1 0,0 0 0,-1 0 0,1 0 0,-1 0 0,1 0 0,0-1 0,-1 1 0,1 0 0,-1-1 0,1 1 0,-1-1 0,1 0 0,-1 1 0,1-1 0,-1 0 0,0 0 0,1 0 0,-1 0 0,2-2 0,6-4 0,0-1 0,0 0 0,10-13 0,-15 17 0,6-8 0,2-3 0,1 1 0,0 0 0,1 1 0,1 1 0,0 0 0,21-13 0,-35 25 0,0-1 0,0 1 0,0-1 0,1 1 0,-1-1 0,0 1 0,0 0 0,1 0 0,-1-1 0,0 1 0,0 0 0,1 0 0,-1 0 0,0 0 0,1 1 0,-1-1 0,0 0 0,0 0 0,1 1 0,-1-1 0,0 1 0,0-1 0,0 1 0,0-1 0,0 1 0,0 0 0,0 0 0,2 1 0,1 3 0,0 0 0,0 0 0,0 0 0,-1 1 0,3 5 0,-4-7 0,0 0 0,0 0 0,0-1 0,0 1 0,1 0 0,0-1 0,-1 0 0,1 0 0,1 0 0,5 5 0,-6-7 0,1 0 0,-1 0 0,0 0 0,1-1 0,-1 0 0,0 1 0,1-1 0,-1-1 0,1 1 0,-1 0 0,0-1 0,1 0 0,-1 1 0,0-1 0,0-1 0,1 1 0,-1 0 0,0-1 0,0 0 0,-1 1 0,1-1 0,5-5 0,3-1 0,0-2 0,-1 0 0,0 0 0,9-13 0,-6 2 0,-11 17 0,0 0 0,0 0 0,1 1 0,-1-1 0,1 1 0,0-1 0,0 1 0,0 0 0,7-5 0,-10 8 0,1-1 0,-1 1 0,1 0 0,-1 0 0,1 0 0,-1 0 0,1 0 0,0 0 0,-1 0 0,1 0 0,-1 0 0,1 0 0,-1 0 0,1 0 0,-1 1 0,1-1 0,-1 0 0,1 0 0,-1 0 0,1 1 0,-1-1 0,1 0 0,-1 1 0,1-1 0,-1 0 0,0 1 0,1-1 0,-1 1 0,0-1 0,1 0 0,-1 1 0,0-1 0,1 1 0,-1-1 0,0 1 0,0-1 0,0 1 0,1 0 0,5 23 0,0 23 0,-3 1 0,-3 61 0,-1-52 0,-19 294 0,20-350 0,0 0 0,0 0 0,0 0 0,0 0 0,-1 1 0,1-1 0,0 0 0,0 0 0,-1 0 0,1 0 0,-1 0 0,1 0 0,-1 0 0,1 0 0,-1 0 0,0 1 0,0-2 0,1 0 0,-1-1 0,1 1 0,-1 0 0,1-1 0,-1 1 0,1-1 0,-1 1 0,1-1 0,0 1 0,-1-1 0,1 1 0,0-1 0,-1 1 0,1-1 0,0 1 0,0-1 0,0 1 0,0-1 0,-1-1 0,-10-43 0,9 32 0,-50-294 0,46 252 0,3-1 0,1 0 0,10-86 0,-6 127 0,0-1 0,1 1 0,9-23 0,-11 34 0,1 0 0,0 1 0,0-1 0,0 1 0,0 0 0,0-1 0,1 1 0,4-4 0,-6 6 0,1-1 0,-1 1 0,1 0 0,-1 0 0,1 0 0,0 1 0,-1-1 0,1 0 0,0 1 0,0-1 0,0 1 0,-1-1 0,1 1 0,0 0 0,0 0 0,0 0 0,0 0 0,3 1 0,1 0 0,-1 0 0,0 1 0,0 0 0,0 0 0,0 1 0,0-1 0,0 1 0,0 0 0,-1 1 0,8 6 0,3 5 0,20 24 0,-32-34 0,23 27 0,32 52 0,-49-68 0,0-1 0,-1 2 0,-1-1 0,-1 1 0,8 34 0,-12-45 0,-1 0 0,-1 0 0,1 0 0,-1 0 0,0 0 0,-1 0 0,1 0 0,-1 0 0,0 0 0,-1 0 0,1 0 0,-1 0 0,0 0 0,-1-1 0,1 1 0,-1-1 0,0 0 0,-1 1 0,-5 5 0,2-3 0,-1-1 0,0 0 0,-1 0 0,0-1 0,0 0 0,0 0 0,0-1 0,-1-1 0,0 0 0,-15 5 0,-76 16-1365,-4-9-5461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8.7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508 581 24575,'88'-158'0,"123"-169"0,-201 314 0,16-24 0,-25 35 0,0 0 0,0 0 0,0 0 0,0 0 0,0 0 0,0 0 0,-1 0 0,1-1 0,-1 1 0,1 0 0,-1 0 0,0-1 0,0 1 0,0 0 0,-1-3 0,1 5 0,0-1 0,0 1 0,0-1 0,0 1 0,-1-1 0,1 1 0,0 0 0,-1-1 0,1 1 0,0-1 0,-1 1 0,1 0 0,0-1 0,-1 1 0,1 0 0,-1-1 0,1 1 0,-1 0 0,1 0 0,-1-1 0,1 1 0,0 0 0,-1 0 0,0 0 0,1 0 0,-1-1 0,1 1 0,-1 0 0,1 0 0,-1 0 0,0 0 0,-19 5 0,2 3 0,-1 1 0,2 0 0,-1 2 0,1 0 0,1 0 0,-20 19 0,-2 5 0,-42 52 0,50-51 0,3 2 0,1 1 0,1 0 0,3 2 0,1 1 0,2 1 0,-16 54 0,16-29 0,2 1 0,4 0 0,3 2 0,-2 75 0,11-25 0,3-74 0,-3-1 0,-2 1 0,-14 77 0,16-118 0,-1-1 0,1 1 0,-1-1 0,-1 0 0,1 1 0,-1-1 0,0 0 0,0 0 0,-5 5 0,6-8 0,1 0 0,-1 0 0,0-1 0,0 1 0,-1-1 0,1 1 0,0-1 0,0 0 0,-1 0 0,1 0 0,0 0 0,-1-1 0,1 1 0,-1-1 0,1 1 0,-1-1 0,1 0 0,-1 0 0,0 0 0,1 0 0,-1 0 0,-4-2 0,-1 0 0,-1-1 0,1 0 0,0 0 0,0-1 0,1 0 0,-1-1 0,1 0 0,0 0 0,0 0 0,0-1 0,1 0 0,0 0 0,0-1 0,0 1 0,1-1 0,0-1 0,-8-15 0,5 8 0,1 0 0,1-1 0,0 0 0,1 0 0,1-1 0,1 1 0,0-1 0,-1-24 0,4 22 0,1-1 0,1 1 0,0 0 0,2 0 0,0 0 0,1 0 0,1 1 0,0-1 0,2 1 0,0 1 0,1 0 0,0 0 0,2 1 0,0 0 0,1 0 0,0 1 0,1 1 0,1 0 0,0 1 0,1 1 0,0 0 0,1 1 0,1 0 0,-1 2 0,1 0 0,1 1 0,0 0 0,0 2 0,1 0 0,-1 1 0,1 0 0,24-1 0,-11 4 0,36 3 0,17 0 0,-82-2 0,1 1 0,-1-1 0,0 0 0,0 0 0,0 0 0,0 0 0,0-1 0,0 1 0,0-1 0,0 0 0,4-4 0,-4 4 0,0 0 0,1 0 0,-1 0 0,0 0 0,1 0 0,-1 1 0,4-2 0,-6 3 0,0 0 0,0 0 0,0 0 0,1 0 0,-1 0 0,0 0 0,0 1 0,0-1 0,0 0 0,0 1 0,0-1 0,0 1 0,0-1 0,0 1 0,0-1 0,0 1 0,-1 0 0,1-1 0,0 1 0,0 0 0,-1 0 0,1-1 0,0 1 0,-1 0 0,1 0 0,0 0 0,-1 0 0,1 2 0,12 31 0,-3 15 0,-2 1 0,3 80 0,-10-107 0,2 47-1365,-3-45-5461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8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49 24575,'3'-6'0,"1"-6"0,0-3 0,0 4 0,-5 7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9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1 197 24575,'27'-5'0,"-25"4"0,-1 0 0,1 0 0,-1 1 0,1-1 0,0 0 0,-1 1 0,1 0 0,0-1 0,-1 1 0,1 0 0,0 0 0,-1 0 0,1 0 0,0 0 0,0 1 0,-1-1 0,1 0 0,0 1 0,-1-1 0,1 1 0,0 0 0,-1-1 0,1 1 0,-1 0 0,1 0 0,-1 0 0,0 0 0,1 0 0,-1 0 0,2 3 0,12 26 0,-1 2 0,-13-31 0,-1 0 0,1 0 0,0 1 0,0-1 0,-1 0 0,1 0 0,0 0 0,0 0 0,0 0 0,0-1 0,1 1 0,-1 0 0,0 0 0,0-1 0,0 1 0,1-1 0,-1 1 0,3 0 0,-3-1 0,0 0 0,0-1 0,1 1 0,-1 0 0,0 0 0,0-1 0,0 1 0,0-1 0,1 1 0,-1-1 0,0 1 0,0-1 0,0 0 0,0 0 0,0 1 0,0-1 0,0 0 0,-1 0 0,1 0 0,0 0 0,1-2 0,14-26 0,-13 24 0,8-20 0,0 0 0,-1-1 0,-2 0 0,0-1 0,6-53 0,-15 60 0,-2 18 0,-2 12 0,3-5 0,-2 3 0,1 1 0,0 0 0,0 0 0,1 0 0,0 0 0,1 1 0,0-1 0,0 0 0,2 14 0,-1-23 0,0 0 0,0 1 0,0-1 0,0 0 0,0 1 0,0-1 0,0 0 0,0 0 0,0 1 0,0-1 0,0 0 0,0 1 0,0-1 0,1 0 0,-1 0 0,0 1 0,0-1 0,0 0 0,1 0 0,-1 1 0,0-1 0,0 0 0,0 0 0,1 1 0,-1-1 0,0 0 0,0 0 0,1 0 0,0 0 0,5-6 0,6-24 0,-9 23 0,-3 7 0,0 0 0,0 0 0,0 0 0,0 0 0,0 0 0,0 0 0,0 0 0,0 0 0,0 0 0,0 0 0,0 0 0,0 1 0,0-1 0,1 0 0,-1 0 0,0 0 0,0 0 0,0 0 0,0 0 0,0 0 0,0 0 0,0 0 0,0 0 0,0 0 0,0 0 0,0 0 0,0 0 0,0 0 0,1 0 0,-1 0 0,0 0 0,0 0 0,0 0 0,0 0 0,0 0 0,0 0 0,0 0 0,0 0 0,0 0 0,1 0 0,-1 0 0,0 0 0,0 0 0,0 0 0,0 0 0,0 0 0,0 0 0,0 0 0,0 0 0,0 0 0,0 0 0,0 0 0,0 0 0,0 0 0,1 0 0,-1-1 0,0 1 0,0 0 0,0 0 0,0 0 0,2 14 0,0 19 0,-5 43 0,-15 78 0,9-82 0,9-71 0,0 0 0,-1 0 0,1 0 0,0 0 0,0 0 0,0 0 0,0 0 0,0 0 0,0 0 0,0 0 0,0 0 0,1 0 0,-1 0 0,0 0 0,1 0 0,0 2 0,-1-3 0,1 0 0,-1 0 0,0 0 0,1 0 0,-1 0 0,1 0 0,-1 0 0,0 0 0,1 0 0,-1-1 0,1 1 0,-1 0 0,0 0 0,1 0 0,-1 0 0,0-1 0,1 1 0,-1 0 0,0 0 0,1-1 0,-1 1 0,0 0 0,0-1 0,1 1 0,-1 0 0,0-1 0,1 1 0,21-33 0,69-109 0,-75 120 0,2 1 0,0 1 0,1 1 0,26-22 0,-43 39 0,1 0 0,0 0 0,-1 0 0,1 1 0,0-1 0,0 1 0,0-1 0,0 1 0,0 0 0,1 0 0,-1 0 0,0 1 0,0-1 0,4 1 0,-5 0 0,-1 0 0,1 1 0,-1-1 0,1 1 0,-1 0 0,1-1 0,-1 1 0,1 0 0,-1 0 0,0 0 0,1 0 0,-1 0 0,0 0 0,0 0 0,0 0 0,1 0 0,-2 1 0,1-1 0,0 0 0,0 1 0,0-1 0,0 1 0,-1-1 0,1 1 0,-1-1 0,1 1 0,-1-1 0,0 1 0,0 0 0,1 1 0,4 32 170,1 52 0,-4-49-1022,6 38-1,-3-51-5973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0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 24575,'-3'0'0,"2"0"0,4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1.3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35 276 24575,'0'0'0,"0"-1"0,0 1 0,0 0 0,0-1 0,0 1 0,1 0 0,-1-1 0,0 1 0,0 0 0,0-1 0,0 1 0,0 0 0,0 0 0,1-1 0,-1 1 0,0 0 0,0 0 0,1-1 0,-1 1 0,0 0 0,0 0 0,1-1 0,-1 1 0,0 0 0,0 0 0,1 0 0,-1 0 0,0-1 0,1 1 0,-1 0 0,0 0 0,1 0 0,-1 0 0,0 0 0,1 0 0,-1 0 0,0 0 0,1 0 0,-1 0 0,0 0 0,1 0 0,-1 0 0,0 0 0,1 0 0,-1 1 0,0-1 0,1 0 0,-1 0 0,0 0 0,1 1 0,21 9 0,-14-6 0,0-1 0,-1-1 0,1 0 0,0-1 0,0 0 0,0 0 0,0-1 0,0 0 0,0 0 0,0 0 0,0-1 0,0-1 0,0 0 0,0 0 0,-1 0 0,1-1 0,-1 0 0,1 0 0,-1-1 0,0 0 0,0 0 0,7-6 0,-8 5 0,0 0 0,0-1 0,-1 1 0,1-1 0,-1 0 0,0 0 0,-1-1 0,0 0 0,0 1 0,0-1 0,-1-1 0,0 1 0,0 0 0,-1-1 0,0 0 0,0 1 0,-1-1 0,0 0 0,0 0 0,-1 0 0,-1-12 0,1 17 0,0 0 0,0 0 0,-1 0 0,1 1 0,-1-1 0,0 0 0,1 0 0,-2 1 0,1-1 0,0 0 0,0 1 0,-1-1 0,1 1 0,-1-1 0,0 1 0,0 0 0,0 0 0,0 0 0,0 0 0,0 0 0,-1 0 0,1 1 0,-1-1 0,1 1 0,-1 0 0,1-1 0,-1 1 0,0 0 0,0 1 0,1-1 0,-1 0 0,0 1 0,0-1 0,0 1 0,-3 0 0,-1 1 0,0-1 0,-1 1 0,1 1 0,0-1 0,0 1 0,0 1 0,0-1 0,1 1 0,-1 0 0,1 1 0,-1-1 0,1 1 0,-6 5 0,-2 5 0,0-1 0,1 2 0,0-1 0,1 2 0,1 0 0,0 0 0,1 1 0,-13 32 0,16-33 0,1 1 0,1 1 0,0-1 0,1 1 0,1 0 0,0-1 0,2 1 0,0 0 0,3 30 0,-1-38 0,1 1 0,1-1 0,0 0 0,0 0 0,1 0 0,0 0 0,0-1 0,1 0 0,1 1 0,0-2 0,0 1 0,0-1 0,1 0 0,1 0 0,-1-1 0,1 0 0,0 0 0,15 9 0,-15-12 0,0 0 0,-1 0 0,1 0 0,0-1 0,1-1 0,-1 1 0,0-1 0,1-1 0,0 1 0,-1-2 0,1 1 0,0-1 0,-1 0 0,1-1 0,0 0 0,-1 0 0,1-1 0,-1 0 0,0-1 0,1 0 0,-1 0 0,-1 0 0,9-6 0,-3 1 0,-1-1 0,-1-1 0,1 1 0,-2-2 0,1 0 0,-1 0 0,-1-1 0,0 0 0,-1-1 0,0 1 0,-1-2 0,8-19 0,5-19 0,26-106 0,-45 152 0,7-27 0,-3 8 0,11-28 0,-9 42 0,-4 18 0,-4 21 0,-4 17 0,-7 71 0,11-98 0,1 0 0,1 0 0,0 0 0,6 23 0,-7-38 0,1 0 0,0 0 0,0-1 0,0 1 0,0 0 0,0 0 0,1-1 0,-1 1 0,1-1 0,0 1 0,0-1 0,-1 0 0,2 0 0,-1 0 0,0 0 0,0 0 0,4 2 0,-4-3 0,-1 0 0,1-1 0,0 1 0,0-1 0,0 0 0,0 1 0,-1-1 0,1 0 0,0 0 0,0 0 0,0 0 0,0-1 0,0 1 0,0 0 0,-1-1 0,1 1 0,0-1 0,0 0 0,0 1 0,-1-1 0,1 0 0,-1 0 0,1 0 0,0-1 0,-1 1 0,0 0 0,1 0 0,0-2 0,19-20 0,-2 0 0,0 0 0,21-39 0,-22 33 0,1 1 0,30-33 0,-47 59 0,1-1 0,-1 1 0,1-1 0,0 1 0,0 0 0,0 0 0,0 0 0,4-1 0,-7 3 0,1 0 0,0-1 0,0 1 0,-1 0 0,1 0 0,0 0 0,0 0 0,-1 0 0,1 0 0,0 0 0,0 0 0,0 0 0,-1 0 0,1 0 0,0 1 0,0-1 0,-1 0 0,1 0 0,0 1 0,-1-1 0,1 0 0,0 1 0,-1-1 0,1 1 0,-1-1 0,1 1 0,-1-1 0,1 1 0,-1 0 0,1-1 0,-1 1 0,1-1 0,-1 1 0,0 0 0,1 0 0,-1-1 0,0 1 0,1 0 0,-1-1 0,0 1 0,0 0 0,0 1 0,3 15 0,0 0 0,-1 1 0,-1 0 0,-1-1 0,-3 31 0,0 29 0,3-75 0,0 0 0,0 0 0,0 0 0,1 0 0,-1 0 0,0 0 0,1 0 0,0-1 0,-1 1 0,1 0 0,0 0 0,0 0 0,1 1 0,-1-2 0,0-1 0,-1 1 0,1-1 0,0 1 0,0-1 0,-1 0 0,1 1 0,0-1 0,0 0 0,0 0 0,0 1 0,-1-1 0,1 0 0,0 0 0,0 0 0,0 0 0,0 0 0,0 0 0,-1-1 0,1 1 0,0 0 0,0 0 0,0 0 0,-1-1 0,1 1 0,0 0 0,0-1 0,-1 1 0,1-1 0,0 1 0,-1-1 0,1 1 0,0-2 0,20-14 0,-2 0 0,0-2 0,18-21 0,-16 16 0,39-32 0,-53 51 0,-1 0 0,1 0 0,0 1 0,0 0 0,0 0 0,13-2 0,-12 2 0,1 1 0,-1-1 0,0 0 0,12-8 0,-18 10 0,-1 0 0,0 0 0,0 0 0,0 1 0,1-1 0,-1 0 0,1 1 0,-1-1 0,0 1 0,1-1 0,-1 1 0,1-1 0,-1 1 0,1 0 0,-1 0 0,1 0 0,-1 0 0,1 0 0,-1 0 0,1 0 0,-1 0 0,1 1 0,-1-1 0,1 1 0,-1-1 0,0 1 0,1-1 0,-1 1 0,0 0 0,1 0 0,-1 0 0,0-1 0,0 1 0,0 0 0,0 1 0,0-1 0,0 0 0,0 0 0,0 0 0,0 1 0,0-1 0,-1 0 0,1 1 0,0-1 0,-1 0 0,1 1 0,-1 1 0,4 9 0,-1 0 0,0 0 0,-1 0 0,1 19 0,35 589 0,-37-606 0,0-28 0,-1 2 0,17-196 0,84-388 0,-96 575 0,0 0 0,1 0 0,9-20 0,-14 40 0,-1-1 0,1 1 0,0-1 0,0 0 0,0 1 0,0 0 0,0-1 0,0 1 0,0 0 0,0-1 0,1 1 0,-1 0 0,0 0 0,1 0 0,1-1 0,-2 2 0,0 0 0,0 0 0,0-1 0,0 1 0,0 0 0,-1 0 0,1 0 0,0 0 0,0 1 0,0-1 0,0 0 0,0 0 0,-1 0 0,1 1 0,0-1 0,0 0 0,0 1 0,-1-1 0,1 1 0,0-1 0,-1 1 0,2 0 0,2 3 0,0 0 0,-1 1 0,1 0 0,-1-1 0,0 1 0,0 0 0,3 10 0,9 21 0,-1 1 0,-2 1 0,-1-1 0,-2 2 0,6 70 0,-14-102-65,-1-1 0,1 1 0,-2 0 0,1-1 0,-1 1 0,0-1 0,0 1 0,-1-1 0,0 0 0,0 0 0,0 1 0,-1-1 0,0-1 0,0 1 0,-1 0 0,0-1 0,1 0 0,-2 0 0,1 0 0,-10 8 0,-22 11-6761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3.3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198 288 24575,'0'-2'0,"0"1"0,0 0 0,0 0 0,0-1 0,0 1 0,-1 0 0,1 0 0,-1-1 0,1 1 0,-1 0 0,1 0 0,-1 0 0,0-1 0,-4 1 0,1 12 0,-1 31 0,3 0 0,1 1 0,9 77 0,-5-91 0,6 94 0,43 206 0,-42-301 0,-5-18 0,-3-16 0,-8-32 0,-1 1 0,-12-38 0,6 27 0,-87-289 0,-2-8 0,99 331 0,-1 0 0,0 1 0,2-1 0,-2-19 0,4 30 0,-1 1 0,1 0 0,0-1 0,0 1 0,1-1 0,-1 1 0,0-1 0,1 1 0,0 0 0,-1-1 0,1 1 0,0 0 0,0-1 0,0 1 0,1 0 0,-1 0 0,0 0 0,1 0 0,-1 0 0,1 1 0,0-1 0,0 0 0,0 1 0,0-1 0,3-1 0,2 0 0,1 0 0,-1 1 0,1 0 0,-1 1 0,1 0 0,0 0 0,0 0 0,0 1 0,0 0 0,10 2 0,14 2 0,36 11 0,-59-13 0,222 65 0,-180-48 0,0 3 0,65 38 0,-115-59 0,50 33 0,-48-31 0,0-1 0,-1 1 0,1-1 0,-1 1 0,1 0 0,-1 0 0,0 0 0,0 0 0,0 1 0,0-1 0,-1 0 0,1 1 0,0 4 0,-2-6 0,1-1 0,-1 0 0,0 1 0,0-1 0,0 0 0,0 1 0,0-1 0,-1 0 0,1 1 0,0-1 0,-1 0 0,1 1 0,-1-1 0,1 0 0,-1 0 0,0 1 0,1-1 0,-1 0 0,0 0 0,-1 2 0,-1-1 0,1 0 0,-1 0 0,0 0 0,0 0 0,0 0 0,0 0 0,-7 2 0,-3 0 0,0 0 0,-1-1 0,-14 2 0,-35 1 0,0-2 0,-91-6 0,150 2 0,-35-4 0,38 4 0,-1 0 0,1-1 0,-1 1 0,1 0 0,0-1 0,-1 1 0,1-1 0,-1 1 0,1-1 0,0 0 0,0 1 0,-1-1 0,1 0 0,0 0 0,0 0 0,0 0 0,0 0 0,0 0 0,0 0 0,-1-2 0,2 1 0,1 1 0,-1 0 0,0-1 0,1 1 0,-1 0 0,1-1 0,0 1 0,0 0 0,-1 0 0,1 0 0,0-1 0,0 1 0,0 0 0,0 0 0,0 0 0,0 1 0,0-1 0,1 0 0,-1 0 0,0 0 0,0 1 0,2-1 0,0-1 0,26-14 0,0 2 0,1 1 0,54-17 0,-50 19 0,37-12 0,0 3 0,1 4 0,77-9 0,-136 24 0,0 0 0,1 0 0,-1 2 0,0 0 0,0 0 0,0 1 0,15 4 0,-23-4 0,0 0 0,0 0 0,0 0 0,0 0 0,0 1 0,-1 0 0,1 0 0,-1 0 0,0 1 0,0-1 0,0 1 0,-1 0 0,1 0 0,-1 0 0,0 1 0,0-1 0,0 1 0,-1-1 0,1 1 0,1 6 0,-1 0 0,0-1 0,-1 1 0,-1 0 0,0-1 0,0 1 0,-1 0 0,0 0 0,-1 0 0,-3 16 0,3-18 0,-1-1 0,-1 1 0,1-1 0,-1 1 0,-1-1 0,1 0 0,-2 0 0,1-1 0,-1 1 0,0-1 0,0 0 0,-8 7 0,10-11 0,0-1 0,-1 1 0,1-1 0,-1 0 0,0 0 0,1 0 0,-1-1 0,0 1 0,0-1 0,0 0 0,0 0 0,0-1 0,-1 1 0,1-1 0,0 1 0,0-2 0,0 1 0,0 0 0,-6-2 0,8 2 0,0-1 0,-1 1 0,1-1 0,0 0 0,0 0 0,0 0 0,0 0 0,0 0 0,0 0 0,0-1 0,1 1 0,-1-1 0,0 1 0,1-1 0,-1 0 0,1 1 0,-1-1 0,1 0 0,0 0 0,0 0 0,0 0 0,0 0 0,0 0 0,0 0 0,1-1 0,-1 1 0,1 0 0,-1 0 0,1-1 0,0 1 0,0 0 0,0 0 0,0-1 0,0 1 0,1 0 0,0-3 0,0 0 0,1 0 0,-1 0 0,1 0 0,1 1 0,-1-1 0,1 1 0,-1-1 0,1 1 0,1 0 0,-1 0 0,0 0 0,1 0 0,0 1 0,0-1 0,0 1 0,7-4 0,4-2 0,0 0 0,1 1 0,26-9 0,5 2 0,1 3 0,1 1 0,0 2 0,1 3 0,-1 1 0,65 4 0,-100 3 0,-18 3 0,-26 6 0,22-8 0,4-1 0,-1 0 0,1 0 0,-1 0 0,1 1 0,0 0 0,-1 0 0,2 0 0,-5 4 0,7-6 0,0 0 0,0 0 0,0 0 0,0 0 0,1 0 0,-1 1 0,0-1 0,1 0 0,-1 0 0,1 1 0,-1-1 0,1 1 0,0-1 0,-1 0 0,1 1 0,0-1 0,0 1 0,0-1 0,0 0 0,0 1 0,1-1 0,-1 1 0,0-1 0,1 0 0,-1 1 0,1-1 0,-1 0 0,1 1 0,-1-1 0,1 0 0,0 0 0,0 0 0,1 2 0,3 3 0,0-1 0,1 0 0,0 0 0,0 0 0,0-1 0,0 0 0,1 0 0,0-1 0,0 0 0,0 0 0,12 3 0,3 1 0,0-2 0,36 3 0,-46-6 0,1-1 0,0 1 0,20-2 0,-31 0 0,0 0 0,0 0 0,0 0 0,0 0 0,0-1 0,0 1 0,0-1 0,0 1 0,0-1 0,0 0 0,0 0 0,0 0 0,-1 0 0,1 0 0,0 0 0,-1 0 0,1 0 0,-1-1 0,1 1 0,-1-1 0,1 1 0,-1-1 0,2-3 0,-3 3 0,1 0 0,-1-1 0,0 1 0,0-1 0,0 1 0,0 0 0,-1-1 0,1 1 0,-1 0 0,1-1 0,-1 1 0,0 0 0,0 0 0,0 0 0,0 0 0,0-1 0,-3-2 0,-28-37 0,29 38 0,-40-41 0,-2 1 0,-53-39 0,82 71 0,40 27 0,16 5 0,1-2 0,1-2 0,1-1 0,48 9 0,-17-9 0,124 9 0,-190-23 0,7 0 0,0 0 0,28-3 0,-41 2 0,1 0 0,0-1 0,-1 1 0,1-1 0,0 1 0,-1-1 0,1 0 0,-1 0 0,0 0 0,1 0 0,-1-1 0,0 1 0,1 0 0,-1-1 0,0 0 0,0 0 0,0 1 0,0-1 0,-1 0 0,1 0 0,-1-1 0,1 1 0,1-3 0,-3 2 0,1 1 0,-1 0 0,0 0 0,1 0 0,-1 0 0,0 0 0,-1-1 0,1 1 0,0 0 0,-1 0 0,1 0 0,-1 0 0,1 0 0,-1 0 0,0 0 0,0 0 0,0 0 0,0 0 0,0 0 0,-1 0 0,1 1 0,0-1 0,-1 0 0,0 1 0,1 0 0,-1-1 0,0 1 0,1 0 0,-5-2 0,-1-2 0,-1 0 0,-1 1 0,1 0 0,0 1 0,-17-5 0,18 7 0,0 0 0,1 0 0,-1 0 0,0 1 0,0 0 0,0 0 0,0 1 0,0 0 0,1 0 0,-1 0 0,0 1 0,1 0 0,-1 1 0,1-1 0,0 1 0,0 0 0,0 1 0,0-1 0,-8 8 0,9-7 0,1 0 0,0 0 0,0 1 0,0 0 0,0-1 0,1 1 0,0 0 0,0 1 0,0-1 0,1 1 0,0-1 0,0 1 0,0 0 0,1-1 0,0 1 0,0 0 0,0 0 0,1 0 0,0 0 0,0 0 0,0 0 0,3 11 0,-1-10 0,0-1 0,0 0 0,0 0 0,1 0 0,0 0 0,1-1 0,-1 1 0,1-1 0,0 0 0,0 0 0,1 0 0,-1 0 0,1-1 0,0 0 0,0 0 0,1 0 0,-1-1 0,1 1 0,0-1 0,0-1 0,8 4 0,7 1 0,1-1 0,0 0 0,0-2 0,42 4 0,-37-6 0,1-2 0,0 0 0,0-2 0,0-1 0,-1-1 0,32-9 0,-54 11 0,-1 0 0,1 0 0,-1 0 0,1 0 0,-1-1 0,0 1 0,0-1 0,0 0 0,6-7 0,-9 10 0,-1-1 0,1 0 0,-1 1 0,1-1 0,-1 0 0,1 0 0,-1 1 0,0-1 0,1 0 0,-1 0 0,0 0 0,1 0 0,-1 1 0,0-1 0,0 0 0,0 0 0,0 0 0,0 0 0,0 0 0,0 0 0,0 1 0,-1-3 0,0 2 0,1-1 0,-1 1 0,0 0 0,-1 0 0,1 0 0,0 0 0,0 0 0,0 0 0,-1 0 0,1 0 0,0 0 0,-1 0 0,1 1 0,-1-1 0,1 1 0,-1-1 0,-2 0 0,-42-5-1365,24 5-5461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3.5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 24575,'3'0'0,"4"0"0,4-3 0,4-1 0,-2 0-8191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4.9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178 274 24575,'0'0'0,"-1"0"0,0 1 0,0-1 0,1 0 0,-1 1 0,0-1 0,1 0 0,-1 1 0,0-1 0,1 0 0,-1 1 0,1-1 0,-1 1 0,1 0 0,-1-1 0,1 1 0,-1-1 0,1 1 0,-1 0 0,1-1 0,0 1 0,0 0 0,-1-1 0,1 1 0,0 0 0,0 0 0,0-1 0,-1 1 0,1 0 0,0-1 0,0 1 0,0 0 0,0 0 0,0-1 0,1 1 0,-1 0 0,0 0 0,0 3 0,1-1 0,-1 0 0,1 0 0,0 1 0,-1-1 0,1 0 0,2 4 0,1-3 0,-1 1 0,1-1 0,0 0 0,0 0 0,0-1 0,0 1 0,1-1 0,-1 0 0,1 0 0,0 0 0,0-1 0,0 0 0,0 0 0,0 0 0,1 0 0,-1-1 0,0 0 0,1 0 0,6 0 0,-1 0 0,1-1 0,-1 0 0,0-1 0,0 0 0,0-1 0,1 0 0,-2 0 0,18-7 0,-23 7 0,1-1 0,-1 0 0,1 0 0,-1 0 0,0 0 0,0-1 0,0 0 0,0 0 0,-1 0 0,0-1 0,0 0 0,0 0 0,0 0 0,3-7 0,-5 8 0,0 0 0,0 0 0,-1-1 0,0 1 0,0-1 0,0 1 0,0-1 0,-1 1 0,1-1 0,-1 1 0,-1-1 0,1 0 0,0 1 0,-1-1 0,0 1 0,0-1 0,-1 1 0,1 0 0,-1-1 0,-2-3 0,0 1 0,0 0 0,0 0 0,0 0 0,-1 1 0,0 0 0,0 0 0,-1 0 0,0 0 0,0 1 0,0 0 0,-1 1 0,1-1 0,-1 1 0,0 0 0,-1 1 0,-8-4 0,6 4 0,-1 1 0,1-1 0,-1 2 0,0-1 0,0 2 0,0-1 0,0 2 0,0-1 0,1 1 0,-1 1 0,-11 3 0,8-2 0,1 1 0,0 1 0,0 0 0,0 1 0,1 1 0,0 0 0,0 0 0,-18 16 0,23-17 0,-1 1 0,1 1 0,0-1 0,1 1 0,0 0 0,0 1 0,1-1 0,0 1 0,0 0 0,1 0 0,0 1 0,-2 10 0,4-11 0,0 1 0,0-1 0,2 0 0,-1 1 0,1-1 0,0 1 0,1-1 0,0 1 0,1-1 0,-1 0 0,2 0 0,5 15 0,-3-13 0,1 1 0,0-1 0,1 0 0,0-1 0,0 0 0,1 0 0,1 0 0,16 13 0,-11-11 0,1 0 0,0-2 0,1 0 0,0 0 0,1-2 0,0 0 0,0-1 0,1-1 0,-1 0 0,1-2 0,1 0 0,33 3 0,-37-7 0,0 0 0,-1-1 0,1-1 0,-1 0 0,1-1 0,-1-1 0,0 0 0,0-1 0,-1-1 0,1 0 0,-1-1 0,0 0 0,-1-1 0,0 0 0,0-1 0,-1 0 0,0-1 0,-1 0 0,0-1 0,9-12 0,-6 6 0,-1 0 0,-1-1 0,-1-1 0,0 0 0,-1 0 0,-1-1 0,-1 0 0,-1 0 0,-1-1 0,0 0 0,-2 0 0,0 0 0,-1-27 0,-3 30 0,-1 27 0,0 28 0,2-37 0,-1 12 0,1 0 0,0-1 0,1 1 0,0-1 0,5 18 0,-5-26 0,0 0 0,0 0 0,1 0 0,-1 0 0,1-1 0,-1 1 0,1-1 0,0 1 0,0-1 0,0 1 0,1-1 0,-1 0 0,0 0 0,1 0 0,0 0 0,-1-1 0,1 1 0,0-1 0,0 0 0,0 1 0,0-1 0,0 0 0,0-1 0,0 1 0,4 0 0,1-1 0,-1 1 0,1-2 0,-1 1 0,1-1 0,-1 0 0,1 0 0,-1-1 0,0 0 0,13-6 0,7-4 0,27-17 0,41-37 0,-11 7 0,-82 58 0,0 0 0,0 0 0,0 0 0,1 0 0,-1 0 0,0 0 0,0 1 0,1-1 0,4 0 0,-7 1 0,0 0 0,1 0 0,-1 0 0,0 0 0,1 0 0,-1 0 0,0 1 0,1-1 0,-1 0 0,0 0 0,1 0 0,-1 0 0,0 0 0,0 1 0,1-1 0,-1 0 0,0 0 0,0 1 0,1-1 0,-1 0 0,0 0 0,0 1 0,1-1 0,-1 0 0,0 1 0,-1 14 0,-24 41 0,20-47 0,0 1 0,1 0 0,-1 0 0,2 0 0,0 0 0,0 1 0,0-1 0,0 21 0,3-30 0,0 1 0,0 0 0,0-1 0,0 1 0,1 0 0,-1-1 0,1 1 0,-1-1 0,1 1 0,0 0 0,0-1 0,-1 0 0,1 1 0,0-1 0,0 1 0,1-1 0,-1 0 0,0 0 0,0 0 0,1 0 0,1 2 0,0-2 0,0 1 0,1-1 0,-1 1 0,1-1 0,-1 0 0,1 0 0,-1-1 0,1 1 0,6-1 0,0 0 0,0 0 0,1-1 0,-1-1 0,1 0 0,-1 0 0,13-5 0,9-7 0,-1-2 0,0-1 0,-1-1 0,-1-2 0,33-29 0,-55 43 0,0 1 0,0 0 0,1 1 0,9-6 0,-15 10 0,-1-1 0,1 0 0,0 1 0,-1-1 0,1 0 0,-1 1 0,1 0 0,0-1 0,0 1 0,-1 0 0,1 0 0,0 0 0,-1 0 0,1 0 0,0 1 0,0-1 0,-1 0 0,1 1 0,0-1 0,-1 1 0,1 0 0,-1-1 0,1 1 0,-1 0 0,1 0 0,-1 0 0,0 0 0,3 2 0,4 8 0,0 1 0,0 0 0,-1 0 0,-1 1 0,0 0 0,-1 0 0,0 0 0,3 17 0,1 7 0,5 70 0,-13-101 0,1 11 0,0 0 0,-2 0 0,0 0 0,0 1 0,-2-1 0,-5 25 0,7-40 0,-1-1 0,1 1 0,-1 0 0,0-1 0,0 1 0,1-1 0,-1 1 0,0-1 0,0 1 0,-3 1 0,4-2 0,0-1 0,-1 0 0,1 1 0,-1-1 0,1 0 0,-1 0 0,1 1 0,-1-1 0,1 0 0,-1 0 0,1 0 0,-1 0 0,1 1 0,-1-1 0,1 0 0,-1 0 0,1 0 0,-1 0 0,0 0 0,1-1 0,-1 1 0,1 0 0,-1 0 0,-1-1 0,1 0 0,0 0 0,-1 0 0,1 0 0,0 0 0,-1-1 0,1 1 0,0 0 0,0-1 0,0 1 0,0-1 0,1 1 0,-1-1 0,0 1 0,0-1 0,1 1 0,-1-1 0,1 0 0,-1-2 0,-3-19 0,2 0 0,0-1 0,1 1 0,4-37 0,19-95 0,-13 97 0,-1-4 0,-6 36 0,2 0 0,0 1 0,1 0 0,2 0 0,11-28 0,-17 50 0,0 0 0,1 1 0,-1-1 0,1 0 0,-1 1 0,1 0 0,0-1 0,0 1 0,0 0 0,0 0 0,1 0 0,-1 0 0,1 0 0,-1 0 0,1 1 0,-1-1 0,1 1 0,6-2 0,-6 2 0,0 1 0,1 0 0,-1 0 0,0 0 0,1 0 0,-1 1 0,0-1 0,0 1 0,1 0 0,-1 0 0,0 0 0,0 0 0,0 0 0,0 1 0,0-1 0,0 1 0,2 2 0,8 5 0,-2 0 0,1 1 0,-1 0 0,-1 1 0,0 0 0,-1 1 0,0 0 0,0 0 0,-1 1 0,-1 0 0,0 0 0,8 27 0,-13-36 0,-1 0 0,-1-1 0,1 1 0,0 0 0,-1 0 0,0 0 0,0 0 0,0 0 0,0 0 0,-1 0 0,0 0 0,1 0 0,-1-1 0,-1 1 0,1 0 0,-1-1 0,1 1 0,-1 0 0,0-1 0,0 0 0,0 1 0,-1-1 0,1 0 0,-1 0 0,0-1 0,0 1 0,0 0 0,0-1 0,-4 3 0,-4 1 0,0 0 0,0-1 0,0 0 0,-1-1 0,0 0 0,0-1 0,0-1 0,-15 2 0,-33 1-682,-71-3-1,33-4-6143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56.8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7394 924 24575,'5'-27'0,"-1"0"0,-2-1 0,0 1 0,-2-1 0,-1 1 0,-8-49 0,6 60 0,-1 2 0,0-1 0,-1 0 0,0 1 0,-2 0 0,1 0 0,-2 0 0,0 1 0,0 0 0,-1 1 0,-1 0 0,0 0 0,-19-16 0,11 14 12,-1 0-1,-1 1 0,0 2 1,-1 0-1,0 1 0,-39-13 1,-3 4-211,-79-11 0,-38 3-692,-190-5 0,-192 23-2080,70 23 289,-790 123 0,852-57 1943,4 19-1,-444 165 1,574-153 458,-327 173-1,460-197 80,4 8-1,5 7 1,-196 166-1,128-49 309,177-167 134,2 3 1,-57 95-1,79-112-73,2 0 0,1 2 0,2 0 1,2 1-1,-11 50 0,19-60-48,1 1 1,2 0-1,1 0 0,1 0 0,2 1 1,1-1-1,12 55 0,-6-50-120,3-2-1,1 1 0,1-2 1,2 1-1,21 32 0,-10-23 9,3-2 0,1-1 0,43 45 0,-9-23 159,3-2 1,2-4 0,150 96 0,101 22-65,61-13-241,61-16-221,58-16-942,55-17 642,49-20-680,1524 60-277,8-236 1117,-490-135 487,-1162 121 14,630-213 1,-634 127-2,-76-17 95,-303 140 94,122-95 1,-169 112-87,-1-3-1,79-91 1,-107 107-26,-1-2 1,-2 0-1,-1-1 0,-1-1 0,-2-1 0,-2-1 0,-1 0 1,11-45-1,-18 49-43,-2 1 0,-1-1 0,-2 0 0,-1 0 0,-1 0 0,-2 0 0,-2 0 0,0 0 0,-2 0 0,-12-40 0,3 29-34,-1 0 0,-2 2 0,-2 0 0,-34-53 0,13 34 49,-2 2 0,-82-88 0,42 64 245,-127-99 0,-161-75-109,-70 11-30,-65 16-260,-413-91-657,-33 86-357,-966-26 1660,1348 221 6170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57.7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139 679 24575,'1'-14'0,"-1"-21"0,0 33 0,0 1 0,0-1 0,0 1 0,0-1 0,0 1 0,-1-1 0,1 1 0,0-1 0,-1 1 0,1 0 0,-1-1 0,0 1 0,0-1 0,1 1 0,-3-2 0,2 6 0,-1 0 0,0-1 0,1 1 0,0 0 0,0 0 0,0 0 0,0 0 0,-1 6 0,-18 115 0,-1 6 0,21-128 0,-1 0 0,1-1 0,-1 1 0,1-1 0,-1 1 0,1-1 0,-1 1 0,0-1 0,0 0 0,0 1 0,-1 1 0,1-3 0,1 0 0,0 1 0,-1-1 0,1 0 0,0 0 0,0 0 0,-1 0 0,1 0 0,0 0 0,-1 0 0,1 0 0,0 0 0,0 0 0,-1 0 0,1 0 0,0 0 0,-1 0 0,1 0 0,0 0 0,-1 0 0,1 0 0,0 0 0,0 0 0,-1 0 0,1-1 0,0 1 0,0 0 0,-1 0 0,1 0 0,0-1 0,0 1 0,-1 0 0,1 0 0,0 0 0,0-1 0,-3-3 0,1 1 0,0-1 0,0 0 0,0 0 0,1 1 0,-1-2 0,0-4 0,-12-55 0,3-1 0,-2-72 0,12 120 0,-2-21 0,1 0 0,2 0 0,2-1 0,2 1 0,1 1 0,12-48 0,-13 70 0,1 0 0,1 0 0,0 1 0,0 0 0,1 0 0,1 1 0,1-1 0,0 2 0,0-1 0,1 1 0,1 1 0,0 0 0,0 1 0,1 0 0,1 0 0,-1 1 0,2 1 0,15-8 0,-10 8 0,0 1 0,1 1 0,0 0 0,0 2 0,0 0 0,0 1 0,1 1 0,26 2 0,-30 0 0,-1 1 0,0 1 0,1 0 0,-1 2 0,0 0 0,-1 0 0,1 2 0,-1 0 0,0 0 0,27 17 0,-37-19 0,0-1 0,-1 1 0,1-1 0,-1 1 0,0 1 0,0-1 0,0 1 0,-1-1 0,0 1 0,1 0 0,-2 0 0,1 0 0,-1 1 0,1-1 0,-2 1 0,1-1 0,0 1 0,-1 0 0,0 7 0,0-6 0,-2 0 0,1 0 0,-1 0 0,0 0 0,0 1 0,-1-1 0,0-1 0,-1 1 0,1 0 0,-1-1 0,0 1 0,-1-1 0,0 0 0,0 0 0,-5 7 0,-5 2 0,1 0 0,-2-2 0,0 1 0,-1-2 0,-18 13 0,-90 45 0,59-36 0,62-33 0,1 0 0,0 1 0,-1-1 0,1 0 0,0 1 0,0 0 0,0-1 0,0 1 0,1 0 0,-1 0 0,0 0 0,-1 3 0,3-5 0,0 1 0,0-1 0,0 0 0,0 1 0,0-1 0,0 1 0,0-1 0,0 0 0,0 1 0,0-1 0,0 1 0,0-1 0,0 1 0,0-1 0,0 0 0,0 1 0,0-1 0,1 1 0,-1-1 0,0 0 0,0 1 0,1-1 0,-1 0 0,0 1 0,0-1 0,1 1 0,18 8 0,108 18 0,-74-17 0,80 26 0,-39 2 0,-85-34 0,0 1 0,-1 0 0,0 1 0,0 0 0,0 0 0,0 0 0,12 15 0,-19-19 0,0-1 0,0 0 0,0 0 0,0 1 0,0-1 0,0 0 0,-1 1 0,1-1 0,-1 1 0,1-1 0,-1 1 0,1-1 0,-1 1 0,0-1 0,0 1 0,0 0 0,0-1 0,0 1 0,0-1 0,0 1 0,0-1 0,-1 1 0,1-1 0,-1 1 0,1-1 0,-1 1 0,0-1 0,1 1 0,-1-1 0,0 0 0,0 1 0,0-1 0,0 0 0,0 0 0,0 0 0,-1 1 0,-4 3 0,1-1 0,-1 0 0,0 0 0,0-1 0,-1 1 0,-12 3 0,-7 2 0,-1-2 0,-1-1 0,1-1 0,-34 2 0,-114-3 0,151-4-227,-1-1-1,1-2 1,0 0-1,-1-2 1,-39-12-1,24 1-6598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58.0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116 109 24575,'0'-3'0,"0"0"0,0 0 0,-1 0 0,1 1 0,-1-1 0,1 0 0,-1 1 0,0-1 0,0 0 0,0 1 0,-1-1 0,1 1 0,-1 0 0,1-1 0,-1 1 0,0 0 0,0 0 0,0 0 0,-2-2 0,-4-1 0,0-1 0,0 2 0,-1-1 0,-10-4 0,-17-9 0,36 18 0,0 0 0,0 0 0,-1 0 0,1 0 0,0 0 0,0 0 0,0 0 0,0 0 0,-1 0 0,1 0 0,0 0 0,0 0 0,0 0 0,0-1 0,0 1 0,0 0 0,-1 0 0,1 0 0,0 0 0,0 0 0,0 0 0,0-1 0,0 1 0,0 0 0,0 0 0,0 0 0,0 0 0,0 0 0,0-1 0,-1 1 0,1 0 0,0 0 0,0 0 0,0 0 0,0-1 0,0 1 0,0 0 0,0 0 0,0 0 0,1 0 0,-1 0 0,0-1 0,0 1 0,0 0 0,0 0 0,0 0 0,0 0 0,0 0 0,0-1 0,0 1 0,12-3 0,16 3 0,197 24 0,-93-7 0,-55-8 0,-25-2 0,1-2 0,0-2 0,55-4 0,-103 0 0,1 0 0,0-1 0,-1 1 0,1-1 0,5-2 0,-10 3 0,-1 1 0,1 0 0,0-1 0,-1 1 0,1-1 0,0 1 0,-1 0 0,1-1 0,-1 1 0,1-1 0,-1 0 0,1 1 0,-1-1 0,1 1 0,-1-1 0,1 0 0,-1 1 0,1-2 0,-2 1 0,1 1 0,0-1 0,0 0 0,0 1 0,0-1 0,-1 1 0,1-1 0,0 0 0,-1 1 0,1-1 0,0 1 0,-1-1 0,1 1 0,-1-1 0,1 1 0,-1-1 0,1 1 0,-1 0 0,1-1 0,-1 1 0,1 0 0,-1-1 0,0 1 0,1 0 0,-2-1 0,-2-1 0,0 0 0,0 1 0,0-1 0,-1 1 0,1 0 0,0 0 0,-1 1 0,1-1 0,-1 1 0,1 0 0,-1 0 0,1 0 0,0 1 0,-1-1 0,1 1 0,0 0 0,-1 1 0,1-1 0,0 1 0,0 0 0,0-1 0,0 2 0,0-1 0,1 0 0,-1 1 0,1 0 0,-1 0 0,-5 6 0,-3 5 0,1 0 0,0 1 0,0 0 0,2 0 0,-14 30 0,-27 71 0,-62 227 0,79-203-1365,24-87-5461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5:58.4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0 555 24575,'3'-7'0,"-1"0"0,0 0 0,0 0 0,0 0 0,0-12 0,-2 17 0,-3 12 0,-2 18 0,2 67 0,15 168 0,-9-226 0,-4-84 0,2 0 0,1 1 0,3-1 0,2 1 0,2 0 0,15-45 0,-6 32 0,3 1 0,2 1 0,3 1 0,44-71 0,-56 105 0,1 1 0,0 0 0,2 2 0,1 0 0,0 0 0,30-22 0,-40 35 0,0 1 0,1 0 0,-1 1 0,1-1 0,0 2 0,0-1 0,0 1 0,19-3 0,-22 5 0,1 1 0,-1 0 0,1 0 0,-1 0 0,1 1 0,-1 0 0,1 0 0,-1 1 0,0 0 0,0 0 0,0 0 0,0 1 0,0 0 0,8 5 0,-6-3 0,0 1 0,-1 1 0,1-1 0,-1 1 0,-1 1 0,0-1 0,0 1 0,0 0 0,-1 0 0,0 1 0,0 0 0,-1-1 0,0 2 0,-1-1 0,0 0 0,-1 1 0,2 9 0,-3-11 0,0-1 0,0 1 0,-1 0 0,0 0 0,0-1 0,-1 1 0,0 0 0,0-1 0,-1 1 0,0 0 0,0-1 0,-1 0 0,0 0 0,0 0 0,-1 0 0,0 0 0,0 0 0,-1-1 0,1 0 0,-1 0 0,-1 0 0,-5 4 0,-4 1-170,-1-1-1,-1 0 0,1-1 1,-1-1-1,-1-1 0,1-1 1,-20 5-1,-56 14-6655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0.2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210 66 24575,'-24'0'0,"-1"-1"0,0-1 0,1-1 0,0-1 0,-35-11 0,57 14 0,-1 1 0,1-1 0,0 0 0,0 0 0,0 0 0,0 0 0,0-1 0,1 1 0,-1 0 0,0-1 0,0 1 0,1-1 0,-2-1 0,3 2 0,0 1 0,-1 0 0,1-1 0,0 1 0,0 0 0,0 0 0,0-1 0,0 1 0,0 0 0,0-1 0,0 1 0,0 0 0,0-1 0,0 1 0,0 0 0,0-1 0,1 1 0,-1 0 0,0 0 0,0-1 0,0 1 0,0 0 0,0 0 0,1-1 0,-1 1 0,0 0 0,0 0 0,0-1 0,1 1 0,-1 0 0,0 0 0,1-1 0,20-6 0,13 4 0,1 1 0,-1 1 0,1 2 0,38 6 0,-16-1 0,1017 116-2338,-6 42-31,-1059-162 2369,199 29-581,-143-23-2322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0.5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153 0 24575,'-141'30'0,"130"-29"0,25-3 0,122-12-345,170 3-1,138 28-345,536 84-444,-841-82-4539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27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148 441 24575,'-12'-16'0,"0"-1"0,1 0 0,-18-36 0,24 43 0,-1 0 0,1-2 0,1 1 0,-1-1 0,2 1 0,0-1 0,0 0 0,1 0 0,1 0 0,0-1 0,1 1 0,0 0 0,3-23 0,-2 28 0,1-1 0,0 1 0,0 0 0,1-1 0,0 1 0,0 0 0,1 0 0,0 1 0,0-1 0,0 1 0,1 0 0,0 0 0,0 0 0,1 1 0,0 0 0,0 0 0,0 0 0,0 1 0,1 0 0,-1 0 0,12-4 0,-11 5 0,0 0 0,0 1 0,1-1 0,0 2 0,-1-1 0,1 1 0,0 0 0,-1 1 0,1 0 0,0 0 0,0 1 0,10 2 0,-13-2 0,-1 0 0,0 0 0,0 1 0,0 0 0,0 0 0,0 0 0,0 0 0,-1 0 0,1 1 0,-1 0 0,0 0 0,1 0 0,-1 0 0,0 0 0,-1 1 0,1-1 0,-1 1 0,1 0 0,-1 0 0,0-1 0,-1 2 0,1-1 0,1 5 0,0 7 0,0 0 0,-1 0 0,-1 0 0,0 0 0,-1 0 0,-1 0 0,0 0 0,-2 0 0,1-1 0,-10 30 0,-7 10 0,-41 84 0,51-121 0,-85 165 0,-23 51 0,109-213-682,-11 40-1,12-28-6143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28.0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1 24575,'-7'3'0,"-4"4"0,-4 5 0,-3-1 0,-1-2 0,6-2 0,8-3 0,8-1 0,6-2 0,6-1 0,-1 0-8191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28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45 133 24575,'-16'-27'0,"11"21"0,1 0 0,1 0 0,-1 0 0,1-1 0,0 1 0,-3-15 0,6 20 0,-1 0 0,1 0 0,0-1 0,0 1 0,0 0 0,0 0 0,1-1 0,-1 1 0,0 0 0,0 0 0,1-1 0,-1 1 0,1 0 0,-1 0 0,1 0 0,0 0 0,-1 0 0,2-2 0,0 2 0,0-1 0,0 1 0,0-1 0,0 1 0,0 0 0,0-1 0,0 1 0,1 0 0,-1 1 0,0-1 0,1 0 0,3 0 0,16-3 0,0 2 0,0 0 0,-1 2 0,39 3 0,-10 3 0,47 13 0,-82-16 0,1 1 0,-1 0 0,-1 1 0,1 1 0,-1 1 0,16 9 0,-26-14 0,-1 0 0,1 1 0,-1-1 0,0 1 0,0 0 0,0 0 0,-1 0 0,1 0 0,-1 0 0,1 1 0,-1-1 0,0 1 0,-1 0 0,1-1 0,0 1 0,-1 0 0,0 0 0,0 0 0,0 0 0,-1 0 0,1 0 0,-1 0 0,0 0 0,0 1 0,0-1 0,-1 0 0,1 0 0,-3 6 0,-2 8 0,-2 0 0,0 0 0,-1-1 0,0 0 0,-18 24 0,-63 78 0,74-100 0,-35 43 0,-69 93 0,106-136 0,1 1 0,1 1 0,1 0 0,0 1 0,2 0 0,-7 27 0,13-41-124,1 0 0,-1 1 0,1-1 0,1 0 0,0 1 0,0-1-1,0 1 1,1-1 0,0 1 0,5 13 0,3 2-6702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28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1 24575,'-3'3'0,"-4"4"0,-1 5 0,0 2 0,6 3 0,6 1 0,5 1 0,4-3 0,7-1 0,2 0 0,-2-3-8191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0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92 421 24575,'-17'-32'0,"2"-1"0,1 0 0,2-1 0,1-1 0,-9-54 0,19 84 0,0 0 0,1 0 0,0 0 0,0 0 0,0 1 0,0-1 0,1 0 0,0 0 0,0 0 0,0 0 0,1 1 0,-1-1 0,5-6 0,-3 6 0,0 0 0,1 1 0,0-1 0,0 1 0,0 0 0,1 0 0,-1 0 0,1 1 0,0 0 0,0 0 0,6-3 0,4-1 0,1-1 0,0 2 0,25-7 0,-35 11 0,1 1 0,-1 0 0,0 0 0,1 0 0,-1 1 0,0 0 0,1 0 0,-1 0 0,1 1 0,-1 0 0,0 0 0,11 4 0,-14-3 0,0 0 0,0 0 0,0 0 0,-1 1 0,1-1 0,-1 0 0,1 1 0,-1 0 0,0 0 0,0 0 0,0 0 0,0 0 0,0 0 0,-1 0 0,1 0 0,-1 1 0,0-1 0,0 0 0,0 1 0,0 4 0,1 9 0,0 1 0,-2 31 0,0-42 0,-5 38 0,-1-1 0,-2-1 0,-2 1 0,-18 48 0,14-47 0,-51 146 341,3-6-2047,48-140-5120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31.0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24575,'0'3'0,"3"4"0,5 5 0,3-1 0,0 1 0,-2 2 0,-2 2 0,-2-2-8191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7.9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416 289 24575,'91'-83'0,"-76"69"0,0 0 0,-1-2 0,-1 0 0,0 0 0,-1-1 0,-1-1 0,11-23 0,-21 40 0,0-1 0,-1 1 0,1 0 0,-1-1 0,1 1 0,-1 0 0,0-1 0,1 1 0,-1 0 0,0-1 0,0 1 0,0-1 0,0 1 0,0 0 0,0-1 0,0 1 0,-1 0 0,1-1 0,0 1 0,-1 0 0,1-1 0,-1 1 0,0 0 0,1 0 0,-1-1 0,0 1 0,0 0 0,1 0 0,-1 0 0,0 0 0,0 0 0,0 0 0,0 0 0,-1 0 0,1 1 0,0-1 0,0 0 0,0 1 0,-1-1 0,-1 0 0,-3-1 0,0 1 0,0 0 0,0 0 0,0 0 0,0 1 0,0 0 0,0 0 0,-7 2 0,-27 4 0,-1 3 0,2 1 0,-1 2 0,2 1 0,0 2 0,0 2 0,-38 24 0,65-34 0,-1 0 0,1 1 0,1 0 0,0 1 0,0 0 0,0 0 0,1 1 0,-10 15 0,16-22 0,1 2 0,-1-1 0,1 0 0,0 0 0,0 1 0,1-1 0,0 1 0,-1-1 0,1 1 0,1 0 0,-1 0 0,1-1 0,0 1 0,0 0 0,0 0 0,0-1 0,1 1 0,0 0 0,0-1 0,0 1 0,1 0 0,0-1 0,0 0 0,0 1 0,0-1 0,4 6 0,1-1 0,0 0 0,1 0 0,0-1 0,1 0 0,0 0 0,15 10 0,64 34 0,-66-40 0,59 30 0,-40-22 0,-1 2 0,57 41 0,-93-60 0,0 1 0,-1-1 0,1 0 0,-1 1 0,1 0 0,-1 0 0,0 0 0,-1 0 0,5 9 0,-6-11 0,-1 0 0,1 0 0,-1 0 0,1 0 0,-1 0 0,0 0 0,0 0 0,0 0 0,0 0 0,0 0 0,0 0 0,0 0 0,-1 0 0,1 0 0,-1 0 0,0 0 0,0 0 0,1 0 0,-1 0 0,0-1 0,0 1 0,-1 0 0,1-1 0,0 1 0,-3 2 0,-2 2 0,-1-1 0,1 0 0,-1-1 0,0 1 0,0-2 0,-1 1 0,1-1 0,-1 0 0,0 0 0,1-1 0,-12 2 0,-13 2 0,-46 1 0,78-7 0,-2 0 0,-149 4 0,135-5 0,0 0 0,-1-1 0,1-1 0,0 0 0,0-1 0,0-1 0,-16-7 0,29 10-97,-1 0-1,1 0 1,0 0-1,-1 0 1,1 0-1,0-1 1,0 1-1,1-1 1,-1 0-1,0 0 1,1 0-1,0 0 0,-4-6 1,-2-13-6729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8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1 227 24575,'2'-2'0,"0"1"0,0-1 0,0 0 0,0 1 0,0-1 0,1 1 0,-1 0 0,1-1 0,-1 1 0,1 0 0,-1 1 0,4-2 0,-5 2 0,0 0 0,0 0 0,0 0 0,0 0 0,0 0 0,0 0 0,-1 0 0,1 1 0,0-1 0,0 0 0,0 1 0,0-1 0,-1 0 0,1 1 0,0-1 0,0 1 0,-1-1 0,1 1 0,0-1 0,-1 1 0,1 0 0,-1-1 0,1 1 0,-1 0 0,1-1 0,-1 1 0,1 0 0,-1 0 0,0 0 0,1-1 0,-1 1 0,0 0 0,0 0 0,1 0 0,-1 0 0,0-1 0,0 1 0,0 0 0,0 2 0,5 50 0,8 159 0,-13-189 0,-2-1 0,0 0 0,-1 0 0,-1 0 0,-1 0 0,-1-1 0,-12 29 0,17-49 0,0 1 0,1-1 0,-1 0 0,0 1 0,0-1 0,0 0 0,1 0 0,-1 0 0,-1 1 0,1-1 0,0 0 0,0-1 0,0 1 0,0 0 0,-3 1 0,4-2 0,0 0 0,0 0 0,-1 0 0,1 0 0,0 0 0,-1 0 0,1 0 0,0 0 0,-1 0 0,1 0 0,0 0 0,-1 0 0,1 0 0,0 0 0,-1 0 0,1 0 0,0 0 0,0-1 0,-1 1 0,1 0 0,0 0 0,0 0 0,-1-1 0,1 1 0,0 0 0,-1 0 0,-3-15 0,4 0 0,0 0 0,2 0 0,0 0 0,1 0 0,0 0 0,9-23 0,-4 11 0,10-34 0,51-167 0,-51 178 0,2 1 0,37-66 0,-57 114 0,4-5 0,-1 1 0,1-1 0,0 1 0,6-7 0,-9 11 0,-1 1 0,1-1 0,0 0 0,0 0 0,0 1 0,0-1 0,0 0 0,0 1 0,0-1 0,0 1 0,0-1 0,0 1 0,0-1 0,0 1 0,0 0 0,0 0 0,1 0 0,-1 0 0,0-1 0,0 1 0,0 1 0,0-1 0,0 0 0,1 0 0,-1 0 0,0 1 0,0-1 0,0 0 0,0 1 0,0-1 0,0 1 0,2 0 0,0 2 0,0 0 0,0 0 0,0 0 0,0 0 0,0 1 0,0-1 0,-1 1 0,0 0 0,3 6 0,14 41 0,-14-36 0,19 71 0,-3 0 0,-5 2 0,7 108 0,-22-182 25,3 15-372,-2 1-1,-2-1 0,-3 38 1,-1-44-6479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9.0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83 652 24575,'-12'-12'0,"1"0"0,0-1 0,1-1 0,1 1 0,-15-28 0,23 40 0,1 0 0,-1 0 0,0-1 0,1 1 0,-1-1 0,1 1 0,-1-1 0,1 1 0,0-1 0,0 1 0,0-1 0,0 1 0,0-1 0,0 1 0,0-1 0,0 1 0,0 0 0,1-1 0,-1 1 0,1-1 0,-1 1 0,1-1 0,-1 1 0,1 0 0,0-1 0,0 1 0,0 0 0,-1 0 0,1 0 0,0 0 0,1-1 0,-1 1 0,0 1 0,0-1 0,0 0 0,1 0 0,-1 0 0,0 1 0,3-2 0,5-1 0,1 0 0,-1 1 0,0 0 0,1 0 0,11 1 0,-8-1 0,279-10 0,-9 0 0,-273 11 0,1 0 0,0-1 0,-1 0 0,0-1 0,1 0 0,11-6 0,-20 8 0,1 0 0,-1 0 0,0-1 0,0 1 0,1-1 0,-1 1 0,-1-1 0,1 0 0,0 0 0,0 0 0,-1 0 0,1 0 0,-1-1 0,1 1 0,-1 0 0,0-1 0,0 1 0,0 0 0,0-1 0,-1 1 0,1-1 0,-1 0 0,1 1 0,-1-1 0,0 1 0,0-1 0,0 0 0,0 1 0,-1-1 0,0-3 0,0 0 0,0 0 0,0 1 0,-1-1 0,0 0 0,0 0 0,0 1 0,-1-1 0,0 1 0,0 0 0,-6-8 0,9 13 0,0 0 0,0 0 0,0 0 0,0-1 0,0 1 0,-1 0 0,1 0 0,0 0 0,0 0 0,0 0 0,0 0 0,0 0 0,-1 0 0,1 0 0,0 0 0,0 0 0,0 0 0,0 0 0,0 0 0,-1 0 0,1 0 0,0 0 0,0 0 0,0 0 0,0 0 0,0 0 0,-1 0 0,1 0 0,0 0 0,0 0 0,0 1 0,0-1 0,0 0 0,0 0 0,-1 0 0,1 0 0,0 0 0,0 0 0,0 0 0,0 0 0,0 1 0,0-1 0,0 0 0,0 0 0,-4 11 0,2 11 0,2-22 0,-2 325 0,5-159 0,-6-144 0,3-22 0,0 0 0,0 1 0,0-1 0,0 0 0,0 0 0,0 0 0,0 0 0,0 0 0,-1 1 0,1-1 0,0 0 0,0 0 0,0 0 0,0 0 0,0 0 0,0 0 0,0 0 0,-1 0 0,1 0 0,0 1 0,0-1 0,0 0 0,0 0 0,0 0 0,0 0 0,-1 0 0,1 0 0,0 0 0,0 0 0,0 0 0,0 0 0,0 0 0,-1 0 0,1 0 0,0 0 0,0 0 0,0 0 0,0 0 0,0 0 0,-1 0 0,1 0 0,0-1 0,0 1 0,0 0 0,0 0 0,0 0 0,0 0 0,-1 0 0,1 0 0,0 0 0,0 0 0,0 0 0,0-1 0,0 1 0,-3-4 0,1 1 0,0-1 0,-1 0 0,2-1 0,-1 1 0,-1-6 0,-14-52 0,2-1 0,4 0 0,2 0 0,0-127 0,9 144 0,9-74 0,-7 105 0,1 1 0,0 0 0,1 0 0,1 0 0,0 1 0,1 0 0,0 0 0,1 0 0,12-16 0,-16 24 0,0 1 0,1 0 0,0 0 0,0 1 0,0-1 0,0 1 0,0 0 0,1 0 0,0 0 0,-1 0 0,1 1 0,0 0 0,0 0 0,0 0 0,1 1 0,-1 0 0,0 0 0,0 0 0,1 1 0,7-1 0,-5 2 0,-1 0 0,1 0 0,-1 1 0,0 0 0,0 0 0,0 1 0,0-1 0,0 2 0,0-1 0,-1 1 0,1 0 0,-1 0 0,0 1 0,7 6 0,-4-2 0,0 1 0,-1 0 0,1 1 0,-2 0 0,0 0 0,0 1 0,-1-1 0,0 2 0,-1-1 0,-1 0 0,5 20 0,-7-24 0,-1-1 0,1 1 0,-1 0 0,-1-1 0,0 1 0,0 0 0,0 0 0,-1-1 0,0 1 0,-1-1 0,0 1 0,0-1 0,0 1 0,-1-1 0,0 0 0,-1 0 0,1-1 0,-1 1 0,-1-1 0,1 1 0,-7 5 0,1-3 43,0 0 0,-1 0-1,0-1 1,0-1 0,-1 0-1,0 0 1,-21 7 0,12-7-470,-1 0 0,1-1 1,-42 5-1,28-8-6399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49.7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2743 200 24575,'-9'-8'0,"0"1"0,-1-1 0,0 2 0,0-1 0,0 1 0,-17-6 0,-70-23 0,78 29 0,-74-21-143,-1 5 0,-178-20 0,-198 28-286,360 18 429,0 4 0,0 5 0,-180 46 0,233-41 0,1 1 0,1 4 0,-65 35 0,82-36 0,0 2 0,1 2 0,1 2 0,-62 62 0,56-43 0,3 2 0,2 2 0,1 1 0,4 2 0,1 1 0,-27 70 0,20-26 0,4 1 0,-39 195 0,58-212-18,4 1 0,4 0 0,3 0 0,9 109 0,-1-147 9,3 1 0,1-1 0,2-1 0,2 0 0,3 0 0,1-1 0,2-1 0,2-1 0,32 52 0,-35-71 9,0 0 0,1-1 0,2 0 0,0-2 0,1-1 0,1 0 0,0-1 0,2-2 0,0 0 0,27 12 0,-13-11 0,0-1 0,0-2 0,2-2 0,-1-1 0,2-2 0,59 5 0,-13-9-211,2-3-1,-1-3 1,-1-5-1,105-20 1,-43-4-543,232-80 0,-216 50 605,213-109 0,-269 110 146,-2-4 0,170-135 0,-230 160-32,-2-3 0,-1-2 0,-3-1-1,52-72 1,-78 94 32,0-1-1,-1-1 1,-1-1 0,-2 0-1,0 0 1,-2-1 0,0-1-1,-2 1 1,-1-1 0,-1 0 0,-2-1-1,1-28 1,-6 21 3,-1 1 0,-2-1 0,-2 1 0,-1 1 0,-1-1 0,-2 1 0,-1 1 0,-32-61 0,5 26 0,-2 2 0,-96-115 0,76 111-5,-3 3 0,-73-60-1,83 82 54,-2 3 0,-2 3 0,-82-42 0,111 66 148,-1 0-1,0 3 1,-1 0-1,-1 2 1,0 1 0,0 2-1,0 1 1,-1 2-1,1 0 1,-1 3-1,0 0 1,-63 11 0,49-1-6977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53.4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2244 2046 24575,'2'-32'0,"1"0"0,1 1 0,1 0 0,2 0 0,2 0 0,0 1 0,17-34 0,5-3 0,79-123 0,-48 102-64,3 2-1,4 4 1,3 2-1,105-88 1,-60 70-43,4 7-1,192-112 1,-155 118-410,3 6-1,329-109 1,-254 119-259,389-61 0,-178 78 641,-302 45-13,162 11 0,-210 4 49,0 4 0,150 39 1,-175-30 64,0 3 0,-2 3 1,132 72-1,-132-56 328,-1 2 0,-3 4 0,-1 2 0,-3 3 0,-3 3 0,-1 3 0,-4 1 0,72 108 0,-91-112-131,-4 2 0,-2 1-1,-2 2 1,-4 0 0,20 80 0,45 334 366,-81-427-518,43 448 436,-50-468-447,-1 0 0,-1 1 0,-1-1 0,-2-1 0,-1 1 0,-11 33 0,8-40 0,0 0 0,-1-1 0,-1 0 0,0-1 0,-2 0 0,-1-1 0,0 0 0,-21 20 0,-10 3 0,-2-2 0,-1-1 0,-2-3 0,-2-2 0,-1-3 0,-108 47 0,40-30 0,-3-6 0,-159 32 0,124-43-206,-274 17 0,-165-42-206,-322-92 412,14-84 0,571 89-31,12-29-1,286 94 106,1-2 0,0-1 0,2-2 0,0-2 0,-33-28 0,44 31-19,1-1 1,1-1-1,1-1 1,1 0-1,1-2 0,1 0 1,-19-38-1,26 42-55,-10-30 0,19 46 0,-1 0 0,0 0 0,1-1 0,0 1 0,1 0 0,-1 0 0,1-1 0,0 1 0,0 0 0,0-1 0,1 1 0,2-7 0,-2 9 0,1 1 0,-1-1 0,1 0 0,0 1 0,0-1 0,0 1 0,0 0 0,1 0 0,-1-1 0,1 2 0,-1-1 0,1 0 0,0 0 0,0 1 0,-1 0 0,6-2 0,6-2 0,1 0 0,17-2 0,-21 5 0,67-12 0,0 3 0,0 3 0,1 4 0,146 11 0,-151 2 0,-2 4 0,1 3 0,-2 2 0,0 4 0,72 33 0,-68-20 0,-2 2 0,-2 4 0,-1 2 0,87 73 0,-113-79 0,-2 2 0,-1 2 0,-2 2 0,-2 1 0,-2 2 0,-2 2 0,-2 1 0,-3 1 0,-1 1 0,19 57 0,-7-1 0,-5 2 0,27 153 0,-48-177 0,-3 0 0,-4 1 0,-8 153 0,-3-184 0,-3 1 0,-2-2 0,-3 1 0,-27 74 0,25-89 0,-3-1 0,-1 0 0,-2-2 0,-1 0 0,-2-2 0,-38 44 0,5-20 0,-1-2 0,-127 93 0,-150 73 0,304-203 0,-278 165 0,242-150 0,0-4 0,-132 43 0,112-52 0,-2-3 0,-134 12 0,100-24 0,-162-11 0,40-20 0,-317-71 0,329 44 0,-312-109 0,484 137 0,1-3 0,2-2 0,-82-54 0,105 58 0,1-2 0,1-2 0,1 0 0,2-3 0,1 0 0,-32-46 0,34 38 0,2-1 0,2-2 0,2 0 0,2-1 0,1-1 0,3 0 0,1-1 0,-10-64 0,18 73 0,2 0 0,2 0 0,1-1 0,2 1 0,1 0 0,2 0 0,1 0 0,3 0 0,0 1 0,2 0 0,21-46 0,-7 33 0,2 2 0,2 0 0,2 2 0,36-39 0,-64 80-65,1 0 0,-1 0 0,0 0 0,0 0 0,0 0 0,0-1 0,0 1 0,-1 0 0,1-1 0,-1 1 0,0-1 0,0 0 0,-1 1 0,1-1 0,-1 0 0,0 0 0,1 1 0,-2-1 0,1 0 0,-1-4 0,-3-4-6761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54.7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2490 3333 24575,'1'-1'0,"-1"0"0,0 0 0,1 1 0,-1-1 0,0 0 0,1 0 0,-1 1 0,1-1 0,0 0 0,-1 1 0,1-1 0,-1 1 0,1-1 0,0 1 0,-1-1 0,1 1 0,0-1 0,0 1 0,-1-1 0,1 1 0,0 0 0,0 0 0,0-1 0,0 1 0,-1 0 0,1 0 0,2 0 0,27-3 0,-27 3 0,54-5 0,1-1 0,-2-3 0,0-3 0,0-2 0,-1-2 0,63-29 0,-72 24 0,-1-2 0,0-3 0,-2-1 0,-1-2 0,-2-2 0,0-1 0,42-47 0,-20 9 0,-3-3 0,-3-2 0,65-115 0,-54 64 0,81-208 0,-112 237 0,-3-2 0,-6-2 0,-3-1 0,19-199 0,-35 37 0,-11 195 0,-20-126 0,15 154 0,-2 0 0,-2 0 0,-2 1 0,-21-45 0,20 57 0,-1 0 0,-1 0 0,-1 2 0,-2 0 0,0 1 0,-31-27 0,12 17 0,-1 3 0,-2 1 0,-1 2 0,-2 2 0,0 2 0,-2 2 0,-57-19 0,17 13 0,-1 3 0,0 5 0,-113-13 0,25 16 0,-205 6 0,-176 41 0,372-12 0,-232 51 0,336-49 0,1 3 0,2 4 0,0 4 0,2 3 0,-94 55 0,122-58 0,2 1 0,2 3 0,-57 54 0,70-56 0,1 2 0,1 0 0,3 2 0,-40 68 0,35-42 0,2 1 0,-29 95 0,-21 139 0,67-238 0,1 0 0,4 0 0,0 119 0,8-138 0,3 0 0,1-1 0,2 1 0,1-1 0,2-1 0,30 72 0,-23-75 0,1-1 0,1-1 0,2-1 0,1-1 0,1-1 0,33 33 0,-42-49 0,1 1 0,1-2 0,0 0 0,1-1 0,0-1 0,1 0 0,0-2 0,1 0 0,0-1 0,0 0 0,1-2 0,0 0 0,21 2 0,-33-7-273,-1 0 0,0-1 0,1 0 0,11-2 0,-1-2-6553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5.8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1 101 24575,'0'0'0,"0"-1"0,0 1 0,0-1 0,0 1 0,0-1 0,0 1 0,0-1 0,0 0 0,0 1 0,0-1 0,0 1 0,0-1 0,0 1 0,1-1 0,-1 1 0,0-1 0,0 0 0,1 1 0,-1 0 0,0-1 0,1 1 0,-1-1 0,1 0 0,13 4 0,-9-1 0,19 5 0,0-1 0,0-1 0,0-1 0,47 1 0,101-10 0,-152 3 0,225-24 342,-199 17-769,0-2 0,0-2 1,51-21-1,-54 14-6399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6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 24575,'-3'3'0,"1"-1"0,1 1 0,-1 0 0,0 1 0,1-1 0,-1 0 0,1 0 0,0 1 0,0-1 0,0 1 0,1-1 0,-1 1 0,1-1 0,0 1 0,0-1 0,0 4 0,1 6 0,0 0 0,7 24 0,33 87 0,-24-79 0,12 53 0,-26-83 0,0 0 0,-1 0 0,-1 0 0,0 1 0,-1-1 0,-1 0 0,-4 26 0,-16 44-1365,17-66-5461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6.2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164 140 24575,'10'-11'0,"0"0"0,15-23 0,-22 30 0,0 0 0,0-1 0,-1 1 0,0-1 0,0 1 0,0-1 0,-1 0 0,0 0 0,1 0 0,-2 0 0,1 1 0,0-7 0,-1 10 0,0 0 0,0 1 0,0-1 0,0 0 0,0 1 0,-1-1 0,1 0 0,0 0 0,0 1 0,-1-1 0,1 0 0,0 1 0,-1-1 0,1 0 0,-1 1 0,1-1 0,0 1 0,-1-1 0,1 1 0,-1-1 0,0 1 0,1-1 0,-1 1 0,1-1 0,-1 1 0,0 0 0,0-1 0,-1 1 0,1 0 0,-1-1 0,1 1 0,-1 0 0,0 0 0,1 0 0,-1 1 0,1-1 0,-1 0 0,0 1 0,1-1 0,-2 1 0,-5 2 0,1 1 0,0 0 0,-14 8 0,7-1 0,1 1 0,0 0 0,1 0 0,0 1 0,1 1 0,0 0 0,2 0 0,-10 17 0,13-19 0,0 0 0,0 0 0,1 1 0,1 0 0,0 0 0,1 0 0,0 0 0,1 1 0,0-1 0,1 27 0,2-35-54,-1 0-1,1 1 0,1-1 1,-1 0-1,1 0 1,0 0-1,0 0 0,0 0 1,0-1-1,1 1 1,0-1-1,0 1 0,1-1 1,-1 0-1,1 0 0,-1-1 1,1 1-1,1-1 1,-1 0-1,0 0 0,1 0 1,-1 0-1,1-1 1,7 3-1,23 8-6771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6.6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386 185 24575,'25'-24'0,"20"-21"0,-42 41 0,0 0 0,0-1 0,0 1 0,0-1 0,-1 1 0,1-1 0,-1 0 0,-1 0 0,3-7 0,-4 11 0,0-1 0,1 1 0,-1-1 0,0 1 0,0-1 0,0 1 0,-1 0 0,1-1 0,0 1 0,0-1 0,-1 1 0,1-1 0,-1 1 0,1 0 0,-1-1 0,0 1 0,1 0 0,-1 0 0,0-1 0,-2-1 0,1 1 0,-1 0 0,1 0 0,-1 0 0,0 0 0,0 1 0,0-1 0,0 1 0,0 0 0,-3-2 0,-8 0 0,0 0 0,0 1 0,-19-1 0,29 2 0,-23 0 0,0 0 0,0 2 0,-46 8 0,59-7 0,1 1 0,0 1 0,0 0 0,0 0 0,0 1 0,1 1 0,0 0 0,0 1 0,-14 11 0,24-17 0,0 1 0,0-1 0,0 1 0,0 0 0,1 0 0,-1 0 0,1 0 0,-1 0 0,1 0 0,0 0 0,-1 1 0,1-1 0,0 0 0,1 1 0,-1-1 0,0 1 0,1-1 0,-1 1 0,1-1 0,0 1 0,0-1 0,0 1 0,0-1 0,0 1 0,1-1 0,-1 1 0,1-1 0,-1 1 0,1-1 0,0 1 0,0-1 0,0 0 0,0 1 0,1-1 0,1 3 0,5 6 0,1 0 0,0-1 0,1 0 0,0 0 0,13 9 0,19 12 0,64 38 0,-5-6 0,-97-60 0,0 0 0,0 0 0,0 1 0,0-1 0,-1 1 0,1 0 0,3 5 0,-7-8 0,1 0 0,0 0 0,-1 1 0,1-1 0,-1 0 0,1 1 0,-1-1 0,1 1 0,-1-1 0,0 0 0,0 1 0,0-1 0,0 1 0,0-1 0,0 0 0,0 1 0,-1-1 0,1 1 0,0-1 0,-1 0 0,1 1 0,-1-1 0,1 0 0,-1 1 0,0-1 0,0 0 0,1 0 0,-1 0 0,-2 2 0,-2 2 0,1-1 0,-1 0 0,0 0 0,-1-1 0,1 0 0,-1 1 0,1-2 0,-1 1 0,-9 2 0,-62 15 0,60-17 0,-44 8-682,-69 4-1,74-11-6143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33.1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1 310 24575,'0'8'0,"2"1"0,-1 0 0,1 0 0,1-1 0,3 9 0,5 20 0,35 211 0,-46-247 0,8 26 0,-8-26 0,0-1 0,0 1 0,0-1 0,0 0 0,0 1 0,0-1 0,0 0 0,0 1 0,0-1 0,1 0 0,-1 1 0,0-1 0,0 0 0,0 1 0,1-1 0,-1 0 0,0 1 0,0-1 0,1 0 0,-1 0 0,0 1 0,1-1 0,-1 0 0,0 0 0,1 0 0,-1 0 0,0 1 0,1-1 0,-1 0 0,1 0 0,-1 0 0,0 0 0,1 0 0,-1 0 0,0 0 0,1 0 0,-1 0 0,1 0 0,-1 0 0,0 0 0,1 0 0,-1 0 0,0-1 0,1 1 0,-1 0 0,0 0 0,1 0 0,-1 0 0,0-1 0,1 1 0,-1 0 0,0 0 0,1-1 0,-1 1 0,0 0 0,0-1 0,1 1 0,-1 0 0,0-1 0,0 1 0,0 0 0,0-1 0,1 1 0,-1-1 0,14-23 0,11-27 0,5-9 0,7-2 114,3 1 0,66-76 0,113-90-1821,-150 164-5119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7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110 131 24575,'1'-33'0,"0"19"0,-1 0 0,0 0 0,-1 0 0,-3-18 0,4 32 0,0 0 0,0-1 0,0 1 0,0-1 0,0 1 0,0 0 0,0-1 0,-1 1 0,1-1 0,0 1 0,0 0 0,0-1 0,0 1 0,-1 0 0,1-1 0,0 1 0,0 0 0,-1 0 0,1-1 0,0 1 0,0 0 0,-1-1 0,1 1 0,0 0 0,-1 0 0,1 0 0,0 0 0,-1-1 0,1 1 0,0 0 0,-1 0 0,0 0 0,-8 9 0,-6 20 0,-4 21 0,-19 74 0,32-100 0,2 0 0,0 0 0,2 1 0,1-1 0,2 36 0,-1-54 0,1-1 0,-1 0 0,1 1 0,0-1 0,1 0 0,-1 0 0,1 0 0,0 0 0,0 0 0,1 0 0,-1-1 0,1 1 0,0-1 0,1 1 0,-1-1 0,1 0 0,-1-1 0,1 1 0,0 0 0,1-1 0,-1 0 0,0 0 0,1 0 0,0-1 0,0 0 0,0 0 0,0 0 0,0 0 0,0-1 0,0 1 0,0-1 0,1-1 0,-1 1 0,0-1 0,9 0 0,2-2 0,0 0 0,-1-1 0,1 0 0,-1-2 0,0 1 0,0-2 0,0 0 0,-1-1 0,0 0 0,0-1 0,-1-1 0,0 0 0,19-18 0,-2-2 0,-2 0 0,-1-2 0,-2-1 0,23-37 0,-43 62 0,13-19 0,-17 24 0,0 1 0,0 0 0,0 0 0,0 0 0,0 0 0,0 0 0,0 0 0,0 1 0,0-1 0,0 0 0,0 0 0,0 1 0,1-1 0,-1 1 0,0-1 0,1 1 0,1-1 0,-2 1 0,0 1 0,-1-1 0,1 0 0,-1 1 0,1-1 0,-1 1 0,1-1 0,-1 1 0,1-1 0,-1 1 0,1-1 0,-1 1 0,0-1 0,1 1 0,-1-1 0,0 1 0,1 0 0,-1-1 0,0 1 0,0 0 0,0-1 0,0 1 0,0 0 0,1-1 0,-1 1 0,-1 1 0,2 23 0,-1-21 0,0 4 0,0 9 0,0 0 0,1-1 0,1 1 0,6 24 0,-6-35 0,-1-1 0,2 0 0,-1 0 0,0 0 0,1 0 0,0-1 0,0 1 0,1-1 0,-1 0 0,1 0 0,0 0 0,0 0 0,0 0 0,0-1 0,1 0 0,-1 0 0,1 0 0,5 2 0,-3-2 0,0 0 0,0 0 0,0 0 0,0-1 0,1 0 0,-1 0 0,1-1 0,-1 0 0,1-1 0,-1 1 0,1-1 0,-1-1 0,1 0 0,-1 0 0,1 0 0,-1-1 0,1 0 0,-1 0 0,0-1 0,0 0 0,0 0 0,0 0 0,-1-1 0,0 0 0,1-1 0,-1 1 0,-1-1 0,1 0 0,-1-1 0,0 1 0,0-1 0,0 0 0,-1-1 0,0 1 0,0-1 0,3-7 0,0-2 0,-1 1 0,-1-2 0,0 1 0,4-30 0,0-67 0,-8 106 0,-1 5 0,0 0 0,0 0 0,0 1 0,0-1 0,1 0 0,-1 1 0,0-1 0,1 0 0,-1 1 0,1-1 0,0 1 0,0-1 0,0 1 0,1-3 0,-1 3 0,0 1 0,-1 0 0,1-1 0,0 1 0,0 0 0,0-1 0,0 1 0,0 0 0,0 0 0,0 0 0,0 0 0,-1 0 0,1 0 0,0 0 0,0 0 0,0 0 0,0 0 0,0 1 0,0-1 0,0 0 0,0 0 0,-1 1 0,1-1 0,0 1 0,0-1 0,0 1 0,0 0 0,27 14 0,0-2 0,0 0 0,42 11 0,-68-23 0,1-1 0,-1 1 0,1 0 0,-1 0 0,1 0 0,-1 0 0,1 0 0,-1 1 0,0-1 0,0 1 0,0-1 0,0 1 0,0 0 0,0 0 0,0 0 0,1 3 0,-2-3 0,0 1 0,0 0 0,0-1 0,0 1 0,0 0 0,-1 0 0,0 0 0,1 0 0,-1 0 0,0 0 0,0 0 0,-1 0 0,1 0 0,-2 4 0,-1 9 0,-9 45 0,-7 119 0,18-161 0,0 27 0,1-43 0,1 0 0,-1 1 0,1-1 0,-1 0 0,1 0 0,0 0 0,0 0 0,0 0 0,1 0 0,2 5 0,4-2-1365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7.8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1 103 24575,'3'-7'0,"1"-7"0,0-6 0,3-1 0,-1-1 0,-1 3-8191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8.3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39 207 24575,'-6'6'0,"5"-5"0,0 0 0,0 0 0,-1 0 0,1 0 0,0 0 0,0 0 0,0 0 0,0 1 0,1-1 0,-1 0 0,0 1 0,0-1 0,1 0 0,-1 1 0,1-1 0,-1 1 0,1-1 0,0 1 0,0 0 0,-1-1 0,1 1 0,0-1 0,0 1 0,0-1 0,1 1 0,-1-1 0,1 3 0,6 28 0,17 52 0,-14-56 0,-2 1 0,8 50 0,-13-59 0,-2 1 0,-1-1 0,0 1 0,-2 0 0,0-1 0,-1 1 0,-1-1 0,-1 0 0,-1 0 0,-1-1 0,0 1 0,-14 23 0,21-42 0,0 0 0,-1 0 0,1 0 0,-1 0 0,1 0 0,-1 0 0,0 0 0,1-1 0,-1 1 0,0 0 0,0 0 0,0 0 0,0-1 0,1 1 0,-1 0 0,0-1 0,0 1 0,0-1 0,0 1 0,-2 0 0,2-2 0,1 1 0,-1 0 0,0-1 0,1 1 0,-1-1 0,1 1 0,-1-1 0,1 1 0,-1-1 0,1 1 0,-1-1 0,1 1 0,0-1 0,-1 1 0,1-1 0,0 0 0,-1 1 0,1-1 0,0 0 0,0 1 0,0-1 0,0 0 0,0 0 0,-2-10 0,1 1 0,0-1 0,0-10 0,5-50 0,3 1 0,3 0 0,3 1 0,3 0 0,3 1 0,3 1 0,31-66 0,-47 118 0,1 1 0,0 0 0,1 1 0,19-25 0,-25 36 0,0-1 0,0 1 0,0 0 0,1 0 0,-1-1 0,1 2 0,0-1 0,-1 0 0,1 0 0,0 1 0,0 0 0,0-1 0,0 1 0,1 0 0,-1 1 0,0-1 0,0 0 0,0 1 0,1 0 0,-1 0 0,0 0 0,1 0 0,-1 0 0,0 1 0,0-1 0,1 1 0,-1 0 0,0 0 0,6 3 0,-2-1 0,0 1 0,-1 1 0,1-1 0,-1 1 0,0 0 0,0 1 0,0-1 0,-1 1 0,0 0 0,0 0 0,0 1 0,-1 0 0,0 0 0,0 0 0,-1 0 0,0 0 0,0 1 0,0-1 0,1 10 0,-3-11 0,0 1 0,0 0 0,0 0 0,-1 0 0,0 0 0,0 0 0,-1 0 0,0 0 0,0-1 0,0 1 0,-1 0 0,0-1 0,-1 1 0,1-1 0,-1 1 0,-1-1 0,1 0 0,-1 0 0,0-1 0,0 1 0,0-1 0,-7 6 0,-4 1-170,-1-1-1,-1-1 0,0 0 1,0-1-1,-1-1 0,0-1 1,-20 6-1,-20 6-6655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34.4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1 537 24575,'22'11'0,"-19"-10"0,1 0 0,-1 0 0,0 0 0,0 1 0,0-1 0,0 1 0,-1 0 0,1 0 0,0 0 0,-1 0 0,1 1 0,-1-1 0,0 0 0,0 1 0,0 0 0,0 0 0,0-1 0,-1 1 0,1 0 0,0 4 0,21 67 0,4 11 0,-24-76 0,1-1 0,0 1 0,1-1 0,0 0 0,0 0 0,12 13 0,-16-19 0,1 0 0,-1-1 0,1 1 0,0-1 0,0 0 0,-1 1 0,1-1 0,0 0 0,0 0 0,0 0 0,0 0 0,0-1 0,0 1 0,0-1 0,0 1 0,1-1 0,-1 1 0,0-1 0,0 0 0,0 0 0,0 0 0,1-1 0,-1 1 0,0 0 0,0-1 0,0 1 0,0-1 0,0 0 0,0 0 0,0 0 0,0 0 0,3-2 0,4-4 0,0 0 0,0 0 0,-1-1 0,0 0 0,7-11 0,-12 15 0,128-158 0,-57 67 0,145-144 0,-176 200-227,2 1-1,2 3 1,1 2-1,2 1 1,86-39-1,-58 40-6598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9.3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72 160 24575,'5'-7'0,"0"1"0,0-1 0,-1 1 0,6-14 0,4-5 0,2-5 0,-13 23 0,1-1 0,0 1 0,1 0 0,-1 0 0,1 0 0,7-7 0,-12 14 0,0 0 0,0 0 0,0 0 0,1 0 0,-1-1 0,0 1 0,0 0 0,0 0 0,0 0 0,1 0 0,-1 0 0,0 0 0,0 0 0,0 0 0,0 0 0,1-1 0,-1 1 0,0 0 0,0 0 0,0 0 0,1 0 0,-1 0 0,0 0 0,0 0 0,0 0 0,1 0 0,-1 1 0,0-1 0,0 0 0,0 0 0,1 0 0,-1 0 0,0 0 0,0 0 0,0 0 0,0 0 0,1 0 0,-1 1 0,3 8 0,-3 15 0,-5 12 0,-2 0 0,-15 43 0,-31 71 0,22-63 0,21-59 54,-25 77 216,31-89-608,0 0 0,2 0 1,-1 0-1,1 26 0,4-21-6488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09.9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204 279 24575,'-7'-17'0,"0"0"0,-2 0 0,-16-26 0,14 27 0,2 0 0,0-1 0,-8-22 0,16 36 0,0 1 0,0-1 0,0 1 0,1-1 0,-1 1 0,1-1 0,-1 0 0,1 1 0,0-1 0,0 0 0,1 1 0,-1-1 0,0 0 0,1 1 0,0-1 0,-1 1 0,1-1 0,0 1 0,0-1 0,3-3 0,-2 3 0,1 1 0,-1-1 0,1 1 0,0-1 0,0 1 0,0 0 0,0 0 0,0 0 0,0 1 0,1-1 0,-1 1 0,1 0 0,4-2 0,11 0 0,0 0 0,1 1 0,-1 0 0,28 3 0,-44-1 0,18 1 0,0 0 0,0 2 0,0 1 0,23 6 0,-33-6 0,0 0 0,0 0 0,0 1 0,-1 0 0,1 1 0,-1 0 0,-1 1 0,18 14 0,-24-18 0,0 0 0,0 1 0,0-1 0,0 1 0,-1-1 0,0 1 0,1 0 0,-1 0 0,-1 0 0,1 0 0,-1 0 0,1 0 0,-1 0 0,0 1 0,-1-1 0,2 9 0,-3-7 0,0 1 0,0-1 0,0 0 0,0 0 0,-1 1 0,0-1 0,-1 0 0,1-1 0,-1 1 0,-5 8 0,-6 5 0,0-1 0,-1 0 0,-1-2 0,-1 1 0,-24 17 0,13-11 0,-2-2 0,0 0 0,-1-2 0,-1-2 0,0-1 0,-59 20 0,88-35 0,1 0 0,-1 0 0,1-1 0,-1 1 0,0-1 0,1 0 0,-1 0 0,0 0 0,1 0 0,-1 0 0,0 0 0,1-1 0,-4 0 0,6 0 0,-1 1 0,1 0 0,-1 0 0,1-1 0,-1 1 0,1 0 0,0-1 0,-1 1 0,1-1 0,-1 1 0,1 0 0,0-1 0,-1 1 0,1-1 0,0 1 0,0-1 0,0 1 0,-1-1 0,1 1 0,0-1 0,0 1 0,0-1 0,0 1 0,0-2 0,0 1 0,0-1 0,0 1 0,1-1 0,-1 0 0,0 1 0,1-1 0,0 1 0,-1-1 0,1 1 0,0-1 0,2-2 0,3-6 0,2 0 0,-1 0 0,2 1 0,-1 0 0,1 0 0,0 1 0,1 0 0,0 1 0,19-11 0,-26 17 0,1 0 0,-1 0 0,1 1 0,0-1 0,-1 1 0,1 0 0,0 0 0,-1 0 0,1 1 0,-1-1 0,1 1 0,-1 0 0,1 0 0,-1 0 0,1 0 0,4 3 0,10 5 0,29 20 0,-30-18 0,141 93 0,-156-103 0,0 1 0,0-1 0,0 0 0,-1 0 0,1 1 0,0-1 0,-1 1 0,1 0 0,-1-1 0,1 1 0,-1 0 0,0 0 0,0 0 0,0 0 0,0 0 0,0 0 0,0 0 0,0 0 0,-1 1 0,1-1 0,-1 0 0,0 0 0,1 1 0,-1-1 0,0 0 0,0 0 0,-1 1 0,1-1 0,0 0 0,-1 0 0,1 0 0,-1 1 0,0-1 0,0 0 0,0 0 0,0 0 0,0 0 0,0 0 0,0 0 0,-1-1 0,-2 4 0,-7 7 0,0 0 0,-2-1 0,1-1 0,-1 0 0,-1 0 0,1-1 0,-2-1 0,1-1 0,-1 0 0,-26 8 0,21-8 0,0-2 0,0 0 0,-1-2 0,0 0 0,0-1 0,0-1 0,-40-3 0,50 0 49,1 0 0,0 0 0,0 0-1,0-2 1,0 1 0,-11-6 0,16 6-192,0 0 1,-1 0 0,1-1 0,1 0-1,-1 0 1,0 0 0,1 0 0,0-1 0,0 1-1,0-1 1,-5-9 0,0-6-6684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10.3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47 24575,'35'-9'0,"55"-7"0,-13 2 0,-64 11 0,-10 2 0,1 0 0,0 0 0,-1 0 0,1 1 0,0-1 0,6 1 0,-11 1 0,1 0 0,-1 0 0,1 0 0,-1 0 0,0 0 0,1 0 0,-1-1 0,0 1 0,0 0 0,0 0 0,1-1 0,-1 1 0,0-1 0,0 1 0,0 0 0,-1 0 0,-32 19 0,1 1 0,0 2 0,-29 27 0,53-42 0,0 1 0,0 0 0,1 1 0,0 0 0,1 0 0,0 0 0,0 1 0,1 0 0,1 0 0,0 1 0,0 0 0,1 0 0,-4 21 0,7-27 0,1-1 0,-1 1 0,1 0 0,1-1 0,-1 1 0,1 0 0,0-1 0,0 1 0,0-1 0,1 1 0,0-1 0,0 1 0,0-1 0,6 8 0,-4-6 0,1-1 0,0-1 0,0 1 0,1-1 0,0 0 0,0 0 0,0 0 0,0-1 0,14 7 0,-4-4 0,1 0 0,0-1 0,0-1 0,0-1 0,1 0 0,-1-1 0,1-1 0,31-1 0,-36-1 0,-1-1 0,1-1 0,0 0 0,-1 0 0,1-1 0,-1-1 0,0 0 0,0-1 0,-1 0 0,17-9 0,-21 9 0,0-1 0,0 1 0,0-1 0,-1 0 0,0 0 0,0-1 0,0 0 0,-1 0 0,0 0 0,-1-1 0,1 1 0,-1-1 0,-1 0 0,1 0 0,-2-1 0,3-8 0,-3 8 0,0 0 0,-1-1 0,0 1 0,-1-1 0,0 1 0,0-1 0,-1 1 0,0-1 0,-1 1 0,0 0 0,0 0 0,-1-1 0,0 2 0,-1-1 0,0 0 0,0 1 0,-1-1 0,0 1 0,-7-8 0,4 7 0,0 0 0,-1 1 0,0-1 0,0 2 0,-1-1 0,1 1 0,-2 1 0,1 0 0,-1 0 0,0 1 0,0 1 0,-1 0 0,1 0 0,-20-3 0,18 5 69,-1 0-1,0 1 0,0 1 0,-14 1 1,23-1-164,1 0 0,0 1 0,-1 0 0,1 0 1,0 0-1,0 0 0,0 1 0,0-1 0,0 1 0,0 0 1,0 0-1,1 1 0,-1-1 0,1 1 0,-1-1 1,1 1-1,-3 4 0,0 4-6731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10.7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753 77 24575,'29'1'0,"-20"0"0,0-1 0,-1 1 0,1-1 0,-1-1 0,1 0 0,0 0 0,-1-1 0,0 0 0,12-4 0,-19 6 0,-1-1 0,1 1 0,-1 0 0,1 0 0,-1-1 0,1 1 0,-1 0 0,1-1 0,-1 1 0,0 0 0,1-1 0,-1 1 0,1-1 0,-1 1 0,0-1 0,1 1 0,-1-1 0,0 1 0,0-1 0,1 1 0,-1-1 0,0 1 0,0-1 0,0 1 0,0-1 0,0 1 0,0-1 0,0 0 0,0 1 0,0-1 0,0 1 0,0-1 0,0 1 0,0-1 0,0 0 0,0 1 0,-1-1 0,1 1 0,0-1 0,0 1 0,-1-1 0,1 1 0,0-1 0,-1 1 0,1-1 0,0 1 0,-1 0 0,1-1 0,-1 1 0,1 0 0,-1-1 0,-2-2 0,-1 0 0,1 1 0,0-1 0,-1 1 0,-7-3 0,-5-1 0,0 1 0,-1 1 0,1 1 0,-1 0 0,0 1 0,0 1 0,0 0 0,0 1 0,0 1 0,-22 4 0,34-3 0,-1-1 0,0 0 0,0 1 0,1 0 0,-1 0 0,1 1 0,0 0 0,-1 0 0,1 0 0,0 0 0,1 1 0,-1 0 0,1 0 0,0 0 0,-1 0 0,2 1 0,-1 0 0,1 0 0,-1 0 0,1 0 0,1 0 0,-1 1 0,1-1 0,0 1 0,0-1 0,0 1 0,1 0 0,0 0 0,0 0 0,1 0 0,0 0 0,0 0 0,0 0 0,0 0 0,1-1 0,0 1 0,3 10 0,0-5 0,0 0 0,0 0 0,1-1 0,1 0 0,0 0 0,0 0 0,1-1 0,8 10 0,10 8 0,35 29 0,-39-37 0,0 1 0,37 44 0,-57-63 0,0 1 0,0-1 0,1 1 0,-1 0 0,0 0 0,0-1 0,-1 1 0,1 0 0,0 0 0,0 0 0,-1 0 0,0 0 0,1 0 0,-1 0 0,0 0 0,0 0 0,0 0 0,0 0 0,0 0 0,0 0 0,-1 0 0,1 0 0,-2 3 0,1-2 0,-1-1 0,0 0 0,1 0 0,-1-1 0,0 1 0,0 0 0,0-1 0,0 1 0,-1-1 0,1 1 0,0-1 0,-1 0 0,1 0 0,0 0 0,-1 0 0,1-1 0,-1 1 0,-4 0 0,-11 1 0,0 0 0,1-2 0,-1 0 0,0 0 0,-22-5 0,-91-22 0,108 22 0,-362-102-1365,309 83-5461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35.1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78 24575,'0'0'0,"1"0"0,-1 0 0,1 0 0,-1 0 0,0 1 0,1-1 0,-1 0 0,0 0 0,1 0 0,-1 1 0,0-1 0,1 0 0,-1 0 0,0 0 0,1 1 0,-1-1 0,0 0 0,0 1 0,1-1 0,-1 0 0,0 1 0,0-1 0,0 0 0,1 1 0,-1-1 0,0 0 0,0 1 0,0-1 0,0 1 0,0-1 0,0 0 0,0 1 0,0-1 0,0 1 0,0-1 0,0 0 0,0 1 0,0-1 0,0 0 0,0 1 0,0-1 0,-1 1 0,1-1 0,0 0 0,0 1 0,0-1 0,-1 0 0,1 1 0,-11 22 0,10-21 0,-19 35 0,-34 71 0,47-94 0,2 1 0,0 0 0,1 0 0,1 0 0,-3 26 0,6-40 0,-1 1 0,1 0 0,0-1 0,0 1 0,0-1 0,0 1 0,1 0 0,-1-1 0,0 1 0,1-1 0,-1 1 0,1-1 0,-1 1 0,1-1 0,0 1 0,-1-1 0,1 0 0,2 3 0,-2-3 0,0-1 0,0 1 0,0-1 0,0 1 0,0-1 0,0 1 0,1-1 0,-1 0 0,0 1 0,0-1 0,0 0 0,1 0 0,-1 0 0,0 0 0,0 0 0,0 0 0,1 0 0,-1 0 0,1-1 0,7-2 0,0 0 0,0-1 0,-1 0 0,16-10 0,-23 14 0,221-147 314,98-56-1993,-253 169-5147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21.6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1 162 24575,'0'-6'0,"1"1"0,-1-1 0,1 0 0,1 1 0,-1-1 0,1 0 0,0 1 0,0 0 0,1-1 0,-1 1 0,1 0 0,6-7 0,-8 11 0,0 1 0,0-1 0,0 1 0,1 0 0,-1-1 0,0 1 0,0 0 0,0 0 0,1 0 0,-1 0 0,0 0 0,0 0 0,0 0 0,1 0 0,-1 0 0,0 1 0,0-1 0,0 0 0,0 1 0,0-1 0,1 1 0,-1-1 0,0 1 0,0 0 0,0-1 0,0 1 0,-1 0 0,3 1 0,24 28 0,-17-14 0,0 0 0,-2 1 0,0 0 0,12 35 0,14 77 0,-26-96 0,16 94 0,-18-84 0,3 1 0,1-1 0,29 76 0,-36-114 0,-1 0 0,0 0 0,1-1 0,0 1 0,0-1 0,0 0 0,1 0 0,-1 0 0,1 0 0,8 6 0,-9-8 0,0-1 0,0 1 0,0-1 0,0 0 0,0 0 0,0 0 0,0-1 0,0 1 0,0 0 0,1-1 0,-1 0 0,0 0 0,0 0 0,0 0 0,1-1 0,-1 1 0,0-1 0,0 0 0,4-1 0,6-3 0,0-1 0,-1-1 0,0 1 0,0-2 0,-1 0 0,0 0 0,0-1 0,-1 0 0,18-22 0,-1-1 0,-2-2 0,21-37 0,-20 24 0,-1-1 0,-2-1 0,-3-1 0,-2 0 0,-2-2 0,-2 0 0,-2 0 0,-3-2 0,3-81 0,-11 122 0,-2 15 0,3 21 0,2-7-38,1 1-1,1-1 0,12 25 0,-8-18-1171,1 3-5616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22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2 419 24575,'-1'-26'0,"1"17"0,-1-1 0,1 1 0,3-17 0,-1 25 0,2 8 0,1 9 0,73 444 0,-76-439 0,-1-6 0,0-30 0,-3-129 0,-9-276 0,10 393 0,-2-4 0,5-59 0,-2 82 0,1 1 0,0 0 0,0 0 0,1 0 0,0 0 0,0 0 0,1 1 0,0-1 0,0 1 0,0-1 0,1 1 0,0 0 0,9-11 0,-10 15 0,0-1 0,0 1 0,1-1 0,-1 1 0,0 0 0,1 1 0,0-1 0,-1 0 0,1 1 0,0 0 0,0 0 0,8-1 0,-5 1 0,1 1 0,0 0 0,0 1 0,-1-1 0,1 2 0,9 1 0,4 3 0,-1 1 0,0 1 0,35 20 0,-27-12 0,-2 0 0,45 38 0,-62-47 0,-2 0 0,1 1 0,-1 0 0,0 0 0,0 0 0,-1 1 0,0 0 0,-1 1 0,0-1 0,0 1 0,5 19 0,-9-25 0,0 0 0,0 0 0,-1 0 0,0 1 0,0-1 0,0 0 0,0 0 0,-1 0 0,1 0 0,-1 0 0,0 0 0,0 0 0,-1 0 0,1-1 0,-1 1 0,0 0 0,0-1 0,0 1 0,0-1 0,-1 1 0,0-1 0,1 0 0,-1 0 0,0-1 0,0 1 0,0 0 0,-5 2 0,-4 3 0,-1-1 0,0-1 0,-1 0 0,1 0 0,-1-1 0,-18 4 0,-4-1-341,-1-2 0,1-1-1,-66-1 1,39-6-6485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7:22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3299 455 24575,'-17'-22'0,"-1"1"0,-1 0 0,-1 2 0,0 1 0,-1 0 0,-47-29 0,17 16-112,-1 2 0,-2 2 0,-99-34-1,50 29-111,-130-23 0,110 33-46,0 6 1,-1 6 0,0 5 0,-1 5 0,1 6 0,0 5-1,-128 28 1,159-17 70,1 4-1,1 3 1,-162 78 0,184-71 135,3 3 1,1 2 0,1 4 0,3 2 0,-68 69-1,89-75-29,1 1-1,2 3 0,3 1 1,1 1-1,3 2 0,1 1 1,3 1-1,-27 74 0,42-90 8,1 0-1,2 0 0,1 1 1,2 1-1,-1 72 0,7-79 107,2 0-1,1-1 0,1 1 1,1-1-1,2 0 0,1 0 1,1-1-1,14 27 0,-3-16-33,2-2-1,2 0 1,1-1 0,2-2-1,1 0 1,1-2-1,2-2 1,58 43-1,-15-19-18,3-4 0,2-3 0,95 40 0,-35-28-20,4-6-1,1-7 1,2-5-1,2-8 1,1-5 0,2-7-1,0-7 1,0-7-1,292-23 1,-345 5 54,-2-4 0,0-5 0,-1-4 0,-1-4 0,-2-4 0,111-54 0,-147 57-36,-1-3 0,-1-2-1,-2-2 1,-1-3 0,-2-2 0,-2-2 0,-2-2 0,-2-3-1,-2-1 1,56-85 0,-70 88 34,-2-2-1,-2-1 1,-2-1 0,-2-1-1,-2 0 1,-3-2 0,-2 0-1,8-70 1,-17 84-12,-1 0-1,-3 0 1,-1 0-1,-1 0 1,-3 0 0,-1 1-1,-2 0 1,-1 0 0,-2 0-1,-2 1 1,-1 1 0,-26-47-1,18 47 14,-2 2-1,-1 0 0,-2 2 1,0 1-1,-3 1 0,0 2 0,-2 1 1,-1 1-1,0 2 0,-45-24 1,4 9-83,-2 3 0,-1 3-1,-162-45 1,40 29-989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25.9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20 24575,'-3'0'0,"-2"-3"0,5-1 0,4 0 0,11 1 0,12 1 0,14 0 0,13 1 0,12 1 0,8 0 0,4 0 0,-3 0 0,-4 0 0,-14 1-8191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26.0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0 24575,'-3'4'0,"-1"6"0,3 5 0,8 3 0,13-1 0,14-1 0,18 0 0,18 4 0,19-2 0,14 0 0,10-1 0,5 0 0,-18-2-8191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28.9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327 131 24575,'7'-8'0,"0"0"0,0-1 0,-1 0 0,0-1 0,-1 1 0,8-18 0,9-15 0,-15 33 0,-2 11 0,-4 0 0,-1-1 0,1 0 0,-1 1 0,0-1 0,0 0 0,1 1 0,-1-1 0,0 1 0,0-1 0,0 0 0,0 1 0,-1 1 0,-15 71-124,-2 0 0,-4-1 0,-3-2 0,-3 0 0,-4-2 0,-2-2-1,-3 0 1,-3-3 0,-3-1 0,-54 60 0,76-99-6702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29.3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24575,'14'69'0,"-12"-51"0,0 0 0,1 0 0,1-1 0,1 1 0,12 29 0,-15-43 0,-1 0 0,1-1 0,0 1 0,0-1 0,1 1 0,-1-1 0,1 0 0,0 0 0,0 0 0,0 0 0,0-1 0,0 1 0,0-1 0,1 0 0,-1 1 0,1-2 0,0 1 0,0 0 0,-1-1 0,1 0 0,0 0 0,0 0 0,0 0 0,0-1 0,0 1 0,0-1 0,1 0 0,-1 0 0,0-1 0,0 1 0,7-3 0,5-1 0,-1-1 0,1-1 0,-1-1 0,0 0 0,-1-1 0,0 0 0,16-13 0,87-78 0,-102 82 0,-11 13 0,-1 1 0,1-1 0,-1 0 0,1 1 0,0 0 0,0 0 0,7-3 0,-11 6-31,0-1 0,1 1 0,-1 0 0,0 0 0,1 0 0,-1 0 0,1 0 0,-1 0 0,0 0 0,1-1 0,-1 1 0,0 0 0,1 0 0,-1 1 0,0-1 0,1 0 0,-1 0 0,1 0 0,-1 0 0,0 0 0,1 0 0,-1 0 0,0 1 0,1-1-1,-1 0 1,0 0 0,1 0 0,-1 1 0,0-1 0,0 0 0,1 0 0,-1 1 0,0-1 0,0 0 0,0 1 0,1-1 0,-1 0 0,0 1 0,0-1 0,0 0 0,0 1 0,0-1 0,1 1 0,1 9-6795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29.9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1284 72 24575,'-5'0'0,"-1"-1"0,0 0 0,1-1 0,-1 1 0,-5-4 0,-14-3 0,-48-6 0,-85-6 0,-75 6 0,198 12 0,-89-1 0,0 5 0,1 5 0,-124 24 0,162-19-1365,68-10-5461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0.2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270 11 24575,'25'-8'0,"-19"5"0,-20 7 0,3 0 0,-56 17 0,-97 45 0,158-63 0,1 0 0,-1 0 0,1 1 0,-7 6 0,11-10 0,0 1 0,1-1 0,-1 1 0,0 0 0,1-1 0,-1 1 0,0 0 0,1 0 0,-1-1 0,1 1 0,-1 0 0,1 0 0,-1 0 0,1 0 0,0 0 0,0 0 0,-1 0 0,1 0 0,0 0 0,0 0 0,0 0 0,0 0 0,0 0 0,0 0 0,0-1 0,0 1 0,0 0 0,1 0 0,-1 0 0,0 0 0,0 0 0,1 0 0,-1 0 0,1 0 0,-1 0 0,2 1 0,5 5 0,1-1 0,0 0 0,1 0 0,-1-1 0,1 0 0,0 0 0,15 5 0,5 3 0,1 2-227,-1 2-1,0 1 1,-1 1-1,-1 2 1,33 31-1,-30-21-6598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1.0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353 43 24575,'0'-1'0,"1"-1"0,-1 1 0,0-1 0,0 1 0,0-1 0,-1 0 0,1 1 0,0-1 0,0 1 0,-1-1 0,1 1 0,-1-1 0,0 1 0,1 0 0,-1-1 0,0 1 0,0 0 0,0-1 0,0 1 0,0 0 0,0 0 0,0 0 0,0 0 0,0 0 0,0 0 0,-1 0 0,1 0 0,0 0 0,-1 0 0,1 1 0,-1-1 0,1 1 0,-1-1 0,1 1 0,-1 0 0,1-1 0,-1 1 0,1 0 0,-1 0 0,1 0 0,-1 0 0,-2 1 0,-7 1 0,0 0 0,0 1 0,0 0 0,-20 9 0,19-7 0,-29 12 0,16-6 0,0-2 0,0 0 0,0-1 0,-34 5 0,58-13 0,0 0 0,1 0 0,-1 0 0,0 1 0,0-1 0,1 0 0,-1 0 0,0 0 0,0 0 0,0 0 0,1 0 0,-1 0 0,0-1 0,0 1 0,1 0 0,-1 0 0,0-1 0,0 1 0,1 0 0,-1-1 0,0 1 0,1 0 0,-1-1 0,0 1 0,1-1 0,-1 0 0,1 1 0,-1-1 0,1 1 0,-1-1 0,1 0 0,-1 0 0,1 0 0,0 0 0,0 0 0,1 0 0,-1 0 0,1 0 0,-1 1 0,0-1 0,1 0 0,-1 0 0,1 0 0,0 1 0,-1-1 0,1 0 0,0 1 0,-1-1 0,1 1 0,0-1 0,0 0 0,-1 1 0,1 0 0,0-1 0,0 1 0,0-1 0,0 1 0,0 0 0,-1 0 0,1 0 0,1-1 0,3 0 0,0-1 0,0 1 0,0 0 0,1 1 0,-1-1 0,0 1 0,0 0 0,0 0 0,1 1 0,-1-1 0,0 1 0,0 0 0,0 1 0,0-1 0,0 1 0,0 0 0,-1 0 0,1 1 0,4 2 0,-2 1 0,0 0 0,0 0 0,0 1 0,-1 0 0,0 0 0,0 0 0,0 1 0,-1 0 0,7 15 0,2 8-263,15 52 0,-24-67-576,4 10-5987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1.2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 24575,'-3'0'0,"-1"3"0,3 4 0,5 4 0,8 4 0,8 4 0,10 9 0,10 9 0,9 8 0,10 8 0,7 8 0,5 9 0,2 5 0,-1 2 0,-14-12-8191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3.8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24575,'2'0'0,"0"0"0,0 1 0,0 0 0,-1-1 0,1 1 0,0 0 0,0 0 0,0 0 0,0 0 0,-1 0 0,1 1 0,0-1 0,-1 0 0,0 1 0,1 0 0,-1-1 0,0 1 0,1-1 0,-1 1 0,0 0 0,0 0 0,-1 0 0,2 3 0,4 8 0,-1 1 0,3 17 0,-5-21 0,18 64 0,4-2 0,49 100 0,-72-167 0,1 1 0,0-1 0,1 0 0,-1 0 0,1 0 0,0 0 0,1 0 0,4 4 0,-8-8 0,0-1 0,1 1 0,-1 0 0,0 0 0,0-1 0,1 1 0,-1-1 0,0 1 0,1-1 0,-1 0 0,0 1 0,1-1 0,-1 0 0,1 0 0,-1 0 0,0 0 0,1 0 0,-1 0 0,1 0 0,-1-1 0,0 1 0,1 0 0,-1-1 0,0 1 0,1-1 0,-1 1 0,0-1 0,0 0 0,1 0 0,-1 1 0,0-1 0,0 0 0,0 0 0,0 0 0,0 0 0,0 0 0,0-1 0,-1 1 0,1 0 0,0 0 0,0-2 0,9-15 0,-1-1 0,-1 1 0,-1-1 0,-1-1 0,7-33 0,-4 13 0,5-18 0,10-34 0,-15 72-1365,0 8-5461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4.2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62 24575,'1'10'0,"0"-1"0,1 0 0,3 14 0,1 7 0,-4-20 0,33 251 0,-34-257 0,1 22 0,-2-25 0,0 0 0,0 0 0,0-1 0,0 1 0,0 0 0,0 0 0,0 0 0,0 0 0,0 0 0,-1 0 0,1-1 0,0 1 0,-1 0 0,1 0 0,0 0 0,-1-1 0,1 1 0,-1 0 0,1 0 0,-1-1 0,1 1 0,-2 0 0,2-1 0,-1 0 0,0 0 0,1-1 0,-1 1 0,0 0 0,1-1 0,-1 1 0,0 0 0,1-1 0,-1 1 0,1-1 0,-1 1 0,1-1 0,-1 1 0,1-1 0,-1 1 0,1-1 0,0 1 0,-1-1 0,1 0 0,0 1 0,-1-1 0,1 0 0,0 1 0,0-1 0,-1 0 0,1 1 0,0-2 0,-6-22 0,6 24 0,-11-52 0,-5-79 0,15 112 0,0 0 0,2 0 0,0 0 0,1 0 0,1 1 0,1-1 0,10-29 0,-13 44 0,1 0 0,0 0 0,1 0 0,-1 0 0,1 1 0,0-1 0,0 1 0,0 0 0,0 0 0,0 0 0,1 0 0,-1 0 0,1 1 0,0 0 0,0 0 0,0 0 0,6-2 0,-8 3 0,0 0 0,0 1 0,1-1 0,-1 1 0,0 0 0,0-1 0,1 1 0,-1 0 0,0 1 0,1-1 0,-1 0 0,0 1 0,0-1 0,1 1 0,-1-1 0,0 1 0,0 0 0,0 0 0,0 0 0,0 1 0,0-1 0,0 0 0,0 1 0,0-1 0,-1 1 0,1-1 0,-1 1 0,1 0 0,-1 0 0,1 0 0,-1 0 0,0 0 0,0 0 0,1 3 0,-1-3 0,0 1 0,-1 0 0,1-1 0,-1 1 0,1 0 0,-1-1 0,0 1 0,0 0 0,0 0 0,0-1 0,-1 1 0,1 0 0,-1 0 0,1-1 0,-1 1 0,0-1 0,0 1 0,0-1 0,-1 1 0,1-1 0,-1 1 0,1-1 0,-1 0 0,0 0 0,0 0 0,-2 3 0,-6 4 0,-1 0 0,1 0 0,-24 13 0,-14 6-1365,-1-3-5461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6.6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 24575,'0'-1'0,"0"0"0,0 0 0,0 0 0,0-1 0,0 1 0,1 0 0,-1 0 0,0 0 0,0 0 0,1-1 0,-1 1 0,2-2 0,-2 3 0,1 0 0,-1-1 0,0 1 0,0 0 0,1 0 0,-1 0 0,0-1 0,1 1 0,-1 0 0,0 0 0,1 0 0,-1 0 0,0-1 0,1 1 0,-1 0 0,0 0 0,1 0 0,-1 0 0,0 0 0,1 0 0,-1 0 0,1 0 0,-1 0 0,0 0 0,1 0 0,-1 0 0,1 1 0,0 0 0,1-1 0,-1 1 0,1 0 0,-1 1 0,1-1 0,-1 0 0,0 0 0,1 0 0,-1 1 0,0-1 0,0 1 0,0-1 0,0 1 0,0-1 0,0 4 0,9 23 0,-2 1 0,-1 1 0,-1 0 0,2 38 0,0-6 0,-5-35 0,7 35 0,-9-57 0,0 0 0,0 0 0,1 0 0,0-1 0,0 1 0,0-1 0,1 1 0,0-1 0,4 6 0,-6-8 0,1-1 0,-1 0 0,0 1 0,0-1 0,1 0 0,-1 0 0,1 0 0,-1 0 0,1-1 0,0 1 0,-1 0 0,1-1 0,0 1 0,-1-1 0,1 1 0,0-1 0,0 0 0,-1 0 0,1 0 0,2 0 0,-1 0 0,0-1 0,-1 0 0,1 0 0,0 0 0,0 0 0,-1 0 0,1 0 0,-1-1 0,1 1 0,-1-1 0,3-3 0,4-3 0,-1-1 0,0 0 0,0-1 0,10-17 0,3-12 0,-3 0 0,27-76 0,-31 76 0,-13 36 34,6-13 263,-7 15-353,1 1-1,-1-1 1,0 1-1,0-1 0,0 1 1,1 0-1,-1-1 1,0 1-1,1-1 1,-1 1-1,0 0 1,1 0-1,-1-1 1,1 1-1,-1 0 0,0-1 1,1 1-1,-1 0 1,1 0-1,-1 0 1,1 0-1,-1-1 1,1 1-1,-1 0 1,0 0-1,1 0 1,-1 0-1,1 0 0,0 0 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7.0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3 107 24575,'1'0'0,"0"1"0,-1-1 0,1 0 0,0 0 0,-1 1 0,1-1 0,-1 0 0,1 1 0,0-1 0,-1 1 0,1-1 0,-1 1 0,1-1 0,-1 1 0,0-1 0,1 1 0,-1-1 0,1 1 0,-1 0 0,0-1 0,1 1 0,-1-1 0,0 1 0,0 0 0,0-1 0,0 1 0,1 1 0,2 23 0,-3-21 0,3 241 0,-4-141 0,-1-100 0,-1-13 0,-3-17 0,0-49 0,2 0 0,14-145 0,-9 209 0,-1 1 0,1 1 0,1 0 0,-1 0 0,6-15 0,-7 23 0,1-1 0,-1 1 0,1-1 0,-1 1 0,1 0 0,0-1 0,0 1 0,0 0 0,0 0 0,0 0 0,0-1 0,0 1 0,0 0 0,0 0 0,0 0 0,1 1 0,-1-1 0,0 0 0,1 0 0,-1 1 0,0-1 0,1 1 0,-1-1 0,1 1 0,-1 0 0,1-1 0,-1 1 0,1 0 0,-1 0 0,1 0 0,-1 0 0,1 0 0,-1 0 0,4 1 0,4 3 0,1 0 0,-1 1 0,0 0 0,0 0 0,-1 1 0,0 0 0,0 0 0,0 1 0,-1 0 0,0 0 0,0 1 0,-1 0 0,0 0 0,8 13 0,-13-18 13,0-1 0,1 1-1,-1 0 1,0 0-1,-1 0 1,1 0 0,0 0-1,-1 0 1,0 0 0,1 0-1,-1 0 1,0 0 0,-1 0-1,1 0 1,-1 0 0,1 0-1,-1 0 1,0 0-1,0 0 1,0 0 0,0 0-1,-1 0 1,1-1 0,-1 1-1,1-1 1,-5 5 0,-1 0-257,-1 1 0,1-2 0,-1 1 0,-1-1 1,1 0-1,-16 7 0,-34 15-6582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8.1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0 136 24575,'0'-9'0,"2"-30"0,-1 38 0,-1 0 0,0-1 0,1 1 0,-1-1 0,1 1 0,-1-1 0,1 1 0,0 0 0,-1-1 0,1 1 0,0 0 0,0 0 0,0 0 0,0-1 0,0 1 0,0 0 0,0 0 0,1 0 0,-1 1 0,0-1 0,2-1 0,-2 2 0,0 0 0,1 0 0,-1 0 0,0 0 0,0 0 0,0 0 0,0 0 0,1 0 0,-1 0 0,0 1 0,0-1 0,0 0 0,0 1 0,0-1 0,1 1 0,-1-1 0,0 1 0,0 0 0,0-1 0,-1 1 0,1 0 0,0 0 0,0 0 0,0 0 0,1 1 0,20 29 0,-19-26 0,69 131 0,-17-27 0,-54-107 0,0-1 0,0 1 0,0 0 0,0-1 0,0 1 0,0-1 0,0 1 0,1-1 0,-1 0 0,1 1 0,-1-1 0,1 0 0,-1 0 0,1 0 0,0 0 0,-1 0 0,1-1 0,0 1 0,0 0 0,2 0 0,-3-1 0,1-1 0,0 1 0,-1 0 0,1-1 0,0 1 0,-1-1 0,1 1 0,-1-1 0,1 0 0,-1 0 0,1 0 0,-1 0 0,1 0 0,-1 0 0,0 0 0,0 0 0,1 0 0,-1-1 0,0 1 0,0 0 0,0-1 0,1-2 0,80-139 0,-19 31 0,-46 84 0,-10 13 0,2 1 0,0 0 0,14-16 0,-20 29 171,-4 7 0,-4 6-1878,0 2-5119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38.6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37 124 24575,'0'0'0,"0"-1"0,0 1 0,0 0 0,1 0 0,-1 0 0,0 0 0,0 0 0,0 0 0,0 0 0,0-1 0,0 1 0,0 0 0,0 0 0,0 0 0,0 0 0,0 0 0,1 0 0,-1 0 0,0 0 0,0 0 0,0 0 0,0-1 0,0 1 0,0 0 0,1 0 0,-1 0 0,0 0 0,0 0 0,0 0 0,0 0 0,0 0 0,0 0 0,1 0 0,-1 0 0,0 0 0,0 0 0,0 0 0,0 0 0,0 0 0,0 0 0,1 0 0,-1 1 0,0-1 0,0 0 0,0 0 0,0 0 0,0 0 0,0 0 0,0 0 0,1 0 0,-1 0 0,-1 10 0,-5 19 0,4-24 0,-3 14 0,-2 7 0,0 1 0,2-1 0,1 1 0,1 1 0,0 30 0,3-57 0,0 0 0,0 1 0,0-1 0,0 1 0,1-1 0,-1 0 0,0 0 0,1 1 0,-1-1 0,0 0 0,1 1 0,0-1 0,-1 0 0,1 0 0,0 0 0,-1 0 0,2 2 0,4-7 0,-2-12 0,-3-110 0,-2 90 0,1 0 0,6-39 0,-6 70 0,1 0 0,0 0 0,0 0 0,1 0 0,0 0 0,0 1 0,0-1 0,0 0 0,1 1 0,-1-1 0,1 1 0,0 0 0,1 0 0,-1 0 0,1 1 0,-1-1 0,1 1 0,0 0 0,1 0 0,-1 0 0,0 0 0,8-2 0,-5 2 0,0 1 0,0 0 0,1 1 0,-1-1 0,0 1 0,1 1 0,-1 0 0,1 0 0,-1 0 0,1 1 0,-1 0 0,1 0 0,-1 1 0,13 4 0,-11-2 0,1 0 0,-1 0 0,0 1 0,16 12 0,-23-16 0,0 1 0,0-1 0,0 1 0,-1 0 0,1 0 0,-1-1 0,1 1 0,-1 0 0,0 1 0,1-1 0,-1 0 0,0 2 0,0-2 0,-1-1 0,0 0 0,0 1 0,0-1 0,0 0 0,0 1 0,0-1 0,0 0 0,-1 1 0,1-1 0,0 0 0,-1 1 0,1-1 0,-1 0 0,1 0 0,-1 1 0,0-1 0,1 0 0,-1 0 0,0 0 0,0 0 0,0 0 0,-1 1 0,-3 2 38,0 1-1,0-1 0,-1 0 1,0-1-1,1 0 1,-1 0-1,0 0 0,-8 3 1,-53 11-1230,58-15 682,-52 10-6316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1.6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690 264 24575,'4'-62'0,"-2"47"0,0 0 0,-1 0 0,-1 0 0,-3-20 0,3 30 0,-1 1 0,-1-1 0,1 0 0,-1 0 0,0 0 0,0 1 0,0-1 0,-1 1 0,1 0 0,-1 0 0,0 0 0,-1 0 0,1 0 0,0 0 0,-1 1 0,0 0 0,-5-4 0,2 3 0,-1 0 0,1 0 0,-1 1 0,0 0 0,0 1 0,-1 0 0,1 0 0,0 0 0,-1 1 0,1 1 0,-1-1 0,1 1 0,0 1 0,-1-1 0,1 2 0,-11 1 0,-4 3 0,0 0 0,0 2 0,1 0 0,-34 18 0,29-11 0,0 2 0,1 0 0,1 2 0,0 0 0,2 2 0,0 1 0,1 0 0,2 2 0,0 0 0,2 2 0,0 0 0,2 1 0,-22 49 0,34-65 0,0 0 0,0 0 0,2 0 0,-1 1 0,1-1 0,1 1 0,0-1 0,1 1 0,0 0 0,1-1 0,0 1 0,3 12 0,-2-17 0,0 0 0,1 0 0,-1 0 0,2 0 0,-1 0 0,1-1 0,0 1 0,0-1 0,1 0 0,0 0 0,0 0 0,0-1 0,1 0 0,-1 0 0,1 0 0,1-1 0,-1 0 0,0 0 0,12 4 0,-1-2 31,0 0 0,0-1 0,1-2 0,-1 1 0,1-2 0,0 0 0,-1-2 0,1 0 1,0 0-1,23-5 0,-3-1-458,-1-2 0,0-1 1,62-25-1,-32 5-6399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2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105 172 24575,'7'0'0,"0"-1"0,1 0 0,-1 0 0,0-1 0,0 0 0,10-4 0,-15 5 0,1 0 0,0 0 0,-1 0 0,1-1 0,-1 1 0,0 0 0,1-1 0,-1 0 0,0 0 0,0 1 0,0-1 0,0 0 0,0-1 0,-1 1 0,1 0 0,-1 0 0,1-1 0,-1 1 0,1-4 0,-2 6 0,0 0 0,0-1 0,0 1 0,0 0 0,0 0 0,0-1 0,0 1 0,0 0 0,0 0 0,0-1 0,0 1 0,0 0 0,0-1 0,0 1 0,0 0 0,-1 0 0,1 0 0,0-1 0,0 1 0,0 0 0,0 0 0,-1 0 0,1-1 0,0 1 0,0 0 0,-1 0 0,1 0 0,0 0 0,0 0 0,-1-1 0,1 1 0,0 0 0,0 0 0,-1 0 0,1 0 0,0 0 0,0 0 0,-1 0 0,1 0 0,0 0 0,0 0 0,-1 0 0,1 0 0,0 0 0,-1 0 0,1 0 0,0 0 0,0 0 0,-1 1 0,1-1 0,0 0 0,0 0 0,0 0 0,-1 0 0,1 1 0,0-1 0,-17 7 0,6 1 0,1 0 0,-1 0 0,2 1 0,-1 1 0,1-1 0,1 1 0,-14 20 0,5-2 0,1 0 0,-13 31 0,24-47 0,0 0 0,1 1 0,0 0 0,1 0 0,-2 25 0,4-34 0,1-1 0,0 0 0,0 1 0,1-1 0,-1 0 0,1 1 0,0-1 0,0 0 0,0 0 0,0 1 0,0-1 0,3 4 0,-2-5 0,-1 0 0,1-1 0,-1 1 0,1-1 0,0 1 0,0-1 0,-1 1 0,1-1 0,0 0 0,0 0 0,1 0 0,-1 0 0,0-1 0,0 1 0,0 0 0,0-1 0,1 1 0,-1-1 0,0 0 0,4 0 0,1 0 0,0-1 0,0 0 0,0 0 0,0-1 0,0 1 0,0-1 0,-1-1 0,1 0 0,-1 0 0,1 0 0,-1 0 0,0-1 0,0 0 0,-1-1 0,1 1 0,-1-1 0,0 0 0,0 0 0,0-1 0,5-7 0,-2 0 0,0 1 0,0-1 0,-2 0 0,1-1 0,-2 1 0,0-1 0,0 0 0,4-27 0,-6 21 0,-1 0 0,-1 0 0,-1 0 0,-1 0 0,0 0 0,-2 0 0,-8-34 0,6 26 0,5 27 0,1 1 0,-1-1 0,0 0 0,0 1 0,0-1 0,0 1 0,1-1 0,-1 1 0,0 0 0,1-1 0,-1 1 0,0-1 0,1 1 0,-1-1 0,0 1 0,1 0 0,-1-1 0,1 1 0,-1 0 0,1-1 0,-1 1 0,1 0 0,-1 0 0,1 0 0,-1-1 0,1 1 0,-1 0 0,1 0 0,-1 0 0,1 0 0,-1 0 0,1 0 0,0 0 0,-1 0 0,1 0 0,-1 0 0,1 0 0,-1 0 0,1 0 0,-1 1 0,1-1 0,-1 0 0,1 0 0,0 1 0,43 11 0,-20-5 0,0-2 0,1 0 0,33 2 0,-43-7 0,-10 0 0,0 0 0,0 0 0,0 1 0,0-1 0,7 3 0,-11-3 0,1 1 0,-1-1 0,0 1 0,1 0 0,-1-1 0,0 1 0,1 0 0,-1 0 0,0 0 0,0 0 0,0 0 0,0 0 0,0 1 0,0-1 0,0 0 0,0 0 0,-1 1 0,1-1 0,0 1 0,-1-1 0,1 0 0,0 2 0,1 8 0,0-1 0,0 1 0,-1 0 0,-1-1 0,0 20 0,-12 57 0,4-31 0,3-5 0,8-65 0,1 0 0,0 1 0,1-1 0,1 1 0,0 0 0,15-22 0,56-67 0,-53 72 0,2 2 0,1 0 0,58-45 0,-84 72 0,0 0 0,1 0 0,-1 0 0,0 0 0,0 1 0,0-1 0,0 0 0,1 1 0,-1-1 0,0 1 0,1-1 0,-1 1 0,0 0 0,1-1 0,-1 1 0,1 0 0,-1 0 0,1 0 0,-1 0 0,0 0 0,1 0 0,-1 0 0,1 1 0,1 0 0,-2 0 0,0 0 0,0 1 0,0-1 0,0 0 0,0 1 0,0-1 0,0 1 0,0-1 0,-1 1 0,1 0 0,-1-1 0,1 1 0,-1 0 0,0-1 0,1 1 0,-1 0 0,0-1 0,0 1 0,-1 2 0,1 0 0,0 1 0,0 0 0,1 0 0,-1 0 0,1 0 0,1 6 0,-1-10 0,-1 0 0,0-1 0,0 1 0,1 0 0,-1 0 0,1-1 0,-1 1 0,0 0 0,1-1 0,-1 1 0,1 0 0,0-1 0,-1 1 0,1-1 0,-1 1 0,1-1 0,0 1 0,0-1 0,-1 1 0,1-1 0,0 0 0,0 1 0,-1-1 0,1 0 0,0 0 0,0 0 0,0 1 0,-1-1 0,1 0 0,0 0 0,0 0 0,0 0 0,-1-1 0,1 1 0,0 0 0,0 0 0,0 0 0,-1-1 0,1 1 0,1-1 0,7-3 0,0 0 0,-1-1 0,0 0 0,0-1 0,8-6 0,-10 7 0,1 0 0,0 0 0,0 0 0,0 1 0,0 0 0,0 1 0,14-5 0,-20 7 0,1 1 0,-1 0 0,0 0 0,0-1 0,0 1 0,0 0 0,1 0 0,-1 0 0,0 0 0,0 0 0,0 0 0,1 1 0,-1-1 0,0 0 0,0 1 0,0-1 0,0 0 0,1 1 0,-1 0 0,0-1 0,0 1 0,0-1 0,1 2 0,-1 0 0,0-1 0,0 1 0,0 0 0,0-1 0,-1 1 0,1 0 0,0-1 0,-1 1 0,1 0 0,-1 0 0,0 0 0,0-1 0,0 5 0,0 5 0,-1 0 0,-1 1 0,-5 21 0,6-28 0,-14 50 250,-10 57-1865,21-87-5211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2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98 24575,'3'0'0,"2"-3"0,2-4 0,3-5 0,3-2 0,3-2 0,-2-2 0,0 2 0,-5 4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3.3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234 7 24575,'16'1'0,"-11"-1"0,0 1 0,0-1 0,0 0 0,0-1 0,0 1 0,0-1 0,1 0 0,-2 0 0,9-3 0,-61 25 0,20-4 0,0 1 0,1 2 0,-38 36 0,53-45 0,0 1 0,1 1 0,1 0 0,0 0 0,1 1 0,0 0 0,1 1 0,1 0 0,-7 18 0,12-28 0,1 1 0,-1-1 0,1 1 0,0-1 0,0 1 0,0 0 0,1 0 0,0-1 0,0 1 0,0 0 0,1 0 0,0-1 0,0 1 0,1 0 0,-1-1 0,1 1 0,0-1 0,1 0 0,-1 0 0,1 0 0,0 0 0,0 0 0,1 0 0,-1-1 0,1 0 0,0 1 0,1-1 0,-1-1 0,0 1 0,1-1 0,0 0 0,0 0 0,0 0 0,10 4 0,-2-3 43,0 0 0,0 0-1,0-1 1,0-1 0,1 0-1,-1-1 1,19-1 0,-5-1-612,1-2 0,41-9 0,-6-3-6257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4.1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144 45 24575,'14'-45'0,"-24"59"0,-2 0 0,-13 12 0,13-15 0,1 2 0,-20 26 0,26-31 0,-4 5 0,1 0 0,1 0 0,0 1 0,-10 28 0,16-39 0,1-1 0,-1 0 0,1 0 0,-1 1 0,1-1 0,-1 1 0,1-1 0,0 0 0,0 1 0,1-1 0,-1 0 0,0 1 0,1-1 0,-1 0 0,1 1 0,0-1 0,0 0 0,0 0 0,0 1 0,0-1 0,0 0 0,1 0 0,-1 0 0,0-1 0,1 1 0,0 0 0,-1 0 0,1-1 0,0 1 0,0-1 0,0 0 0,0 1 0,0-1 0,0 0 0,1 0 0,-1 0 0,0-1 0,0 1 0,1-1 0,2 1 0,-2 0 0,0-1 0,1 1 0,-1-1 0,1 0 0,-1 0 0,0-1 0,1 1 0,-1-1 0,0 1 0,1-1 0,-1 0 0,0 0 0,0-1 0,0 1 0,0-1 0,0 1 0,0-1 0,0 0 0,0 0 0,-1 0 0,1-1 0,-1 1 0,1-1 0,-1 1 0,0-1 0,0 0 0,3-5 0,-1 2 0,-1-1 0,1 0 0,-1 1 0,-1-1 0,1 0 0,-1-1 0,0 1 0,-1 0 0,1 0 0,-2-1 0,1-13 0,-3 10 0,0-1 0,-1 1 0,0 0 0,0 0 0,-2 0 0,1 1 0,-8-13 0,10 18 0,1 5 0,1-1 0,-1 0 0,1 1 0,0-1 0,-1 0 0,1 1 0,0-1 0,0 0 0,-1 1 0,1-1 0,0 0 0,0 1 0,0-1 0,0 0 0,0 0 0,0 1 0,0-1 0,0 0 0,0 1 0,1-1 0,-1 0 0,0 0 0,0 1 0,0-1 0,1 0 0,-1 1 0,0-1 0,1 1 0,-1-1 0,1 0 0,-1 1 0,1-1 0,-1 1 0,1-1 0,-1 1 0,1-1 0,-1 1 0,1 0 0,0-1 0,-1 1 0,1 0 0,0-1 0,-1 1 0,1 0 0,0 0 0,-1 0 0,1 0 0,0-1 0,1 1 0,5-1 0,0 1 0,0-1 0,1 1 0,6 1 0,-4-1 0,32 0 0,-23-1 0,0 1 0,-1 1 0,1 1 0,-1 0 0,21 6 0,-36-7 0,-1 0 0,1 0 0,-1 1 0,1-1 0,-1 1 0,0-1 0,0 1 0,0 0 0,0 0 0,0 0 0,0 0 0,0 1 0,0-1 0,-1 0 0,1 1 0,-1-1 0,0 1 0,0 0 0,0-1 0,0 1 0,0 0 0,-1-1 0,1 1 0,-1 0 0,1 0 0,-1 0 0,0 0 0,-1 3 0,0 11 0,0 0 0,-1 0 0,-7 26 0,5-30 0,2-5 0,-2 10 0,6-15 0,5-9 0,32-34 0,2 2 0,59-44 0,-95 78 0,38-24 0,-41 27 0,0 0 0,0-1 0,0 2 0,0-1 0,0 0 0,0 0 0,0 1 0,1-1 0,-1 1 0,0-1 0,0 1 0,1 0 0,-1 0 0,0 0 0,0 0 0,0 1 0,1-1 0,3 2 0,-5-1 0,1 0 0,-1 0 0,0 0 0,0 0 0,0 0 0,0 1 0,0-1 0,0 0 0,0 1 0,0-1 0,-1 1 0,1-1 0,-1 1 0,1-1 0,-1 1 0,1 0 0,-1-1 0,0 1 0,0 0 0,1 1 0,-2 41 0,0-26 0,1-14 0,0-1 0,1 0 0,-1 1 0,1-1 0,-1 0 0,1 1 0,0-1 0,0 0 0,0 0 0,1 0 0,-1 0 0,3 4 0,-3-6 0,0 0 0,0 0 0,0-1 0,0 1 0,0 0 0,0-1 0,0 1 0,0 0 0,0-1 0,0 1 0,0-1 0,1 0 0,-1 1 0,0-1 0,0 0 0,0 0 0,0 0 0,1 0 0,-1 0 0,0 0 0,0 0 0,0 0 0,1 0 0,-1-1 0,0 1 0,0 0 0,0-1 0,0 1 0,0-1 0,0 1 0,1-1 0,-1 0 0,0 1 0,-1-1 0,1 0 0,0 0 0,1-1 0,46-34 0,-2 1 0,66-37 0,-108 69 0,0 1 0,0 1 0,0-1 0,0 0 0,0 1 0,0 0 0,1 0 0,3 0 0,-7 1 0,0 0 0,0 0 0,0 0 0,0 0 0,0 0 0,0 0 0,0 1 0,0-1 0,0 0 0,0 1 0,-1-1 0,1 1 0,0-1 0,0 1 0,0-1 0,-1 1 0,1-1 0,0 1 0,-1 0 0,1-1 0,0 1 0,-1 0 0,1 0 0,-1 0 0,1-1 0,-1 1 0,0 0 0,1 0 0,-1 0 0,0 0 0,1 0 0,-1 0 0,0 0 0,0 0 0,0-1 0,0 1 0,0 0 0,0 0 0,0 0 0,0 0 0,0 0 0,-1 2 0,-16 117 326,2-26-2017,12-59-5135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4.5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20 277 24575,'14'-43'0,"-14"43"0,0 0 0,0 0 0,0 0 0,0 0 0,0 0 0,0 0 0,0 0 0,0 0 0,0 0 0,0 0 0,0 0 0,0 0 0,0 0 0,0 1 0,0-1 0,0 0 0,0 0 0,0 0 0,0 0 0,0 0 0,0 0 0,1 0 0,-1 0 0,0 0 0,0 0 0,0 0 0,0 0 0,0 0 0,0 0 0,0 0 0,0 0 0,0 0 0,0 0 0,0 0 0,0 0 0,0 0 0,0 0 0,0 0 0,0 0 0,0 0 0,0 0 0,0 0 0,0 0 0,0 0 0,0-1 0,1 1 0,-1 0 0,0 0 0,0 0 0,1 9 0,0 14 0,-2 123 0,5 151 0,4-241 0,-7-53 0,0-5 0,-1-11 0,-2-22 0,-14-70 0,-14-142 0,28 211 0,2 1 0,1-1 0,2 1 0,14-69 0,-15 95 0,1 0 0,0 0 0,0 1 0,1-1 0,0 1 0,1 0 0,0 0 0,8-12 0,-10 18 0,-1-1 0,1 0 0,0 0 0,0 1 0,0 0 0,0 0 0,0 0 0,0 0 0,1 0 0,-1 0 0,1 1 0,-1 0 0,1-1 0,0 1 0,0 1 0,-1-1 0,1 1 0,0-1 0,0 1 0,-1 0 0,1 0 0,0 1 0,5 0 0,0 2 0,-1-1 0,1 2 0,-1-1 0,0 1 0,0 0 0,0 1 0,0 0 0,-1 0 0,0 1 0,0 0 0,0 0 0,-1 1 0,0 0 0,0 0 0,-1 0 0,1 0 0,-2 1 0,1 0 0,-1 0 0,0 0 0,-1 1 0,3 12 0,-5-18 13,-1 0 1,1 0-1,-1 0 0,0 1 0,0-1 0,-1 0 0,1 0 0,-1 1 0,1-1 1,-1 0-1,0 0 0,0 0 0,-1 0 0,1 0 0,0 0 0,-1-1 0,0 1 1,0 0-1,0-1 0,0 1 0,0-1 0,0 0 0,-1 1 0,1-1 0,-6 3 1,1 0-204,-1-1 0,0 0 1,0-1-1,-1 1 0,1-1 1,0-1-1,-1 0 1,-11 2-1,-8-1-6636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4.6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24575,'0'3'0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5.3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29 24575,'1'-21'0,"1"13"0,2 12 0,-1 7 0,0 1 0,-1 0 0,-1 0 0,0-1 0,-1 22 0,1 3 0,8 95 153,2 91-29,-10-173-671,-3-1-1,-12 72 1,6-85-6279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5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66 269 24575,'-62'-101'0,"61"100"0,1 1 0,0-1 0,-1 0 0,1 1 0,0-1 0,-1 0 0,1 0 0,0 1 0,0-1 0,0 0 0,0 1 0,0-1 0,0 0 0,0 0 0,0 1 0,0-1 0,0 0 0,0 0 0,0 1 0,1-1 0,-1 0 0,0 1 0,0-1 0,1 0 0,0 0 0,0 0 0,0 0 0,0 0 0,0 0 0,0 0 0,0 1 0,0-1 0,1 0 0,-1 1 0,0-1 0,1 1 0,-1-1 0,3 0 0,6 0 0,0 0 0,0 1 0,12 0 0,-13 0 0,74 1 0,95-2 0,-140-1 0,0-2 0,61-15 0,-88 16 0,0 0 0,-1-1 0,0 0 0,0-1 0,11-6 0,-18 9 0,0 0 0,-1 0 0,1-1 0,-1 1 0,1 0 0,-1-1 0,0 0 0,0 1 0,3-5 0,-4 5 0,-1 1 0,1-1 0,0 0 0,-1 0 0,1 1 0,-1-1 0,0 0 0,0 0 0,1 0 0,-1 1 0,0-1 0,-1 0 0,1 0 0,0 0 0,0 0 0,-1 1 0,1-1 0,-2-2 0,2 2 0,-1 1 0,0 0 0,1 0 0,-1 0 0,0 0 0,0 0 0,0 0 0,0 0 0,1 1 0,-1-1 0,0 0 0,0 0 0,-1 1 0,1-1 0,0 0 0,0 1 0,0-1 0,0 1 0,-1 0 0,1-1 0,0 1 0,0 0 0,-1 0 0,1 0 0,0 0 0,0 0 0,-1 0 0,1 0 0,0 0 0,0 0 0,-1 0 0,1 1 0,0-1 0,0 1 0,0-1 0,-3 2 0,-2 1 0,0-1 0,-1 2 0,1-1 0,1 1 0,-9 6 0,5-2 0,-1 1 0,1 0 0,1 1 0,0 0 0,0 0 0,1 0 0,0 1 0,-9 21 0,14-27 0,0 0 0,0 0 0,0 1 0,1-1 0,-1 1 0,1-1 0,1 1 0,-1-1 0,1 1 0,0 0 0,0-1 0,1 1 0,-1-1 0,1 1 0,1-1 0,-1 1 0,1-1 0,0 0 0,0 0 0,0 1 0,1-2 0,4 7 0,0-2-124,1-1 0,0 0 0,0 0 0,1-1 0,0 0 0,0 0-1,1-1 1,0-1 0,0 1 0,17 5 0,20 6-6702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6.1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256 144 24575,'-1'-9'0,"0"1"0,-1 0 0,1 0 0,-2 1 0,1-1 0,-1 0 0,-1 1 0,1-1 0,-1 1 0,0 0 0,-1 0 0,0 1 0,0-1 0,0 1 0,-1 0 0,0 0 0,-12-9 0,16 14 0,0 0 0,0 1 0,1-1 0,-1 0 0,0 1 0,0-1 0,0 1 0,0 0 0,0-1 0,0 1 0,0 0 0,0 0 0,0 0 0,0 1 0,1-1 0,-1 0 0,0 1 0,0-1 0,0 1 0,0 0 0,0-1 0,1 1 0,-1 0 0,0 0 0,1 0 0,-1 0 0,1 1 0,-1-1 0,1 0 0,-1 1 0,-1 2 0,-5 5 0,1 1 0,0 0 0,-11 22 0,11-20 0,-4 8 0,0 0 0,1 2 0,2-1 0,0 1 0,1 0 0,-8 46 0,15-67 0,-1 1 0,1 0 0,0 0 0,0 0 0,0 0 0,0 0 0,0-1 0,0 1 0,0 0 0,1 0 0,-1 0 0,1 0 0,-1-1 0,1 1 0,0 0 0,-1-1 0,1 1 0,0 0 0,0-1 0,1 1 0,-1-1 0,0 1 0,0-1 0,1 0 0,-1 0 0,0 1 0,1-1 0,0 0 0,-1 0 0,4 1 0,-2-1 0,1-1 0,-1 1 0,0-1 0,1 0 0,-1 0 0,1 0 0,-1 0 0,0-1 0,1 1 0,-1-1 0,0 0 0,0 0 0,1 0 0,-1 0 0,0-1 0,4-2 0,6-4 0,0-1 0,0 0 0,-1-1 0,0 0 0,-1-1 0,10-13 0,54-76 0,-62 81 0,-13 18 0,1 0 0,0-1 0,-1 1 0,1 0 0,0 0 0,0 0 0,0 0 0,0 0 0,0 0 0,0 0 0,0 0 0,1 1 0,-1-1 0,2-1 0,-2 2 0,-1 0 0,0 1 0,1-1 0,-1 0 0,1 0 0,-1 0 0,0 0 0,1 1 0,-1-1 0,0 0 0,1 0 0,-1 0 0,0 1 0,1-1 0,-1 0 0,0 1 0,0-1 0,1 0 0,-1 1 0,0-1 0,0 0 0,0 1 0,0-1 0,1 0 0,-1 1 0,0-1 0,0 0 0,0 1 0,0-1 0,0 1 0,0 0 0,1 7 0,0 1 0,-1 0 0,0 11 0,-1-10 0,1 0 43,0 1 0,1-1-1,0 1 1,1-1 0,0 1-1,0-1 1,5 11 0,-4-15-175,0 0 1,0 0 0,0 0-1,1 0 1,0-1 0,0 0 0,0 1-1,1-1 1,-1-1 0,1 1 0,1-1-1,6 5 1,8 3-6695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6.5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1 198 24575,'7'-37'0,"-1"7"0,0-85 0,-7 114 0,1 0 0,0 1 0,0-1 0,0 0 0,0 0 0,0 1 0,0-1 0,1 0 0,-1 0 0,0 1 0,0-1 0,0 0 0,1 1 0,-1-1 0,0 0 0,1 1 0,-1-1 0,1 0 0,-1 1 0,2-2 0,5 12 0,5 25 0,-9-10 0,3 10 0,-6-33 0,0-1 0,1 1 0,-1 0 0,1-1 0,0 1 0,-1 0 0,1-1 0,0 1 0,0-1 0,0 0 0,0 1 0,0-1 0,1 0 0,1 2 0,-2-2 0,1 0 0,0-1 0,-1 0 0,1 1 0,0-1 0,-1 0 0,1 0 0,0 1 0,0-1 0,-1-1 0,1 1 0,0 0 0,-1 0 0,1-1 0,0 1 0,-1-1 0,1 1 0,0-1 0,-1 0 0,1 0 0,-1 1 0,1-1 0,2-3 0,31-25 0,-16 6 0,7-8 0,-25 30 0,1-1 0,0 0 0,-1 1 0,1 0 0,0-1 0,0 1 0,0 0 0,0 0 0,0 0 0,0 0 0,0 1 0,1-1 0,1 0 0,-3 1 0,0 0 0,0 0 0,0 0 0,-1 0 0,1 0 0,0 1 0,0-1 0,-1 0 0,1 0 0,0 1 0,-1-1 0,1 0 0,0 1 0,-1-1 0,1 1 0,0-1 0,-1 1 0,1-1 0,-1 1 0,1-1 0,-1 1 0,1 0 0,-1-1 0,0 1 0,1 0 0,-1-1 0,0 1 0,1 0 0,-1 0 0,0 1 0,6 28 0,-3-15 0,-3-12 0,1 1 0,1-1 0,-1 0 0,0 1 0,1-1 0,0 0 0,0 0 0,-1 0 0,2 0 0,-1-1 0,0 1 0,1 0 0,-1-1 0,1 0 0,0 1 0,0-1 0,0 0 0,0-1 0,4 3 0,-3-2 0,1-1 0,-1 0 0,1 0 0,-1-1 0,1 1 0,-1-1 0,1 0 0,0 0 0,-1 0 0,1-1 0,0 1 0,-1-1 0,1 0 0,5-3 0,35-15 0,-34 13 0,1 0 0,20-5 0,-20 10-1365,-3 2-5461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6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7 24575,'-3'0'0,"-5"-3"0,3-1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7.2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146 333 24575,'-3'-3'0,"1"0"0,0 0 0,0 0 0,0 0 0,1 0 0,-3-4 0,-8-13 0,8 21 0,1 7 0,1 13 0,1-20 0,-58 407 0,12-99 0,45-290 0,5-27 0,5-31 0,4-37 0,-4 0 0,-2-119 0,-27-155 0,9 194 0,11 139 0,0 4 0,0 0 0,0 0 0,2-1 0,2-21 0,-2 33 0,-1 0 0,1-1 0,-1 1 0,1-1 0,0 1 0,0 0 0,0 0 0,0-1 0,0 1 0,1 0 0,-1 0 0,0 0 0,1 0 0,0 1 0,-1-1 0,1 0 0,0 1 0,0-1 0,0 1 0,0-1 0,0 1 0,1 0 0,-1 0 0,0 0 0,0 0 0,1 1 0,-1-1 0,1 0 0,-1 1 0,0 0 0,4-1 0,5 2 0,1 0 0,-1 0 0,0 1 0,0 0 0,0 1 0,0 0 0,-1 1 0,1 0 0,-1 1 0,10 6 0,10 7 0,53 40 0,-55-36 0,26 27 0,-47-42 0,0 0 0,-1 0 0,0 0 0,-1 1 0,0 0 0,0 0 0,0 1 0,-1-1 0,3 12 0,-6-18 0,0 1 0,0 0 0,-1-1 0,0 1 0,1 0 0,-1 0 0,0 0 0,-1-1 0,1 1 0,0 0 0,-1 0 0,1-1 0,-1 1 0,0 0 0,0-1 0,0 1 0,-2 3 0,0-2 0,0 0 0,0-1 0,0 0 0,0 1 0,0-1 0,-1 0 0,0 0 0,1-1 0,-8 5 0,-5 0 0,1 0 0,-1-1 0,-1-1 0,-25 5 0,-34 1-1365,44-9-5461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8.0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1 107 24575,'14'-15'0,"5"-4"0,0 0 0,34-24 0,-52 43 0,0-1 0,1 1 0,-1 0 0,0-1 0,0 1 0,1 0 0,-1 0 0,0 0 0,1 0 0,-1 0 0,0 0 0,1 0 0,-1 0 0,0 0 0,0 1 0,1-1 0,-1 1 0,0-1 0,0 1 0,0-1 0,1 1 0,-1 0 0,0-1 0,0 1 0,0 0 0,0 0 0,0 0 0,0 0 0,0 0 0,-1 0 0,1 0 0,0 0 0,0 2 0,5 5 0,0 1 0,8 17 0,-13-25 0,7 16 0,0 1 0,-1 0 0,-1 1 0,-1-1 0,5 32 0,-8-41 0,-1 0 0,-1 0 0,0 0 0,0 0 0,-1 0 0,0 0 0,0 0 0,-1 0 0,0 0 0,-1 0 0,0-1 0,0 1 0,-1-1 0,-4 9 0,7-16 0,1 0 0,-1-1 0,0 1 0,1 0 0,-1 0 0,0 0 0,1-1 0,-1 1 0,0 0 0,0 0 0,0-1 0,1 1 0,-1-1 0,-1 1 0,1-1 0,1 0 0,0 0 0,-1 0 0,1 0 0,0 0 0,0 0 0,-1 0 0,1 0 0,0 0 0,-1 0 0,1 0 0,0 0 0,-1 0 0,1-1 0,0 1 0,0 0 0,-1 0 0,1 0 0,0 0 0,0-1 0,-1 1 0,1 0 0,0 0 0,0 0 0,0-1 0,0 1 0,-1 0 0,1 0 0,0-1 0,-1-1 0,0 0 0,1 0 0,-1 0 0,1 0 0,-1 0 0,1-1 0,0 1 0,0 0 0,0 0 0,0 0 0,1-4 0,2-5 0,0 0 0,1 1 0,0 0 0,1 0 0,0 0 0,0 0 0,1 1 0,0 0 0,14-15 0,0 3 0,1 0 0,35-26 0,-33 31 0,-1 2 0,2 1 0,0 1 0,0 0 0,1 2 0,1 1 0,0 2 0,0 0 0,0 1 0,1 2 0,-1 0 0,1 2 0,0 1 0,34 4 0,-57-3 0,0 0 0,0 1 0,-1 0 0,1-1 0,0 1 0,5 3 0,-9-4 0,0 0 0,1 0 0,-1 0 0,0 1 0,1-1 0,-1 0 0,0 0 0,1 1 0,-1-1 0,0 0 0,1 1 0,-1-1 0,0 0 0,0 1 0,0-1 0,1 0 0,-1 1 0,0-1 0,0 1 0,0-1 0,0 0 0,0 1 0,1-1 0,-1 1 0,-1 0 0,1 0 0,0-1 0,0 1 0,-1 0 0,1 0 0,-1 0 0,1-1 0,-1 1 0,1 0 0,-1-1 0,1 1 0,-1-1 0,1 1 0,-1 0 0,0-1 0,-1 1 0,-9 7 0,-1-1 0,0-1 0,0 0 0,-25 8 0,26-10 0,-1 0 0,1 1 0,1 0 0,-1 0 0,1 1 0,-18 14 0,26-19 0,1 0 0,-1 0 0,1 0 0,0 1 0,0-1 0,0 0 0,-1 1 0,1-1 0,1 1 0,-1 0 0,0-1 0,0 1 0,0 0 0,1-1 0,-1 1 0,1 0 0,0 0 0,-1-1 0,1 1 0,0 0 0,0 0 0,0 0 0,0-1 0,0 1 0,1 0 0,-1 0 0,0 0 0,1-1 0,-1 1 0,1 0 0,0-1 0,0 1 0,-1 0 0,1-1 0,0 1 0,0-1 0,1 1 0,-1-1 0,0 0 0,0 0 0,1 1 0,2 1 0,3 3 0,1-1 0,-1 1 0,2-1 0,-1-1 0,0 1 0,18 5 0,-17-7 0,0 0 0,1-1 0,-1 0 0,1 0 0,-1-1 0,1 0 0,12-1 0,-20 0 0,1 0 0,-1 0 0,0-1 0,1 1 0,-1-1 0,1 0 0,-1 0 0,0 0 0,0 0 0,1 0 0,-1 0 0,0 0 0,0-1 0,0 1 0,0-1 0,-1 0 0,1 1 0,0-1 0,-1 0 0,1 0 0,-1 0 0,1 0 0,-1 0 0,0-1 0,0 1 0,0 0 0,0 0 0,-1-1 0,1 1 0,0-1 0,-1 1 0,1-5 0,-2-45 0,-1 43 0,2 1 0,-1-1 0,1 1 0,1-1 0,0 1 0,2-14 0,-2 20 0,0 1 0,-1-1 0,1 1 0,0 0 0,0-1 0,0 1 0,0 0 0,0 0 0,0 0 0,0 0 0,0-1 0,1 2 0,-1-1 0,0 0 0,1 0 0,-1 0 0,0 0 0,1 1 0,-1-1 0,1 1 0,-1-1 0,1 1 0,1 0 0,42-3 0,-28 3 0,67-6 0,110-24 0,-163 25 0,-23 3 0,-2 1 0,-1 0 0,1 0 0,0 1 0,8-1 0,-13 1 0,0 0 0,-1 0 0,1 0 0,0 1 0,0-1 0,-1 0 0,1 0 0,0 0 0,-1 1 0,1-1 0,0 0 0,-1 1 0,1-1 0,0 0 0,-1 1 0,1-1 0,0 1 0,-1-1 0,1 1 0,-1-1 0,1 1 0,-1 0 0,0-1 0,1 1 0,-1-1 0,1 1 0,-1 0 0,0 0 0,0-1 0,1 1 0,-1 0 0,0-1 0,0 1 0,0 0 0,0 0 0,0-1 0,0 1 0,0 0 0,0 0 0,0-1 0,0 2 0,-9 43 0,-21 68 0,6-24 0,-83 379 0,104-454-273,-1 0 0,-1 0 0,0 0 0,-10 20 0,-3-9-6553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48.1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1 357 24575,'12'-18'0,"14"-19"0,8-16 0,5-5 0,2 2 0,-6 6 0,-12 13 0,-19 12 0,-23 10 0,-9 8-8191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0.4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362 166 24575,'2'-3'0,"0"-1"0,0 1 0,0 0 0,0 0 0,0-1 0,-1 1 0,0-1 0,0 0 0,0 1 0,0-1 0,0 0 0,-1 0 0,1 1 0,-1-7 0,0 4 0,0 0 0,-1 0 0,1 0 0,-1 0 0,0 0 0,-1 1 0,1-1 0,-4-7 0,3 9 0,-1 1 0,1 0 0,-1-1 0,1 1 0,-1 1 0,0-1 0,0 0 0,0 1 0,0-1 0,-1 1 0,1 0 0,-1 0 0,1 0 0,-1 1 0,0-1 0,0 1 0,0 0 0,0 0 0,0 0 0,0 0 0,0 1 0,-5 0 0,-1-1 0,-1 2 0,0-1 0,0 1 0,0 1 0,1 0 0,-1 0 0,-11 5 0,8-1 0,1 0 0,1 1 0,-1 0 0,1 1 0,0 0 0,1 1 0,0 1 0,1 0 0,0 0 0,-13 17 0,17-20 0,1 0 0,-1 1 0,2-1 0,-1 1 0,1 0 0,1 0 0,-1 0 0,1 1 0,1-1 0,-1 1 0,2-1 0,-1 1 0,1 0 0,0 0 0,1 0 0,0 0 0,1-1 0,1 11 0,-1-14 0,0-1 0,1 0 0,-1 0 0,1 0 0,0 0 0,0 0 0,1 0 0,-1 0 0,1 0 0,0-1 0,0 0 0,0 1 0,0-1 0,4 3 0,-1-2 0,1 0 0,-1 0 0,1-1 0,0 0 0,0 0 0,0 0 0,13 2 0,3-1 0,1-1 0,0-1 0,0-1 0,30-3 0,-9-1 0,1-3 0,72-17 0,-87 14 0,-1 0 0,0-3 0,0 0 0,44-26 0,-66 33 0,-1-1 0,1 1 0,-1-1 0,-1 0 0,1-1 0,-1 0 0,8-10 0,-13 15 0,1 1 0,-1-1 0,0 0 0,0 0 0,0 0 0,0 1 0,0-1 0,0 0 0,-1 0 0,1-1 0,-1 1 0,1 0 0,-1 0 0,0 0 0,1 0 0,-1 0 0,0 0 0,-1 0 0,1-1 0,0 1 0,-1 0 0,1 0 0,-1 0 0,1 0 0,-1 0 0,0 0 0,0 0 0,0 0 0,0 1 0,0-1 0,-1 0 0,1 0 0,0 1 0,-1-1 0,1 1 0,-4-3 0,3 3 0,1-1 0,-1 1 0,0 0 0,0 0 0,1 0 0,-1 0 0,0 0 0,0 1 0,0-1 0,0 0 0,0 1 0,0-1 0,0 1 0,0 0 0,-1 0 0,1 0 0,0 0 0,0 0 0,0 0 0,0 1 0,0-1 0,0 1 0,0-1 0,0 1 0,0 0 0,0 0 0,0 0 0,1 0 0,-1 0 0,0 0 0,0 0 0,1 0 0,-1 1 0,1-1 0,-1 1 0,-1 2 0,1-1 0,-1 0 0,1 0 0,0 1 0,0-1 0,1 0 0,-1 1 0,1 0 0,0-1 0,0 1 0,0 0 0,0 0 0,0 0 0,1 0 0,0-1 0,0 1 0,0 0 0,0 0 0,1 0 0,0 5 0,2-2 0,-1 0 0,2 0 0,-1-1 0,1 1 0,0-1 0,0 0 0,0 1 0,1-2 0,0 1 0,0-1 0,1 1 0,-1-1 0,1-1 0,0 1 0,1-1 0,-1 0 0,1-1 0,0 1 0,-1-1 0,15 3 0,-14-4 0,0 0 0,0 0 0,0-1 0,0 0 0,0-1 0,0 0 0,0 0 0,0 0 0,0-1 0,0 0 0,0 0 0,0-1 0,-1 0 0,1 0 0,0-1 0,-1 1 0,0-2 0,1 1 0,-1 0 0,0-1 0,-1 0 0,10-9 0,-11 8 0,0 1 0,0-2 0,-1 1 0,1 0 0,-1-1 0,0 1 0,-1-1 0,1 0 0,-1 0 0,0 0 0,-1 0 0,1-1 0,-1 1 0,-1 0 0,1 0 0,-1-1 0,0 1 0,0-1 0,-1 1 0,-2-10 0,0 0 0,-2 0 0,1 1 0,-2 0 0,0 0 0,-1 0 0,-17-26 0,26 43 0,-1 0 0,1 0 0,0 0 0,0 0 0,0 0 0,0-1 0,0 1 0,0-1 0,1 1 0,-1-1 0,0 0 0,1 0 0,-1 0 0,1 0 0,-1 0 0,1-1 0,2 1 0,2 0 0,0 0 0,0-1 0,0 0 0,-1-1 0,1 1 0,0-1 0,7-2 0,70-21 0,-57 15 0,0 2 0,0 0 0,55-5 0,-79 12 0,-1 0 0,0 0 0,0 0 0,0 1 0,0-1 0,0 1 0,0-1 0,0 1 0,0 0 0,0 0 0,-1 0 0,1 0 0,0 0 0,0 0 0,-1 0 0,1 1 0,-1-1 0,1 0 0,-1 1 0,1 0 0,-1-1 0,0 1 0,0 0 0,0-1 0,1 4 0,3 5 0,-1 1 0,-1-1 0,4 21 0,0-4 0,-6-23 0,-1-1 0,1 1 0,1-1 0,-1 1 0,0-1 0,1 0 0,0 0 0,-1 0 0,1 0 0,1 0 0,-1 0 0,0 0 0,1 0 0,-1-1 0,1 0 0,0 1 0,0-1 0,0 0 0,0 0 0,0 0 0,0-1 0,0 1 0,1-1 0,-1 0 0,1 0 0,-1 0 0,1 0 0,-1-1 0,1 1 0,-1-1 0,1 0 0,0 0 0,-1 0 0,1-1 0,3 0 0,3 0 0,1-1 0,-1-1 0,0 0 0,0 0 0,-1-1 0,1 0 0,11-7 0,19-7 0,-38 17-62,0 0 0,0 0 0,0 1 0,0-1 0,0 1 0,0-1 0,1 1 0,-1 0 0,0 0 0,0 0 0,0 0 0,1 0-1,-1 1 1,0-1 0,0 0 0,0 1 0,0 0 0,0 0 0,0-1 0,0 1 0,4 3 0,2 3-6764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0.6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24575,'0'3'0,"3"1"0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1.5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11 210 24575,'-1'-1'0,"0"0"0,1 1 0,-1-1 0,0 0 0,0 1 0,1-1 0,-1 0 0,0 0 0,1 0 0,-1 0 0,0 0 0,1 0 0,0 0 0,-2-2 0,4 3 0,-1-1 0,0 0 0,0 1 0,1 0 0,-1-1 0,0 1 0,1 0 0,-1-1 0,0 1 0,1 0 0,-1 0 0,0 0 0,3 0 0,33-1 0,-11 0 0,0-1 0,0-1 0,47-11 0,-71 13 0,1 1 0,-1-1 0,1-1 0,-1 1 0,1 0 0,-1-1 0,0 1 0,0-1 0,0 0 0,0 1 0,0-1 0,0 0 0,0 0 0,0 0 0,-1-1 0,1 1 0,-1 0 0,0-1 0,0 1 0,0-1 0,0 1 0,0-1 0,0 1 0,0-1 0,-1 0 0,0 1 0,1-1 0,-1 0 0,0 1 0,0-1 0,-1 0 0,1 0 0,0 1 0,-2-6 0,0 2 0,0-1 0,0 1 0,0-1 0,-1 1 0,0 0 0,0 0 0,0 0 0,-1 0 0,0 1 0,0-1 0,-1 1 0,-9-9 0,13 13 0,1 1 0,0 0 0,-1-1 0,1 1 0,0 0 0,-1 0 0,1-1 0,0 1 0,-1 0 0,1 0 0,-1-1 0,1 1 0,-1 0 0,1 0 0,-1 0 0,1 0 0,-1 0 0,1 0 0,0-1 0,-1 1 0,1 0 0,-1 0 0,1 1 0,-1-1 0,1 0 0,-1 0 0,1 0 0,-1 0 0,-3 13 0,8 25 0,-2-32 0,3 35 0,7 41 0,-11-75 0,0 0 0,-1 1 0,0-1 0,0 0 0,-1 0 0,1 1 0,-2-1 0,1 0 0,-1 0 0,0 0 0,-4 9 0,-6 11 0,-23 37 0,25-45 0,-2 2 0,2 0 0,0 1 0,2 0 0,0 0 0,1 1 0,1 0 0,2 0 0,0 1 0,1-1 0,2 1 0,2 42 0,-1-62 43,1 0 0,-1-1-1,1 1 1,0 0 0,0-1-1,0 1 1,3 4 0,-4-7-91,1 0 1,-1 0-1,1-1 1,-1 1 0,1 0-1,-1-1 1,1 1-1,-1 0 1,1-1 0,0 1-1,-1-1 1,1 1-1,0-1 1,0 1-1,-1-1 1,1 0 0,0 1-1,0-1 1,0 0-1,0 0 1,-1 1 0,1-1-1,0 0 1,0 0-1,0 0 1,0 0 0,0 0-1,-1 0 1,1 0-1,0 0 1,0-1 0,0 1-1,0 0 1,0 0-1,1-1 1,12-7-6779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1.8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182 106 24575,'3'0'0,"1"-1"0,-1 1 0,0-1 0,0 0 0,0 0 0,0 0 0,0 0 0,0 0 0,0-1 0,0 1 0,0-1 0,0 0 0,-1 0 0,1 0 0,-1 0 0,0-1 0,1 1 0,-1-1 0,0 1 0,0-1 0,1-3 0,-2 5 0,0-1 0,0 1 0,0-1 0,-1 1 0,1-1 0,-1 0 0,1 1 0,-1-1 0,0 0 0,1 1 0,-1-1 0,0 0 0,0 0 0,0 1 0,-1-1 0,1 0 0,0 1 0,-1-1 0,1 0 0,-1 1 0,1-1 0,-1 0 0,0 1 0,1-1 0,-1 1 0,0-1 0,0 1 0,0 0 0,0-1 0,-1 1 0,1 0 0,0 0 0,0 0 0,-1 0 0,1 0 0,-1 0 0,1 0 0,-1 0 0,1 0 0,-4 0 0,0-1 0,0 1 0,0-1 0,0 1 0,0 1 0,0-1 0,0 1 0,0-1 0,0 2 0,-1-1 0,1 0 0,0 1 0,0 0 0,0 0 0,0 1 0,0-1 0,0 1 0,1 0 0,-1 1 0,0-1 0,1 1 0,0-1 0,-1 1 0,-3 4 0,-1 1 0,0 0 0,0 0 0,1 1 0,0 0 0,1 1 0,0-1 0,0 1 0,-10 22 0,14-25 0,0 1 0,0 0 0,0 1 0,1-1 0,1 0 0,-1 1 0,1-1 0,1 14 0,0-19 0,0 1 0,0-1 0,1 0 0,0 1 0,-1-1 0,1 0 0,1 1 0,-1-1 0,0 0 0,1 0 0,-1 0 0,1 0 0,0-1 0,0 1 0,0 0 0,1-1 0,-1 1 0,0-1 0,1 0 0,0 0 0,-1 0 0,1 0 0,0 0 0,3 1 0,4 1-227,0-1-1,0 0 1,0-1-1,0 0 1,15 1-1,17 1-6598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2.2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213 97 24575,'0'-5'0,"1"0"0,-1 0 0,1 1 0,1-1 0,2-7 0,-3 9 0,0 0 0,0 0 0,0 0 0,0-1 0,0 1 0,-1 0 0,1 0 0,-1-1 0,0 1 0,0 0 0,0 0 0,0-1 0,-2-4 0,2 8 0,0-1 0,-1 0 0,1 1 0,0-1 0,-1 0 0,1 1 0,0-1 0,-1 1 0,1-1 0,-1 1 0,1-1 0,-1 1 0,1 0 0,-1-1 0,0 1 0,1-1 0,-1 1 0,1 0 0,-1 0 0,0-1 0,1 1 0,-1 0 0,0 0 0,1 0 0,-1 0 0,0 0 0,0 0 0,1 0 0,-1 0 0,0 0 0,1 0 0,-1 0 0,0 0 0,1 0 0,-1 0 0,0 1 0,1-1 0,-2 1 0,-27 14 0,26-13 0,-16 10 0,0 1 0,2 0 0,-1 1 0,2 1 0,0 1 0,1 0 0,-18 25 0,31-38 0,0 1 0,0-1 0,0 0 0,0 0 0,1 1 0,0-1 0,-1 1 0,1 0 0,1-1 0,-1 1 0,0 0 0,1-1 0,0 1 0,0 0 0,0 0 0,0-1 0,0 1 0,1 0 0,0-1 0,1 5 0,0-4 0,0 1 0,0-2 0,0 1 0,1 0 0,0 0 0,0-1 0,0 1 0,0-1 0,0 0 0,1 0 0,-1 0 0,1-1 0,0 1 0,0-1 0,0 0 0,6 3 0,7 0 0,1 1 0,1-2 0,-1-1 0,1 0 0,-1-1 0,1-1 0,29-2 0,-1 1 0,-44 0 0,0 0 0,0 0 0,0 1 0,1-1 0,-1 1 0,0 0 0,0 0 0,0 0 0,0 0 0,4 3 0,-7-4 0,1 0 0,-1 1 0,1-1 0,-1 1 0,1-1 0,-1 1 0,1-1 0,-1 1 0,1-1 0,-1 1 0,0 0 0,0-1 0,1 1 0,-1-1 0,0 1 0,0 0 0,1-1 0,-1 1 0,0 0 0,0 1 0,0-1 0,-1 0 0,1 1 0,0-1 0,-1 0 0,1 1 0,-1-1 0,1 0 0,-1 1 0,0-1 0,1 0 0,-1 0 0,0 0 0,-2 2 0,-3 5-57,-1-1 0,0 0 1,-1-1-1,0 1 0,0-1 0,0-1 0,-1 1 0,1-2 0,-1 1 0,0-1 0,-1 0 1,1-1-1,-1 0 0,1-1 0,-1 0 0,0 0 0,0-1 0,0 0 0,0-1 1,0 0-1,0-1 0,0 0 0,-11-2 0,0-2-6769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2.3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24575,'3'0'0,"5"0"0,3 3 0,3 5 0,-1-3 0,-2-2-8191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3.8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217 632 24575,'20'-1'0,"-1"-1"0,0-1 0,1-1 0,-1 0 0,0-1 0,-1-2 0,1 0 0,-1 0 0,-1-2 0,1 0 0,26-20 0,-13 7 0,-2-2 0,0-1 0,-2-1 0,-1-2 0,25-33 0,-35 40 0,-1 0 0,-1-1 0,-1 0 0,-1-1 0,-1-1 0,-2 0 0,0 0 0,9-42 0,-17 60 0,0 0 0,0-1 0,-1 1 0,0-1 0,-1 1 0,1 0 0,-1-1 0,0 1 0,-1 0 0,-3-10 0,5 14 0,-1 0 0,0 0 0,0 0 0,0 0 0,0 1 0,-1-1 0,1 0 0,0 1 0,-1-1 0,1 1 0,-1-1 0,0 1 0,1 0 0,-1-1 0,0 1 0,0 0 0,0 0 0,1 1 0,-1-1 0,0 0 0,0 0 0,0 1 0,-1 0 0,1-1 0,0 1 0,0 0 0,0 0 0,0 0 0,0 0 0,0 0 0,0 0 0,0 1 0,-1-1 0,1 1 0,-2 1 0,-4 1 0,0 0 0,0 1 0,0 0 0,0 1 0,1 0 0,-1 0 0,1 0 0,1 1 0,-1 0 0,1 1 0,0-1 0,-6 10 0,-6 10 0,0 1 0,-14 32 0,-2 11 0,3 2 0,-34 123 0,-21 159 0,81-332 0,-15 78 0,0-4 0,-34 103 0,49-184 0,-1-1 0,0 0 0,-1-1 0,-1 0 0,0 0 0,-12 16 0,17-27 0,1 1 0,-1 0 0,1-1 0,-1 1 0,0-1 0,0 0 0,0 0 0,0 0 0,0-1 0,-1 1 0,1-1 0,-1 1 0,-5 0 0,6-2 0,1 0 0,-1 0 0,0 0 0,0 0 0,0-1 0,0 1 0,0-1 0,0 0 0,1 1 0,-1-1 0,0-1 0,1 1 0,-1 0 0,1-1 0,-1 1 0,1-1 0,-1 0 0,1 0 0,-3-3 0,-1-2 0,-1-1 0,2 1 0,-1-1 0,1 0 0,0-1 0,1 1 0,0-1 0,0 0 0,1 0 0,0 0 0,1-1 0,0 1 0,0-1 0,1 1 0,0-1 0,1-12 0,0 3 0,2-1 0,0 0 0,0 1 0,2 0 0,1 0 0,0 0 0,9-19 0,-7 21 0,2 0 0,0 0 0,1 1 0,1 0 0,0 1 0,1 0 0,0 1 0,2 0 0,-1 1 0,2 1 0,0 0 0,0 1 0,1 0 0,33-15 0,-21 14 0,0 1 0,0 1 0,1 2 0,0 1 0,1 1 0,0 2 0,0 1 0,51 1 0,-74 2 0,0 0 0,-1-1 0,1 1 0,0-1 0,-1-1 0,1 1 0,0-1 0,-1 0 0,0-1 0,1 0 0,5-3 0,-2-1 0,-1 1 0,0-2 0,-1 1 0,1-1 0,11-15 0,-19 22 0,0 0 0,-1 0 0,1 0 0,0 0 0,0 0 0,0 0 0,0 0 0,-1 1 0,1-1 0,0 0 0,1 0 0,-1 1 0,0-1 0,0 1 0,0-1 0,0 1 0,0 0 0,0-1 0,2 1 0,-2 0 0,0 0 0,-1 1 0,1-1 0,-1 0 0,1 1 0,0-1 0,-1 1 0,1-1 0,-1 1 0,1-1 0,-1 1 0,0-1 0,1 1 0,-1-1 0,1 1 0,-1-1 0,0 1 0,0 0 0,1-1 0,-1 1 0,0 0 0,0-1 0,0 1 0,1 0 0,0 8 0,0-1 0,-1 0 0,1 1 0,-2 9 0,-2 9 169,-9 40 0,6-44-737,2 0 1,-2 35-1,7-37-6258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3.9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0 309 24575,'7'-9'0,"4"-13"0,4-12 0,3-9 0,-3-4 0,1 1 0,-4 1 0,0 8 0,-2 11-8191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4.3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1 105 24575,'0'-9'0,"0"-1"0,1 1 0,0 0 0,3-12 0,-3 18 0,0 0 0,-1 0 0,2 1 0,-1-1 0,0 1 0,0-1 0,1 1 0,-1 0 0,1-1 0,0 1 0,0 0 0,0 0 0,0 0 0,0 0 0,0 0 0,0 1 0,1-1 0,3-1 0,-5 3 0,0-1 0,-1 1 0,1-1 0,0 1 0,0 0 0,0 0 0,0 0 0,0-1 0,0 1 0,0 0 0,0 0 0,0 0 0,-1 0 0,1 1 0,0-1 0,0 0 0,0 0 0,0 1 0,0-1 0,0 0 0,0 1 0,-1-1 0,2 1 0,0 1 0,-1-1 0,1 1 0,-1-1 0,1 1 0,-1-1 0,0 1 0,0 0 0,0 0 0,0-1 0,1 4 0,1 3 0,-1 0 0,0 0 0,0 0 0,0 9 0,2 112 0,-4-129 0,0 0 0,0 0 0,0 1 0,0-1 0,0 0 0,0 0 0,0 0 0,0 0 0,1 1 0,-1-1 0,0 0 0,0 0 0,0 0 0,0 0 0,1 1 0,-1-1 0,0 0 0,0 0 0,0 0 0,1 0 0,-1 0 0,0 0 0,0 0 0,0 0 0,1 0 0,-1 0 0,0 0 0,0 0 0,0 0 0,1 0 0,-1 0 0,0 0 0,0 0 0,0 0 0,1 0 0,-1 0 0,0 0 0,0 0 0,0 0 0,1 0 0,-1 0 0,0 0 0,0-1 0,0 1 0,1 0 0,-1 0 0,0 0 0,0 0 0,0 0 0,0-1 0,0 1 0,1 0 0,-1 0 0,0 0 0,0 0 0,0-1 0,0 1 0,0 0 0,13-13 0,-11 11 0,26-30 0,-10 11 0,40-37 0,-53 54 0,0 0 0,1 0 0,0 0 0,0 0 0,0 1 0,0 0 0,0 0 0,0 1 0,1-1 0,0 2 0,-1-1 0,1 1 0,7-1 0,-9 2 14,-1 0 1,0 1-1,0 0 0,1 0 0,-1 0 0,0 0 0,0 1 1,0-1-1,0 1 0,-1 0 0,1 0 0,0 1 0,-1-1 0,1 1 1,-1-1-1,0 1 0,0 0 0,0 1 0,0-1 0,-1 0 1,1 1-1,-1-1 0,4 8 0,3 8-365,-1 0 1,0 1-1,7 30 0,-13-42 49,5 18-6524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4.4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51 24575,'3'-3'0,"4"-1"0,5-3 0,5-3 0,4-4 0,-2 2-8191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6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15 150 24575,'-1'-4'0,"-1"0"0,1 0 0,-1 0 0,0 0 0,-5-6 0,10 41 0,61 183 0,-29-102 0,-32-99 0,-2-9 0,0 0 0,0 0 0,0 0 0,0 0 0,1 0 0,0-1 0,-1 1 0,1 0 0,1-1 0,-1 1 0,6 5 0,-7-9 0,0 1 0,0-1 0,-1 0 0,1 0 0,0 0 0,0 1 0,0-1 0,0 0 0,0 0 0,0-1 0,0 1 0,0 0 0,0 0 0,0 0 0,0-1 0,0 1 0,0 0 0,0-1 0,-1 1 0,1-1 0,0 1 0,0-1 0,0 1 0,-1-1 0,1 0 0,0 1 0,-1-1 0,1 0 0,-1 0 0,1 1 0,0-1 0,0-2 0,20-30 0,-20 31 0,80-169 0,-31 60 0,31-67 0,-79 175 22,-2 1-128,1-1-1,0 1 0,1 0 0,-1 0 1,0 0-1,1 0 0,-1 0 1,1 0-1,-1 0 0,1 0 0,0 1 1,4-4-1,3 3-6719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7.0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1 246 24575,'0'-2'0,"1"0"0,-1 0 0,1 0 0,0 0 0,0 0 0,0 0 0,0 1 0,0-1 0,0 0 0,1 1 0,-1-1 0,0 1 0,1-1 0,-1 1 0,1 0 0,0-1 0,3-1 0,-4 3 0,0-1 0,0 0 0,0 0 0,0 0 0,1 1 0,-1-1 0,0 0 0,0 1 0,1-1 0,-1 1 0,0 0 0,1-1 0,-1 1 0,1 0 0,-1 0 0,0 0 0,1 0 0,-1 0 0,0 0 0,1 0 0,-1 1 0,1-1 0,-1 0 0,0 1 0,3 0 0,-2 2 0,0 0 0,0-1 0,0 1 0,0 0 0,0 0 0,-1 0 0,0 0 0,1 0 0,-1 1 0,1 5 0,5 38 0,-6-41 0,1 9 0,19 278 0,-21-299 0,-2 1 0,1-1 0,-1 1 0,1 0 0,-6-9 0,-2-9 0,-46-177 0,50 174 0,1-1 0,1 0 0,1 0 0,2 0 0,4-45 0,-3 64 0,1 1 0,-1 0 0,1-1 0,0 1 0,1 0 0,0 0 0,0 0 0,1 0 0,-1 1 0,1-1 0,1 1 0,-1 0 0,10-10 0,-9 13 0,0-1 0,-1 1 0,1 0 0,0 0 0,1 0 0,-1 1 0,0 0 0,1 0 0,0 0 0,-1 0 0,1 1 0,0 0 0,0 1 0,-1-1 0,1 1 0,0 0 0,0 0 0,8 2 0,-5 0 0,0 0 0,0 0 0,0 1 0,0 1 0,0-1 0,-1 1 0,0 1 0,0 0 0,0 0 0,0 0 0,10 11 0,-15-14 0,-1 0 0,0 0 0,0 0 0,0 0 0,0 1 0,0-1 0,-1 0 0,1 1 0,-1 0 0,0-1 0,1 1 0,-1 0 0,0 0 0,-1 0 0,1-1 0,0 1 0,-1 0 0,0 0 0,1 0 0,-1 0 0,0 0 0,-1 0 0,1 0 0,0 0 0,-1 0 0,0 0 0,0 0 0,0 0 0,0-1 0,0 1 0,0 0 0,-1-1 0,1 1 0,-1-1 0,0 1 0,0-1 0,0 0 0,0 0 0,-4 4 0,-2 1 57,-1 0 0,1-1 0,-1 0 0,-1-1 0,-15 8 0,-53 16-1764,-20 0-5119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5.8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70 24575,'-7'0'0,"-7"0"0,-6 0 0,2-3 0,6-5 0,18-3 0,27-3 0,38 1 0,45 2 0,46 3 0,48 7-1986,41 6 1986,28 5-2708,-33 1-789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9.4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216 185 24575,'22'-22'0,"23"-27"0,-26 25 0,-13 18 0,0-1 0,0-1 0,-1 1 0,0-1 0,0 0 0,4-10 0,-9 17 0,1 1 0,-1-1 0,0 0 0,1 0 0,-1 0 0,0 1 0,0-1 0,0 0 0,0 0 0,0 0 0,0 1 0,0-1 0,0 0 0,0 0 0,0 0 0,0 0 0,0 1 0,-1-1 0,1 0 0,0 0 0,0 0 0,-1 1 0,1-1 0,-1 0 0,1 1 0,-2-2 0,1 1 0,0 0 0,0 1 0,-1-1 0,1 0 0,0 1 0,-1 0 0,1-1 0,0 1 0,-1 0 0,1 0 0,0-1 0,-1 1 0,1 0 0,-3 1 0,-4-1 0,0 2 0,1-1 0,-1 1 0,-10 4 0,-1 1 0,2 2 0,-1 0 0,1 1 0,1 1 0,-1 0 0,2 1 0,0 1 0,-16 18 0,19-19 0,1 1 0,0 1 0,1 0 0,0 0 0,2 1 0,-1 0 0,2 0 0,0 1 0,-8 28 0,14-38 0,-1-1 0,1 1 0,1-1 0,-1 1 0,1-1 0,0 1 0,0-1 0,1 1 0,0-1 0,-1 0 0,2 1 0,-1-1 0,1 0 0,0 1 0,0-1 0,0 0 0,4 6 0,-1-6 0,-1 0 0,1 1 0,-1-2 0,1 1 0,1 0 0,-1-1 0,1 0 0,-1-1 0,1 1 0,0-1 0,0 0 0,1 0 0,10 2 0,9 2 0,-1-1 0,1-2 0,0 0 0,0-2 0,1-1 0,-1-1 0,30-4 0,-24 0 0,0-2 0,0 0 0,0-3 0,-1 0 0,41-19 0,-52 19 0,0-1 0,19-14 0,-34 21 0,0 0 0,0-1 0,-1 0 0,0 0 0,1 0 0,-1 0 0,-1-1 0,1 0 0,-1 1 0,0-1 0,0-1 0,4-9 0,-6 13 0,0 1 0,-1-1 0,1 0 0,-1 0 0,0 0 0,1 0 0,-1 0 0,0 1 0,0-1 0,0 0 0,-1 0 0,1 0 0,0 0 0,-1 0 0,1 1 0,-1-1 0,1 0 0,-1 0 0,0 1 0,0-1 0,0 0 0,-2-2 0,1 2 0,-1 0 0,1-1 0,-1 1 0,0 0 0,0 1 0,0-1 0,0 0 0,0 1 0,0 0 0,0-1 0,-6 0 0,-2 0 0,0 0 0,1 1 0,-1 0 0,0 1 0,0 0 0,0 0 0,-11 3 0,18-3 0,0 1 0,1 0 0,-1 0 0,0 0 0,0 1 0,1-1 0,-1 1 0,1 0 0,-1 0 0,1 0 0,0 1 0,-1-1 0,1 1 0,1-1 0,-1 1 0,0 0 0,1 0 0,-1 1 0,1-1 0,0 0 0,0 1 0,0-1 0,1 1 0,-1 0 0,1-1 0,0 1 0,0 0 0,0 0 0,0 0 0,1 0 0,0 0 0,-1 0 0,2 0 0,-1 0 0,0 0 0,1 0 0,-1 0 0,1 0 0,1-1 0,-1 1 0,0 0 0,1-1 0,0 1 0,-1 0 0,5 4 0,-1-2 0,-1-1 0,1 0 0,0 0 0,0-1 0,1 1 0,0-1 0,-1-1 0,1 1 0,0-1 0,1 0 0,9 3 0,-12-4 0,0 0 0,0-1 0,1 0 0,-1 0 0,1 0 0,-1-1 0,1 1 0,0-1 0,-1 0 0,1 0 0,-1-1 0,1 0 0,-1 1 0,1-1 0,-1-1 0,0 1 0,1-1 0,4-2 0,-7 2 0,1 0 0,-1 0 0,0-1 0,1 1 0,-1-1 0,-1 0 0,1 1 0,0-1 0,-1 0 0,1 0 0,-1 0 0,0 0 0,0 0 0,0 0 0,0-1 0,-1 1 0,1 0 0,-1 0 0,0 0 0,0-1 0,0 1 0,-1-4 0,0-6 0,0 0 0,-2 1 0,1-1 0,-7-15 0,7 23 0,-1-4 0,0 0 0,0-1 0,1 1 0,0-1 0,-1-16 0,3 24 0,0 1 0,0-1 0,0 0 0,1 1 0,-1-1 0,0 0 0,1 1 0,-1-1 0,1 0 0,0 1 0,0-1 0,-1 1 0,1-1 0,0 1 0,0 0 0,2-2 0,-1 1 0,-1 1 0,1 0 0,0 0 0,0 0 0,0 0 0,0 0 0,0 1 0,0-1 0,0 1 0,0-1 0,0 1 0,0 0 0,0-1 0,0 1 0,0 0 0,4 1 0,14 1 0,-1 1 0,1 1 0,-1 1 0,0 1 0,0 1 0,-1 0 0,0 1 0,0 1 0,28 19 0,-43-25 0,0-1 0,0 0 0,1 0 0,-1 0 0,0 0 0,1 0 0,0-1 0,-1 0 0,1 1 0,0-1 0,0-1 0,0 1 0,0-1 0,-1 1 0,1-1 0,0 0 0,0 0 0,0-1 0,7-1 0,23-2 0,-1 1 0,58 2 0,-88 1 0,0 1 0,0 0 0,0-1 0,0 1 0,0 1 0,0-1 0,0 0 0,0 1 0,0-1 0,-1 1 0,1 0 0,0 0 0,-1 0 0,0 0 0,0 1 0,1-1 0,-1 1 0,-1-1 0,1 1 0,0 0 0,-1-1 0,3 6 0,-3-5 0,1 0 0,-1 0 0,1 0 0,0 0 0,0 0 0,0-1 0,0 1 0,0-1 0,0 1 0,1-1 0,-1 0 0,1 0 0,0 0 0,0 0 0,-1-1 0,1 1 0,0-1 0,1 0 0,-1 0 0,5 2 0,-2-3-195,0 1 0,0-1 0,0 0 0,0 0 0,0 0 0,10-3 0,0-2-6631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8:59.5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24575,'0'3'0,"0"4"0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0.0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34 24575,'3'-6'0,"-2"3"0,1 0 0,0 0 0,0 0 0,0-1 0,0 2 0,4-6 0,-6 8 0,0 0 0,1 0 0,-1-1 0,0 1 0,0 0 0,1 0 0,-1 0 0,0 0 0,0 0 0,1 0 0,-1-1 0,0 1 0,1 0 0,-1 0 0,0 0 0,1 0 0,-1 0 0,0 0 0,0 0 0,1 0 0,-1 0 0,0 0 0,1 1 0,-1-1 0,0 0 0,0 0 0,1 0 0,-1 0 0,0 0 0,1 0 0,-1 1 0,9 16 0,-3 2 0,-2 0 0,0 1 0,-2-1 0,0 1 0,-1-1 0,-1 1 0,-1 0 0,0-1 0,-2 1 0,0-1 0,-1 1 0,-10 28 0,12-43 0,0-1 0,1 0 0,0-1 0,0 1 0,-1-1 0,0 0 0,0 1 0,0-1 0,0 0 0,0 0 0,-1 0 0,1-1 0,-6 5 0,7-6 0,1-1 0,0 0 0,0 0 0,-1 0 0,1 1 0,0-1 0,0 0 0,-1 0 0,1 0 0,0 0 0,-1 0 0,1 0 0,0 0 0,-1 0 0,1 0 0,0 0 0,-1 0 0,1 0 0,0 0 0,0 0 0,-1 0 0,1 0 0,0 0 0,-1 0 0,1 0 0,0 0 0,-1 0 0,1-1 0,0 1 0,0 0 0,-1 0 0,1 0 0,0 0 0,-1-1 0,-1-12 0,7-14 0,-1 19 0,0 0 0,0 0 0,0 1 0,1-1 0,0 1 0,1 0 0,-1 0 0,2 1 0,-1-1 0,0 1 0,1 1 0,0-1 0,1 1 0,-1 1 0,1-1 0,0 1 0,0 0 0,0 1 0,0 0 0,17-4 0,-14 5 0,0 0 0,-1 1 0,1 0 0,0 1 0,0 0 0,0 1 0,-1 0 0,1 0 0,0 1 0,-1 0 0,1 1 0,-1 1 0,0-1 0,0 2 0,0-1 0,17 12 0,-24-14 0,0 0 0,0 0 0,-1 1 0,1-1 0,-1 0 0,0 1 0,1-1 0,-1 1 0,0 0 0,-1 0 0,1 0 0,0 0 0,-1 0 0,2 4 0,-3-5 0,0-1 0,0 1 0,0 0 0,0-1 0,0 1 0,0 0 0,-1-1 0,1 1 0,-1 0 0,1-1 0,-1 1 0,1-1 0,-1 1 0,0-1 0,0 1 0,0-1 0,0 0 0,0 1 0,0-1 0,0 0 0,0 0 0,0 0 0,-1 0 0,1 0 0,0 0 0,-1 0 0,1 0 0,-1 0 0,1-1 0,-4 2 0,-6 2-195,0 0 0,0-1 0,-1 0 0,0-1 0,1 0 0,-18 0 0,-4 0-6631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0.6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83 24575,'5'-1'0,"1"1"0,0 1 0,-1-1 0,1 1 0,9 2 0,-12-2 0,-1 0 0,0 1 0,1-1 0,-1 0 0,0 1 0,0 0 0,0-1 0,0 1 0,0 0 0,0 0 0,-1 0 0,1 0 0,-1 1 0,2 2 0,-1-1 0,0 0 0,1 0 0,-1 0 0,1-1 0,-1 1 0,1-1 0,0 0 0,0 1 0,1-1 0,-1-1 0,0 1 0,1 0 0,0-1 0,0 0 0,0 0 0,0 0 0,0 0 0,0-1 0,0 1 0,1-1 0,-1 0 0,0 0 0,1-1 0,-1 1 0,5-1 0,13 1 0,-1-1 0,33-4 0,-48 3 0,0 0 0,0 0 0,0 0 0,0-1 0,0 0 0,-1 0 0,1 0 0,0-1 0,-1 0 0,0 0 0,1-1 0,-1 1 0,6-7 0,-10 9 0,1-1 0,-1 1 0,0-1 0,0 1 0,0-1 0,0 1 0,0-1 0,0 0 0,0 0 0,-1 1 0,1-1 0,-1 0 0,1 0 0,-1 0 0,0 0 0,1 1 0,-1-1 0,0 0 0,0 0 0,0 0 0,-1-2 0,0 1 0,0 0 0,0 0 0,-1 0 0,1 0 0,-1 0 0,0 1 0,1-1 0,-1 1 0,0-1 0,-1 1 0,-3-4 0,-5-3 0,-1 1 0,0 1 0,0-1 0,-19-7 0,27 13 0,1 1 0,1-1 0,-1 1 0,0 0 0,0 0 0,1 0 0,-1 0 0,0 0 0,0 0 0,0 1 0,0 0 0,0-1 0,0 1 0,-5 1 0,8-1 0,0 0 0,0 0 0,0 0 0,0 0 0,0 0 0,0 0 0,0 0 0,0 0 0,-1 0 0,1 0 0,0 0 0,0 0 0,0 0 0,0 1 0,0-1 0,0 0 0,0 0 0,0 0 0,0 0 0,0 0 0,0 0 0,0 0 0,0 0 0,0 0 0,0 1 0,0-1 0,0 0 0,0 0 0,0 0 0,0 0 0,0 0 0,0 0 0,0 0 0,0 1 0,0-1 0,0 0 0,0 0 0,0 0 0,0 0 0,0 0 0,0 0 0,0 0 0,0 0 0,0 0 0,0 1 0,0-1 0,0 0 0,0 0 0,0 0 0,7 5 0,9 2 0,8-2 0,0 0 0,0-2 0,1-1 0,-1-2 0,29-1 0,-12 0 0,13-5 0,-42 3 0,0 2 0,1-1 0,12 2 0,-22 0 0,0 1 0,-1-1 0,1 1 0,-1 0 0,1 0 0,0 0 0,-1 0 0,0 0 0,1 1 0,-1-1 0,0 1 0,0-1 0,1 1 0,-1 0 0,2 2 0,27 38 0,-16-21 0,8 8 0,-14-19 0,0 0 0,-1 1 0,0 0 0,-1 0 0,0 1 0,10 22 0,-17-33 0,0 0 0,1 0 0,-1 1 0,0-1 0,0 0 0,0 0 0,1 0 0,-1 0 0,0 0 0,0 0 0,-1 0 0,1 0 0,0 0 0,0 0 0,0 1 0,-1-1 0,1 0 0,-1 0 0,1 0 0,-1 0 0,1-1 0,-1 1 0,1 0 0,-2 1 0,1-1 0,-1 1 0,0-1 0,0 0 0,1 0 0,-1 0 0,0 0 0,0 0 0,0-1 0,0 1 0,0-1 0,0 1 0,-2-1 0,-8 1 0,0 0 0,0-1 0,-18-3 0,25 2 0,-75-11-1365,44 4-5461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0.7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24575,'3'0'0,"4"3"0,5 2 0,2-1 0,3-1 0,-2-1-8191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1.5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52 325 24575,'1'-1'0,"0"0"0,0 0 0,0-1 0,0 1 0,0 0 0,0 0 0,0 0 0,1 0 0,-1 0 0,0 0 0,1 1 0,-1-1 0,0 0 0,1 1 0,-1-1 0,1 1 0,-1-1 0,1 1 0,-1 0 0,3-1 0,3-1 0,14-6 0,-1-1 0,-1-1 0,1-1 0,-2 0 0,0-1 0,0-2 0,23-22 0,-30 24 0,0 0 0,-1 0 0,16-27 0,-23 34 0,0-1 0,0 1 0,-1 0 0,1-1 0,-1 1 0,-1-1 0,1 0 0,-1 1 0,0-1 0,0 0 0,-1 0 0,1 0 0,-2-10 0,1 14 0,-1 1 0,1-1 0,0 1 0,-1 0 0,1-1 0,-1 1 0,1 0 0,-1-1 0,1 1 0,-1 0 0,0 0 0,0-1 0,0 1 0,0 0 0,0 0 0,0 0 0,0 0 0,0 0 0,0 0 0,0 1 0,0-1 0,-1 0 0,1 1 0,0-1 0,0 0 0,-1 1 0,1 0 0,-1-1 0,1 1 0,0 0 0,-1-1 0,1 1 0,-1 0 0,1 0 0,0 0 0,-1 1 0,1-1 0,-1 0 0,1 0 0,-1 1 0,1-1 0,0 1 0,-2 0 0,-4 2 0,0 0 0,0 0 0,0 1 0,1 0 0,0 0 0,-12 10 0,2 2 0,1 1 0,1 0 0,1 1 0,0 0 0,1 1 0,1 0 0,1 1 0,1 1 0,-12 35 0,7-8 0,2 0 0,3 1 0,-5 64 0,7 141 0,7-188 0,0-44 171,-4 29 0,3-44-361,0 0 0,-1-1 1,0 1-1,0 0 0,0-1 1,-1 0-1,0 0 1,-5 8-1,-10 9-6636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1.8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1 255 24575,'4'-7'0,"1"0"0,-1 1 0,2-1 0,-1 1 0,1 0 0,0 0 0,12-9 0,3 0 0,26-14 0,-25 16 0,1 2 0,1 1 0,0 0 0,0 2 0,42-8 0,-30 9 0,1 3 0,0 1 0,49 2 0,-81 2 0,0-1 0,0 1 0,-1-2 0,1 1 0,0 0 0,0-1 0,-1 0 0,1 0 0,0 0 0,-1-1 0,1 0 0,-1 0 0,1 0 0,-1 0 0,0 0 0,0-1 0,0 0 0,0 0 0,3-4 0,-2 3 0,0-1 0,1 1 0,-1 0 0,1 0 0,0 1 0,0 0 0,7-3 0,-12 5 0,0 1 0,1-1 0,-1 1 0,0 0 0,1-1 0,-1 1 0,1 0 0,-1 0 0,0 0 0,1 0 0,-1 0 0,0 0 0,1 0 0,-1 0 0,1 0 0,-1 1 0,0-1 0,1 1 0,-1-1 0,0 1 0,0-1 0,1 1 0,-1 0 0,0 0 0,0 0 0,0-1 0,0 1 0,0 0 0,0 0 0,0 0 0,0 0 0,0 1 0,-1-1 0,1 0 0,0 0 0,-1 0 0,1 1 0,-1-1 0,1 0 0,0 3 0,2 15 0,0 0 0,-1 0 0,0 0 0,-2 1 0,-3 33 0,1-7 0,1-18-1365,0-6-5461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1.9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 24575,'-3'0'0,"-8"3"0,-4 1 0,0 3 0,3 1-8191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2.3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0 24575,'-1'1'0,"1"0"0,-1-1 0,0 1 0,1 0 0,-1-1 0,1 1 0,-1 0 0,1 0 0,-1-1 0,1 1 0,0 0 0,0 0 0,-1 0 0,1 0 0,0-1 0,0 1 0,0 0 0,0 0 0,0 0 0,0 0 0,0 0 0,0 0 0,0-1 0,0 1 0,0 0 0,1 0 0,-1 0 0,0 0 0,1 0 0,-1-1 0,0 1 0,1 0 0,-1 0 0,1-1 0,-1 1 0,1 0 0,0-1 0,-1 1 0,1 0 0,0-1 0,-1 1 0,1-1 0,0 1 0,1 0 0,5 3 0,1 1 0,-1-2 0,15 7 0,-13-7 0,-3 1 0,1-1 0,0 1 0,-1 1 0,0-1 0,0 1 0,0 0 0,-1 1 0,1-1 0,-1 1 0,7 12 0,-1-4 0,-10-14 0,-1 1 0,1-1 0,-1 1 0,1-1 0,-1 1 0,1-1 0,-1 0 0,1 1 0,0-1 0,-1 0 0,1 1 0,0-1 0,-1 0 0,1 0 0,0 0 0,-1 1 0,1-1 0,0 0 0,-1 0 0,1 0 0,0 0 0,-1 0 0,1-1 0,0 1 0,-1 0 0,1 0 0,0 0 0,-1 0 0,1-1 0,0 1 0,-1 0 0,1-1 0,-1 1 0,1 0 0,0-1 0,-1 1 0,2-2 0,24-24 0,-10 9 0,-13 14 0,1 0 0,1 1 0,-1-1 0,0 1 0,1 0 0,-1 0 0,1 1 0,-1-1 0,1 1 0,0 0 0,0 1 0,0-1 0,-1 1 0,1 0 0,0 0 0,0 0 0,0 0 0,0 1 0,-1 0 0,1 0 0,0 1 0,-1-1 0,1 1 0,-1 0 0,1 0 0,-1 0 0,0 1 0,0-1 0,0 1 0,0 0 0,0 1 0,-1-1 0,0 0 0,1 1 0,-1 0 0,3 5 0,5 9-1365,-2-2-5461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2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24575,'0'3'0,"4"1"0,3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2.8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17 24575,'1'0'0,"-1"0"0,0 0 0,0 1 0,0-1 0,1 0 0,-1 0 0,0 0 0,0 0 0,0 1 0,0-1 0,1 0 0,-1 0 0,0 0 0,0 0 0,0 1 0,0-1 0,0 0 0,0 0 0,0 1 0,0-1 0,1 0 0,-1 0 0,0 0 0,0 1 0,0-1 0,0 0 0,0 0 0,0 1 0,0-1 0,0 0 0,-1 0 0,1 1 0,0-1 0,0 0 0,0 0 0,0 0 0,0 1 0,0-1 0,0 0 0,0 0 0,-1 0 0,1 1 0,0-1 0,0 0 0,0 0 0,0 0 0,-1 0 0,1 1 0,0-1 0,0 0 0,0 0 0,-1 0 0,1 0 0,0 0 0,0 0 0,0 0 0,-1 0 0,1 0 0,0 0 0,0 0 0,-1 0 0,1 0 0,0 0 0,-1 0 0,27 23 0,0-1 0,-20-15 0,-1 0 0,0 1 0,0 0 0,-1 0 0,0 0 0,6 18 0,8 53 0,-4-15 0,-13-62 0,-1 0 0,1 0 0,-1 0 0,1-1 0,0 1 0,-1 0 0,1 0 0,0-1 0,0 1 0,0 0 0,1-1 0,-1 1 0,0-1 0,1 1 0,-1-1 0,1 0 0,-1 1 0,1-1 0,2 1 0,-3-2 0,1 1 0,0-1 0,0 0 0,0 0 0,0 0 0,0 0 0,0 0 0,0 0 0,0-1 0,0 1 0,-1 0 0,1-1 0,0 0 0,0 1 0,0-1 0,-1 0 0,1 0 0,0 0 0,2-2 0,25-17 0,-2 0 0,0-2 0,-1-1 0,-1-1 0,-1-1 0,-2-1 0,0-1 0,31-52 0,-41 54-1365,-4 5-5461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3.2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182 138 24575,'3'4'0,"0"-1"0,0 1 0,0 1 0,-1-1 0,1 0 0,-1 0 0,0 1 0,0-1 0,1 7 0,10 47 0,-11-45 0,5 26 0,-2-1 0,-2 1 0,-3 63 0,0-98 0,-1 0 0,1 0 0,-1 0 0,0 0 0,0 0 0,0 0 0,-1 0 0,1-1 0,-4 7 0,4-9 0,0 0 0,1 0 0,-1 0 0,0-1 0,0 1 0,0 0 0,1-1 0,-1 1 0,0 0 0,0-1 0,0 1 0,0-1 0,0 1 0,0-1 0,0 0 0,0 0 0,0 1 0,0-1 0,0 0 0,0 0 0,-1 0 0,1 0 0,0 0 0,0 0 0,0 0 0,0 0 0,0-1 0,0 1 0,0 0 0,0-1 0,0 1 0,0 0 0,0-1 0,0 0 0,0 1 0,0-1 0,0 1 0,1-1 0,-1 0 0,-1-1 0,-3-3 0,0 0 0,0 0 0,1 0 0,0-1 0,0 1 0,0-1 0,1 0 0,-1 0 0,1 0 0,-2-9 0,0-1 0,0 0 0,1-1 0,-2-17 0,4 16 0,1-1 0,1 1 0,1-1 0,0 1 0,1-1 0,1 1 0,1 0 0,1 0 0,7-17 0,-8 23 0,0 1 0,2 0 0,-1 0 0,1 0 0,1 1 0,0-1 0,0 2 0,1-1 0,1 1 0,-1 0 0,1 1 0,1 0 0,-1 1 0,17-10 0,-21 14 0,0 1 0,1 0 0,-1 0 0,0 1 0,0 0 0,1-1 0,-1 2 0,1-1 0,-1 1 0,1 0 0,0 0 0,8 1 0,-12 0 0,0-1 0,0 1 0,1-1 0,-1 1 0,0 0 0,0 0 0,0 0 0,0 0 0,0 0 0,-1 0 0,1 0 0,0 1 0,0-1 0,-1 1 0,1-1 0,-1 1 0,1 0 0,-1 0 0,0-1 0,0 1 0,0 0 0,0 0 0,0 0 0,0 0 0,0 0 0,0 1 0,-1-1 0,0 0 0,1 0 0,-1 0 0,0 0 0,0 1 0,0 3 0,-1-1 0,0 0 0,0 0 0,0 0 0,0 0 0,-1-1 0,0 1 0,0 0 0,0-1 0,-1 0 0,1 1 0,-1-1 0,0 0 0,0 0 0,-1 0 0,1-1 0,-1 1 0,-5 3 0,-4 3 0,0-1 0,-1-1 0,0 0 0,-20 8 0,0-2-455,-1-3 0,-64 14 0,11-9-6371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6.4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0 204 24575,'10'-6'0,"12"-12"0,17-8 0,25-7 0,35-3 0,35 1 0,38 6 0,-10 8-8191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9.3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13024 391 24575,'4'-3'0,"0"1"0,0 0 0,0 0 0,0 0 0,0 1 0,0-1 0,0 1 0,1 0 0,-1 0 0,0 1 0,1-1 0,4 1 0,14-3 0,-13 1 0,-3 1 0,0 0 0,0-1 0,0 0 0,12-6 0,-18 8 0,0 0 0,0-1 0,0 1 0,0-1 0,-1 1 0,1-1 0,0 1 0,-1-1 0,1 0 0,0 1 0,-1-1 0,1 0 0,-1 0 0,1 1 0,-1-1 0,1 0 0,-1 0 0,0 0 0,1 0 0,-1 1 0,0-1 0,0 0 0,0 0 0,1 0 0,-1 0 0,0 0 0,0 0 0,0 0 0,0 0 0,-1 1 0,1-1 0,0 0 0,0 0 0,0 0 0,-1 0 0,1 0 0,-1 0 0,1 1 0,0-1 0,-1 0 0,1 0 0,-1 1 0,0-1 0,1 0 0,-1 1 0,-1-2 0,-6-6 0,-1 0 0,-1 0 0,1 1 0,-1 1 0,-1-1 0,1 2 0,-1-1 0,-15-4 0,16 5 0,-77-30-97,-2 3 0,-145-33 0,-193-5-444,-335 25-756,-4 68 801,-451 102 496,936-81 0,1 13 0,-355 119 0,447-109 0,2 9 0,4 7 0,4 8 0,-189 130 0,-216 229 0,46 55 0,-131 250-964,63 51-1,-334 556-201,895-1296 1170,-142 209 135,-19-17 289,177-228 42,-2-1-1,-2-2 1,0 0 0,-1-3-1,-2 0 1,-54 26 0,37-26-217,0-2 0,-2-2 0,0-3-1,-63 11 1,21-11-226,-161 6 0,-92-23-375,-533-85-534,13-85 1,588 93 1557,273 74-491,1 1 1,0-2 0,0 1 0,-8-6 0,13 8-206,1 0 0,-1 0 1,0-1-1,1 1 1,-1-1-1,1 1 1,0-1-1,0 0 1,-1 1-1,1-1 1,0 0-1,0 0 1,1 0-1,-1 0 0,0 0 1,1 0-1,-1 0 1,1 0-1,-1-3 1,1-8-6732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09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494 52 24575,'5'-1'0,"0"-1"0,0 1 0,0-2 0,0 1 0,-1 0 0,1-1 0,-1 0 0,0 0 0,1 0 0,3-5 0,0 2 0,-8 6 0,1-1 0,-1 1 0,1 0 0,-1-1 0,1 1 0,-1 0 0,1-1 0,-1 1 0,0-1 0,1 1 0,-1-1 0,0 1 0,1-1 0,-1 1 0,0-1 0,1 1 0,-1-1 0,0 1 0,0-1 0,1-1 0,-10-1 0,-19 6 0,-26 13 0,2 2 0,0 3 0,1 2 0,1 2 0,1 2 0,-71 54 0,110-73 0,0 0 0,1 1 0,0 0 0,0 0 0,1 1 0,0 0 0,1 0 0,-8 16 0,12-21 0,1 0 0,0 1 0,0 0 0,0-1 0,1 1 0,0 0 0,0-1 0,1 1 0,-1 0 0,1 0 0,1 0 0,-1 0 0,1-1 0,0 1 0,0 0 0,0 0 0,1-1 0,0 1 0,0-1 0,4 7 0,4 5 57,1 0 0,1-1 0,0-1 0,1 0 0,25 23 0,-1-6-911,46 30 1,-30-27-5973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11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12229 328 24575,'7'-30'0,"0"5"0,-6 17 0,0 1 0,-1-1 0,0 0 0,0 1 0,-1-1 0,0 0 0,0 1 0,-4-15 0,3 17 0,-1 0 0,1 0 0,-1 0 0,0 0 0,0 0 0,-1 1 0,1 0 0,-1-1 0,0 1 0,0 1 0,-1-1 0,1 0 0,-6-2 0,-9-6 0,-1 2 0,0 0 0,-36-12 0,-68-14 0,72 24 0,-1 3 0,1 2 0,-1 2 0,0 2 0,0 3 0,-1 2 0,1 3 0,1 2 0,-1 2 0,1 2 0,-76 28 0,-286 124 20,7 21-28,41-18-105,196-92-229,-326 147 149,14 29 220,-93 116 27,-168 93-1280,366-265 932,-478 171 0,502-241-201,-593 124 0,795-220 216,-291 18 1,365-44 353,0-4 1,0-3-1,0-4 1,1-3-1,-129-37 1,-151-91 2637,81 27-1975,-192-30-723,349 117-16,-1 5 0,-128-6 0,116 21 1,0 6 0,-151 19 0,184-5 0,0 4 0,1 4 0,-140 52 0,-173 109 0,307-126 0,-174 126 0,208-130 0,1 3 0,4 3 0,2 3 0,-61 79 0,112-124 242,9-14-421,0 1 1,0-1-1,0 1 1,-1-1-1,0 0 1,1 0-1,-1 0 0,-5 4 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11.9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24575,'2'0'0,"-1"0"0,0 0 0,1 0 0,-1 0 0,0 1 0,0-1 0,1 0 0,-1 1 0,0-1 0,0 1 0,0-1 0,0 1 0,1-1 0,-1 1 0,0 0 0,0 0 0,0 0 0,0 0 0,0-1 0,1 3 0,-1-1 0,0 0 0,1 1 0,-1-1 0,0 1 0,0-1 0,-1 1 0,1-1 0,0 1 0,0 4 0,-1 6 0,0 0 0,0-1 0,-4 19 0,3-21 0,-3 24 0,1 0 0,2 1 0,5 55 0,-2-78 0,0 1 0,1-1 0,0 0 0,1 0 0,0 0 0,1 0 0,0-1 0,1 1 0,0-1 0,1-1 0,0 1 0,1-1 0,11 11 0,-4-7 38,1-1 0,1 0 0,0-1 0,0-1 0,1-1 0,1 0 0,0-2 0,23 8 0,8 0-892,104 17 1,-65-19-5973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13.2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 24575,'3'0'0,"5"-3"0,6-5 0,14-6 0,20-4 0,3 0-8191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15.0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0 24575,'-6'3'0,"4"8"0,11 7 0,24 8 0,30 11 0,39 9 0,49 9 0,54 8-2080,-7-8-4031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16.0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24575,'3'0'0,"8"3"0,10 1 0,18 3 0,24 3 0,26 4 0,26 5 0,30 2 0,29 1-1282,24-3 1282,19-5 0,-27-5-6909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6.0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45 24575,'0'-4'0,"0"0"0,0 0 0,1 0 0,-1 0 0,1 0 0,0 1 0,1-1 0,-1 0 0,4-6 0,-3 11 0,1 6 0,-1 9 0,1 59 0,-3 0 0,-4 1 0,-2-2 0,-22 100 0,14-116-1365,3-9-5461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6.3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0 262 24575,'0'-6'0,"1"0"0,-1 0 0,1 0 0,0 1 0,1-1 0,0 0 0,4-10 0,-6 15 0,0 0 0,1 0 0,0 0 0,-1 0 0,1 0 0,0-1 0,-1 1 0,1 0 0,0 0 0,0 1 0,0-1 0,0 0 0,0 0 0,0 0 0,0 1 0,0-1 0,0 0 0,0 1 0,0-1 0,1 1 0,-1-1 0,0 1 0,0 0 0,0 0 0,1-1 0,-1 1 0,0 0 0,1 0 0,-1 0 0,0 0 0,0 0 0,1 1 0,-1-1 0,0 0 0,0 1 0,1-1 0,-1 0 0,0 1 0,0 0 0,0-1 0,2 2 0,3 2 0,-1 0 0,1 0 0,-1 1 0,0 0 0,-1 0 0,1 0 0,-1 1 0,5 7 0,28 54 0,-29-51 0,37 74 0,88 160 0,-130-245 0,2 3 0,0 0 0,0-1 0,1 0 0,10 12 0,-15-18 0,1 0 0,-1 1 0,0-1 0,1 0 0,-1 0 0,1 0 0,-1-1 0,1 1 0,0 0 0,-1 0 0,1-1 0,0 1 0,-1-1 0,1 0 0,0 1 0,0-1 0,-1 0 0,1 0 0,0 0 0,0 0 0,-1 0 0,1-1 0,0 1 0,0-1 0,-1 1 0,1-1 0,0 1 0,-1-1 0,1 0 0,-1 0 0,2-1 0,4-3 0,0-1 0,0 0 0,-1 0 0,0 0 0,-1-1 0,0 0 0,0 0 0,0-1 0,-1 1 0,5-10 0,4-15 0,12-39 0,-22 63 0,24-94 0,-4-1 0,14-150 0,-36 241 111,1 8-225,-2 0 1,1-1-1,0 1 1,-1 0-1,0 0 1,0 0-1,0 0 1,0 0-1,-1 0 1,1-1-1,-1 1 0,-3-6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6.8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287 166 24575,'12'-12'0,"41"-41"0,-48 47 0,0 0 0,0-1 0,0 1 0,-1-1 0,-1 0 0,1 0 0,2-9 0,-5 15 0,-1 0 0,0 0 0,1 0 0,-1 0 0,0 0 0,0 0 0,0 0 0,0 0 0,0-1 0,0 1 0,0 0 0,0 0 0,0 0 0,-1 0 0,1 0 0,0 0 0,-1 0 0,1 0 0,-1 0 0,1 0 0,-1 0 0,1 0 0,-1 0 0,0 0 0,1 0 0,-1 1 0,0-1 0,0 0 0,0 0 0,0 1 0,1-1 0,-1 0 0,0 1 0,0-1 0,0 1 0,0 0 0,-1-1 0,1 1 0,0 0 0,-2-1 0,-2 0 0,-1 0 0,1 1 0,0-1 0,-1 1 0,1 0 0,-1 0 0,-6 2 0,-6 2 0,0 1 0,0 0 0,1 2 0,0 0 0,-32 18 0,26-11 0,1 0 0,1 2 0,-31 29 0,45-39 0,1 1 0,0-1 0,0 2 0,1-1 0,0 1 0,0 0 0,0 0 0,1 0 0,-4 13 0,7-17 0,-1 1 0,1 0 0,1 0 0,-1 0 0,1 0 0,0 0 0,0 1 0,0-1 0,1 0 0,-1 0 0,1 0 0,0 0 0,1-1 0,0 1 0,-1 0 0,1 0 0,1-1 0,3 7 0,2 0 0,1 0 0,0 0 0,1-1 0,0 0 0,0-1 0,1 0 0,23 13 0,88 42 0,-87-48 0,-10-6 0,-1 2 0,0 1 0,0 0 0,21 18 0,-42-29 0,-1 0 0,0-1 0,0 1 0,0 1 0,0-1 0,0 0 0,0 0 0,0 1 0,-1-1 0,1 1 0,-1-1 0,0 1 0,0 0 0,1 4 0,-1-5 0,-1 0 0,-1 0 0,1 0 0,0-1 0,0 1 0,-1 0 0,1 0 0,-1-1 0,0 1 0,1 0 0,-1-1 0,0 1 0,0 0 0,0-1 0,0 1 0,0-1 0,0 0 0,0 1 0,-1-1 0,1 0 0,0 0 0,-1 0 0,1 0 0,-4 2 0,-11 7 0,-1-1 0,0-1 0,-1 0 0,0-1 0,-33 8 0,-98 11 0,144-25 0,-13 2 0,1-2 0,-1 1 0,1-2 0,-22-2 0,39 2 2,-1 0-50,0 0 1,0 0 0,1 0 0,-1 0 0,0 0 0,0 0 0,0 0 0,1 0-1,-1 0 1,0-1 0,0 1 0,0 0 0,1 0 0,-1-1 0,0 1 0,0-1-1,1 1 1,-1-1 0,0 1 0,1-1 0,-1 1 0,1-1 0,-1 0 0,1 1-1,-1-1 1,1 0 0,-1 1 0,0-2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7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45 24575,'-3'0'0,"-5"0"0,0 0 0,0 0 0,-1-1 0,1 0 0,0 0 0,0-1 0,-13-4 0,21 6 0,0-1 0,0 1 0,0 0 0,0-1 0,1 1 0,-1 0 0,0 0 0,0-1 0,1 1 0,-1 0 0,0 0 0,1 0 0,-1-1 0,0 1 0,1 0 0,-1 0 0,0 0 0,1 0 0,-1 0 0,0-1 0,1 1 0,-1 0 0,0 0 0,1 0 0,-1 0 0,1 0 0,-1 0 0,0 0 0,1 0 0,-1 1 0,1-1 0,19-3 0,32 1 0,321-16 0,-348 15-1365,-7-1-5461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6:07.7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48 24575,'0'-3'0,"0"0"0,0 0 0,0 0 0,1-1 0,-1 1 0,1 0 0,0 0 0,0 0 0,2-5 0,-2 7 0,0 0 0,-1 0 0,1 0 0,0 1 0,0-1 0,-1 0 0,1 0 0,0 1 0,0-1 0,0 1 0,0-1 0,0 0 0,0 1 0,0 0 0,0-1 0,0 1 0,0 0 0,1-1 0,-1 1 0,0 0 0,0 0 0,0 0 0,0 0 0,0 0 0,0 0 0,1 0 0,-1 1 0,0-1 0,0 0 0,0 1 0,2 0 0,7 3 0,0 0 0,0 1 0,0 0 0,-1 1 0,1 0 0,-1 1 0,-1 0 0,12 11 0,-5-2 0,0 0 0,-1 1 0,15 25 0,-23-34 0,-1 1 0,0 0 0,-1-1 0,0 2 0,-1-1 0,0 0 0,0 1 0,-1-1 0,0 1 0,0 0 0,-1 0 0,-1 0 0,0 0 0,0-1 0,-1 1 0,0 0 0,0 0 0,-1 0 0,-1-1 0,0 1 0,0-1 0,-1 0 0,0 0 0,0 0 0,-8 11 0,-3-1-195,0-2 0,-1 0 0,-1-1 0,0 0 0,-1-1 0,-40 24 0,-40 21-6631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20.2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3690 1117 24575,'7'-35'0,"-2"-2"0,-1 1 0,-2 0 0,-2-1 0,-1 1 0,-6-41 0,3 55 0,-1 0 0,-1 0 0,0 1 0,-2 0 0,-1 1 0,0-1 0,-1 2 0,-1-1 0,-1 2 0,-1-1 0,-19-20 0,11 18-57,-1 1-1,-1 1 1,-1 0-1,0 2 1,-2 1-1,0 1 1,0 1-1,-1 2 1,-1 0-1,0 2 1,-41-10-1,10 7-80,0 3 0,-1 2 0,0 3 0,-104 5 1,64 7-177,0 5 1,1 5 0,0 3 0,2 5 0,1 5 0,-98 43-1,71-18-208,2 6 0,4 5 0,2 5 0,-108 89 0,98-58 374,5 6 0,6 5-1,-167 209 1,172-174 188,6 3-1,-160 322 1,209-356-434,-55 172 1,92-230 264,2 0 0,3 1-1,2 0 1,3 0 0,1 69-1,7-100 131,1 0-1,1 0 1,2-1-1,1 0 0,1 0 1,1 0-1,1-1 0,2 0 1,0 0-1,2-1 0,1-1 1,1 0-1,2-2 0,0 1 1,1-2-1,1 0 1,1-1-1,1-1 0,26 18 1,-3-7 8,1-2 0,2-2 0,0-2 0,2-2 0,0-2 0,2-2 1,94 21-1,-43-20 9,0-5 0,1-3 0,118-4 1,-43-12-168,0-9-1,-1-7 1,272-67 0,-214 23-50,-2-10 0,238-113 0,-250 84 224,326-207-1,-406 215-85,-5-5-1,-4-7 1,132-137-1,-196 173-135,-4-3-1,-3-2 1,-3-3-1,53-98 1,-84 125 227,-2-1 0,-2 0 1,17-66-1,-29 78-8,-2 0 1,-2-1 0,-1 0 0,-1-84-1,-7 91-22,-1 0 1,-2 0-1,-2 0 0,-1 1 0,-1 0 1,-2 0-1,-16-33 0,6 25-1,-1 0 0,-2 2 0,-2 0 0,-52-59 0,27 43 3,-2 3 0,-78-60-1,-129-69 30,124 103-13,-2 6 0,-4 6 1,-3 6-1,-2 6 0,-3 7 0,-185-34 1,168 52-6,-2 8 0,0 7 0,-1 7 0,0 8 0,-267 34 0,237-1 47,2 8-1,1 9 0,3 9 0,-289 129 1,245-75 1422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2.1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640 116 24575,'1'-7'0,"1"1"0,-1-1 0,1 1 0,0-1 0,0 1 0,1 0 0,0 0 0,0 0 0,0 0 0,1 0 0,0 1 0,0-1 0,0 1 0,1 0 0,0 0 0,9-7 0,-13 12 0,0-1 0,0 0 0,0 0 0,0 0 0,1 0 0,-1 1 0,0-1 0,0 1 0,1-1 0,-1 1 0,0-1 0,1 1 0,-1 0 0,0-1 0,1 1 0,-1 0 0,1 0 0,-1 0 0,0 0 0,1 0 0,-1 1 0,0-1 0,1 0 0,-1 1 0,0-1 0,1 1 0,-1-1 0,0 1 0,1-1 0,-1 1 0,0 0 0,0 0 0,0 0 0,0 0 0,0 0 0,0 0 0,0 0 0,0 0 0,0 0 0,-1 0 0,1 0 0,0 0 0,-1 1 0,1-1 0,0 3 0,3 5 0,0 1 0,-1 0 0,0 1 0,0-1 0,0 12 0,4 51-42,-3 1 0,-9 112 0,3-142-120,-65 869-4043,-34-1 432,-81 514 2892,-76-10-14,218-1245 1507,-35 160 886,29-111 3476,43-204-4849,1-9-23,1 0 1,-1 0-1,1 1 1,1-1-1,-1 0 1,1 1-1,2 9 1,1-8-6281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31.5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24575,'53'-15'0,"-25"14"0,0 1 0,-1 2 0,1 0 0,0 2 0,42 12 0,-13-4 0,834 125-1166,-690-120 327,1-9-1,291-24 1,-350 0-3668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44.3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3482 274 24575,'-27'-13'0,"-2"2"0,1 1 0,-1 1 0,0 1 0,-39-4 0,8 5 0,-99 2 0,44 10-594,0 5 0,-160 35 0,-218 90-1188,328-79 1481,2 8 1,3 6-1,-167 102 1,235-115 25,3 5-1,-90 80 1,116-84 181,2 3 0,2 2 1,-59 85-1,59-59-75,3 3 1,5 3-1,3 1 0,-52 156 1,31-32-254,-42 236 1,80-300 421,-20 277 0,49-361-1,2 0-1,4 0 1,2-1 0,4 1 0,3-1 0,27 83 0,-26-113 1,2-1 0,2-1 0,1 0 0,3-2 0,0 0 0,3-2 0,0 0 0,33 31 0,-24-31 0,3-1 0,1-2 0,1-2 0,1-1 0,2-2 0,78 37 0,-41-30 4,3-4 1,0-3 0,2-3-1,1-5 1,0-3 0,90 5-1,-40-13 0,0-7-1,1-5 0,157-25 0,-152 6-18,-1-6 0,-1-7 1,-3-5-1,-1-6 0,-2-6 0,216-121 0,-235 106 2,-4-5 0,-3-5 0,-3-4 0,-4-5 0,-4-4 0,-5-5 0,114-150 0,-139 154 4,-4-3-1,-5-2 1,-4-2-1,-4-3 1,-5-1 0,-4-3-1,47-201 1,-71 221-2,-3 0 1,-5-1 0,-3-1-1,-8-110 1,-4 122 6,-3 0 0,-3 2 0,-4-1 0,-3 2 0,-38-93 1,27 95 3,-2 3 0,-4 1 0,-3 1 0,-2 3 0,-3 1 0,-68-71 0,50 67 0,-4 4 0,-2 3 0,-3 3 0,-146-87 0,117 88 0,-1 5 0,-3 5 0,-170-50 0,150 62 0,0 6 0,-246-21 0,101 40-37,28 13-143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59.9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509 64 24575,'-2'-1'0,"1"-1"0,0 1 0,0-1 0,0 0 0,0 1 0,0-1 0,0 0 0,0 1 0,1-1 0,-1 0 0,1 0 0,-1 0 0,1 0 0,0 0 0,0 0 0,0 1 0,0-1 0,0 0 0,0 0 0,0 0 0,0 0 0,1 0 0,-1 0 0,2-3 0,-1 4 0,-1 0 0,0 1 0,1-1 0,-1 0 0,1 0 0,-1 0 0,1 0 0,0 0 0,-1 1 0,1-1 0,0 0 0,-1 1 0,1-1 0,0 0 0,0 1 0,0-1 0,0 1 0,0-1 0,-1 1 0,1 0 0,0-1 0,0 1 0,0 0 0,0 0 0,0 0 0,0-1 0,0 1 0,0 0 0,0 0 0,0 0 0,0 1 0,0-1 0,0 0 0,0 0 0,0 0 0,0 1 0,0-1 0,0 1 0,0-1 0,0 0 0,0 1 0,-1 0 0,1-1 0,0 1 0,1 1 0,1 0 0,-1 1 0,1-1 0,-1 1 0,0 0 0,1 0 0,-1 0 0,-1 0 0,1 0 0,0 1 0,-1-1 0,0 0 0,0 1 0,1 3 0,1 7 0,-1-1 0,1 18 0,-2 3 0,-1 0 0,-10 60 0,-22 71 0,25-130 0,-270 941-868,180-719 868,-43 135 0,140-390 1,-3 6 87,1 1 0,0 0 0,0 0 0,0 19 0,2-27-74,0 1-1,0 0 0,0 0 1,0 0-1,1-1 0,-1 1 1,1 0-1,-1 0 0,1-1 1,0 1-1,-1 0 0,1-1 1,0 1-1,0-1 0,0 1 1,0-1-1,0 1 0,1-1 1,-1 0-1,0 0 1,1 1-1,-1-1 0,1 0 1,-1 0-1,1 0 0,-1-1 1,1 1-1,0 0 0,-1-1 1,1 1-1,3 0 0,8 0-13,-1 0 0,1-1 0,-1 0 0,1-1 0,-1-1 0,0 0 0,21-6 0,-2 2 0,161-32 0,284-17 0,136 66-1365,-567-9-5461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0.5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233 279 24575,'-36'-18'0,"0"-1"0,2-2 0,-60-47 0,90 65 0,0-1 0,1 1 0,-1-1 0,1 0 0,0 0 0,1 0 0,-4-5 0,5 8 0,1 0 0,-1-1 0,1 1 0,0 0 0,-1-1 0,1 1 0,0-1 0,0 1 0,-1-1 0,1 1 0,1 0 0,-1-1 0,0 1 0,0-1 0,0 1 0,1-1 0,-1 1 0,1 0 0,-1-1 0,1 1 0,-1 0 0,1-1 0,0 1 0,0 0 0,-1 0 0,1 0 0,0 0 0,2-2 0,1-1 0,1 0 0,0 1 0,0-1 0,1 1 0,-1 0 0,1 0 0,-1 1 0,1-1 0,10-2 0,8 0 0,28-4 0,-34 7 0,103-13-199,148 2 0,125 22-199,353 46 398,-722-53 0,43 8 0,-63-9 0,-1 0 0,1 0 0,-1 1 0,0 0 0,1 0 0,-1 0 0,0 0 0,0 0 0,0 1 0,-1 0 0,6 4 0,-8-5 13,0 0 0,1 0-1,-1 0 1,0 0 0,0 0-1,-1 0 1,1 0 0,0 0-1,-1 0 1,1 1 0,-1-1 0,0 0-1,0 0 1,1 1 0,-1-1-1,-1 0 1,1 1 0,0-1 0,-1 0-1,1 0 1,-1 0 0,0 1-1,-1 2 1,-4 8 133,0 0 0,-14 21 0,9-16-93,-23 46-53,2 1 0,4 2 0,3 1 0,-31 131 0,-25 294 0,71-417 0,-26 234 0,-24 159 0,22-296 0,32-154 0,0-1 0,-1 0 0,-1-1 0,-1 0 0,0 0 0,-1-1 0,-13 17 0,22-32 11,0 0 0,1 0-1,-1 0 1,0 0 0,0 0-1,1 0 1,-1 0 0,0 0-1,0-1 1,0 1 0,0 0-1,0-1 1,0 1 0,0 0-1,-1-1 1,1 1 0,0-1-1,0 1 1,0-1 0,0 0-1,-1 0 1,1 1 0,0-1-1,0 0 1,-1 0 0,1 0-1,0 0 1,0-1 0,-1 1-1,1 0 1,-2-1 0,1 0-112,0-1 1,1 0-1,-1 1 1,1-1 0,-1 0-1,1 1 1,0-1-1,0 0 1,0 0 0,0 0-1,0 0 1,0-1 0,0 1-1,0 0 1,1 0-1,-1-4 1,-3-16-6726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0.9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161 150 24575,'1'-39'0,"-3"-45"0,3 83 0,-1 0 0,0 0 0,0 1 0,0-1 0,0 0 0,-1 1 0,1-1 0,0 0 0,0 0 0,0 1 0,0-1 0,-1 0 0,1 1 0,0-1 0,-1 0 0,1 1 0,0-1 0,-1 1 0,1-1 0,-1 0 0,1 1 0,-1-1 0,1 1 0,-1 0 0,0-1 0,1 1 0,-2-1 0,1 1 0,0 0 0,0 0 0,0 0 0,0 0 0,0 0 0,0 1 0,-1-1 0,1 0 0,0 1 0,0-1 0,0 1 0,1-1 0,-1 1 0,0 0 0,0-1 0,-1 2 0,-6 5 0,0 0 0,-12 16 0,17-20 0,-11 15 0,1 0 0,0 0 0,-16 34 0,25-44 0,0 0 0,1 1 0,0-1 0,0 1 0,1 0 0,0 0 0,0 0 0,1 0 0,1 0 0,-1 1 0,2 14 0,0-21 0,0 1 0,-1-1 0,1 0 0,0 0 0,0 0 0,1 0 0,-1 0 0,1 0 0,0 0 0,-1 0 0,1 0 0,1-1 0,-1 1 0,0-1 0,0 1 0,1-1 0,4 3 0,-2-2 0,0-1 0,-1 1 0,1-2 0,0 1 0,0 0 0,1-1 0,-1 0 0,0 0 0,0 0 0,8-1 0,0 0 0,-1-1 0,1 0 0,-1-1 0,1-1 0,-1 0 0,0 0 0,1-1 0,18-10 0,-25 11 0,0-1 0,0 1 0,0-2 0,0 1 0,0 0 0,-1-1 0,0 0 0,0-1 0,0 1 0,-1-1 0,0 0 0,0 0 0,0 0 0,3-7 0,-6 8 0,1 1 0,-1-1 0,0 0 0,0 0 0,-1 1 0,1-1 0,-1 0 0,0 0 0,0 0 0,-1 0 0,1 0 0,-1 1 0,0-1 0,0 0 0,-1 1 0,0-1 0,1 1 0,-2-1 0,1 1 0,0 0 0,-6-7 0,-3-3 42,-2 0-1,1 0 1,-28-21 0,3 3-1574,12 8-5294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1.9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366 164 24575,'-1'1'0,"1"0"0,0 0 0,0 0 0,0 0 0,0 0 0,0 0 0,0 0 0,0 0 0,0 0 0,0 0 0,1-1 0,-1 1 0,0 0 0,0 0 0,1 0 0,-1 0 0,1 0 0,-1-1 0,1 1 0,-1 0 0,1 0 0,-1-1 0,1 1 0,0 0 0,-1-1 0,1 1 0,0 0 0,-1-1 0,1 1 0,0-1 0,0 0 0,0 1 0,0-1 0,-1 1 0,1-1 0,0 0 0,0 0 0,0 0 0,0 1 0,0-1 0,0 0 0,0 0 0,0 0 0,0-1 0,-1 1 0,1 0 0,1 0 0,1-1 0,-1 0 0,0 0 0,0 0 0,1 0 0,-1 0 0,0 0 0,0-1 0,0 1 0,0-1 0,0 1 0,-1-1 0,1 0 0,0 0 0,-1 0 0,1 0 0,-1 0 0,2-3 0,0-2 0,-1-1 0,1 1 0,-1-1 0,-1 0 0,1 0 0,-1 0 0,-1 0 0,0-13 0,0 17 0,0 1 0,0 0 0,-1 0 0,1 0 0,-1 0 0,0 0 0,0 0 0,0 0 0,0 0 0,-1 0 0,1 0 0,-1 0 0,0 0 0,0 1 0,0-1 0,0 1 0,0 0 0,0-1 0,-1 1 0,1 0 0,-1 0 0,1 0 0,-1 1 0,-3-2 0,-1 0 0,-1 1 0,0 0 0,0 1 0,-1 0 0,1 0 0,0 1 0,0 0 0,0 0 0,0 1 0,0 0 0,0 1 0,0-1 0,0 1 0,-10 5 0,-4 1 0,0 1 0,1 2 0,-34 21 0,39-21 0,1 0 0,1 1 0,0 0 0,-15 18 0,21-21 0,1 0 0,0 0 0,1 1 0,0 0 0,1 0 0,0 0 0,0 0 0,-3 13 0,7-20 0,0 1 0,0-1 0,1 0 0,-1 1 0,1-1 0,0 1 0,0-1 0,0 0 0,0 1 0,0-1 0,1 1 0,0-1 0,0 0 0,0 1 0,0-1 0,0 0 0,0 0 0,1 0 0,0 0 0,-1 0 0,1 0 0,0 0 0,0-1 0,1 1 0,-1-1 0,1 1 0,-1-1 0,1 0 0,0 0 0,0 0 0,-1-1 0,1 1 0,1 0 0,-1-1 0,6 2 0,3 1 0,0-1 0,1 0 0,-1-1 0,1 0 0,-1-1 0,1 0 0,0-1 0,18-2 0,-17 0 0,-1-1 0,0 0 0,0-1 0,-1 0 0,1-1 0,-1 0 0,0-1 0,0 0 0,0-1 0,-1-1 0,0 0 0,-1 0 0,0-1 0,0 0 0,-1-1 0,0 0 0,0 0 0,-1-1 0,-1 0 0,0-1 0,0 1 0,6-18 0,-16 39 0,1 0 0,0 1 0,0 0 0,1-1 0,1 1 0,0 0 0,0-1 0,3 14 0,-2-19 0,0 1 0,0-1 0,1 0 0,0 0 0,-1 0 0,2 0 0,-1-1 0,1 1 0,5 7 0,-6-10 0,0 1 0,0-1 0,1 0 0,-1 0 0,1 0 0,0 0 0,0 0 0,0 0 0,0-1 0,0 0 0,0 1 0,0-1 0,0 0 0,0 0 0,0-1 0,1 1 0,3-1 0,-3 1 0,-1-1 0,1 0 0,-1-1 0,0 1 0,1-1 0,-1 1 0,0-1 0,1 0 0,-1 0 0,0-1 0,0 1 0,0-1 0,0 1 0,4-4 0,2-2 0,-2 0 0,1-1 0,8-10 0,-10 11 0,-1 0 0,1 1 0,0 0 0,1 0 0,9-6 0,-15 11 0,0 0 0,0 1 0,0-1 0,0 1 0,0-1 0,0 1 0,0 0 0,0-1 0,0 1 0,0 0 0,0 0 0,0 0 0,0-1 0,0 1 0,0 0 0,0 0 0,0 1 0,0-1 0,0 0 0,0 0 0,0 0 0,0 1 0,0-1 0,0 0 0,0 1 0,0-1 0,0 1 0,0-1 0,0 1 0,-1 0 0,1-1 0,0 1 0,0 0 0,-1-1 0,1 1 0,0 0 0,-1 0 0,1 0 0,-1 0 0,1 0 0,-1 0 0,1 0 0,-1 0 0,1 0 0,-1 0 0,0 1 0,2 6 0,0 0 0,0 0 0,-1 0 0,0 15 0,-2 31 0,-3 0 0,-2 0 0,-3 0 0,-28 96 0,35-143 0,1-1 0,-2 1 0,1-1 0,-1 1 0,-6 10 0,9-17 0,0-1 0,0 1 0,0 0 0,0 0 0,0-1 0,0 1 0,0 0 0,-1 0 0,1-1 0,0 1 0,0 0 0,0 0 0,0-1 0,0 1 0,0 0 0,0 0 0,0 0 0,-1-1 0,1 1 0,0 0 0,0 0 0,0 0 0,0 0 0,-1-1 0,1 1 0,0 0 0,0 0 0,0 0 0,-1 0 0,1 0 0,0 0 0,0-1 0,0 1 0,-1 0 0,1 0 0,0 0 0,0 0 0,-1 0 0,1 0 0,0 0 0,0 0 0,-1 0 0,1 0 0,0 0 0,0 0 0,-1 0 0,1 0 0,0 1 0,0-1 0,-1 0 0,1 0 0,0 0 0,0 0 0,0 0 0,-1 0 0,1 1 0,0-1 0,0 0 0,0 0 0,0 0 0,-1 0 0,1 1 0,0-1 0,0 0 0,0 1 0,-1-23 0,21-186 0,-4 64 0,-12 100 0,13-101 0,-14 129 0,0 1 0,1 1 0,1-1 0,0 0 0,1 1 0,1 0 0,10-15 0,-14 25 0,0-1 0,0 1 0,1 0 0,0 0 0,0 1 0,0-1 0,0 1 0,1-1 0,0 1 0,-1 1 0,1-1 0,0 1 0,0 0 0,0 0 0,8-2 0,-5 2 0,-1 1 0,0 1 0,1-1 0,-1 1 0,1 0 0,-1 1 0,0 0 0,1 0 0,-1 1 0,12 3 0,-10-2 0,-1 0 0,0 1 0,0 0 0,0 0 0,-1 1 0,1 0 0,-1 0 0,0 1 0,0 0 0,-1 0 0,0 0 0,0 1 0,0 0 0,-1 0 0,0 0 0,0 1 0,-1 0 0,0 0 0,4 13 0,-6-16 0,-1 0 0,0 0 0,-1 0 0,1 0 0,-1 0 0,0 0 0,0 0 0,-1 0 0,1 0 0,-1 0 0,0 0 0,0 0 0,-1 0 0,0-1 0,0 1 0,-2 4 0,0-2 0,-1-1 0,0 1 0,0-1 0,0 0 0,0-1 0,-1 1 0,0-1 0,0 0 0,-11 6 0,1-3 0,0 1 0,0-2 0,-1 0 0,0-1 0,-1 0 0,0-2 0,1 0 0,-22 1 0,30-4-195,-1 0 0,1-1 0,0-1 0,0 0 0,0 0 0,-11-3 0,-3-4-6631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2.3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25 24575,'3'-3'0,"0"1"0,0 0 0,-1 0 0,1 0 0,0 0 0,1 0 0,-1 0 0,0 1 0,0 0 0,1 0 0,-1 0 0,1 0 0,-1 0 0,7 0 0,-10 1 0,1 1 0,-1-1 0,0 0 0,1 1 0,-1-1 0,0 0 0,1 1 0,-1-1 0,0 1 0,1-1 0,-1 1 0,0-1 0,0 1 0,0-1 0,0 1 0,1-1 0,-1 1 0,0-1 0,0 1 0,0-1 0,0 1 0,0-1 0,0 1 0,0-1 0,0 1 0,0-1 0,-1 1 0,1-1 0,0 1 0,0-1 0,0 1 0,-1-1 0,1 0 0,0 1 0,0-1 0,-1 1 0,-10 24 0,9-21 0,-20 42 0,3 1 0,2 2 0,1 0 0,3 0 0,3 1 0,1 1 0,-2 59 0,10-103 0,1-1 0,0 0 0,0 0 0,0 0 0,1 0 0,2 9 0,-3-14 0,1 0 0,-1 0 0,1-1 0,-1 1 0,0 0 0,1 0 0,-1 0 0,1-1 0,0 1 0,-1 0 0,1-1 0,-1 1 0,1-1 0,0 1 0,0-1 0,-1 1 0,1-1 0,0 1 0,0-1 0,1 1 0,-1-1 0,1 0 0,0 0 0,0 0 0,0 0 0,-1 0 0,1 0 0,0-1 0,0 1 0,-1-1 0,1 1 0,0-1 0,-1 1 0,1-1 0,1-1 0,16-8 0,-1-1 0,-1-1 0,0-1 0,26-24 0,55-68 0,-80 85 0,-4 5 0,7-8 0,-1 0 0,31-48 0,-51 71 0,0-1 0,1 1 0,-1 0 0,0-1 0,1 1 0,-1-1 0,0 1 0,0 0 0,1-1 0,-1 1 0,0-1 0,0 1 0,0-1 0,0 1 0,1 0 0,-1-1 0,0 1 0,0-1 0,0 1 0,0-1 0,0 1 0,0-1 0,0 1 0,0-1 0,-1 1 0,1-1 0,0 0 0,-12 6 0,-22 20 0,31-22 0,-208 174 0,209-175 0,-2 1 0,0 1 0,0-1 0,0 1 0,1-1 0,-1 1 0,-3 5 0,7-8 0,-1 0 0,1 0 0,0 0 0,-1 0 0,1 0 0,0 0 0,0 0 0,-1 0 0,1 0 0,0 0 0,0 0 0,0 0 0,0 0 0,1 0 0,-1 0 0,0 0 0,0 0 0,1 0 0,-1 0 0,0 0 0,1 0 0,-1 0 0,1 0 0,-1 0 0,1 0 0,-1 0 0,1 0 0,0-1 0,0 1 0,-1 0 0,1 0 0,0-1 0,0 1 0,0-1 0,1 2 0,35 24 0,-15-11 0,0 1 0,-1 0 0,0 2 0,35 40 0,-41-36-195,-1 0 0,0 1 0,-2 0 0,0 1 0,-2 1 0,10 31 0,-2 11-6631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5.3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560 0 24575,'-4'5'0,"1"-1"0,-1 1 0,1 0 0,0 0 0,0 0 0,1 0 0,-1 0 0,1 1 0,-2 6 0,-2 5 0,-184 545-247,26 12-177,48-163 277,87-312-1101,5-18-4877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5.6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10 24575,'-1'-1'0,"1"0"0,-1 1 0,1-1 0,-1 1 0,1-1 0,-1 0 0,0 1 0,1-1 0,-1 1 0,0-1 0,1 1 0,-1 0 0,0-1 0,0 1 0,1 0 0,-1 0 0,0-1 0,0 1 0,0 0 0,1 0 0,-1 0 0,0 0 0,0 0 0,0 0 0,0 0 0,1 0 0,-1 0 0,0 0 0,0 1 0,0-1 0,1 0 0,-1 1 0,0-1 0,0 0 0,1 1 0,-1-1 0,0 1 0,1-1 0,-1 1 0,0-1 0,1 1 0,-1-1 0,1 1 0,-1 0 0,1-1 0,-1 1 0,1 0 0,0 0 0,-1-1 0,1 1 0,-1 1 0,-1 4 0,-1 1 0,1-1 0,0 0 0,0 1 0,-1 7 0,-2 23 0,2 0 0,2 1 0,1-1 0,6 48 0,-3-61 0,1-1 0,1 0 0,2 0 0,0 0 0,1-1 0,1 0 0,22 39 0,-26-54 0,0 0 0,0 0 0,0 0 0,1 0 0,0-1 0,0 0 0,0 0 0,1-1 0,0 0 0,0 0 0,0 0 0,1-1 0,0 0 0,-1 0 0,1-1 0,1 0 0,-1-1 0,0 0 0,1 0 0,-1-1 0,1 0 0,-1 0 0,1-1 0,0 0 0,-1 0 0,1-1 0,0 0 0,-1-1 0,1 0 0,-1 0 0,13-6 0,3-3 0,-1 0 0,0-2 0,-1-1 0,0 0 0,-1-2 0,-1 0 0,29-32 0,113-146 0,-146 173 0,46-62 0,-53 73 0,-18 21 0,-13 20-1365,-5 8-5461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6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21 332 24575,'45'-74'0,"62"-140"0,-87 170 0,-140 345 0,102-245 0,2 0 0,3 2 0,2 0 0,-3 62 0,14-108 0,0 0 0,0 0 0,1 0 0,0 0 0,1 0 0,1 0 0,4 13 0,-6-20 0,1-1 0,0 0 0,0 0 0,0 0 0,1 0 0,0-1 0,-1 1 0,1 0 0,0-1 0,0 0 0,1 0 0,-1 0 0,1 0 0,0 0 0,-1-1 0,1 0 0,0 0 0,0 0 0,1 0 0,-1 0 0,0-1 0,5 1 0,2 0 0,0-1 0,0-1 0,0 0 0,-1 0 0,1-1 0,0-1 0,0 1 0,-1-2 0,1 0 0,-1 0 0,19-8 0,-6-1 0,0 0 0,0-1 0,37-29 0,-33 20 0,-2-1 0,0-1 0,-2-1 0,0-1 0,-2-2 0,19-30 0,-26 35 0,-1-2 0,-1 0 0,0 0 0,-2-1 0,-2-1 0,0 1 0,8-55 0,-15 73 0,-1 0 0,1 0 0,-2 0 0,1-1 0,-1 1 0,0 0 0,-1 0 0,-2-8 0,3 14 0,1 0 0,-1 0 0,0 0 0,0 0 0,0 0 0,0 1 0,0-1 0,0 0 0,0 1 0,-1-1 0,1 1 0,-1-1 0,1 1 0,-1-1 0,1 1 0,-1 0 0,0 0 0,0 0 0,1 0 0,-1 0 0,0 0 0,0 1 0,0-1 0,0 1 0,0-1 0,0 1 0,0 0 0,0-1 0,0 1 0,0 0 0,-1 0 0,1 1 0,0-1 0,0 0 0,0 1 0,-2 0 0,-3 1-227,0 1-1,0 0 1,1 0-1,-1 1 1,-10 7-1,-4 5-6598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6.4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91 58 24575,'18'-26'0,"-16"22"0,-1 1 0,1 0 0,0 0 0,0 0 0,0 0 0,1 1 0,-1-1 0,6-4 0,-8 7 0,1 0 0,-1 0 0,0 0 0,1 0 0,-1 0 0,0 0 0,1 0 0,-1 0 0,0 0 0,1 0 0,-1 0 0,0 0 0,1 0 0,-1 0 0,0 1 0,1-1 0,-1 0 0,0 0 0,1 0 0,-1 0 0,0 1 0,1-1 0,-1 0 0,0 0 0,0 1 0,1-1 0,-1 0 0,0 0 0,0 1 0,0-1 0,0 0 0,1 1 0,-1-1 0,0 0 0,0 0 0,0 1 0,0-1 0,0 0 0,0 1 0,0-1 0,0 1 0,0-1 0,0 0 0,0 1 0,0 0 0,2 18 0,-3 8 0,-2 0 0,-1 0 0,-11 38 0,7-28 0,-45 154 341,-1 11-2047,47-171-5120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7.1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289 155 24575,'1'-7'0,"0"0"0,0 1 0,1-1 0,0 1 0,0-1 0,1 1 0,-1-1 0,7-9 0,-6 11 0,0 0 0,0-1 0,-1 1 0,0-1 0,0 0 0,0 0 0,-1 0 0,0 0 0,0 0 0,0-6 0,-1 11 0,0 1 0,0-1 0,0 0 0,0 0 0,0 1 0,0-1 0,0 0 0,0 1 0,-1-1 0,1 1 0,0-1 0,0 0 0,-1 1 0,1-1 0,-1 1 0,1-1 0,0 1 0,-1-1 0,1 1 0,-1-1 0,1 1 0,-1-1 0,0 1 0,1-1 0,-1 1 0,1 0 0,-2-1 0,0 1 0,1-1 0,-1 1 0,0 0 0,0 0 0,1 0 0,-1 0 0,0 0 0,0 1 0,1-1 0,-1 0 0,-1 1 0,-5 2 0,1 0 0,0 0 0,0 1 0,-8 5 0,-10 9 0,0 1 0,1 1 0,2 1 0,0 1 0,1 1 0,1 1 0,1 1 0,2 1 0,-28 51 0,42-70 0,0-1 0,1 1 0,0 0 0,0 0 0,0 0 0,1 0 0,0 0 0,0 11 0,1-15 0,0 0 0,1 0 0,-1 0 0,1 0 0,0-1 0,0 1 0,0 0 0,0 0 0,0-1 0,0 1 0,1 0 0,-1-1 0,1 1 0,0-1 0,0 0 0,0 0 0,0 0 0,0 0 0,0 0 0,1 0 0,-1 0 0,1-1 0,2 2 0,4 1 0,-1 0 0,1-1 0,0 0 0,0 0 0,1-1 0,-1-1 0,0 0 0,1 0 0,9 0 0,16-3 0,39-5 0,-40 3 0,-22 2 0,48-2 0,-57 4 0,1 0 0,-1 0 0,0 0 0,0 1 0,1 0 0,-1-1 0,0 1 0,0 0 0,0 0 0,0 1 0,0-1 0,0 1 0,0-1 0,4 4 0,-6-4 0,-1 0 0,1 0 0,-1 0 0,1 0 0,-1 0 0,1 0 0,-1 0 0,0 0 0,1 0 0,-1 1 0,0-1 0,0 0 0,0 0 0,0 0 0,0 0 0,0 0 0,0 0 0,0 0 0,0 0 0,-1 1 0,1-1 0,0 0 0,-1 0 0,1 0 0,-1 0 0,1 0 0,-1 0 0,1 0 0,-1-1 0,0 1 0,1 0 0,-1 0 0,-2 1 0,-30 29 0,29-28 0,-12 9-195,-1-1 0,0-1 0,-1-1 0,1 0 0,-2-1 0,-30 8 0,12-6-6631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7.2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1 257 24575,'3'-9'0,"7"-13"0,9-9 0,3-4 0,5-4 0,4 2 0,2 5 0,3 7 0,1 8 0,-6 7-8191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7.4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99 1 24575,'3'3'0,"2"4"0,-1 4 0,-1 3 0,-1 3 0,0 4 0,-2 2 0,1 3 0,-4 3 0,-5 4 0,0 1 0,-3 2 0,-2 4 0,-2 1 0,-4 0 0,-3-3 0,2-10-8191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8.0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426 734 24575,'172'-283'0,"-127"197"0,47-126 0,-84 192 0,-2 1 0,0-1 0,5-36 0,-10 54 0,-1-1 0,0 1 0,0-1 0,0 1 0,-1 0 0,1-1 0,0 1 0,-2-4 0,2 5 0,-1 0 0,1 0 0,-1 1 0,1-1 0,0 0 0,-1 1 0,1-1 0,-1 0 0,1 1 0,-1-1 0,0 1 0,1-1 0,-1 1 0,0-1 0,1 1 0,-1-1 0,0 1 0,-1-1 0,0 1 0,0 0 0,0 0 0,-1 0 0,1 0 0,0 1 0,0-1 0,0 0 0,-1 1 0,1 0 0,0-1 0,0 1 0,0 0 0,0 0 0,0 0 0,0 0 0,1 1 0,-4 2 0,-10 8 0,1 0 0,0 1 0,1 0 0,-13 19 0,-43 66 0,61-86 0,-42 69-87,3 2 0,4 3 0,-36 98 0,37-64-88,-47 230 1,55-159 174,-48 208 0,75-376-250,0-1 1,-1 1-1,-2-1 0,-14 26 0,-6-4-5995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8.3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0 303 24575,'16'-24'0,"1"2"0,1 0 0,1 0 0,1 2 0,0 1 0,2 0 0,0 2 0,1 0 0,1 1 0,0 2 0,1 0 0,1 2 0,0 1 0,0 1 0,1 1 0,1 1 0,-1 2 0,50-6 0,-18 8 0,77 6 0,-5 0 0,-102-7 0,-24 4 0,0 0 0,1 0 0,-1 1 0,10-1 0,-13 2 0,0-1 0,-1 0 0,1 1 0,0-1 0,-1 1 0,1-1 0,0 1 0,-1 0 0,1 0 0,-1-1 0,1 1 0,-1 0 0,1 0 0,-1 1 0,0-1 0,0 0 0,1 0 0,-1 1 0,1 1 0,1 3 0,0 0 0,0 0 0,0 0 0,0 0 0,-1 1 0,0-1 0,-1 1 0,2 13 0,0 58 0,-3-56 0,-1 150-1365,0-144-5461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8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1 193 24575,'6'-9'0,"5"-10"0,4-7 0,3-6 0,1-1 0,-3 3 0,-7 6 0,-5 11 0,-6 6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9.1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0 150 24575,'9'-1'0,"0"0"0,0 0 0,0-1 0,0 0 0,15-5 0,-4 0 0,-19 7 0,0-1 0,0 1 0,-1 0 0,1 0 0,0-1 0,0 1 0,0 0 0,0 0 0,0 0 0,0 0 0,0 0 0,0 0 0,0 0 0,0 0 0,0 0 0,0 0 0,0 1 0,0-1 0,0 0 0,1 1 0,-1 0 0,-1 0 0,0-1 0,1 1 0,-1-1 0,0 1 0,0 0 0,0-1 0,0 1 0,0 0 0,1-1 0,-1 1 0,0 0 0,0-1 0,-1 1 0,1 0 0,0-1 0,0 1 0,0 0 0,0-1 0,0 1 0,-1 0 0,0 0 0,-3 8 0,0 0 0,-1 0 0,-7 8 0,6-8 0,-5 8 0,1 2 0,-14 31 0,21-42 0,0 0 0,1 1 0,0-1 0,0 0 0,1 1 0,0-1 0,0 1 0,1-1 0,1 13 0,-1-19 0,0 0 0,0 0 0,1 0 0,-1 0 0,1 0 0,0 0 0,-1 0 0,1 0 0,0-1 0,0 1 0,0 0 0,0 0 0,0-1 0,1 1 0,-1 0 0,1-1 0,-1 0 0,1 1 0,-1-1 0,1 0 0,0 0 0,-1 1 0,1-1 0,0-1 0,0 1 0,0 0 0,0 0 0,0-1 0,0 1 0,0-1 0,0 1 0,0-1 0,0 0 0,0 0 0,0 0 0,0 0 0,0 0 0,3-1 0,2-1 0,0 1 0,0-1 0,0 0 0,-1-1 0,1 1 0,-1-2 0,0 1 0,1 0 0,-2-1 0,7-5 0,-4 2 0,-1 0 0,0-1 0,0 0 0,-1 0 0,0-1 0,0 0 0,-1 0 0,-1 0 0,1 0 0,-1-1 0,-1 0 0,0 0 0,0 0 0,-1 0 0,0 0 0,-1 0 0,0-1 0,0 1 0,-2-1 0,1 1 0,-1 0 0,0-1 0,-1 1 0,-1 0 0,-2-10 0,3 17 0,0-2 0,0 0 0,1-1 0,-1 1 0,1 0 0,0 0 0,0-8 0,1 11 0,0 1 0,1-1 0,-1 0 0,0 1 0,1-1 0,-1 1 0,1-1 0,-1 1 0,1-1 0,0 1 0,0 0 0,0-1 0,0 1 0,0 0 0,0-1 0,0 1 0,0 0 0,0 0 0,0 0 0,1 0 0,-1 0 0,1 0 0,-1 1 0,0-1 0,1 0 0,1 0 0,19-6 0,0 0 0,1 2 0,0 0 0,0 1 0,26 0 0,3-1 0,-23 0 0,55-4 0,-76 9 0,0 0 0,0 0 0,0 1 0,0 0 0,0 1 0,0-1 0,0 1 0,7 4 0,-12-5 0,0 1 0,0-1 0,0 1 0,0 0 0,0 0 0,0 0 0,-1 1 0,1-1 0,-1 1 0,1-1 0,-1 1 0,0 0 0,0 0 0,0 0 0,2 5 0,-2-2 0,0 0 0,-1 0 0,1-1 0,-1 1 0,-1 0 0,1 1 0,-1-1 0,0 8 0,-3 8 0,0 0 0,-2 0 0,-13 38 0,17-54 0,-1 0 0,-4 14 0,-1 0 0,0 0 0,-2 0 0,0-1 0,-16 25 0,15-37 0,8-15 0,7-16 0,3 7 0,1 1 0,1-1 0,0 2 0,1-1 0,1 2 0,0-1 0,1 2 0,1-1 0,0 2 0,0 0 0,17-10 0,-28 20 0,0 0 0,1 0 0,-1 0 0,0 0 0,1 1 0,-1 0 0,1 0 0,-1 0 0,1 0 0,0 0 0,-1 1 0,1-1 0,0 1 0,-1 0 0,1 0 0,0 1 0,0-1 0,-1 1 0,1-1 0,-1 1 0,1 0 0,-1 1 0,1-1 0,-1 1 0,1-1 0,-1 1 0,0 0 0,0 0 0,0 1 0,0-1 0,0 0 0,-1 1 0,1 0 0,-1 0 0,0-1 0,1 2 0,-1-1 0,-1 0 0,1 0 0,0 0 0,-1 1 0,0-1 0,2 5 0,0 4-227,0 0-1,0 0 1,-1 0-1,-1 0 1,0 20-1,-1-14-6598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09.2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0 181 24575,'3'-12'0,"4"-14"0,5-8 0,-1-5 0,1 1 0,-1 14 0,-5 16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1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32 24575,'0'-3'0,"0"-4"0,0-4 0,0 3 0,0 5 0,0 11 0,0 9 0,0 8 0,0 7 0,0 6 0,-3 6 0,-4 3 0,-4 1 0,0 0 0,-1-2 0,-2-4 0,1-7-8191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1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0 622 24575,'2'-56'0,"2"0"0,18-89 0,-17 123 0,1 0 0,0 0 0,2 1 0,1 0 0,0 0 0,2 1 0,0 0 0,22-29 0,-22 36 0,-1 1 0,2 0 0,0 1 0,0 1 0,1 0 0,0 0 0,0 1 0,1 1 0,0 0 0,1 1 0,0 1 0,29-9 0,-24 10 0,0 1 0,1 1 0,0 1 0,-1 1 0,1 0 0,0 2 0,26 3 0,-36-2 0,-1 0 0,1 1 0,-1 0 0,0 1 0,0 0 0,-1 0 0,11 7 0,-15-8 0,0 1 0,1 0 0,-1 0 0,-1 1 0,1 0 0,-1-1 0,1 1 0,-1 1 0,-1-1 0,1 1 0,-1-1 0,3 9 0,-3-8 0,-1-1 0,0 1 0,-1 0 0,0 1 0,0-1 0,0 0 0,0 0 0,-1 0 0,0 1 0,-1-1 0,1 0 0,-3 9 0,0-6 0,0 1 0,0-1 0,-1 0 0,0 0 0,-1-1 0,1 1 0,-9 9 0,-1 0 0,-1-2 0,-1 1 0,0-2 0,-1 0 0,0-1 0,-23 14 0,1-6 0,-70 29 0,28-14 0,63-27 0,38-8 0,16-5 0,-5 2 0,1 1 0,0 1 0,49 8 0,-60-5 0,0 0 0,0 2 0,0 0 0,-1 2 0,0 0 0,22 13 0,-37-18 0,0 0 0,0 1 0,0-1 0,-1 1 0,1 0 0,-1 0 0,0 1 0,0-1 0,-1 1 0,1 0 0,2 6 0,-5-9 0,0 0 0,0 1 0,0-1 0,-1 1 0,1-1 0,-1 0 0,1 1 0,-1-1 0,0 1 0,0-1 0,0 1 0,0-1 0,-1 1 0,1-1 0,-1 0 0,1 1 0,-1-1 0,0 0 0,0 1 0,0-1 0,0 0 0,0 0 0,0 0 0,-1 0 0,1 0 0,-1 0 0,0 0 0,1 0 0,-3 1 0,-5 5 0,-1-1 0,0 0 0,-1 0 0,1-1 0,-1-1 0,0 0 0,0 0 0,-1-1 0,1 0 0,-14 1 0,1 0 0,1-1 0,-1-2 0,-1 0 0,-26-3 0,2-4-1365,7-2-5461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2.3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1 24575,'4'-1'0,"0"1"0,0 0 0,0 1 0,0-1 0,0 1 0,0 0 0,0 0 0,-1 0 0,1 0 0,0 1 0,0-1 0,3 3 0,-5-2 0,-1-1 0,1 1 0,-1 0 0,1-1 0,-1 1 0,0 0 0,0 0 0,0 0 0,0 0 0,0 0 0,0 0 0,0 0 0,-1 0 0,1 1 0,-1-1 0,1 0 0,-1 0 0,0 0 0,0 1 0,0-1 0,0 0 0,0 0 0,-1 4 0,-5 27 0,-1 0 0,-19 51 0,2-6 0,-50 163 0,73-239 0,1-1 0,-1 0 0,1 1 0,-1-1 0,0 0 0,0 0 0,1 1 0,-1-1 0,0 0 0,0 0 0,0 0 0,0 0 0,-1 1 0,-1-5 0,6-12 0,12-30 0,2 0 0,39-70 0,63-76 0,-109 177 0,42-56 0,-47 64 0,0 0 0,1 0 0,0 1 0,0-1 0,0 2 0,1-1 0,0 0 0,8-3 0,-14 7 0,1 1 0,-1 0 0,0-1 0,1 1 0,-1 0 0,1 0 0,-1-1 0,0 1 0,1 0 0,-1 1 0,0-1 0,1 0 0,-1 0 0,1 0 0,-1 1 0,0-1 0,1 1 0,-1-1 0,0 1 0,0 0 0,0-1 0,1 1 0,-1 0 0,0 0 0,0 0 0,0 0 0,0 0 0,0 0 0,0 0 0,-1 0 0,1 0 0,0 0 0,0 2 0,4 4 0,-2 1 0,1-1 0,-1 1 0,2 10 0,-4-17 0,13 54-273,-1 1 0,-4 0 0,-1 1 0,-1 62 0,-7-93-6553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2.4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44 126 24575,'-4'-3'0,"-3"-4"0,-1-4 0,-2-1 0,0 0 0,6 1 0,6 2 0,6 1 0,7 0 0,12 0 0,12-3 0,13-2 0,-3 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2.7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239 167 24575,'7'-3'0,"0"0"0,0 0 0,-1-1 0,0 0 0,0-1 0,0 1 0,0-1 0,0 0 0,5-7 0,-7 8 0,0-1 0,-1 1 0,0 0 0,0-1 0,0 0 0,0 0 0,-1 0 0,0 0 0,0 0 0,0-1 0,0 1 0,0-10 0,-1 13 0,-1 0 0,0 1 0,-1-1 0,1 0 0,0 0 0,-1 0 0,1 1 0,0-1 0,-1 0 0,0 0 0,0 1 0,1-1 0,-1 1 0,0-1 0,0 1 0,0-1 0,0 1 0,-1-1 0,1 1 0,0 0 0,-1 0 0,1-1 0,-1 1 0,1 0 0,-1 0 0,1 1 0,-1-1 0,0 0 0,1 1 0,-1-1 0,0 0 0,0 1 0,1 0 0,-1-1 0,0 1 0,0 0 0,-2 0 0,-5 0 0,0 0 0,-1 0 0,1 1 0,0 0 0,-18 5 0,8-1 0,1 1 0,-1 1 0,1 1 0,-26 15 0,39-20 0,-1 0 0,2 0 0,-1 1 0,0 0 0,1-1 0,-1 2 0,1-1 0,0 0 0,0 1 0,1 0 0,0-1 0,-1 1 0,2 1 0,-1-1 0,0 0 0,1 1 0,0-1 0,1 1 0,-3 8 0,5-9 0,-1 1 0,1 0 0,0-1 0,0 1 0,0-1 0,1 0 0,-1 1 0,1-1 0,1 0 0,-1 0 0,1 0 0,0 0 0,0-1 0,0 1 0,1-1 0,3 5 0,11 9 0,1 0 0,24 18 0,-28-24 0,26 19 0,-28-22 0,0 0 0,-1 1 0,0 1 0,0 0 0,-1 0 0,15 22 0,-25-32 0,0 1 0,0-1 0,0 1 0,0 0 0,-1-1 0,1 1 0,-1 0 0,1-1 0,-1 1 0,1 0 0,-1 0 0,0 0 0,0 0 0,0-1 0,0 1 0,0 0 0,0 0 0,-1 0 0,1-1 0,-1 3 0,0-2 0,-1 1 0,1-1 0,-1 0 0,1 1 0,-1-1 0,0 0 0,0 0 0,0 0 0,0-1 0,0 1 0,0 0 0,-3 1 0,-9 4 0,1-1 0,-1-1 0,1 0 0,-18 4 0,27-8 0,-92 22-1365,-6-3-5461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3.7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1004 24575,'3'-5'0,"0"0"0,-1 0 0,1 0 0,-1 0 0,0-1 0,0 1 0,-1-1 0,0 1 0,1-10 0,1-1 0,4-19 0,-5 22 0,1 0 0,0 0 0,0 0 0,10-20 0,-13 32 0,0 1 0,0 0 0,0-1 0,0 1 0,0 0 0,0-1 0,0 1 0,0 0 0,0 0 0,0-1 0,1 1 0,-1 0 0,0-1 0,0 1 0,0 0 0,0 0 0,1-1 0,-1 1 0,0 0 0,0 0 0,1 0 0,-1-1 0,0 1 0,0 0 0,1 0 0,-1 0 0,0 0 0,0 0 0,1-1 0,-1 1 0,0 0 0,1 0 0,-1 0 0,0 0 0,1 0 0,-1 0 0,0 0 0,1 0 0,-1 0 0,0 0 0,0 0 0,1 0 0,-1 1 0,6 14 0,-3 23 0,-3-16 0,-1-14 0,1 0 0,0 0 0,1 0 0,2 12 0,-3-19 0,0-1 0,0 0 0,0 1 0,0-1 0,1 1 0,-1-1 0,0 1 0,0-1 0,0 0 0,1 1 0,-1-1 0,0 0 0,0 1 0,1-1 0,-1 0 0,0 1 0,0-1 0,1 0 0,-1 0 0,1 1 0,-1-1 0,0 0 0,1 0 0,-1 1 0,0-1 0,1 0 0,-1 0 0,1 0 0,-1 0 0,1 0 0,-1 0 0,0 0 0,1 0 0,-1 0 0,1 0 0,-1 0 0,1 0 0,-1 0 0,0 0 0,1 0 0,-1 0 0,1 0 0,-1-1 0,0 1 0,1 0 0,-1 0 0,0 0 0,1-1 0,-1 1 0,1 0 0,-1-1 0,22-18 0,-18 14 0,48-54 0,-2-2 0,58-94 0,-84 119 0,60-93 0,55-80 0,-132 200 0,0 0 0,1 0 0,0 1 0,12-10 0,-19 16 0,1 1 0,0 0 0,0 0 0,0 0 0,0 0 0,0 0 0,0 0 0,0 0 0,1 1 0,-1-1 0,0 1 0,4-1 0,-4 1 0,-1 0 0,0 0 0,1 1 0,-1-1 0,0 1 0,0-1 0,1 1 0,-1-1 0,0 1 0,0 0 0,0-1 0,0 1 0,1 0 0,-1 0 0,0 0 0,-1 0 0,1 0 0,0 0 0,0 0 0,0 0 0,-1 0 0,1 1 0,0 0 0,5 11 0,-1 0 0,-1 0 0,0 0 0,2 14 0,8 27 0,-11-46 0,0 1 0,1-1 0,0 0 0,0 0 0,1 0 0,0-1 0,8 11 0,-11-16 0,0 0 0,1 0 0,-1 0 0,0 0 0,1 0 0,0 0 0,-1-1 0,1 0 0,0 1 0,0-1 0,0 0 0,0 0 0,0-1 0,0 1 0,0 0 0,0-1 0,0 0 0,0 0 0,0 0 0,0 0 0,0 0 0,0-1 0,0 1 0,0-1 0,5-1 0,-2-1 0,-1 0 0,1 1 0,0-2 0,-1 1 0,1-1 0,-1 0 0,5-4 0,35-37 0,-32 31 0,21-25 0,36-53 0,-46 58 0,2 0 0,58-57 0,-81 88 0,1 0 0,0 1 0,0-1 0,0 1 0,0 0 0,0 0 0,0 0 0,0 1 0,1 0 0,4-1 0,16-6 0,-22 7-151,-1 0-1,0-1 0,1 1 0,-1-1 1,0 1-1,0-1 0,0 0 1,3-3-1,4-5-6674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4.0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89 348 24575,'-9'-9'0,"0"-1"0,0 0 0,1-1 0,0 0 0,1 0 0,0-1 0,1 0 0,0 0 0,1 0 0,1-1 0,-5-18 0,9 29 0,-1 0 0,1 0 0,0 0 0,-1 0 0,1 0 0,0-1 0,1 1 0,-1 0 0,0 0 0,1 0 0,-1 0 0,1 0 0,-1 0 0,1 0 0,0 0 0,0 0 0,0 0 0,0 0 0,0 1 0,1-1 0,-1 0 0,0 1 0,1-1 0,-1 1 0,1-1 0,3-2 0,3-1 0,1 0 0,0 0 0,0 1 0,15-5 0,-17 6 0,67-23 0,0 4 0,1 3 0,0 3 0,106-8 0,-173 23 0,-1 1 0,1 0 0,0 0 0,-1 0 0,1 1 0,0 0 0,10 3 0,-16-3 0,0 0 0,1 0 0,-1 0 0,0 0 0,0 1 0,0-1 0,0 1 0,0-1 0,0 1 0,0 0 0,-1 0 0,1-1 0,0 1 0,-1 0 0,0 1 0,1-1 0,-1 0 0,0 0 0,0 1 0,0-1 0,-1 0 0,1 1 0,0-1 0,-1 1 0,0-1 0,1 4 0,-1 8 0,0-1 0,0 1 0,-1 0 0,-1-1 0,-5 21 0,-25 68 0,16-55 0,-6 23 152,-60 162-1669,58-179-5309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3.9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407 360 24575,'2'-10'0,"0"1"0,0-1 0,0 0 0,1 1 0,1 0 0,0 0 0,0 0 0,1 0 0,0 1 0,9-13 0,9-18 0,-8 10 0,-1-1 0,-1 0 0,12-47 0,-24 75 0,-1 0 0,1 1 0,-1-1 0,0 0 0,1 0 0,-1 1 0,0-1 0,0 0 0,0 0 0,0 0 0,-1 1 0,1-1 0,0 0 0,-1 0 0,0 1 0,1-1 0,-2-2 0,1 3 0,1 1 0,-1-1 0,0 0 0,0 1 0,0-1 0,1 1 0,-1-1 0,0 1 0,0-1 0,0 1 0,0-1 0,0 1 0,0 0 0,0 0 0,0-1 0,0 1 0,0 0 0,0 0 0,0 0 0,0 0 0,-2 1 0,-4 0 0,1 1 0,-1-1 0,1 1 0,0 1 0,-1 0 0,1 0 0,-9 6 0,-19 14 0,1 2 0,2 1 0,0 1 0,-27 33 0,8-1 0,-52 78 0,79-101 0,-29 57 0,43-75 0,2 0 0,0 1 0,1 0 0,0 0 0,-3 28 0,9-42 0,-1-1 0,1 1 0,0 0 0,0-1 0,0 1 0,0 0 0,1-1 0,0 1 0,0 0 0,0-1 0,1 1 0,-1-1 0,1 0 0,0 1 0,0-1 0,1 0 0,-1 0 0,1 0 0,0-1 0,0 1 0,0-1 0,0 1 0,1-1 0,0 0 0,-1 0 0,1-1 0,0 1 0,0-1 0,0 0 0,1 0 0,-1 0 0,1 0 0,-1-1 0,9 2 0,7 1 0,-1-1 0,1-1 0,0-1 0,0-1 0,-1 0 0,1-2 0,0 0 0,25-6 0,-5-2 0,-1-2 0,75-33 0,-80 28 0,-1 0 0,-1-3 0,0 0 0,33-30 0,-46 34 0,-1-1 0,0-1 0,-1-1 0,-1 0 0,-1-2 0,-1 1 0,13-26 0,-21 33 0,-9 15 0,-12 21 0,7-7 0,0 0 0,2 1 0,-1 0 0,-4 23 0,10-35 0,0 0 0,0-1 0,0 1 0,1 0 0,0 0 0,0 0 0,0 0 0,0 0 0,1 0 0,0-1 0,0 1 0,0 0 0,1 0 0,-1-1 0,1 1 0,0-1 0,1 1 0,-1-1 0,1 0 0,0 0 0,3 4 0,-3-6 0,0 1 0,0-1 0,0 0 0,0 0 0,0 0 0,1 0 0,-1-1 0,0 1 0,1-1 0,0 0 0,-1 0 0,1 0 0,0 0 0,-1-1 0,1 0 0,0 1 0,0-1 0,-1-1 0,1 1 0,0 0 0,0-1 0,-1 0 0,1 0 0,6-3 0,-2 1 0,1-1 0,-1 0 0,0 0 0,0-1 0,0 0 0,0-1 0,-1 0 0,13-13 0,-9 6 0,0-1 0,-1 0 0,-1 0 0,0-1 0,10-23 0,-15 29 0,0 0 0,-1 0 0,-1 0 0,1-1 0,-1 1 0,-1-1 0,0 1 0,0-1 0,-1 1 0,0-1 0,-2-13 0,2 21 0,-1 1 0,1-1 0,0 0 0,-1 0 0,1 0 0,-1 1 0,0-1 0,0 0 0,0 0 0,0 1 0,0-1 0,0 1 0,0-1 0,0 1 0,0 0 0,-1-1 0,1 1 0,-1 0 0,1 0 0,-1 0 0,1 0 0,-1 0 0,0 0 0,-3-1 0,3 1 0,-1 1 0,0 0 0,0 0 0,0 0 0,1 0 0,-1 0 0,0 0 0,0 1 0,0-1 0,1 1 0,-1 0 0,0 0 0,1 0 0,-6 3 0,4-2 0,1 0 0,-1 0 0,1 1 0,-1 0 0,1 0 0,0 0 0,0 0 0,0 0 0,0 0 0,-2 5 0,4-7 0,0 1 0,0 0 0,0 0 0,0 0 0,1-1 0,-1 1 0,0 0 0,1 0 0,-1 0 0,1 0 0,0 0 0,0 0 0,0 0 0,0 0 0,0 0 0,0 0 0,0 0 0,1 0 0,-1 0 0,2 4 0,-1-4 0,0-1 0,0 1 0,1-1 0,-1 1 0,0-1 0,1 1 0,-1-1 0,1 0 0,-1 0 0,1 0 0,0 0 0,0 0 0,-1 0 0,1 0 0,0 0 0,0-1 0,0 1 0,0-1 0,0 1 0,0-1 0,-1 0 0,1 0 0,0 0 0,0 0 0,4 0 0,6-1 0,-1-1 0,1 0 0,12-4 0,-16 4 0,86-29 0,-66 21 0,0 0 0,1 2 0,44-6 0,-70 13 0,0 1 0,0 0 0,0-1 0,0 1 0,0 1 0,0-1 0,0 0 0,-1 1 0,1 0 0,0-1 0,0 1 0,0 0 0,0 1 0,-1-1 0,1 0 0,-1 1 0,1-1 0,-1 1 0,1 0 0,-1 0 0,0 0 0,0 0 0,3 3 0,0 3 0,-1 0 0,0 1 0,0-1 0,-1 0 0,0 1 0,2 9 0,9 24 0,-14-41 0,1 0 0,0 1 0,0-1 0,-1 0 0,1 0 0,0 0 0,0 0 0,0 0 0,0 0 0,0 0 0,0 0 0,1 0 0,-1-1 0,0 1 0,0 0 0,1-1 0,-1 1 0,0-1 0,0 0 0,1 1 0,-1-1 0,1 0 0,-1 0 0,0 1 0,1-1 0,-1 0 0,1-1 0,-1 1 0,0 0 0,3-1 0,5-1 0,0 0 0,0-1 0,15-7 0,-7 4 0,91-38 0,49-15 0,-150 57 0,1 0 0,-1 1 0,0-1 0,13 1 0,-19 1 0,0 0 0,0 0 0,0 0 0,0 0 0,0 0 0,0 0 0,0 0 0,0 0 0,0 0 0,0 1 0,0-1 0,0 0 0,0 1 0,-1-1 0,1 1 0,0-1 0,0 1 0,0-1 0,-1 1 0,1 0 0,0-1 0,0 1 0,-1 0 0,1 0 0,-1-1 0,1 1 0,-1 0 0,1 0 0,-1 0 0,1 0 0,-1 0 0,0 0 0,0 0 0,1 0 0,-1 0 0,0 0 0,0-1 0,0 1 0,0 0 0,0 0 0,0 0 0,0 0 0,0 0 0,-1 0 0,1 2 0,-13 32 0,10-31 0,1 0 0,0 0 0,1 1 0,-1-1 0,1 0 0,0 1 0,0-1 0,0 1 0,1-1 0,-1 8 0,1-12 0,0 1 0,0-1 0,0 1 0,1-1 0,-1 1 0,0-1 0,0 1 0,0 0 0,1-1 0,-1 1 0,0-1 0,0 0 0,1 1 0,-1-1 0,0 1 0,1-1 0,-1 1 0,1-1 0,-1 0 0,0 1 0,1-1 0,-1 0 0,1 1 0,-1-1 0,1 0 0,-1 0 0,1 1 0,-1-1 0,2 0 0,18-3 0,18-17 0,-37 19 0,49-36 0,-38 27 0,1 0 0,0 1 0,1 0 0,0 1 0,0 1 0,18-7 0,-31 13 0,0 1 0,0 0 0,0 0 0,0 0 0,0-1 0,0 1 0,1 0 0,-1 0 0,0 0 0,0 1 0,0-1 0,0 0 0,0 0 0,0 1 0,0-1 0,0 0 0,0 1 0,0-1 0,0 1 0,0-1 0,1 2 0,0 0 0,0-1 0,-1 1 0,1 0 0,-1 0 0,1 0 0,-1 0 0,0 0 0,0 1 0,2 3 0,0 5 0,0 1 0,0 0 0,0 16 0,-1-17 0,-2-7 0,1 1 0,0-1 0,0 0 0,0 1 0,1-1 0,-1 0 0,1 0 0,0 0 0,0 0 0,0 0 0,1 0 0,2 3 0,-3-6 0,0 1 0,-1-1 0,1 0 0,0 1 0,0-1 0,0 0 0,0 0 0,0 0 0,0-1 0,0 1 0,0 0 0,0-1 0,1 0 0,-1 1 0,0-1 0,0 0 0,1 0 0,-1 0 0,0 0 0,0 0 0,0-1 0,0 1 0,1-1 0,-1 1 0,0-1 0,2-1 0,16-7 0,0-2 0,-1 0 0,0-1 0,22-18 0,-4 3 0,-17 13 0,-6 4 0,0 0 0,0 1 0,1 1 0,19-8 0,-34 15 0,1 1 0,0-1 0,0 1 0,0-1 0,0 1 0,0 0 0,0 0 0,0-1 0,0 1 0,0 0 0,0 0 0,0 0 0,0 0 0,0 0 0,0 1 0,0-1 0,0 0 0,0 0 0,0 1 0,0-1 0,0 0 0,0 1 0,0-1 0,0 1 0,0-1 0,0 1 0,0-1 0,-1 1 0,1 0 0,0 0 0,-1-1 0,1 1 0,0 0 0,-1 0 0,1 0 0,-1 0 0,1-1 0,-1 1 0,1 0 0,-1 0 0,0 0 0,1 0 0,-1 0 0,0 0 0,0 0 0,0 0 0,0 0 0,0 0 0,0 2 0,0 5 0,0 1 0,0-1 0,-1 0 0,-3 14 0,-64 284 0,65-293 0,3-8 0,-1 0 0,0-1 0,0 1 0,0-1 0,0 1 0,-1-1 0,0 1 0,0-1 0,0 0 0,0 0 0,-4 4 0,6-7 0,-1-1 0,1 0 0,0 1 0,-1-1 0,1 0 0,0 0 0,-1 1 0,1-1 0,-1 0 0,1 0 0,-1 0 0,1 1 0,0-1 0,-1 0 0,1 0 0,-1 0 0,1 0 0,-1 0 0,1 0 0,-1 0 0,1 0 0,-1 0 0,1 0 0,0 0 0,-1-1 0,1 1 0,-1 0 0,1 0 0,-1 0 0,1-1 0,-13-12 0,-3-21 0,10 14 0,1 0 0,0 0 0,2-1 0,0 1 0,1-1 0,2 0 0,0 0 0,1 1 0,1-1 0,0 0 0,2 1 0,7-25 0,-4 24 0,0-1 0,1 1 0,1 1 0,1 0 0,1 0 0,1 1 0,1 0 0,0 1 0,1 0 0,1 1 0,19-16 0,-24 24 0,0 2 0,1-1 0,1 1 0,-1 1 0,1 0 0,0 0 0,14-3 0,-22 7 0,1 1 0,-1 0 0,1 1 0,-1-1 0,1 1 0,-1-1 0,1 2 0,-1-1 0,1 0 0,7 2 0,-9-1 0,-1 0 0,1 0 0,-1 1 0,1-1 0,-1 0 0,1 1 0,-1 0 0,0-1 0,0 1 0,1 0 0,-1 0 0,-1 0 0,1 0 0,0 1 0,-1-1 0,1 0 0,-1 1 0,2 4 0,1 0 25,-2 1-1,1 0 0,-1 0 1,-1 1-1,1-1 1,-2 0-1,1 1 0,-1-1 1,0 0-1,0 1 0,-1-1 1,-1 0-1,-3 15 1,1-12-215,0 1 0,0-1 1,-1 0-1,0 0 0,-1 0 1,-1-1-1,0 0 1,-15 17-1,4-8-6636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4.1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1 134 24575,'9'-14'0,"0"1"0,2-1 0,0 2 0,0-1 0,1 2 0,0-1 0,1 2 0,25-16 0,-37 25 0,1 0 0,-1 0 0,0 0 0,1 0 0,0 1 0,-1-1 0,1 0 0,-1 1 0,1 0 0,0-1 0,-1 1 0,1 0 0,0 0 0,-1 0 0,1 0 0,0 0 0,-1 0 0,1 0 0,0 1 0,-1-1 0,1 0 0,0 1 0,2 1 0,-2 0 0,0-1 0,-1 1 0,1 0 0,-1 0 0,0 0 0,1 0 0,-1 0 0,0 1 0,0-1 0,0 0 0,0 0 0,-1 1 0,1-1 0,-1 0 0,1 1 0,-1 3 0,4 34 105,-2-1-1,-6 65 1,-18 80-699,12-108-491,5-34-5741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4.4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149 220 24575,'15'-17'0,"-12"13"0,1-1 0,0 1 0,0 0 0,0 0 0,1 0 0,0 0 0,7-4 0,-5 5 0,-1-1 0,-1 1 0,1-1 0,0-1 0,-1 1 0,0-1 0,0 0 0,0 0 0,5-9 0,-8 12 0,0-1 0,-1 0 0,0 0 0,1 1 0,-1-1 0,0 0 0,0 0 0,-1 0 0,1 0 0,-1 0 0,0 0 0,1-1 0,-1 1 0,0 0 0,-1 0 0,1 0 0,-1 0 0,1 0 0,-1 0 0,0 0 0,0 0 0,0 0 0,-3-4 0,2 4 0,0 0 0,0 0 0,-1 0 0,1 1 0,-1-1 0,1 1 0,-1 0 0,0 0 0,0 0 0,0 0 0,0 0 0,0 0 0,-1 1 0,1 0 0,0 0 0,-1 0 0,1 0 0,-1 0 0,1 0 0,-1 1 0,1 0 0,-1 0 0,1 0 0,-1 0 0,0 0 0,-3 2 0,-2-1 0,-1 1 0,1 0 0,0 0 0,0 1 0,0 1 0,1-1 0,-1 2 0,-14 8 0,15-7 0,1 1 0,0-1 0,1 1 0,0 0 0,0 1 0,0-1 0,1 1 0,0 0 0,0 1 0,1-1 0,0 1 0,1 0 0,0 0 0,0 0 0,1 0 0,0 0 0,1 1 0,0-1 0,0 12 0,1-11 0,0-1 0,1 1 0,0 0 0,0 0 0,1 0 0,0-1 0,1 1 0,0-1 0,1 0 0,0 1 0,0-2 0,1 1 0,0 0 0,0-1 0,1 0 0,0 0 0,1-1 0,10 10 0,-7-9-105,1-1 0,1 0 0,-1 0 0,1-1 0,0-1 0,0 0 0,1-1 0,0 0 0,-1-1 0,1 0 0,0-1 0,25 1 0,7-3-6721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4.6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83 24575,'0'-3'0,"0"-8"0,0-4 0,0-3 0,3 1 0,4 4 0,5 7 0,2 8 0,3 10 0,4 5 0,5 7 0,7 2 0,5 2 0,1 1 0,1-6 0,0-6 0,-8-6-8191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4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280 53 24575,'-3'-3'0,"-4"-7"0,-4-5 0,-3-1 0,-3 7 0,2 13 0,-3 16 0,-4 17 0,-8 17 0,-11 12 0,-12 14 0,5-7-8191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1.9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103 189 24575,'13'-13'0,"1"2"0,16-12 0,-6 5 0,-54 64 0,0-5 0,-30 52 0,53-80 0,0 1 0,0-1 0,2 1 0,0 1 0,0-1 0,1 1 0,1 0 0,-2 23 0,5-34 0,0 0 0,0-1 0,0 1 0,0 0 0,1-1 0,-1 1 0,1-1 0,0 1 0,0-1 0,1 1 0,-1-1 0,1 0 0,-1 0 0,1 1 0,0-1 0,0 0 0,1-1 0,-1 1 0,0 0 0,6 4 0,-4-5 0,0 1 0,0-1 0,0 0 0,0 0 0,1-1 0,-1 1 0,1-1 0,-1 0 0,1 0 0,-1-1 0,1 1 0,0-1 0,-1 0 0,1 0 0,8-2 0,6-2 0,1-1 0,-1 0 0,0-2 0,-1 0 0,1-2 0,-1 0 0,-1 0 0,0-2 0,0 0 0,-1-1 0,-1-1 0,0 0 0,0-1 0,-1-1 0,22-30 0,-31 36 0,1 1 0,-1-1 0,-1 0 0,0 0 0,0-1 0,-1 1 0,0-1 0,0 0 0,-1 1 0,0-1 0,-1 0 0,0-1 0,-1 1 0,-1-11 0,0 12 0,-1 1 0,0 0 0,0 0 0,-1 0 0,0 0 0,0 0 0,-1 0 0,0 1 0,0 0 0,-1 0 0,0 0 0,0 0 0,-1 1 0,1 0 0,-1 0 0,-1 0 0,-8-5 0,2 2 0,0 1 0,-1 1 0,0 0 0,0 0 0,-1 2 0,1 0 0,-1 0 0,-1 2 0,-19-3 0,22 4 0,0 1 0,-1 0 0,1 1 0,0 0 0,0 1 0,0 1 0,0 0 0,0 1 0,0 0 0,1 1 0,-17 7 0,1 9-1365,11-1-5461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2.4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150 384 24575,'-1'-1'0,"-1"0"0,1 0 0,0-1 0,0 1 0,-1 0 0,1 0 0,-1 0 0,1 1 0,-1-1 0,1 0 0,-1 0 0,0 1 0,1-1 0,-1 1 0,0 0 0,1-1 0,-1 1 0,0 0 0,0 0 0,1 0 0,-1 0 0,0 0 0,1 1 0,-1-1 0,0 0 0,1 1 0,-4 0 0,3 1 0,0-1 0,0 1 0,-1 0 0,1-1 0,0 1 0,1 0 0,-1 0 0,0 1 0,0-1 0,1 0 0,0 0 0,-1 1 0,1-1 0,0 1 0,0-1 0,-1 5 0,-5 26 0,1 1 0,2 0 0,2 0 0,1 43 0,-3 43 0,2-87 0,2-19 0,-2 1 0,1-1 0,-7 25 0,8-39 0,0 1 0,0-1 0,0 0 0,0 0 0,0 1 0,0-1 0,0 0 0,0 1 0,-1-1 0,1 0 0,0 0 0,0 1 0,0-1 0,0 0 0,0 0 0,-1 1 0,1-1 0,0 0 0,0 0 0,0 1 0,-1-1 0,1 0 0,0 0 0,0 0 0,-1 0 0,1 1 0,0-1 0,0 0 0,-1 0 0,1 0 0,-1 0 0,-4-8 0,-1-23 0,5 28 0,-8-75 0,2 0 0,4 0 0,9-100 0,15 2 0,-16 150 0,1 1 0,1 1 0,1-1 0,21-42 0,-27 62 0,1 0 0,0 0 0,0 0 0,1 1 0,0-1 0,-1 1 0,1 0 0,1 0 0,-1 0 0,1 0 0,-1 1 0,1 0 0,0 0 0,7-3 0,-8 5 0,0-1 0,0 2 0,0-1 0,0 0 0,0 1 0,-1 0 0,1 0 0,0 0 0,0 0 0,0 0 0,0 1 0,0 0 0,0 0 0,0 0 0,-1 0 0,1 1 0,0-1 0,-1 1 0,1 0 0,-1 0 0,5 4 0,0 0 0,-1 0 0,0 0 0,0 1 0,-1 0 0,0 0 0,0 1 0,-1 0 0,0 0 0,0 0 0,-1 0 0,0 1 0,0-1 0,-1 1 0,0 0 0,-1 0 0,0 1 0,0-1 0,-1 0 0,0 1 0,-1 13 0,0-11 0,-1 1 0,-1-1 0,0 0 0,-1 1 0,0-1 0,-1 0 0,0-1 0,-1 1 0,0-1 0,-1 0 0,0 0 0,-1 0 0,0-1 0,-17 18 0,14-17-195,0-2 0,-1 0 0,0 0 0,-1-1 0,0 0 0,-20 9 0,7-7-6631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2.6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 5 24575,'3'0'0,"1"-3"0,0 2 0,-1 4 0,-4 8 0,-5 9 0,-4 9 0,-4 13 0,-3 12 0,-1 8 0,-1 10 0,0 8 0,3 6 0,1 1 0,3-5 0,4-8 0,3-9 0,2-16-8191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3.2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369 88 24575,'1'-4'0,"1"1"0,0-1 0,-1 0 0,0 0 0,0 0 0,0 0 0,0 0 0,-1 0 0,0-1 0,0 1 0,0-5 0,0 8 0,0-1 0,-1 1 0,1-1 0,0 0 0,-1 1 0,1-1 0,-1 1 0,0-1 0,0 1 0,1 0 0,-1-1 0,0 1 0,0 0 0,0-1 0,0 1 0,0 0 0,-1 0 0,1 0 0,0 0 0,0 0 0,-1 0 0,1 0 0,-1 1 0,1-1 0,-1 0 0,1 1 0,-1-1 0,1 1 0,-1 0 0,1-1 0,-3 1 0,-4 0 0,0 0 0,0 1 0,0 0 0,1 0 0,-1 0 0,0 1 0,1 1 0,-1-1 0,1 1 0,0 0 0,0 1 0,-8 5 0,-9 6 0,1 1 0,-22 19 0,30-22 0,1 1 0,0 0 0,0 1 0,2 1 0,0 0 0,1 0 0,0 1 0,1 1 0,-9 23 0,16-33 0,0 0 0,1 1 0,0-1 0,0 0 0,1 1 0,1-1 0,-1 1 0,1 0 0,0-1 0,3 13 0,-2-14 0,1 0 0,0 0 0,1-1 0,0 1 0,0-1 0,0 0 0,1 0 0,0 0 0,0 0 0,0-1 0,1 1 0,0-1 0,0 0 0,7 5 0,0-1 49,-1-1 0,1-1 0,1 0-1,-1-1 1,1 0 0,22 6 0,-12-5-618,1-2 0,47 6 0,-10-8-6257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4.5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17 394 24575,'0'-173'0,"-1"168"0,0 7 0,-2 14 0,-3 29 0,1 255 0,21 2 0,-16-293 0,1 1 0,0-1 0,1 1 0,0-1 0,4 11 0,-6-18 0,1-1 0,-1 1 0,1-1 0,0 1 0,0-1 0,0 1 0,0-1 0,0 1 0,0-1 0,0 0 0,0 1 0,1-1 0,-1 0 0,1 0 0,-1 0 0,0 0 0,1 0 0,-1-1 0,1 1 0,0 0 0,-1-1 0,1 1 0,0-1 0,-1 1 0,1-1 0,0 0 0,0 0 0,-1 1 0,1-1 0,0-1 0,0 1 0,-1 0 0,1 0 0,0-1 0,2 0 0,5-2 0,0 0 0,-1-1 0,0 0 0,1-1 0,13-10 0,37-34 0,-42 34 0,112-109 0,-81 76 0,-33 37 0,-14 11 0,-1 0 0,0 0 0,0 0 0,0 1 0,0-1 0,0 0 0,0 0 0,0 1 0,1-1 0,-1 0 0,0 0 0,0 1 0,0-1 0,0 0 0,0 0 0,0 1 0,0-1 0,0 0 0,0 0 0,0 1 0,0-1 0,0 0 0,-1 0 0,1 1 0,0-1 0,0 0 0,0 0 0,0 1 0,0-1 0,0 0 0,-1 0 0,1 0 0,0 1 0,-19 35 0,15-30 0,0 2 0,-2 1 0,1 0 0,1 0 0,0 1 0,0-1 0,-4 17 0,8-25 0,-1 1 0,1 0 0,0-1 0,0 1 0,0 0 0,0 0 0,0-1 0,0 1 0,1 0 0,-1-1 0,1 1 0,-1 0 0,1-1 0,-1 1 0,1 0 0,0-1 0,0 1 0,0-1 0,0 1 0,0-1 0,0 0 0,0 1 0,0-1 0,1 0 0,-1 0 0,0 0 0,1 0 0,-1 0 0,1 0 0,-1 0 0,1-1 0,-1 1 0,1 0 0,0-1 0,-1 1 0,1-1 0,0 0 0,-1 1 0,1-1 0,3 0 0,0 0 0,1 0 0,-1 0 0,1 0 0,0 0 0,-1-1 0,1 0 0,-1-1 0,1 1 0,-1-1 0,0 0 0,0 0 0,1 0 0,-2-1 0,1 0 0,0 0 0,0 0 0,-1-1 0,8-7 0,-1 0 0,0-1 0,-1 0 0,0-1 0,-1 0 0,10-19 0,-15 26 0,-1 0 0,0 0 0,0-1 0,-1 1 0,0-1 0,0 1 0,2-12 0,-4 16 0,0 0 0,0 0 0,0 0 0,-1 1 0,1-1 0,0 0 0,-1 0 0,1 1 0,-1-1 0,1 0 0,-1 1 0,0-1 0,0 1 0,0-1 0,0 1 0,0-1 0,0 1 0,0-1 0,0 1 0,0 0 0,-1 0 0,1 0 0,-1 0 0,1 0 0,-1 0 0,1 0 0,-1 0 0,1 0 0,-1 1 0,0-1 0,1 1 0,-1-1 0,0 1 0,-2-1 0,-9-1 0,-1 1 0,1 0 0,-1 1 0,0 0 0,1 1 0,-1 1 0,0 0 0,1 1 0,0 0 0,-22 9 0,34-12 0,0 0 0,0 1 0,0-1 0,0 0 0,0 1 0,0-1 0,0 1 0,0-1 0,0 1 0,0 0 0,0-1 0,0 1 0,0 0 0,0 0 0,-1 1 0,2-1 0,0-1 0,1 0 0,-1 1 0,0-1 0,1 0 0,-1 1 0,0-1 0,1 0 0,-1 1 0,1-1 0,-1 0 0,0 0 0,1 1 0,-1-1 0,1 0 0,-1 0 0,1 0 0,-1 0 0,1 0 0,-1 0 0,1 0 0,-1 1 0,0-1 0,2-1 0,45 4 0,-43-3 0,64-3 0,0-2 0,0-3 0,72-19 0,-140 27 0,5-2 0,0 1 0,0 0 0,0 1 0,0-1 0,0 1 0,9 0 0,-12 1 0,-1-1 0,1 1 0,-1-1 0,0 1 0,1 0 0,-1-1 0,1 1 0,-1 0 0,0 0 0,0 0 0,0 0 0,1 0 0,-1 0 0,0 1 0,0-1 0,0 0 0,-1 0 0,1 1 0,0-1 0,0 1 0,-1-1 0,1 0 0,-1 1 0,1-1 0,-1 3 0,7 27 0,-1-1 0,1 37 0,-4-32 0,10 45 0,-13-78 0,0-1 0,1 1 0,-1 0 0,1 0 0,-1-1 0,1 1 0,0 0 0,-1-1 0,1 1 0,0 0 0,0-1 0,0 1 0,1-1 0,-1 0 0,0 1 0,0-1 0,1 0 0,-1 0 0,1 0 0,-1 0 0,1 0 0,1 1 0,-1-2 0,0 0 0,0 0 0,0 0 0,0 0 0,0 0 0,0 0 0,0-1 0,-1 1 0,1-1 0,0 0 0,0 1 0,0-1 0,-1 0 0,1 0 0,0 0 0,-1 0 0,1 0 0,-1 0 0,1-1 0,-1 1 0,2-2 0,11-12 0,-2-1 0,1 0 0,-2-1 0,0 0 0,13-28 0,-11 20 0,30-43 0,-43 67 0,1 0 0,-1 0 0,1 0 0,0 1 0,-1-1 0,1 0 0,0 1 0,-1-1 0,1 0 0,0 1 0,0-1 0,-1 1 0,1-1 0,0 1 0,2-1 0,-3 1 0,0 0 0,0 0 0,1 1 0,-1-1 0,0 0 0,1 0 0,-1 0 0,0 1 0,0-1 0,0 0 0,1 0 0,-1 1 0,0-1 0,0 0 0,0 0 0,1 1 0,-1-1 0,0 0 0,0 1 0,0-1 0,0 0 0,0 1 0,0-1 0,0 0 0,0 1 0,0-1 0,0 0 0,0 1 0,0-1 0,-4 42 0,2-26 0,2-12 0,0-1 0,0 0 0,0 0 0,1 1 0,-1-1 0,1 0 0,0 0 0,-1 0 0,1 0 0,1 0 0,-1 0 0,0 0 0,1 0 0,0 0 0,-1 0 0,1-1 0,4 5 0,-3-4 0,0-1 0,1 1 0,-1-1 0,1 0 0,0 0 0,-1 0 0,1-1 0,0 0 0,0 1 0,0-1 0,0 0 0,5 0 0,10 0 0,0 0 0,0-2 0,0 0 0,33-7 0,-50 8 0,44-9 0,0-1 0,72-26 0,-112 33 0,0 0 0,0 0 0,0 0 0,0-1 0,-1 0 0,1 0 0,-1 0 0,0-1 0,-1 0 0,7-7 0,-9 10 0,-1-1 0,1 1 0,0-1 0,-1 1 0,0-1 0,0 0 0,1 1 0,-1-1 0,-1 0 0,1 0 0,0 0 0,-1 0 0,0 1 0,1-1 0,-1 0 0,0 0 0,0 0 0,-1 0 0,1 0 0,-1 0 0,1 0 0,-1 0 0,0 1 0,0-1 0,0 0 0,-2-3 0,2 5 0,0-1 0,0 0 0,-1 1 0,1-1 0,0 1 0,0 0 0,-1-1 0,1 1 0,-1 0 0,1 0 0,-1 0 0,0 0 0,1 0 0,-1 0 0,0 0 0,0 1 0,0-1 0,1 0 0,-4 0 0,1 1 0,0 0 0,1 0 0,-1 0 0,1 1 0,-1-1 0,1 1 0,-1 0 0,1 0 0,-1 0 0,-2 2 0,-4 1 0,1 1 0,0 1 0,0 0 0,1 0 0,0 0 0,-11 11 0,7-4 0,1 0 0,0 1 0,-12 20 0,20-28 0,-1 0 0,1 1 0,0-1 0,0 1 0,1 0 0,0 0 0,0 0 0,0 0 0,1 0 0,0 12 0,1-17 0,0 0 0,0 0 0,0 0 0,0 0 0,1 0 0,-1 0 0,1 0 0,0 0 0,0 0 0,-1 0 0,1 0 0,0 0 0,1 0 0,-1 0 0,0-1 0,0 1 0,1 0 0,-1-1 0,1 1 0,0-1 0,2 2 0,-1-1 0,1 0 0,0-1 0,-1 1 0,1-1 0,0 0 0,0 0 0,0 0 0,0-1 0,0 1 0,7-1 0,2-1 0,1 0 0,-1-1 0,0 0 0,0-1 0,24-9 0,-17 4 0,0-2 0,-1 0 0,0-1 0,-1-1 0,0-1 0,-1-1 0,0 0 0,-1-1 0,-1 0 0,-1-2 0,0 0 0,-1 0 0,0-1 0,17-35 0,-20 30 0,0 0 0,-1 0 0,-2 0 0,0-1 0,-2-1 0,0 1 0,-2-1 0,0 1 0,-2-1 0,-1 0 0,-1 0 0,-7-43 0,2 35 0,-22-61 0,22 79 0,0 1 0,-1-1 0,0 2 0,-1-1 0,0 1 0,-14-16 0,19 26 0,0 0 0,1 1 0,-1-1 0,0 0 0,-1 1 0,1 0 0,-7-4 0,10 6 0,-1-1 0,0 1 0,0 0 0,0 0 0,0 0 0,1-1 0,-1 1 0,0 0 0,0 0 0,0 0 0,0 0 0,0 0 0,0 1 0,1-1 0,-1 0 0,0 0 0,0 0 0,0 1 0,0-1 0,1 1 0,-1-1 0,0 0 0,0 1 0,1-1 0,-1 1 0,0 0 0,1-1 0,-1 1 0,0-1 0,1 1 0,-1 0 0,1 0 0,-1-1 0,1 1 0,0 0 0,-1 0 0,1-1 0,0 1 0,-1 2 0,-2 8 0,0-1 0,0 1 0,1 0 0,0 1 0,1-1 0,1 0 0,0 13 0,10 85 0,-8-93 0,21 132-682,56 192-1,-62-282-6143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8.2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828 76 24575,'28'-76'0,"-28"77"0,0-1 0,0 0 0,0 0 0,0 0 0,0 0 0,0 0 0,0 0 0,0 0 0,0 0 0,0 0 0,0 0 0,0 0 0,0 0 0,0 0 0,0 0 0,0 0 0,0 0 0,0 0 0,0 0 0,0 0 0,1 1 0,-1-1 0,0 0 0,0 0 0,0 0 0,0 0 0,0 0 0,0 0 0,0 0 0,0 0 0,0 0 0,0 0 0,0 0 0,0 0 0,0 0 0,0 0 0,0 0 0,0 0 0,1 0 0,-1 0 0,0 0 0,0 0 0,0 0 0,0 0 0,0 0 0,0 0 0,0 0 0,0 0 0,0 0 0,0-1 0,0 13 0,-4 19 0,-54 234-365,-22 105-689,-56 600-157,75 12-900,52 4 106,28-2 1113,-3-443 554,6 294-856,-27-2 473,-12-509 400,-118 637 0,-137 74 2475,252-965-2010,7-25-184,-67 266 2408,71-263-1435,2 0 1,2 0-1,2 0 0,5 76 1,2-91-728,2 0 1,1-1 0,2 0 0,1 0-1,19 40 1,-20-40-207,-8-26 0,0-1 0,1 1 0,-1-1 0,5 9 0,-5-13 0,-1-1 0,0 1 0,0-1 0,1 0 0,-1 1 0,0-1 0,0 0 0,1 1 0,-1-1 0,0 0 0,1 0 0,-1 1 0,0-1 0,1 0 0,-1 0 0,1 1 0,-1-1 0,0 0 0,1 0 0,-1 0 0,1 0 0,-1 0 0,0 0 0,1 0 0,-1 0 0,1 0 0,-1 0 0,1 0 0,-1 0 0,0 0 0,1 0 0,-1 0 0,1 0 0,-1 0 0,1 0 0,-1-1 0,0 1 0,1 0 0,-1 0 0,0 0 0,1-1 0,-1 1 0,0 0 0,1-1 0,-1 1 0,0 0 0,1-1 0,-1 1 0,0 0 0,0-1 0,1 1 0,-1 0 0,0-1 0,0 0 0,15-25 0,-14 24 0,12-29-1365,0-2-5461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6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579 508 24575,'28'-30'0,"-1"-2"0,-2 0 0,-1-2 0,-1 0 0,-2-2 0,-2 0 0,27-71 0,-42 95 0,0 0 0,0-1 0,-1 0 0,1-19 0,-3 29 0,-1 0 0,0-1 0,0 1 0,0 0 0,0 0 0,-1 0 0,1 0 0,-1 0 0,0 0 0,0 0 0,0 0 0,0 0 0,-1 1 0,1-1 0,-1 0 0,1 1 0,-1-1 0,0 1 0,0-1 0,0 1 0,0 0 0,-1 0 0,1 0 0,-5-3 0,1 2 0,0 1 0,0 0 0,-1 0 0,1 1 0,0-1 0,-1 1 0,1 1 0,-1-1 0,1 1 0,-1 0 0,1 1 0,-1-1 0,1 1 0,-1 1 0,1-1 0,0 1 0,-7 2 0,-10 5 0,0 1 0,0 1 0,-24 16 0,-4 7 0,1 2 0,2 3 0,2 1 0,2 2 0,1 3 0,2 1 0,3 2 0,1 1 0,-31 57 0,57-86 0,0 1 0,1 0 0,1 1 0,1-1 0,1 2 0,1-1 0,-4 35 0,9-49 0,0 1 0,1-1 0,0 1 0,0-1 0,1 1 0,0 0 0,1-1 0,-1 0 0,2 1 0,-1-1 0,1 0 0,1 0 0,-1 0 0,1-1 0,1 1 0,-1-1 0,1 0 0,1 0 0,-1-1 0,1 0 0,0 0 0,1 0 0,7 6 0,2-2 0,1-1 0,0 0 0,0-1 0,1-1 0,0-1 0,0 0 0,0-1 0,38 4 0,-6-4 0,1-2 0,58-5 0,-76 1 0,1-2 0,-1-2 0,0-1 0,-1-1 0,57-21 0,-75 22 0,0-1 0,0 0 0,-1-1 0,0 0 0,0-2 0,14-12 0,-19 15 0,-1-1 0,1-1 0,-2 0 0,1 0 0,-1 0 0,0-1 0,-1 1 0,0-1 0,6-17 0,-6 9 0,-1 0 0,0 0 0,-1-1 0,-1 1 0,-1-1 0,-1 1 0,0-1 0,-1 1 0,-1-1 0,-1 1 0,-9-32 0,10 45 0,0 0 0,0 0 0,-1 0 0,1 0 0,-1 0 0,-6-8 0,8 12 0,0 0 0,0 0 0,1 0 0,-1 0 0,0 0 0,0 0 0,0 1 0,-1-1 0,1 0 0,0 1 0,0-1 0,0 0 0,0 1 0,-1 0 0,1-1 0,0 1 0,0 0 0,-1-1 0,1 1 0,0 0 0,-1 0 0,1 0 0,0 0 0,0 0 0,-1 1 0,1-1 0,0 0 0,-1 0 0,1 1 0,0-1 0,0 1 0,0-1 0,-2 2 0,-3 3 0,1-1 0,-1 1 0,1 0 0,1 0 0,-1 0 0,1 1 0,0 0 0,0 0 0,1 0 0,-1 0 0,-2 9 0,-5 12 0,-8 36 0,18-62 0,-8 32 0,-6 48 0,13-67 0,1 0 0,0-1 0,1 1 0,1 0 0,0-1 0,5 21 0,-6-32 0,1 0 0,-1 1 0,1-1 0,0 0 0,-1 0 0,1 0 0,0 0 0,0 0 0,1 0 0,-1 0 0,0 0 0,1-1 0,-1 1 0,1 0 0,-1-1 0,1 1 0,0-1 0,0 0 0,0 1 0,0-1 0,0 0 0,0 0 0,0 0 0,0-1 0,0 1 0,0 0 0,0-1 0,0 1 0,1-1 0,-1 0 0,0 0 0,0 0 0,1 0 0,-1 0 0,0 0 0,0 0 0,1-1 0,-1 1 0,0-1 0,0 0 0,4-1 0,1-1 0,0 0 0,0-1 0,0 0 0,0 0 0,-1 0 0,0-1 0,0 1 0,0-2 0,0 1 0,-1-1 0,6-7 0,-6 6 0,-1-1 0,1-1 0,-1 1 0,-1-1 0,1 0 0,-1 0 0,-1 0 0,0 0 0,0 0 0,0-15 0,-2-1 0,0 0 0,-8-42 0,7 64 0,1 0 0,-1 1 0,1-1 0,0 0 0,0 1 0,0-1 0,0 0 0,0 1 0,0-1 0,1 0 0,-1 1 0,1-1 0,0 1 0,0-1 0,0 1 0,0-1 0,0 1 0,1 0 0,-1-1 0,1 1 0,-1 0 0,1 0 0,0 0 0,0 0 0,0 0 0,0 1 0,0-1 0,0 1 0,0-1 0,1 1 0,-1 0 0,1-1 0,-1 1 0,1 1 0,-1-1 0,1 0 0,-1 1 0,1-1 0,4 0 0,15-1 0,-1 0 0,1 1 0,0 1 0,-1 1 0,1 1 0,-1 0 0,1 2 0,-1 1 0,23 8 0,-27-7 0,0 0 0,0 2 0,-1 0 0,0 1 0,-1 0 0,0 2 0,0-1 0,-1 2 0,0 0 0,-1 1 0,14 16 0,-23-24 0,-1 1 0,1-1 0,-1 0 0,1 1 0,-2 0 0,1 0 0,-1 0 0,0 0 0,3 11 0,-5-15 0,0 0 0,0 0 0,0 0 0,0 0 0,0 0 0,0 0 0,-1-1 0,1 1 0,-1 0 0,1 0 0,-1 0 0,0 0 0,1-1 0,-1 1 0,0 0 0,0-1 0,0 1 0,0-1 0,-1 1 0,1-1 0,0 0 0,-1 1 0,1-1 0,-1 0 0,1 0 0,-1 0 0,0 0 0,1 0 0,-1 0 0,0 0 0,0-1 0,1 1 0,-1-1 0,0 1 0,0-1 0,-2 1 0,-4 0 0,0 0 0,0-1 0,1 1 0,-1-1 0,0-1 0,0 0 0,0 0 0,1 0 0,-1-1 0,0 0 0,1 0 0,-1-1 0,1 0 0,0-1 0,0 1 0,-12-10 0,15 11 0,0-1 0,0-1 0,1 1 0,-1 0 0,1-1 0,0 0 0,0 0 0,0 0 0,0 0 0,1 0 0,-1 0 0,1-1 0,0 1 0,1-1 0,-1 0 0,1 0 0,0 1 0,0-1 0,0 0 0,1 0 0,0 0 0,0 0 0,0 0 0,0 0 0,1 0 0,0 1 0,0-1 0,1-5 0,2 0 0,1 1 0,0-1 0,0 1 0,0 0 0,1 0 0,1 1 0,-1 0 0,2 0 0,-1 0 0,1 1 0,0 0 0,0 1 0,1 0 0,-1 0 0,13-6 0,-3 3 0,1 1 0,-1 0 0,1 2 0,1 0 0,-1 1 0,1 0 0,23-1 0,-25 5 0,1 0 0,-1 2 0,1 0 0,17 3 0,-28-2 0,0-1 0,0 1 0,0 0 0,0 1 0,-1 0 0,0 0 0,1 1 0,-1 0 0,0 0 0,-1 0 0,11 10 0,-15-12-50,0 0-1,0 0 1,0 0-1,-1 0 0,1 0 1,-1 1-1,1-1 1,-1 0-1,0 1 1,0-1-1,0 1 0,0 0 1,-1-1-1,1 1 1,-1 0-1,1-1 1,-1 1-1,0 0 0,0-1 1,0 1-1,0 0 1,-1 0-1,1-1 1,-1 1-1,0 0 1,-1 2-1,-3 8-6775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7.0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287 587 24575,'7'0'0,"-1"0"0,0-1 0,0 0 0,0 0 0,0-1 0,0 1 0,6-4 0,-9 4 0,0-1 0,-1 1 0,1 0 0,-1-1 0,1 1 0,-1-1 0,0 0 0,1 0 0,-1 0 0,0 0 0,0 0 0,-1-1 0,1 1 0,0-1 0,-1 1 0,3-6 0,-4 7 0,1 1 0,-1-1 0,0 0 0,0 0 0,1 0 0,-1 0 0,0 0 0,0 0 0,0 1 0,0-1 0,0 0 0,0 0 0,0 0 0,0 0 0,-1 0 0,1 0 0,0 0 0,0 1 0,-1-1 0,1 0 0,-1 0 0,1 0 0,-1 1 0,1-1 0,-1 0 0,0 0 0,-1-1 0,1 1 0,-1 0 0,1 0 0,-1 0 0,0 1 0,0-1 0,1 0 0,-1 1 0,0-1 0,0 1 0,-4-1 0,-1 1 0,0 0 0,1 0 0,-1 0 0,0 1 0,0 0 0,-7 2 0,-5 4 0,0 1 0,0 1 0,1 0 0,0 2 0,0 0 0,2 1 0,-1 1 0,1 0 0,1 1 0,1 1 0,0 0 0,1 1 0,0 1 0,2 0 0,0 0 0,0 1 0,2 0 0,-9 25 0,16-38 0,1 0 0,-1-1 0,1 1 0,1 0 0,-1 0 0,1-1 0,0 1 0,0 0 0,0 0 0,0 0 0,1-1 0,2 10 0,-1-11 0,-1 0 0,1 0 0,-1 0 0,1 0 0,0 0 0,0-1 0,0 1 0,0-1 0,1 1 0,-1-1 0,1 0 0,-1 0 0,1 0 0,0 0 0,0-1 0,0 1 0,0-1 0,0 0 0,5 2 0,3 0 0,0-1 0,1 0 0,0-1 0,-1 0 0,1-1 0,-1 0 0,1-1 0,0 0 0,-1 0 0,1-2 0,13-3 0,0-2 0,1-1 0,-1-2 0,42-23 0,-43 19 0,0-1 0,-1-2 0,-1 0 0,-1-1 0,-1-1 0,0-1 0,-1-1 0,-2 0 0,0-2 0,-2 0 0,18-35 0,-18 27 0,-2 0 0,0-1 0,-3-1 0,-1 0 0,-1-1 0,-2 1 0,-1-1 0,0-66 0,-5 80 0,-2 1 0,0-1 0,-6-25 0,7 41 0,0 0 0,-1 0 0,1 0 0,-1 0 0,0 0 0,0 0 0,-1 0 0,1 1 0,-1-1 0,0 1 0,-1 0 0,1 0 0,-1 0 0,1 0 0,-1 1 0,0-1 0,-9-4 0,11 7 0,-1 0 0,1 0 0,-1 1 0,0-1 0,1 1 0,-1-1 0,0 1 0,1 0 0,-1 0 0,0 0 0,1 1 0,-1-1 0,0 1 0,1-1 0,-1 1 0,1 0 0,-1 0 0,1 0 0,-1 0 0,1 1 0,0-1 0,0 0 0,-1 1 0,1 0 0,0-1 0,0 1 0,-2 3 0,-3 3 0,0 0 0,0 1 0,1 0 0,0 0 0,-7 15 0,3-2 0,0 1 0,2 0 0,1 1 0,1-1 0,1 1 0,-3 39 0,6-33 0,2 1 0,1-1 0,1 0 0,11 59 0,-8-70-170,1-1-1,0 1 0,2-1 1,0-1-1,1 1 0,0-1 1,22 28-1,2-5-6655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08.0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90 190 24575,'6'-34'0,"-5"31"0,0-1 0,0 0 0,0 0 0,0 1 0,-1-1 0,0 0 0,0-7 0,-17 34 0,5-4 0,-32 56 0,39-64 0,1-1 0,-1 1 0,2 0 0,-1-1 0,-1 18 0,4-26 0,1 0 0,0 0 0,0 0 0,0-1 0,0 1 0,0 0 0,0 0 0,0 0 0,1 0 0,-1 0 0,1 0 0,0-1 0,-1 1 0,1 0 0,0 0 0,0-1 0,0 1 0,0 0 0,0-1 0,2 2 0,-1-1 0,1 0 0,-1 0 0,1 0 0,0-1 0,0 1 0,0-1 0,-1 0 0,1 0 0,0 0 0,0 0 0,5 0 0,4 1 0,0-1 0,1-1 0,0 0 0,-1 0 0,15-4 0,-16 3 0,0-2 0,0 1 0,-1-1 0,1-1 0,-1 0 0,0 0 0,0-1 0,13-8 0,-20 11 0,0-1 0,0 1 0,0 0 0,0-1 0,-1 0 0,1 0 0,-1 0 0,1 0 0,-1 0 0,0 0 0,0 0 0,-1-1 0,1 1 0,-1-1 0,1 1 0,-1-1 0,0 0 0,-1 0 0,1 1 0,0-1 0,-1 0 0,0 0 0,0 0 0,0 1 0,-1-1 0,1 0 0,-2-6 0,-3-4 0,-1 0 0,0 1 0,-1-1 0,-1 1 0,-16-22 0,15 23 0,-1 0 0,0 0 0,-21-19 0,57 47 0,1-1 0,0-1 0,51 17 0,-58-25 0,1 0 0,0-1 0,0-1 0,1-1 0,-1-1 0,25 0 0,-39-2 0,1-1 0,-1 0 0,1 0 0,-1 0 0,1-1 0,-1 0 0,0-1 0,0 1 0,13-8 0,-17 8 0,0-1 0,0 1 0,1-1 0,-2 1 0,1-1 0,0 0 0,-1 0 0,1-1 0,-1 1 0,0 0 0,0-1 0,0 0 0,0 1 0,-1-1 0,0 0 0,0 0 0,0 0 0,0 1 0,1-9 0,-2-27 0,0 38 0,0-1 0,0 0 0,0 1 0,0-1 0,-1 1 0,1-1 0,0 0 0,-1 1 0,0-1 0,1 1 0,-1-1 0,0 1 0,0-1 0,0 1 0,0 0 0,0-1 0,0 1 0,0 0 0,-3-2 0,4 3 0,0-1 0,-1 1 0,1 0 0,0 0 0,-1 0 0,1 0 0,-1 0 0,1 0 0,-1-1 0,1 1 0,0 0 0,-1 0 0,1 0 0,-1 0 0,1 1 0,-1-1 0,1 0 0,0 0 0,-1 0 0,1 0 0,-1 0 0,1 0 0,0 1 0,-1-1 0,1 0 0,0 0 0,-1 0 0,1 1 0,-1-1 0,-7 15 0,1 19 0,4-1 0,1 58 0,2-78 0,2 0 0,-1 0 0,1-1 0,1 1 0,1 0 0,-1-1 0,9 18 0,-11-27 0,1-1 0,-1 0 0,0 0 0,0 1 0,1-1 0,-1 0 0,1 0 0,0-1 0,0 1 0,-1 0 0,1-1 0,0 1 0,0-1 0,1 1 0,-1-1 0,0 0 0,0 0 0,1 0 0,-1 0 0,0 0 0,5 0 0,-4-1 0,-1 0 0,1 0 0,0-1 0,-1 1 0,1-1 0,0 0 0,-1 0 0,1 1 0,-1-2 0,0 1 0,1 0 0,-1 0 0,0-1 0,1 0 0,-1 1 0,0-1 0,0 0 0,-1 0 0,1 0 0,2-3 0,37-53 0,-33 45 0,1-1 0,0 2 0,1-1 0,0 1 0,0 1 0,2 0 0,15-12 0,-25 22 0,-1-1 0,1 2 0,0-1 0,0 0 0,0 0 0,0 0 0,-1 1 0,1-1 0,0 1 0,0 0 0,0-1 0,0 1 0,0 0 0,0 0 0,0 0 0,0 0 0,0 1 0,0-1 0,0 1 0,2 0 0,2 1 0,-1 1 0,1 0 0,-1 0 0,0 1 0,5 4 0,-4-4 0,-1 0 0,1 0 0,12 6 0,-4-6 0,1 0 0,-1-1 0,1 0 0,-1-1 0,1 0 0,0-2 0,21-1 0,104-16 0,-110 11 0,0-1 0,-1-2 0,0 0 0,0-2 0,-1-2 0,40-23 0,-63 34 0,-1-2 0,1 1 0,-1 0 0,0-1 0,0 0 0,0 0 0,4-5 0,-8 8 0,1 0 0,-1 0 0,1 0 0,-1 0 0,1 0 0,-1 0 0,0 0 0,1 1 0,-1-1 0,0 0 0,0 0 0,0 0 0,0-1 0,0 1 0,0 0 0,0 0 0,0 0 0,0-1 0,-1 1 0,1 0 0,-1 0 0,0 0 0,1 0 0,-1 0 0,0 0 0,0 0 0,0 0 0,0 0 0,0 1 0,0-1 0,0 0 0,0 1 0,0-1 0,0 1 0,0-1 0,0 1 0,0-1 0,-2 1 0,-3-2 0,-1 1 0,1 0 0,-1 0 0,1 0 0,-1 1 0,1 0 0,0 0 0,-11 3 0,-54 13 0,51-11 0,-77 25 0,86-26 0,0 1 0,0 0 0,1 1 0,0 0 0,0 0 0,-13 12 0,22-17 0,0 0 0,0 0 0,0-1 0,0 1 0,0 1 0,0-1 0,0 0 0,0 0 0,0 0 0,1 0 0,-1 0 0,0 1 0,1-1 0,-1 0 0,1 1 0,-1-1 0,1 0 0,0 1 0,0-1 0,-1 1 0,1 1 0,1-2 0,-1 0 0,1 0 0,-1 0 0,1 0 0,0 0 0,-1 0 0,1 0 0,0 0 0,0 0 0,0 0 0,-1 0 0,1 0 0,0-1 0,0 1 0,0 0 0,0-1 0,0 1 0,1-1 0,0 1 0,6 2 0,1 0 0,-1-1 0,0-1 0,1 1 0,11-1 0,19 1 0,53-4 0,-75 0 0,0 0 0,-1-1 0,1-1 0,-1 0 0,28-12 0,-43 15 0,0 1 0,0-1 0,0 1 0,0 0 0,0-1 0,0 1 0,0 0 0,0 0 0,1 0 0,-1 0 0,0 0 0,0 0 0,0 0 0,0 0 0,0 0 0,0 0 0,0 1 0,0-1 0,1 0 0,-1 1 0,0-1 0,0 1 0,0-1 0,-1 1 0,1 0 0,0-1 0,0 1 0,0 0 0,0 0 0,-1-1 0,1 1 0,0 0 0,-1 0 0,2 1 0,1 5 0,1-1 0,-1 1 0,0 0 0,3 10 0,1 3 0,2-1-91,1-1 0,0 0 0,2 0 0,0-1 0,1-1 0,1 0 0,0 0 0,2-2 0,-1 0 0,1 0 0,1-2 0,1 0 0,0-1 0,25 12 0,12 2-6735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0.4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717 236 24575,'6'-4'0,"-1"1"0,0 0 0,0-1 0,0 0 0,0 0 0,-1-1 0,1 1 0,-1-1 0,0 0 0,-1 0 0,1 0 0,-1-1 0,5-9 0,-7 11 0,0 1 0,0 0 0,1-1 0,-2 1 0,1-1 0,0 0 0,-1 1 0,0-1 0,0 1 0,0-1 0,0 0 0,0 1 0,-1-1 0,0 1 0,0-1 0,0 1 0,0-1 0,0 1 0,0 0 0,-1-1 0,0 1 0,0 0 0,0 0 0,-3-4 0,-3-1 0,0 1 0,-1 1 0,1-1 0,-1 1 0,0 1 0,0 0 0,-1 0 0,0 1 0,0 0 0,0 0 0,0 1 0,0 1 0,-1 0 0,1 0 0,-13 0 0,-2 1 0,1 1 0,0 1 0,-1 1 0,1 1 0,-38 9 0,28-3 0,0 2 0,0 2 0,1 0 0,1 3 0,-48 28 0,66-34 0,0 0 0,0 0 0,1 1 0,0 1 0,1 0 0,0 1 0,1 0 0,0 1 0,2 0 0,-1 0 0,2 1 0,0 1 0,-9 23 0,15-33 0,0-1 0,1 1 0,0 0 0,0 0 0,0 0 0,1 0 0,-1 0 0,2 0 0,-1 0 0,1 0 0,0 0 0,2 10 0,-1-12 0,0 0 0,0 0 0,0 0 0,0 0 0,0-1 0,1 1 0,0-1 0,0 1 0,0-1 0,0 0 0,0 0 0,1 0 0,-1-1 0,1 1 0,0-1 0,-1 0 0,1 0 0,5 1 0,3 1 0,0 0 0,0-1 0,1-1 0,-1 0 0,1-1 0,-1-1 0,1 0 0,-1 0 0,1-1 0,-1 0 0,1-2 0,15-3 0,-3-1 0,-1-2 0,0 0 0,0-1 0,0-1 0,21-15 0,-22 10 0,-1-1 0,0-1 0,-1-1 0,-2-1 0,0-1 0,0 0 0,-2-1 0,-1-1 0,17-32 0,-59 143 0,21-68 0,1 1 0,0 0 0,2-1 0,0 1 0,2 34 0,1-46 0,0-1 0,0 1 0,1-1 0,0 0 0,1 0 0,0 0 0,5 11 0,-5-15 0,-1 0 0,1 1 0,0-1 0,0 0 0,1-1 0,-1 1 0,1 0 0,0-1 0,0 0 0,0 0 0,0 0 0,1-1 0,5 4 0,-4-4 0,0 0 0,0-1 0,1 0 0,-1 0 0,0 0 0,1-1 0,-1 1 0,0-2 0,1 1 0,-1-1 0,0 0 0,0 0 0,1 0 0,-1-1 0,0 0 0,0 0 0,-1-1 0,10-5 0,1-1 0,0-1 0,-1 0 0,-1-1 0,1-1 0,14-16 0,-14 11 0,-1-1 0,0-1 0,20-38 0,-27 44 0,-23 90 0,9-36 0,1 0 0,2 0 0,1 0 0,5 55 0,-28-251 0,21 107 0,2 0 0,6-69 0,-2 101 0,1 0 0,1 0 0,0 0 0,1 0 0,1 1 0,0-1 0,1 1 0,1 0 0,0 1 0,1 0 0,10-14 0,-13 23 0,-1-1 0,1 1 0,1 0 0,-1 0 0,1 0 0,0 1 0,12-7 0,-16 10 0,0-1 0,1 1 0,-1 0 0,1 0 0,-1 1 0,1-1 0,-1 1 0,1-1 0,0 1 0,-1 0 0,1 0 0,0 0 0,-1 0 0,1 0 0,0 1 0,-1-1 0,1 1 0,-1 0 0,1-1 0,-1 1 0,1 0 0,-1 1 0,1-1 0,2 2 0,0 2 0,0-1 0,-1 1 0,0 0 0,1 0 0,-2 0 0,1 1 0,-1 0 0,1-1 0,-1 1 0,-1 0 0,1 0 0,-1 1 0,-1-1 0,1 0 0,-1 1 0,0-1 0,0 1 0,-1 0 0,0-1 0,0 1 0,0-1 0,-2 10 0,0-5 0,0-1 0,0 0 0,0-1 0,-1 1 0,-1 0 0,0-1 0,0 0 0,-1 0 0,0 0 0,0 0 0,-1-1 0,0 0 0,-15 15 0,16-19 0,0-1 0,0 1 0,0-1 0,0 0 0,-1-1 0,1 1 0,-1-1 0,1 0 0,-8 1 0,12-3 0,-1 1 0,0-1 0,0 1 0,0-1 0,1 0 0,-1 0 0,0 0 0,0 0 0,0 0 0,0-1 0,1 1 0,-1 0 0,0-1 0,0 1 0,1-1 0,-1 0 0,0 0 0,1 1 0,-1-1 0,1 0 0,-1 0 0,1-1 0,-1 1 0,1 0 0,0 0 0,-1-1 0,1 1 0,0-1 0,0 1 0,0-1 0,0 1 0,0-1 0,0-2 0,0 1-85,1 1 0,-1-1-1,1 0 1,0 0 0,0 0-1,0 0 1,1 1 0,-1-1-1,1 0 1,-1 0 0,1 1-1,0-1 1,0 0 0,0 1-1,3-6 1,11-18-6741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0.8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80 24575,'11'-20'0,"-8"15"0,-1 1 0,1 0 0,-1-1 0,0 0 0,0 0 0,-1 0 0,1 0 0,1-9 0,-3 14 0,0 0 0,0-1 0,0 1 0,0 0 0,0 0 0,0 0 0,1-1 0,-1 1 0,0 0 0,0 0 0,0 0 0,0-1 0,0 1 0,0 0 0,0 0 0,0 0 0,0-1 0,0 1 0,0 0 0,0 0 0,0 0 0,-1 0 0,1-1 0,0 1 0,0 0 0,0 0 0,0 0 0,0-1 0,0 1 0,0 0 0,0 0 0,-1 0 0,1 0 0,0 0 0,0-1 0,0 1 0,0 0 0,-1 0 0,1 0 0,0 0 0,0 0 0,0 0 0,0 0 0,-1 0 0,1 0 0,0 0 0,0 0 0,0 0 0,-1-1 0,1 1 0,0 0 0,0 0 0,0 1 0,-1-1 0,1 0 0,0 0 0,0 0 0,0 0 0,-1 0 0,1 0 0,0 0 0,0 0 0,0 0 0,-1 1 0,-9 10 0,5-2 0,1 0 0,0 1 0,0-1 0,1 1 0,1 0 0,0 0 0,-2 15 0,-1 74 0,6-56 0,2 0 0,2-1 0,1 1 0,3-1 0,16 49 0,-23-85 0,0 0 0,0 0 0,1 0 0,0-1 0,0 1 0,1-1 0,5 7 0,-8-10 0,0-1 0,0 0 0,0 0 0,0 0 0,1 0 0,-1-1 0,0 1 0,0 0 0,1 0 0,-1-1 0,0 1 0,1-1 0,-1 1 0,1-1 0,-1 0 0,1 1 0,-1-1 0,1 0 0,-1 0 0,1 0 0,-1 0 0,1 0 0,-1-1 0,1 1 0,-1 0 0,0-1 0,1 1 0,-1-1 0,1 1 0,-1-1 0,0 1 0,1-1 0,-1 0 0,0 0 0,0 0 0,2-1 0,4-5 0,1 0 0,-2 0 0,1 0 0,-1-1 0,10-15 0,23-48 0,-18 30 0,6-6 0,-12 25 0,-2-2 0,-1 1 0,17-48 0,-29 60 0,-8 13 0,-10 14 0,-15 19 0,2 2 0,1 1 0,-32 53 0,60-88 0,1 0 0,-1 1 0,0-1 0,1 0 0,0 1 0,0-1 0,0 1 0,0-1 0,0 1 0,1-1 0,-1 7 0,2-8 0,-1 0 0,1 0 0,-1 0 0,1 0 0,0 0 0,-1 0 0,1 0 0,0 0 0,0-1 0,0 1 0,1 0 0,-1-1 0,0 1 0,1-1 0,-1 1 0,1-1 0,-1 0 0,1 0 0,0 0 0,-1 0 0,1 0 0,2 1 0,14 6 0,1-1 0,0 0 0,24 4 0,18 6 0,42 24-1365,-58-19-5461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1.0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1 24575,'-6'0'0,"-9"0"0,-4 0 0,7 0 0,12 0 0,17 0 0,20 0 0,3 0-8191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1.9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57 132 24575,'0'-6'0,"0"1"0,0-1 0,0 1 0,1-1 0,0 1 0,0-1 0,0 1 0,1 0 0,0 0 0,0 0 0,0 0 0,1 0 0,4-8 0,-7 13 0,0 0 0,0 0 0,0 0 0,0 0 0,0 0 0,0 0 0,0 0 0,0-1 0,0 1 0,1 0 0,-1 0 0,0 0 0,0 0 0,0 0 0,0 0 0,0 0 0,0 0 0,0 0 0,0 0 0,1 0 0,-1 0 0,0 0 0,0 0 0,0 0 0,0 0 0,0 0 0,0-1 0,0 1 0,1 0 0,-1 0 0,0 1 0,0-1 0,0 0 0,0 0 0,0 0 0,0 0 0,0 0 0,1 0 0,-1 0 0,0 0 0,0 0 0,0 0 0,0 0 0,0 0 0,0 0 0,0 0 0,0 0 0,0 0 0,1 0 0,-1 1 0,0-1 0,0 0 0,0 0 0,0 0 0,0 0 0,1 10 0,-4 14 0,-23 111 0,-12 65 0,30-142 0,-1 86 0,11-182 0,2 0 0,12-48 0,27-94 0,-42 174 0,9-32 0,1 0 0,2 1 0,1 0 0,29-53 0,-41 86 0,0 1 0,1 0 0,-1 0 0,1 0 0,-1 0 0,1 1 0,0-1 0,4-2 0,-7 5 0,1-1 0,0 1 0,-1-1 0,1 1 0,0 0 0,0 0 0,-1-1 0,1 1 0,0 0 0,0 0 0,-1 0 0,1 0 0,0 0 0,0 0 0,0 0 0,-1 0 0,1 0 0,0 0 0,0 0 0,-1 0 0,1 1 0,0-1 0,0 0 0,-1 1 0,1-1 0,0 0 0,-1 1 0,1-1 0,0 1 0,-1-1 0,1 1 0,-1-1 0,1 1 0,-1 0 0,1-1 0,-1 1 0,1 0 0,-1-1 0,0 1 0,1 0 0,-1-1 0,0 1 0,0 0 0,1 1 0,2 6 0,0 1 0,-1 0 0,0 0 0,-1 1 0,0-1 0,1 11 0,-4 59 0,1-67 0,-7 49 0,5-48 0,1 0 0,0-1 0,1 1 0,1 0 0,0 0 0,0 0 0,4 17 0,-4-29 0,1 1 0,-1-1 0,1 0 0,-1 1 0,1-1 0,0 0 0,-1 0 0,1 1 0,0-1 0,0 0 0,0 0 0,0 0 0,0 0 0,0 0 0,0 0 0,0-1 0,0 1 0,0 0 0,1 0 0,-1-1 0,0 1 0,0-1 0,1 1 0,-1-1 0,0 1 0,1-1 0,-1 0 0,1 0 0,-1 0 0,0 0 0,1 0 0,-1 0 0,1 0 0,-1 0 0,0 0 0,1-1 0,-1 1 0,0-1 0,1 1 0,1-2 0,6-1 0,0-1 0,0 0 0,-1 0 0,13-9 0,38-32 0,-45 32 0,1 1 0,1 1 0,0 1 0,0 0 0,22-9 0,-35 18 0,-1 0 0,0 0 0,0 0 0,1 1 0,-1-1 0,1 1 0,-1 0 0,0-1 0,1 1 0,-1 1 0,1-1 0,-1 0 0,0 0 0,1 1 0,-1-1 0,0 1 0,1 0 0,-1 0 0,0 0 0,0 0 0,0 0 0,1 0 0,-1 1 0,-1-1 0,1 1 0,0-1 0,0 1 0,0 0 0,-1-1 0,1 1 0,-1 0 0,0 0 0,1 0 0,-1 1 0,1 1 0,4 9 0,-1 0 0,0 1 0,-1 0 0,4 25 0,-4-22 0,3 20 122,-3-15-419,0-1-1,2 0 1,0 0-1,17 37 1,-11-37-6529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2.1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3 134 24575,'-1'-42'0,"0"16"0,3-35 0,1 56 0,1 11 0,3 13 0,-6-18 0,43 160 0,-12-39 0,8 12-1365,-31-104-5461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2.3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101 512 24575,'-8'-19'0,"1"0"0,0 0 0,1-1 0,-6-35 0,7 16 0,-1-58 0,6 76 0,1 0 0,0 0 0,2 1 0,6-27 0,-8 40 0,1 1 0,0-1 0,1 1 0,-1-1 0,1 1 0,0 0 0,1 0 0,0 0 0,0 1 0,0-1 0,0 1 0,1 0 0,0 0 0,0 0 0,0 1 0,11-7 0,-12 9 0,1 0 0,0 0 0,-1 1 0,1 0 0,0 0 0,0 0 0,0 1 0,0-1 0,0 1 0,-1 0 0,1 1 0,0-1 0,0 1 0,0 0 0,0 0 0,-1 0 0,1 1 0,0 0 0,-1 0 0,1 0 0,5 4 0,2 1 0,0 1 0,-1 1 0,-1-1 0,1 2 0,-1-1 0,12 16 0,-12-11 0,0 0 0,0 1 0,-2-1 0,1 2 0,-2-1 0,0 1 0,-1 0 0,-1 1 0,0-1 0,3 28 0,-7-34 0,0 0 0,0 1 0,-1-1 0,-1 1 0,0-1 0,0 1 0,-1-1 0,0 0 0,-1 1 0,0-1 0,-1-1 0,0 1 0,0 0 0,-1-1 0,0 0 0,-1 0 0,0-1 0,-11 13 0,4-9 0,0-1 0,0 0 0,-1 0 0,0-2 0,-1 0 0,0-1 0,-1 0 0,0-1 0,0-1 0,0 0 0,-1-1 0,0-1 0,0-1 0,0 0 0,0-1 0,0-1 0,-22-1 0,7-7-1365,8-2-5461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2.8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47 24575,'34'-30'0,"-32"28"0,0 1 0,1-1 0,-1 0 0,1 1 0,-1-1 0,1 1 0,-1 0 0,1 0 0,0 0 0,0 0 0,0 1 0,4-1 0,-6 1 0,0 0 0,0 0 0,0 1 0,0-1 0,0 0 0,-1 1 0,1-1 0,0 1 0,0-1 0,-1 1 0,1-1 0,0 1 0,-1-1 0,1 1 0,0 0 0,-1-1 0,1 1 0,-1 0 0,1 0 0,-1-1 0,0 1 0,1 0 0,-1 0 0,0 0 0,1 0 0,-1-1 0,0 2 0,4 27 0,-4-25 0,6 64 0,25 123 0,-23-160 0,1 0 0,2-1 0,0-1 0,2 1 0,2-2 0,21 33 0,-34-58 0,1 2 0,0 0 0,0-1 0,0 1 0,0-1 0,1 0 0,0 0 0,0 0 0,0-1 0,0 1 0,1-1 0,-1 0 0,7 3 0,-10-6 0,0 0 0,-1 1 0,1-1 0,0 0 0,0 0 0,-1 0 0,1-1 0,0 1 0,0 0 0,-1 0 0,1 0 0,0-1 0,0 1 0,-1 0 0,1 0 0,0-1 0,-1 1 0,1-1 0,0 1 0,-1-1 0,1 1 0,-1-1 0,1 1 0,-1-1 0,1 1 0,-1-1 0,1 0 0,-1 1 0,0-1 0,1 0 0,-1 1 0,0-1 0,1 0 0,-1 0 0,0 1 0,0-1 0,0 0 0,0 0 0,0 1 0,0-2 0,4-37 0,-4 34 0,2-43 0,2 0 0,2 1 0,21-83 0,-19 102 0,2 1 0,0 0 0,2 0 0,0 1 0,2 1 0,1 0 0,27-33 0,-28 44 0,-25 30 0,-94 92 0,77-83 0,1 1 0,1 2 0,-38 54 0,62-80 0,0 1 0,0-1 0,1 1 0,-1 0 0,1 0 0,-1 0 0,1 0 0,0 0 0,0 0 0,1 0 0,-1 0 0,1 0 0,-1 1 0,1-1 0,0 0 0,0 0 0,0 0 0,1 1 0,-1-1 0,1 0 0,-1 0 0,1 0 0,0 0 0,1 0 0,-1 0 0,0 0 0,1 0 0,0 0 0,-1-1 0,1 1 0,0-1 0,0 1 0,1-1 0,-1 0 0,0 0 0,1 0 0,-1 0 0,5 3 0,25 15 99,53 26 1,-56-33-88,-2 2 0,1 0 1,42 35-1,-63-44-101,0 0-1,-1 1 1,0-1-1,0 1 0,-1 0 1,0 1-1,0 0 0,0-1 1,-1 2-1,0-1 0,-1 0 1,0 1-1,0-1 1,-1 1-1,0 0 0,-1 0 1,1 13-1,-3 23-6736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1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616 222 24575,'0'-2'0,"-1"0"0,1-1 0,-1 1 0,1 0 0,-1 0 0,0-1 0,0 1 0,0 0 0,0 0 0,0 0 0,-1 0 0,1 0 0,0 1 0,-1-1 0,0 0 0,1 1 0,-1-1 0,0 1 0,0-1 0,0 1 0,0 0 0,-3-2 0,-3-1 0,0 0 0,0 1 0,0 1 0,-15-4 0,10 3 0,-1 1 0,1 1 0,0 0 0,-1 1 0,1 1 0,0 0 0,-1 0 0,1 2 0,0-1 0,-24 10 0,20-6 0,1 2 0,0 0 0,1 1 0,0 1 0,0 0 0,1 1 0,-19 19 0,11-6 0,0 0 0,2 2 0,1 1 0,1 0 0,1 1 0,2 1 0,1 0 0,-17 52 0,21-49 0,1 0 0,2 1 0,2 0 0,0 1 0,3-1 0,0 1 0,2 0 0,2-1 0,10 61 0,-7-72 0,1 0 0,0 0 0,2-1 0,0 0 0,1 0 0,2-1 0,0 0 0,1-1 0,0 0 0,2-1 0,0 0 0,1-1 0,1-1 0,1 0 0,25 18 0,-20-20 0,1 0 0,0-2 0,1-1 0,0-1 0,1-1 0,0-1 0,1-1 0,-1-1 0,1-1 0,1-2 0,-1 0 0,0-2 0,0-1 0,1-1 0,-1-1 0,32-7 0,-30 3 0,0 0 0,-1-2 0,0-1 0,-1-1 0,0-2 0,0 0 0,-1-2 0,-1 0 0,0-2 0,-1 0 0,-1-2 0,0-1 0,-2 0 0,36-43 0,-36 32 0,-1-1 0,-2 0 0,-1-1 0,-1-1 0,-2 0 0,-1-1 0,-1-1 0,-3 0 0,8-58 0,-10 40 0,-3-1 0,-2 1 0,-3-1 0,-2 1 0,-19-95 0,18 123 0,-2 0 0,-1 0 0,0 1 0,-2 1 0,-1-1 0,-1 2 0,-27-40 0,32 53 0,0 1 0,-1-1 0,1 2 0,-2-1 0,1 1 0,-1 0 0,0 1 0,-19-9 0,20 11 0,0 1 0,0 0 0,0 1 0,-1 0 0,1 0 0,-1 1 0,0 0 0,1 1 0,-1-1 0,0 2 0,1-1 0,-14 4 0,5 0-124,0 2 0,0 0 0,0 1 0,1 0 0,0 2 0,1 0-1,0 0 1,0 2 0,1 0 0,-22 21 0,-14 19-6702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1.6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0 24575,'-4'5'0,"0"-1"0,1 1 0,0-1 0,0 1 0,1 0 0,-1 0 0,1 0 0,0 0 0,0 1 0,1-1 0,-1 0 0,1 1 0,0-1 0,0 9 0,1 10 0,0 0 0,5 27 0,-1-2 0,-19 425 274,-1-184-1913,15-245-5187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1.8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899 0 24575,'-6'1'0,"1"0"0,-1 1 0,1-1 0,-1 1 0,1 0 0,0 1 0,-9 4 0,-8 4 0,-343 143 0,282-114 0,1 4 0,-94 68 0,146-88-682,-30 27-1,32-22-6143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2.0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433 0 24575,'-6'0'0,"-6"0"0,-3 0 0,-6 3 0,-5 4 0,-4 8 0,-4 6 0,-5 10 0,-3 5 0,1 7 0,0 4 0,4 4 0,3 3 0,3-2 0,8-9-8191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2.3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24575,'3'0'0,"1"3"0,3 1 0,4 2 0,5 2 0,10 1 0,10 3 0,8 5 0,9 4 0,8 0 0,9 3 0,5 1 0,-1-1 0,-4 2 0,-7-1 0,-12-1 0,-14-4-8191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2.5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1 24575,'-3'0'0,"-1"3"0,-3 1 0,0 3 0,4 0 0,5 3 0,7 5 0,6 3 0,8 8 0,9 6 0,6 7 0,5 2 0,2 5 0,2 0 0,-6-8-8191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6.7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53 24575,'-3'-3'0,"1"-1"0,-1 1 0,1 0 0,-1-1 0,1 0 0,0 0 0,1 1 0,-1-1 0,1 0 0,0 0 0,-1-5 0,2 9 0,0 1 0,0-1 0,0 0 0,0 0 0,1 0 0,-1 0 0,0 0 0,0 0 0,0 0 0,0 0 0,1 0 0,-1 0 0,0 0 0,0 0 0,0 0 0,0 0 0,1 0 0,-1 0 0,0 0 0,0 0 0,0 0 0,1 0 0,-1 0 0,0 0 0,0 0 0,0 0 0,0 0 0,1 0 0,-1 0 0,0 0 0,0 0 0,0 0 0,0-1 0,0 1 0,1 0 0,-1 0 0,0 0 0,0 0 0,0 0 0,0 0 0,0-1 0,0 1 0,0 0 0,0 0 0,0 0 0,1 0 0,-1-1 0,0 1 0,0 0 0,0 0 0,0 0 0,0 0 0,0-1 0,0 1 0,0 0 0,0 0 0,0 0 0,0-1 0,12 15 0,0 3 0,-2-1 0,0 2 0,11 29 0,18 61 0,-29-77 0,62 215 342,-62-202-769,-2 1 0,-1 0 1,-1 74-1,-8-69-6399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7.0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70 875 24575,'-14'-79'0,"-26"-172"0,32 175 0,1-100 0,7 155 0,1 1 0,1-1 0,1 1 0,1 0 0,0 0 0,8-20 0,-9 33 0,0-1 0,1 1 0,0 0 0,0 0 0,0 0 0,1 0 0,0 1 0,0 0 0,1 0 0,0 0 0,0 1 0,0 0 0,1 0 0,-1 0 0,1 1 0,0 0 0,1 0 0,7-2 0,0 1 0,1 1 0,-1 1 0,1 1 0,0 0 0,0 0 0,-1 2 0,1 0 0,0 1 0,0 1 0,0 0 0,-1 1 0,19 6 0,0 1 0,0 2 0,-1 2 0,-1 1 0,42 26 0,-34-16 0,-2 2 0,0 2 0,-2 1 0,54 59 0,-73-71 0,-1 2 0,-1 0 0,-1 0 0,-1 1 0,0 1 0,-2 0 0,0 1 0,-2 0 0,-1 1 0,9 36 0,-15-48 0,-1 0 0,0 0 0,0 0 0,-2 0 0,1 0 0,-1 0 0,-1-1 0,0 1 0,-1 0 0,0-1 0,0 1 0,-2-1 0,1 0 0,-9 13 0,4-9 0,-1 0 0,-1-1 0,0 0 0,-1-1 0,-1-1 0,0 0 0,-1 0 0,0-2 0,-15 10 0,-7 2-136,1-2-1,-2-2 1,-1-1-1,0-2 1,-1-2-1,-1-1 1,1-2-1,-2-2 0,-72 6 1,68-14-6690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7.3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75 24575,'-1'0'0,"1"0"0,0 1 0,0-1 0,0 0 0,0 1 0,0-1 0,-1 0 0,1 1 0,0-1 0,0 0 0,0 1 0,0-1 0,0 0 0,0 1 0,0-1 0,0 0 0,0 1 0,0-1 0,0 0 0,1 1 0,-1-1 0,0 0 0,0 1 0,0-1 0,0 0 0,0 1 0,1-1 0,-1 0 0,0 0 0,0 1 0,0-1 0,1 0 0,-1 0 0,0 1 0,1-1 0,-1 0 0,0 0 0,0 0 0,1 1 0,-1-1 0,0 0 0,1 0 0,0 0 0,20 11 0,-13-7 0,13 7 0,-1 1 0,0 1 0,33 27 0,-46-34 0,0 1 0,-1-1 0,0 2 0,0-1 0,-1 1 0,0 0 0,0 0 0,-1 0 0,0 0 0,0 1 0,-1 0 0,4 14 0,-5-11 0,0 0 0,0 0 0,-1 17 0,-1-27 0,0 1 0,0 0 0,0 0 0,-1 0 0,1 0 0,-1-1 0,1 1 0,-1 0 0,0 0 0,0-1 0,0 1 0,-1-1 0,1 1 0,-1-1 0,1 1 0,-1-1 0,0 0 0,0 0 0,0 0 0,-2 2 0,3-3 0,0 0 0,0-1 0,0 1 0,1-1 0,-1 1 0,0-1 0,0 0 0,0 1 0,0-1 0,0 0 0,0 0 0,0 0 0,0 1 0,0-1 0,0 0 0,0 0 0,0 0 0,0-1 0,0 1 0,0 0 0,0 0 0,0 0 0,0-1 0,-1 0 0,1 0 0,-1 0 0,1 0 0,0 0 0,-1-1 0,1 1 0,0 0 0,0-1 0,0 1 0,0-1 0,0 1 0,0-1 0,0-3 0,-2-1 0,2 0 0,-1-1 0,1 1 0,0-1 0,0 0 0,0-9 0,3-2 43,0-1 0,2 1-1,0-1 1,1 1 0,0 0-1,2 0 1,12-25 0,-6 19-385,1 0 1,1 1 0,1 0-1,28-29 1,-23 30-6485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7.7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55 24575,'-3'-22'0,"3"22"0,0 0 0,0 0 0,0-1 0,0 1 0,0 0 0,0 0 0,0 0 0,0 0 0,0 0 0,0 0 0,0 0 0,0-1 0,0 1 0,0 0 0,-1 0 0,1 0 0,0 0 0,0 0 0,0 0 0,0 0 0,0 0 0,0 0 0,0 0 0,-1 0 0,1-1 0,0 1 0,0 0 0,0 0 0,0 0 0,0 0 0,0 0 0,-1 0 0,1 0 0,0 0 0,0 0 0,0 0 0,0 0 0,0 0 0,0 0 0,-1 0 0,1 1 0,0-1 0,0 0 0,0 0 0,0 0 0,0 0 0,0 0 0,-1 0 0,1 0 0,0 0 0,0 0 0,0 0 0,0 0 0,0 1 0,0-1 0,0 0 0,0 0 0,-18 34 0,1 11 0,1 1 0,3 0 0,1 1 0,-7 66 0,18-106 0,1 0 0,0-1 0,0 1 0,0 0 0,1-1 0,0 1 0,1-1 0,-1 1 0,1-1 0,4 9 0,-5-13 0,0 0 0,0 0 0,0 0 0,0-1 0,0 1 0,1 0 0,-1 0 0,1-1 0,0 1 0,-1-1 0,1 0 0,0 1 0,0-1 0,0 0 0,-1 0 0,1 0 0,0 0 0,1-1 0,-1 1 0,0 0 0,0-1 0,0 1 0,0-1 0,0 0 0,1 0 0,-1 0 0,0 0 0,0 0 0,0 0 0,1-1 0,-1 1 0,0-1 0,0 0 0,3-1 0,3-1 0,-1-1 0,1 1 0,-1-2 0,0 1 0,-1-1 0,1 0 0,-1 0 0,0-1 0,0 0 0,-1 0 0,1 0 0,6-12 0,-3 5 0,-1-1 0,-1 0 0,0 0 0,-2-1 0,9-26 0,-10 24 0,-1 0 0,-1-1 0,0 0 0,-1 0 0,-1 1 0,-1-1 0,-5-31 0,5 42 0,-1 0 0,0 1 0,0-1 0,-1 0 0,0 1 0,0 0 0,0 0 0,-1 0 0,-8-11 0,9 14 0,-1-1 0,1 1 0,-1 0 0,0 1 0,1-1 0,-1 1 0,-1-1 0,1 1 0,0 0 0,0 1 0,-1-1 0,1 1 0,-1 0 0,1 0 0,-1 0 0,-6 0 0,-12 2-1365,3 2-5461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7.9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47 24575,'-3'0'0,"-1"3"0,-3 1 0,2 0 0,10 0 0,8-5 0,10-2 0,6-3 0,8-5 0,7 1 0,2-2 0,0 2 0,-9 2-8191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8.2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280 140 24575,'1'-2'0,"1"0"0,-1 0 0,0 0 0,0 0 0,0 0 0,0 0 0,0 0 0,0 0 0,0-1 0,-1 1 0,1 0 0,-1 0 0,0-1 0,1 1 0,-1 0 0,0-1 0,-1 1 0,1 0 0,0-1 0,0 1 0,-1 0 0,0 0 0,1-1 0,-1 1 0,0 0 0,0 0 0,0 0 0,0 0 0,-3-4 0,0 0 0,-1 0 0,0 0 0,1 0 0,-2 0 0,1 1 0,-1-1 0,-11-7 0,14 11 0,-1 0 0,1 0 0,-1 0 0,1 1 0,-1-1 0,0 1 0,1 0 0,-1 0 0,0 0 0,0 1 0,0-1 0,0 1 0,0 0 0,0 0 0,0 0 0,0 1 0,0-1 0,1 1 0,-1 0 0,0 0 0,0 0 0,1 1 0,-1 0 0,0-1 0,1 1 0,0 0 0,-1 0 0,1 1 0,-5 4 0,-1 1 0,1 1 0,0 0 0,1 1 0,0-1 0,0 1 0,1 1 0,0-1 0,-7 19 0,4-4 0,1 1 0,1-1 0,1 1 0,2 1 0,-3 36 0,6-44 0,1 0 0,1 0 0,0 0 0,2-1 0,0 1 0,1-1 0,1 0 0,9 25 0,-11-35 0,0-1 0,1 0 0,0 0 0,0-1 0,0 1 0,1-1 0,0 0 0,0 0 0,0-1 0,1 1 0,0-1 0,0 0 0,1-1 0,-1 0 0,1 0 0,0 0 0,0 0 0,0-1 0,0-1 0,1 1 0,-1-1 0,1 0 0,-1-1 0,1 0 0,0 0 0,0 0 0,-1-1 0,1-1 0,0 1 0,12-3 0,24-10-1365,-5-3-5461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8.6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 29 24575,'1'0'0,"-1"1"0,1-1 0,0 0 0,-1 0 0,1 0 0,0 0 0,0 0 0,-1 0 0,1 0 0,0 0 0,-1-1 0,1 1 0,0 0 0,0 0 0,-1 0 0,1-1 0,0 1 0,-1 0 0,1-1 0,-1 1 0,1-1 0,0 1 0,-1-1 0,1 1 0,-1-1 0,1 1 0,-1-1 0,1 0 0,-1 0 0,-1 1 0,1-1 0,-1 0 0,1 1 0,-1-1 0,1 1 0,-1-1 0,0 0 0,1 1 0,-1-1 0,1 1 0,-1 0 0,0-1 0,0 1 0,1 0 0,-1-1 0,0 1 0,0 0 0,1 0 0,-1-1 0,0 1 0,0 0 0,0 0 0,1 0 0,-2 0 0,-5 0 0,0 0 0,0 0 0,1 0 0,-1 1 0,0 0 0,1 0 0,-1 1 0,1 0 0,-1 0 0,1 0 0,0 1 0,0 0 0,0 0 0,0 0 0,0 1 0,1 0 0,0 0 0,-1 1 0,2-1 0,-1 1 0,0 0 0,1 0 0,0 1 0,0-1 0,1 1 0,-5 9 0,5-9 0,0 1 0,0-1 0,0 1 0,1-1 0,0 1 0,0 0 0,1 0 0,0 0 0,0 0 0,1 0 0,0 0 0,0 0 0,0 0 0,1 0 0,0-1 0,0 1 0,1 0 0,0 0 0,0 0 0,1-1 0,0 1 0,0-1 0,0 0 0,1 0 0,5 7 0,-5-8 0,0-1 0,1 1 0,0-1 0,0 0 0,0-1 0,0 1 0,0-1 0,1 0 0,0 0 0,-1-1 0,1 0 0,0 0 0,0 0 0,0-1 0,1 1 0,-1-1 0,0-1 0,0 1 0,1-1 0,-1-1 0,10 0 0,-9-1 0,0 1 0,0-1 0,0-1 0,0 1 0,-1-1 0,1 0 0,-1-1 0,0 1 0,0-1 0,0 0 0,0-1 0,-1 0 0,0 1 0,0-2 0,0 1 0,0 0 0,-1-1 0,7-12 0,-7 10-50,-1 0-1,0 0 1,-1-1-1,1 1 0,-2-1 1,1 1-1,-1-1 1,0 0-1,-1 0 1,0 1-1,0-1 0,-1 0 1,0 1-1,-1-1 1,0 0-1,0 1 1,-1 0-1,0-1 0,0 1 1,-1 0-1,0 1 1,0-1-1,-1 1 1,0 0-1,-1 0 1,-9-10-1,-4 2-6775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9.0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168 546 24575,'3'-2'0,"4"-1"0,1-1 0,-1 0 0,-1 0 0,1-1 0,9-7 0,-15 10 0,1 0 0,-1 1 0,0-1 0,1 0 0,-1 1 0,0-1 0,0 0 0,0 0 0,-1 0 0,1 0 0,0 0 0,-1 0 0,1 0 0,-1 0 0,0 0 0,1 0 0,-1 0 0,0-1 0,-1 1 0,1 0 0,0 0 0,0 0 0,-1 0 0,1 0 0,-1 0 0,-1-3 0,1 2 0,0 0 0,0 1 0,0-1 0,-1 1 0,1-1 0,0 1 0,-1-1 0,0 1 0,0 0 0,0 0 0,0 0 0,0 0 0,0 0 0,0 0 0,0 0 0,-1 1 0,1-1 0,-1 1 0,1 0 0,-1 0 0,0 0 0,1 0 0,-1 0 0,0 1 0,0-1 0,0 1 0,1-1 0,-1 1 0,0 0 0,0 0 0,0 0 0,-4 2 0,1-1 0,0 1 0,0 0 0,0 0 0,1 1 0,-1-1 0,1 1 0,-1 1 0,1-1 0,0 1 0,0 0 0,0 0 0,1 0 0,0 1 0,-5 5 0,0 3 0,1-1 0,1 1 0,0 1 0,0-1 0,2 1 0,0 1 0,-6 21 0,7-14 0,0 0 0,1 1 0,2-1 0,1 31 0,-1-50 0,1 0 0,0 0 0,1 0 0,-1 0 0,0-1 0,1 1 0,0 0 0,0 0 0,0 0 0,0-1 0,0 1 0,0 0 0,1-1 0,-1 1 0,1-1 0,-1 1 0,1-1 0,0 0 0,0 0 0,0 0 0,1 0 0,-1 0 0,0-1 0,1 1 0,-1 0 0,1-1 0,-1 0 0,1 0 0,0 0 0,0 0 0,-1 0 0,1 0 0,0-1 0,0 1 0,0-1 0,0 0 0,0 0 0,0 0 0,0 0 0,0 0 0,-1-1 0,1 1 0,0-1 0,0 0 0,0 0 0,2-1 0,7-3 0,0 0 0,0-1 0,-1-1 0,0 0 0,0 0 0,-1-1 0,0 0 0,0-1 0,-1 0 0,0-1 0,-1 0 0,0 0 0,0 0 0,-1-1 0,9-19 0,-2 0 0,0-1 0,-3-1 0,0 0 0,11-63 0,-10 9 0,-4-1 0,-5-152 0,-4 224 0,0 13 0,1 4 0,-1 23 0,12 309 0,-4-273 0,2-1 0,3-1 0,30 90 0,-27-114-1365,-2-9-5461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9.4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1 231 24575,'0'-2'0,"0"1"0,0-1 0,1 1 0,-1-1 0,0 1 0,1-1 0,-1 1 0,1-1 0,0 1 0,-1 0 0,1-1 0,0 1 0,0 0 0,0-1 0,0 1 0,0 0 0,0 0 0,0 0 0,1 0 0,-1 0 0,0 0 0,0 0 0,1 1 0,-1-1 0,1 0 0,-1 1 0,1-1 0,-1 1 0,1-1 0,-1 1 0,3-1 0,7 0 0,1-1 0,-1 2 0,18 0 0,-7 0 0,-2-1 0,0-1 0,-1-1 0,1-1 0,34-11 0,-47 12 0,1 0 0,-1 0 0,0 0 0,0-1 0,0 0 0,-1-1 0,1 1 0,-1-1 0,0-1 0,0 1 0,-1-1 0,0 0 0,0 0 0,8-13 0,-12 17 0,0 0 0,0 0 0,0 0 0,0 0 0,0 0 0,0 0 0,-1 0 0,1 0 0,-1 0 0,1-1 0,-1 1 0,0 0 0,0 0 0,0 0 0,0-1 0,0 1 0,-1 0 0,1 0 0,-1 0 0,1 0 0,-1-1 0,0 1 0,0 0 0,0 0 0,0 0 0,0 1 0,0-1 0,-1 0 0,1 0 0,-1 1 0,-2-4 0,1 3 0,-1 0 0,1 0 0,-1 0 0,1 0 0,-1 1 0,0 0 0,1-1 0,-1 1 0,0 1 0,0-1 0,0 0 0,0 1 0,1 0 0,-1 0 0,0 0 0,0 0 0,-6 2 0,-1 1 0,1-1 0,0 2 0,0-1 0,1 2 0,-1-1 0,1 1 0,0 1 0,0-1 0,0 2 0,1-1 0,0 1 0,0 0 0,1 1 0,0 0 0,0 0 0,1 0 0,0 1 0,0 0 0,-6 15 0,8-16 0,1 0 0,0 0 0,1 1 0,0-1 0,0 1 0,1-1 0,0 1 0,0-1 0,1 1 0,0 0 0,1-1 0,0 1 0,0 0 0,1-1 0,0 1 0,0-1 0,1 0 0,0 0 0,0 0 0,1 0 0,0 0 0,1-1 0,0 0 0,6 8 0,-3-6 43,0 0 0,1-1-1,0 0 1,1 0 0,0-1-1,0-1 1,20 11 0,-11-9-470,-1-1 0,1 0 1,37 7-1,0-4-6399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2.0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156 181 24575,'144'-141'0,"-138"134"0,14-15 0,-19 21 0,0 0 0,0 0 0,1 0 0,-1 0 0,0 1 0,0-1 0,0 0 0,0 1 0,1-1 0,-1 0 0,0 1 0,1 0 0,-1-1 0,0 1 0,3-1 0,-4 2 0,0-1 0,1 0 0,-1 1 0,0-1 0,1 1 0,-1-1 0,0 0 0,1 1 0,-1-1 0,0 1 0,0-1 0,0 1 0,1-1 0,-1 1 0,0-1 0,0 1 0,0-1 0,0 1 0,0-1 0,0 1 0,0-1 0,0 1 0,0-1 0,0 1 0,0-1 0,0 1 0,0-1 0,0 1 0,-1-1 0,1 0 0,0 1 0,0-1 0,0 1 0,-1-1 0,1 1 0,-10 23 0,9-22 0,-25 54 0,-2-2 0,-41 59 0,46-81 0,-1 0 0,-2-2 0,-1-1 0,-44 37 0,70-65 0,-6 5 0,0 0 0,-13 15 0,19-19 0,0-1 0,0 0 0,0 1 0,0-1 0,0 1 0,0-1 0,1 1 0,-1 0 0,1-1 0,-1 1 0,1 2 0,0-4 0,0 1 0,0 0 0,0-1 0,0 1 0,0-1 0,0 1 0,1 0 0,-1-1 0,0 1 0,0 0 0,1-1 0,-1 1 0,0-1 0,1 1 0,-1-1 0,1 1 0,-1-1 0,1 1 0,-1-1 0,1 1 0,-1-1 0,1 0 0,-1 1 0,1-1 0,-1 0 0,1 1 0,0-1 0,0 0 0,18 6 0,-1-1 0,1-1 0,30 3 0,7 0 0,49 19 227,-50-12-1819,-34-9-5234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2.4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211 8 24575,'-1'0'0,"1"-1"0,0 1 0,0 0 0,0 0 0,0 0 0,0 0 0,0-1 0,0 1 0,0 0 0,0 0 0,0 0 0,0-1 0,0 1 0,0 0 0,0 0 0,0 0 0,0-1 0,0 1 0,0 0 0,0 0 0,0 0 0,0-1 0,0 1 0,1 0 0,-1 0 0,0 0 0,0 0 0,0-1 0,0 1 0,0 0 0,0 0 0,1 0 0,-1 0 0,0 0 0,0 0 0,0-1 0,0 1 0,1 0 0,-1 0 0,0 0 0,0 0 0,0 0 0,0 0 0,1 0 0,-1 0 0,0 0 0,0 0 0,0 0 0,1 0 0,-1 0 0,0 0 0,0 0 0,0 0 0,1 0 0,-1 0 0,0 0 0,0 0 0,0 0 0,1 1 0,-1-1 0,1 0 0,0 1 0,-1 0 0,1-1 0,-1 1 0,1-1 0,-1 1 0,0-1 0,1 1 0,-1 0 0,0-1 0,1 1 0,-1 0 0,0-1 0,0 1 0,1 0 0,-1 0 0,0 3 0,0 0 0,-1 0 0,1 0 0,-1-1 0,0 1 0,0 0 0,0-1 0,0 1 0,-1-1 0,-2 7 0,-25 35 0,19-31 0,-146 206 0,154-218 0,0 1 0,0 1 0,0-1 0,0 0 0,1 0 0,0 1 0,-1-1 0,0 6 0,2-8 0,0 0 0,0 0 0,0 0 0,0-1 0,0 1 0,1 0 0,-1 0 0,0 0 0,1 0 0,-1 0 0,0 0 0,1 0 0,-1 0 0,1-1 0,-1 1 0,1 0 0,0 0 0,-1-1 0,1 1 0,0 0 0,0-1 0,-1 1 0,1-1 0,0 1 0,0-1 0,0 1 0,0-1 0,0 0 0,-1 1 0,1-1 0,0 0 0,0 0 0,0 1 0,0-1 0,0 0 0,1 0 0,80 14 0,-38-7 0,51 16 0,32 23-1365,-106-38-5461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2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141 33 24575,'-1'-1'0,"0"1"0,-1 0 0,1-1 0,0 1 0,0-1 0,-1 1 0,1-1 0,0 0 0,0 1 0,0-1 0,0 0 0,0 0 0,0 0 0,0 0 0,0 0 0,0 0 0,0 0 0,0 0 0,1 0 0,-1-1 0,0 0 0,-9-10 0,10 12 0,-1-1 0,0 1 0,1 0 0,-1 0 0,1 0 0,-1 0 0,1 0 0,-1 0 0,0 0 0,1 0 0,-1 0 0,1 0 0,-1 0 0,1 0 0,-1 0 0,0 0 0,1 1 0,-1-1 0,1 0 0,-1 0 0,1 1 0,-1-1 0,1 0 0,-1 1 0,1-1 0,-1 0 0,1 1 0,0-1 0,-1 1 0,1-1 0,0 1 0,-1-1 0,1 1 0,0-1 0,-1 1 0,-13 24 0,12-22 0,-5 10 0,-39 80 0,42-83 0,1 0 0,-1 0 0,2 1 0,-1-1 0,1 1 0,1 0 0,-1 15 0,3-22 17,-1-1-1,0 0 0,1 1 0,0-1 1,-1 0-1,2 0 0,-1 1 0,0-1 1,0 0-1,1 0 0,0 0 0,-1-1 1,1 1-1,1 0 0,-1-1 0,0 1 1,0-1-1,1 1 0,-1-1 0,6 3 1,-2-2-188,0 1 0,0-2 1,0 1-1,1-1 0,-1 0 1,1 0-1,0 0 0,-1-1 1,9 0-1,12 1-6655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3.1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69 76 24575,'1'0'0,"0"-1"0,0 1 0,0-1 0,0 1 0,1-1 0,-1 0 0,0 1 0,0-1 0,-1 0 0,1 0 0,0 1 0,1-3 0,0 0 0,-8 8 0,-4 5 0,0 0 0,1 0 0,0 1 0,-13 24 0,19-31 0,1 0 0,0 0 0,0 0 0,0 0 0,0 0 0,1 1 0,0-1 0,0 1 0,0-1 0,0 1 0,1-1 0,0 1 0,-1-1 0,2 1 0,-1-1 0,1 1 0,-1 0 0,1-1 0,2 6 0,-1-7 0,0 0 0,1 0 0,-1 0 0,1 0 0,0 0 0,-1-1 0,1 1 0,1-1 0,-1 0 0,0 0 0,0 0 0,1 0 0,-1 0 0,1-1 0,-1 1 0,1-1 0,0 0 0,0-1 0,-1 1 0,9 0 0,1 0 0,0 0 0,0-1 0,0 0 0,25-4 0,-32 2 0,0 1 0,0-1 0,0 0 0,0 0 0,-1-1 0,1 0 0,0 0 0,-1 0 0,0-1 0,0 1 0,0-1 0,0-1 0,-1 1 0,1-1 0,-1 1 0,0-1 0,-1 0 0,1-1 0,-1 1 0,0 0 0,4-12 0,-5 12 0,-1 0 0,1 0 0,-1 0 0,-1 0 0,1 0 0,-1 0 0,0 0 0,0 0 0,0 0 0,0-1 0,-1 1 0,0 0 0,0 0 0,-1 0 0,1 1 0,-1-1 0,0 0 0,0 0 0,-1 1 0,1-1 0,-1 1 0,0 0 0,0 0 0,-1 0 0,1 0 0,-1 1 0,-4-4 0,0 1 0,-1 0 0,0 0 0,0 1 0,-1 0 0,1 0 0,-16-4 0,21 8 0,-1-1 0,0 1 0,1 0 0,-1 0 0,0 0 0,0 1 0,0 0 0,0 0 0,1 0 0,-1 0 0,0 1 0,0 0 0,0 0 0,1 0 0,-1 0 0,-5 3 0,-2 7-1365,6 1-5461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3.5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182 339 24575,'0'0'0,"0"0"0,0 0 0,0 0 0,1 1 0,-1-1 0,0 0 0,0 0 0,0 0 0,1 0 0,-1 0 0,0 0 0,0 0 0,0 0 0,1 0 0,-1 0 0,0 0 0,0 0 0,0 0 0,0 0 0,1 0 0,-1 0 0,0 0 0,0 0 0,0 0 0,1-1 0,-1 1 0,0 0 0,0 0 0,0 0 0,0 0 0,0 0 0,1 0 0,-1-1 0,0 1 0,0 0 0,0 0 0,0 0 0,0 0 0,0 0 0,0-1 0,1 1 0,-1 0 0,0 0 0,0 0 0,0-1 0,0 1 0,0 0 0,0 0 0,0 0 0,0-1 0,0 1 0,0 0 0,0 0 0,0 0 0,0 0 0,0-1 0,0 1 0,0 0 0,-1 0 0,1 0 0,0-1 0,0 1 0,-11-8 0,4 8 0,1-1 0,0 1 0,0 0 0,0 0 0,-1 1 0,1-1 0,0 2 0,0-1 0,0 1 0,0-1 0,0 2 0,1-1 0,-1 1 0,1-1 0,-1 2 0,1-1 0,0 0 0,0 1 0,-6 6 0,6-6 0,1 0 0,-1 1 0,1-1 0,0 1 0,0 0 0,0 0 0,1 1 0,0-1 0,0 1 0,0 0 0,1-1 0,0 1 0,0 0 0,0 0 0,1 1 0,0-1 0,0 0 0,0 0 0,1 8 0,0-12 0,0 0 0,0 1 0,1-1 0,-1 0 0,1 0 0,-1 1 0,1-1 0,0 0 0,0 0 0,0 0 0,0 0 0,0 0 0,1 0 0,-1 0 0,1 0 0,-1-1 0,1 1 0,-1 0 0,1-1 0,0 1 0,0-1 0,0 0 0,0 0 0,0 1 0,0-1 0,0 0 0,0-1 0,0 1 0,1 0 0,-1-1 0,0 1 0,1-1 0,-1 0 0,0 0 0,0 0 0,1 0 0,2 0 0,6-1 0,0-1 0,-1 0 0,1-1 0,-1 0 0,0 0 0,18-9 0,-17 6 0,1-1 0,0 0 0,-1 0 0,-1-1 0,1-1 0,-1 0 0,-1 0 0,0-1 0,0 0 0,-1-1 0,0 0 0,0 0 0,-2 0 0,1-1 0,-2 0 0,1-1 0,5-20 0,-7 17 0,-1 0 0,0 0 0,-1 0 0,0 0 0,-2-1 0,0 1 0,-1 0 0,0-1 0,-2 1 0,1 0 0,-2 0 0,0 1 0,-1-1 0,-9-17 0,11 27 0,-1-1 0,0 1 0,0-1 0,-9-8 0,12 14 0,0 0 0,0-1 0,0 1 0,-1 0 0,1 0 0,-1 0 0,1 0 0,-1 0 0,1 1 0,-1-1 0,-2 0 0,3 0 0,1 1 0,-1 0 0,0 0 0,1 0 0,-1 1 0,0-1 0,1 0 0,-1 0 0,0 0 0,1 0 0,-1 1 0,0-1 0,1 0 0,-1 1 0,0-1 0,1 0 0,-1 1 0,1-1 0,-1 1 0,1-1 0,-1 1 0,1-1 0,-1 1 0,1-1 0,0 1 0,-1-1 0,1 1 0,0 0 0,-1 0 0,0 2 0,0 0 0,0 0 0,0 0 0,0 1 0,0-1 0,1 0 0,-1 0 0,1 1 0,0-1 0,1 7 0,7 36 0,-5-30 0,17 82-682,64 181-1,-74-253-6143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3.9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100 183 24575,'-4'-15'0,"4"14"0,-1 0 0,1 1 0,-1-1 0,1 0 0,0 0 0,0 0 0,-1 0 0,1 0 0,0 1 0,0-1 0,0 0 0,0 0 0,0 0 0,0 0 0,0 0 0,0 0 0,0 0 0,1 0 0,-1 1 0,0-1 0,0 0 0,1 0 0,-1 0 0,1 0 0,-1 1 0,1-1 0,0-1 0,4-4 0,1 1 0,-1 0 0,1 0 0,0 0 0,9-5 0,24-21 0,-37 30 0,0-1 0,-1-1 0,1 1 0,0 0 0,-1 0 0,0 0 0,1-1 0,-1 1 0,0-1 0,0 1 0,0-1 0,-1 1 0,1-1 0,0 0 0,-1-2 0,0 3 0,0 1 0,0-1 0,0 1 0,0 0 0,0-1 0,0 1 0,-1 0 0,1-1 0,0 1 0,-1 0 0,0-1 0,1 1 0,-1 0 0,1 0 0,-1 0 0,0-1 0,0 1 0,0 0 0,0 0 0,0 0 0,0 0 0,0 0 0,0 1 0,0-1 0,0 0 0,-1 0 0,1 1 0,0-1 0,0 1 0,-1-1 0,1 1 0,0 0 0,-1-1 0,1 1 0,0 0 0,-1 0 0,1 0 0,-1 0 0,1 0 0,0 0 0,-2 0 0,-3 1 0,1-1 0,-1 1 0,1 0 0,0 1 0,0-1 0,-1 1 0,1 0 0,0 0 0,-6 4 0,2 1 0,1 0 0,0 0 0,0 1 0,1 0 0,-1 0 0,2 1 0,-1 0 0,1 0 0,1 1 0,0-1 0,0 1 0,1 0 0,0 1 0,1-1 0,-3 16 0,5-21 0,0 1 0,0 0 0,1 0 0,0 0 0,0 0 0,1 0 0,0 0 0,0 0 0,0 0 0,0-1 0,1 1 0,5 10 0,-5-12 0,1 0 0,0 1 0,0-1 0,0 0 0,1-1 0,0 1 0,-1-1 0,1 1 0,0-1 0,1 0 0,-1-1 0,0 1 0,1-1 0,0 0 0,-1 0 0,10 3 0,25 3-1365,-1-3-5461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4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0 24575,'179'43'0,"-175"-42"0,1 0 0,0 1 0,0-1 0,0 1 0,0 0 0,5 3 0,-9-5 0,-1 1 0,1-1 0,0 1 0,-1-1 0,1 0 0,-1 1 0,1-1 0,-1 1 0,0 0 0,1-1 0,-1 1 0,1-1 0,-1 1 0,0-1 0,1 1 0,-1 0 0,0-1 0,0 1 0,0 0 0,1-1 0,-1 1 0,0 0 0,0 0 0,0-1 0,0 1 0,0 0 0,0-1 0,0 1 0,-1 0 0,1-1 0,0 1 0,0 0 0,0-1 0,-1 1 0,1 0 0,0-1 0,-1 1 0,1-1 0,0 1 0,-1 0 0,1-1 0,-1 1 0,1-1 0,-1 0 0,1 1 0,-1-1 0,0 1 0,0-1 0,-15 14 0,-1 0 0,-22 12 0,-7 6 0,38-25 17,-11 7 143,-26 26 0,41-36-302,0 1 0,0 0 0,0 0 1,1 0-1,-1 0 0,1 0 0,1 1 0,-1-1 0,1 1 1,0-1-1,-2 9 0,2 1-6684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54.5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51 24575,'0'-2'0,"0"-1"0,0 1 0,0-1 0,0 1 0,1-1 0,-1 1 0,1-1 0,0 1 0,-1-1 0,1 1 0,0 0 0,0-1 0,1 1 0,-1 0 0,2-2 0,-2 3 0,1 0 0,-1 0 0,1 0 0,-1 0 0,1 0 0,-1 0 0,1 0 0,0 1 0,-1-1 0,1 1 0,0-1 0,0 1 0,-1 0 0,1 0 0,0 0 0,0 0 0,-1 0 0,1 0 0,0 0 0,0 0 0,0 1 0,2 0 0,13 3 0,1 1 0,-1 0 0,0 2 0,0 0 0,-1 0 0,0 2 0,0 0 0,28 22 0,-41-28 0,0 0 0,0 1 0,-1-1 0,1 1 0,-1-1 0,0 1 0,0 0 0,-1 0 0,1 0 0,-1 0 0,0 0 0,0 0 0,0 1 0,0-1 0,-1 0 0,0 0 0,0 1 0,0-1 0,0 0 0,-1 0 0,1 1 0,-3 5 0,-1 7 0,-1 0 0,-1-1 0,0 0 0,-10 18 0,-8 8-1365,1-5-5461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6.2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2 103 24575,'-1'-1'0,"1"1"0,0-1 0,0 0 0,0 0 0,0 1 0,0-1 0,0 0 0,0 1 0,0-1 0,0 0 0,0 0 0,0 1 0,1-1 0,-1 0 0,0 1 0,0-1 0,1 0 0,-1 1 0,0-1 0,1 1 0,-1-1 0,1 1 0,-1-1 0,1 0 0,-1 1 0,1 0 0,-1-1 0,1 0 0,0 2 0,0-1 0,-1 1 0,1-1 0,0 1 0,-1-1 0,1 1 0,-1-1 0,1 1 0,-1 0 0,1-1 0,-1 1 0,1 0 0,-1-1 0,0 1 0,1 0 0,-1 0 0,0-1 0,0 1 0,0 0 0,1 0 0,-1 0 0,0-1 0,0 1 0,0 1 0,2 29 0,-1-19 0,0-1 0,1 1 0,0 0 0,4 10 0,-5-18 0,0-1 0,1 1 0,-1-1 0,1 0 0,0 0 0,0 0 0,0 0 0,0 0 0,1 0 0,-1 0 0,1-1 0,0 0 0,0 1 0,0-1 0,0 0 0,0 0 0,5 2 0,2-1 0,0 1 0,1-2 0,0 1 0,-1-1 0,1-1 0,0 0 0,0 0 0,0-1 0,0-1 0,0 0 0,0 0 0,-1-1 0,1-1 0,0 0 0,18-7 0,-11 3 0,-1-1 0,0-1 0,-1 0 0,0-1 0,0 0 0,-1-2 0,-1 0 0,20-20 0,-29 26 49,0 0 0,0 0 0,-1-1-1,1 0 1,-1 0 0,5-14 0,-7 18-131,-1 0 1,-1 0 0,1 0 0,0 0-1,-1 0 1,1 0 0,-1 0-1,0 0 1,0 0 0,0 0 0,-1 0-1,1 0 1,-1 0 0,0 0 0,1 0-1,-1 0 1,-1 0 0,1 0 0,0 0-1,-3-4 1,-8-6-6745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6.7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73 24575,'1'-2'0,"0"-1"0,-1 0 0,1 1 0,0-1 0,0 1 0,0-1 0,0 1 0,1-1 0,-1 1 0,1 0 0,-1 0 0,1 0 0,0 0 0,0 0 0,0 0 0,0 0 0,0 0 0,0 1 0,1-1 0,-1 1 0,1 0 0,-1 0 0,1 0 0,2-1 0,6-3 0,0 1 0,0 1 0,0 0 0,17-2 0,-9 3 0,0 1 0,-1 1 0,1 1 0,-1 0 0,30 7 0,-37-6 0,-1 1 0,0 0 0,0 0 0,0 1 0,-1 1 0,1-1 0,-1 1 0,0 1 0,0 0 0,-1 0 0,11 11 0,-16-14-41,-1 0 0,1 0-1,-1 0 1,0 0-1,0 1 1,0-1 0,0 1-1,-1 0 1,1 0 0,-1-1-1,0 1 1,0 0-1,0 0 1,-1 0 0,1 0-1,-1 0 1,0 0 0,0 0-1,-1 0 1,1 0-1,-1 0 1,0 0 0,0 0-1,0 0 1,0 0 0,-1-1-1,1 1 1,-1-1-1,0 1 1,0-1 0,-1 1-1,-2 3 1,-8 4-6785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7.3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226 15 24575,'0'-3'0,"-4"-2"0,-3 1 0,-4 1 0,-7 4 0,-3 2 0,-1 3 0,0 4 0,-2 0 0,-1 2 0,2 2 0,4 4 0,2 3 0,4-3-8191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7.5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0 169 24575,'3'3'0,"-1"0"0,0 0 0,0 0 0,-1 0 0,1 0 0,1 5 0,8 14 0,-4-14 0,-1 0 0,1-1 0,1 1 0,-1-2 0,1 1 0,1-1 0,-1 0 0,1 0 0,0-1 0,0-1 0,0 1 0,1-2 0,0 1 0,-1-1 0,19 3 0,-23-5 0,1 0 0,-1-1 0,0 0 0,0 0 0,1 0 0,-1 0 0,0-1 0,0 0 0,0 0 0,1 0 0,-1-1 0,0 0 0,-1 0 0,1 0 0,0 0 0,-1-1 0,1 0 0,-1 0 0,0 0 0,0 0 0,0-1 0,0 0 0,0 0 0,-1 0 0,0 0 0,0 0 0,0-1 0,0 1 0,-1-1 0,1 0 0,-1 1 0,1-7 0,1-2 0,0 0 0,-2 0 0,1-1 0,-2 1 0,0-1 0,-1-16 0,1 25 0,-2 0 0,1-1 0,-1 1 0,1 0 0,-2-1 0,1 1 0,0 0 0,-1 0 0,0 0 0,0 0 0,-1 0 0,1 0 0,-1 1 0,0-1 0,0 1 0,-1-1 0,-7-6 0,7 9-124,0-1 0,1 1 0,-1 1 0,0-1 0,-1 0 0,1 1-1,0 0 1,0 0 0,-1 0 0,-7 0 0,-5 1-6702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8.1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0 24575,'0'4'0,"0"3"0,0 4 0,-3 0 0,-2 2 0,-2 1 0,0 1 0,-2-1 0,0 0 0,2-3-8191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9.1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169 13 24575,'-10'0'0,"1"1"0,0 0 0,0 0 0,-1 1 0,1 0 0,0 0 0,1 1 0,-1 1 0,-8 3 0,15-5 0,-1-1 0,1 0 0,0 0 0,0 1 0,0-1 0,1 1 0,-1-1 0,0 1 0,0 0 0,1 0 0,-1 0 0,1 0 0,0 0 0,0 0 0,0 0 0,-1 0 0,2 0 0,-1 1 0,0-1 0,0 0 0,1 1 0,0-1 0,-1 0 0,1 1 0,0-1 0,0 1 0,0-1 0,0 1 0,1-1 0,-1 0 0,1 1 0,-1-1 0,1 0 0,0 1 0,0-1 0,0 0 0,0 0 0,0 0 0,2 3 0,-2-3 0,0 0 0,0 0 0,1-1 0,-1 1 0,0 0 0,1-1 0,-1 1 0,1-1 0,-1 1 0,1-1 0,-1 0 0,1 1 0,0-1 0,0 0 0,0 0 0,0 0 0,0 0 0,0-1 0,0 1 0,0-1 0,0 1 0,0-1 0,0 0 0,0 1 0,3-1 0,-3-1 0,0 1 0,0-1 0,0 0 0,-1 1 0,1-1 0,0 0 0,0 0 0,-1 0 0,1 0 0,0 0 0,-1-1 0,0 1 0,1 0 0,-1-1 0,0 1 0,1-1 0,-1 1 0,0-1 0,0 0 0,0 1 0,0-1 0,-1 0 0,1 0 0,0 0 0,-1 0 0,0 1 0,1-5 0,22-75 0,-22 80 0,-1 0 0,1 0 0,-1 0 0,0 1 0,0-1 0,1 0 0,-1 0 0,0 0 0,0 0 0,0 0 0,0 0 0,0 1 0,0-1 0,0 0 0,0 0 0,0 0 0,-1 0 0,1 0 0,0 1 0,0-1 0,-1 0 0,1 0 0,-1 0 0,1 1 0,-1-1 0,0-1 0,0 1 0,0 1 0,0 0 0,-1-1 0,1 1 0,0 0 0,0-1 0,0 1 0,-1 0 0,1 0 0,0 0 0,0 0 0,0 0 0,-1 0 0,1 0 0,0 1 0,-2-1 0,-5 3 0,1-1 0,-1 1 0,1 0 0,-12 7 0,13-6 0,0-1 0,1 1 0,-1 0 0,1 0 0,0 1 0,1 0 0,-1 0 0,1 0 0,0 0 0,0 0 0,0 1 0,1 0 0,0 0 0,0 0 0,0 0 0,1 0 0,0 1 0,0-1 0,1 1 0,0-1 0,0 1 0,0-1 0,1 1 0,0 0 0,0-1 0,1 1 0,2 11 0,-2-9 0,1-1 0,1 1 0,-1-1 0,1 0 0,1 0 0,0 0 0,0 0 0,0-1 0,1 0 0,0 1 0,0-2 0,1 1 0,0-1 0,10 9 0,-8-9 0,1 0 0,-1-1 0,1 0 0,0-1 0,0 0 0,1 0 0,-1-1 0,1 0 0,0 0 0,0-1 0,0-1 0,13 1 0,-14-1 0,0-1 0,0 0 0,0-1 0,0 0 0,0 0 0,0-1 0,0 0 0,-1 0 0,15-7 0,-19 7 0,0 0 0,0-1 0,0 1 0,-1-1 0,1 0 0,-1 0 0,0 0 0,0-1 0,0 1 0,0-1 0,0 1 0,-1-1 0,1 0 0,-1 0 0,0 0 0,-1 0 0,1 0 0,-1-1 0,1 1 0,-1-1 0,0-4 0,1-2 0,-1 0 0,-1 0 0,0 0 0,0 0 0,-1 0 0,0 0 0,-1 0 0,-7-21 0,8 28 0,-1 0 0,1-1 0,-1 1 0,-1 0 0,1 0 0,0 0 0,-1 0 0,0 1 0,0-1 0,0 1 0,0 0 0,-1 0 0,1 0 0,-1 0 0,0 0 0,0 1 0,0 0 0,0-1 0,0 2 0,0-1 0,-1 0 0,1 1 0,-9-2 0,-6 0 0,14 2 0,-1-1 0,1 2 0,0-1 0,-1 0 0,1 1 0,0 0 0,-1 1 0,1-1 0,-1 1 0,1 0 0,0 0 0,-1 0 0,-5 4 0,-3 0-1365,2 0-5461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9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15 232 24575,'-1'-1'0,"0"1"0,1 0 0,-1-1 0,0 1 0,0-1 0,0 1 0,1-1 0,-1 1 0,0-1 0,1 0 0,-1 1 0,0-1 0,1 0 0,-1 1 0,1-1 0,-1 0 0,1 0 0,0 1 0,-1-1 0,1 0 0,0 0 0,-1 0 0,1 0 0,0 0 0,0 0 0,0 1 0,0-1 0,0 0 0,0-2 0,0-27 0,2 20 0,0 2 0,0-1 0,1 0 0,0 0 0,1 1 0,0 0 0,0-1 0,0 1 0,1 1 0,1-1 0,-1 1 0,1 0 0,0 0 0,1 1 0,0 0 0,0 0 0,0 0 0,1 1 0,-1 0 0,1 0 0,11-4 0,-12 6 0,0 1 0,0-1 0,0 1 0,1 0 0,-1 1 0,1 0 0,-1 0 0,1 0 0,0 1 0,-1 0 0,1 1 0,-1-1 0,1 2 0,-1-1 0,1 1 0,-1 0 0,0 0 0,0 1 0,0 0 0,0 1 0,0-1 0,0 1 0,-1 0 0,0 1 0,10 9 0,6 10-1365,-4 1-5461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19.8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24575,'3'0'0,"8"0"0,4 0 0,6 0 0,10 3 0,7 4 0,8 5 0,5 2 0,3-1 0,-8-2-8191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0.5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24575,'3'0'0,"4"3"0,4 2 0,1-1-8191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0.7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24575,'3'0'0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42.0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672 34 24575,'-133'-7'0,"34"0"0,-54 5 0,-115-8 0,250 6 0,19 2 0,13 1 0,137 1 0,-145 0 0,1494 86-7449,-950-46 5963,91 11-1213,92 13 1574,84 10-680,75 11 1173,61 7-91,-589-56 667,2832 255-267,4-97 238,-2453-175 85,-98-18 0,-111-14 1365,-113-6 5462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44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572 179 24575,'0'0'0,"0"0"0,0 0 0,0 0 0,0 0 0,-1 1 0,1-1 0,0 0 0,0 0 0,0 0 0,0 0 0,0 1 0,0-1 0,0 0 0,0 0 0,0 0 0,0 1 0,0-1 0,0 0 0,0 0 0,0 0 0,0 1 0,0-1 0,0 0 0,0 0 0,0 0 0,0 0 0,0 1 0,0-1 0,0 0 0,1 0 0,-1 0 0,0 0 0,0 1 0,0-1 0,0 0 0,0 0 0,0 0 0,0 0 0,1 0 0,-1 0 0,0 1 0,0-1 0,0 0 0,0 0 0,1 0 0,-1 0 0,0 0 0,0 0 0,0 0 0,1 0 0,-1 0 0,0 0 0,0 0 0,0 0 0,0 0 0,1 0 0,-1 0 0,0 0 0,0 0 0,0 0 0,1 0 0,-1 0 0,0 0 0,0 0 0,1-1 0,-16 9 0,-5-4 0,0-2 0,-1 0 0,1-1 0,-1-1 0,0-1 0,1-1 0,0-1 0,-1-1 0,-30-9 0,48 12 0,1 0 0,-1 0 0,1 0 0,-1 0 0,1 0 0,0-1 0,-1 1 0,1-1 0,0 1 0,0-1 0,0 0 0,0 0 0,1 0 0,-1 0 0,0 0 0,1 0 0,-1-1 0,1 1 0,0 0 0,0-1 0,0 1 0,0-1 0,0 1 0,1-1 0,-1 1 0,1-1 0,-1-3 0,2 2 0,-1 0 0,1-1 0,0 1 0,0 0 0,0-1 0,1 1 0,-1 0 0,1 0 0,0 0 0,0 0 0,1 0 0,-1 1 0,1-1 0,0 1 0,5-6 0,-3 4 0,1 0 0,0 0 0,0 0 0,0 1 0,1 0 0,-1 0 0,1 1 0,0-1 0,0 1 0,0 1 0,0 0 0,1 0 0,-1 0 0,1 1 0,-1 0 0,1 0 0,14 1 0,-16 1 0,0 0 0,0 0 0,0 0 0,0 1 0,0 0 0,0 0 0,-1 0 0,1 1 0,-1 0 0,0 0 0,0 0 0,0 1 0,0-1 0,0 1 0,-1 1 0,1-1 0,-1 1 0,0-1 0,-1 1 0,1 0 0,-1 0 0,4 10 0,-2-4 0,-1 0 0,0 0 0,-1 0 0,0 1 0,-1-1 0,0 1 0,-1 0 0,0-1 0,-1 1 0,-1 0 0,0 0 0,0-1 0,-1 1 0,0-1 0,-1 1 0,-7 17 0,4-15 0,0 0 0,-2 0 0,1-1 0,-2 1 0,1-2 0,-2 1 0,0-1 0,0-1 0,-1 0 0,0 0 0,-1-1 0,-15 9 0,4-5 0,0-1 0,0-1 0,-1-1 0,-1-1 0,1-1 0,-2-1 0,1-1 0,-1-2 0,0 0 0,0-2 0,0-1 0,-28-1 0,48-2 0,1 1 0,-1-1 0,1 0 0,-1-1 0,1 1 0,0-1 0,-1 0 0,1 0 0,0-1 0,0 1 0,-5-5 0,9 6 0,-1 0 0,1-1 0,-1 1 0,1-1 0,-1 1 0,1-1 0,0 1 0,0-1 0,0 0 0,0 0 0,0 0 0,0 1 0,1-1 0,-1 0 0,1 0 0,-1 0 0,1 0 0,-1 0 0,1 0 0,0 0 0,0 0 0,0 0 0,0 0 0,1 0 0,-1 0 0,0 0 0,1 0 0,0 0 0,-1 0 0,1 0 0,0 0 0,0 1 0,0-1 0,1-2 0,1 0 0,0-1 0,0 0 0,0 1 0,1-1 0,0 1 0,0 0 0,0 0 0,0 1 0,0-1 0,1 1 0,0 0 0,-1 0 0,1 1 0,0-1 0,1 1 0,-1 0 0,0 0 0,10-1 0,-8 2 0,0 0 0,0 1 0,0 0 0,0 0 0,1 0 0,-1 1 0,0 0 0,0 1 0,0 0 0,0 0 0,-1 0 0,1 1 0,0 0 0,6 4 0,6 5 3,-1 2-1,0 0 0,-1 1 1,-1 1-1,23 27 0,0 0-1381,-26-29-5447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45.2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18 24575,'1'0'0,"0"0"0,0 0 0,0 0 0,0-1 0,0 1 0,0 0 0,0-1 0,0 1 0,0-1 0,0 0 0,0 1 0,0-1 0,0 0 0,0 1 0,0-1 0,0 0 0,-1 0 0,1 0 0,0 0 0,-1 0 0,1 0 0,-1 0 0,1 0 0,0-2 0,-1 5 0,-2 14 0,1 2 0,0-1 0,1 1 0,0 0 0,5 28 0,-3-39 0,0 1 0,0 0 0,0-1 0,1 1 0,0-1 0,0 0 0,1 0 0,0 0 0,0-1 0,1 0 0,0 1 0,10 9 0,-13-14 0,1 1 0,-1-1 0,0-1 0,1 1 0,-1 0 0,1-1 0,0 1 0,-1-1 0,1 0 0,0 0 0,0 0 0,0 0 0,0 0 0,0-1 0,0 1 0,0-1 0,0 0 0,0 0 0,0 0 0,0 0 0,0-1 0,0 1 0,0-1 0,0 1 0,0-1 0,0 0 0,-1 0 0,1-1 0,0 1 0,-1-1 0,1 1 0,0-1 0,-1 0 0,0 0 0,1 0 0,-1 0 0,2-3 0,0 1 0,-1 0 0,0 0 0,0 0 0,0-1 0,0 1 0,-1-1 0,0 0 0,0 0 0,0 1 0,-1-1 0,1 0 0,-1 0 0,0-1 0,-1 1 0,1 0 0,-1 0 0,0 0 0,0 0 0,-1-1 0,0 1 0,-1-7 0,-1 5-62,-1 0 0,0 1 0,0-1 0,0 1 0,0 0 0,-1 0 0,0 1 0,-1-1 0,1 1 0,-1 0 0,0 1 0,0-1-1,0 1 1,-1 0 0,0 1 0,1 0 0,-1 0 0,0 0 0,-1 1 0,1 0 0,-13-2 0,3 2-6764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45.6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 1 24575,'1'1'0,"0"-1"0,0 0 0,0 1 0,0-1 0,-1 1 0,1-1 0,0 1 0,0-1 0,-1 1 0,1-1 0,-1 1 0,1 0 0,0-1 0,-1 1 0,1 0 0,-1 0 0,1-1 0,-1 1 0,0 0 0,1 0 0,-1 0 0,0 0 0,0-1 0,1 1 0,-1 0 0,0 0 0,0 0 0,0 0 0,0 0 0,0 1 0,-1 28 0,0-27 0,0 1 0,-1-1 0,0 1 0,1-1 0,-1 0 0,0 0 0,0 0 0,-1 0 0,1 0 0,-1 0 0,1-1 0,-1 1 0,0-1 0,0 0 0,0 0 0,0 0 0,0 0 0,-4 1 0,4-1 0,0-1 0,1 0 0,-1 0 0,0 0 0,0-1 0,0 1 0,1 0 0,-1-1 0,0 0 0,0 0 0,0 0 0,0 0 0,0 0 0,0-1 0,0 1 0,0-1 0,1 1 0,-1-1 0,0 0 0,0 0 0,1-1 0,-1 1 0,-3-3 0,5 3 0,0 0 0,0 0 0,0 0 0,0-1 0,0 1 0,0 0 0,0-1 0,0 1 0,1 0 0,-1-1 0,1 1 0,-1-1 0,1 1 0,-1-1 0,1 0 0,0 1 0,0-1 0,-1 1 0,1-1 0,0 0 0,1 1 0,-1-1 0,0 1 0,0-1 0,1 1 0,-1-1 0,1 1 0,-1-1 0,1 1 0,0-1 0,-1 1 0,1-1 0,1 0 0,3-6 0,1 0 0,-1 1 0,1 0 0,8-8 0,-3 8 342,-11 6-387,0 1 0,0 0 0,1 0 0,-1 0 0,0 0 0,1 0 0,-1 0 0,0 0 0,0 0 0,1 0 1,-1 0-1,0 1 0,1-1 0,-1 0 0,0 0 0,0 0 0,1 0 0,-1 0 0,0 0 0,0 1 0,1-1 1,-1 0-1,0 0 0,0 0 0,0 0 0,1 1 0,-1-1 0,0 0 0,0 0 0,0 1 0,0-1 0,1 0 1,-1 0-1,0 1 0,0-1 0,0 0 0,0 1 0,2 7-6781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45.8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86 0 24575,'1'0'0,"0"1"0,0-1 0,0 0 0,0 1 0,-1-1 0,1 1 0,0-1 0,-1 1 0,1 0 0,0-1 0,-1 1 0,1 0 0,0-1 0,-1 1 0,1 0 0,-1 0 0,0-1 0,1 1 0,-1 0 0,0 0 0,1 0 0,-1 0 0,0 0 0,0-1 0,0 1 0,1 0 0,-1 2 0,3 29 0,-3-29 0,0 17 0,-1 0 0,-1-1 0,0 1 0,-2-1 0,-7 26 0,-38 93 0,42-120 0,-13 31-1365,13-31-5461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46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24575,'3'0'0,"4"0"0,1 3 0,2 1 0,0 3 0,1 0 0,-2 3 0,-1 1 0,-6 4 0,-7-2 0,-2-6 0,0-8 0,2-6 0,4-2 0,6 0 0,1 6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2.1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778 0 24575,'3'3'0,"0"1"0,0-1 0,0 1 0,0-1 0,0 1 0,-1 0 0,0 0 0,0 0 0,0 0 0,0 0 0,0 1 0,-1-1 0,0 0 0,0 1 0,0-1 0,-1 1 0,1 6 0,-1 12 0,0 1 0,-2-1 0,0 1 0,-2-1 0,-1 0 0,0 0 0,-2 0 0,-14 32 0,-3-4 0,-2 0 0,-44 65 0,20-44 0,-4-2 0,-110 111 0,75-98 0,-144 104 0,222-179 0,5-5 0,1 1 0,-1 0 0,1 1 0,0-1 0,0 1 0,-5 7 0,9-11 0,1-1 0,0 1 0,-1 0 0,1-1 0,0 1 0,0 0 0,-1-1 0,1 1 0,0 0 0,0 0 0,0-1 0,0 1 0,0 0 0,0 0 0,0-1 0,0 1 0,0 0 0,0 0 0,1-1 0,-1 1 0,0 0 0,0 0 0,1-1 0,-1 1 0,0 0 0,1-1 0,-1 1 0,1-1 0,-1 1 0,1 0 0,-1-1 0,1 1 0,-1-1 0,1 1 0,0-1 0,26 15 0,-23-13 0,86 33 0,18 7 0,-25 2 168,77 55-1,45 25-1867,-155-99-5126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2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1 479 24575,'0'-13'0,"0"-1"0,1 2 0,0-1 0,1 0 0,1 0 0,0 0 0,0 1 0,2-1 0,-1 1 0,2 0 0,-1 1 0,2-1 0,-1 1 0,2 0 0,-1 1 0,19-19 0,-2 6 0,0 1 0,2 2 0,1 0 0,55-30 0,-40 29 0,0 2 0,87-27 0,-91 35 0,58-7 0,-81 16 0,-1 0 0,1 2 0,0 0 0,-1 0 0,1 2 0,-1 0 0,19 5 0,-29-7 0,-1 1 0,1 1 0,-1-1 0,1 1 0,-1-1 0,0 1 0,0 0 0,0 0 0,0 0 0,0 1 0,0-1 0,-1 1 0,1-1 0,-1 1 0,1 0 0,-1 0 0,0 0 0,0 0 0,1 5 0,-1-4 0,-1 0 0,0 0 0,-1 0 0,1 0 0,-1 1 0,0-1 0,0 0 0,0 1 0,0-1 0,-1 0 0,1 0 0,-1 1 0,-1-1 0,1 0 0,0 0 0,-3 5 0,-5 8 0,0 1 0,-2-1 0,1-1 0,-2 0 0,0 0 0,-1-1 0,-1-1 0,-15 13 0,-21 13 0,-63 39 0,62-45 0,-56 49 0,105-81 0,-2 1 0,0 1 0,0 0 0,0 0 0,-5 7 0,9-10 0,-1 0 0,1 0 0,-1-1 0,1 1 0,-1 0 0,1 0 0,0 0 0,0 0 0,-1 0 0,1 0 0,0 0 0,0-1 0,0 1 0,0 0 0,0 0 0,0 0 0,0 0 0,0 0 0,0 0 0,1 0 0,-1 0 0,0 0 0,0 0 0,1-1 0,-1 1 0,1 0 0,-1 0 0,1 0 0,-1-1 0,1 1 0,-1 0 0,1 0 0,0-1 0,1 2 0,6 3 0,0-1 0,0 0 0,1 0 0,-1-1 0,1 0 0,0-1 0,0 1 0,0-2 0,13 2 0,3 1 0,198 42 0,-175-33 0,0 2 0,70 31 0,-106-40 0,0 0 0,0 1 0,-1 0 0,0 0 0,17 17 0,-26-23 0,0 1 0,-1 0 0,1 0 0,-1 0 0,1 0 0,-1 0 0,0 0 0,0 0 0,0 1 0,0-1 0,0 0 0,0 1 0,-1-1 0,1 0 0,-1 1 0,0 2 0,0-3 0,0 1 0,-1-1 0,0 1 0,0-1 0,1 0 0,-1 0 0,-1 1 0,1-1 0,0 0 0,0 0 0,-1 0 0,1 0 0,-1 0 0,0-1 0,0 1 0,1 0 0,-1-1 0,0 1 0,-4 1 0,-4 4 0,-1-1 0,0-1 0,0 0 0,0 0 0,-15 4 0,-63 11 0,73-17 0,-48 10 0,-1-4 0,1-2 0,-2-3 0,-73-6 0,88-4-1365,15-3-5461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2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64 24575,'21'-11'0,"1"1"0,0 1 0,1 0 0,30-6 0,-53 15 0,1-1 0,0 1 0,0 0 0,-1 0 0,1 0 0,0 0 0,0-1 0,0 1 0,-1 0 0,1 0 0,0 0 0,0 1 0,0-1 0,-1 0 0,1 0 0,0 0 0,0 0 0,-1 1 0,1-1 0,0 0 0,0 1 0,-1-1 0,2 1 0,-2 0 0,0-1 0,0 1 0,0 0 0,0 0 0,0-1 0,0 1 0,0 0 0,0-1 0,-1 1 0,1-1 0,0 1 0,0 0 0,-1-1 0,1 1 0,0 0 0,0-1 0,-1 1 0,1-1 0,-1 1 0,0 0 0,-32 34 0,30-33 0,-20 20 0,-10 7 0,2 1 0,1 1 0,2 2 0,-27 39 0,48-61 0,1 0 0,0 1 0,1 0 0,0 0 0,1 0 0,0 0 0,-4 24 0,7-27 0,1 1 0,0-1 0,0 1 0,1 0 0,0-1 0,0 1 0,1-1 0,1 0 0,-1 1 0,2-1 0,6 15 0,-5-14 0,1-1 0,0 0 0,0 0 0,1 0 0,0-1 0,0 0 0,1 0 0,0-1 0,0 1 0,1-2 0,0 0 0,16 9 0,-13-9 0,0-1 0,1 0 0,-1-1 0,1-1 0,0 0 0,0 0 0,0-1 0,1-1 0,22-1 0,-22 0 0,1-2 0,-1 1 0,0-2 0,0 0 0,-1-1 0,1 0 0,-1-1 0,1 0 0,-2-1 0,1-1 0,-1 0 0,0-1 0,0 0 0,-1 0 0,0-2 0,0 1 0,-1-1 0,-1-1 0,1 0 0,9-16 0,-11 14 0,-2-1 0,1 0 0,-2 0 0,0 0 0,0-1 0,-2 0 0,0 0 0,0 0 0,-1 0 0,-1 0 0,-1-1 0,0 1 0,-1 0 0,-1 0 0,0 0 0,-1 0 0,-6-20 0,4 21 0,0 1 0,0 0 0,-1 0 0,-1 0 0,-1 1 0,1 0 0,-2 0 0,0 1 0,0 0 0,-1 0 0,0 1 0,-1 1 0,0 0 0,0 0 0,-1 1 0,0 0 0,-1 1 0,-20-8 0,19 9 57,-1 2 0,0-1 0,0 2 0,0 0 0,-22-1 0,31 4-158,0-1 1,0 2-1,0-1 1,-1 0 0,1 1-1,0 1 1,0-1-1,0 1 1,0 0 0,0 0-1,1 0 1,-1 1 0,1 0-1,-1 0 1,1 0-1,-6 5 1,-4 10-6726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3.1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42 152 24575,'12'-23'0,"-6"10"0,0 0 0,1 0 0,1 1 0,0-1 0,0 2 0,11-12 0,-17 21 0,1 0 0,-1 0 0,1 0 0,-1 0 0,1 1 0,0-1 0,0 1 0,0 0 0,0 0 0,0 0 0,0 0 0,0 0 0,6 0 0,-5 1 0,-1 0 0,1 0 0,0 1 0,0 0 0,0-1 0,0 2 0,0-1 0,-1 0 0,1 1 0,0-1 0,-1 1 0,0 0 0,6 4 0,2 3 0,0 0 0,-1 1 0,0 0 0,0 1 0,-1 0 0,-1 0 0,0 1 0,0 0 0,8 18 0,-11-19 0,0-1 0,-1 1 0,0 0 0,-1 0 0,-1 0 0,1 0 0,-2 1 0,1-1 0,-2 1 0,0-1 0,0 1 0,-2 12 0,1-19 0,0 0 0,-1-1 0,1 1 0,-1 0 0,0-1 0,0 0 0,0 1 0,-1-1 0,1 0 0,-1 0 0,0 0 0,0-1 0,0 1 0,-1-1 0,0 0 0,1 1 0,-1-2 0,-6 5 0,3-4 0,0 0 0,0 0 0,0 0 0,0-1 0,-1 0 0,1-1 0,-1 0 0,1 0 0,-1 0 0,1-1 0,-10-1 0,6 1 0,0-2 0,1 0 0,-1 0 0,0-1 0,1 0 0,-1-1 0,-16-8 0,21 9 0,0-1 0,0 1 0,0-1 0,1-1 0,-1 1 0,1-1 0,0 0 0,0 0 0,0-1 0,1 1 0,-7-12 0,7 9 25,1-1-1,0 0 0,0 0 1,0 0-1,2 0 1,-1-1-1,1 1 0,0 0 1,1-1-1,0 1 0,0-1 1,1 1-1,3-13 1,0 2-367,2-1 1,1 1 0,0 1-1,19-35 1,-4 13-6485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3.3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256 0 24575,'3'0'0,"1"3"0,-3 5 0,-6 0 0,-4 5 0,-4 7 0,-2 6 0,-3 8 0,-1 11 0,0 9 0,-3 12 0,-2 10 0,2 8 0,0 5 0,1 3 0,1-6 0,1-3 0,4-17-8191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3.7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72 24575,'12'-7'0,"9"-8"0,34-16 0,-48 28 0,0 0 0,0 0 0,0 1 0,0 0 0,0 0 0,1 1 0,-1 0 0,1 0 0,11 1 0,-16 0 0,-1 0 0,1 0 0,0 1 0,0-1 0,-1 1 0,1 0 0,0 0 0,-1 0 0,1 0 0,-1 0 0,0 0 0,1 1 0,-1-1 0,0 1 0,0 0 0,0 0 0,0 0 0,3 3 0,-2-1 0,-1 0 0,0-1 0,0 1 0,-1 0 0,1 0 0,-1 0 0,0 1 0,0-1 0,0 0 0,0 9 0,-1 0 0,0 1 0,-1 0 0,-1-1 0,0 1 0,-1-1 0,-7 21 0,2-11 0,-1 0 0,-1-1 0,-1 0 0,-1-1 0,-1 0 0,-20 24 0,27-38 0,-1 1 0,0-1 0,-1 0 0,0-1 0,0 0 0,0 0 0,-17 8 0,19-11 0,-1-1 0,1 0 0,-1 0 0,0 0 0,0-1 0,1 0 0,-1 0 0,0-1 0,0 0 0,0 0 0,0 0 0,-10-3 0,11 2 0,1 0 0,0 0 0,0-1 0,0 0 0,0 0 0,0 0 0,0-1 0,1 0 0,-1 0 0,1 0 0,0 0 0,0 0 0,0-1 0,0 0 0,-6-8 0,6 6 0,0 0 0,1-1 0,0 1 0,0-1 0,1 1 0,0-1 0,0 0 0,0 0 0,1 0 0,-1-14 0,2 9 0,0 0 0,1 0 0,0 0 0,1 0 0,1 1 0,-1-1 0,2 1 0,0-1 0,0 1 0,1 0 0,0 0 0,1 1 0,0 0 0,8-11 0,-8 15 25,0-1-1,1 1 0,-1 0 1,1 1-1,0 0 1,0 0-1,1 0 0,0 1 1,0 0-1,0 1 0,0 0 1,0 0-1,12-2 1,-9 3-196,0 0 0,0 1 1,0 1-1,1 0 0,-1 0 1,0 1-1,0 1 0,0 0 1,21 6-1,2 5-6655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13.9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441 1 24575,'-89'32'0,"-130"69"0,145-56 0,68-41 0,1 1 0,-1-1 0,1 1 0,0-1 0,1 2 0,-1-1 0,1 0 0,0 1 0,-6 10 0,9-15 0,1 1 0,-1-1 0,1 1 0,-1 0 0,1-1 0,-1 1 0,1 0 0,0 0 0,0-1 0,0 1 0,0 0 0,0 0 0,0-1 0,1 1 0,-1 0 0,0-1 0,1 1 0,-1 0 0,1-1 0,0 1 0,0-1 0,-1 1 0,1-1 0,0 1 0,0-1 0,0 1 0,1-1 0,-1 0 0,0 0 0,0 0 0,4 2 0,2 2 0,0-1 0,1 0 0,0 0 0,0-1 0,16 5 0,12 1 0,70 7 0,112-2-563,76-13-1690,74-11 901,68-7-1803,58-5 1684,1630-41-4799,-10 117 6542,-1801-31 6329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26.4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0 389 24575,'3'-3'0,"11"-8"0,18-4 0,22-6 0,31-9 0,31-6 0,39-2 0,41-2-1737,39 0 1737,32 4-2836,31 2 2836,20 3 0,5 8 0,-5 7-2906,-19 6 2906,-61 5-712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26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 92 24575,'-21'0'0,"-21"0"0,-8-3 0,10-2 0,31-5 0,44-4 0,60-4 0,70 2 0,72 4 0,71 4-3960,66 3 3960,53 5-4065,39 6 4065,-60 2-166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7.3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176 45 24575,'0'-5'0,"-1"0"0,0 0 0,-1 0 0,1 0 0,-4-7 0,2 4 0,-2 53 0,-2 15 0,-2 0 0,-2-1 0,-32 95 0,23-97-682,-27 55-1,27-70-6143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7.6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0 24575,'-2'3'0,"0"0"0,1 0 0,-1 0 0,0 0 0,1 0 0,0 0 0,0 0 0,0 0 0,0 0 0,0 1 0,0-1 0,1 0 0,0 5 0,2 44 0,-2-44 0,1-1 0,0 0 0,1 0 0,0 0 0,0 0 0,1 0 0,0 0 0,0-1 0,0 1 0,1-1 0,0 0 0,0 0 0,0 0 0,1 0 0,0-1 0,0 0 0,1 0 0,-1 0 0,1-1 0,0 0 0,0 0 0,1 0 0,-1-1 0,1 0 0,12 4 0,6 0 0,0-1 0,0-1 0,38 2 0,80-4 0,-113-3 0,22 1 0,0-3 0,92-14 0,-137 15-170,-1-1-1,0 1 0,1-2 1,-1 1-1,0-1 0,0 1 1,10-8-1,-2-3-6655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8.0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575 104 24575,'2'0'0,"-1"0"0,0-1 0,1 1 0,-1 0 0,0-1 0,1 1 0,-1-1 0,0 1 0,0-1 0,1 0 0,-1 0 0,0 0 0,0 1 0,0-1 0,0 0 0,0 0 0,0 0 0,0 0 0,-1-1 0,1 1 0,0 0 0,0 0 0,-1 0 0,1-1 0,-1 1 0,1 0 0,-1-1 0,1-1 0,-1 1 0,1 0 0,-1 0 0,1-1 0,-1 1 0,0 0 0,0-1 0,0 1 0,0 0 0,0-1 0,0 1 0,-1 0 0,1-1 0,-1 1 0,0 0 0,0 0 0,-1-3 0,0 2 0,-1 0 0,1 0 0,-1 1 0,0-1 0,0 1 0,-1-1 0,1 1 0,0 0 0,-1 0 0,1 0 0,-1 1 0,1 0 0,-1-1 0,0 1 0,0 0 0,0 0 0,0 1 0,-6-1 0,-2 1 0,-1 0 0,1 0 0,-1 1 0,-20 5 0,5 0 0,0 2 0,1 1 0,0 2 0,0 0 0,1 2 0,1 1 0,0 1 0,1 1 0,1 0 0,0 2 0,1 1 0,1 1 0,1 1 0,-29 38 0,42-49 0,1 0 0,0 0 0,1 1 0,0 0 0,0 0 0,1 0 0,0 0 0,1 1 0,-2 20 0,4-24 0,1-1 0,0 0 0,0 1 0,1-1 0,0 1 0,0-1 0,1 0 0,0 0 0,0 0 0,1 0 0,-1 0 0,2 0 0,-1 0 0,1-1 0,0 0 0,8 11 0,-2-8 0,-1 0 0,1 0 0,1-1 0,0 0 0,0-1 0,0 0 0,1-1 0,0 0 0,0-1 0,1 0 0,23 5 0,-4-3 0,0-1 0,0-2 0,56 1 0,2-8-1365,-9-5-5461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8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246 1 24575,'-3'3'0,"-1"7"0,-3 9 0,-3 9 0,-4 11 0,-5 6 0,-5 10 0,-3 3 0,-2 5 0,1 1 0,-2-1 0,2-5 0,5-12-8191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8.8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0 249 24575,'15'-48'0,"-9"26"0,1 1 0,15-31 0,-22 51 0,1-1 0,0 1 0,-1 0 0,1-1 0,0 1 0,0 0 0,0 0 0,0-1 0,0 1 0,0 0 0,0 0 0,1 0 0,-1 1 0,0-1 0,1 0 0,-1 0 0,2 0 0,-2 1 0,0 0 0,0 0 0,0 0 0,0 0 0,0 0 0,0 0 0,0 0 0,0 0 0,0 1 0,0-1 0,0 0 0,0 1 0,0-1 0,0 1 0,0-1 0,0 1 0,0-1 0,-1 1 0,2 0 0,4 5 0,-1 0 0,0 1 0,0-1 0,0 1 0,4 9 0,-1-2 0,16 22 0,44 51 0,-59-77 0,1 0 0,0 0 0,1-1 0,0 0 0,0-1 0,1 0 0,0-1 0,25 11 0,-34-17 0,-1-1 0,1 1 0,0 0 0,0-1 0,0 0 0,-1 0 0,1 0 0,0 0 0,0 0 0,-1-1 0,1 1 0,0-1 0,0 0 0,-1 0 0,1 0 0,-1 0 0,1 0 0,-1 0 0,1-1 0,-1 1 0,0-1 0,1 1 0,-1-1 0,0 0 0,0 0 0,3-4 0,4-6 0,0 0 0,-1 0 0,12-24 0,-14 26 0,13-25 0,-2-1 0,-1-1 0,-1 0 0,11-48 0,-24 65 342,-2 19-377,0 1 1,1 0 0,-1 0 0,0-1 0,0 1 0,0 0 0,0-1 0,0 1-1,0 0 1,0-1 0,0 1 0,0 0 0,0-1 0,0 1 0,0 0-1,-1-1 1,1 1 0,0 0 0,0-1 0,0 1 0,0 0 0,0-1 0,-1 1-1,1 0 1,0 0 0,0-1 0,-1 1 0,1 0 0,0 0 0,0 0-1,-1-1 1,1 1 0,0 0 0,0 0 0,-1 0 0,1 0 0,0-1 0,-1 1-1,1 0 1,0 0 0,-1 0 0,1 0 0,0 0 0,-1 0 0,1 0 0,0 0-1,-1 0 1,1 0 0,-1 0 0,-7 5-6792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9.1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567 83 24575,'22'-21'0,"-16"17"0,-1-1 0,0 0 0,0 0 0,0-1 0,5-8 0,-9 14 0,-1 0 0,1-1 0,-1 1 0,0-1 0,1 1 0,-1 0 0,0-1 0,1 1 0,-1-1 0,0 1 0,0-1 0,1 1 0,-1-1 0,0 1 0,0-1 0,0 0 0,0 1 0,0-1 0,0 1 0,0-1 0,0 1 0,0-1 0,0 1 0,0-1 0,0 0 0,0 1 0,0-1 0,-1 1 0,1-1 0,0 1 0,0-1 0,-1 1 0,1-1 0,0 1 0,-1-1 0,1 1 0,0 0 0,-1-1 0,1 1 0,0 0 0,-1-1 0,1 1 0,-1 0 0,1-1 0,-1 1 0,1 0 0,-1 0 0,1-1 0,-1 1 0,1 0 0,-1 0 0,0 0 0,1 0 0,-1 0 0,1 0 0,-1 0 0,0 0 0,-3 0 0,-1 0 0,1 0 0,0 0 0,0 1 0,-1 0 0,-6 2 0,-24 10 0,1 2 0,0 1 0,-58 37 0,42-18 0,-74 66 0,93-73 0,2 2 0,-42 53 0,61-69 0,1 0 0,0 0 0,1 1 0,0 0 0,1 1 0,1-1 0,0 1 0,1 1 0,-3 21 0,7-31 0,0 0 0,1 0 0,0 0 0,0 0 0,1 0 0,0 0 0,0 0 0,0 0 0,1 0 0,0 0 0,1-1 0,-1 1 0,1-1 0,1 0 0,-1 0 0,6 8 0,-3-7 0,0 0 0,0-1 0,1 0 0,0 0 0,0-1 0,0 0 0,1 0 0,-1-1 0,1 0 0,0 0 0,0 0 0,15 3 0,2-1 0,1 0 0,-1-2 0,1-1 0,1-1 0,35-3 0,-41 0 0,0-1 0,0-1 0,0 0 0,-1-2 0,1-1 0,-1 0 0,21-11 0,-35 15-151,0-2-1,0 1 0,0-1 0,0 0 1,-1 0-1,1-1 0,-1 1 1,5-7-1,0-5-6674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9.9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24575,'0'6'0,"0"8"0,0 11 0,0 11 0,0 15 0,0 14 0,3 14 0,1 14 0,0 8 0,2 3 0,1 3 0,-2-5 0,-1-7 0,-1-11 0,-2-9 0,0-13 0,-1-16-8191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0.2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1 24575,'-4'0'0,"0"0"0,0 0 0,0 1 0,0-1 0,1 1 0,-1 0 0,0 0 0,0 1 0,0-1 0,1 1 0,-1 0 0,1 0 0,-1 0 0,-5 4 0,8-4 0,-1-1 0,1 1 0,0-1 0,0 1 0,0 0 0,0-1 0,0 1 0,0 0 0,0 0 0,1 0 0,-1 0 0,1-1 0,-1 1 0,1 0 0,0 0 0,0 0 0,0 0 0,0 0 0,0 0 0,0 0 0,0 0 0,1 0 0,-1 0 0,1 0 0,-1 0 0,1 0 0,0-1 0,0 1 0,0 0 0,0 0 0,2 2 0,4 6 0,0 0 0,1-1 0,0 0 0,1-1 0,0 0 0,0 0 0,1-1 0,0 0 0,13 7 0,7 2 0,0-2 0,35 12 0,-34-15 0,0-1 0,0-2 0,1-1 0,0-2 0,55 3 0,-81-8 0,-1 0 0,1-1 0,0 1 0,0-1 0,0-1 0,0 1 0,-1-1 0,1 0 0,-1 0 0,1-1 0,-1 1 0,0-1 0,0 0 0,7-6 0,-6 3 0,0 1 0,-1-1 0,0-1 0,0 1 0,0-1 0,-1 0 0,0 0 0,0 0 0,4-15 0,2-3 0,-1-1 0,6-33 0,-15 59 0,0-1 0,0 0 0,0 0 0,0 1 0,1-1 0,-1 0 0,0 0 0,0 1 0,0-1 0,-1 0 0,1 0 0,0 0 0,0 1 0,0-1 0,0 0 0,-1 0 0,1 0 0,-1 1 0,1 0 0,0 0 0,-1 0 0,1 0 0,0 0 0,-1 0 0,1 0 0,0 0 0,-1 0 0,1 0 0,0 0 0,-1 0 0,1 0 0,0 0 0,0 0 0,-1 0 0,1 0 0,0 1 0,-1-1 0,1 0 0,0 0 0,0 0 0,-1 1 0,1-1 0,0 0 0,0 0 0,-1 1 0,-20 24 0,19-22 0,-57 70-1365,23-33-5461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2.6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165 0 24575,'0'0'0,"-1"0"0,1 1 0,0-1 0,-1 0 0,1 0 0,0 0 0,-1 0 0,1 0 0,0 0 0,-1 0 0,1 0 0,0 1 0,-1-1 0,1 0 0,0 0 0,0 0 0,-1 1 0,1-1 0,0 0 0,0 0 0,-1 1 0,1-1 0,0 0 0,0 0 0,0 1 0,0-1 0,-1 0 0,1 1 0,0-1 0,0 0 0,0 1 0,0-1 0,0 0 0,0 1 0,0-1 0,0 0 0,0 1 0,0-1 0,0 0 0,0 1 0,0-1 0,0 0 0,0 1 0,0-1 0,1 1 0,5 18 0,-3-13 0,1 8 0,-1 0 0,0 0 0,-1 1 0,-1-1 0,0 0 0,-1 1 0,0-1 0,-3 18 0,-27 113 0,27-132 0,-126 504-1365,114-454-5461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3.2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 1506 24575,'-22'-23'-4,"0"-2"-1,2 0 1,0-2-1,2 0 1,1-1-1,2-1 1,0 0-1,2-1 1,2-1-1,-15-57 1,18 48-10,1 0 0,3-1 0,1 0 0,2 1 0,2-1 1,1 0-1,2 0 0,12-48 0,-5 45-6,1 2 0,3-1 0,1 2-1,2 0 1,1 1 0,3 1 0,37-53-1,-36 62 5,0 2 0,2 0 0,1 2 0,1 1 0,1 1-1,1 1 1,1 2 0,1 0 0,42-19 0,-37 25 6,0 1 0,2 1 0,0 2 0,0 2 1,0 2-1,1 1 0,0 2 0,1 2 0,-1 1 0,76 9 1,-71-1 9,0 1 1,-1 2 0,-1 1 0,0 3 0,0 2 0,-2 1 0,0 2 0,-1 2-1,55 38 1,-71-42-1,-2 0 0,0 1 0,-1 1 0,-1 1 0,-1 1 0,-1 0 0,-1 1 0,-1 1 0,0 1 0,-2 0 0,-1 1 0,-1 0 0,-1 0 0,-1 2 0,-1-1 0,-2 1 0,-1 0 0,0 0 0,-2 0 0,-2 1 0,0-1 0,-2 1 0,0-1 0,-8 36 0,2-34 1,0 0-1,-2-1 0,-1 0 0,-2 0 1,0-1-1,-2-1 0,-1 0 0,-1-1 1,-1-1-1,-1 0 0,-1-1 0,-1-1 1,-27 22-1,17-18-5,-2-2 1,-1-2-1,0 0 1,-2-3-1,0-1 1,-1-1 0,-1-2-1,0-1 1,-54 11-1,35-13 1,-83 7-1,113-17 5,0-1 0,0-2 0,0 0 1,0-2-1,-39-9 0,61 12 26,0-2 0,1 1 0,-1 0 1,0-1-1,1 1 0,0-1 0,-7-4 0,10 5-17,-1 1 0,1-1 0,-1 0 0,1 1 0,-1-1 0,1 1 0,-1-1 0,1 0 0,0 1 0,-1-1 0,1 0 0,0 0 0,0 1 0,-1-1 0,1 0 0,0 0 0,0 1 0,0-1 0,0 0 0,0 0 0,0 1 0,0-1 0,0 0 0,0 0-1,0 0 1,1 1 0,-1-1 0,0 0 0,0 1 0,1-1 0,-1 0 0,0 1 0,1-1 0,-1 0 0,1 1 0,-1-1 0,1 0 0,-1 1 0,1-1 0,0 1 0,-1-1 0,1 1 0,0-1 0,7-5-6,0 0-1,1 1 1,-1 0 0,1 0 0,0 1-1,0 0 1,0 1 0,1-1 0,9 0-1,14-4 6,45-3-1,-40 8-7,1 1 0,-1 3 0,0 0 0,1 3 0,46 9 0,-65-9 0,0 2 0,0 0 0,0 1 0,-1 0 0,0 2 0,0 0 0,-1 2 0,0 0 0,-1 1 0,0 0 0,19 19 0,-29-23 0,1 1 0,-2-1 0,1 1 0,-1 1 0,0-1 0,-1 1 0,0 0 0,-1 0 0,0 0 0,0 1 0,-1-1 0,-1 1 0,0 0 0,0 0 0,-1 0 0,0 0 0,-1 0 0,0 0 0,-1 0 0,0 0 0,-1 0 0,-5 16 0,3-12 0,-2 0 0,0 0 0,0-1 0,-2 0 0,0 0 0,0-1 0,-1 0 0,-1 0 0,0-1 0,0 0 0,-2-1 0,1 0 0,-1-1 0,-1 0 0,-15 8 0,8-7 25,-1-1-1,0-1 0,-1 0 1,1-2-1,-2-1 1,1-1-1,-1 0 0,1-2 1,-1-1-1,0-1 0,0 0 1,0-2-1,-44-7 1,36 3-196,0-2 0,0-2 1,1 0-1,0-2 0,1-1 1,0-2-1,1 0 0,1-2 1,-40-31-1,32 19-6655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3.8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34 24575,'12'-15'0,"-11"13"0,0 0 0,1 0 0,-1 0 0,1 0 0,-1 0 0,1 0 0,4-3 0,-6 5 0,0 0 0,1 0 0,-1 0 0,0 1 0,1-1 0,-1 0 0,1 0 0,-1 0 0,0 0 0,1 0 0,-1 0 0,0 0 0,1 1 0,-1-1 0,0 0 0,1 0 0,-1 0 0,0 1 0,0-1 0,1 0 0,-1 1 0,0-1 0,0 0 0,0 0 0,1 1 0,-1-1 0,0 0 0,0 1 0,0-1 0,0 0 0,1 1 0,-1-1 0,0 1 0,0-1 0,0 0 0,0 1 0,0-1 0,0 0 0,0 1 0,0-1 0,0 0 0,0 1 0,-1 0 0,3 21 0,-2-21 0,-2 78 0,-18 116 0,8-94 0,11-95 0,1 0 0,-1 0 0,1 0 0,1 0 0,-1 0 0,1 1 0,2 7 0,-2-12 0,-1-1 0,1 0 0,-1 0 0,1 0 0,-1 1 0,1-1 0,0 0 0,0 0 0,-1 0 0,1 0 0,0 0 0,0 0 0,0-1 0,0 1 0,0 0 0,0 0 0,0-1 0,1 1 0,-1 0 0,0-1 0,0 1 0,0-1 0,1 0 0,-1 1 0,0-1 0,0 0 0,1 0 0,-1 0 0,0 0 0,1 0 0,-1 0 0,0 0 0,0 0 0,1 0 0,-1-1 0,0 1 0,1 0 0,-1-1 0,0 1 0,0-1 0,2 0 0,7-4 0,0 0 0,0-1 0,-1 0 0,0-1 0,0 0 0,0 0 0,-1-1 0,11-13 0,3-4 0,28-47 0,-25 30 0,-2-1 0,-2-1 0,16-49 0,-30 63 0,-8 25 0,-7 18 0,1 4 0,1-1 0,1 2 0,1-1 0,0 0 0,2 1 0,0 0 0,0 0 0,2 0 0,0 0 0,5 27 0,-5-40 0,1 0 0,1 0 0,-1 0 0,1-1 0,-1 1 0,1 0 0,1-1 0,-1 0 0,0 1 0,1-1 0,0 0 0,0 0 0,7 6 0,-7-7 0,1-1 0,-1 0 0,1 1 0,0-2 0,-1 1 0,1 0 0,0-1 0,0 1 0,0-1 0,0 0 0,0-1 0,0 1 0,1-1 0,-1 1 0,0-1 0,8-1 0,3-2 0,0 0 0,1-1 0,-2 0 0,1-1 0,0-1 0,-1 0 0,0-1 0,-1-1 0,1 0 0,-1-1 0,16-14 0,4-6 0,-2-2 0,50-61 0,-54 56 0,37-65 0,-104 232 0,31-102 0,-15 70 0,22-91 0,1 1 0,1 0 0,-1-1 0,1 1 0,1-1 0,-1 1 0,1-1 0,1 1 0,3 10 0,5 1-1365,1-6-5461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3.9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49 24575,'0'-6'0,"0"-5"0,-3-5 0,-1 5 0,3 7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4.1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212 1 24575,'4'0'0,"0"3"0,-3 7 0,-2 9 0,-4 10 0,-4 9 0,-4 11 0,-6 9 0,-2 8 0,-4 5 0,-2 2 0,2 2 0,1-3 0,2-8 0,5-7 0,5-15-8191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4.6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165 841 24575,'14'-6'0,"1"0"0,16-3 0,-17 5 0,0-1 0,0 0 0,19-10 0,-30 13 0,1 0 0,-1 0 0,0 0 0,0-1 0,0 1 0,0-1 0,0 0 0,-1 0 0,1 0 0,-1 0 0,0-1 0,0 1 0,0-1 0,0 1 0,0-1 0,-1 0 0,2-4 0,-3 5 0,1-1 0,-1 1 0,0 0 0,0 0 0,0 0 0,-1 0 0,1-1 0,-1 1 0,0 0 0,0 0 0,0 0 0,0 0 0,0 0 0,0 0 0,-1 0 0,0 1 0,1-1 0,-1 1 0,0-1 0,0 1 0,-1-1 0,1 1 0,0 0 0,-5-3 0,2 1 0,0 1 0,0-1 0,-1 1 0,1 0 0,-1 1 0,1 0 0,-1-1 0,0 2 0,0-1 0,0 1 0,0 0 0,-7-1 0,3 3 0,0 0 0,-1 1 0,1 0 0,0 0 0,0 1 0,0 0 0,1 1 0,-1 0 0,1 1 0,0 0 0,0 0 0,0 1 0,1 0 0,-9 8 0,10-8 0,-1 1 0,1 0 0,1 1 0,-1-1 0,1 1 0,1 0 0,-1 1 0,1-1 0,1 1 0,0 0 0,0 0 0,1 1 0,0-1 0,-3 18 0,5-25 0,1 1 0,0 0 0,0-1 0,0 1 0,0 0 0,0 0 0,0-1 0,1 1 0,-1 0 0,1-1 0,0 1 0,0 0 0,0-1 0,0 1 0,1-1 0,-1 0 0,1 1 0,-1-1 0,1 0 0,0 0 0,-1 0 0,1 0 0,1 0 0,-1 0 0,0-1 0,0 1 0,0-1 0,1 1 0,-1-1 0,6 2 0,-2-1 0,0 0 0,1-1 0,-1 0 0,1 0 0,0-1 0,-1 1 0,1-1 0,-1-1 0,1 1 0,0-1 0,11-4 0,6-3 0,-1 0 0,1-2 0,-2-1 0,0-1 0,0-1 0,27-21 0,-18 9 0,-1-1 0,0-2 0,30-39 0,-32 32 0,-2-1 0,-2-2 0,-1 0 0,-2-2 0,-2 0 0,-1-1 0,-3-1 0,-1-1 0,-2 0 0,-2 0 0,8-78 0,-18 116 0,2-4 0,-1 1 0,-1 0 0,0-1 0,0 1 0,0-1 0,-1 1 0,-4-16 0,5 23 0,0 0 0,0 1 0,-1-1 0,1 1 0,0-1 0,0 0 0,0 1 0,-1-1 0,1 1 0,0-1 0,-1 1 0,1-1 0,0 1 0,-1-1 0,1 1 0,-1 0 0,1-1 0,-1 1 0,1-1 0,-1 1 0,1 0 0,-1-1 0,1 1 0,-1 0 0,1 0 0,-1 0 0,1-1 0,-1 1 0,0 0 0,1 0 0,-1 0 0,1 0 0,-1 0 0,0 0 0,1 0 0,-1 0 0,0 0 0,1 0 0,-1 0 0,1 1 0,-1-1 0,1 0 0,-1 0 0,0 0 0,1 1 0,-1-1 0,1 0 0,-1 1 0,1-1 0,-1 1 0,1-1 0,0 0 0,-1 1 0,1-1 0,-1 1 0,1-1 0,-1 2 0,-3 3 0,0 0 0,1 0 0,-1 0 0,-3 8 0,-11 27 0,1 1 0,-18 73 0,-10 92 0,20-53-682,-6 181-1,28-263-6143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5.5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270 497 24575,'22'-11'0,"-8"4"0,0 0 0,0-1 0,-1 0 0,0-1 0,-1 0 0,13-13 0,-13 9 0,0-1 0,-1 0 0,0-1 0,-1 0 0,-1-1 0,0 0 0,-1 0 0,6-19 0,-10 22 0,0 0 0,-1 0 0,0 0 0,-1 0 0,-1 0 0,0-1 0,-1 1 0,0-1 0,-1 1 0,0-1 0,-6-20 0,6 30 0,0 0 0,0-1 0,-1 1 0,1 0 0,-1 0 0,0 1 0,0-1 0,-1 0 0,1 1 0,-1-1 0,0 1 0,1 0 0,-2 0 0,1 0 0,0 0 0,0 1 0,-1-1 0,0 1 0,1 0 0,-1 0 0,-6-2 0,4 2 0,-1 0 0,0 1 0,1 0 0,-1 1 0,0 0 0,0 0 0,1 0 0,-1 1 0,0 0 0,1 0 0,-1 0 0,1 1 0,-8 3 0,-5 3 0,1 0 0,0 1 0,1 1 0,0 1 0,0 1 0,1 0 0,1 1 0,-15 15 0,2 3 0,0 0 0,-42 66 0,64-87 0,0-1 0,1 2 0,0-1 0,0 0 0,1 1 0,0 0 0,1 0 0,1 0 0,-3 20 0,5-27 0,0 0 0,0 0 0,0 0 0,1 0 0,-1 0 0,1 0 0,0 0 0,0 0 0,0 0 0,1 0 0,0-1 0,-1 1 0,1 0 0,0-1 0,1 0 0,-1 1 0,1-1 0,-1 0 0,1 0 0,0 0 0,0-1 0,0 1 0,1-1 0,-1 0 0,0 1 0,1-1 0,0-1 0,-1 1 0,1-1 0,6 2 0,1 0 0,1 0 0,0-1 0,-1-1 0,1 0 0,0 0 0,0-2 0,0 1 0,0-1 0,0-1 0,-1 0 0,1-1 0,-1 0 0,1-1 0,-1 0 0,18-9 0,-10 3 0,0-1 0,-1-1 0,0-1 0,-1 0 0,0-1 0,-1-1 0,24-28 0,-23 19 0,18-31 0,7-10 0,-39 63 0,-3 9 0,-5 9 0,-2 4 0,0-1 0,1 1 0,1 1 0,1-1 0,-3 39 0,7-53 0,0 0 0,0 0 0,1-1 0,0 1 0,0 0 0,0 0 0,1 0 0,0-1 0,0 1 0,1-1 0,2 6 0,-2-8 0,-1 1 0,1 0 0,1-1 0,-1 0 0,0 0 0,1 0 0,-1 0 0,1 0 0,0-1 0,0 0 0,0 0 0,0 0 0,0 0 0,1 0 0,-1-1 0,6 1 0,-3-1 0,0 0 0,0-1 0,0 0 0,0 0 0,0-1 0,0 0 0,0 0 0,0 0 0,-1-1 0,1 0 0,0-1 0,-1 0 0,0 0 0,1 0 0,-1 0 0,0-1 0,-1 0 0,7-6 0,10-8 0,-1-1 0,-1-1 0,20-24 0,-31 32 0,-7 8 0,0 1 0,0-1 0,1 1 0,0 0 0,-1 0 0,1 0 0,0 0 0,1 1 0,-1-1 0,0 1 0,7-4 0,-10 6 0,1 1 0,-1-1 0,0 0 0,0 0 0,1 0 0,-1 0 0,0 0 0,0 1 0,1-1 0,-1 0 0,0 0 0,0 0 0,0 1 0,0-1 0,1 0 0,-1 0 0,0 1 0,0-1 0,0 0 0,0 0 0,0 1 0,0-1 0,0 0 0,1 1 0,-1-1 0,0 0 0,0 0 0,0 1 0,0-1 0,0 0 0,0 1 0,-1-1 0,1 0 0,0 0 0,0 1 0,0-1 0,0 0 0,0 1 0,-3 14 0,2-14 0,-43 134 0,-2 4 0,28-60 0,4 1 0,-6 131 0,20-208 0,-1 5 0,1-1 0,-1 1 0,0-1 0,-2 8 0,3-15 0,0 0 0,0 0 0,0-1 0,0 1 0,0 0 0,0 0 0,0 0 0,-1 0 0,1 0 0,0 0 0,0 0 0,0 0 0,0 0 0,0 0 0,0 0 0,0 0 0,0 0 0,0 0 0,0 0 0,0 0 0,0 0 0,0 0 0,0 0 0,0 0 0,0 0 0,0 0 0,0 0 0,0 0 0,0 0 0,0 0 0,-1 0 0,1 0 0,0 0 0,0 0 0,0 0 0,0 0 0,0 0 0,0 0 0,0 0 0,0 0 0,0 0 0,0 0 0,0 0 0,0 0 0,0 0 0,0 0 0,0 0 0,0 0 0,0 0 0,0 0 0,0 0 0,0 0 0,0 0 0,-1 0 0,1 0 0,0 0 0,0 1 0,0-1 0,-2-9 0,-1-13 0,6-384 0,3 335 0,3 0 0,4 0 0,34-113 0,-41 165 0,2-1 0,0 1 0,1 1 0,0 0 0,2 0 0,19-25 0,-26 39 0,0-1 0,0 1 0,0 1 0,0-1 0,1 1 0,-1-1 0,1 1 0,0 1 0,0-1 0,0 1 0,0 0 0,8-3 0,-9 5 0,1-1 0,0 1 0,-1 0 0,1 0 0,-1 0 0,1 1 0,0-1 0,-1 1 0,1 0 0,-1 0 0,0 1 0,1-1 0,-1 1 0,0 0 0,0 1 0,0-1 0,5 4 0,0 1 0,0 1 0,0 0 0,0 0 0,-1 1 0,-1 0 0,1 1 0,-1 0 0,-1 0 0,0 0 0,8 20 0,-9-18 0,0 0 0,-1 1 0,-1-1 0,0 1 0,0 0 0,-1 0 0,-1 0 0,0 0 0,-2 21 0,-1-25 25,1 0-1,-2 0 0,1-1 1,-1 1-1,0-1 1,-1 1-1,0-1 0,0 0 1,-1 0-1,0-1 0,0 1 1,-1-1-1,-9 9 1,4-6-239,0 0 1,0-1 0,-1-1-1,0 0 1,0-1 0,-1 0-1,-23 9 1,13-8-6613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55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19 404 24575,'10'-5'0,"-5"3"0,-1-1 0,1 1 0,-1 0 0,1 0 0,0 0 0,5 0 0,-9 2 0,-1 0 0,1 0 0,0-1 0,0 1 0,-1 1 0,1-1 0,0 0 0,0 0 0,-1 0 0,1 0 0,0 0 0,0 1 0,-1-1 0,1 0 0,0 1 0,-1-1 0,1 1 0,-1-1 0,2 1 0,-1 0 0,-1 0 0,1 0 0,0 0 0,-1 1 0,1-1 0,-1 0 0,1 0 0,-1 0 0,0 1 0,1-1 0,-1 0 0,0 0 0,0 1 0,0-1 0,0 2 0,-2 44 0,-2 0 0,-16 70 0,4-27 0,10-45 0,3-18 0,-1 0 0,-13 45 0,11-62 0,1-17 0,2-20 0,2-32 0,2 0 0,3-1 0,12-59 0,53-172 0,-27 166 0,-36 110 0,1 1 0,0 0 0,1 0 0,0 1 0,1 0 0,14-15 0,-20 25 0,-1 1 0,1-1 0,0 0 0,-1 1 0,1 0 0,0 0 0,0 0 0,1 0 0,-1 0 0,0 0 0,1 1 0,-1 0 0,1-1 0,-1 2 0,1-1 0,0 0 0,-1 1 0,1-1 0,0 1 0,-1 0 0,1 0 0,0 0 0,-1 1 0,1-1 0,0 1 0,-1 0 0,1 0 0,-1 1 0,1-1 0,-1 0 0,0 1 0,1 0 0,-1 0 0,0 0 0,0 0 0,5 5 0,2 4 0,0-1 0,-1 1 0,0 1 0,-1 0 0,0 0 0,-1 1 0,0 0 0,-1 0 0,8 24 0,-10-26 0,-1 1 0,0 0 0,0 0 0,-2 0 0,1 1 0,-2-1 0,1 0 0,-2 1 0,0-1 0,0 0 0,-6 23 0,4-27 22,0 0-1,-1-1 0,0 1 1,0-1-1,-1 0 0,0 0 1,0 0-1,-1-1 0,1 1 1,-2-1-1,1-1 0,0 1 1,-1-1-1,0 0 0,-10 4 1,-4 2-449,-2-1 0,1 0 1,-48 11-1,-18 0-6399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5.4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121 67 24575,'1'-7'0,"1"1"0,-1-1 0,1 1 0,0 0 0,1 0 0,0 0 0,0 0 0,5-8 0,-8 14 0,0 0 0,0 0 0,0 0 0,0 0 0,0 0 0,0-1 0,0 1 0,0 0 0,0 0 0,0 0 0,0 0 0,1 0 0,-1 0 0,0 0 0,0-1 0,0 1 0,0 0 0,0 0 0,0 0 0,1 0 0,-1 0 0,0 0 0,0 0 0,0 0 0,0 0 0,0 0 0,1 0 0,-1 0 0,0 0 0,0 0 0,0 0 0,0 0 0,0 0 0,1 0 0,-1 0 0,0 0 0,0 0 0,0 0 0,0 0 0,0 0 0,1 0 0,-1 0 0,0 0 0,0 0 0,0 1 0,4 8 0,-2 15 0,-6 93 0,-22 131 0,7-87 0,-36 479-522,34-371 383,-4-26-1116,19-192-5020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5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24575,'1'11'0,"0"0"0,1 0 0,4 15 0,1 4 0,2 21 0,1-1 0,33 89 0,-39-131 0,-1-1 0,1 0 0,0 0 0,1 0 0,0 0 0,0-1 0,0 1 0,1-1 0,0-1 0,0 1 0,0-1 0,11 7 0,-12-10 0,0 1 0,0 0 0,0-1 0,1 0 0,-1-1 0,1 1 0,-1-1 0,1 0 0,-1 0 0,1-1 0,0 1 0,0-1 0,-1-1 0,1 1 0,0-1 0,-1 0 0,1 0 0,9-4 0,-3 0 0,1 0 0,-2-1 0,1-1 0,-1 0 0,18-14 0,46-50 0,-16 15 0,-56 53 0,1 0 0,-1 0 0,1 0 0,0 1 0,0-1 0,7-2 0,-10 5 0,0 0 0,-1-1 0,1 1 0,-1 0 0,1 0 0,0 0 0,-1 0 0,1 0 0,-1 0 0,1 0 0,0 0 0,-1 0 0,1 0 0,-1 0 0,1 1 0,0-1 0,-1 0 0,1 0 0,-1 0 0,1 1 0,-1-1 0,2 1 0,-2 0 0,1 0 0,0 0 0,-1 0 0,1 0 0,-1 0 0,1 0 0,-1 0 0,0 0 0,1 0 0,-1 0 0,0 1 0,0-1 0,0 0 0,0 0 0,1 0 0,-2 2 0,-2 31-1365,-3 3-5461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6.4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26 232 24575,'1'-5'0,"0"0"0,0-1 0,1 1 0,0 0 0,0 0 0,0 0 0,1 1 0,2-6 0,1-1 0,11-22 0,2 1 0,40-54 0,-57 83 0,0 1 0,0 0 0,0 0 0,0 1 0,1-1 0,-1 0 0,0 1 0,4-3 0,-5 4 0,-1 0 0,1 0 0,0 0 0,-1 0 0,1 0 0,-1-1 0,1 1 0,-1 0 0,1 0 0,-1 0 0,1 0 0,0 0 0,-1 1 0,1-1 0,-1 0 0,1 0 0,-1 0 0,1 0 0,-1 1 0,1-1 0,-1 0 0,1 0 0,-1 1 0,1-1 0,-1 1 0,1-1 0,-1 0 0,0 1 0,1-1 0,-1 1 0,1-1 0,-1 1 0,0-1 0,0 1 0,1-1 0,-1 1 0,0-1 0,0 1 0,0-1 0,1 1 0,-1-1 0,0 1 0,0-1 0,0 1 0,0 0 0,0 0 0,0 14 0,0-1 0,0 0 0,-1 1 0,-1-1 0,-1 0 0,-7 27 0,6-27 0,-30 99 0,-86 189 0,116-293 0,3-5 0,-1-1 0,1 1 0,-1 0 0,1-1 0,0 1 0,0 0 0,0 7 0,1-10 0,1 0 0,-1 0 0,0 0 0,0 0 0,1 0 0,-1 0 0,1 0 0,-1 0 0,1 0 0,-1 0 0,1 0 0,-1 0 0,1-1 0,0 1 0,0 0 0,-1 0 0,1-1 0,0 1 0,0 0 0,0-1 0,0 1 0,0-1 0,0 0 0,0 1 0,0-1 0,0 0 0,0 1 0,0-1 0,0 0 0,0 0 0,0 0 0,0 0 0,0 0 0,2 0 0,20 1 0,1-1 0,0-1 0,0-1 0,38-8 0,92-31 0,-147 39 0,72-25-1365,-49 14-5461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6.7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52 24575,'18'-8'0,"-12"6"0,-1 0 0,0-1 0,0 0 0,0 0 0,0 0 0,0 0 0,-1-1 0,8-8 0,-11 12 0,-1 0 0,0 0 0,0 0 0,0 0 0,0 0 0,1 0 0,-1-1 0,0 1 0,0 0 0,0 0 0,0 0 0,0 0 0,0 0 0,1-1 0,-1 1 0,0 0 0,0 0 0,0 0 0,0 0 0,0-1 0,0 1 0,0 0 0,0 0 0,0 0 0,0-1 0,0 1 0,0 0 0,0 0 0,0 0 0,0-1 0,0 1 0,0 0 0,0 0 0,0 0 0,0 0 0,0-1 0,0 1 0,0 0 0,0 0 0,-1 0 0,1-1 0,0 1 0,0 0 0,0 0 0,0 0 0,0 0 0,0 0 0,-1 0 0,1-1 0,0 1 0,0 0 0,0 0 0,0 0 0,-1 0 0,1 0 0,0 0 0,0 0 0,0 0 0,-1 0 0,1 0 0,0 0 0,0 0 0,0 0 0,0 0 0,-1 0 0,1 0 0,0 0 0,0 0 0,-15 3 0,-6 6 0,2 0 0,-1 2 0,1 0 0,1 2 0,0 0 0,1 0 0,-19 20 0,26-22 0,-1 0 0,1 1 0,1-1 0,0 2 0,1 0 0,0 0 0,1 0 0,1 1 0,0 0 0,1 0 0,-5 21 0,9-30 0,0 0 0,0 0 0,1 1 0,-1-1 0,2 0 0,-1 1 0,0-1 0,1 0 0,0 0 0,0 0 0,1 1 0,-1-1 0,1 0 0,0-1 0,0 1 0,1 0 0,0-1 0,0 1 0,0-1 0,0 0 0,0 0 0,5 4 0,-1-2 0,0-1 0,1 1 0,-1-2 0,1 1 0,0-1 0,0 0 0,1-1 0,-1 0 0,1 0 0,0-1 0,-1 0 0,13 0 0,73 3-1365,-53-5-5461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7.2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 7 24575,'0'0'0,"-1"0"0,1 0 0,0 0 0,0-1 0,0 1 0,0 0 0,0 0 0,0 0 0,0 0 0,0-1 0,0 1 0,0 0 0,0 0 0,0 0 0,0-1 0,0 1 0,0 0 0,0 0 0,0 0 0,0-1 0,0 1 0,0 0 0,0 0 0,0 0 0,0 0 0,0-1 0,1 1 0,-1 0 0,0 0 0,0 0 0,0 0 0,0-1 0,0 1 0,0 0 0,1 0 0,-1 0 0,0 0 0,0 0 0,0 0 0,0 0 0,1 0 0,-1-1 0,0 1 0,0 0 0,0 0 0,0 0 0,1 0 0,-1 0 0,0 0 0,0 0 0,0 0 0,1 0 0,-1 0 0,0 0 0,0 0 0,0 0 0,1 0 0,-1 1 0,0-1 0,0 0 0,0 0 0,1 0 0,6 11 0,-5 4 0,-1-1 0,-1 0 0,0 0 0,-1 0 0,-1 0 0,0 0 0,-7 26 0,3-16 0,-12 54 0,-39 106 0,54-177 0,2-2 0,-1-1 0,0 1 0,0 0 0,0-1 0,0 1 0,-1-1 0,-5 6 0,6-10 0,2-6 0,5-10 0,33-77 0,77-136 0,-113 226 0,21-31 0,-22 32 0,1 0 0,0 0 0,0 0 0,0 0 0,0 1 0,0-1 0,0 0 0,1 1 0,-1-1 0,0 1 0,6-2 0,-7 3 0,0 0 0,-1 0 0,1 0 0,0 0 0,0 0 0,0 0 0,-1 1 0,1-1 0,0 0 0,0 0 0,-1 1 0,1-1 0,0 0 0,0 1 0,-1-1 0,1 1 0,0-1 0,-1 1 0,1-1 0,-1 1 0,1 0 0,-1-1 0,1 1 0,-1 0 0,1-1 0,-1 1 0,1 0 0,-1-1 0,0 1 0,1 0 0,-1 0 0,0 0 0,0-1 0,0 1 0,0 0 0,0 0 0,0 0 0,0 0 0,4 40 0,-4-36 0,0 19 0,0 7 0,2 0 0,6 36 0,-7-59 0,0-1 0,1 0 0,0 1 0,1-1 0,0 0 0,0 0 0,0-1 0,1 1 0,0-1 0,0 1 0,0-1 0,1 0 0,0-1 0,9 9 0,-11-12 0,0 1 0,1-1 0,-1 0 0,1 0 0,-1-1 0,1 1 0,0-1 0,0 1 0,-1-1 0,1 0 0,0-1 0,0 1 0,0-1 0,0 1 0,0-1 0,5-1 0,-4 0 0,1 0 0,-1-1 0,1 1 0,-1-1 0,0 0 0,0-1 0,1 1 0,-2-1 0,1 0 0,6-5 0,1-2 0,-1-1 0,0-1 0,-1 0 0,0 0 0,0-1 0,-1 0 0,8-17 0,-7 11 0,-1-1 0,-2 0 0,1 0 0,-2 0 0,-1-1 0,-1 1 0,0-1 0,-2-1 0,1-30 0,-6 31-1365,-2 8-5461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7.5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452 112 24575,'-85'-82'0,"82"80"0,1-1 0,0 1 0,-1-1 0,0 1 0,1 0 0,-1 0 0,0 0 0,0 0 0,0 1 0,-1-1 0,1 1 0,0 0 0,0 0 0,-1 0 0,1 0 0,-1 1 0,1-1 0,-1 1 0,1 0 0,0 0 0,-1 0 0,1 0 0,-1 1 0,1-1 0,-1 1 0,1 0 0,0 0 0,-1 0 0,1 1 0,0-1 0,0 1 0,0 0 0,0-1 0,-4 5 0,-14 10 0,1 1 0,1 0 0,0 2 0,-23 29 0,11-6 0,-32 56 0,57-88 0,1 0 0,0 0 0,0 0 0,1 1 0,0 0 0,-3 15 0,6-23 0,1-1 0,0 1 0,0-1 0,0 1 0,0 0 0,0-1 0,0 1 0,1-1 0,-1 1 0,1-1 0,-1 0 0,1 1 0,0-1 0,0 0 0,0 1 0,1-1 0,-1 0 0,0 0 0,1 0 0,-1 0 0,1 0 0,0 0 0,0 0 0,0-1 0,0 1 0,0-1 0,0 1 0,0-1 0,0 0 0,1 0 0,-1 0 0,0 0 0,1 0 0,3 1 0,10 1-195,0 0 0,0-1 0,-1-1 0,1 0 0,0-1 0,21-3 0,12-1-6631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8.0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38 24575,'-4'0'0,"-3"3"0,2 1 0,5-3 0,6-2 0,8-4 0,11-1 0,10 0 0,9-1 0,6-3 0,-5 0-8191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8.6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242 493 24575,'0'-1'0,"0"1"0,0 0 0,0 0 0,0-1 0,0 1 0,0 0 0,0 0 0,0-1 0,0 1 0,0 0 0,0 0 0,0-1 0,0 1 0,0 0 0,0 0 0,0 0 0,0-1 0,0 1 0,0 0 0,-1 0 0,1-1 0,0 1 0,0 0 0,0 0 0,0 0 0,0-1 0,-1 1 0,1 0 0,0 0 0,0 0 0,0 0 0,-1 0 0,1-1 0,0 1 0,0 0 0,0 0 0,-1 0 0,1 0 0,-1 0 0,-8 6 0,-8 14 0,4 9 0,0 0 0,2 1 0,-12 50 0,4-15 0,13-44 0,3-9 0,0 0 0,-1 0 0,-1-1 0,0 0 0,0 0 0,-8 11 0,12-21 0,1 0 0,-1 0 0,1-1 0,-1 1 0,1 0 0,-1-1 0,0 1 0,1 0 0,-1-1 0,0 1 0,0-1 0,1 1 0,-1-1 0,0 0 0,0 1 0,0-1 0,0 0 0,1 0 0,-1 1 0,0-1 0,0 0 0,0 0 0,0 0 0,0 0 0,0 0 0,-1-1 0,1 1 0,0-1 0,0 1 0,-1-1 0,1 0 0,0 0 0,0 1 0,0-1 0,0 0 0,0 0 0,0 0 0,0 0 0,0 0 0,-1-2 0,-2-4 0,0-1 0,0 0 0,-5-16 0,1-8 0,1 0 0,1-1 0,2 0 0,2 0 0,1 0 0,1 0 0,6-42 0,-3 44 0,2 0 0,2 1 0,1-1 0,1 1 0,1 1 0,2 0 0,1 0 0,30-49 0,-34 64 0,1 0 0,1 1 0,0 0 0,0 0 0,1 1 0,1 1 0,0 0 0,0 1 0,1 0 0,1 1 0,-1 1 0,2 0 0,-1 1 0,1 1 0,0 0 0,0 1 0,32-5 0,-28 8 0,1 1 0,-1 0 0,1 2 0,0 0 0,-1 2 0,1 0 0,-1 1 0,0 1 0,0 1 0,0 1 0,-1 1 0,0 0 0,-1 2 0,30 19 0,-42-25 0,-1 0 0,0 0 0,0 1 0,-1-1 0,1 1 0,-1 1 0,0-1 0,0 0 0,-1 1 0,0 0 0,0 0 0,0 0 0,0 0 0,1 9 0,-3-10 0,0 0 0,-1 0 0,1 0 0,-1 0 0,-1 0 0,1 0 0,-1 0 0,1 0 0,-2 0 0,1 0 0,0-1 0,-1 1 0,0 0 0,0-1 0,0 1 0,-1-1 0,1 0 0,-1 0 0,-5 6 0,-4 3 0,0 0 0,-1-1 0,-1-1 0,1-1 0,-2 0 0,1 0 0,-22 9 0,-115 43 0,85-38 0,64-23 0,1-1 0,-1 1 0,1 0 0,-1-1 0,1 1 0,-1 0 0,1 0 0,-1 0 0,1 0 0,0 0 0,-2 2 0,3-3 0,0 0 0,0 1 0,0-1 0,0 0 0,0 1 0,0-1 0,0 0 0,-1 0 0,1 1 0,0-1 0,0 0 0,0 1 0,0-1 0,0 0 0,1 1 0,-1-1 0,0 0 0,0 0 0,0 1 0,0-1 0,0 0 0,0 1 0,0-1 0,1 0 0,-1 0 0,0 1 0,0-1 0,0 0 0,0 0 0,1 1 0,-1-1 0,0 0 0,0 0 0,1 1 0,4 1 0,0 1 0,0-1 0,0 0 0,0 0 0,6 1 0,0 1 0,5 1 0,107 40 0,-102-36 0,0 1 0,-1 0 0,31 23 0,-48-31 0,0 0 0,-1 0 0,1 0 0,-1 1 0,0-1 0,0 1 0,0-1 0,0 1 0,0 0 0,0-1 0,-1 1 0,1 0 0,-1 0 0,0 0 0,2 7 0,-3-8 0,0 0 0,0 1 0,0-1 0,-1 0 0,1 1 0,-1-1 0,1 0 0,-1 0 0,0 0 0,0 1 0,0-1 0,0 0 0,0 0 0,0 0 0,0 0 0,-1-1 0,1 1 0,-1 0 0,1-1 0,-1 1 0,0 0 0,0-1 0,-2 2 0,-7 4 0,-1 0 0,0-1 0,0-1 0,0 1 0,0-2 0,-1 0 0,0 0 0,-14 1 0,-108 9 0,106-11 103,-41 0 97,63-3-438,-1 0 0,1-1-1,0 1 1,0-2 0,0 1-1,-14-6 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9.2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54 24575,'32'-10'0,"-24"8"0,1 0 0,0 0 0,-1-1 0,0-1 0,0 1 0,0-1 0,0-1 0,9-6 0,-17 11 0,0 0 0,0 0 0,0 0 0,0 1 0,-1-1 0,1 0 0,0 0 0,0 0 0,0 0 0,-1 0 0,1 0 0,0 0 0,0 0 0,0 0 0,-1 0 0,1 0 0,0 0 0,0 0 0,0 0 0,0-1 0,-1 1 0,1 0 0,0 0 0,0 0 0,0 0 0,0 0 0,-1 0 0,1 0 0,0 0 0,0-1 0,0 1 0,0 0 0,0 0 0,-1 0 0,1 0 0,0-1 0,0 1 0,0 0 0,0 0 0,0 0 0,0 0 0,0-1 0,0 1 0,0 0 0,0 0 0,0 0 0,0-1 0,0 1 0,0 0 0,0 0 0,0 0 0,0-1 0,0 1 0,0 0 0,0 0 0,0 0 0,0 0 0,0-1 0,0 1 0,0 0 0,0 0 0,1 0 0,-1 0 0,0-1 0,0 1 0,0 0 0,0 0 0,0 0 0,1 0 0,-17 0 0,8 2 0,0 1 0,0 0 0,0 0 0,1 0 0,-1 1 0,1 0 0,0 0 0,0 1 0,0 0 0,1 0 0,0 1 0,0 0 0,0 0 0,1 0 0,-1 1 0,2-1 0,-1 1 0,1 1 0,-4 7 0,5-10 0,1 1 0,0 0 0,0 0 0,0 0 0,1 0 0,0 0 0,0 0 0,1 1 0,-1-1 0,1 0 0,1 0 0,-1 0 0,1 1 0,0-1 0,1 0 0,-1 0 0,1 0 0,0 0 0,1-1 0,-1 1 0,1-1 0,0 1 0,0-1 0,1 0 0,8 9 0,-7-9 0,0-1 0,1 1 0,-1-1 0,1 0 0,1-1 0,-1 1 0,0-1 0,1 0 0,-1-1 0,1 0 0,0 0 0,0 0 0,0-1 0,0 0 0,0 0 0,0-1 0,10 0 0,-7 0 0,-1-1 0,0 0 0,1-1 0,-1 0 0,0-1 0,0 1 0,0-2 0,0 1 0,-1-1 0,1-1 0,-1 1 0,12-10 0,-9 4 0,0 0 0,0 0 0,-1-1 0,-1 0 0,0-1 0,0 0 0,-1 0 0,-1-1 0,0 0 0,10-27 0,-28 72 0,6-21 0,1 0 0,1 0 0,-1 0 0,-1 15 0,5-22 0,0 0 0,0-1 0,0 1 0,0 0 0,0-1 0,1 1 0,0 0 0,0-1 0,0 1 0,0 0 0,0-1 0,1 1 0,-1-1 0,1 0 0,0 0 0,0 0 0,0 1 0,4 2 0,0-1 0,-1 0 0,2 0 0,-1-1 0,0 1 0,1-1 0,0-1 0,0 0 0,0 0 0,0 0 0,12 2 0,-4-1 0,0-1 0,1-1 0,-1 0 0,20-1 0,-32-1 0,1-1 0,-1 1 0,1-1 0,-1 0 0,1 0 0,-1 0 0,0 0 0,0-1 0,0 1 0,1-1 0,-1 0 0,-1 0 0,1 0 0,0 0 0,0 0 0,-1-1 0,1 1 0,-1-1 0,0 0 0,0 0 0,0 0 0,0 0 0,0 0 0,2-6 0,2-8 0,0 0 0,-1 0 0,6-31 0,-5 16 0,0 6 0,-5 16 0,1 1 0,0-1 0,1 1 0,0 0 0,0 0 0,1 0 0,8-15 0,-11 31 0,-4 5 0,-8 16 83,4-10-7,0 0 1,-5 26-1,11-39-195,0 0-1,1 0 0,-1 0 0,1 1 0,0-1 1,1 0-1,-1 0 0,1 0 0,0 1 0,0-1 0,0 0 1,1 0-1,3 7 0,2 0-6706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9.4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174 11 24575,'-6'-3'0,"-5"-1"0,-8 0 0,-2 4 0,-2 2 0,0 7 0,1 5 0,2 6 0,3 3 0,5-2-8191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19.6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192 0 24575,'-3'3'0,"-4"4"0,-1 5 0,1 2 0,-2 3 0,-2 4 0,-2 5 0,-3 4 0,-1 6 0,0 7 0,-2 5 0,0 4 0,1 2 0,2 1 0,5-8-8191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0.0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157 552 24575,'8'-5'0,"0"-1"0,-1 0 0,0 0 0,0-1 0,0 0 0,-1 0 0,0-1 0,-1 0 0,1 0 0,4-11 0,-8 17 0,-1-1 0,0 1 0,0-1 0,0 1 0,-1-1 0,1 1 0,0-1 0,-1 1 0,0-1 0,1 0 0,-1 1 0,0-1 0,-1 0 0,1 1 0,0-1 0,-1 0 0,1 1 0,-3-6 0,2 7 0,0-1 0,0 0 0,0 1 0,0-1 0,-1 1 0,1 0 0,-1-1 0,1 1 0,-1 0 0,1 0 0,-1 0 0,0 0 0,1 0 0,-1 0 0,0 1 0,0-1 0,0 0 0,1 1 0,-1 0 0,0-1 0,0 1 0,0 0 0,0 0 0,0 0 0,0 0 0,0 0 0,-2 1 0,-5 0 0,0 1 0,0 1 0,0 0 0,0 0 0,0 0 0,0 1 0,1 1 0,-14 9 0,9-5 0,0 0 0,1 1 0,0 1 0,-15 18 0,24-26 0,1 0 0,-1 1 0,1-1 0,0 1 0,-4 8 0,6-12 0,0 1 0,0 0 0,-1-1 0,1 1 0,0 0 0,0 0 0,0 0 0,0-1 0,0 1 0,0 0 0,0 0 0,0-1 0,0 1 0,0 0 0,0 0 0,0-1 0,1 1 0,-1 0 0,0 0 0,1-1 0,-1 1 0,0 0 0,1-1 0,-1 1 0,1 0 0,-1-1 0,1 1 0,-1-1 0,1 1 0,0-1 0,-1 1 0,1-1 0,-1 1 0,1-1 0,0 0 0,0 1 0,-1-1 0,1 0 0,1 1 0,7 1 0,0 0 0,0-1 0,0 1 0,0-2 0,1 1 0,-1-2 0,0 1 0,0-1 0,0 0 0,16-5 0,9-4 0,46-19 0,-57 18 0,0 0 0,0-2 0,-1 0 0,0-2 0,-2 0 0,1-2 0,-2 0 0,0-1 0,-2-1 0,23-30 0,-21 22 0,-1-1 0,-1-1 0,-1 0 0,-2-1 0,-1-1 0,-2 0 0,14-54 0,-24 64 0,-1 21 0,0 0 0,-1 0 0,1 0 0,0 0 0,0-1 0,0 1 0,-1 0 0,1 0 0,0 0 0,0 0 0,-1 0 0,1 0 0,0 0 0,0 0 0,0 0 0,-1 0 0,1 0 0,0 0 0,0 0 0,-1 0 0,1 0 0,0 0 0,0 1 0,0-1 0,-1 0 0,1 0 0,0 0 0,0 0 0,0 0 0,-1 0 0,1 1 0,0-1 0,0 0 0,0 0 0,0 0 0,0 0 0,-1 1 0,1-1 0,0 0 0,0 1 0,-23 31 0,-10 33 0,3 1 0,2 2 0,4 1 0,-25 111 0,43-150-682,-4 61-1,9-44-6143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0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305 558 24575,'0'-4'0,"-1"0"0,0 0 0,0 0 0,0 1 0,0-1 0,-1 0 0,0 1 0,1-1 0,-1 1 0,0-1 0,-3-2 0,-28-33 0,30 35 0,0 1 0,0 0 0,0 0 0,-1 0 0,1 1 0,-1-1 0,1 1 0,-1 0 0,-6-3 0,8 5 0,0-1 0,1 1 0,-1 0 0,1 0 0,-1 0 0,0 0 0,1 0 0,-1 0 0,1 0 0,-1 1 0,0-1 0,1 0 0,-1 1 0,1-1 0,-1 1 0,1 0 0,0 0 0,-1-1 0,1 1 0,0 0 0,-1 0 0,1 0 0,0 0 0,0 0 0,0 1 0,0-1 0,0 0 0,-2 3 0,-15 25 0,1 0 0,2 1 0,-20 53 0,0 0 0,24-55 0,9-22 0,0 0 0,-1 1 0,1-1 0,-1 0 0,0-1 0,-1 1 0,1 0 0,-9 9 0,7-15 0,5-8 0,4-9 0,25-59 0,3 0 0,49-82 0,-80 158 0,123-210 0,-91 162 0,2 2 0,48-50 0,-82 95 0,12-13 0,24-18 0,-34 29 0,0 1 0,1 0 0,-1 0 0,1 0 0,-1 0 0,1 0 0,0 1 0,0-1 0,0 1 0,-1 0 0,1 0 0,0 0 0,8 1 0,-11 0 0,1 0 0,-1 1 0,1-1 0,-1 1 0,1-1 0,-1 1 0,0 0 0,1-1 0,-1 1 0,0 0 0,0 0 0,1 0 0,-1 0 0,0 0 0,0 0 0,0 1 0,0-1 0,0 0 0,0 0 0,-1 1 0,1-1 0,0 1 0,-1-1 0,1 1 0,-1-1 0,1 1 0,-1 1 0,2 7 0,0 0 0,-1 0 0,1 11 0,-2-14 0,1 100 0,-19 152 0,6-124 0,6-46-1365,1-11-5461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1.0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33 402 24575,'-9'-31'0,"2"0"0,1-1 0,-3-39 0,8 67 0,1 0 0,0 1 0,0-1 0,0 0 0,0 0 0,1 1 0,0-1 0,-1 0 0,1 0 0,0 1 0,1-1 0,-1 1 0,1-1 0,-1 1 0,1 0 0,0-1 0,1 1 0,-1 0 0,0 0 0,1 1 0,-1-1 0,1 0 0,0 1 0,0 0 0,0-1 0,0 1 0,1 0 0,-1 1 0,0-1 0,1 1 0,0-1 0,-1 1 0,1 0 0,3 0 0,26-6 0,0 3 0,0 0 0,0 2 0,38 3 0,28-2 0,-64 0 0,1 0 0,41-7 0,-68 7 0,0-1 0,0 0 0,-1 0 0,1-1 0,-1-1 0,0 1 0,0-1 0,0 0 0,14-11 0,-21 14 0,-1 1 0,1-1 0,-1 1 0,1-1 0,-1 1 0,1-1 0,-1 1 0,1 0 0,-1-1 0,1 1 0,0 0 0,-1-1 0,1 1 0,0 0 0,-1 0 0,1-1 0,0 1 0,0 0 0,-1 0 0,1 0 0,0 0 0,-1 0 0,2 0 0,-1 1 0,-1-1 0,0 1 0,1-1 0,-1 1 0,0 0 0,1-1 0,-1 1 0,0-1 0,0 1 0,1 0 0,-1-1 0,0 1 0,0-1 0,0 1 0,0 0 0,0-1 0,0 1 0,0 0 0,0-1 0,0 2 0,-10 42 0,9-38 0,-44 148 0,-45 199 0,89-345 0,-4 27 0,5-34 0,-1 1 0,1-1 0,0 1 0,0-1 0,0 0 0,1 1 0,-1-1 0,0 0 0,0 1 0,1-1 0,-1 0 0,1 0 0,-1 1 0,1-1 0,0 0 0,-1 0 0,1 0 0,0 1 0,1 0 0,-1-1 0,0-1 0,0 0 0,0 0 0,-1 0 0,1 1 0,0-1 0,0 0 0,0 0 0,0 0 0,0 0 0,0-1 0,-1 1 0,1 0 0,0 0 0,0 0 0,0-1 0,0 1 0,-1 0 0,1-1 0,0 1 0,0-1 0,-1 1 0,1-1 0,0 1 0,-1-1 0,1 1 0,-1-1 0,2-1 0,17-19 0,-19 20 0,12-16 0,-1 0 0,0-1 0,-2 0 0,12-32 0,21-82 0,-33 103 0,11-46 0,-8 27 0,3 1 0,33-79 0,-44 119 0,1-1 0,-1 0 0,1 1 0,0 0 0,1 0 0,0 0 0,0 1 0,0 0 0,14-10 0,-16 14 0,0-1 0,1 1 0,-1 0 0,1 0 0,0 0 0,0 0 0,-1 1 0,1 0 0,0 0 0,0 0 0,0 1 0,0 0 0,0 0 0,1 0 0,-1 0 0,0 1 0,0 0 0,7 2 0,-2 0 0,1 1 0,-1 1 0,0 0 0,0 0 0,0 1 0,-1 1 0,0-1 0,0 1 0,-1 1 0,0 0 0,0 0 0,0 0 0,-1 1 0,8 13 0,-11-16 0,-1 0 0,0 0 0,0 0 0,0 0 0,-1 0 0,0 0 0,0 1 0,0-1 0,-1 1 0,0-1 0,0 1 0,-1-1 0,0 1 0,0 0 0,-1-1 0,1 1 0,-1 0 0,-1-1 0,1 0 0,-1 1 0,0-1 0,-1 0 0,0 0 0,0 0 0,-5 8 0,0-4 0,-1 0 0,0 0 0,-1-1 0,0-1 0,0 1 0,-1-2 0,0 0 0,0 0 0,-1-1 0,1 0 0,-14 4 0,-8 2 0,0-2 0,-68 12 0,54-15-1365,9-4-5461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1.5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222 71 24575,'12'-1'0,"2"1"0,-14 1 0,0-1 0,0 1 0,0-1 0,-1 0 0,1 1 0,0-1 0,0 1 0,0-1 0,0 0 0,-1 1 0,1-1 0,0 0 0,0 1 0,-1-1 0,1 0 0,0 1 0,-1-1 0,1 0 0,0 0 0,-1 1 0,1-1 0,0 0 0,-1 0 0,1 0 0,-1 1 0,1-1 0,0 0 0,-1 0 0,1 0 0,-1 0 0,-15 11 0,0 1 0,1 0 0,0 1 0,2 0 0,-1 1 0,2 1 0,0 0 0,0 1 0,2 0 0,0 0 0,0 1 0,-8 24 0,4-3 0,1 0 0,1 1 0,3 0 0,-9 75 0,19-112 0,1-5 0,6-12 0,8-20 0,16-34 0,49-77 0,51-57 0,-131 201 0,11-16 0,-7 9 0,0 1 0,1 0 0,0 0 0,0 0 0,9-7 0,-14 13 0,1 1 0,-1 0 0,1 0 0,0 0 0,-1 0 0,1 0 0,0 0 0,0 0 0,-1 1 0,1-1 0,0 1 0,0-1 0,0 1 0,0 0 0,0-1 0,0 1 0,0 0 0,0 0 0,0 1 0,0-1 0,0 0 0,0 1 0,-1-1 0,1 1 0,0-1 0,0 1 0,0 0 0,-1 0 0,1 0 0,0 0 0,2 2 0,5 4 0,-1 1 0,0 0 0,0 1 0,-1 0 0,0 0 0,0 1 0,-1-1 0,0 2 0,-1-1 0,0 0 0,0 1 0,-2 0 0,1 0 0,2 15 0,-6-22 0,1 0 0,-1 0 0,0-1 0,0 1 0,-1 0 0,1 0 0,-1 0 0,0 0 0,0 0 0,0-1 0,0 1 0,-1 0 0,1-1 0,-1 1 0,-4 5 0,2-4 0,0 0 0,0-1 0,-1 0 0,1 0 0,-1 0 0,0-1 0,0 0 0,0 1 0,-8 2 0,-5 1 0,0-1 0,0-1 0,0 0 0,0-2 0,-32 3 0,-20-3-1365,44-4-5461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1.8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923 14 24575,'30'-9'0,"-9"4"0,-134 36 0,107-29 0,-6 1 0,1 1 0,0 1 0,0 0 0,-19 11 0,28-14 0,0-1 0,0 0 0,0 1 0,1-1 0,-1 1 0,0 0 0,1-1 0,-1 1 0,1 0 0,0 0 0,0 0 0,-1 0 0,1 0 0,1 0 0,-1 0 0,0 1 0,0-1 0,1 0 0,-1 0 0,1 1 0,0-1 0,0 0 0,0 1 0,0-1 0,0 0 0,0 0 0,1 1 0,-1-1 0,1 0 0,-1 1 0,3 3 0,1 2 0,1 1 0,0-1 0,0 0 0,8 10 0,-9-14 0,0 0 0,0 1 0,-1 0 0,1 0 0,-1 0 0,0 0 0,-1 0 0,0 0 0,1 1 0,-2-1 0,1 1 0,-1 0 0,1-1 0,-2 1 0,1 6 0,-1-4 0,-2-1 0,1 0 0,-1 0 0,0 0 0,-1-1 0,0 1 0,0 0 0,0-1 0,-1 0 0,0 0 0,0 0 0,0 0 0,-1 0 0,0-1 0,0 0 0,0 0 0,-8 5 0,-10 7 0,0-1 0,-1-1 0,-31 14 0,-40 13-823,-2-4-1,-174 44 1,97-38-4898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6.3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87 24575,'-1'-5'0,"1"0"0,-1 0 0,0 0 0,0 0 0,-3-6 0,2 8 0,1 0 0,0 0 0,0 0 0,0 0 0,1-1 0,-1 1 0,1 0 0,-1-1 0,1 1 0,0 0 0,1-1 0,0-4 0,-1 8 0,0 0 0,0 0 0,0-1 0,0 1 0,0 0 0,0 0 0,0 0 0,0 0 0,0 0 0,0-1 0,0 1 0,0 0 0,0 0 0,0 0 0,0 0 0,1 0 0,-1-1 0,0 1 0,0 0 0,0 0 0,0 0 0,0 0 0,0 0 0,0 0 0,1 0 0,-1 0 0,0 0 0,0 0 0,0-1 0,0 1 0,0 0 0,1 0 0,-1 0 0,0 0 0,0 0 0,0 0 0,0 0 0,1 0 0,-1 0 0,0 0 0,0 0 0,0 0 0,0 0 0,0 0 0,1 1 0,-1-1 0,0 0 0,0 0 0,8 9 0,2 12 0,4 28 0,-3 0 0,-2 0 0,-2 1 0,-3 0 0,-2 76 0,-2-120 0,2 25 0,-2-30 0,0-1 0,0 1 0,0-1 0,0 1 0,0-1 0,1 1 0,-1-1 0,0 1 0,0-1 0,0 1 0,1-1 0,-1 1 0,0-1 0,1 0 0,-1 1 0,0-1 0,1 1 0,-1-1 0,0 0 0,1 0 0,-1 1 0,1-1 0,-1 0 0,0 1 0,1-1 0,-1 0 0,1 0 0,-1 0 0,1 0 0,-1 0 0,1 1 0,-1-1 0,1 0 0,-1 0 0,1 0 0,-1 0 0,1 0 0,-1-1 0,1 1 0,-1 0 0,1 0 0,-1 0 0,1 0 0,-1 0 0,1-1 0,-1 1 0,1 0 0,-1 0 0,0-1 0,1 0 0,15-9 0,27-23 0,6-4 0,-37 28 0,0 2 0,1 0 0,0 0 0,16-5 0,-26 11 0,0 0 0,-1 0 0,1 1 0,0-1 0,-1 1 0,1-1 0,0 1 0,0 0 0,0 0 0,-1 0 0,1 0 0,0 0 0,0 1 0,0-1 0,-1 1 0,1 0 0,0 0 0,-1 0 0,1 0 0,-1 0 0,1 1 0,-1-1 0,1 1 0,-1 0 0,0-1 0,0 1 0,0 0 0,3 4 0,4 10 0,-1-1 0,0 1 0,-1 1 0,-1 0 0,-1 0 0,0 0 0,4 34 0,-4-25 0,0 0 0,15 38 0,-18-59 0,0 1 0,0 0 0,1-1 0,0 0 0,0 1 0,1-1 0,-1 0 0,1-1 0,0 1 0,0-1 0,1 0 0,-1 0 0,1 0 0,0 0 0,0-1 0,0 0 0,1 0 0,-1 0 0,1-1 0,-1 1 0,1-1 0,0-1 0,0 1 0,0-1 0,0 0 0,0-1 0,10 1 0,-7-2 0,0 0 0,1 0 0,-1-1 0,0 0 0,0-1 0,0 0 0,0 0 0,9-6 0,-5 3 0,1 0 0,17-4 0,-30 10 0,1 0 0,0 0 0,-1-1 0,1 1 0,0 0 0,-1 0 0,1 0 0,0 1 0,-1-1 0,1 0 0,0 1 0,-1-1 0,1 1 0,-1-1 0,1 1 0,-1 0 0,1 0 0,-1 0 0,1 0 0,-1 0 0,0 0 0,0 0 0,2 2 0,2 3 0,0 0 0,-1 0 0,0 1 0,4 7 0,13 20 0,-9-22 0,0-1 0,27 17 0,13 12 0,-38-27-227,0 0-1,1-1 1,1 0-1,0-1 1,18 9-1,-18-14-6598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6.6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246 14 24575,'0'0'0,"0"-1"0,0 1 0,0-1 0,0 1 0,1 0 0,-1-1 0,0 1 0,0-1 0,0 1 0,0-1 0,0 1 0,0 0 0,-1-1 0,1 1 0,0-1 0,0 1 0,0-1 0,0 1 0,0 0 0,-1-1 0,1 1 0,0 0 0,0-1 0,-1 1 0,1 0 0,0-1 0,-1 1 0,1 0 0,0-1 0,-1 1 0,1 0 0,0 0 0,-1-1 0,1 1 0,0 0 0,-1 0 0,1 0 0,-1 0 0,1-1 0,-2 2 0,1-1 0,-1 1 0,1 0 0,0-1 0,-1 1 0,1 0 0,0 0 0,0-1 0,0 1 0,-1 0 0,0 2 0,-28 33 0,27-31 0,0-1 0,0 1 0,1 0 0,-1 0 0,1 0 0,0 0 0,0 0 0,1 0 0,-2 8 0,3-10 0,0 0 0,0 0 0,0 1 0,1-1 0,-1 0 0,1 0 0,0 0 0,0 1 0,0-1 0,0 0 0,0 0 0,1 0 0,-1-1 0,1 1 0,0 0 0,0-1 0,3 4 0,51 49 0,4 4 0,-55-52 0,1 0 0,-1 0 0,0 0 0,-1 0 0,1 1 0,-2 0 0,5 10 0,-7-15 0,-1 1 0,1-1 0,-1 0 0,1 1 0,-1-1 0,0 0 0,0 1 0,0-1 0,-1 0 0,1 1 0,-1-1 0,0 0 0,0 1 0,0-1 0,0 0 0,0 0 0,-1 0 0,0 0 0,1 0 0,-1 0 0,0-1 0,0 1 0,-1 0 0,-3 3 0,-3 2 0,-1-1 0,1 1 0,-2-2 0,1 1 0,-19 7 0,-13 3-682,-72 20-1,27-14-6143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7.8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24575,'3'0'0,"5"0"0,3 0 0,3 0 0,3 0 0,1 0 0,4 0 0,1 0 0,-3 0-8191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28.1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24575,'3'0'0,"5"0"0,3 0 0,3 0 0,6 0 0,2 0 0,3 0 0,5 0 0,-1 0 0,-1 0 0,0 0 0,-5 0-8191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6.1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471 370 24575,'1'-3'0,"1"0"0,-1 0 0,1 1 0,0-1 0,0 0 0,0 1 0,0 0 0,1-1 0,-1 1 0,1 0 0,5-3 0,-1-1 0,11-10 0,18-14 0,31-36 0,-58 57 0,0-1 0,-1 0 0,-1-1 0,0 0 0,0 0 0,-1-1 0,-1 0 0,7-19 0,-11 28 0,0 0 0,0 1 0,0-1 0,-1 0 0,0 0 0,0 0 0,1 0 0,-2 0 0,1 0 0,0 0 0,0 0 0,-1 0 0,0 1 0,0-1 0,1 0 0,-2 0 0,1 1 0,0-1 0,-3-4 0,1 4 0,1 1 0,-1-1 0,0 0 0,0 1 0,-1-1 0,1 1 0,0 0 0,-1 0 0,0 0 0,1 0 0,-1 1 0,-6-2 0,-6-1 0,-1 2 0,1 0 0,0 0 0,-1 2 0,-30 2 0,25 0 0,0 1 0,1 1 0,-1 1 0,1 1 0,-37 15 0,50-18 0,1 0 0,0 1 0,0 0 0,0 0 0,0 1 0,1 0 0,0 0 0,0 0 0,0 1 0,1 0 0,-1 0 0,2 0 0,-1 1 0,1-1 0,-1 1 0,2 1 0,-1-1 0,1 0 0,-3 10 0,5-10 0,1 0 0,-1 0 0,1 0 0,1 0 0,-1 0 0,1 0 0,0 0 0,1 0 0,0 0 0,0-1 0,0 1 0,1-1 0,0 1 0,0-1 0,0 0 0,6 6 0,7 12 0,2-1 0,29 30 0,-43-49 0,118 115 0,24 26 0,-138-137 0,-1 1 0,0 0 0,0 1 0,-1 0 0,6 11 0,-11-19 0,0 0 0,0 0 0,0 0 0,0 0 0,-1 0 0,1 0 0,-1 0 0,1 0 0,-1 0 0,0 0 0,0 0 0,0 1 0,0-1 0,0 0 0,0 0 0,-1 0 0,1 0 0,-1 0 0,1 0 0,-1 0 0,0 0 0,0 0 0,0 0 0,0-1 0,0 1 0,0 0 0,-1 0 0,1-1 0,0 1 0,-1-1 0,1 1 0,-1-1 0,0 0 0,1 0 0,-4 2 0,-2 1 0,-1-1 0,0 1 0,0-2 0,0 1 0,0-1 0,0 0 0,-10 1 0,-61 0 0,54-2 0,-183-6 0,178 3 0,0-2 0,1-1 0,0-2 0,-54-19 0,77 24 0,0-1 0,1 0 0,-1 0 0,0 0 0,1-1 0,-10-8 0,14 11 0,0 0 0,0 0 0,0 0 0,0 0 0,1-1 0,-1 1 0,0 0 0,0 0 0,1-1 0,-1 1 0,1-1 0,-1 1 0,1 0 0,0-1 0,-1 1 0,1-1 0,0 1 0,0-1 0,0 1 0,0-1 0,0 1 0,0-1 0,1 1 0,-1 0 0,0-1 0,1 1 0,-1-1 0,1 1 0,0 0 0,-1-1 0,1 1 0,0 0 0,0 0 0,0-1 0,1 0 0,4-5 0,0 1 0,1 0 0,0 0 0,0 0 0,0 1 0,1 0 0,0 0 0,9-4 0,75-27 0,-71 29 0,495-135 0,-276 83 0,-230 56 0,-3 1 0,0 0 0,-1 0 0,1 1 0,0 0 0,0 0 0,10 1 0,-15 0 0,-1 1 0,0-1 0,1 0 0,-1 1 0,1 0 0,-1-1 0,0 1 0,1 0 0,-1-1 0,0 1 0,0 0 0,0 0 0,1 0 0,-1 0 0,0 0 0,0 0 0,0 1 0,-1-1 0,1 0 0,0 0 0,0 1 0,-1-1 0,1 0 0,-1 1 0,1-1 0,-1 1 0,1-1 0,-1 0 0,0 1 0,0-1 0,0 1 0,0-1 0,0 1 0,0-1 0,0 3 0,-6 120 261,2-91-532,2 0 0,2 1 0,1-1 0,1 0 0,8 40 0,-3-48-6555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6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15 24575,'-3'-3'0,"-4"-1"0,-4 0 0,-4 0 0,2 5 0,-1 5 0,2 1-8191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7.1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1 237 24575,'2'-1'0,"0"1"0,0-1 0,0 0 0,0 0 0,0-1 0,0 1 0,-1 0 0,1-1 0,3-2 0,11-8 0,-13 11 0,1-1 0,-1 1 0,1 0 0,0 0 0,-1 0 0,1 1 0,0-1 0,0 1 0,-1 0 0,1 0 0,0 0 0,0 1 0,-1-1 0,1 1 0,0 0 0,-1 0 0,1 0 0,0 1 0,-1-1 0,0 1 0,1 0 0,-1 0 0,0 0 0,0 0 0,0 0 0,0 1 0,0-1 0,2 5 0,0-2 0,0 1 0,-1 1 0,0-1 0,0 0 0,0 1 0,-1 0 0,0 0 0,0 0 0,-1 0 0,0 1 0,0-1 0,-1 0 0,1 10 0,1-20 0,1 0 0,-1 0 0,0 0 0,0-1 0,0 1 0,2-4 0,-1 1 0,18-19 0,2 0 0,0 2 0,2 0 0,49-32 0,-71 52 0,0 0 0,1 1 0,-1 0 0,1-1 0,-1 2 0,1-1 0,0 0 0,7 0 0,-11 2 0,0-1 0,0 1 0,0 1 0,0-1 0,0 0 0,0 0 0,0 0 0,0 0 0,0 1 0,0-1 0,0 0 0,0 1 0,0-1 0,0 1 0,-1-1 0,1 1 0,0-1 0,1 2 0,-1-1 0,0 1 0,0-1 0,0 1 0,0-1 0,-1 1 0,1-1 0,0 1 0,-1 0 0,1-1 0,-1 1 0,0 0 0,1 0 0,-1-1 0,0 3 0,0 9 0,-1 0 0,-1 0 0,-5 23 0,-3 24 0,10-55 0,0 0 0,0 0 0,0 0 0,1 0 0,-1 0 0,1-1 0,0 1 0,1 0 0,2 7 0,-3-11 0,0 1 0,0 0 0,0 0 0,0-1 0,1 1 0,-1-1 0,1 1 0,-1-1 0,1 1 0,-1-1 0,1 0 0,0 0 0,0 0 0,-1 0 0,1 0 0,0 0 0,0-1 0,0 1 0,0 0 0,0-1 0,0 0 0,0 1 0,0-1 0,0 0 0,0 0 0,0 0 0,1 0 0,-1-1 0,0 1 0,0 0 0,0-1 0,3-1 0,6-1 0,0-1 0,-1-1 0,1 0 0,13-8 0,2-4 0,0 0 0,-1-2 0,-1-1 0,22-24 0,-33 34 0,-4 11 0,-7 0 0,-1 1 0,0-1 0,0 1 0,0 0 0,0-1 0,-1 1 0,1 0 0,0 0 0,-1 0 0,1 2 0,6 17 0,-5-17 0,0-1 0,0 1 0,1 0 0,-1-1 0,1 0 0,0 1 0,0-1 0,0 0 0,0-1 0,1 1 0,-1 0 0,1-1 0,-1 0 0,1 0 0,8 3 0,-6-3 0,1 0 0,-1-1 0,1 0 0,0 0 0,0 0 0,-1-1 0,1 0 0,0 0 0,9-2 0,-3-1 0,-1 0 0,1 0 0,-1-1 0,0-1 0,0 0 0,0 0 0,-1-1 0,0-1 0,0 0 0,11-9 0,16-23 0,-42 76 0,0 11 0,1 0 0,2 0 0,2 0 0,3-1 0,1 1 0,18 68 0,-22-110 0,-3-6 0,-6-16 0,-9-26 0,11 18 0,0-1 0,1 0 0,2 1 0,0-1 0,2 0 0,1-1 0,1 1 0,5-35 0,2 18 0,2 1 0,1 0 0,2 0 0,21-43 0,-31 77 0,3-8 0,17-28 0,-21 41 0,-1-1 0,1 1 0,0-1 0,-1 1 0,1 0 0,0 0 0,0 0 0,1 0 0,-1 0 0,0 0 0,1 1 0,-1-1 0,1 1 0,-1-1 0,1 1 0,0 0 0,-1 0 0,5-1 0,-5 3 0,1-1 0,-1 0 0,0 1 0,0 0 0,1-1 0,-1 1 0,0 0 0,0 0 0,0 0 0,0 0 0,0 1 0,0-1 0,0 1 0,-1-1 0,1 1 0,0-1 0,-1 1 0,1 0 0,-1 0 0,0 0 0,2 2 0,5 9 0,-1 0 0,7 16 0,-9-17 0,1-1 0,-2 0 0,1 1 0,-2 0 0,1-1 0,-2 1 0,3 15 0,-5-24 0,0 0 0,0-1 0,0 1 0,0 0 0,-1 0 0,1 0 0,-1-1 0,1 1 0,-1 0 0,0 0 0,0-1 0,-1 1 0,-1 4 0,1-6 0,0 1 0,1 0 0,-1-1 0,0 1 0,0-1 0,0 0 0,0 0 0,0 0 0,0 0 0,0 0 0,0 0 0,0 0 0,0 0 0,-1-1 0,1 1 0,0-1 0,0 0 0,-1 0 0,-3 0 0,-16-1-1365,2-2-5461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7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37 24575,'5'-5'0,"21"-18"0,-25 22 0,0 0 0,0 0 0,0 1 0,0-1 0,0 0 0,0 1 0,0-1 0,0 1 0,0-1 0,0 1 0,0 0 0,0-1 0,1 1 0,-1 0 0,0 0 0,0 0 0,0 0 0,1 0 0,-1 0 0,0 0 0,0 0 0,2 1 0,-2-1 0,-1 1 0,1-1 0,-1 1 0,0-1 0,1 1 0,-1-1 0,1 1 0,-1-1 0,0 1 0,1 0 0,-1-1 0,0 1 0,0 0 0,1-1 0,-1 1 0,0 0 0,0-1 0,0 1 0,0 0 0,0-1 0,0 1 0,0 0 0,0-1 0,0 2 0,-5 21 0,3-15 0,-11 50 0,4 1 0,2 0 0,2 0 0,6 115 0,3-130-1365,0-6-5461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37.6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1 292 24575,'24'-53'0,"-15"32"0,1 0 0,14-22 0,-23 42 0,-1 1 0,0-1 0,0 0 0,1 1 0,-1-1 0,1 1 0,-1-1 0,1 1 0,-1-1 0,1 1 0,-1-1 0,1 1 0,-1-1 0,1 1 0,0 0 0,-1-1 0,1 1 0,0 0 0,-1-1 0,1 1 0,0 0 0,-1 0 0,1 0 0,0 0 0,-1 0 0,1 0 0,0 0 0,0 0 0,-1 0 0,1 0 0,0 0 0,-1 0 0,1 0 0,0 0 0,0 1 0,2 1 0,0 0 0,-1 0 0,1 0 0,-1 0 0,1 1 0,2 3 0,14 13 0,-16-18 0,0 0 0,-1 0 0,1 0 0,0 0 0,0 0 0,0-1 0,-1 1 0,1-1 0,0 0 0,0 0 0,0 0 0,0 0 0,0 0 0,0-1 0,0 1 0,4-2 0,-2 0 0,0 0 0,0 0 0,0-1 0,0 1 0,0-1 0,-1 0 0,1-1 0,6-6 0,-6 6 0,-1 0 0,-1 0 0,1-1 0,-1 0 0,1 0 0,-1 0 0,-1 0 0,4-7 0,-5 9 0,0 0 0,0 0 0,-1 1 0,1-1 0,-1 0 0,1 0 0,-1 0 0,0-1 0,0 1 0,0 0 0,-1 0 0,1 0 0,-1 0 0,1 0 0,-3-4 0,1 3 0,0 1 0,0-1 0,0 1 0,0-1 0,-1 1 0,0 0 0,1 0 0,-1 0 0,0 0 0,-1 1 0,1-1 0,0 1 0,-1 0 0,1 0 0,-1 0 0,0 0 0,0 1 0,0 0 0,0-1 0,0 1 0,0 1 0,0-1 0,0 1 0,0-1 0,0 1 0,0 0 0,0 0 0,0 1 0,0 0 0,0-1 0,0 1 0,0 0 0,-7 4 0,6-4 0,1 0 0,0 1 0,0 0 0,0 0 0,0 0 0,0 1 0,0-1 0,1 1 0,-1 0 0,1 0 0,0 0 0,0 0 0,0 1 0,0-1 0,0 1 0,1 0 0,0 0 0,-1 0 0,1 0 0,1 0 0,-1 0 0,1 1 0,0-1 0,0 0 0,0 1 0,0-1 0,1 1 0,-1-1 0,1 1 0,1-1 0,0 6 0,1-4 0,0 1 0,0-1 0,1 1 0,0-1 0,1 0 0,-1 0 0,1-1 0,0 1 0,0-1 0,1 0 0,0 0 0,0 0 0,0-1 0,0 0 0,1 1 0,8 3 0,5 3 0,0-1 0,1-1 0,39 13 0,-28-13-455,1-2 0,56 5 0,-17-8-6371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5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636 228 24575,'1'-44'0,"0"28"0,0 0 0,-1 0 0,-1 0 0,0-1 0,-2 1 0,-4-18 0,6 31 0,0 0 0,0 0 0,0 0 0,-1 0 0,1 0 0,-1 1 0,0-1 0,0 1 0,0-1 0,0 1 0,0 0 0,0-1 0,-1 1 0,1 0 0,-1 1 0,1-1 0,-6-2 0,4 2 0,0 1 0,-1 0 0,1 0 0,0 0 0,-1 1 0,1-1 0,-1 1 0,1 0 0,-1 0 0,1 1 0,-6 0 0,-5 3 0,0 1 0,0 0 0,0 0 0,1 2 0,-26 14 0,0 5 0,1 2 0,2 1 0,1 1 0,1 3 0,2 1 0,1 1 0,2 1 0,-39 62 0,59-82 0,1 1 0,0-1 0,2 1 0,-1 1 0,2 0 0,-5 23 0,9-33 0,1-1 0,0 0 0,1 1 0,0-1 0,0 0 0,0 1 0,1-1 0,0 0 0,1 1 0,-1-1 0,1 0 0,1 0 0,-1 0 0,1-1 0,1 1 0,-1 0 0,1-1 0,9 12 0,-2-7 0,0 0 0,1-1 0,0 0 0,0-1 0,1-1 0,0 1 0,1-2 0,0 0 0,0-1 0,1 0 0,0-1 0,25 5 0,-2-3 0,1-1 0,0-2 0,74-2 0,-73-3 0,-1-1 0,1-3 0,0-1 0,-1-2 0,66-23 0,-89 25 0,0-1 0,-1-1 0,0-1 0,0 0 0,-1 0 0,24-22 0,-29 22 0,-1 0 0,0 0 0,-1-1 0,0 0 0,0 0 0,-1-1 0,0 0 0,-1 0 0,0 0 0,5-19 0,-5 6 0,0 0 0,-2 0 0,-1 0 0,-1 0 0,-2-35 0,-22-118 0,22 174 0,1 1 0,0 0 0,-1 0 0,1 0 0,-1 0 0,0 0 0,0 0 0,1 0 0,-1 0 0,-1 0 0,-1-3 0,3 5 0,0-1 0,-1 1 0,1 0 0,0 0 0,0 0 0,-1 0 0,1 0 0,0 0 0,0 0 0,0 0 0,-1 0 0,1 0 0,0 0 0,0 0 0,-1 0 0,1 0 0,0 0 0,0 0 0,-1 0 0,1 0 0,0 0 0,0 0 0,-1 0 0,1 0 0,0 0 0,0 0 0,0 1 0,-1-1 0,1 0 0,0 0 0,0 0 0,0 0 0,-1 1 0,-8 15 0,-14 43 0,2 2 0,4 0 0,-17 103 0,31-145 114,1 0 0,1 33 0,1-47-204,0-1 0,1 1 0,-1-1 0,1 0 0,0 0 1,0 1-1,0-1 0,1 0 0,0 0 0,-1 0 1,2 0-1,-1 0 0,0-1 0,1 1 0,-1 0 0,1-1 1,0 0-1,4 3 0,6 2-6736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46.8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15 401 24575,'6'-23'0,"-3"20"0,-5 16 0,-1-4 0,-1 7 0,-1 1 0,2 1 0,0-1 0,1 0 0,1 23 0,1-36 0,0-1 0,1 1 0,-1-1 0,1 1 0,0-1 0,0 1 0,0-1 0,0 0 0,1 0 0,-1 1 0,1-1 0,0 0 0,0 0 0,0 0 0,0-1 0,0 1 0,1 0 0,-1-1 0,1 0 0,0 1 0,0-1 0,0 0 0,0 0 0,0-1 0,0 1 0,0-1 0,1 1 0,-1-1 0,0 0 0,1 0 0,-1-1 0,6 1 0,-2 0 0,0 0 0,0-1 0,0 0 0,0 0 0,0-1 0,0 0 0,0 0 0,0-1 0,-1 1 0,1-2 0,-1 1 0,1-1 0,-1 0 0,0 0 0,0 0 0,9-8 0,-12 9 0,0-1 0,0 0 0,0 0 0,0 0 0,-1 0 0,1-1 0,-1 1 0,0-1 0,0 1 0,0-1 0,-1 0 0,1 0 0,-1 1 0,0-1 0,0 0 0,0-1 0,0 1 0,-1 0 0,0 0 0,0 0 0,0 0 0,0 0 0,-1 0 0,1 0 0,-1 0 0,0 0 0,-1 0 0,1 0 0,-2-4 0,-2-1 0,0 0 0,-1 0 0,1 1 0,-2-1 0,1 1 0,-1 1 0,0 0 0,-1 0 0,0 0 0,0 1 0,0 0 0,-1 0 0,1 1 0,-2 0 0,1 1 0,0 0 0,-1 0 0,0 1 0,-10-2 0,62 16 0,-5-6 0,1-3 0,44-2 0,-67-1 0,1-1 0,-1 0 0,1-1 0,-1 0 0,0-1 0,0-1 0,0-1 0,13-7 0,-18 7 0,5-1 0,-14 7 0,-1 0 0,0 1 0,1-1 0,-1 0 0,1 1 0,-1-1 0,1 1 0,-1-1 0,0 0 0,1 1 0,-1-1 0,0 1 0,0-1 0,1 1 0,-1-1 0,0 1 0,0-1 0,0 1 0,0-1 0,1 1 0,-1-1 0,0 1 0,0-1 0,0 1 0,0 0 0,0-1 0,0 1 0,0-1 0,-1 1 0,1-1 0,0 1 0,0 0 0,-1 12 0,0 4 0,1 0 0,0 0 0,1 0 0,1 0 0,5 22 0,-6-36 0,0 1 0,0-1 0,0 1 0,1-1 0,-1 0 0,1 0 0,0 0 0,0 0 0,0 0 0,0 0 0,0-1 0,1 1 0,-1-1 0,1 1 0,0-1 0,0 0 0,0 0 0,0 0 0,0 0 0,0-1 0,0 1 0,1-1 0,-1 0 0,0 0 0,1 0 0,-1-1 0,1 1 0,-1-1 0,1 1 0,0-1 0,-1 0 0,4-1 0,-1 0 0,-1 1 0,1-1 0,-1 0 0,0 0 0,0-1 0,1 0 0,-1 0 0,0 0 0,0 0 0,-1-1 0,1 0 0,-1 0 0,1 0 0,-1-1 0,0 1 0,6-8 0,2-3 0,-2-1 0,0 0 0,14-27 0,2-6 0,-25 47 0,-1 1 0,0 0 0,0-1 0,0 1 0,0-1 0,1 1 0,-1 0 0,0-1 0,0 1 0,1 0 0,-1-1 0,0 1 0,0 0 0,1-1 0,-1 1 0,1 0 0,-1-1 0,0 1 0,1 0 0,-1 0 0,0 0 0,1 0 0,-1-1 0,1 1 0,-1 0 0,1 0 0,-1 0 0,0 0 0,1 0 0,-1 0 0,1 0 0,-1 0 0,1 0 0,-1 0 0,1 0 0,-1 0 0,0 0 0,1 1 0,-1-1 0,1 0 0,-1 0 0,0 0 0,1 0 0,-1 1 0,0-1 0,1 0 0,-1 1 0,0-1 0,1 0 0,-1 1 0,0-1 0,1 0 0,-1 1 0,0-1 0,0 0 0,0 1 0,1-1 0,-1 1 0,0-1 0,0 0 0,0 1 0,0-1 0,0 1 0,0-1 0,0 1 0,10 35 0,-9-32 0,1 4 0,2 16 0,2-1 0,0 0 0,17 39 0,-19-55 0,-1 0 0,1-1 0,1 1 0,-1-1 0,1 0 0,0 0 0,0-1 0,1 0 0,-1 0 0,1 0 0,1 0 0,-1-1 0,0 0 0,1 0 0,0-1 0,8 3 0,-3-2 0,0-1 0,1 0 0,-1-1 0,0-1 0,1 0 0,-1 0 0,1-2 0,-1 1 0,1-1 0,-1-1 0,0 0 0,0-1 0,1-1 0,-2 0 0,1 0 0,17-9 0,-7 1 0,-1 0 0,0-2 0,-1 0 0,-1-1 0,0-1 0,-1-1 0,23-28 0,-39 44 0,-1-1 0,0 1 0,0-1 0,1 0 0,-1 1 0,0-1 0,0 0 0,-1 0 0,1 0 0,0 0 0,0 1 0,-1-1 0,0 0 0,1-4 0,-1 5 0,0-1 0,-1 1 0,1 0 0,-1 0 0,1 0 0,-1-1 0,0 1 0,1 0 0,-1 0 0,0 0 0,0 0 0,0 0 0,0 0 0,0 0 0,0 0 0,0 1 0,0-1 0,0 0 0,0 1 0,0-1 0,0 0 0,0 1 0,-1 0 0,0-1 0,-8-3 0,1 1 0,-1-1 0,0 2 0,0 0 0,0 0 0,0 1 0,0 0 0,0 1 0,-1 0 0,-10 1 0,18 0 0,-1-1 0,1 1 0,0-1 0,0 1 0,0 0 0,0 0 0,0 1 0,0-1 0,0 1 0,0-1 0,0 1 0,1 0 0,-1 0 0,1 0 0,-1 1 0,1-1 0,0 0 0,0 1 0,0 0 0,0-1 0,0 1 0,1 0 0,-1 0 0,1 0 0,0 0 0,0 0 0,0 0 0,0 0 0,0 0 0,1 1 0,-1-1 0,1 0 0,0 0 0,0 1 0,1 3 0,-1-3 0,0 0 0,1 0 0,0 1 0,0-1 0,0 0 0,0 0 0,0 0 0,1 0 0,0 0 0,0-1 0,0 1 0,0 0 0,0-1 0,1 1 0,0-1 0,3 3 0,-1-1 0,0-1 0,0 0 0,1-1 0,0 1 0,-1-1 0,1 0 0,0 0 0,1-1 0,9 3 0,-5-2 0,1-1 0,-1-1 0,1 1 0,0-2 0,-1 0 0,1 0 0,-1-1 0,1 0 0,-1-1 0,1 0 0,15-6 0,-17 3 0,-1 0 0,1 0 0,-1-1 0,0 0 0,-1 0 0,0-1 0,0 0 0,0-1 0,-1 0 0,0 0 0,-1-1 0,0 1 0,0-1 0,-1-1 0,0 1 0,0-1 0,4-15 0,3-12 0,-2 0 0,-1-1 0,4-56 0,0-99 0,-14 191 0,0 6 0,-3 19 0,-5 36 0,-2 44-455,5 2 0,10 130 0,3-149-6371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54.9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68 336 24575,'0'-25'0,"1"13"0,-1 1 0,0-1 0,-1 1 0,0 0 0,-5-22 0,6 33 0,0 0 0,0-1 0,0 1 0,0 0 0,0 0 0,0 0 0,0 0 0,0-1 0,-1 1 0,1 0 0,0 0 0,0 0 0,0 0 0,0-1 0,0 1 0,0 0 0,0 0 0,0 0 0,0 0 0,0-1 0,-1 1 0,1 0 0,0 0 0,0 0 0,0 0 0,0 0 0,0 0 0,-1 0 0,1-1 0,0 1 0,0 0 0,0 0 0,0 0 0,-1 0 0,1 0 0,0 0 0,0 0 0,0 0 0,0 0 0,-1 0 0,1 0 0,0 0 0,0 0 0,0 0 0,-1 0 0,1 0 0,0 0 0,0 0 0,0 0 0,0 0 0,-1 0 0,1 1 0,-7 11 0,-2 19 0,-7 45 0,-5 80 0,21-146 0,0 1 0,0-1 0,0 0 0,4 17 0,-3-25 0,-1 0 0,0 0 0,1 1 0,0-1 0,-1 0 0,1 0 0,0 0 0,0 0 0,0 0 0,0 0 0,1 0 0,-1 0 0,0 0 0,1-1 0,-1 1 0,1 0 0,0-1 0,-1 1 0,1-1 0,0 0 0,0 0 0,0 1 0,0-1 0,0-1 0,0 1 0,4 1 0,-5-2 0,0 0 0,1 0 0,-1 0 0,0 0 0,0 0 0,0 0 0,0 0 0,0 0 0,0-1 0,0 1 0,0 0 0,0-1 0,0 1 0,0-1 0,0 1 0,0-1 0,0 1 0,-1-1 0,1 0 0,0 1 0,1-2 0,0-1 0,-1 1 0,1 0 0,-1-1 0,0 1 0,0-1 0,1 1 0,-1-1 0,0-3 0,2-6 0,-1-1 0,0-23 0,-1 31 0,-1-67 0,-3 1 0,-3-1 0,-27-122 0,32 186 0,-1 1 0,0 0 0,1 0 0,0 0 0,1 0 0,0-14 0,0 19 0,0 1 0,1-1 0,-1 1 0,0-1 0,1 1 0,0-1 0,-1 1 0,1 0 0,0-1 0,-1 1 0,1 0 0,0-1 0,0 1 0,0 0 0,0 0 0,1 0 0,-1 0 0,0 0 0,0 0 0,1 0 0,-1 0 0,0 1 0,1-1 0,-1 0 0,1 1 0,-1-1 0,1 1 0,-1 0 0,1-1 0,-1 1 0,1 0 0,-1 0 0,3 0 0,10 0 0,-1 0 0,1 2 0,-1-1 0,0 2 0,19 4 0,67 27 0,-74-24 0,-14-6 0,102 42 0,-102-41 0,0 1 0,0 1 0,0 0 0,0 0 0,-1 1 0,-1 1 0,12 11 0,-20-18 0,1-1 0,-1 1 0,0 0 0,1 0 0,-1 0 0,0 0 0,0 0 0,0 0 0,-1 0 0,1 0 0,0 0 0,-1 0 0,0 1 0,1-1 0,-1 0 0,0 0 0,0 0 0,0 1 0,-1 2 0,0-2 0,0 1 0,0-1 0,0 0 0,-1 0 0,0 0 0,1 0 0,-1 0 0,0 0 0,0 0 0,-1-1 0,-3 4 0,-4 3 0,-1-1 0,0 0 0,0-1 0,-1 0 0,-16 7 0,-39 11 0,47-19 0,1 2 0,0-1 0,-24 15 0,42-21 0,1-1 0,-1 0 0,0 1 0,0-1 0,0 1 0,1-1 0,-1 1 0,0-1 0,1 1 0,-1-1 0,0 1 0,1 0 0,-1-1 0,1 1 0,-1 0 0,1 0 0,-1 0 0,1-1 0,0 1 0,-1 0 0,1 0 0,0 0 0,0 0 0,-1-1 0,1 1 0,0 0 0,0 0 0,0 0 0,0 0 0,0 0 0,0 0 0,0 0 0,1-1 0,-1 1 0,0 0 0,0 0 0,1 0 0,-1 0 0,1-1 0,-1 1 0,0 0 0,1 0 0,-1-1 0,1 1 0,0 0 0,-1-1 0,1 1 0,0 0 0,-1-1 0,1 1 0,1 0 0,5 4 0,0 0 0,0-1 0,1 0 0,9 4 0,-13-6 0,107 42 0,-68-28 0,1 1 0,41 26 0,-79-40 0,0 1 0,0-1 0,-1 1 0,0 1 0,0-1 0,7 8 0,-12-11 0,1 0 0,0 0 0,0 0 0,-1 0 0,1 0 0,-1 0 0,1 0 0,-1 1 0,1-1 0,-1 0 0,0 0 0,1 0 0,-1 1 0,0-1 0,0 0 0,0 0 0,0 0 0,0 1 0,0-1 0,0 0 0,-1 0 0,1 1 0,0-1 0,-1 0 0,1 0 0,0 0 0,-1 0 0,0 0 0,1 1 0,-1-1 0,0 0 0,1 0 0,-1-1 0,0 1 0,0 0 0,0 0 0,0 0 0,0 0 0,0-1 0,0 1 0,-2 0 0,-5 4 0,-1 0 0,0-1 0,0-1 0,0 1 0,0-1 0,-1-1 0,1 0 0,-15 2 0,-83 1 0,96-5 0,-36 0-682,-47-8-1,35 0-6143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55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0 216 24575,'0'-5'0,"1"1"0,-1-1 0,1 0 0,0 1 0,0-1 0,0 1 0,0-1 0,1 1 0,0-1 0,-1 1 0,2 0 0,-1 0 0,0 0 0,1 0 0,0 0 0,0 1 0,0-1 0,0 1 0,1 0 0,0 0 0,-1 0 0,1 0 0,0 1 0,0 0 0,0-1 0,0 1 0,9-2 0,8-3 0,1 2 0,-1 1 0,1 0 0,36-1 0,-45 4 0,20-1 0,-15 2 0,1-1 0,-1-1 0,0-1 0,21-6 0,-38 9 0,0-1 0,0 1 0,0 0 0,0-1 0,0 1 0,0-1 0,0 1 0,0-1 0,0 0 0,0 1 0,0-1 0,0 0 0,-1 1 0,1-1 0,0 0 0,0 0 0,-1 0 0,1 0 0,0-1 0,-1 1 0,0 0 0,1 0 0,-1 0 0,0 0 0,0 0 0,-1 0 0,1 0 0,0 1 0,0-1 0,0 0 0,0 0 0,-1 0 0,1 0 0,0 1 0,-1-1 0,1 0 0,-1 0 0,1 0 0,-1 0 0,-2-2 0,0 0 0,0 0 0,0 1 0,0-1 0,0 1 0,0-1 0,-1 1 0,1 0 0,-6-2 0,5 2 0,0 1 0,0 0 0,0 0 0,-1 0 0,1 0 0,0 0 0,-1 1 0,1 0 0,0 0 0,-1 0 0,1 0 0,0 1 0,-1 0 0,1 0 0,0 0 0,0 0 0,0 1 0,0-1 0,0 1 0,0 0 0,0 0 0,0 1 0,1-1 0,-1 1 0,1 0 0,0 0 0,0 0 0,0 0 0,0 0 0,0 1 0,1 0 0,0-1 0,-1 1 0,1 0 0,1 0 0,-4 8 0,0 4 0,0 1 0,1 1 0,1-1 0,-2 30 0,4 74 0,1-80 0,10 146-1365,-5-139-5461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2:55.6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17 262 24575,'10'-27'0,"-10"26"0,1-1 0,-1 1 0,0 0 0,1 0 0,-1 0 0,0-1 0,0 1 0,0 0 0,0 0 0,0-1 0,0 1 0,0 0 0,0 0 0,-1-1 0,1 1 0,0 0 0,-1 0 0,1 0 0,-2-2 0,2 3 0,0 0 0,-1 0 0,1 0 0,0 0 0,0 0 0,0 0 0,-1 0 0,1 0 0,0 0 0,0 0 0,-1 0 0,1 0 0,0 0 0,0 0 0,-1 0 0,1 0 0,0 0 0,0 0 0,0 1 0,-1-1 0,1 0 0,0 0 0,0 0 0,0 0 0,0 0 0,-1 1 0,1-1 0,0 0 0,0 0 0,0 0 0,0 1 0,0-1 0,0 0 0,0 0 0,0 1 0,0-1 0,-1 0 0,-3 11 0,0 2 0,1 0 0,1 1 0,0-1 0,0 1 0,2 0 0,0-1 0,3 27 0,0-17 0,1 1 0,2-1 0,13 39 0,-10-41 0,0 1 0,2-2 0,1 1 0,16 22 0,-28-43 0,0 0 0,0 0 0,0 0 0,0 0 0,1 0 0,-1 0 0,0 0 0,0 0 0,0 0 0,0 0 0,0-1 0,0 1 0,0 0 0,0 0 0,0 0 0,0 0 0,0 0 0,0 0 0,0 0 0,0 0 0,0 0 0,0 0 0,1 0 0,-1 0 0,0 0 0,0 0 0,0 0 0,0 0 0,0 0 0,0 0 0,0 0 0,0 0 0,-7-19 0,-14-31 0,19 45 0,-12-25 0,2-2 0,1 0 0,2 0 0,1 0 0,-7-61 0,14 80 0,1-1 0,0 0 0,0 1 0,1-1 0,1 0 0,0 1 0,1 0 0,1-1 0,0 1 0,1 1 0,0-1 0,1 0 0,0 1 0,1 1 0,0-1 0,1 1 0,9-11 0,-12 17 0,-1 1 0,1 0 0,-1 0 0,1 0 0,1 0 0,-1 1 0,0-1 0,1 1 0,0 1 0,-1-1 0,1 1 0,0 0 0,0 0 0,1 1 0,-1 0 0,0 0 0,0 0 0,11 1 0,-7 1 0,0 1 0,-1-1 0,0 2 0,1-1 0,-1 1 0,0 1 0,0-1 0,-1 1 0,1 1 0,-1 0 0,13 10 0,-4-1 0,-1 0 0,0 1 0,-1 0 0,-1 1 0,24 36 0,-31-41 0,-1-1 0,0 1 0,-1 0 0,0 0 0,0 1 0,-2-1 0,1 1 0,-2 0 0,1 0 0,-1 0 0,0 25 0,-3-31-80,0 0 0,0 0-1,-1 0 1,1 0 0,-1 0-1,0 0 1,-1 0 0,0-1-1,0 1 1,0-1 0,0 0 0,-1 1-1,0-2 1,0 1 0,0 0-1,-9 6 1,-34 25-6746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5.7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44 114 24575,'-6'-5'0,"1"-1"0,0 1 0,0-1 0,0 0 0,1-1 0,0 1 0,-3-8 0,6 13 0,1-1 0,0 1 0,-1 0 0,1-1 0,0 1 0,-1-1 0,1 1 0,0-1 0,0 1 0,0 0 0,0-1 0,1 1 0,-1-1 0,0 1 0,0 0 0,1-1 0,-1 1 0,2-2 0,-1 2 0,0-1 0,0 1 0,1-1 0,-1 1 0,1-1 0,0 1 0,-1 0 0,1-1 0,0 1 0,0 0 0,-1 0 0,1 1 0,0-1 0,0 0 0,0 1 0,3-1 0,10-3 0,1 1 0,0 1 0,-1 0 0,1 1 0,21 2 0,82 13 0,-60-6 0,493 65-458,-3 25 0,-545-97 458,72 15 0,-1 3 0,104 40 0,-154-48 0,-1 1 0,0 1 0,-1 1 0,27 22 0,-36-24 0,-1 0 0,0 1 0,0 0 0,-2 1 0,1 1 0,-2-1 0,12 23 0,-9-9-46,-1 1 0,-1 0-1,-1 1 1,-2 0 0,-1 0 0,4 48 0,-1 193-554,-46 596-1120,16-502-307,-8 2682-1246,27-1415 3081,-27-1117 248,-109 589 1,86-844 1867,31-178-110,-34 87-1,49-156-1490,0-1 0,0 0 1,-1-1-1,-1 1 0,-12 16 0,16-24-247,-1-1 0,1 1 1,-1-1-1,1 0 0,-1 0 0,0 0 0,0 0 1,0-1-1,-1 0 0,1 0 0,-1 0 1,1 0-1,-1-1 0,1 1 0,-1-1 1,0-1-1,0 1 0,-6 0 0,-259-4-76,88 0 0,3 4 0,-328-13 0,472 9-455,-1-3 0,-58-16 0,33 1-6371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6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207 213 24575,'-8'-1'0,"1"0"0,0-1 0,0 0 0,0 0 0,0-1 0,-11-6 0,-3 0 0,1 2 0,10 4 0,0-1 0,0 0 0,0-1 0,0 0 0,0 0 0,1-1 0,0 0 0,-10-10 0,18 16 0,0-1 0,1 1 0,-1-1 0,1 0 0,-1 1 0,1-1 0,-1 1 0,1-1 0,-1 0 0,1 1 0,0-1 0,-1 0 0,1 0 0,0 1 0,0-1 0,-1 0 0,1 0 0,0 1 0,0-1 0,0 0 0,0 0 0,0 0 0,0 1 0,0-1 0,0 0 0,1 0 0,-1 1 0,0-1 0,0 0 0,1 0 0,-1 1 0,0-1 0,1 0 0,-1 1 0,0-1 0,1 0 0,-1 1 0,1-1 0,0 1 0,-1-1 0,1 0 0,-1 1 0,1 0 0,0-1 0,1 0 0,2-1 0,1-1 0,0 1 0,0 1 0,-1-1 0,1 1 0,7-2 0,39-4 0,0 3 0,70 1 0,-67 3 0,751 29-719,-128-1 151,-673-28 567,20 1-1,0-1 0,0-2 0,32-5 0,-55 7 0,1 0 0,-1-1 0,1 1 0,-1 0 0,1-1 0,-1 1 0,1-1 0,-1 0 0,0 1 0,1-1 0,-1 0 0,0 0 0,0 0 0,0 0 0,1 0 0,-1 0 0,0 0 0,1-2 0,-1 2 7,-1 0 0,0 0 0,0 0 0,0 0 0,0 0 0,0 0 0,0 0 1,0 0-1,0 0 0,-1 1 0,1-1 0,0 0 0,0 0 0,-1 0 0,1 0 0,-1 0 0,1 1 1,0-1-1,-1 0 0,0 0 0,1 1 0,-2-2 0,-3-3 154,-1-1 1,0 1-1,0 1 0,0-1 0,-13-6 1,-27-11-1310,0 3-5630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6.9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267 127 24575,'-8'-7'0,"1"1"0,-2 0 0,1 1 0,-1 0 0,-17-8 0,4 2 0,-10-6 0,-2 1 0,0 2 0,-44-12 0,90 30 0,-1 1 0,18 11 0,3 2 0,57 25 0,223 126 0,-282-149 0,0 1 0,-2 1 0,0 2 0,-2 1 0,0 0 0,-2 2 0,34 50 0,-51-67 0,-1 1 0,0-1 0,-1 1 0,0 0 0,-1 1 0,0-1 0,-1 1 0,-1 0 0,1 0 0,-2 0 0,0 0 0,0 17 0,-2-18 0,0-1 0,-1 1 0,-1-1 0,1 0 0,-2 0 0,1 0 0,-1 0 0,-1 0 0,0-1 0,0 0 0,-1 0 0,0 0 0,0-1 0,-12 12 0,-2-1 57,-1-1 0,0-2 0,-1 0 0,-1-1 0,-46 23 0,20-16-911,-102 31 1,81-34-5973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7.4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545 60 24575,'0'-3'0,"0"-1"0,0 0 0,-1 1 0,1-1 0,-1 0 0,0 1 0,0-1 0,0 1 0,0-1 0,-3-3 0,3 6 0,0 0 0,0-1 0,0 1 0,0 0 0,0 0 0,0 0 0,0 0 0,0 0 0,0 0 0,-1 0 0,1 1 0,-1-1 0,1 0 0,0 1 0,-1-1 0,1 1 0,-1-1 0,1 1 0,-1 0 0,1-1 0,-1 1 0,1 0 0,-1 0 0,0 0 0,1 0 0,-3 1 0,-5 1 0,0 0 0,1 1 0,-1 0 0,1 0 0,-1 1 0,1 0 0,1 1 0,-1-1 0,-8 8 0,-5 4 0,-35 37 0,19-12 0,1 1 0,2 2 0,2 1 0,2 2 0,2 1 0,2 1 0,2 1 0,-28 88 0,44-110 0,2 0 0,0 1 0,2 0 0,1 0 0,1 0 0,2 1 0,1-1 0,1 0 0,7 36 0,-6-51 0,0 0 0,1 0 0,1-1 0,0 0 0,1 0 0,0 0 0,1 0 0,0-1 0,1-1 0,1 1 0,0-1 0,0 0 0,1-1 0,0 0 0,1-1 0,0 0 0,1-1 0,-1 0 0,2-1 0,23 11 0,-24-13 0,0-1 0,-1-1 0,1 0 0,0-1 0,1 0 0,-1-1 0,0 0 0,0-1 0,1 0 0,-1-1 0,0 0 0,0-1 0,0-1 0,0 0 0,0 0 0,0-1 0,-1-1 0,0 0 0,0 0 0,0-1 0,0-1 0,-1 0 0,0 0 0,-1-1 0,0 0 0,0 0 0,0-1 0,-1-1 0,-1 1 0,1-1 0,-2 0 0,1-1 0,-1 0 0,-1 0 0,0 0 0,-1-1 0,0 1 0,0-1 0,-2 0 0,3-17 0,-4 18 0,0 0 0,-1 0 0,0 0 0,-1 0 0,0 0 0,-1 0 0,0 0 0,-1 0 0,0 1 0,-1-1 0,0 1 0,0 0 0,-8-12 0,8 15 0,-1 1 0,0-1 0,0 1 0,-1 0 0,0 0 0,0 1 0,0 0 0,0 0 0,-1 0 0,0 1 0,0 0 0,0 0 0,-1 1 0,1 0 0,-1 0 0,0 0 0,0 1 0,-12-1 0,6 2 0,1 0 0,0 2 0,0-1 0,0 2 0,0 0 0,0 0 0,1 1 0,-1 1 0,1 0 0,-1 1 0,1 0 0,1 1 0,-17 10 0,19-11 0,0 1 0,1 0 0,0 0 0,0 1 0,1 0 0,0 1 0,0-1 0,1 1 0,-1 1 0,2-1 0,-1 1 0,1 0 0,1 0 0,0 0 0,0 1 0,1 0 0,-4 15 0,6-19-97,1 1-1,0-1 1,0 0-1,1 0 1,0 0-1,0 0 1,0 0-1,0-1 1,1 1-1,0 0 1,1-1-1,-1 1 0,7 9 1,16 22-6729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7.8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382 57 24575,'-2'-4'0,"-1"0"0,0 1 0,1-1 0,-1 1 0,-1 0 0,1 0 0,0 0 0,-1 0 0,1 1 0,-1-1 0,0 1 0,0 0 0,0 0 0,0 0 0,0 1 0,-6-2 0,0 0 0,1 1 0,-1 0 0,1 1 0,-1 0 0,1 1 0,-15 0 0,14 1 0,1 1 0,0-1 0,0 2 0,0-1 0,0 1 0,0 0 0,1 1 0,-1 0 0,1 1 0,0-1 0,0 1 0,-9 9 0,8-6 0,0 1 0,1 0 0,0 0 0,1 1 0,0 1 0,0-1 0,1 1 0,-7 16 0,4-4 0,2 0 0,0 0 0,2 0 0,0 1 0,2 0 0,0 0 0,2 0 0,1 0 0,3 26 0,-1-28 0,1-1 0,2 1 0,0-1 0,1-1 0,1 1 0,1-1 0,16 31 0,-19-43 0,-1 0 0,1 0 0,1-1 0,-1 0 0,1 0 0,0 0 0,1-1 0,0 0 0,0 0 0,0 0 0,0-1 0,1 0 0,0-1 0,0 0 0,1 0 0,-1-1 0,1 0 0,-1 0 0,1-1 0,15 2 0,-18-3 0,0-1 0,1-1 0,-1 1 0,0-1 0,0 0 0,1-1 0,-1 1 0,0-1 0,-1 0 0,1-1 0,0 1 0,0-1 0,-1 0 0,0-1 0,0 1 0,0-1 0,0 0 0,0-1 0,-1 1 0,1-1 0,-1 0 0,-1 0 0,7-9 0,0-4 0,-1 1 0,0-2 0,-2 1 0,0-1 0,-1 0 0,5-26 0,-5 14 0,-2 0 0,-1 0 0,-1 0 0,-3-42 0,0 55 0,-1-1 0,-1 1 0,-1 0 0,0 1 0,-2-1 0,0 1 0,0 0 0,-17-29 0,19 41 0,0-1 0,0 1 0,0 0 0,-1 0 0,0 0 0,0 1 0,-1-1 0,1 1 0,-1 1 0,0-1 0,0 1 0,0 0 0,-9-3 0,12 5 0,0 0 0,0 0 0,0 0 0,0 1 0,0-1 0,0 1 0,0 0 0,0 0 0,0 0 0,0 0 0,0 0 0,0 1 0,0-1 0,0 1 0,0 0 0,0 0 0,0 0 0,1 0 0,-1 1 0,0-1 0,1 1 0,-1-1 0,1 1 0,-1 0 0,1 0 0,0 0 0,0 0 0,0 1 0,0-1 0,0 0 0,1 1 0,-3 2 0,-2 14-1365,5-2-5461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8.3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58 214 24575,'1'-35'0,"0"22"0,-1-1 0,0 0 0,-1 0 0,-4-21 0,-1 23 0,0 12 0,5 1 0,0 1 0,0-1 0,0 0 0,0 1 0,0-1 0,0 1 0,0-1 0,1 1 0,-1-1 0,0 1 0,0 2 0,-7 27 0,2 1 0,-5 62 0,7 70 0,4-108 0,-2 51 0,20 177 0,-17-303 0,1 0 0,0-1 0,2 1 0,0 0 0,1 0 0,13-31 0,-15 41 0,1 1 0,1 1 0,0-1 0,0 1 0,0-1 0,1 1 0,0 1 0,0-1 0,1 1 0,0 0 0,0 1 0,0 0 0,0 0 0,12-5 0,7-1 0,0 1 0,0 1 0,37-7 0,-42 12 0,0-1 0,0-1 0,-1-1 0,0-1 0,0 0 0,36-22 0,-44 19 0,0 1 0,0-1 0,-1-1 0,-1 0 0,0-1 0,0 0 0,-1 0 0,-1-1 0,-1 0 0,0 0 0,0-1 0,-1 0 0,5-23 0,-4 6 0,-1 0 0,-1-1 0,-2 1 0,-1-1 0,-4-52 0,-4 61 0,0 18 0,6 7 0,-1-1 0,1 0 0,0 0 0,-1 0 0,1 1 0,-1-1 0,1 0 0,-1 1 0,1-1 0,0 0 0,-1 1 0,1-1 0,0 0 0,-1 1 0,1-1 0,0 0 0,-1 1 0,1-1 0,0 1 0,0-1 0,-1 2 0,-4 10 0,1 1 0,0 0 0,1-1 0,0 2 0,-1 13 0,0-1 0,-60 640-203,55-508-959,4-88-5664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18.8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3892 755 24575,'-15'-28'12,"-2"0"-1,0 1 0,-2 1 0,-1 1 1,-28-28-1,2 8-180,-84-61 0,57 55-186,-3 3 1,-1 3-1,-3 4 1,-1 3 0,-2 4-1,-154-42 1,123 49-186,-1 5 1,-1 5-1,0 5 1,-206 6-1,220 12 467,1 5 0,0 3 0,1 5 0,0 5-1,-179 68 1,197-58 78,1 5-1,2 2 1,3 5-1,1 2 0,2 4 1,3 2-1,-65 67 1,67-51 13,3 3 1,4 2-1,2 4 0,5 1 1,-69 135-1,86-139-222,4 1-1,4 2 0,2 1 0,5 1 0,3 1 1,-15 143-1,30-167 158,3 0-1,2 0 1,3 0 0,3 0 0,2-1-1,30 104 1,-23-112 54,3-2 1,1 0-1,2-2 1,3 0-1,1-1 0,2-2 1,2-1-1,38 41 0,-27-40-42,2-2 0,2-1 0,1-3 0,73 44 0,-50-41-102,1-3 0,136 49 0,-75-45-68,1-7-1,2-4 0,218 16 0,-152-32 34,1-9 1,396-43-1,-428 13 103,-2-6 0,0-9 0,295-112-1,-358 109 69,-3-5 0,-1-4 0,-3-4 0,-2-4 0,138-118 0,-177 128 0,-3-3 0,-2-1-1,72-103 1,-90 109 1,-3-2 0,-2-1-1,-2-2 1,-2 0 0,18-68-1,-30 81-2,-2 1-1,-2-1 1,-2 0 0,-1-1-1,-3 0 1,-1 0-1,-2 1 1,-2-1-1,-1 0 1,-3 1 0,-1 0-1,-2 1 1,-2 0-1,-31-71 1,21 68-9,-1 1 0,-3 1 1,-1 1-1,-41-46 0,23 38-37,-1 2-1,-87-67 1,36 45-52,-4 3 1,-2 6 0,-128-55 0,29 30-497,-418-114 0,-223 34 371,447 113 3768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2.9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8 24575,'-4'0'0,"3"0"0,8 0 0,8 0 0,12 0 0,9 0 0,13 0 0,9 0 0,7 0 0,9 0 0,4 0 0,1 0 0,-4 0 0,-8-3 0,-15-2-8191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3.1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5 24575,'-3'0'0,"-4"0"0,-1-3 0,1 2 0,2 7 0,1 6 0,5 10 0,2 11 0,0 12 0,1 14 0,-5 12 0,-4 11 0,-2 8 0,-3 6 0,0 5 0,0 0 0,0-16-8191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3.8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58 405 24575,'-1'-6'0,"2"0"0,-1 0 0,1 0 0,0 1 0,0-1 0,0 0 0,1 1 0,0-1 0,0 1 0,6-11 0,-8 16 0,0-1 0,0 1 0,0 0 0,0-1 0,0 1 0,1 0 0,-1-1 0,0 1 0,0 0 0,0-1 0,1 1 0,-1 0 0,0-1 0,0 1 0,1 0 0,-1 0 0,0 0 0,1-1 0,-1 1 0,0 0 0,1 0 0,-1 0 0,0 0 0,1-1 0,-1 1 0,0 0 0,1 0 0,-1 0 0,1 0 0,0 0 0,4 10 0,-1 22 0,-4-32 0,0 12 0,42 435 0,-36-399 0,-6-48 0,0 0 0,0 0 0,0-1 0,0 1 0,-1 0 0,1 0 0,0 0 0,0 0 0,0 0 0,0 0 0,0 0 0,-1 0 0,1-1 0,0 1 0,0 0 0,0 0 0,0 0 0,0 0 0,-1 0 0,1 0 0,0 0 0,0 0 0,0 0 0,0 0 0,-1 0 0,1 0 0,0 0 0,0 0 0,0 0 0,0 0 0,-1 0 0,1 1 0,0-1 0,0 0 0,0 0 0,0 0 0,0 0 0,-1 0 0,1 0 0,0 0 0,0 0 0,0 1 0,0-1 0,0 0 0,0 0 0,0 0 0,0 0 0,-1 0 0,1 1 0,0-1 0,0 0 0,0 0 0,0 0 0,0 0 0,0 1 0,-10-18 0,10 15 0,-14-27 0,2 0 0,-14-51 0,-7-65 0,29 126 0,-27-183 0,28 162 0,2-1 0,1 1 0,7-43 0,-6 75 0,0-1 0,1 1 0,0-1 0,1 1 0,-1 0 0,2 0 0,-1 0 0,1 1 0,10-15 0,-11 18 0,1-1 0,0 1 0,0 0 0,1 0 0,-1 1 0,1-1 0,0 1 0,0 0 0,0 1 0,0-1 0,0 1 0,1 0 0,-1 0 0,1 0 0,9-1 0,2 1 0,0 1 0,0 1 0,0 0 0,0 1 0,0 1 0,0 1 0,0 0 0,27 10 0,-11-1 0,0 1 0,0 2 0,34 21 0,-53-27 0,-1-1 0,0 2 0,0 0 0,-1 0 0,0 1 0,12 15 0,-21-21 0,0-1 0,1 1 0,-2 0 0,1 0 0,-1 0 0,1 0 0,-1 0 0,-1 1 0,3 7 0,-4-10 0,0 1 0,1 0 0,-1 0 0,-1 0 0,1 0 0,0-1 0,-1 1 0,0 0 0,0 0 0,0-1 0,0 1 0,-1-1 0,1 1 0,-1-1 0,-2 4 0,-2 1 0,1-1 0,-1 0 0,0-1 0,-1 1 0,1-1 0,-1-1 0,-1 1 0,1-1 0,-1 0 0,0-1 0,-16 7 0,-6 0 0,0-1 0,-34 6 0,16-5 0,47-11 0,-25 10 0,26-10 0,-1 0 0,1 0 0,0 0 0,-1 0 0,1 1 0,0-1 0,-1 0 0,1 0 0,-1 0 0,1 1 0,0-1 0,0 0 0,-1 1 0,1-1 0,0 0 0,-1 1 0,1-1 0,0 0 0,0 1 0,0-1 0,-1 0 0,1 1 0,0-1 0,0 0 0,0 1 0,0-1 0,0 1 0,0-1 0,0 1 0,0-1 0,0 0 0,0 1 0,0-1 0,0 1 0,0-1 0,0 0 0,0 1 0,0-1 0,1 1 0,-1-1 0,0 0 0,0 1 0,0-1 0,1 0 0,-1 1 0,0-1 0,0 0 0,1 1 0,-1-1 0,0 0 0,1 0 0,-1 1 0,0-1 0,1 1 0,11 6 0,0 0 0,1 0 0,0-1 0,0-1 0,26 7 0,1 2 0,-38-13 0,32 11 0,56 31 0,-81-38 0,-1-1 0,0 1 0,-1 1 0,1 0 0,-1 0 0,0 0 0,-1 1 0,0 0 0,0 0 0,0 1 0,-1-1 0,6 13 0,-10-18 0,0 0 0,0 0 0,0 0 0,-1 1 0,1-1 0,-1 0 0,1 1 0,-1-1 0,0 0 0,0 0 0,0 1 0,0-1 0,-1 0 0,1 1 0,-1-1 0,1 0 0,-1 0 0,0 1 0,-1 1 0,0-1 0,0 1 0,0-1 0,-1 0 0,1 0 0,-1 0 0,0 0 0,0-1 0,0 1 0,0-1 0,-5 3 0,-4 2 0,0-2 0,-1 1 0,0-1 0,0-1 0,-20 4 0,15-5-273,0 0 0,0-1 0,-1-1 0,-27-1 0,17-4-6553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4.3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1 296 24575,'9'-8'0,"1"1"0,1 0 0,-1 0 0,1 1 0,0 1 0,0 0 0,13-4 0,-23 8 0,0 1 0,0-1 0,1 0 0,-1 1 0,0-1 0,1 1 0,-1 0 0,0-1 0,1 1 0,-1 0 0,1 0 0,-1 0 0,1 0 0,-1 0 0,0 0 0,1 0 0,-1 0 0,1 1 0,-1-1 0,0 0 0,1 1 0,-1-1 0,0 1 0,0 0 0,1-1 0,-1 1 0,0 0 0,0 0 0,0 0 0,0 0 0,2 1 0,-2 2 0,1 0 0,0-1 0,-1 1 0,0 0 0,0 0 0,0 0 0,-1 0 0,1 0 0,-1 0 0,0 5 0,1 75 0,-1-35 0,7 59 0,68 234 0,-68-310 0,-8-21 0,1-11 0,-1 0 0,1 0 0,0 0 0,-1 0 0,1 0 0,0 0 0,0 0 0,-1 0 0,1 0 0,0 0 0,-1 0 0,1 0 0,0 0 0,-1 0 0,1 0 0,0-1 0,0 1 0,-1 0 0,1 0 0,0 0 0,-1-1 0,1 1 0,0 0 0,0 0 0,0 0 0,-1-1 0,1 1 0,0 0 0,0-1 0,0 1 0,0 0 0,0 0 0,-1-1 0,1 1 0,-12-18 0,0 0 0,1 0 0,0-1 0,-10-28 0,-25-85 0,29 78 0,3-2 0,2 0 0,3 0 0,3-1 0,1 0 0,5-76 0,1 119 0,0 1 0,1-1 0,1 0 0,0 1 0,1 0 0,1 0 0,11-25 0,-14 34 0,1-1 0,0 1 0,0 0 0,0 0 0,0 0 0,0 0 0,1 1 0,0-1 0,0 1 0,0 0 0,0 0 0,0 0 0,1 1 0,-1 0 0,1-1 0,-1 2 0,1-1 0,0 0 0,0 1 0,0 0 0,0 0 0,0 1 0,0-1 0,8 1 0,-1 1 0,0 1 0,-1 0 0,1 1 0,-1 0 0,0 1 0,0 0 0,0 1 0,0 0 0,-1 1 0,18 12 0,-15-9 0,-1 1 0,0 0 0,0 1 0,-2 0 0,1 1 0,-1 0 0,13 22 0,-19-29 0,-1 1 0,0-1 0,-1 1 0,0-1 0,1 1 0,-2 0 0,1 0 0,-1 0 0,0 0 0,0 0 0,0 0 0,-1 0 0,0 0 0,0 0 0,-1 0 0,0 1 0,0-1 0,0 0 0,-1-1 0,1 1 0,-2 0 0,1 0 0,0-1 0,-1 1 0,0-1 0,-1 0 0,1 0 0,-1 0 0,0 0 0,0-1 0,0 1 0,-1-1 0,1 0 0,-1-1 0,-5 4 0,-7 4 67,-1 0 1,0-2-1,0 0 0,-31 10 0,-79 17-1224,107-31 613,-18 5-6282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4.7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0 194 24575,'6'-3'0,"-1"1"0,1 0 0,-1 0 0,1 0 0,0 1 0,0 0 0,-1 0 0,1 0 0,7 1 0,-11 0 0,0 0 0,0 0 0,0 0 0,0 0 0,0 1 0,-1-1 0,1 1 0,0-1 0,0 1 0,0 0 0,-1-1 0,1 1 0,0 0 0,-1 0 0,1 0 0,0 1 0,-1-1 0,0 0 0,1 1 0,-1-1 0,0 1 0,1-1 0,-1 1 0,0-1 0,0 1 0,-1 0 0,1-1 0,0 1 0,0 0 0,-1 0 0,1 2 0,1 12 0,-1 0 0,-1 0 0,-1 0 0,0 0 0,-3 16 0,-1 9 0,-7 207 0,-4 42 0,12-269 0,4-21 0,0 0 0,0 0 0,0 0 0,0 0 0,0 0 0,0-1 0,0 1 0,0 0 0,0 0 0,0 0 0,-1 0 0,1 0 0,0 0 0,0 0 0,0 0 0,0 0 0,0 0 0,0 0 0,0 0 0,0 0 0,0 0 0,0 0 0,0 0 0,0 0 0,0 0 0,-1 0 0,1 0 0,0 0 0,0 0 0,0 0 0,0 0 0,0 0 0,0 0 0,0 0 0,0 0 0,0 0 0,0 0 0,0 0 0,-1 0 0,1 0 0,0 0 0,0 0 0,0 0 0,0 0 0,0 0 0,0 0 0,0 0 0,0 0 0,0 0 0,0 0 0,0 0 0,0 0 0,0 1 0,0-1 0,0 0 0,0 0 0,-1 0 0,1 0 0,0 0 0,0 0 0,0 0 0,0 0 0,0 0 0,0 0 0,-3-11 0,-2-16 0,3-38 0,2 1 0,3 0 0,2 0 0,4 0 0,2 1 0,3 0 0,3 1 0,45-110 0,-53 150 0,2 0 0,1 0 0,0 2 0,1-1 0,26-28 0,-34 44 0,0 0 0,1 0 0,-1 0 0,1 1 0,0-1 0,1 1 0,-1 1 0,1-1 0,12-3 0,-14 5 0,0 1 0,1 0 0,-1 1 0,0-1 0,1 1 0,-1 0 0,0 0 0,1 1 0,-1 0 0,0 0 0,0 0 0,0 0 0,1 1 0,-1 0 0,5 2 0,1 3 0,0 0 0,0 0 0,-1 1 0,0 0 0,-1 0 0,1 1 0,-2 1 0,1 0 0,-1 0 0,-1 0 0,11 21 0,-2-1 0,-1 0 0,-2 2 0,12 42 0,-14-34 69,-2 0-1,-2 1 0,-1 1 0,0 43 1,-6-56-313,-1 1 0,-1-1 0,-1 1 0,-2-1 1,-1 0-1,-14 41 0,4-32-6582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4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0 284 24575,'0'-6'0,"0"-5"0,0-8 0,3-2 0,8-2 0,7 0 0,11 2 0,12 0 0,12 1 0,12 1 0,11 0 0,11 1 0,10-3 0,3-1 0,-15 3-8191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5.5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4200 210 24575,'-44'-15'28,"-1"2"-1,0 2 1,-81-9-1,-142 9-577,111 16-310,1 7 1,0 7-1,1 7 1,-190 57-1,150-22-47,3 9 0,-332 171 0,357-147 897,-235 174 1,275-169 24,4 5 1,-130 145-1,167-152-26,4 4-1,4 4 0,-73 132 1,98-141-49,5 3 0,4 1 1,5 3-1,-31 124 0,48-131-87,4 0 0,4 1 0,5 1-1,4 0 1,4 0 0,13 107-1,2-100 56,4 0-1,5-2 1,4 0-1,4-2 1,67 144-1,-42-130 42,5-2 0,5-4 0,159 201 1,-123-193-105,5-5 0,232 189 1,-182-184-98,332 185 1,-281-196 90,282 100 0,-297-140 118,3-7-1,383 60 0,-428-101 50,1-6-1,1-7 0,-1-7 0,235-32 1,-249 10-8,-2-6 0,-1-5 0,-2-7 0,-1-5 1,218-112-1,-235 94 0,-3-4 1,-3-5-1,-4-4 1,-3-5-1,-3-5 1,105-121-1,-109 95 2,-4-5 0,-6-3 0,-5-4 0,-6-4 0,-5-2 0,-7-4 0,-5-2 0,-6-2 0,-7-2 0,43-241 0,-67 247 0,-5 0 0,-7-1 0,-6-1 0,-28-251 0,8 271 0,-5 0 0,-6 2 0,-4 1 0,-5 2 0,-99-202 0,77 205-39,-5 2-1,-5 3 0,-4 4 0,-5 2 0,-180-173 0,155 181-33,-4 4-1,-3 4 0,-4 6 0,-4 5 0,-160-73 0,97 69-109,-3 7 0,-265-62 0,-385-17 353,422 101 3681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6.4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1241 288 24575,'0'-17'0,"0"1"0,-1-1 0,-1 1 0,-1-1 0,0 1 0,-2 0 0,-7-20 0,9 28 0,-2-1 0,1 1 0,-1 0 0,0 1 0,-1-1 0,0 1 0,0 0 0,-1 0 0,1 1 0,-1 0 0,-1 0 0,1 1 0,-1 0 0,-11-6 0,8 6 0,0 0 0,1 1 0,-1 1 0,-1 0 0,1 0 0,0 1 0,-1 0 0,1 1 0,-17 0 0,10 2 0,1 1 0,-1 1 0,1 0 0,0 1 0,-26 10 0,2 3 0,1 2 0,1 2 0,1 2 0,-38 29 0,6 3 0,2 2 0,2 3 0,4 4 0,2 1 0,-100 144 0,131-165 0,-25 54 0,44-79 0,2 1 0,0 0 0,1 0 0,1 0 0,-4 33 0,9-47-68,0 0 0,0 0-1,1 0 1,0 0 0,0-1 0,1 1-1,0 0 1,0 0 0,0 0 0,0-1-1,1 1 1,0-1 0,0 1 0,1-1-1,0 0 1,0 0 0,0 0-1,0 0 1,5 5 0,16 11-6758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3:26.7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 24575,'-1'0'0,"-1"0"0,0 0 0,1 0 0,-1 0 0,0 0 0,0 0 0,1 0 0,-1 1 0,0-1 0,1 1 0,-1-1 0,1 1 0,-1-1 0,0 1 0,1 0 0,-1 0 0,1 0 0,0 0 0,-3 2 0,4-1 0,-1-1 0,1 1 0,-1 0 0,1 0 0,0 0 0,0 0 0,-1-1 0,2 1 0,-1 0 0,0 0 0,0 0 0,0 0 0,1 0 0,-1-1 0,1 1 0,0 0 0,-1 0 0,2 1 0,7 18 0,1 0 0,1-1 0,0-1 0,17 22 0,62 66 0,-68-84 0,0-2 0,2 0 0,0-1 0,1-2 0,48 27 0,-61-39 0,0 0 0,0 0 0,1-2 0,-1 1 0,1-2 0,0 0 0,0 0 0,0-1 0,0-1 0,1 0 0,-1-1 0,0 0 0,1-1 0,-1 0 0,0-2 0,14-3 0,-18 3 0,0-2 0,0 1 0,0-1 0,-1 0 0,0-1 0,0 0 0,0 0 0,-1-1 0,0 0 0,0 0 0,6-9 0,-2 2 0,-1-1 0,-1 0 0,0 0 0,-1 0 0,8-23 0,-38 76-1365,5-7-5461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5.2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273 937 24575,'4'-1'0,"0"0"0,1 0 0,-1-1 0,0 1 0,-1-1 0,1 0 0,0-1 0,6-4 0,4-2 0,43-25 0,-3-3 0,78-67 0,-106 81 0,-1-1 0,-2 0 0,0-2 0,-1-1 0,-2-1 0,-1-1 0,29-56 0,-41 68 0,0 1 0,0-1 0,-2 0 0,0-1 0,-1 1 0,-1-1 0,0 0 0,-2 0 0,0 0 0,-1 0 0,0 0 0,-2 0 0,0 0 0,-1 1 0,-1-1 0,-10-28 0,10 36 0,0 0 0,-1 0 0,0 1 0,-1-1 0,0 2 0,-1-1 0,0 1 0,0-1 0,0 2 0,-15-12 0,17 15 0,0 1 0,-1-1 0,1 1 0,-1 0 0,0 1 0,0-1 0,-1 1 0,1 0 0,0 1 0,-1 0 0,1 0 0,0 0 0,-1 1 0,1-1 0,-1 2 0,1-1 0,-1 1 0,-11 2 0,5 1 0,1 1 0,0 0 0,0 1 0,0 0 0,1 1 0,-1 0 0,2 1 0,-1 0 0,1 0 0,0 1 0,1 1 0,-16 20 0,5-3 0,1 1 0,2 1 0,-27 62 0,18-27 0,4 1 0,3 1 0,-15 94 0,-12 211 0,34-254 0,-6 67 0,-51 352 0,65-515 0,1-4 0,0-1 0,-1 1 0,-1-1 0,0 0 0,-11 21 0,16-36-38,-1 0 0,1 0 0,0 0 1,-1 0-1,1 0 0,-1-1 0,1 1 0,-1 0 0,0 0 0,1 0 0,-1-1 0,0 1 0,1 0 0,-1-1 0,0 1 0,0-1 1,0 1-1,1-1 0,-1 1 0,0-1 0,0 0 0,0 1 0,0-1 0,0 0 0,0 0 0,0 0 0,0 1 0,0-1 0,0 0 1,0 0-1,0 0 0,0-1 0,0 1 0,0 0 0,-1 0 0,-11-9-6788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5.7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1 244 24575,'0'-5'0,"1"1"0,0-1 0,0 1 0,1 0 0,-1-1 0,1 1 0,0 0 0,0 0 0,0 0 0,0 0 0,1 1 0,0-1 0,0 0 0,0 1 0,0 0 0,5-4 0,4-4 0,0 2 0,1-1 0,18-9 0,13-3 0,1 3 0,74-23 0,-4 3 0,-115 39 0,0 0 0,0-1 0,0 1 0,0 0 0,0 0 0,0 0 0,1 0 0,-1 0 0,0 0 0,0 0 0,0 0 0,0 0 0,1 0 0,-1 0 0,0-1 0,0 1 0,0 0 0,0 0 0,1 0 0,-1 0 0,0 0 0,0 0 0,0 0 0,0 1 0,1-1 0,-1 0 0,0 0 0,0 0 0,0 0 0,0 0 0,1 0 0,-1 0 0,0 0 0,0 0 0,0 0 0,0 0 0,0 1 0,0-1 0,1 0 0,-1 0 0,0 0 0,0 0 0,0 0 0,0 1 0,0-1 0,0 0 0,0 0 0,0 0 0,-4 13 0,-17 22 0,12-21 0,0 2 0,1 1 0,1 0 0,0 0 0,2 0 0,0 1 0,1 0 0,0 0 0,-1 32 0,5-39 0,0 0 0,1 0 0,0 0 0,0 0 0,2 0 0,5 20 0,-5-25 0,0 1 0,0 0 0,0-1 0,1 0 0,0 0 0,0 0 0,1 0 0,-1 0 0,1-1 0,1 0 0,6 5 0,-9-7 0,-1-1 0,1 0 0,0 0 0,0-1 0,0 1 0,0-1 0,0 1 0,1-1 0,-1 0 0,0 0 0,1 0 0,-1-1 0,0 1 0,1-1 0,-1 0 0,1 0 0,-1 0 0,1 0 0,-1 0 0,0-1 0,1 0 0,-1 0 0,0 0 0,6-2 0,-4 0 0,0 0 0,0-1 0,0 1 0,0-1 0,-1-1 0,0 1 0,0 0 0,0-1 0,0 0 0,-1 0 0,1 0 0,-1 0 0,3-7 0,1-6 0,0 0 0,-1-1 0,-1 0 0,0 1 0,3-39 0,-5 13 0,-5-64 0,3 150 0,4 64 0,18 66-1365,-19-147-5461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6.1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93 24575,'0'-6'0,"1"1"0,-1-1 0,1 1 0,0-1 0,0 0 0,1 1 0,-1 0 0,1-1 0,0 1 0,1 0 0,-1 0 0,1 0 0,0 1 0,1-1 0,5-6 0,-9 11 0,1-1 0,-1 1 0,1 0 0,0-1 0,-1 1 0,1 0 0,0 0 0,-1 0 0,1 0 0,0 0 0,-1-1 0,1 1 0,0 0 0,-1 1 0,1-1 0,0 0 0,-1 0 0,1 0 0,-1 0 0,1 0 0,0 1 0,-1-1 0,1 0 0,-1 0 0,1 1 0,0-1 0,-1 1 0,1-1 0,-1 0 0,1 1 0,-1-1 0,0 1 0,1-1 0,-1 1 0,1-1 0,-1 1 0,0 0 0,1 0 0,12 25 0,-13-26 0,10 32 0,-1 0 0,-1 0 0,3 40 0,0-8 0,-5-46 0,-6-18 0,0 0 0,0 0 0,1 1 0,-1-1 0,0 0 0,0 0 0,0 0 0,0 0 0,1 0 0,-1 0 0,0 0 0,0 0 0,0 0 0,1 0 0,-1 0 0,0 0 0,0 1 0,0-1 0,1 0 0,-1-1 0,0 1 0,0 0 0,0 0 0,1 0 0,-1 0 0,0 0 0,0 0 0,0 0 0,0 0 0,1 0 0,-1 0 0,0 0 0,0 0 0,0-1 0,0 1 0,1 0 0,-1 0 0,0 0 0,0 0 0,0 0 0,0-1 0,15-29 0,-7 10 0,24-59 0,-28 71 0,0 1 0,1-1 0,0 1 0,0 0 0,0 0 0,1 0 0,9-7 0,-14 13 0,-1 0 0,1 0 0,0 1 0,0-1 0,-1 0 0,1 1 0,0-1 0,0 1 0,0-1 0,0 1 0,0 0 0,0-1 0,0 1 0,0 0 0,0 0 0,0-1 0,0 1 0,0 0 0,0 0 0,0 0 0,0 0 0,0 0 0,0 1 0,0-1 0,1 0 0,-1 1 0,0 0 0,0 0 0,0 0 0,0 0 0,0 0 0,-1 0 0,1 0 0,0 0 0,0 0 0,-1 1 0,1-1 0,-1 0 0,1 0 0,-1 1 0,0-1 0,1 2 0,1 9 0,-1-1 0,0 1 0,-1 16 0,0-21 0,-3 146-1365,3-132-5461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6.5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72 403 24575,'1'-1'0,"-1"0"0,0 0 0,0 0 0,0 0 0,0 0 0,0 0 0,0 1 0,0-1 0,0 0 0,0 0 0,0 0 0,-1 0 0,1 0 0,0 1 0,-1-1 0,1 0 0,0 0 0,-1 0 0,1 1 0,-1-1 0,1 0 0,-1 0 0,0 1 0,1-1 0,-1 1 0,0-1 0,1 1 0,-1-1 0,0 1 0,0-1 0,1 1 0,-1-1 0,0 1 0,0 0 0,0-1 0,1 1 0,-1 0 0,0 0 0,0 0 0,0 0 0,0 0 0,0 0 0,-1 0 0,0 0 0,0 1 0,0 0 0,-1-1 0,1 1 0,0 0 0,0 0 0,0 1 0,1-1 0,-1 0 0,0 1 0,0-1 0,1 1 0,-1-1 0,0 1 0,1 0 0,-3 3 0,2 0 0,-1 0 0,1 0 0,0 0 0,1 1 0,-1-1 0,1 0 0,0 1 0,0-1 0,1 1 0,-1-1 0,1 1 0,0-1 0,1 1 0,-1-1 0,1 1 0,1-1 0,-1 1 0,1-1 0,-1 0 0,5 9 0,-4-10 0,1 0 0,-1 0 0,1 0 0,-1 0 0,1-1 0,0 1 0,1-1 0,-1 0 0,0 1 0,1-2 0,0 1 0,0 0 0,0-1 0,0 1 0,0-1 0,0 0 0,1-1 0,-1 1 0,1-1 0,-1 0 0,1 0 0,-1 0 0,1 0 0,8-1 0,-5 0 0,1-1 0,-1 0 0,0-1 0,0 0 0,0 0 0,0 0 0,0-1 0,-1 0 0,1-1 0,-1 0 0,0 0 0,8-5 0,-6 1 0,-1 1 0,1-1 0,-1-1 0,-1 0 0,0 0 0,0 0 0,10-19 0,-4-1 0,-1 0 0,-1-1 0,-1-1 0,-2 0 0,6-41 0,-4 5 0,1-104 0,-13 770-1365,2-575-5461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6.8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65 24575,'0'-2'0,"0"1"0,0 0 0,0-1 0,0 1 0,1 0 0,-1 0 0,0-1 0,1 1 0,-1 0 0,1 0 0,-1-1 0,1 1 0,-1 0 0,1 0 0,0 0 0,0 0 0,0 0 0,-1 0 0,1 0 0,0 0 0,0 0 0,0 1 0,1-1 0,-1 0 0,0 1 0,0-1 0,0 0 0,0 1 0,1 0 0,-1-1 0,0 1 0,0 0 0,1-1 0,-1 1 0,2 0 0,7 0 0,-1 0 0,0 0 0,0 1 0,12 2 0,-1 0 0,-1-1 0,49 3 0,-62-5 0,-1 0 0,0-1 0,0 1 0,0-1 0,0 0 0,0-1 0,0 1 0,0-1 0,0 0 0,6-3 0,-8 2 0,-1 1 0,0-1 0,0 1 0,0-1 0,0 0 0,0 1 0,-1-1 0,1 0 0,1-4 0,-7 104-1365,3-80-5461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7.0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24575,'3'0'0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27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0 24575,'1'0'0,"0"1"0,-1-1 0,1 0 0,0 0 0,0 1 0,-1-1 0,1 0 0,0 1 0,-1-1 0,1 1 0,-1-1 0,1 1 0,0-1 0,-1 1 0,1 0 0,-1-1 0,0 1 0,1 0 0,-1-1 0,1 1 0,-1 0 0,0-1 0,1 1 0,-1 0 0,0 0 0,0-1 0,0 1 0,0 0 0,0 0 0,0-1 0,0 1 0,0 0 0,0 0 0,0 1 0,-3 29 0,3-31 0,-13 58 0,6-31 0,-5 50 0,11-70 0,1 1 0,0-1 0,0 1 0,1 0 0,-1-1 0,2 1 0,-1-1 0,1 1 0,1-1 0,-1 0 0,5 9 0,-6-14 0,0 0 0,0-1 0,0 1 0,0 0 0,1 0 0,-1 0 0,1-1 0,-1 1 0,1-1 0,0 1 0,-1-1 0,1 1 0,0-1 0,0 0 0,0 0 0,0 0 0,0 0 0,0 0 0,0-1 0,0 1 0,0-1 0,1 1 0,-1-1 0,0 0 0,0 0 0,1 0 0,-1 0 0,0 0 0,0 0 0,0 0 0,1-1 0,-1 1 0,0-1 0,0 0 0,0 0 0,0 0 0,3-1 0,1-2 0,0 1 0,0-1 0,0-1 0,0 1 0,-1-1 0,0 0 0,0 0 0,0 0 0,-1-1 0,7-10 0,-6 7 0,-1 0 0,0-1 0,0 0 0,-1 0 0,0 0 0,-1 0 0,0 0 0,1-19 0,-2 22 0,-1-1 0,-1 1 0,1-1 0,-1 1 0,0 0 0,-1-1 0,0 1 0,0 0 0,-1 0 0,1 0 0,-1 1 0,-1-1 0,-4-6 0,8 12 0,-1-1 0,0 1 0,0 0 0,0 0 0,0 0 0,0 0 0,0 0 0,0 0 0,-1 0 0,1 0 0,0 0 0,0 0 0,-1 1 0,1-1 0,0 1 0,-1-1 0,1 1 0,-1-1 0,1 1 0,-3 0 0,3 0 0,0 0 0,0 0 0,-1 0 0,1 1 0,0-1 0,0 0 0,0 1 0,0-1 0,0 1 0,-1-1 0,1 1 0,0 0 0,0 0 0,0-1 0,1 1 0,-1 0 0,0 0 0,0 0 0,-1 1 0,1 0 0,0-1 0,0 1 0,0 0 0,0-1 0,1 1 0,-1 0 0,0 0 0,1 0 0,0-1 0,-1 1 0,1 0 0,0 0 0,0 0 0,0 0 0,0 0 0,0 0 0,0-1 0,0 1 0,1 0 0,-1 0 0,1 0 0,-1 0 0,1-1 0,0 1 0,0 0 0,0-1 0,0 1 0,0-1 0,0 1 0,0-1 0,2 2 0,0 0 0,1-1 0,-1 0 0,1 0 0,-1 0 0,1 0 0,0 0 0,0-1 0,0 0 0,0 0 0,0 0 0,0 0 0,0-1 0,0 1 0,0-1 0,0 0 0,0-1 0,4 0 0,11-1 0,-1-2 0,26-8 0,-22 6 0,13-6 0,-26 9 0,-1-1 0,1 2 0,0-1 0,0 1 0,0 0 0,0 1 0,0 0 0,1 0 0,9 2 0,-16-1 0,-1 1 0,0 0 0,0 0 0,0 0 0,0 0 0,0 0 0,0 0 0,0 1 0,0-1 0,0 1 0,-1-1 0,1 1 0,-1 0 0,1-1 0,-1 1 0,0 0 0,1 0 0,-1 0 0,0 0 0,0 0 0,1 4 0,2 6 0,-1 0 0,4 24 0,-2-9 0,-4-21 0,1 0 0,0 1 0,0-1 0,1 0 0,0 0 0,0-1 0,0 1 0,0-1 0,1 1 0,5 4 0,-8-8 0,1 0 0,0-1 0,0 1 0,1-1 0,-1 1 0,0-1 0,0 0 0,1 0 0,-1 0 0,1 0 0,-1 0 0,1 0 0,-1-1 0,1 1 0,-1-1 0,1 0 0,0 0 0,-1 0 0,1 0 0,-1 0 0,1-1 0,-1 1 0,1-1 0,-1 1 0,1-1 0,-1 0 0,5-2 0,24-13 0,0-2 0,51-37 0,-7 3 0,-74 51 0,1 0 0,-1 0 0,1 0 0,-1 0 0,1 0 0,0 1 0,-1-1 0,1 1 0,0-1 0,0 1 0,-1 0 0,1 0 0,0-1 0,0 1 0,1 1 0,-2-1 0,1 0 0,-1 1 0,0-1 0,0 0 0,0 1 0,0 0 0,0-1 0,0 1 0,0 0 0,-1-1 0,1 1 0,0 0 0,0 0 0,0 0 0,-1-1 0,1 1 0,1 2 0,1 4 0,0 1 0,-1-1 0,0 0 0,0 1 0,1 13 0,1 4 0,-2-19-273,0 0 0,0 1 0,0-1 0,7 10 0,0-1-6553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55.3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233 417 24575,'-1'-3'0,"1"0"0,1 0 0,-1 0 0,0 0 0,1 0 0,0 0 0,-1 0 0,1 0 0,0 0 0,1 0 0,-1 1 0,0-1 0,1 0 0,0 1 0,-1-1 0,1 1 0,0-1 0,0 1 0,1 0 0,3-4 0,-5 6 0,0-1 0,0 0 0,-1 1 0,1-1 0,0 0 0,-1 1 0,1-1 0,0 0 0,-1 0 0,1 0 0,-1 0 0,0 1 0,1-1 0,-1 0 0,0 0 0,1-1 0,-1 1 0,0 1 0,0 0 0,0-1 0,-1 1 0,1 0 0,0-1 0,0 1 0,0 0 0,0-1 0,-1 1 0,1 0 0,0 0 0,0-1 0,-1 1 0,1 0 0,0 0 0,0-1 0,-1 1 0,1 0 0,0 0 0,-1 0 0,1 0 0,0-1 0,-1 1 0,1 0 0,0 0 0,-1 0 0,0 0 0,-2-1 0,0 1 0,0 0 0,-1 0 0,1 0 0,0 0 0,0 0 0,-1 1 0,-3 0 0,-9 4 0,1 0 0,-1 1 0,1 0 0,0 2 0,0 0 0,1 0 0,0 1 0,0 1 0,1 0 0,0 1 0,1 1 0,0-1 0,-9 15 0,18-22 0,0 0 0,0 1 0,1-1 0,-1 1 0,1-1 0,0 1 0,1 0 0,-1 0 0,1 0 0,0 0 0,0 0 0,1 0 0,-1 0 0,1 0 0,0 0 0,0 0 0,1 0 0,0 0 0,0 0 0,0 0 0,0 0 0,1 0 0,0 0 0,0 0 0,0-1 0,4 7 0,0-2 0,1-1 0,-1 0 0,1 0 0,1-1 0,-1 0 0,1 0 0,1-1 0,-1 0 0,1 0 0,0-1 0,0 0 0,12 4 0,-4-3 0,0-1 0,1 0 0,0-1 0,-1-1 0,1 0 0,0-2 0,26 0 0,-31-2 0,1 0 0,-1-1 0,1 0 0,-1-1 0,0 0 0,0-1 0,0-1 0,0 0 0,-1-1 0,18-10 0,-27 14 0,0 0 0,0 0 0,0-1 0,0 1 0,0-1 0,0 0 0,-1 1 0,1-1 0,-1 0 0,0-1 0,0 1 0,0 0 0,0 0 0,0-1 0,-1 1 0,0-1 0,1 0 0,-1 1 0,-1-1 0,1 0 0,-1 0 0,1 0 0,-1 1 0,0-1 0,0 0 0,-1 0 0,1 0 0,-1 1 0,0-1 0,0 0 0,0 0 0,0 1 0,-2-4 0,-3-5 0,-1 0 0,0 1 0,0 0 0,-1 0 0,-1 1 0,1 0 0,-2 0 0,-13-10 0,-13-8 0,-58-34 0,67 46 0,1 0 0,1-2 0,0-1 0,1 0 0,-33-37 0,54 52 0,-1 0 0,1-1 0,0 1 0,0-1 0,1 1 0,0-1 0,0 0 0,0 0 0,0 0 0,1 0 0,-1 0 0,1-1 0,1 1 0,-1-8 0,1 9 0,1-1 0,-1 2 0,1-1 0,0 0 0,0 0 0,1 0 0,-1 0 0,1 1 0,0-1 0,0 0 0,0 1 0,0 0 0,1 0 0,-1-1 0,1 1 0,0 1 0,0-1 0,0 0 0,6-3 0,4-2 0,1 0 0,0 0 0,1 2 0,0-1 0,0 2 0,26-6 0,-18 6 0,0 1 0,1 1 0,45 1 0,-57 2 0,0 1 0,0 1 0,1 0 0,-1 1 0,-1 0 0,1 0 0,0 2 0,-1-1 0,0 1 0,0 1 0,0 0 0,10 8 0,-16-9 0,1-1 0,-1 1 0,0 0 0,0 1 0,-1-1 0,0 1 0,0 0 0,0 0 0,-1 0 0,1 0 0,-1 1 0,-1-1 0,0 1 0,0 0 0,0 0 0,0-1 0,-1 1 0,0 0 0,-1 1 0,0-1 0,0 0 0,-1 9 0,-1-6 38,0 1 0,-1-1 0,0 1 0,-1-1 0,0 0 0,0 0 0,-1-1 0,-7 11 0,4-8-323,-1 1 1,-1-1-1,0 0 1,0-1-1,-13 11 1,0-5-6542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55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254 22 24575,'-2'0'0,"1"0"0,-1 0 0,0 0 0,1 0 0,-1 0 0,0-1 0,1 1 0,-1 0 0,0-1 0,1 1 0,-1-1 0,1 0 0,-1 0 0,1 1 0,-1-1 0,1 0 0,0 0 0,-1 0 0,1 0 0,0 0 0,0-1 0,0 1 0,0 0 0,-2-2 0,3 3 0,0 0 0,0-1 0,0 1 0,0 0 0,0 0 0,0 0 0,0 0 0,0 0 0,0 0 0,0-1 0,1 1 0,-1 0 0,0 0 0,0 0 0,0 0 0,0 0 0,0 0 0,0 0 0,0-1 0,0 1 0,0 0 0,0 0 0,0 0 0,0 0 0,0 0 0,1 0 0,-1 0 0,0 0 0,0 0 0,0 0 0,0 0 0,0 0 0,0-1 0,0 1 0,1 0 0,-1 0 0,0 0 0,0 0 0,0 0 0,0 0 0,0 0 0,0 0 0,1 0 0,-1 0 0,0 0 0,0 0 0,10 2 0,9 6 0,-6 0 0,0 1 0,-1 0 0,0 1 0,0 0 0,-1 1 0,0 0 0,-1 1 0,0 0 0,-1 0 0,-1 1 0,0 1 0,0-1 0,-2 1 0,0 0 0,9 29 0,-14-39 0,0 1 0,-1-1 0,1 0 0,-1 1 0,0-1 0,0 0 0,0 1 0,-1-1 0,0 0 0,0 1 0,0-1 0,0 0 0,0 0 0,-1 0 0,0 0 0,0 0 0,0 0 0,-3 3 0,1-2 0,0-1 0,0 1 0,-1-1 0,1 0 0,-1-1 0,0 1 0,0-1 0,-1 0 0,1 0 0,-1-1 0,-9 4 0,0-2 0,-1-1 0,1 0 0,-1-1 0,1 0 0,-1-1 0,0-1 0,0-1 0,1 0 0,-21-4 0,24 2 0,1 0 0,-1-1 0,1 0 0,-1-1 0,1 0 0,1-1 0,-1 0 0,-11-9 0,18 13 0,1-1 0,0 1 0,0-1 0,1 0 0,-1 0 0,0 0 0,1 0 0,0-1 0,0 1 0,0-1 0,0 1 0,0-1 0,1 0 0,-1 1 0,1-1 0,0 0 0,0 0 0,1 0 0,-1 0 0,1 0 0,0 0 0,0 0 0,0 0 0,1 0 0,-1 0 0,1 0 0,0 0 0,2-5 0,2-3 0,0 1 0,1 0 0,1 0 0,-1 1 0,2 0 0,-1 0 0,1 0 0,1 1 0,0 0 0,12-9 0,-7 8 0,-1 0 0,1 1 0,1 0 0,0 1 0,0 1 0,1 0 0,17-5 0,-26 10 0,0 1 0,0-1 0,0 1 0,0 0 0,1 1 0,10 0 0,-17 0 0,1 0 0,-1 0 0,1 0 0,-1 1 0,1-1 0,-1 0 0,1 1 0,-1-1 0,0 1 0,1 0 0,-1-1 0,0 1 0,1 0 0,-1 0 0,0 0 0,0 0 0,0 0 0,0 0 0,0 0 0,0 0 0,0 1 0,0-1 0,0 0 0,-1 1 0,1-1 0,0 0 0,-1 1 0,1-1 0,-1 1 0,0-1 0,1 0 0,-1 1 0,0-1 0,0 1 0,0 0 0,0-1 0,0 3 0,-2 4-114,0 1 1,0-1-1,-1 0 0,0 0 0,0 0 1,-1-1-1,0 1 0,0-1 0,-1 0 1,0 0-1,-7 8 0,-5 5-6712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56.1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93 14 24575,'1'-2'0,"1"1"0,-1 0 0,0 0 0,1 0 0,-1 0 0,0 0 0,1 0 0,-1 0 0,1 0 0,0 1 0,-1-1 0,1 1 0,0-1 0,-1 1 0,1 0 0,0-1 0,-1 1 0,1 0 0,0 0 0,0 0 0,2 1 0,-2-1 0,1 1 0,-1 0 0,0 0 0,1 1 0,-1-1 0,0 0 0,0 1 0,0-1 0,0 1 0,0 0 0,0 0 0,3 3 0,0 3 0,0-1 0,-1 0 0,1 1 0,-2 0 0,1 0 0,-1 0 0,3 12 0,-4-12 0,-1-1 0,0 1 0,0 0 0,0-1 0,-1 1 0,-1 0 0,1 0 0,-1-1 0,0 1 0,-3 8 0,3-12 0,-1-1 0,1 1 0,-1-1 0,0 0 0,0 1 0,0-1 0,0 0 0,0 0 0,-1 0 0,1 0 0,-1 0 0,0-1 0,0 1 0,0-1 0,0 0 0,0 0 0,0 0 0,-1 0 0,1-1 0,-1 1 0,1-1 0,-6 2 0,1-2 0,1 1 0,0-1 0,-1-1 0,1 1 0,0-1 0,-1-1 0,1 1 0,0-1 0,-8-2 0,12 2 0,1 1 0,-1-1 0,1 0 0,0 0 0,-1 0 0,1 0 0,0 0 0,-1-1 0,1 1 0,0-1 0,0 1 0,0-1 0,0 0 0,0 0 0,1 0 0,-1 0 0,1 0 0,-1 0 0,1 0 0,0-1 0,0 1 0,-1 0 0,2-1 0,-1 1 0,0-1 0,0 1 0,1-1 0,-1-4 0,1 0-76,1 0 1,-1 0-1,1 0 0,1 0 0,-1 0 0,1 0 0,0 1 0,1-1 1,0 1-1,0-1 0,0 1 0,1 0 0,0 0 0,0 0 1,0 0-1,1 1 0,8-8 0,2 1-6750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56.3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212 8 24575,'0'-1'0,"0"1"0,-1 0 0,1 0 0,0-1 0,0 1 0,0 0 0,0 0 0,0 0 0,0-1 0,0 1 0,0 0 0,0 0 0,0 0 0,0-1 0,1 1 0,-1 0 0,0 0 0,0 0 0,0-1 0,0 1 0,0 0 0,0 0 0,0 0 0,1-1 0,-1 1 0,0 0 0,0 0 0,0 0 0,0 0 0,0 0 0,1-1 0,-1 1 0,0 0 0,0 0 0,0 0 0,1 0 0,-1 0 0,0 0 0,0 0 0,0 0 0,1 0 0,-1 0 0,0 0 0,0 0 0,1 0 0,-1 0 0,0 0 0,0 0 0,1 0 0,-1 0 0,0 1 0,1-1 0,-1 0 0,0 1 0,1-1 0,-1 0 0,0 1 0,1-1 0,-1 0 0,0 1 0,0-1 0,0 1 0,1-1 0,-1 1 0,0-1 0,0 1 0,0-1 0,0 0 0,0 1 0,0-1 0,0 1 0,0-1 0,0 1 0,0-1 0,0 1 0,0-1 0,0 2 0,-11 40 0,-2 0 0,-2-1 0,-21 41 0,-4 12 0,-55 153-1365,84-214-5461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0:56.6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0 24575,'2'1'0,"-1"-1"0,1 0 0,-1 1 0,1 0 0,-1-1 0,1 1 0,-1 0 0,1-1 0,-1 1 0,1 0 0,-1 0 0,0 0 0,0 0 0,1 1 0,-1-1 0,0 0 0,0 0 0,0 1 0,1 1 0,16 31 0,-15-28 0,6 14 0,9 29 0,-16-41 0,0 0 0,0-1 0,0 1 0,-1 0 0,-1 1 0,1 14 0,-2-21 0,1 0 0,0 0 0,0-1 0,-1 1 0,1 0 0,-1-1 0,1 1 0,-1 0 0,0-1 0,0 1 0,0-1 0,0 1 0,0-1 0,0 1 0,0-1 0,0 0 0,0 0 0,-1 1 0,1-1 0,0 0 0,-1 0 0,1 0 0,-1-1 0,1 1 0,-1 0 0,0 0 0,1-1 0,-1 1 0,0-1 0,1 0 0,-1 1 0,0-1 0,0 0 0,1 0 0,-3 0 0,1 0 0,1-1 0,-1 1 0,0-1 0,1 1 0,-1-1 0,1 0 0,-1 0 0,1 0 0,0 0 0,-1 0 0,1-1 0,0 1 0,0-1 0,0 1 0,0-1 0,0 0 0,0 0 0,0 0 0,0 0 0,1 0 0,-1 0 0,-1-5 0,2 4 34,0 0 1,0 0-1,0 0 0,0-1 0,1 1 0,-1 0 0,1-1 0,0 1 0,0-4 1,0 5-104,1 1 1,-1 0 0,0-1 0,0 1-1,1 0 1,-1-1 0,0 1-1,1 0 1,0-1 0,-1 1 0,1 0-1,0 0 1,-1 0 0,1 0 0,0 0-1,0 0 1,0 0 0,0 0 0,0 0-1,0 0 1,0 0 0,0 1-1,0-1 1,3-1 0,7 0-6758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3.3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449 349 24575,'-1'-9'0,"0"0"0,-1-1 0,0 1 0,0 0 0,-1 0 0,0 0 0,-1 1 0,1-1 0,-2 1 0,1 0 0,-1 0 0,-1 0 0,1 0 0,-1 1 0,-1 0 0,1 0 0,-13-9 0,13 11 0,0 1 0,0 0 0,-1 0 0,0 0 0,1 1 0,-1 0 0,0 1 0,-1-1 0,1 1 0,-8-1 0,9 2 0,1 1 0,-1 0 0,1 0 0,-1 0 0,0 0 0,1 1 0,-1 0 0,1 1 0,0-1 0,-1 1 0,1 0 0,0 0 0,0 0 0,-7 5 0,1 1 0,0 1 0,1 0 0,1 0 0,-1 1 0,2 0 0,-1 0 0,1 1 0,1 1 0,0-1 0,1 1 0,-9 22 0,-1 6 0,3 1 0,-11 57 0,12-38 0,3 1 0,3 0 0,2 0 0,7 100 0,1-123 0,1 0 0,1 0 0,2-1 0,2 0 0,2-1 0,1 0 0,1-1 0,32 56 0,-34-72 0,1-1 0,1 0 0,1-1 0,0 0 0,1-1 0,1-1 0,0 0 0,1-2 0,1 0 0,0-1 0,0 0 0,2-2 0,-1 0 0,1-2 0,0 0 0,1-1 0,0-2 0,0 0 0,0-1 0,1-1 0,-1-1 0,1-1 0,36-3 0,-30-1 0,0-2 0,0 0 0,-1-2 0,0-1 0,0-1 0,-1-1 0,0-2 0,0-1 0,-2-1 0,0 0 0,0-3 0,-1 0 0,29-28 0,-29 22 0,0-2 0,-2-1 0,-1-1 0,-1 0 0,-2-2 0,-1 0 0,0-1 0,-3-1 0,0 0 0,-2-1 0,10-41 0,-11 24-47,-3-1 0,-1 1 0,-2-1-1,-3-1 1,-7-92 0,0 104 15,-1 1 1,-1 0-1,-2 0 1,-2 1-1,-2 0 1,-1 1-1,-2 1 1,-22-39-1,27 57 32,0 1 0,-1 0 0,0 1 0,-2 0 0,0 1 0,0 0 0,-1 1 0,-1 1 0,0 1 0,0 0 0,-23-11 0,27 17 0,0 0 0,-1 0 0,1 1 0,-1 1 0,0 0 0,0 1 0,0 0 0,0 1 0,0 1 0,0 0 0,0 0 0,-1 1 0,1 1 0,0 1 0,1-1 0,-1 2 0,-20 7 0,18-3-47,1-1 0,-1 2 0,2 0 0,-1 1 1,1 0-1,1 0 0,0 2 0,0 0 0,1 0 0,0 1 0,1 0 0,1 1 0,0 0 0,1 0 0,1 1 0,-7 16 0,-8 34-6779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3.6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24575,'0'2'0,"0"-1"0,1 1 0,-1-1 0,1 1 0,-1-1 0,1 0 0,0 0 0,-1 1 0,1-1 0,0 0 0,0 0 0,0 0 0,0 0 0,0 0 0,0 0 0,0 0 0,2 2 0,28 16 0,-17-10 0,-3-1 0,-1 1 0,0 0 0,-1 0 0,0 1 0,-1 0 0,0 1 0,0 0 0,11 22 0,-1 5 0,19 59 0,-16-27 0,-2 0 0,-4 2 0,6 77 0,3 220 0,-24-357 0,4 142-1365,-3-98-5461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3.8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511 17 24575,'-3'-3'0,"-4"-1"0,-4 0 0,-3 1 0,-6 0 0,-5 5 0,-5 8 0,-4 5 0,-4 6 0,-6 9 0,-5 6 0,-3 6 0,1 2 0,0-1 0,5 0 0,11-9-8191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4.1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260 0 24575,'3'0'0,"1"3"0,0 5 0,-4 3 0,-5 3 0,-8 3 0,-5 1 0,-5 0 0,-3 4 0,-2 5 0,-3 0 0,1 2 0,2-1 0,0 1 0,4-1 0,7-6-8191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4.3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1 24575,'-1'0'0,"0"0"0,0 0 0,0 0 0,0 0 0,0 0 0,0 0 0,0 0 0,0 0 0,0 1 0,0-1 0,0 0 0,0 1 0,0-1 0,0 1 0,0-1 0,0 1 0,0-1 0,1 1 0,-1-1 0,0 1 0,0 0 0,1 0 0,-1-1 0,0 1 0,1 0 0,-1 0 0,1 0 0,-1 0 0,1 0 0,-1 0 0,1 0 0,0-1 0,-1 1 0,1 0 0,0 0 0,0 1 0,0-1 0,0 0 0,0 0 0,0 0 0,0 0 0,0 1 0,1 4 0,0-1 0,1 1 0,-1-1 0,1 1 0,0-1 0,5 9 0,4 4 0,1 0 0,0-1 0,2 0 0,21 21 0,67 55 0,-85-78 0,111 87 0,69 66 0,-154-121-1365,-12-7-5461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19:44.7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 24575,'-3'0'0,"2"3"0,5 7 0,7 8 0,8 8 0,10 8 0,13 11 0,12 7 0,12 7 0,-6-6-8191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16.9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56 24575,'-1'0'0,"0"1"0,0-1 0,0 0 0,1 1 0,-1-1 0,0 1 0,0-1 0,1 1 0,-1 0 0,0-1 0,1 1 0,-1 0 0,1-1 0,-1 1 0,1 0 0,-1-1 0,1 1 0,-1 0 0,1 0 0,0 0 0,-1 0 0,1-1 0,0 1 0,0 0 0,0 0 0,0 0 0,-1 1 0,-2 30 0,3-28 0,0 8 0,0 0 0,1 0 0,0 0 0,1 0 0,0 0 0,1-1 0,0 1 0,1-1 0,0 1 0,7 10 0,-10-18 0,1 0 0,1-1 0,-1 1 0,0-1 0,1 1 0,0-1 0,-1 0 0,1 0 0,1 0 0,-1-1 0,0 1 0,1-1 0,-1 0 0,1 0 0,0 0 0,-1 0 0,1 0 0,0-1 0,0 0 0,0 0 0,0 0 0,1 0 0,-1-1 0,0 1 0,0-1 0,0 0 0,1 0 0,-1-1 0,0 1 0,0-1 0,7-2 0,5-3 0,0 0 0,0-2 0,0 1 0,-1-2 0,-1 0 0,24-19 0,-12 6 0,-2 0 0,34-40 0,-48 50-227,0-1-1,-1 1 1,-1-1-1,0-1 1,13-28-1,-16 24-6598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17.7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24 24575,'1'-2'0,"-1"4"0,0 6 0,-2-3 0,-5-12 0,6 6 0,1 0 0,-1 0 0,1 0 0,-1 0 0,1 0 0,0 0 0,-1 0 0,1 0 0,0 0 0,0 0 0,0-1 0,-1 1 0,1 0 0,0 0 0,1 0 0,-1-1 0,0 1 0,0 1 0,1-1 0,-1 0 0,0 1 0,0-1 0,1 1 0,-1-1 0,1 1 0,-1-1 0,0 1 0,1 0 0,-1-1 0,1 1 0,-1-1 0,1 1 0,0 0 0,-1 0 0,1-1 0,-1 1 0,2-1 0,0 1 0,1 0 0,-1-1 0,0 1 0,1 0 0,-1 0 0,1 0 0,-1 0 0,0 1 0,1-1 0,-1 1 0,0-1 0,1 1 0,2 1 0,-3-1 0,0 0 0,0 0 0,0 1 0,0-1 0,0 1 0,0-1 0,0 1 0,0-1 0,-1 1 0,1 0 0,-1 0 0,1 0 0,-1 0 0,0 0 0,1 0 0,-1 0 0,0 0 0,-1 1 0,1-1 0,0 0 0,-1 1 0,1-1 0,-1 1 0,0-1 0,1 0 0,-1 1 0,0-1 0,-1 1 0,1-1 0,0 0 0,-2 5 0,2-5 0,-1 1 0,0 0 0,0-1 0,-1 1 0,1 0 0,0-1 0,-1 0 0,0 1 0,1-1 0,-1 0 0,0 0 0,0 0 0,0 0 0,0 0 0,-1 0 0,1 0 0,0-1 0,-1 1 0,1-1 0,-1 0 0,0 0 0,1 0 0,-1 0 0,0 0 0,0-1 0,-4 1 0,7 0 0,-1-1 0,1 0 0,-1 0 0,0 0 0,1 0 0,-1 0 0,1 0 0,-1 0 0,0 0 0,1-1 0,-1 1 0,1 0 0,-1 0 0,0 0 0,1-1 0,-1 1 0,1 0 0,-1-1 0,1 1 0,-1 0 0,1-1 0,0 1 0,-1-1 0,1 1 0,-1 0 0,1-1 0,0 1 0,-1-1 0,1 1 0,-1-2 0,1 0 0,0 0 0,-1 1 0,1-1 0,0 0 0,0 0 0,0 1 0,0-1 0,1 0 0,-1 0 0,1-2 0,2-4 0,-1 0 0,1 0 0,7-11 0,12-8 342,-22 26-383,0 1 0,1-1 1,-1 0-1,1 1 0,0-1 1,-1 1-1,1-1 1,-1 1-1,1 0 0,0-1 1,-1 1-1,1 0 0,0-1 1,0 1-1,-1 0 0,1 0 1,0 0-1,0 0 1,-1-1-1,1 1 0,0 0 1,0 0-1,-1 0 0,1 1 1,0-1-1,0 0 0,-1 0 1,1 0-1,0 0 1,0 1-1,-1-1 0,1 0 1,0 1-1,-1-1 0,1 1 1,-1-1-1,1 1 1,0-1-1,-1 1 0,1-1 1,0 2-1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18.2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68 24575,'0'-3'0,"0"0"0,1 0 0,-1 0 0,1 0 0,0-1 0,0 1 0,0 0 0,1 0 0,-1 1 0,1-1 0,-1 0 0,1 0 0,0 1 0,3-4 0,-3 4 0,0 0 0,-1 0 0,1 1 0,0-1 0,0 1 0,0-1 0,0 1 0,0 0 0,0 0 0,1 0 0,-1 0 0,0 0 0,0 1 0,1-1 0,-1 0 0,1 1 0,-1 0 0,1 0 0,2 0 0,-3 0 0,0 1 0,-1 0 0,1 0 0,0-1 0,-1 1 0,1 0 0,-1 1 0,0-1 0,1 0 0,-1 0 0,0 1 0,0-1 0,1 0 0,-1 1 0,0 0 0,-1-1 0,1 1 0,0-1 0,0 1 0,-1 0 0,1-1 0,-1 1 0,1 0 0,-1 0 0,0 0 0,0-1 0,0 1 0,0 2 0,1 2 0,-1 0 0,0 0 0,0-1 0,0 1 0,-1 0 0,0 0 0,-2 10 0,2-15 0,1-1 0,0 1 0,-1 0 0,1 0 0,-1 0 0,1 0 0,-1 0 0,1 0 0,-1-1 0,1 1 0,-1 0 0,0 0 0,1-1 0,-1 1 0,0-1 0,0 1 0,1 0 0,-1-1 0,0 0 0,0 1 0,-1 0 0,1-1 0,0 0 0,0 0 0,1 0 0,-1-1 0,0 1 0,0 0 0,0 0 0,1 0 0,-1-1 0,0 1 0,0 0 0,1-1 0,-1 1 0,0-1 0,1 1 0,-1-1 0,0 1 0,1-1 0,-2-1 0,0-1 0,-1 0 0,1 0 0,0 0 0,0-1 0,0 1 0,0-1 0,1 1 0,-1-1 0,0-4 0,0 0-273,1 0 0,0 0 0,0 0 0,1-12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18.8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1 837 24575,'-1'-26'0,"2"0"0,1 1 0,1-1 0,1 0 0,1 1 0,1 0 0,2 0 0,0 1 0,24-46 0,-5 21 0,3 2 0,2 1 0,2 1 0,52-52 0,-55 66 0,1 1 0,2 2 0,1 2 0,1 1 0,1 1 0,41-19 0,-59 35 57,0 0 0,1 0 0,0 2 0,0 1 0,32-5 0,-42 9-179,0 0 0,0 1 0,0 0 0,0 0 0,0 1 0,0 1 0,-1 0 0,1 0 0,0 1 1,-1 0-1,1 0 0,-1 1 0,12 7 0,11 12-6704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19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0 326 24575,'0'-3'0,"3"-1"0,5-3 0,6-4 0,11-5 0,10-7 0,11-6 0,14-4 0,16-5 0,12-3 0,8-4 0,6 3 0,-15 9-8191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4.8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639 178 24575,'6'-6'0,"-1"0"0,0 0 0,-1 0 0,0-1 0,0 1 0,0-1 0,-1 0 0,0 0 0,0-1 0,0 1 0,-1-1 0,2-12 0,-4 18 0,0-1 0,1 0 0,-1 0 0,0 0 0,-1 1 0,1-1 0,0 0 0,-1 0 0,1 1 0,-1-1 0,0 0 0,0 1 0,0-1 0,0 0 0,-1 1 0,1 0 0,-1-1 0,1 1 0,-1 0 0,0 0 0,0 0 0,0 0 0,0 0 0,0 0 0,0 0 0,-1 1 0,1-1 0,-1 1 0,1 0 0,-1-1 0,1 1 0,-1 0 0,0 1 0,1-1 0,-1 0 0,0 1 0,-3-1 0,-5 0 0,-1 1 0,1 0 0,0 1 0,-1 0 0,1 0 0,0 1 0,0 1 0,0 0 0,0 0 0,-14 8 0,-8 4 0,-59 38 0,54-28 0,2 2 0,0 2 0,-49 51 0,62-55 0,2 0 0,1 1 0,1 1 0,1 1 0,-24 50 0,37-67 0,0 1 0,1 0 0,1 0 0,0 0 0,0 0 0,1 0 0,1 1 0,-1 15 0,3-22 0,-1 0 0,1 0 0,0 0 0,0 0 0,1 0 0,-1 0 0,1-1 0,1 1 0,-1-1 0,1 1 0,0-1 0,0 0 0,0 0 0,1 0 0,0-1 0,0 1 0,0-1 0,0 0 0,6 4 0,1-1 0,1 0 0,-1-1 0,1 0 0,1-1 0,-1 0 0,1-1 0,0-1 0,0 0 0,0 0 0,16 0 0,11-1 0,1-1 0,41-4 0,-43 0 114,-1-2 0,72-18 0,-93 18-304,1-1 0,-1-1 1,0 0-1,0-1 0,-1-1 1,0-1-1,-1 0 1,17-14-1,-4-3-6636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5.0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24575,'0'3'0,"0"4"0,0 5 0,0 5 0,0 7 0,0 5 0,0 4 0,0 3 0,0 1 0,0-2 0,0-5 0,0-3 0,0-4 0,0-6-8191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5.2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 24575,'4'-3'0,"0"2"0,-3 4 0,-2 5 0,-1 4 0,0 1-8191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5.4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130 5 24575,'3'0'0,"1"-3"0,0 2 0,-1 4 0,-1 8 0,-4 9 0,-4 10 0,-5 8 0,-3 9 0,-3 4 0,-1 3 0,2 3 0,1-1 0,0 1 0,2-4 0,4-4 0,3-8 0,2-10-8191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5.6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14 124 24575,'0'-8'0,"-1"0"0,0 0 0,-4-12 0,3 15 0,1-1 0,0 1 0,0 0 0,0-1 0,1 1 0,-1-1 0,1 1 0,1-10 0,0 14 0,-1 0 0,0 0 0,1 0 0,-1 0 0,1 0 0,-1 0 0,1 0 0,0 0 0,-1 0 0,1 0 0,0 0 0,-1 0 0,1 0 0,0 1 0,0-1 0,0 0 0,0 1 0,0-1 0,0 1 0,0-1 0,0 1 0,0-1 0,0 1 0,0 0 0,0-1 0,0 1 0,0 0 0,0 0 0,0 0 0,1 0 0,-1 0 0,1 0 0,6 1 0,-1 0 0,1 0 0,13 4 0,-6-1 0,30 4 0,1-2 0,0-2 0,80-2 0,-122-2-80,-1 0 0,1-1-1,-1 1 1,0 0 0,1-1-1,-1 0 1,0 0 0,1 0-1,-1 0 1,0 0 0,0-1 0,0 1-1,0-1 1,0 0 0,0 0-1,4-4 1,1-6-6746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5.9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0 24575,'0'4'0,"0"3"0,0 4 0,0 6 0,-3 4 0,-2 4 0,-2 4 0,-3 4 0,0 2 0,-2-2 0,2-3 0,-2-1 0,3-5-8191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6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98 24575,'0'-6'0,"-3"-6"0,-4-3 0,-5-2 0,1-2 0,5 2 0,3 5-8191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6.4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195 113 24575,'-6'0'0,"0"0"0,0-1 0,0 0 0,0 0 0,0 0 0,0-1 0,1 0 0,-1 0 0,-5-3 0,10 4 0,-1 1 0,1-1 0,0 0 0,0 0 0,0 1 0,0-1 0,0 0 0,0 0 0,0 0 0,0 0 0,0 0 0,0 0 0,1-1 0,-1 1 0,0 0 0,1 0 0,-1 0 0,1-1 0,-1 1 0,1 0 0,0-1 0,0 1 0,-1 0 0,1-1 0,0 1 0,0 0 0,0-1 0,0 1 0,0-1 0,1 1 0,-1 0 0,0 0 0,1-1 0,-1 1 0,1 0 0,-1-1 0,1 1 0,0 0 0,-1 0 0,1 0 0,0 0 0,0 0 0,0 0 0,1-2 0,2-1 0,0 0 0,0 0 0,0 1 0,1-1 0,-1 1 0,1 0 0,0 0 0,0 1 0,0-1 0,0 1 0,0 0 0,1 1 0,9-3 0,-11 3 0,1 0 0,0 1 0,0-1 0,0 1 0,0 0 0,0 1 0,0-1 0,0 1 0,0 0 0,0 0 0,-1 0 0,1 1 0,0-1 0,-1 1 0,9 5 0,-12-6 0,1 0 0,0 0 0,0 1 0,-1-1 0,1 1 0,-1 0 0,1-1 0,-1 1 0,0 0 0,0 0 0,0 0 0,0 0 0,0 0 0,0 0 0,0 0 0,0 0 0,-1 0 0,1 0 0,-1 4 0,0-3 0,0 1 0,0 0 0,-1 0 0,1 0 0,-1-1 0,0 1 0,-1 0 0,1-1 0,0 1 0,-4 4 0,-2 4 0,0 0 0,-2-1 0,1 0 0,-1-1 0,-12 11 0,-59 47 0,54-48 0,1 1 0,1 1 0,-39 46 0,61-66 0,1 0 0,-1 0 0,1 0 0,-1 0 0,1 0 0,0 1 0,0-1 0,0 0 0,0 1 0,1-1 0,-1 1 0,1-1 0,-1 1 0,1-1 0,0 1 0,0-1 0,0 1 0,0-1 0,1 4 0,0-4 0,0 1 0,0-1 0,0 0 0,1 0 0,-1 0 0,1 0 0,-1 0 0,1 0 0,0 0 0,0-1 0,0 1 0,0-1 0,0 1 0,0-1 0,0 0 0,1 0 0,-1 1 0,0-2 0,4 2 0,33 9-1365,1-4-5461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6.8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0 159 24575,'0'1'0,"1"0"0,-1 0 0,1 0 0,-1-1 0,1 1 0,0 0 0,-1 0 0,1-1 0,-1 1 0,1 0 0,0-1 0,0 1 0,-1-1 0,1 1 0,0-1 0,0 1 0,0-1 0,0 0 0,0 1 0,0-1 0,1 0 0,26 9 0,-21-7 0,30 8 0,1-2 0,1-1 0,64 2 0,-74-8 0,0-2 0,-1-1 0,1-1 0,-1-1 0,48-14 0,-64 14 0,-1-1 0,1 0 0,-1 0 0,0-1 0,-1-1 0,1 0 0,12-11 0,-20 16 0,0-1 0,0 0 0,0 0 0,0 0 0,0 0 0,-1 0 0,0-1 0,1 1 0,-1-1 0,-1 0 0,1 1 0,0-1 0,-1 0 0,0 0 0,0 0 0,0 0 0,0 0 0,-1 0 0,0 0 0,1 0 0,-2 0 0,1-1 0,0 1 0,-1 0 0,-2-7 0,3 9 0,0 1 0,-1-1 0,1 1 0,0-1 0,-1 1 0,0-1 0,1 1 0,-1 0 0,0-1 0,0 1 0,0 0 0,0 0 0,0 0 0,0 0 0,0-1 0,0 1 0,0 1 0,-1-1 0,1 0 0,0 0 0,-1 0 0,1 1 0,0-1 0,-1 0 0,1 1 0,-1 0 0,1-1 0,-1 1 0,1 0 0,-1 0 0,0 0 0,1 0 0,-1 0 0,1 0 0,-1 0 0,1 0 0,-1 1 0,1-1 0,-1 0 0,1 1 0,-1-1 0,1 1 0,-2 1 0,-4 1 0,1 1 0,0 0 0,0 1 0,0-1 0,0 1 0,1 0 0,-9 11 0,7-7 0,0 1 0,1 0 0,0 0 0,0 0 0,2 1 0,-1 0 0,1 0 0,1 0 0,0 1 0,0-1 0,-1 18 0,3-24 0,1-1 0,0 1 0,0 0 0,0-1 0,1 1 0,-1 0 0,1-1 0,0 1 0,1-1 0,-1 1 0,1-1 0,0 0 0,0 1 0,0-1 0,0 0 0,1 0 0,0-1 0,0 1 0,0 0 0,0-1 0,0 0 0,1 0 0,-1 0 0,1 0 0,0 0 0,0-1 0,0 0 0,0 0 0,1 0 0,-1 0 0,6 1 0,3 1-455,0-2 0,26 3 0,-8-4-6371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7.1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0 188 24575,'9'-21'0,"12"-38"0,-16 41 0,1 1 0,1 0 0,13-25 0,-20 41 0,1 0 0,-1 0 0,1 0 0,-1 1 0,1-1 0,-1 0 0,1 0 0,0 1 0,-1-1 0,1 0 0,0 1 0,0-1 0,-1 0 0,1 1 0,0-1 0,0 1 0,1-1 0,-1 1 0,-1 0 0,0 0 0,1 0 0,-1 1 0,0-1 0,1 0 0,-1 0 0,0 0 0,1 1 0,-1-1 0,0 0 0,1 0 0,-1 1 0,0-1 0,1 0 0,-1 1 0,0-1 0,0 0 0,0 1 0,1-1 0,-1 0 0,0 1 0,0-1 0,0 0 0,0 1 0,0-1 0,1 1 0,3 35 0,-5 58 0,1 28 0,0-120 0,0 0 0,0-1 0,0 1 0,0 0 0,1-1 0,-1 1 0,1 0 0,-1-1 0,1 1 0,0 0 0,-1-1 0,1 1 0,0-1 0,0 0 0,0 1 0,0-1 0,0 0 0,0 1 0,1-1 0,-1 0 0,3 2 0,-2-2 0,1 0 0,-1 0 0,0-1 0,1 1 0,-1-1 0,1 1 0,-1-1 0,1 0 0,-1 0 0,1 0 0,-1 0 0,1 0 0,3-2 0,8-1 0,0-2 0,-1 1 0,1-2 0,14-8 0,-21 11 0,62-34 0,-39 20 0,1 1 0,45-16 0,-71 30 14,0 1-1,0 0 1,0 1-1,0-1 1,0 1-1,1 0 1,-1 0-1,0 1 1,0-1-1,0 1 1,0 0-1,0 1 1,0-1 0,0 1-1,0 0 1,-1 0-1,1 1 1,0-1-1,-1 1 1,0 0-1,0 0 1,0 0-1,0 1 1,3 4-1,10 9-329,-2 2-1,0 0 1,22 39-1,-29-45-120,9 14-6389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07.4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2 24575,'-51'3'0,"47"-3"0,0 1 0,0 0 0,0 0 0,0 0 0,0 0 0,0 0 0,1 1 0,-1 0 0,-5 3 0,8-1 0,7-1 0,8 0 0,0-1 0,1 0 0,-1-1 0,21 0 0,0-1 0,788-9-3705,-503 0 2245,1575-9 503,-1684 19-1112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2.2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228 20 24575,'3'0'0,"1"-6"0,0-5 0,-4 8 0,-5 5 0,-8 12 0,-4 5 0,-7 14 0,-4 6 0,-5 9 0,2 6 0,-2 6 0,3 6 0,6-9-8191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2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399 1428 24575,'-105'-149'0,"39"56"0,-59-109 0,108 170 0,1 0 0,2-1 0,2 0 0,1-1 0,1-1 0,2 0 0,-6-61 0,13 75-28,1 0 0,1 0 0,1 0 0,0-1 0,2 1 0,0 1 0,2-1 0,0 1 0,1 0 0,15-29 0,-10 27-36,1 0 0,2 1 1,0 1-1,1 0 0,0 1 1,2 1-1,0 1 0,32-24 1,-12 16-59,1 1 0,0 2 0,2 2 0,0 1 0,2 3 1,0 1-1,0 2 0,1 2 0,70-8 0,-42 12 9,0 2 0,0 4 0,1 3 0,-1 3 0,91 19 0,-88-8 113,-1 3 0,0 3 0,-2 4 0,-1 3 0,103 57 0,-125-57 0,-1 2 0,-1 2 0,-2 2 0,-1 3 0,-2 1 0,-2 1 0,-1 3 0,32 47 0,-51-61-23,-2-1-1,-1 2 1,-2 1 0,-1 0 0,-1 0 0,-1 1 0,10 51 0,-18-62-25,-1 0 0,-1 1 0,0 0 0,-2-1 0,-1 1 1,0-1-1,-2 1 0,0-1 0,-2 0 0,0 0 0,-1 0 0,-17 37 1,11-36 43,0 0 0,-1-1 0,-1-1 0,-1 0 0,-1-1 0,-35 33 1,23-29 16,-1 0 0,-1-2 1,0-1-1,-39 18 0,0-8-279,0-2 0,-2-4-1,-1-3 1,-75 13 0,7-10 201,-1-5 1,0-7-1,-241-10 0,334-4 174,-1-2-1,0-2 0,-61-17 0,101 20-42,-1 0 0,1-1 0,-1 0 0,-9-6 0,17 9-46,-1-1 0,1 0 1,0 1-1,0-1 0,-1 0 0,1 0 1,0 0-1,1-1 0,-1 1 0,0 0 0,1-1 1,-1 1-1,1-1 0,0 0 0,0 1 0,-2-7 1,3 6-616,-1-1 0,1 0 1,0 0-1,0 0 1,1 0-1,1-7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3.0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12 222 24575,'-1'-1'0,"0"1"0,0-1 0,0 0 0,0 0 0,0 0 0,0 0 0,1 0 0,-1 0 0,0 0 0,1 0 0,-1 0 0,1-1 0,-1 1 0,1 0 0,-1-1 0,2 1 0,-1 1 0,0 0 0,1 0 0,-1-1 0,1 1 0,-1 0 0,0 0 0,1 0 0,-1 0 0,1-1 0,-1 1 0,0 0 0,1 0 0,-1 0 0,1 0 0,-1 0 0,1 0 0,-1 0 0,0 0 0,1 1 0,-1-1 0,1 0 0,-1 0 0,0 0 0,1 0 0,-1 0 0,1 1 0,41 16 0,-42-17 0,21 10 0,181 77 0,-200-86 0,0-1 0,1 0 0,-1 1 0,0-1 0,1 0 0,-1 0 0,0 0 0,1 0 0,-1-1 0,0 1 0,1-1 0,-1 1 0,0-1 0,1 0 0,-1 0 0,0 0 0,0 0 0,0 0 0,0 0 0,0-1 0,0 1 0,0-1 0,-1 1 0,1-1 0,1-2 0,6-6 0,-1 0 0,-1-1 0,10-17 0,-6 10 0,-2 4 0,38-64 0,-41 67 0,0-1 0,-1 1 0,-1-1 0,0 0 0,2-13 0,-5 23 0,-1 1 0,0 0 0,1-1 0,-1 1 0,0-1 0,0 1 0,0-1 0,0 1 0,0-1 0,0 1 0,-1-1 0,1 1 0,0-1 0,-1 1 0,1-1 0,-1 1 0,1-1 0,-1 1 0,0 0 0,0-1 0,1 1 0,-1 0 0,0 0 0,0 0 0,0 0 0,-1 0 0,1 0 0,0 0 0,0 0 0,0 0 0,-1 0 0,1 1 0,0-1 0,-1 0 0,1 1 0,-1-1 0,1 1 0,-1 0 0,1-1 0,-3 1 0,-3-1 0,1 1 0,-1 0 0,1 1 0,-1 0 0,1 0 0,0 0 0,-1 0 0,-7 4 0,-6 3 0,1 1 0,0 1 0,0 1 0,1 0 0,1 1 0,-22 20 0,18-13 0,2 1 0,0 0 0,1 1 0,-22 34 0,32-41 0,0-1 0,1 2 0,0-1 0,1 1 0,1 0 0,1 0 0,0 0 0,1 1 0,0 0 0,-1 27 0,4-36 0,1 0 0,-1 0 0,1 0 0,0 0 0,0 0 0,1 0 0,0-1 0,0 1 0,1 0 0,0-1 0,0 0 0,0 1 0,1-1 0,0-1 0,0 1 0,1 0 0,-1-1 0,1 0 0,0 0 0,1-1 0,-1 1 0,1-1 0,0 0 0,0-1 0,0 1 0,8 2 0,-2-1-124,0-2 0,0 0 0,0 0 0,0-1 0,1 0 0,-1-1-1,1-1 1,-1 0 0,0-1 0,25-4 0,14-6-6702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3.3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0 320 24575,'17'-26'0,"-1"-1"0,-2-1 0,-1 0 0,-1 0 0,-1-2 0,-1 1 0,7-45 0,-16 57 0,-1 16 0,0 1 0,0 0 0,0 0 0,0 0 0,0 0 0,0 0 0,0 0 0,0 0 0,0 0 0,-1 0 0,1 0 0,0 0 0,0 0 0,0 0 0,0 0 0,0 0 0,0 0 0,0 0 0,-1 0 0,1 0 0,0 0 0,0 0 0,0 0 0,0 0 0,0 0 0,0 0 0,0 0 0,0 0 0,-1 0 0,1 0 0,0 0 0,0 0 0,0 0 0,0 1 0,0-1 0,0 0 0,0 0 0,0 0 0,0 0 0,0 0 0,0 0 0,0 0 0,-1 0 0,1 0 0,0 0 0,0 1 0,0-1 0,0 0 0,0 0 0,0 0 0,0 0 0,0 0 0,0 0 0,0 0 0,0 1 0,0-1 0,0 0 0,0 0 0,0 0 0,-10 32 0,9-21 0,-1-1 0,2 1 0,-1 0 0,2-1 0,-1 1 0,1-1 0,1 1 0,0-1 0,1 1 0,-1-1 0,2 0 0,0 0 0,7 13 0,-7-16 0,0 0 0,1 0 0,0-1 0,1 0 0,-1 0 0,1 0 0,0-1 0,1 1 0,-1-2 0,1 1 0,0-1 0,0 0 0,1 0 0,-1-1 0,1 0 0,0 0 0,15 3 0,-15-4 0,1-1 0,-1 0 0,0-1 0,0 0 0,1 0 0,-1 0 0,0-1 0,0-1 0,0 1 0,0-1 0,0-1 0,0 1 0,0-1 0,-1-1 0,1 1 0,-1-1 0,0-1 0,8-6 0,-4 2 0,0 0 0,-2-1 0,1-1 0,-1 0 0,-1 0 0,0 0 0,0-1 0,-1-1 0,-1 1 0,6-14 0,-3 3 0,-1-1 0,0 0 0,7-45 0,-15 63 0,-3 11 0,-3 10 0,-1 29-1365,5-22-5461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3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1 564 24575,'0'-1'0,"0"0"0,0 0 0,1 1 0,-1-1 0,0 0 0,1 1 0,-1-1 0,0 0 0,1 1 0,-1-1 0,1 1 0,-1-1 0,1 1 0,-1-1 0,1 1 0,0-1 0,-1 1 0,1-1 0,0 1 0,-1 0 0,1-1 0,0 1 0,-1 0 0,1 0 0,0-1 0,0 1 0,-1 0 0,1 0 0,0 0 0,0 0 0,-1 0 0,1 0 0,0 0 0,1 0 0,28 3 0,-29-3 0,15 3 0,-1-2 0,1 1 0,0-2 0,0 0 0,-1-1 0,1-1 0,26-6 0,-34 6 0,1-1 0,-1 0 0,1 0 0,-1-1 0,0 0 0,-1-1 0,1 0 0,-1 0 0,0 0 0,0-1 0,0 0 0,-1 0 0,0-1 0,11-14 0,-16 18 0,1 1 0,0-1 0,-1 0 0,1 0 0,-1 0 0,0 0 0,0 0 0,0 0 0,0 0 0,-1 0 0,1 0 0,-1 0 0,0-1 0,0 1 0,0 0 0,0 0 0,-1 0 0,1 0 0,-1-1 0,1 1 0,-1 0 0,0 0 0,-1 0 0,-1-4 0,1 4 0,0 0 0,-1 1 0,1-1 0,-1 1 0,1-1 0,-1 1 0,0 0 0,0 0 0,0 0 0,0 0 0,0 1 0,0-1 0,0 1 0,-1 0 0,1 0 0,0 0 0,-1 0 0,1 1 0,-1-1 0,1 1 0,-1 0 0,-4 0 0,0 1 0,0 0 0,0 1 0,0 0 0,1 0 0,-1 1 0,1 0 0,0 0 0,0 1 0,0-1 0,0 2 0,0-1 0,1 1 0,0 0 0,0 0 0,0 1 0,1-1 0,-1 1 0,2 1 0,-1-1 0,-5 11 0,3-7 0,1 1 0,1 0 0,0 0 0,1 0 0,0 1 0,1-1 0,0 1 0,0 0 0,2 0 0,-1 0 0,1 0 0,2 23 0,0-30 0,-1 0 0,1 0 0,1 1 0,-1-1 0,1 0 0,0 0 0,0 0 0,0-1 0,1 1 0,-1 0 0,1-1 0,0 0 0,1 1 0,-1-1 0,1-1 0,5 6 0,-3-5 0,0 0 0,0-1 0,0 1 0,1-1 0,-1-1 0,1 1 0,-1-1 0,1 0 0,0-1 0,0 1 0,8-1 0,2 0 0,-1-1 0,1-1 0,-1 0 0,1-2 0,-1 1 0,1-2 0,-1 0 0,0-2 0,27-11 0,-22 5 0,-1-1 0,0-1 0,-1 0 0,0-2 0,-2 0 0,0-1 0,0 0 0,-2-2 0,0 0 0,-1 0 0,22-43 0,-17 24 0,-1-1 0,-2-1 0,-2-1 0,-2 1 0,13-80 0,-23 110 0,1-11 0,0 0 0,-1 0 0,-2-36 0,-3 51 0,0 8 0,-3 11 0,-8 35 0,2 1 0,2 1 0,-4 70 0,12-102 0,-3 35 114,2-1 0,4 55 0,0-86-328,1 0 1,2 0 0,0 0-1,1 0 1,1 0 0,1-1-1,17 35 1,-1-16-6613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4.7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49 369 24575,'4'-7'0,"0"0"0,-1 0 0,0-1 0,0 1 0,0-1 0,-1 1 0,0-1 0,-1 0 0,1-11 0,-1 18 0,-1 1 0,0-1 0,0 1 0,0 0 0,0-1 0,0 1 0,0-1 0,0 1 0,0 0 0,0-1 0,0 1 0,0-1 0,0 1 0,-1 0 0,1-1 0,0 1 0,0 0 0,0-1 0,0 1 0,-1 0 0,1-1 0,0 1 0,0 0 0,-1-1 0,1 1 0,0 0 0,0 0 0,-1-1 0,1 1 0,0 0 0,-1 0 0,1 0 0,0-1 0,-1 1 0,1 0 0,-1 0 0,1 0 0,-1 0 0,-14 9 0,-11 22 0,22-25 0,1 1 0,-1-1 0,1 1 0,0 0 0,1 1 0,-1-1 0,2 0 0,-1 1 0,1-1 0,0 1 0,0-1 0,1 1 0,0 0 0,1-1 0,1 9 0,-1-11 0,0 0 0,0 0 0,1-1 0,0 1 0,0 0 0,0-1 0,1 1 0,-1-1 0,1 0 0,0 0 0,0 0 0,1 0 0,-1-1 0,1 1 0,0-1 0,0 0 0,0 0 0,0 0 0,0-1 0,1 1 0,-1-1 0,1 0 0,8 2 0,2 0 0,0-1 0,-1 0 0,1-1 0,0 0 0,0-2 0,1 0 0,28-3 0,-36 2 0,1-1 0,-1 0 0,0 0 0,0 0 0,0-1 0,0-1 0,0 1 0,0-1 0,-1 0 0,0-1 0,0 0 0,0 0 0,0 0 0,-1-1 0,8-9 0,-12 13 0,0 0 0,0 0 0,-1-1 0,1 1 0,0 0 0,-1-1 0,0 1 0,0-1 0,0 0 0,0 1 0,0-1 0,0 0 0,-1 1 0,1-1 0,-1 0 0,1 0 0,-1 0 0,0 1 0,-1-1 0,1 0 0,0 0 0,-1 0 0,1 1 0,-1-1 0,0 0 0,0 1 0,0-1 0,0 0 0,-1 1 0,1 0 0,-1-1 0,1 1 0,-1 0 0,0 0 0,0-1 0,0 1 0,0 1 0,0-1 0,0 0 0,-4-2 0,-9-5 0,1 1 0,-1 0 0,0 1 0,-1 1 0,-19-6 0,84 17 0,41 4 0,128-5 0,-191-4 0,-21 1 0,0-1 0,0 0 0,1-1 0,-1 1 0,0-1 0,0 0 0,0-1 0,0 0 0,-1 0 0,10-4 0,-15 6 0,1 0 0,-1-1 0,0 1 0,1 0 0,-1 0 0,1-1 0,-1 1 0,0 0 0,1 0 0,-1 0 0,1 0 0,-1 0 0,1 0 0,-1 0 0,1 0 0,-1 0 0,1 0 0,-1 0 0,1 0 0,-1 0 0,0 0 0,1 0 0,-1 0 0,1 0 0,-1 0 0,1 1 0,-1-1 0,0 0 0,1 0 0,-1 1 0,1-1 0,-1 0 0,0 0 0,1 1 0,7 19 0,-4 26 0,-4-43 0,0 312 0,0-144 0,0-164 0,0-4 0,0 0 0,1 0 0,-1-1 0,0 1 0,0 0 0,-1 0 0,1 0 0,-1 0 0,1-1 0,-1 1 0,0 0 0,0 0 0,0-1 0,-2 3 0,2-5 0,1-1 0,-1 0 0,0 0 0,1 0 0,-1 0 0,1 0 0,-1 0 0,1 0 0,-1 0 0,1 0 0,0 0 0,0 0 0,-1 0 0,1 0 0,0 0 0,0 0 0,0-2 0,-2-15 0,2-1 0,0 1 0,4-36 0,17-56 0,-12 69 0,16-78 0,5 1 0,76-190 0,-103 302 0,0-3 0,0 1 0,1 0 0,0-1 0,0 2 0,1-1 0,0 0 0,1 1 0,-1 0 0,14-12 0,-18 18 0,0 1 0,-1-1 0,1 0 0,0 1 0,0-1 0,0 1 0,0 0 0,0-1 0,0 1 0,0 0 0,0 0 0,0-1 0,0 1 0,0 0 0,0 0 0,0 0 0,0 0 0,0 1 0,0-1 0,0 0 0,0 0 0,0 0 0,0 1 0,0-1 0,0 1 0,0-1 0,0 1 0,0-1 0,0 1 0,-1-1 0,1 1 0,0 0 0,0-1 0,-1 1 0,1 0 0,0 0 0,-1-1 0,1 1 0,0 0 0,-1 1 0,4 4 0,-1-1 0,0 1 0,-1 0 0,1 0 0,1 7 0,2 10 0,-1 1 0,-1 0 0,-1 0 0,-1 0 0,-1 0 0,-1 0 0,-1 0 0,-1 0 0,-1 0 0,-2 0 0,-10 34 0,11-47 69,-1 0-1,0 0 0,-1-1 0,-13 19 1,15-24-212,0 0 1,0 0 0,0-1 0,-1 1-1,0-1 1,0-1 0,0 1 0,0-1 0,-1 1-1,1-1 1,-7 2 0,-6 0-6684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5.0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47 257 24575,'43'0'0,"0"-3"0,0-1 0,54-13 0,-73 11 0,0-1 0,-1-1 0,0-1 0,0-1 0,-1 0 0,0-2 0,23-17 0,-40 26 0,0-2 0,0 1 0,0 0 0,-1-1 0,0 0 0,1 0 0,-2 0 0,1 0 0,5-10 0,-9 13 0,1 0 0,0 0 0,-1 0 0,1 0 0,-1 0 0,1 0 0,-1 0 0,0 0 0,0 0 0,0 0 0,0 0 0,0 0 0,-1 0 0,1 0 0,0 0 0,-1 0 0,0 0 0,1 0 0,-1 1 0,0-1 0,0 0 0,0 0 0,0 1 0,0-1 0,-1 0 0,1 1 0,0-1 0,-1 1 0,1 0 0,-1-1 0,1 1 0,-1 0 0,0 0 0,1 0 0,-3-1 0,-4-2 0,-1 1 0,0-1 0,1 2 0,-1-1 0,0 1 0,0 0 0,-1 1 0,1 0 0,0 1 0,0-1 0,0 2 0,-13 1 0,-6 2 0,1 1 0,-49 16 0,58-15 0,0 1 0,1 1 0,-1 0 0,2 1 0,-1 1 0,1 0 0,1 2 0,-21 18 0,29-23 0,0 0 0,1 1 0,-1 0 0,1 0 0,1 1 0,0 0 0,0 0 0,1 0 0,0 0 0,0 1 0,1 0 0,0-1 0,1 1 0,0 0 0,1 0 0,0 1 0,0 14 0,2-12 22,1 0-1,0 0 0,1 0 1,0-1-1,1 0 0,0 1 1,1-1-1,0-1 0,1 1 1,0-1-1,1 0 0,1 0 1,-1-1-1,2 0 0,16 17 1,-7-12-236,0 0 1,0-2 0,2 0-1,-1 0 1,2-2 0,-1-1-1,43 15 1,13-2-6613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6.3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1767 24575,'-2'-20'0,"-1"0"0,-1 0 0,0 0 0,-1 1 0,-1 0 0,-15-31 0,-12-44 0,24 54-8,2-1 0,2 0 1,1 0-1,3-1 0,1 1 0,2-1 0,1 1 0,3 0 0,1 0 0,2 1 0,2 0 1,2 0-1,1 2 0,2-1 0,1 2 0,3 0 0,0 1 0,3 1 0,1 1 0,1 2 1,45-46-1,-24 36-225,2 3 1,1 2-1,2 2 1,1 2 0,2 3-1,77-32 1,-14 16-224,2 5 1,139-28-1,-25 22-168,1 11 0,291-8 0,477 55-1109,-976-9 1772,86 1 1426,-91-7-701,-21 4-732,0 0 1,0 0-1,0 0 0,0-1 0,0 1 1,1 0-1,-1 0 0,0 0 0,0 0 1,0-1-1,0 1 0,0 0 0,0 0 0,0 0 1,0 0-1,0-1 0,0 1 0,0 0 1,0 0-1,0 0 0,0-1 0,0 1 1,0 0-1,0 0 0,0 0 0,0-1 1,0 1-1,0 0 0,0 0 0,0 0 0,0 0 1,0-1-1,0 1 0,0 0 0,0 0 1,0 0-1,-1 0 0,1 0 0,0-1 1,0 1-1,0 0 0,0 0 0,0 0 0,-1 0 1,-29-18 2394,24 14-2365,-24-11-1055,0 0-5641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1:46.7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99 148 24575,'-37'-31'0,"-2"-2"0,36 30 0,1 0 0,0 1 0,0-1 0,0 0 0,0 0 0,0 0 0,1-1 0,-1 1 0,1 0 0,0-1 0,0 1 0,0-4 0,1 6 0,-1-1 0,1 1 0,0 0 0,1-1 0,-1 1 0,0 0 0,0 0 0,0 0 0,1-1 0,-1 1 0,1 0 0,-1 0 0,1 0 0,-1 0 0,1-1 0,0 1 0,-1 0 0,1 0 0,0 0 0,0 1 0,0-1 0,0 0 0,0 0 0,0 0 0,0 1 0,0-1 0,0 0 0,0 1 0,0-1 0,0 1 0,1-1 0,-1 1 0,2-1 0,4 0 0,1-1 0,-1 1 0,1 0 0,9 0 0,17 1 0,0 2 0,0 1 0,33 8 0,99 28 0,30 26 0,-163-51 0,1 2 0,-2 1 0,48 34 0,-72-45 0,0 0 0,0 1 0,0 0 0,-1 0 0,0 1 0,-1-1 0,6 11 0,-9-15 0,-1 1 0,0 0 0,-1 0 0,1 0 0,-1 0 0,0 0 0,0 1 0,0-1 0,0 0 0,-1 0 0,1 1 0,-1-1 0,-1 0 0,1 1 0,0-1 0,-1 0 0,0 1 0,-2 7 0,-2-1 0,0-1 0,-1 1 0,0-1 0,-1 0 0,1 0 0,-2-1 0,0 0 0,0 0 0,0-1 0,-13 10 0,-10 6 0,-62 35 0,-44 14-1365,74-42-5461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27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0 200 24575,'0'-6'0,"0"-5"0,0-8 0,3-6 0,11-5 0,14-1 0,23 3 0,23 5 0,30 7 0,-2 6-8191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27.5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169 15 24575,'-25'0'0,"-20"-3"0,-6-1 0,12 0 0,31 1 0,45 4 0,51 5 0,9 1-8191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30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 24575,'51'-11'0,"-6"9"0,0 2 0,0 2 0,87 15 0,-82-10 0,1738 244-3915,-1681-236-361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30.7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108 1 24575,'-7'2'0,"-1"1"0,0 0 0,1 1 0,0 0 0,0 0 0,0 0 0,0 1 0,0 0 0,1 0 0,0 1 0,0 0 0,1 0 0,-8 11 0,12-15 0,0-1 0,0 1 0,0-1 0,1 1 0,-1 0 0,1-1 0,-1 1 0,1 0 0,0 0 0,-1-1 0,1 1 0,0 0 0,0 0 0,0 0 0,1-1 0,-1 1 0,0 0 0,1 0 0,0 2 0,1-1 0,-1 1 0,1-1 0,0 0 0,0 0 0,0-1 0,1 1 0,-1 0 0,1-1 0,3 4 0,7 3 0,0-1 0,1 0 0,22 10 0,-36-18 0,60 26-112,93 25 0,71 6-329,-188-48 373,709 149-1297,-645-141-4728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33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10550 131 24575,'12'-1'0,"0"0"0,18-4 0,-5 1 0,-25 4 0,1 0 0,0 0 0,-1 0 0,1 0 0,0-1 0,0 1 0,-1 0 0,1 1 0,0-1 0,-1 0 0,1 0 0,0 0 0,-1 0 0,1 0 0,0 1 0,-1-1 0,1 0 0,0 1 0,-1-1 0,1 0 0,0 1 0,-1-1 0,1 1 0,-1-1 0,1 2 0,0-1 0,-1 0 0,1 0 0,-1 0 0,1 1 0,-1-1 0,0 0 0,0 0 0,0 1 0,0-1 0,0 0 0,0 0 0,0 1 0,0 1 0,-2 6 0,0 0 0,-1-1 0,-5 12 0,6-14 0,-28 69 0,-3-2 0,-4-1 0,-3-1 0,-2-3 0,-4-1 0,-2-3 0,-109 112 0,27-58 0,-5-6 0,-4-6 0,-281 161 0,287-197-220,-3-7 0,-3-5-1,-2-6 1,-251 57 0,117-56-331,-451 29 0,191-58-512,-1-24 0,1-23 0,-845-146 0,168-117 1063,27-97 0,15-94-675,758 249 1175,312 162 2193,-171-148 0,255 200-2613,-32-33 1020,44 43-1230,1 0 0,-1-1 0,1 0 0,0 1 0,0-2-1,1 1 1,-1 0 0,1 0 0,-2-7 0,2-3-6696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33.9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432 2 24575,'15'0'0,"18"-1"0,-31 1 0,0 0 0,0 0 0,-1 0 0,1 1 0,0-1 0,-1 1 0,1-1 0,0 1 0,-1-1 0,1 1 0,-1 0 0,1 0 0,-1 0 0,2 1 0,-3-2 0,0 0 0,1 1 0,-1-1 0,0 0 0,0 1 0,0-1 0,0 1 0,0-1 0,0 0 0,0 1 0,0-1 0,0 0 0,0 1 0,0-1 0,0 1 0,0-1 0,0 0 0,0 1 0,0-1 0,0 1 0,0-1 0,0 0 0,0 1 0,-1-1 0,1 0 0,0 1 0,0-1 0,-1 0 0,1 1 0,0-1 0,0 0 0,-1 0 0,1 1 0,0-1 0,-1 0 0,1 0 0,0 1 0,-1-1 0,-14 9 0,14-8 0,-20 7 0,-1 0 0,0-1 0,-1-1 0,-35 4 0,36-6 0,-224 28 0,214-28 0,29-4 0,0 0 0,0 0 0,-1 1 0,1 0 0,0-1 0,0 1 0,0 0 0,0 1 0,-3 1 0,5-3 0,1 0 0,-1 1 0,1-1 0,-1 1 0,1-1 0,0 0 0,-1 1 0,1-1 0,0 1 0,0-1 0,-1 1 0,1-1 0,0 1 0,0 0 0,0-1 0,0 1 0,-1-1 0,1 1 0,0-1 0,0 2 0,7 17 0,17 25 0,-3 1 0,22 67 0,16 33 0,-50-128 108,12 29 85,-19-42-344,-1-1-1,0 1 1,0-1-1,0 1 1,0-1-1,-1 1 1,0 0-1,1 0 1,-1-1-1,-1 5 1,-2 2-6675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39.5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95 24575,'-5'-2'0,"0"0"0,0 0 0,0 0 0,1 0 0,-1-1 0,0 1 0,-5-6 0,8 7 0,1 0 0,0 1 0,0 0 0,1-1 0,-1 1 0,0-1 0,0 0 0,1 1 0,-1-1 0,0 0 0,1 1 0,-1-1 0,1 0 0,-1 0 0,1 1 0,-1-1 0,1 0 0,-1 0 0,1 0 0,0 0 0,-1 0 0,1 1 0,0-3 0,0 3 0,0-1 0,1 0 0,-1 0 0,0 1 0,1-1 0,-1 0 0,1 1 0,-1-1 0,1 0 0,-1 1 0,1-1 0,0 1 0,-1-1 0,1 1 0,0-1 0,-1 1 0,1-1 0,0 1 0,0 0 0,0-1 0,8-2 0,0 0 0,0 1 0,14-3 0,-15 4 0,148-22 0,-127 20 0,1 2 0,-1 1 0,41 6 0,-65-5 0,-1-1 0,0 1 0,1 0 0,-1 0 0,0 1 0,0-1 0,0 1 0,0 0 0,0 0 0,-1 1 0,1-1 0,0 1 0,4 3 0,-7-4 0,1 1 0,-1-1 0,0 0 0,1 0 0,-1 1 0,0-1 0,0 0 0,0 1 0,-1-1 0,1 1 0,-1-1 0,1 1 0,-1 0 0,0-1 0,0 1 0,0-1 0,0 1 0,0 0 0,-1-1 0,1 1 0,-1-1 0,0 1 0,-1 3 0,-4 9 0,0 0 0,-2-1 0,1 0 0,-2 0 0,0-1 0,-16 19 0,-74 69 0,71-74 0,16-15 0,8-7 0,0-1 0,0 0 0,0 0 0,-1 0 0,1-1 0,-1 1 0,0-1 0,0 0 0,0 0 0,-6 2 0,10-5 0,1 0 0,-1 0 0,1 0 0,0 0 0,-1 1 0,1-1 0,-1 0 0,1 0 0,-1 0 0,1 0 0,-1 0 0,1-1 0,-1 1 0,1 0 0,-1 0 0,1 0 0,0 0 0,-1 0 0,1-1 0,-1 1 0,1 0 0,-1 0 0,1-1 0,0 1 0,-1 0 0,1 0 0,0-1 0,-1 0 0,-1-14 0,11-19 0,-8 33 0,4-13 0,0 0 0,1 1 0,1 0 0,0 0 0,1 0 0,15-18 0,-23 31 0,0 0 0,0-1 0,0 1 0,0 0 0,0 0 0,1-1 0,-1 1 0,0 0 0,0 0 0,0 0 0,0-1 0,1 1 0,-1 0 0,0 0 0,0 0 0,1 0 0,-1-1 0,0 1 0,0 0 0,1 0 0,-1 0 0,0 0 0,0 0 0,1 0 0,-1 0 0,0 0 0,1 0 0,-1 0 0,0 0 0,0 0 0,1 0 0,-1 0 0,0 0 0,0 0 0,1 0 0,-1 11 0,-8 16 0,-2-8 0,0-1 0,-1 0 0,-1-1 0,-1 0 0,0-1 0,-21 20 0,13-14 0,1 0 0,-20 31 0,25-29 0,2 0 0,-16 36 0,25-51 0,1 0 0,0 0 0,1 0 0,0 0 0,0 1 0,1-1 0,0 1 0,0-1 0,1 1 0,2 15 0,-1-22 0,-1-1 0,1 0 0,-1 0 0,1 0 0,0 0 0,0 0 0,0 0 0,0 0 0,0 0 0,1 0 0,-1 0 0,1 0 0,-1-1 0,1 1 0,-1-1 0,1 1 0,0-1 0,0 1 0,0-1 0,0 0 0,0 0 0,0 0 0,0 0 0,0 0 0,0-1 0,0 1 0,1-1 0,-1 1 0,0-1 0,0 0 0,1 0 0,-1 0 0,3 0 0,7-1 0,-1 0 0,1-1 0,-1-1 0,0 0 0,13-5 0,52-21 0,49-15 0,-109 39 0,0 1 0,0 1 0,0 1 0,1 1 0,31 0 0,-41 2 0,-1 0 0,1 0 0,0 0 0,-1 1 0,0 0 0,1 0 0,-1 1 0,0 0 0,0 0 0,0 0 0,0 1 0,-1 0 0,1 0 0,-1 0 0,0 1 0,7 7 0,-7-4 0,1-1 0,-1 1 0,-1 0 0,1 0 0,-1 0 0,-1 1 0,1 0 0,-2-1 0,1 1 0,-1 0 0,1 13 0,-2-12 0,0 0 0,-1 0 0,0 0 0,-1-1 0,0 1 0,-1 0 0,0 0 0,0-1 0,-1 1 0,-7 14 0,7-17 0,0-1 0,-1 0 0,1 0 0,-2-1 0,1 1 0,0-1 0,-1 0 0,0 0 0,-1 0 0,1-1 0,-1 0 0,1 0 0,-1 0 0,0-1 0,-12 5 0,-14 2-1365,3-5-5461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0.6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0 105 24575,'0'-4'0,"0"0"0,1 0 0,-1 0 0,1 0 0,-1 0 0,1 0 0,0 1 0,1-1 0,-1 0 0,1 0 0,-1 1 0,1-1 0,0 1 0,1 0 0,-1-1 0,0 1 0,1 0 0,0 0 0,0 0 0,0 1 0,0-1 0,0 1 0,0 0 0,1 0 0,-1 0 0,1 0 0,0 0 0,5-1 0,2 0 0,1 0 0,0 0 0,0 2 0,1-1 0,-1 2 0,0-1 0,0 2 0,13 1 0,182 27 0,-96-11 0,113 3 0,-215-21 0,0 0 0,-1 0 0,0 0 0,0 1 0,1 0 0,10 4 0,-18-5 0,0 1 0,0-1 0,0 0 0,0 1 0,0-1 0,0 1 0,-1 0 0,1-1 0,0 1 0,0 0 0,0 0 0,-1-1 0,1 1 0,0 0 0,-1 0 0,1 0 0,0 0 0,-1 0 0,1 1 0,-1 0 0,0-1 0,0 1 0,0 0 0,0-1 0,0 1 0,0 0 0,0-1 0,-1 1 0,1-1 0,-1 1 0,1-1 0,-1 1 0,1-1 0,-1 1 0,0-1 0,0 1 0,-1 0 0,-19 34 0,2 0 0,2 1 0,1 1 0,1 0 0,-11 50 0,15-35 0,1 0 0,3 1 0,-1 81 0,8-112 0,1 0 0,7 37 0,-7-53 0,1 1 0,0 0 0,0-1 0,1 1 0,0-1 0,0 0 0,1 0 0,0 0 0,0 0 0,0-1 0,8 9 0,-9-13 0,-1 1 0,1-1 0,0 1 0,0-1 0,0 0 0,0 0 0,0-1 0,0 1 0,1-1 0,-1 1 0,1-1 0,-1 0 0,1 0 0,-1-1 0,1 1 0,4-1 0,-3 0 0,0 0 0,0-1 0,0 0 0,0 0 0,0 0 0,-1-1 0,1 0 0,0 0 0,-1 0 0,8-4 0,-2-1 0,-1 0 0,0 0 0,0-1 0,-1 0 0,0-1 0,0 0 0,-1 0 0,0 0 0,7-16 0,-6 11 0,-1-2 0,-1 1 0,-1-1 0,0 0 0,-1 0 0,0 0 0,-2 0 0,0-1 0,0 0 0,-2 1 0,0-1 0,-1 1 0,-1-1 0,-6-30 0,1 25 0,0 0 0,-1 0 0,-1 1 0,-1 1 0,-1 0 0,-1 0 0,0 1 0,-2 0 0,0 2 0,-22-23 0,28 33 0,3 3 0,1-1 0,-1 1 0,1-1 0,-5-8 0,8 12 0,1 0 0,-1 1 0,1-1 0,-1 0 0,1 0 0,0 0 0,-1 0 0,1 0 0,0 1 0,0-1 0,0 0 0,-1 0 0,1 0 0,0 0 0,0 0 0,1 0 0,-1 0 0,0 0 0,0 0 0,0 0 0,0 1 0,1-1 0,-1 0 0,0 0 0,1 0 0,-1 0 0,1 1 0,-1-1 0,1 0 0,0 0 0,-1 1 0,1-1 0,-1 0 0,1 1 0,0-1 0,1 0 0,4-3 0,-1 1 0,1 1 0,0-1 0,0 1 0,0 0 0,1 0 0,9-1 0,51-4 0,-40 5 0,237-7 0,-258 9 0,0 0 0,0 1 0,-1 0 0,1 0 0,0 0 0,-1 0 0,1 1 0,10 5 0,-15-6 0,1 0 0,-1 0 0,0 0 0,1 0 0,-1 0 0,0 1 0,0-1 0,0 0 0,0 1 0,0-1 0,0 1 0,0-1 0,-1 1 0,1-1 0,-1 1 0,1 0 0,-1-1 0,1 1 0,-1 0 0,0-1 0,0 1 0,0 0 0,0 0 0,0-1 0,0 1 0,0 0 0,0-1 0,-1 1 0,1 0 0,-1-1 0,1 1 0,-1-1 0,0 1 0,-1 1 0,-16 37 0,-34 54 0,31-60 0,2 0 0,-26 65 0,41-88 0,1 0 0,0 0 0,0 1 0,2-1 0,-1 1 0,1-1 0,1 1 0,0 0 0,0-1 0,2 1 0,-1-1 0,1 1 0,6 18 0,-5-22 0,1 0 0,0 0 0,0 0 0,0 0 0,1-1 0,0 0 0,0 0 0,1 0 0,0-1 0,0 1 0,1-1 0,7 5 0,-9-8 0,0 1 0,1-1 0,-1 0 0,1-1 0,0 1 0,0-1 0,0 0 0,0 0 0,0-1 0,0 0 0,0 0 0,1 0 0,-1-1 0,0 0 0,0 0 0,1-1 0,8-1 0,-3-1 0,0-1 0,-1 0 0,1 0 0,-1-1 0,0-1 0,0 0 0,-1 0 0,1-1 0,-1 0 0,-1-1 0,0 0 0,0-1 0,0 1 0,-1-2 0,-1 1 0,1-1 0,-2-1 0,1 1 0,-1-1 0,-1 0 0,5-14 0,-5 11 0,-1 0 0,0-1 0,-1 1 0,-1-1 0,0 1 0,-1-1 0,0 0 0,-2 0 0,1 0 0,-2 1 0,0-1 0,-1 0 0,0 1 0,-1 0 0,-1 0 0,0 0 0,-9-17 0,2 13 0,0 1 0,0 0 0,-2 1 0,0 1 0,-1 0 0,0 1 0,-26-19 0,40 33 0,0-1 0,1 1 0,-1-1 0,0 1 0,1-1 0,-1 0 0,0 1 0,1-1 0,-1 0 0,1 1 0,-1-1 0,1 0 0,-1 0 0,1 1 0,0-1 0,-1-2 0,1 3 0,0 0 0,0-1 0,0 1 0,0 0 0,1-1 0,-1 1 0,0 0 0,0 0 0,1-1 0,-1 1 0,0 0 0,0 0 0,1-1 0,-1 1 0,0 0 0,0 0 0,1 0 0,-1-1 0,0 1 0,1 0 0,-1 0 0,0 0 0,1 0 0,-1 0 0,0 0 0,1 0 0,-1 0 0,1 0 0,36 0 0,-27 1 0,138 4 0,-146-5 0,0 0 0,0 0 0,-1 0 0,1 0 0,0 1 0,0-1 0,0 0 0,0 1 0,-1-1 0,1 1 0,0 0 0,-1 0 0,1 0 0,0 0 0,-1 0 0,1 0 0,-1 0 0,1 0 0,-1 0 0,0 1 0,0-1 0,1 1 0,-1-1 0,0 1 0,0-1 0,0 1 0,-1 0 0,1-1 0,0 1 0,-1 0 0,1 0 0,-1-1 0,1 1 0,-1 0 0,0 0 0,0 0 0,0 0 0,0 2 0,-1 8 0,-1-1 0,-1 0 0,0-1 0,0 1 0,-7 14 0,1-2 0,1 1 0,2 1 0,0 1 0,1-1 0,2 1 0,1 0 0,1-1 0,1 1 0,1 0 0,1 0 0,8 38 0,-7-54 0,0-1 0,0 1 0,1-1 0,0 0 0,1-1 0,0 1 0,0-1 0,1 0 0,0 0 0,0-1 0,1 1 0,10 7 0,-8-7 0,1-1 0,0-1 0,1 0 0,-1 0 0,1-1 0,0-1 0,1 1 0,-1-2 0,14 3 0,-3-2 0,0-2 0,0 0 0,0-1 0,0-2 0,0 0 0,0-1 0,0-1 0,-1-1 0,1-2 0,33-11 0,-37 10 0,0-1 0,0-1 0,-1 0 0,-1-1 0,1-1 0,-1-1 0,-1 0 0,0-1 0,14-16 0,-22 20 0,0 0 0,0 0 0,-1-1 0,0 0 0,0 0 0,-1 0 0,-1 0 0,0-1 0,0 0 0,-1 0 0,0 0 0,-1 0 0,0-1 0,-1 1 0,-1-1 0,0-20 0,-2 18 18,-1 0 0,0 0 0,-1 0 0,0 0 0,-1 1 0,0 0 0,-1 0 0,-1 0 0,0 1 0,-1 0 0,0 1 0,-1-1 0,0 2 0,-1-1 0,0 1 0,0 1 0,-1-1 0,-15-8 0,-1 0-262,-1 2 0,-1 1 0,0 1 0,-1 1 1,0 2-1,-59-14 0,-5 6-6582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2.3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2 24575,'7'-1'0,"-6"1"0,-1 0 0,0 0 0,1 0 0,-1-1 0,0 1 0,0 0 0,1 0 0,-1 0 0,0 0 0,1 0 0,-1 0 0,0 0 0,1 0 0,-1 0 0,0 1 0,1-1 0,-1 0 0,0 0 0,0 0 0,1 0 0,-1 0 0,0 0 0,0 1 0,1-1 0,-1 0 0,0 0 0,0 0 0,1 1 0,-1-1 0,0 0 0,0 0 0,0 1 0,1-1 0,-1 0 0,0 0 0,0 1 0,0-1 0,0 0 0,0 1 0,0-1 0,0 0 0,0 0 0,1 1 0,-1-1 0,0 0 0,0 1 0,0-1 0,-1 0 0,1 1 0,0-1 0,0 0 0,0 1 0,9 58 0,-3 1 0,-2 0 0,-3 0 0,-3 0 0,-12 77 0,-4-28 0,-64 208 0,40-206 0,42-110 0,0 0 0,0-1 0,0 1 0,-1 0 0,1-1 0,0 1 0,0 0 0,0 0 0,0-1 0,0 1 0,0 0 0,1 0 0,-1-1 0,0 1 0,0 0 0,0 0 0,1-1 0,-1 1 0,0 0 0,1-1 0,-1 1 0,1-1 0,-1 1 0,2 1 0,-1-1 0,1 0 0,-1 0 0,1 0 0,-1-1 0,1 1 0,0 0 0,-1-1 0,1 1 0,0-1 0,2 1 0,7 1 0,1-2 0,20 0 0,-20-1 0,389-19 0,-41-1 0,-340 22 0,-15-1 0,1 1 0,-1-1 0,1 0 0,-1 0 0,1-1 0,-1 0 0,0 0 0,1 0 0,-1 0 0,9-4 0,-14 4 7,0 1 1,0 0-1,1 0 0,-1-1 0,0 1 0,0 0 1,0-1-1,0 1 0,0 0 0,0-1 0,0 1 1,0 0-1,0-1 0,0 1 0,0 0 0,0-1 1,0 1-1,0 0 0,0-1 0,0 1 0,0 0 0,0-1 1,0 1-1,-1 0 0,1-1 0,0 1 0,0 0 1,0-1-1,0 1 0,-1 0 0,1 0 0,0-1 1,0 1-1,-1 0 0,1 0 0,0 0 0,-1-1 1,1 1-1,0 0 0,0 0 0,-1 0 0,1 0 0,0 0 1,-1 0-1,1-1 0,-1 1 0,-17-9-1272,17 9 827,-19-9-6388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2.6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97 24575,'-7'-30'0,"5"27"0,1-1 0,0 0 0,0 0 0,0 0 0,0 0 0,0-4 0,1 6 0,0 1 0,0 0 0,1 0 0,-1 0 0,0-1 0,1 1 0,-1 0 0,1 0 0,-1 0 0,1 0 0,-1 0 0,1 0 0,0 0 0,-1 0 0,1 0 0,0 0 0,0 0 0,0 0 0,0 0 0,0 1 0,0-1 0,0 0 0,0 1 0,2-2 0,1 0 0,1 1 0,-1-1 0,1 1 0,-1 0 0,1 0 0,0 0 0,-1 1 0,1-1 0,0 1 0,0 0 0,-1 1 0,1-1 0,0 1 0,-1 0 0,1 0 0,0 0 0,-1 1 0,6 2 0,8 5 0,0 1 0,0 0 0,16 13 0,8 5 0,12 0 0,-30-16 0,36 24 0,-57-34 0,-1 0 0,1 1 0,0-1 0,-1 1 0,0 0 0,1 0 0,-1 0 0,0 0 0,-1 0 0,1 0 0,0 0 0,-1 1 0,0-1 0,0 0 0,0 1 0,0-1 0,0 1 0,-1 0 0,0-1 0,1 1 0,-1-1 0,-1 1 0,1 0 0,0-1 0,-1 1 0,-1 5 0,-3 8 0,-1 0 0,-1 0 0,0-1 0,-11 18 0,14-26 0,2-4 0,-52 91 0,44-79 0,-1 0 0,-1 0 0,-21 21 0,19-26-1365,2-4-5461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3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36 24575,'1'-3'0,"0"0"0,0 0 0,1 1 0,-1-1 0,1 0 0,0 1 0,0-1 0,0 1 0,0 0 0,0 0 0,1 0 0,3-3 0,-6 5 0,0 0 0,0 0 0,0 0 0,0-1 0,1 1 0,-1 0 0,0 0 0,0 0 0,0 0 0,0 0 0,0 0 0,1 0 0,-1 0 0,0 0 0,0 0 0,0 0 0,0 0 0,0 0 0,0 0 0,1 0 0,-1 0 0,0 1 0,0-1 0,0 0 0,0 0 0,0 0 0,0 0 0,1 0 0,-1 0 0,0 0 0,0 0 0,0 0 0,0 0 0,0 1 0,0-1 0,0 0 0,0 0 0,0 0 0,1 0 0,-1 0 0,0 0 0,0 1 0,0-1 0,0 0 0,0 0 0,0 0 0,0 0 0,0 0 0,0 0 0,0 1 0,0-1 0,0 0 0,0 0 0,0 0 0,0 0 0,0 0 0,0 1 0,0-1 0,-1 0 0,1 0 0,0 0 0,0 0 0,0 0 0,0 0 0,0 1 0,0-1 0,0 0 0,0 0 0,-5 12 0,5-11 0,-58 110 0,3-4 0,52-103 0,1 1 0,0-1 0,0 1 0,1 0 0,0-1 0,0 1 0,0 0 0,0 0 0,0 0 0,1 0 0,0 0 0,0 0 0,1 0 0,-1 0 0,1-1 0,0 1 0,0 0 0,1 0 0,-1-1 0,1 1 0,0-1 0,1 1 0,-1-1 0,1 0 0,-1 0 0,1 0 0,1 0 0,3 4 0,14 10 0,0-1 0,0-1 0,32 17 0,31 22 0,-80-52 0,1 1 0,-1 0 0,0 0 0,0 0 0,-1 1 0,1-1 0,-1 1 0,0 0 0,0 0 0,-1 0 0,1 1 0,-1-1 0,2 7 0,-4-10 0,1 0 0,-1 1 0,0-1 0,0 0 0,0 1 0,0-1 0,0 0 0,0 1 0,-1-1 0,1 0 0,-1 0 0,0 1 0,0-1 0,0 0 0,0 0 0,0 0 0,0 0 0,0 0 0,0 0 0,-1 0 0,1 0 0,-1-1 0,0 1 0,1 0 0,-1-1 0,0 0 0,0 1 0,0-1 0,0 0 0,0 0 0,0 0 0,0 0 0,0 0 0,-4 0 0,-22 7-1365,0-4-5461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3.6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75 24575,'8'-8'0,"1"1"0,0 0 0,0 0 0,1 1 0,0 0 0,0 1 0,0 0 0,1 1 0,-1 0 0,1 1 0,0 0 0,0 0 0,16-1 0,-7 3 0,0 0 0,0 1 0,0 1 0,0 1 0,0 0 0,34 11 0,26 8 0,115 16 0,-193-37 0,-1 0 0,1 0 0,-1 1 0,1-1 0,-1 0 0,1 1 0,-1 0 0,1-1 0,-1 1 0,3 1 0,-4-2 0,0 1 0,1-1 0,-1 0 0,0 1 0,0-1 0,1 0 0,-1 1 0,0-1 0,0 0 0,0 1 0,1-1 0,-1 0 0,0 1 0,0-1 0,0 1 0,0-1 0,0 0 0,0 1 0,0-1 0,0 1 0,0-1 0,0 1 0,0-1 0,0 0 0,0 1 0,-1 0 0,0 2 0,-1 1 0,0-1 0,-1 0 0,1 0 0,-1 0 0,1 0 0,-4 3 0,-21 23 0,1 1 0,2 1 0,1 1 0,2 1 0,-18 37 0,28-50 0,2 2 0,0 0 0,2 0 0,0 0 0,1 1 0,2 0 0,0 0 0,2 0 0,0 43 0,2-58 0,1-1 0,0 1 0,0-1 0,1 0 0,0 1 0,0-1 0,1 0 0,0 0 0,0 0 0,1-1 0,-1 1 0,2-1 0,-1 0 0,1 0 0,9 10 0,-9-12 0,0 0 0,0-1 0,0 1 0,0-1 0,1 0 0,0-1 0,-1 1 0,1-1 0,0 0 0,0-1 0,0 1 0,1-1 0,-1-1 0,0 1 0,0-1 0,0 0 0,1 0 0,-1-1 0,10-1 0,-6-1 0,1 0 0,-1-1 0,0 0 0,0 0 0,0-1 0,0 0 0,-1-1 0,0 0 0,0-1 0,0 1 0,-1-2 0,0 1 0,-1-1 0,0 0 0,0-1 0,0 0 0,7-13 0,-3 2 0,-1 0 0,0-1 0,-2 0 0,0-1 0,-2 0 0,0 0 0,4-33 0,-8 39 0,-2 0 0,1-1 0,-2 1 0,0 0 0,-1 0 0,-1 0 0,0 0 0,-1 0 0,-10-23 0,12 32 0,-1 1 0,-1 0 0,1 0 0,-1 0 0,0 0 0,0 1 0,-1-1 0,0 1 0,0 0 0,-10-7 0,11 9 0,-1 1 0,1-1 0,-1 1 0,1 1 0,-1-1 0,0 0 0,0 1 0,0 0 0,0 0 0,1 1 0,-1-1 0,0 1 0,-1 0 0,1 0 0,0 1 0,-7 1 0,-18 8-1365,5 2-5461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4.0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332 121 24575,'0'-9'0,"0"1"0,-1 0 0,0 0 0,0-1 0,-1 1 0,0 0 0,0 0 0,-1 0 0,-4-7 0,6 13 0,0 0 0,-1-1 0,1 1 0,-1 0 0,1 1 0,-1-1 0,0 0 0,1 0 0,-1 1 0,0-1 0,0 1 0,0-1 0,-1 1 0,1 0 0,0 0 0,0 0 0,-1 0 0,1 0 0,0 1 0,-1-1 0,1 1 0,-1-1 0,1 1 0,-1 0 0,1 0 0,-1 0 0,1 0 0,-1 1 0,1-1 0,-1 1 0,1-1 0,0 1 0,-1 0 0,-2 1 0,-3 2 0,-1 1 0,1 0 0,0 0 0,0 1 0,0-1 0,1 2 0,0-1 0,0 1 0,0 0 0,-9 14 0,-3 7 0,-26 50 0,31-51 0,1 0 0,2 1 0,1 0 0,-12 50 0,19-62 0,1 0 0,0 0 0,1 1 0,0-1 0,2 0 0,0 0 0,1 0 0,0 0 0,1 0 0,8 22 0,-9-31 0,1-1 0,0 1 0,0-1 0,1 0 0,0 0 0,0 0 0,1 0 0,-1-1 0,1 0 0,0 0 0,1 0 0,-1-1 0,1 1 0,0-1 0,0 0 0,0-1 0,1 0 0,-1 0 0,1 0 0,0-1 0,-1 0 0,1 0 0,0-1 0,0 1 0,1-2 0,-1 1 0,0-1 0,0 0 0,0 0 0,0-1 0,0 0 0,0 0 0,0-1 0,0 0 0,0 0 0,0-1 0,-1 0 0,1 0 0,-1 0 0,12-9 0,-10 6 0,0 0 0,-1-1 0,1 0 0,-2-1 0,1 1 0,-1-1 0,0-1 0,0 1 0,-1-1 0,0 0 0,5-14 0,-8 17 0,1 0 0,-2 0 0,1 0 0,0 0 0,-1-1 0,0 1 0,-1 0 0,0-1 0,0 1 0,0 0 0,0-1 0,-1 1 0,0 0 0,-1 0 0,1-1 0,-1 1 0,0 0 0,-1 1 0,-3-9 0,4 11 0,0 0 0,0 1 0,0-1 0,-1 0 0,1 0 0,-1 1 0,1 0 0,-1-1 0,0 1 0,0 0 0,0 0 0,0 1 0,0-1 0,-1 1 0,1-1 0,0 1 0,-6-1 0,5 1 0,-1 1 0,0 0 0,1 0 0,-1 0 0,0 0 0,1 1 0,-1 0 0,1 0 0,-1 0 0,1 1 0,0-1 0,-6 4 0,3-2 0,1 1 0,-1 0 0,0 0 0,1 1 0,0 0 0,0 0 0,0 1 0,1 0 0,0 0 0,0 0 0,0 0 0,1 1 0,0-1 0,0 1 0,-4 11 0,4 8-1365,3-4-5461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4.4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249 34 24575,'-5'-4'0,"-1"1"0,1 0 0,-1 0 0,1 0 0,-1 1 0,0-1 0,0 2 0,-10-3 0,10 2 0,1 1 0,1 0 0,-1 0 0,0 0 0,0 0 0,0 1 0,0 0 0,0 0 0,1 0 0,-1 0 0,0 1 0,0 0 0,0 0 0,-6 3 0,7-2 0,0 0 0,0 0 0,1 1 0,-1-1 0,1 1 0,0 0 0,0 0 0,0 0 0,0 1 0,0-1 0,1 1 0,0-1 0,-1 1 0,2 0 0,-4 6 0,-8 23 0,2-1 0,1 2 0,2-1 0,-6 44 0,13-68 0,0 0 0,1 0 0,0 0 0,1 0 0,0 0 0,0 0 0,0 0 0,1-1 0,1 1 0,0-1 0,0 1 0,0-1 0,9 14 0,-8-16 0,1 1 0,-1-1 0,2-1 0,-1 1 0,1-1 0,-1 0 0,2 0 0,-1 0 0,0-1 0,1 0 0,0 0 0,0-1 0,0 0 0,0 0 0,1-1 0,8 3 0,-5-4 0,0 1 0,1-1 0,-1-1 0,0 0 0,1 0 0,-1-1 0,0-1 0,1 0 0,-1 0 0,0-1 0,0-1 0,-1 0 0,1 0 0,-1-1 0,0 0 0,0-1 0,0 0 0,-1-1 0,0 0 0,10-10 0,-12 11 0,-1 0 0,0-1 0,0 0 0,0 0 0,-1-1 0,0 1 0,-1-1 0,1 0 0,-1 0 0,-1-1 0,0 1 0,0-1 0,-1 0 0,0 0 0,0 0 0,-1 0 0,0 0 0,-1 0 0,0 0 0,0 0 0,-1 0 0,0 0 0,-1 0 0,1 0 0,-7-15 0,5 17 20,0 0 0,-1 0 0,0 1 1,0-1-1,-1 1 0,1 0 0,-1 0 0,-1 0 0,1 1 0,-1-1 0,0 1 0,0 1 0,-1-1 0,0 1 0,1 1 0,-14-6 1,10 5-164,0 0 1,0 2 0,0-1 0,0 1-1,-1 1 1,1 0 0,-1 0 0,1 1 0,-1 0-1,1 1 1,-20 4 0,-2 3-6684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4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24575,'9'154'0,"1"6"0,-9-101 194,0-33-584,-1 1 0,-1-1 1,-8 52-1,5-62-6436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5.5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370 33 24575,'4'-6'0,"3"-2"0,4-3 0,0 3 0,-5 10 0,-9 14 0,-11 16 0,-12 19 0,-11 18 0,-9 21 0,-5 15 0,-7 13 0,-3 4 0,0 0-591,10-20-7009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5.9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36 24575,'6'0'0,"12"0"0,18-3 0,21-1 0,30-3 0,36 0 0,42 1 0,45 1-1886,49 2 1886,49 4-3280,50 6 3280,41 4-3709,28 3 3709,16 6-3175,-3 3 3175,-17 3 0,-80-2 3859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48.0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2171 293 24575,'9'-4'0,"63"-37"0,-65 36 0,0 0 0,0-1 0,0 0 0,-1 0 0,0 0 0,0-1 0,5-8 0,-9 13 0,-1 0 0,0-1 0,1 1 0,-1 0 0,0-1 0,-1 1 0,1-1 0,0 1 0,-1-1 0,1 0 0,-1 1 0,0-1 0,0 1 0,0-1 0,0 0 0,0 1 0,-1-1 0,1 1 0,-1-1 0,0 1 0,0-1 0,1 1 0,-2-1 0,1 1 0,0 0 0,0-1 0,-1 1 0,1 0 0,-1 0 0,0 0 0,-2-2 0,-3-3 0,-1 0 0,0 1 0,-1-1 0,0 2 0,0-1 0,-16-6 0,-4 0 0,0 2 0,-1 1 0,0 1 0,0 2 0,-44-4 0,-156 3 0,119 12-121,0 4 0,1 6 0,-184 47 0,202-34 24,0 3 0,2 5 1,2 3-1,-129 78 0,167-85 97,1 3 0,2 1 0,1 2 0,2 3 0,2 1 0,2 2 0,-36 51 0,54-62 0,0 0 0,3 1 0,1 1 0,1 1 0,2 0 0,2 1 0,1 1 0,2 0 0,1 1 0,3-1 0,-4 66 0,10-67 2,2 0-1,1 0 1,2 0 0,1 0 0,2-1 0,2 0-1,1-1 1,2 0 0,1 0 0,2-2 0,1 0-1,2-1 1,30 40 0,-18-32-33,3-2 0,1-1 0,1-2 0,2-1 0,1-2 0,2-2 0,1-1 0,1-3 0,61 28 0,-24-19-359,2-4 0,1-4 0,1-3 0,133 19 0,-97-28-159,0-5 0,212-10 0,-221-9 549,-1-4 0,-1-6 0,0-4 0,-2-4 0,171-69 0,-197 61 0,-1-5 0,132-87 0,-154 85 0,-1-2 0,-3-3 0,90-99 0,-116 113-112,-2-1 0,-1-2-1,-1 0 1,-2-1 0,-2-2-1,23-61 1,-35 77 82,-1-1-1,-1 0 1,-1 0 0,-1 0-1,-1 0 1,-1-1-1,-1 1 1,-1-1-1,-2 1 1,0-1 0,-2 1-1,-13-47 1,8 45 32,-2 0 0,0 1 0,-2 0 0,-1 2 0,-1-1 0,0 1 0,-2 2 0,-1-1 0,-24-21 0,2 7-78,-1 2 0,-2 1 1,-89-50-1,41 34-439,-3 5 1,-172-57-1,-221-20-985,-356 9 73,443 82 4021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54.8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 24575,'2'-1'0,"-1"-1"0,1 0 0,0 1 0,-1-1 0,1 1 0,0 0 0,0-1 0,0 1 0,0 0 0,0 0 0,0 0 0,0 1 0,0-1 0,0 0 0,1 1 0,-1 0 0,0-1 0,5 1 0,-5 1 0,0-1 0,-1 1 0,1 0 0,0 0 0,0 0 0,-1 1 0,1-1 0,-1 0 0,1 1 0,-1-1 0,1 1 0,-1-1 0,0 1 0,0-1 0,0 1 0,0 0 0,0 0 0,0 0 0,0-1 0,-1 1 0,2 3 0,10 36 0,-1 1 0,-2 0 0,6 69 0,-1-4 0,-8-76 0,51 241 0,-57-271 0,1 1 0,-1-1 0,0 0 0,1 1 0,0-1 0,-1 0 0,1 1 0,0-1 0,0 0 0,-1 0 0,1 1 0,0-1 0,0 0 0,0 0 0,1 0 0,0 1 0,-1-2 0,0 0 0,0 1 0,-1-1 0,1 0 0,0 0 0,0 0 0,0 0 0,0 0 0,0 0 0,0 0 0,-1 0 0,1 0 0,0 0 0,0 0 0,0 0 0,0-1 0,0 1 0,-1 0 0,1-1 0,1 0 0,4-3 0,-1 0 0,1-1 0,-1 1 0,0-1 0,7-9 0,-4 5 0,22-26 0,-22 24 0,1 0 0,0 1 0,1 0 0,0 1 0,22-16 0,-31 24 0,0 1 0,0-1 0,0 1 0,0-1 0,0 1 0,0-1 0,0 1 0,0-1 0,1 1 0,-1 0 0,0 0 0,0 0 0,0 0 0,0 0 0,1 0 0,-1 0 0,0 0 0,0 0 0,0 0 0,0 1 0,1-1 0,-1 0 0,0 1 0,0-1 0,0 1 0,0-1 0,0 1 0,0 0 0,0-1 0,0 1 0,0 0 0,0 0 0,-1 0 0,1 0 0,0-1 0,0 1 0,-1 0 0,1 0 0,-1 0 0,1 1 0,-1-1 0,1 0 0,-1 0 0,1 0 0,-1 0 0,0 2 0,3 7 0,0 1 0,-1 0 0,1 22 0,-2-23 0,4 37 0,18 135 0,-18-155 0,1 0 0,2 0 0,1-1 0,19 40 0,-25-60 0,0-1 0,0 0 0,1 1 0,-1-2 0,1 1 0,6 6 0,-8-10 0,-1 0 0,1 1 0,-1-1 0,1 0 0,-1 0 0,1 0 0,0 0 0,0-1 0,-1 1 0,1 0 0,0-1 0,0 1 0,0-1 0,0 0 0,-1 0 0,1 1 0,0-1 0,0 0 0,0-1 0,0 1 0,0 0 0,0 0 0,0-1 0,2 0 0,-1-1 0,-1 1 0,1 0 0,0 0 0,0 0 0,0 1 0,0-1 0,0 1 0,0 0 0,0-1 0,0 1 0,0 0 0,5 1 0,-6 0 0,0 0 0,0 0 0,0 1 0,0-1 0,0 0 0,0 1 0,0-1 0,0 1 0,-1-1 0,1 1 0,-1 0 0,1 0 0,-1 0 0,0 0 0,0 0 0,0 0 0,2 3 0,10 27 0,-1 1 0,10 42 0,2 9 0,-18-68 0,-5-10 0,1 0 0,0 1 0,0-1 0,1 0 0,0 0 0,0-1 0,0 1 0,1 0 0,0-1 0,0 0 0,0 0 0,8 7 0,-8-8 28,1-1 0,-1 1 0,-1 1 0,1-1 0,-1 0-1,1 1 1,-1 0 0,0 0 0,-1 0 0,3 6 0,0 5-272,8 33 0,-6-16-940,-2-17-5642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4:55.1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42 24575,'0'0'0,"0"0"0,0 0 0,0 0 0,0 0 0,0 0 0,0 0 0,-1 0 0,1 0 0,0 0 0,0 0 0,0 0 0,0 0 0,0 0 0,0 0 0,0 0 0,-1 0 0,1 0 0,0 0 0,0 1 0,0-1 0,0 0 0,0 0 0,0 0 0,0 0 0,0 0 0,0 0 0,0 0 0,-1 0 0,1 1 0,0-1 0,0 0 0,0 0 0,0 0 0,0 0 0,0 0 0,0 0 0,0 1 0,0-1 0,0 0 0,0 0 0,0 0 0,0 0 0,0 0 0,0 0 0,0 1 0,0-1 0,0 0 0,1 0 0,-1 0 0,0 0 0,0 0 0,0 0 0,6 11 0,10 7 0,1-6 0,0 0 0,0-1 0,2-1 0,-1-1 0,1-1 0,0 0 0,1-2 0,-1 0 0,31 5 0,-45-10 0,-1 0 0,1 0 0,0-1 0,0 0 0,-1 1 0,1-2 0,0 1 0,0 0 0,-1-1 0,1 0 0,0 0 0,-1-1 0,1 1 0,-1-1 0,0 0 0,1 0 0,-1 0 0,0-1 0,0 0 0,0 1 0,-1-1 0,1-1 0,-1 1 0,1 0 0,2-5 0,33-42 0,-26 32 0,1 1 0,17-17 0,-31 33 0,0 1 0,1-1 0,-1 1 0,0-1 0,1 1 0,-1-1 0,0 1 0,1-1 0,-1 1 0,1 0 0,-1-1 0,1 1 0,-1 0 0,1-1 0,-1 1 0,1 0 0,0 0 0,-1-1 0,1 1 0,-1 0 0,1 0 0,-1 0 0,1 0 0,0 0 0,-1 0 0,1 0 0,-1 0 0,1 0 0,0 0 0,-1 0 0,1 0 0,-1 0 0,1 1 0,0-1 0,-1 0 0,1 1 0,0 0 0,-1 0 0,1 0 0,-1 0 0,0 1 0,0-1 0,0 0 0,0 0 0,0 1 0,0-1 0,0 0 0,0 0 0,0 1 0,0-1 0,-1 0 0,1 0 0,0 1 0,-2 1 0,-6 16-9,-1-1 0,-19 30-1,12-23-1327,-11 21-5489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00.8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85 235 24575,'-9'-19'0,"8"18"0,1 1 0,0-1 0,-1 0 0,1 1 0,0-1 0,0 1 0,0-1 0,-1 0 0,1 1 0,0-1 0,0 1 0,0-1 0,0 0 0,0 1 0,0-1 0,0 0 0,0 1 0,1-1 0,-1 1 0,0-1 0,0 0 0,0 1 0,1-1 0,-1 1 0,0-1 0,1 0 0,-1 1 0,1-1 0,0 1 0,-1 0 0,1 1 0,0-1 0,0 1 0,-1-1 0,1 1 0,0-1 0,-1 1 0,1 0 0,-1-1 0,1 1 0,-1 0 0,1-1 0,-1 1 0,0 0 0,1-1 0,-1 1 0,0 0 0,1 0 0,-1 0 0,0-1 0,0 1 0,0 0 0,0 1 0,6 24 0,-2 11 0,-3 0 0,-1 0 0,-1 0 0,-7 40 0,2-21 0,5-44 0,-26 239 0,16-173 0,-25 88 0,29-147 0,5-25 0,9-35 0,81-213 0,-17 52 0,8-78 0,-22 75 0,-55 197 0,-1 4 0,0-1 0,0 1 0,1-1 0,-1 1 0,1 0 0,0 0 0,0 0 0,1 0 0,-1 0 0,4-4 0,-6 8 0,1 0 0,-1 0 0,0-1 0,1 1 0,-1 0 0,1 0 0,-1 0 0,0 0 0,1 0 0,-1 0 0,1 0 0,-1 0 0,0 0 0,1 0 0,-1 0 0,1 0 0,-1 0 0,0 0 0,1 0 0,-1 0 0,1 0 0,-1 0 0,0 0 0,1 1 0,-1-1 0,0 0 0,1 0 0,-1 1 0,0-1 0,1 0 0,-1 0 0,0 1 0,1-1 0,-1 0 0,0 1 0,0-1 0,1 0 0,-1 1 0,0 0 0,10 17 0,-10-17 0,12 34 0,-2 0 0,-2 0 0,6 50 0,-5-31 0,20 128-682,10 287-1,-39-424-6143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01.0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0 132 24575,'0'-4'0,"0"-6"0,0-5 0,0-4 0,4 0 0,3 1 0,1 2 0,2 3 0,3 4 0,2 4 0,-1 2-8191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01.2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0 143 24575,'6'-18'0,"-2"3"0,1 0 0,0 0 0,1 1 0,1 0 0,13-20 0,-20 32 0,1 1 0,0 0 0,0-1 0,0 1 0,1 0 0,-1 0 0,0 0 0,0 0 0,1 0 0,-1 0 0,0 0 0,1 0 0,-1 0 0,3 0 0,-3 1 0,-1 0 0,1 0 0,0 0 0,-1 0 0,1 0 0,0 0 0,-1 0 0,1 0 0,0 0 0,-1 1 0,1-1 0,0 0 0,-1 0 0,1 1 0,-1-1 0,1 0 0,0 1 0,-1-1 0,1 1 0,-1-1 0,1 1 0,-1-1 0,0 1 0,1 0 0,2 3 0,-1 0 0,0 1 0,0-1 0,0 1 0,0 0 0,-1 0 0,0-1 0,1 8 0,9 69 0,-3 0 0,-6 131 0,-31 164 0,8-146 0,20-214-455,0 0 0,2 21 0,3-17-6371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03.4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324 9 24575,'0'-1'0,"0"1"0,1-1 0,-1 1 0,0-1 0,1 1 0,-1-1 0,1 1 0,-1-1 0,1 1 0,-1 0 0,1-1 0,-1 1 0,1 0 0,-1-1 0,1 1 0,-1 0 0,1 0 0,0-1 0,-1 1 0,1 0 0,-1 0 0,1 0 0,0 0 0,-1 0 0,1 0 0,0 0 0,-1 0 0,2 0 0,-2 1 0,1 0 0,-1 0 0,1-1 0,-1 1 0,0 0 0,1 0 0,-1 0 0,0 0 0,1 0 0,-1 0 0,0-1 0,0 1 0,0 0 0,0 0 0,0 0 0,0 2 0,-8 43 0,8-46 0,-36 150 0,-25 118 0,-8 177 0,-52 239 0,114-656 0,3-11 0,0 0 0,-1-1 0,-1 1 0,-9 17 0,15-33 0,0-1 0,0 0 0,0 0 0,0 1 0,0-1 0,0 0 0,0 0 0,0 1 0,0-1 0,0 0 0,-1 0 0,1 1 0,0-1 0,0 0 0,0 0 0,0 0 0,0 1 0,-1-1 0,1 0 0,0 0 0,0 0 0,-1 0 0,1 1 0,0-1 0,0 0 0,0 0 0,-1 0 0,1 0 0,0 0 0,0 0 0,-1 0 0,1 0 0,0 0 0,-1 0 0,1 0 0,-2-10 0,6-21 0,164-671 0,-158 662 0,44-141 0,-47 161 0,2 0 0,0 0 0,1 0 0,1 1 0,1 1 0,20-24 0,-29 38 0,1 0 0,0 0 0,-1 0 0,2 1 0,-1 0 0,0 0 0,1 0 0,-1 0 0,1 0 0,0 1 0,0 0 0,0 0 0,0 0 0,0 1 0,1 0 0,-1 0 0,0 0 0,1 1 0,-1-1 0,0 1 0,1 1 0,-1-1 0,0 1 0,1 0 0,-1 0 0,0 0 0,0 1 0,0 0 0,0 0 0,0 0 0,0 0 0,0 1 0,-1 0 0,1 0 0,-1 0 0,4 4 0,1 1 0,-1 0 0,-1 0 0,1 0 0,-1 1 0,-1 0 0,1 1 0,-2 0 0,1 0 0,-1 0 0,-1 0 0,0 1 0,0-1 0,-1 1 0,-1 0 0,0 0 0,0 1 0,0 11 0,-2-15 0,1-1 0,-2 1 0,1 0 0,-1-1 0,0 1 0,-1 0 0,0-1 0,0 0 0,0 1 0,-1-1 0,0 0 0,-1 0 0,1-1 0,-1 1 0,-1-1 0,1 1 0,-1-1 0,0-1 0,0 1 0,-1-1 0,0 0 0,0 0 0,0 0 0,0-1 0,-13 6 0,6-5-273,-1 0 0,0 0 0,0-2 0,-27 4 0,-5-2-6553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04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8 24575,'16'-3'0,"-15"2"0,0 1 0,0-1 0,0 1 0,-1-1 0,1 1 0,0 0 0,0-1 0,0 1 0,0 0 0,0 0 0,0 0 0,-1 0 0,1 0 0,0 0 0,0 0 0,0 0 0,0 0 0,0 0 0,0 0 0,0 1 0,0-1 0,0 0 0,-1 0 0,1 1 0,0-1 0,0 1 0,0-1 0,-1 1 0,1-1 0,0 1 0,-1 0 0,1-1 0,0 1 0,-1 0 0,1-1 0,-1 1 0,1 0 0,-1 0 0,1 0 0,-1-1 0,1 2 0,1 5 0,0 0 0,0 0 0,-1 1 0,0-1 0,0 0 0,-1 1 0,0 12 0,-10 57 0,4-43 0,-1 24 0,-65 365 0,71-404 0,1-19 0,0 1 0,0-1 0,0 0 0,1 0 0,-1 0 0,0 0 0,0 1 0,0-1 0,1 0 0,-1 0 0,0 0 0,0 0 0,0 0 0,1 0 0,-1 0 0,0 0 0,0 1 0,1-1 0,-1 0 0,0 0 0,0 0 0,1 0 0,-1 0 0,0 0 0,0 0 0,1-1 0,-1 1 0,0 0 0,0 0 0,0 0 0,1 0 0,-1 0 0,0 0 0,0 0 0,1 0 0,-1-1 0,0 1 0,0 0 0,28-25 0,-25 23 0,16-19 0,74-68 0,-79 78 0,-1 0 0,1 1 0,1 1 0,0 0 0,23-9 0,-35 17 0,0 0 0,0 0 0,0 0 0,0 0 0,0 0 0,0 1 0,0-1 0,0 1 0,0 0 0,0 0 0,0 0 0,0 1 0,0-1 0,0 1 0,0-1 0,0 1 0,5 2 0,-5-1 0,0 0 0,0 0 0,0 0 0,0 1 0,-1-1 0,1 1 0,0 0 0,-1 0 0,0 0 0,0 0 0,0 0 0,0 1 0,0-1 0,1 5 0,12 33 0,-12-30 0,1-1 0,0 0 0,0 0 0,9 14 0,-10-20 0,-1-1 0,1 0 0,0 0 0,0 0 0,0 0 0,0-1 0,1 1 0,-1-1 0,0 0 0,1 0 0,0 0 0,-1 0 0,1-1 0,0 0 0,0 1 0,5-1 0,4 1 0,-1-1 0,1 0 0,0-1 0,0-1 0,0 0 0,-1-1 0,1 0 0,0-1 0,-1 0 0,0-1 0,17-7 0,10-7 0,-2-2 0,39-25 0,-60 35 0,74-51 0,-80 53 0,0 0 0,0-1 0,-1 0 0,0-1 0,-1 0 0,8-11 0,-15 20 0,0-1 0,0 0 0,0 1 0,0-1 0,0 0 0,-1 1 0,1-1 0,0 0 0,-1 0 0,1 0 0,-1 0 0,0 0 0,0 1 0,0-1 0,0 0 0,0 0 0,0-3 0,-1 4 0,1 0 0,-1-1 0,0 1 0,1 0 0,-1 0 0,0 0 0,0 0 0,0 0 0,0 0 0,0 0 0,0 0 0,0 1 0,0-1 0,0 0 0,0 0 0,0 1 0,0-1 0,0 1 0,-2-1 0,-2-1 0,0 1 0,1 0 0,-1 1 0,0-1 0,0 1 0,0 0 0,0 0 0,1 1 0,-1-1 0,0 1 0,-9 3 0,10-3 0,1 0 0,0 0 0,-1 1 0,1 0 0,0-1 0,0 1 0,0 1 0,0-1 0,0 0 0,0 1 0,1-1 0,-1 1 0,1 0 0,0 0 0,0 0 0,0 0 0,0 0 0,0 0 0,1 1 0,-3 5 0,2 0 0,1-1 0,-1 1 0,2 0 0,-1-1 0,1 1 0,0 0 0,3 14 0,-2-20 0,-1-1 0,1 0 0,-1 0 0,1 0 0,0-1 0,0 1 0,0 0 0,0 0 0,0 0 0,0 0 0,1-1 0,-1 1 0,0-1 0,1 1 0,-1-1 0,1 1 0,0-1 0,-1 0 0,1 0 0,0 0 0,0 0 0,0 0 0,0 0 0,0-1 0,0 1 0,0 0 0,0-1 0,0 0 0,3 1 0,8 0 0,0 0 0,-1-1 0,24-3 0,-20 2 0,82-8 310,48-2-1985,-124 11-5151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04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307 218 24575,'-25'3'0,"-29"1"0,-22 0 0,-1-1 0,19-3 0,41-6 0,55-5 0,67-6 0,78-7 0,79-5-2635,79-1 2635,75-2-4614,63 2 4614,46 5-4382,25 8 4382,-83 6 3440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3.3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5681 425 24575,'21'-18'0,"7"-5"0,-27 22 0,0-1 0,0 1 0,0 0 0,0-1 0,0 1 0,0-1 0,0 1 0,0-1 0,-1 1 0,1-1 0,-1 0 0,1 1 0,-1-1 0,0 0 0,1 1 0,-1-4 0,-1 4 0,1 0 0,0 0 0,-1 0 0,1 0 0,-1 1 0,1-1 0,-1 0 0,1 0 0,-1 0 0,0 0 0,1 1 0,-1-1 0,0 0 0,0 1 0,0-1 0,1 0 0,-1 1 0,0-1 0,0 1 0,0 0 0,0-1 0,0 1 0,0 0 0,-2-1 0,-31-6 0,27 7 0,-83-10-4,-121 4 0,115 5-241,-1242-29-5778,1-30 2412,-89-46 3162,708 49 186,563 47 600,-77-7 1795,178 9 61,34 2-1382,20 5-790,0 1 1,0 0-1,-1 0 1,1 0-1,0 0 1,0 0-1,0 0 1,-1-1-1,1 1 1,0 0-1,0 0 1,0 0-1,-1 0 1,1-1-1,0 1 1,0 0-1,0 0 1,0-1-1,0 1 1,0 0 0,0 0-1,0-1 1,-1 1-1,1 0 1,0 0-1,0-1 1,0 1-1,0 0 1,0 0-1,0-1 1,0 1-1,0 0 1,1 0-1,-1-1 1,0 1-1,0 0 1,0 0-1,0 0 1,0-1-1,0 1 1,0 0-1,0 0 1,1-1-1,-1 1 1,0 0-1,0 0 1,0 0-1,1 0 1,-1-1-1,0 1 1,0 0-1,0 0 1,1 0-1,-1 0 1,0 0-1,1 0 1,14-9-4313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3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679 26 24575,'0'-1'0,"0"0"0,0 0 0,-1 0 0,1 0 0,0 0 0,-1 0 0,1 0 0,0 0 0,-1 0 0,0 0 0,1 0 0,-1 0 0,1 0 0,-1 0 0,0 1 0,0-1 0,1 0 0,-1 0 0,0 1 0,0-1 0,0 1 0,0-1 0,0 1 0,0-1 0,0 1 0,0-1 0,0 1 0,-1 0 0,-1-1 0,-1 0 0,1 0 0,0 1 0,0 0 0,0-1 0,0 1 0,-1 0 0,-4 1 0,-9 4 0,0 0 0,0 0 0,1 2 0,-29 15 0,-59 43 0,82-51 0,-33 22 0,2 2 0,1 3 0,3 2 0,-60 65 0,100-98 0,1 0 0,0 1 0,0 0 0,2 1 0,-1-1 0,-8 22 0,13-27 0,1 0 0,-1 0 0,1 0 0,0 0 0,1 0 0,-1 0 0,1 0 0,1 0 0,-1 0 0,1 0 0,0 0 0,0 0 0,0 0 0,1-1 0,0 1 0,0 0 0,4 5 0,2 3 0,1-1 0,0 0 0,1-1 0,1 1 0,0-2 0,1 0 0,0 0 0,0-1 0,15 8 0,21 13 0,61 27 0,3-5-1365,-6-6-5461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4.8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3650 550 24575,'-38'-35'11,"-3"1"-1,0 2 1,-60-35 0,34 29-117,-113-47 0,97 55-159,-2 3 0,0 4 0,-2 4 0,0 3 0,0 5 0,-2 3 0,-146 6 0,105 10-263,1 7 1,1 4-1,0 7 0,-198 66 1,197-46 441,3 6 0,2 6 1,-153 95-1,185-93-163,2 4 0,3 4 0,3 3 0,-117 130 0,155-148 151,-52 82 1,74-97 105,1 2 0,2 0 0,-18 53 0,29-66 9,2 1 1,1 0-1,1 0 0,1 0 0,2 1 1,0 29-1,4-35-9,0 0 0,2 0-1,0 0 1,2 0 0,0-1 0,2 1 0,1-1 0,12 26 0,-1-13 11,2 0 1,1-1-1,1-1 0,2-2 1,2 0-1,0-2 0,2-1 1,54 41-1,-16-21 25,3-2-1,1-4 1,95 41-1,-52-35-82,2-6 0,2-4 0,2-6 0,0-4 0,2-6 0,0-6 0,2-4 0,-1-7 0,1-4 0,-1-6 0,1-5 0,183-40 0,-214 27 18,-1-3 1,-1-5-1,-2-3 1,-1-5-1,-2-3 1,-2-4-1,129-93 1,-157 95 18,-1-3 1,-2-2 0,-2-3-1,59-78 1,-75 82-34,-3-1 0,-2-1-1,-2-2 1,-2-1 0,34-102 0,-47 111-42,-2-1 0,-1 0 0,-3 0-1,-2-1 1,-2 0 0,-2 0 0,-1 0 0,-9-57 0,2 64 39,-1 1 1,-1 0 0,-2 0-1,-2 1 1,-2 0-1,-1 1 1,-2 1 0,-1 1-1,-47-64 1,30 56-39,-1 1 1,-3 2-1,-1 2 1,-2 1-1,-2 3 1,0 1-1,-3 2 0,-67-31 1,19 18-95,-1 5 0,-2 3 0,-158-32 0,68 33 275,-292-15 0,180 38 949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6.1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77 24575,'-3'-3'0,"9"-3"0,11-4 0,2 5 0,1 1 0,0 1 0,0 1 0,38 0 0,-25 2 0,878-6-2140,-256 6 838,271-27 510,-756 18-3165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6.3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 1 24575,'-9'6'0,"-9"2"0,-2 3 0,5 3 0,16-1 0,22 0 0,29 1 0,31 1 0,29 5 0,30 4 0,24 6-1208,-15-4-5775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1.4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47 156 24575,'-1'-7'0,"0"-1"0,-1 0 0,0 1 0,0-1 0,0 1 0,-1 0 0,0-1 0,-6-8 0,4 7 0,1 0 0,0-1 0,-3-10 0,7 19 0,0 0 0,-1 0 0,1 0 0,0 0 0,0 0 0,0 1 0,0-1 0,0 0 0,0 0 0,0 0 0,0 0 0,0 0 0,0 0 0,0 1 0,1-1 0,-1 0 0,0 0 0,1 0 0,-1 0 0,1 1 0,-1-1 0,1 0 0,-1 0 0,1 1 0,-1-1 0,1 0 0,0 1 0,-1-1 0,1 1 0,0-1 0,-1 1 0,1-1 0,0 1 0,0-1 0,0 1 0,1-1 0,3 0 0,0 0 0,0 0 0,0 1 0,0-1 0,7 2 0,-9-1 0,205 16 0,-127-7 0,323 34-160,573 55-2384,-830-85-2943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1.6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356 0 24575,'-22'3'0,"-22"8"0,-20 7 0,-5 5 0,3 3 0,13 5 0,21 3 0,26-2 0,30 1 0,31 0 0,33-2 0,34-3 0,37-4 0,36-5-1641,28-6 1641,19-5-2245,-32-5-2060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7.5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24575,'4'0'0,"6"3"0,9 1 0,12 3 0,21 4 0,23 5 0,26 7 0,30 6 0,28 7 0,23 9-1488,-18-2-5215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19.8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 24575,'-6'0'0,"4"0"0,14 0 0,25 0 0,30 0 0,38 0 0,48 6 0,51 6-1838,49 6 1838,45 7-3117,36 8 3117,26 5 0,18 5-3491,4 2 3491,-14-1 0,-69-8 255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5T05:25:20.9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59 396 24575,'-9'-3'0,"-10"-4"0,-1-8 0,9-9 0,22-11 0,37-9 0,50-2 0,69-4 0,73 1-2592,80 6 2592,79 7-4378,74 9 4378,59 13-4104,41 12 4104,-76 5 2883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8:56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5T09:56:26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29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2683 467 5973 0 0,'9'-57'398'0'0,"-8"44"-295"0"0,1 0 0 0 0,0 0-1 0 0,1 1 1 0 0,0-1 0 0 0,1 1-1 0 0,0 0 1 0 0,6-12 0 0 0,2 1-156 0 0,-8 15 111 0 0,0-1 0 0 0,1 0-1 0 0,0 1 1 0 0,12-15 0 0 0,-12 17 46 0 0,1 1 156 0 0,0-1 1 0 0,-1 0 0 0 0,7-10 0 0 0,-11 15-219 0 0,-1 0 0 0 0,1 1 1 0 0,-1-1-1 0 0,1 1 1 0 0,-1-1-1 0 0,0 1 1 0 0,1-1-1 0 0,-1 0 0 0 0,0 1 1 0 0,0-1-1 0 0,1 0 1 0 0,-1 1-1 0 0,0-1 0 0 0,0 0 1 0 0,0 1-1 0 0,0-1 1 0 0,0 0-1 0 0,0 0 1 0 0,0 1-1 0 0,0-1 0 0 0,0 0 1 0 0,0 1-1 0 0,0-1 1 0 0,0 0-1 0 0,0 1 1 0 0,-1-1-1 0 0,1 0 0 0 0,0 1 1 0 0,-1-1-1 0 0,1 0 1 0 0,0 1-1 0 0,-1-1 1 0 0,1 1-1 0 0,-1-1 0 0 0,1 0 1 0 0,-1 1-1 0 0,1-1 1 0 0,-1 1-1 0 0,1 0 1 0 0,-1-1-1 0 0,1 1 0 0 0,-1-1 1 0 0,0 1-1 0 0,1 0 1 0 0,-1 0-1 0 0,0-1 0 0 0,1 1 1 0 0,-2 0-1 0 0,-9-3 105 0 0,-1 0-1 0 0,0 1 1 0 0,0 1-1 0 0,0 0 0 0 0,-21 1 1 0 0,-64 10-254 0 0,55-4 141 0 0,-556 87-99 0 0,499-76 76 0 0,-679 132 110 0 0,567-98-66 0 0,-335 130 0 0 0,533-176-56 0 0,-139 63 12 0 0,134-59-6 0 0,1 1 0 0 0,0 1 0 0 0,1 1 0 0 0,0 0 0 0 0,0 1 0 0 0,-15 17 0 0 0,28-26-4 0 0,-1 0 0 0 0,1 0 0 0 0,0 1 1 0 0,0-1-1 0 0,0 1 0 0 0,1-1 0 0 0,0 1 0 0 0,0 0 1 0 0,0 0-1 0 0,0 0 0 0 0,1 0 0 0 0,-1 0 0 0 0,2 0 1 0 0,-1 0-1 0 0,0 0 0 0 0,1 1 0 0 0,0 4 1 0 0,1-3 1 0 0,0-1 0 0 0,1 0 0 0 0,0 1 0 0 0,0-1 0 0 0,0 0 0 0 0,1-1 0 0 0,0 1 0 0 0,0 0 1 0 0,0-1-1 0 0,1 1 0 0 0,0-1 0 0 0,0 0 0 0 0,7 7 0 0 0,10 8 12 0 0,2-1-1 0 0,-1-1 1 0 0,2-1-1 0 0,0-2 1 0 0,1 0 0 0 0,1-1-1 0 0,28 10 1 0 0,197 62 112 0 0,-251-86-127 0 0,472 105 40 0 0,10-41-7 0 0,6-22 77 0 0,525-22 0 0 0,488-134-165 0 0,-263-114 37 0 0,-1060 180 45 0 0,-3-8 0 0 0,175-82 0 0 0,-212 70-30 0 0,-117 56-5 0 0,-1-2 0 0 0,0 1 0 0 0,-1-2 0 0 0,22-21 0 0 0,-37 32 5 0 0,0-1 0 0 0,0 1 0 0 0,-1 0-1 0 0,1-1 1 0 0,-1 0 0 0 0,0 0 0 0 0,0 0 0 0 0,-1 0 0 0 0,1 0-1 0 0,2-11 1 0 0,-4 12 0 0 0,-1 0 0 0 0,0 0 0 0 0,1 0 0 0 0,-2 1 0 0 0,1-1 0 0 0,0 0 0 0 0,-1 0 0 0 0,1 0 0 0 0,-1 1 0 0 0,0-1 0 0 0,0 0 0 0 0,-1 1 0 0 0,1-1 0 0 0,-1 1 0 0 0,0-1 0 0 0,0 1 0 0 0,-3-4 0 0 0,-4-5-5 0 0,0 1-1 0 0,-1 0 0 0 0,-1 1 1 0 0,0 0-1 0 0,0 0 0 0 0,-1 1 0 0 0,0 1 1 0 0,-16-8-1 0 0,-110-49-62 0 0,133 63 68 0 0,-148-57-93 0 0,-200-50 0 0 0,-172-6 33 0 0,211 61 57 0 0,-2 13-1 0 0,-2 14 1 0 0,-350 15-1 0 0,-341 100-769 0 0,342 38-2714 0 0,538-96 2294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0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901 9 4312 0 0,'-43'45'160'0'0,"18"-19"134"0"0,-24 32 0 0 0,11-8 31 0 0,3 1-1 0 0,1 3 0 0 0,4 0 0 0 0,1 2 1 0 0,-31 90-1 0 0,-17 142 311 0 0,20 7 66 0 0,-7 34 36 0 0,-53 143-106 0 0,4-19-402 0 0,25 4-161 0 0,76-377-68 0 0,-15 120 38 0 0,25-169-23 0 0,2-1 0 0 0,1 1 1 0 0,1 0-1 0 0,8 44 1 0 0,-9-71-18 0 0,0 0 1 0 0,0 0 0 0 0,0 0 0 0 0,0 0 0 0 0,1 0 0 0 0,0-1 0 0 0,0 1 0 0 0,0-1 0 0 0,0 1 0 0 0,0-1-1 0 0,1 0 1 0 0,-1 0 0 0 0,1 0 0 0 0,4 4 0 0 0,-2-4 2 0 0,-1 0 0 0 0,0-1-1 0 0,1 0 1 0 0,0 1 0 0 0,-1-2 0 0 0,1 1-1 0 0,0-1 1 0 0,0 1 0 0 0,0-1 0 0 0,0-1-1 0 0,7 1 1 0 0,387 6 23 0 0,-289-8 26 0 0,1043-26 1737 0 0,-578 10-1165 0 0,543-16 547 0 0,305-8-225 0 0,-1102 36-869 0 0,446-14 14 0 0,-3-38-19 0 0,-515 19-69 0 0,-198 27-2 0 0,0-2-1 0 0,87-35 1 0 0,-128 43-4 0 0,1 0 1 0 0,-1 0-1 0 0,0-1 0 0 0,0-1 0 0 0,-1 0 0 0 0,0 0 0 0 0,0 0 0 0 0,15-18 0 0 0,-19 19 1 0 0,-1 0 0 0 0,0 0 0 0 0,0-1-1 0 0,0 0 1 0 0,-1 1 0 0 0,0-1 0 0 0,-1-1 0 0 0,1 1 0 0 0,-1 0 0 0 0,-1 0-1 0 0,1-1 1 0 0,-1 1 0 0 0,-1-1 0 0 0,1 1 0 0 0,-1-9 0 0 0,-2-3-15 0 0,-1 0 1 0 0,-1 0 0 0 0,0 0 0 0 0,-1 1-1 0 0,-1-1 1 0 0,-11-21 0 0 0,-58-100-100 0 0,44 91 85 0 0,-2 3-1 0 0,-54-60 1 0 0,-88-73 7 0 0,76 81 53 0 0,78 75-24 0 0,1 0 1 0 0,1-1-1 0 0,1-1 1 0 0,1-1-1 0 0,2 0 1 0 0,-14-31-1 0 0,13 19-18 0 0,2 0-1 0 0,2-1 1 0 0,-15-79-1 0 0,18 50-77 0 0,-1-111-1 0 0,18-69-258 0 0,34-198-216 0 0,-3 46 310 0 0,-38 390 256 0 0,2-37-10 0 0,-3-57 0 0 0,0 91 11 0 0,-2-1-1 0 0,0 0 1 0 0,0 1-1 0 0,-1 0 1 0 0,-1-1-1 0 0,0 1 1 0 0,-1 0-1 0 0,-13-23 1 0 0,16 32-4 0 0,0 0 0 0 0,-1 1 1 0 0,0-1-1 0 0,0 0 0 0 0,0 1 0 0 0,0 0 1 0 0,0 0-1 0 0,-1 0 0 0 0,0 0 0 0 0,1 0 1 0 0,-9-4-1 0 0,9 6-1 0 0,1 0 0 0 0,-1 1-1 0 0,1-1 1 0 0,-1 1 0 0 0,0-1 0 0 0,1 1 0 0 0,-1 0 0 0 0,0 0-1 0 0,1 0 1 0 0,-1 0 0 0 0,0 0 0 0 0,1 0 0 0 0,-1 1 0 0 0,1 0-1 0 0,-1-1 1 0 0,0 1 0 0 0,1 0 0 0 0,-1 0 0 0 0,1 0 0 0 0,0 1-1 0 0,-3 1 1 0 0,-1 0-75 0 0,-3 2-346 0 0,0 1 0 0 0,0-1 0 0 0,1 1 0 0 0,0 1 0 0 0,0 0 0 0 0,0 0 0 0 0,1 0 0 0 0,-11 16 0 0 0,12-4-963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0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678 451 9061 0 0,'10'-77'433'0'0,"-4"44"-231"0"0,-2-1 1 0 0,-2 1 0 0 0,-3-58-1 0 0,0 81-165 0 0,0 1-1 0 0,-1 0 1 0 0,0-1 0 0 0,-1 1-1 0 0,0 0 1 0 0,-1 0-1 0 0,0 1 1 0 0,0-1 0 0 0,-1 1-1 0 0,0-1 1 0 0,0 2-1 0 0,-1-1 1 0 0,-9-10 0 0 0,10 13-7 0 0,-1 0 0 0 0,0 1 0 0 0,0-1 0 0 0,0 1 0 0 0,0 0 0 0 0,-1 0 0 0 0,1 1 0 0 0,-1 0 0 0 0,0 0 0 0 0,0 1 0 0 0,0 0 0 0 0,-1 0 0 0 0,1 0 0 0 0,0 1 0 0 0,-1 0 0 0 0,1 1 0 0 0,-14 0 0 0 0,2 2-28 0 0,0 1 0 0 0,-1 1 0 0 0,1 0 0 0 0,1 2-1 0 0,-1 0 1 0 0,1 1 0 0 0,0 1 0 0 0,-33 19 0 0 0,32-15-3 0 0,0 1 1 0 0,0 1 0 0 0,2 1-1 0 0,0 0 1 0 0,0 1-1 0 0,2 1 1 0 0,-19 25-1 0 0,28-34 4 0 0,1 0-1 0 0,0 1 0 0 0,1 0 0 0 0,0 0 0 0 0,0 0 0 0 0,1 0 0 0 0,0 0 1 0 0,1 1-1 0 0,0-1 0 0 0,0 1 0 0 0,1 0 0 0 0,0-1 0 0 0,1 1 1 0 0,0 0-1 0 0,0 0 0 0 0,1-1 0 0 0,1 1 0 0 0,0 0 0 0 0,0-1 1 0 0,0 1-1 0 0,8 16 0 0 0,0-6 4 0 0,0 1 1 0 0,2-2-1 0 0,0 1 1 0 0,1-2-1 0 0,1 0 0 0 0,1 0 1 0 0,1-1-1 0 0,22 19 1 0 0,80 63 26 0 0,-53-46 9 0 0,86 90 1 0 0,-146-138-42 0 0,0 1 0 0 0,0 0 0 0 0,-1 0 0 0 0,0 1 0 0 0,0-1 0 0 0,0 1 0 0 0,-1 0 0 0 0,0 0 0 0 0,3 8 1 0 0,-6-12-3 0 0,1-1 0 0 0,-1 1 1 0 0,0 0-1 0 0,1-1 0 0 0,-1 1 1 0 0,-1 0-1 0 0,1-1 1 0 0,0 1-1 0 0,-1-1 0 0 0,1 1 1 0 0,-1-1-1 0 0,1 1 0 0 0,-1-1 1 0 0,0 1-1 0 0,0-1 1 0 0,-1 1-1 0 0,1-1 0 0 0,0 0 1 0 0,-1 0-1 0 0,1 0 0 0 0,-1 0 1 0 0,0 0-1 0 0,0 0 0 0 0,0 0 1 0 0,0 0-1 0 0,0-1 1 0 0,0 1-1 0 0,0-1 0 0 0,-3 2 1 0 0,-4 2 3 0 0,-1 0 0 0 0,0-1 0 0 0,0-1 0 0 0,0 1 0 0 0,-1-1 0 0 0,1-1 0 0 0,-1 0 0 0 0,0-1 0 0 0,-20 1 0 0 0,3-2 5 0 0,0-2-1 0 0,-45-8 0 0 0,42 4-58 0 0,1-1-1 0 0,1-2 0 0 0,-54-23 1 0 0,68 25-107 0 0,0 0 1 0 0,0-2-1 0 0,1 0 0 0 0,1 0 1 0 0,-1-1-1 0 0,2-1 1 0 0,-1 0-1 0 0,-18-24 1 0 0,25 28-34 0 0,1-1 1 0 0,1 0 0 0 0,0 0 0 0 0,0 0 0 0 0,0 0-1 0 0,1 0 1 0 0,0-1 0 0 0,1 0 0 0 0,0 1 0 0 0,0-1 0 0 0,1 0-1 0 0,0 0 1 0 0,0 0 0 0 0,1 0 0 0 0,1 0 0 0 0,-1 0-1 0 0,1 0 1 0 0,1 0 0 0 0,4-14 0 0 0,9-16-824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1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306 310 7453 0 0,'3'-1'39'0'0,"0"-1"0"0"0,0 0 0 0 0,-1 0 0 0 0,1-1 0 0 0,-1 1 0 0 0,1-1 0 0 0,-1 1 0 0 0,0-1 0 0 0,0 0 0 0 0,0 1 0 0 0,2-5 0 0 0,-4 6-17 0 0,0 1 0 0 0,0-1 1 0 0,0 0-1 0 0,0 0 0 0 0,0 0 0 0 0,0 1 1 0 0,1-1-1 0 0,-2 0 0 0 0,1 0 0 0 0,0 0 1 0 0,0 1-1 0 0,0-1 0 0 0,0 0 0 0 0,0 0 1 0 0,-1 1-1 0 0,1-1 0 0 0,0 0 0 0 0,-1 1 1 0 0,0-2-1 0 0,0 0 22 0 0,0 1 0 0 0,-1-1 0 0 0,1 1 0 0 0,-1 0 0 0 0,1-1 0 0 0,-1 1 0 0 0,0 0 0 0 0,1 0 0 0 0,-1 0 0 0 0,-3-1-1 0 0,-7-3 105 0 0,0 0 0 0 0,0 1 0 0 0,0 1 0 0 0,-1 0 0 0 0,0 0 0 0 0,0 1 0 0 0,0 1 0 0 0,1 0 0 0 0,-1 1 0 0 0,-21 2 0 0 0,28-1-107 0 0,-1 0 0 0 0,1 0 0 0 0,0 0 0 0 0,-1 1 0 0 0,1 0 0 0 0,0 0 0 0 0,0 1 0 0 0,0 0 0 0 0,1 0 0 0 0,-1 0 0 0 0,1 0 0 0 0,-1 1 0 0 0,1 0 0 0 0,0 0 0 0 0,1 1 0 0 0,-1-1 0 0 0,1 1 0 0 0,0 0 0 0 0,0 0 0 0 0,0 1-1 0 0,1-1 1 0 0,-1 1 0 0 0,-1 5 0 0 0,-2 7 71 0 0,2 0 0 0 0,0 1-1 0 0,1-1 1 0 0,1 1-1 0 0,0 0 1 0 0,2 0-1 0 0,0 0 1 0 0,2 19 0 0 0,1-13-34 0 0,1 0 1 0 0,1 0 0 0 0,2-1-1 0 0,0 0 1 0 0,16 39 0 0 0,-18-54-74 0 0,0-1 0 0 0,0 1 0 0 0,1-1 0 0 0,0-1 0 0 0,0 1 0 0 0,1-1 0 0 0,0 0 0 0 0,0 0 0 0 0,1 0 0 0 0,0-1 0 0 0,0 0 0 0 0,16 9 0 0 0,-12-9-2 0 0,0 0 1 0 0,1-1 0 0 0,0-1 0 0 0,0 0-1 0 0,0-1 1 0 0,0 0 0 0 0,0-1 0 0 0,1 0-1 0 0,14 0 1 0 0,-8-1-6 0 0,0-1-1 0 0,1-1 1 0 0,-1-1-1 0 0,0 0 1 0 0,0-2 0 0 0,-1 0-1 0 0,1-1 1 0 0,-1 0-1 0 0,26-13 1 0 0,-33 12-43 0 0,0 0 0 0 0,0 0 0 0 0,-1-2 0 0 0,1 1 1 0 0,-2-1-1 0 0,1 0 0 0 0,-1-1 0 0 0,-1 0 0 0 0,0-1 0 0 0,0 1 0 0 0,-1-2 1 0 0,0 1-1 0 0,0-1 0 0 0,-1 0 0 0 0,7-19 0 0 0,-8 14-77 0 0,0-1 0 0 0,-2-1 0 0 0,0 1 0 0 0,0 0 0 0 0,-2-1 0 0 0,0 1-1 0 0,-1-1 1 0 0,-1 1 0 0 0,-1-1 0 0 0,0 1 0 0 0,-1-1 0 0 0,-1 1 0 0 0,-8-22 0 0 0,2 9-17 0 0,-2 0 1 0 0,-2 1 0 0 0,0 0 0 0 0,-2 1-1 0 0,-1 1 1 0 0,-29-36 0 0 0,30 44 77 0 0,0 0 0 0 0,-37-32 0 0 0,48 47 58 0 0,1 0 1 0 0,-1 1 0 0 0,1-1 0 0 0,-1 1 0 0 0,0 0 0 0 0,0 1 0 0 0,0-1 0 0 0,-1 1-1 0 0,1 0 1 0 0,-1 0 0 0 0,1 1 0 0 0,-1 0 0 0 0,1 0 0 0 0,-1 0 0 0 0,0 1 0 0 0,0-1 0 0 0,1 1-1 0 0,-1 1 1 0 0,-6 0 0 0 0,8 1 9 0 0,-1-1 0 0 0,0 1 0 0 0,1 1 0 0 0,0-1 0 0 0,-1 1 0 0 0,1 0 0 0 0,0 0 0 0 0,1 0 0 0 0,-1 0 0 0 0,0 1 0 0 0,1-1 0 0 0,0 1 0 0 0,0 0 0 0 0,0 0 0 0 0,0 0 0 0 0,1 1 0 0 0,-1-1 0 0 0,1 0 0 0 0,0 1 0 0 0,-2 7 0 0 0,-2 6 67 0 0,1 0 0 0 0,1 0 1 0 0,1 0-1 0 0,-2 24 0 0 0,4-12 119 0 0,1-1 0 0 0,2 0 1 0 0,6 35-1 0 0,22 87 718 0 0,39 114 483 0 0,11 46-778 0 0,-74-284-755 0 0,-1 2 1 0 0,-2-1 0 0 0,0 0-1 0 0,-2 1 1 0 0,-4 46-1 0 0,3-73 44 0 0,0 1 0 0 0,-1-1 0 0 0,1 1 0 0 0,-1-1 1 0 0,0 0-1 0 0,0 1 0 0 0,0-1 0 0 0,0 0 0 0 0,0 0 0 0 0,0 0 0 0 0,0 0 0 0 0,-1 0 0 0 0,-2 3 0 0 0,0-1-384 0 0,0-1-1 0 0,0 0 1 0 0,-1 0 0 0 0,1 0-1 0 0,-9 3 1 0 0,-2 2-810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1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37 9061 0 0,'-8'-9'-50'0'0,"7"6"67"0"0,-1 1 0 0 0,0-1-1 0 0,-1 1 1 0 0,1-1 0 0 0,0 1 0 0 0,-1 0 0 0 0,1 0 0 0 0,-1 0-1 0 0,0 0 1 0 0,-4-2 0 0 0,9 27 192 0 0,7 42 232 0 0,-2 0 1 0 0,-3 0-1 0 0,-3 1 1 0 0,-2-1-1 0 0,-4 0 1 0 0,-16 84-1 0 0,-17 77-139 0 0,33-192-285 0 0,-3 17-915 0 0,-2 70 1 0 0,11-117-188 0 0,5-6-232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2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103 532 11025 0 0,'-1'-1'39'0'0,"0"-1"0"0"0,0 1 0 0 0,0 0 0 0 0,-1-1 0 0 0,1 1 0 0 0,0 0 0 0 0,-1 0 0 0 0,1 0 0 0 0,-1 0 0 0 0,1 0 0 0 0,-1 1 0 0 0,0-1 0 0 0,1 0 0 0 0,-1 1 0 0 0,0-1 0 0 0,0 1 0 0 0,1 0 0 0 0,-3-1 0 0 0,2 2-10 0 0,1-1 1 0 0,-1 1-1 0 0,1 0 0 0 0,-1-1 1 0 0,1 1-1 0 0,-1 0 1 0 0,1 0-1 0 0,0 0 0 0 0,0 0 1 0 0,0 0-1 0 0,-1 0 1 0 0,1 0-1 0 0,0 1 0 0 0,0-1 1 0 0,0 0-1 0 0,1 1 1 0 0,-1-1-1 0 0,0 1 0 0 0,0-1 1 0 0,1 1-1 0 0,-1 2 0 0 0,-8 13 25 0 0,2 1 0 0 0,0-1 0 0 0,1 1 0 0 0,1 1 0 0 0,1-1 1 0 0,0 1-1 0 0,2 0 0 0 0,-1 32 0 0 0,3-41-46 0 0,1 0 1 0 0,0 0-1 0 0,1 0 1 0 0,0-1 0 0 0,0 1-1 0 0,8 17 1 0 0,-8-23-110 0 0,0 1 1 0 0,0-1-1 0 0,1-1 1 0 0,-1 1-1 0 0,1 0 1 0 0,0-1-1 0 0,0 1 1 0 0,1-1-1 0 0,-1 0 1 0 0,0 0-1 0 0,1 0 1 0 0,0 0-1 0 0,0-1 1 0 0,0 0-1 0 0,0 1 1 0 0,0-2-1 0 0,5 3 1 0 0,-7-3-26 0 0,-1-1-1 0 0,1 1 1 0 0,0-1 0 0 0,-1 0 0 0 0,1 0 0 0 0,0 1 0 0 0,-1-1 0 0 0,1 0-1 0 0,0 0 1 0 0,0-1 0 0 0,-1 1 0 0 0,1 0 0 0 0,0 0 0 0 0,-1-1 0 0 0,4 0 0 0 0,8-7-1181 0 0</inkml:trace>
  <inkml:trace contextRef="#ctx0" brushRef="#br0" timeOffset="1">176 124 8265 0 0,'-30'-91'584'0'0,"29"89"-518"0"0,1 0 0 0 0,-1 0 0 0 0,0 1 0 0 0,0-1 0 0 0,0 0 0 0 0,0 1 0 0 0,0-1 0 0 0,0 0 0 0 0,0 1 0 0 0,-1-1 0 0 0,1 1 0 0 0,-1 0 0 0 0,1 0 0 0 0,-1-1 0 0 0,1 1 0 0 0,-1 0 0 0 0,0 0 0 0 0,1 0 0 0 0,-1 1 0 0 0,0-1 0 0 0,0 0 0 0 0,0 1 0 0 0,0-1 0 0 0,1 1 0 0 0,-1-1 0 0 0,0 1 0 0 0,-3 0 0 0 0,3 0-52 0 0,1 0 1 0 0,0 0-1 0 0,-1 1 1 0 0,1-1-1 0 0,0 0 1 0 0,0 1-1 0 0,0-1 0 0 0,-1 1 1 0 0,1-1-1 0 0,0 1 1 0 0,0 0-1 0 0,0-1 0 0 0,0 1 1 0 0,0 0-1 0 0,0 0 1 0 0,0 0-1 0 0,0 0 1 0 0,0 0-1 0 0,1 0 0 0 0,-1 0 1 0 0,0 0-1 0 0,0 0 1 0 0,1 0-1 0 0,-1 0 0 0 0,1 0 1 0 0,-1 1-1 0 0,1-1 1 0 0,0 0-1 0 0,-1 0 1 0 0,1 1-1 0 0,0-1 0 0 0,0 0 1 0 0,0 0-1 0 0,0 1 1 0 0,0-1-1 0 0,0 0 0 0 0,0 1 1 0 0,0-1-1 0 0,1 3 1 0 0,0 2-250 0 0,0 1-1 0 0,0-1 1 0 0,0 1 0 0 0,1-1 0 0 0,0 0 0 0 0,0 1-1 0 0,1-1 1 0 0,0 0 0 0 0,0 0 0 0 0,6 9 0 0 0,5-2-915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2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36 8961 0 0,'-2'-4'54'0'0,"0"0"-1"0"0,0 0 1 0 0,0-1 0 0 0,0 1 0 0 0,1-1 0 0 0,-2-4 0 0 0,3 9-44 0 0,0 0 1 0 0,0 0 0 0 0,0 0 0 0 0,0 0 0 0 0,0 0 0 0 0,0 0 0 0 0,0 0 0 0 0,0 0 0 0 0,0 0 0 0 0,0 0 0 0 0,0 0 0 0 0,-1 0 0 0 0,1 0 0 0 0,0 0 0 0 0,0 0 0 0 0,0 0 0 0 0,0 0 0 0 0,0 0 0 0 0,0 0 0 0 0,0 0-1 0 0,0 0 1 0 0,0 0 0 0 0,0 0 0 0 0,0 0 0 0 0,0 0 0 0 0,0 0 0 0 0,0 0 0 0 0,-1 0 0 0 0,1 0 0 0 0,0 0 0 0 0,0 0 0 0 0,0 0 0 0 0,0 0 0 0 0,0 0 0 0 0,0 0 0 0 0,0 0 0 0 0,0 0 0 0 0,0 0 0 0 0,0 0 0 0 0,-1 9 163 0 0,3 35 350 0 0,-5 59 1 0 0,-1-10-252 0 0,-1 32-123 0 0,1-65-861 0 0,5 69 0 0 0,8-43-3640 0 0,-9-78 3310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2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5 508 5024 0 0,'-1'-7'86'0'0,"0"1"-1"0"0,0 0 1 0 0,0 0-1 0 0,1 0 1 0 0,0-1-1 0 0,0 1 1 0 0,1 0-1 0 0,1-7 1 0 0,-1 10-21 0 0,-1 0 0 0 0,2 0 0 0 0,-1 0 0 0 0,0 0 0 0 0,1 1 0 0 0,-1-1 0 0 0,1 0 0 0 0,0 1 0 0 0,0-1 0 0 0,0 1 0 0 0,0 0 0 0 0,0 0 0 0 0,0-1 0 0 0,1 1 0 0 0,-1 1 0 0 0,1-1 0 0 0,-1 0 0 0 0,4-1 0 0 0,14-7 5 0 0,1 2-1 0 0,0 0 1 0 0,38-9 0 0 0,72-7 44 0 0,-57 11-76 0 0,-50 8-26 0 0,109-25-95 0 0,-120 26 96 0 0,0 0 0 0 0,-1-1 0 0 0,0-1 0 0 0,0 0 1 0 0,0 0-1 0 0,0-1 0 0 0,19-17 0 0 0,-28 21 23 0 0,0 0 0 0 0,0 0 0 0 0,-1 0 0 0 0,1 0 0 0 0,-1-1 0 0 0,0 1 0 0 0,0-1 0 0 0,0 0 0 0 0,-1 0 0 0 0,1 1 0 0 0,-1-1 0 0 0,0 0 0 0 0,0 0 0 0 0,0-1 0 0 0,0 1 0 0 0,-1 0 0 0 0,0 0 0 0 0,1 0 0 0 0,-2-5 0 0 0,0 3 24 0 0,1 1 0 0 0,-1 0 0 0 0,-1-1 1 0 0,1 1-1 0 0,-1 0 0 0 0,0-1 0 0 0,0 1 0 0 0,-1 0 0 0 0,1 1 1 0 0,-1-1-1 0 0,0 0 0 0 0,-1 1 0 0 0,-6-8 0 0 0,3 4 45 0 0,-1 1 0 0 0,0 1-1 0 0,0 0 1 0 0,0 0 0 0 0,-1 0 0 0 0,1 1 0 0 0,-2 1-1 0 0,-9-5 1 0 0,16 8-51 0 0,-1 0 0 0 0,1 0 1 0 0,-1 0-1 0 0,0 0 0 0 0,0 0 0 0 0,1 1 0 0 0,-1 0 0 0 0,0 0 1 0 0,0 0-1 0 0,0 0 0 0 0,1 0 0 0 0,-1 1 0 0 0,0 0 0 0 0,0-1 0 0 0,1 2 1 0 0,-1-1-1 0 0,0 0 0 0 0,1 1 0 0 0,0-1 0 0 0,-1 1 0 0 0,1 0 1 0 0,0 0-1 0 0,0 1 0 0 0,-6 4 0 0 0,2 1 103 0 0,0 0 0 0 0,1 0 0 0 0,0 1-1 0 0,1 0 1 0 0,0 0 0 0 0,0 0 0 0 0,0 1 0 0 0,2-1 0 0 0,-4 13 0 0 0,-4 17 500 0 0,-5 41 1 0 0,9-41-262 0 0,3-13-137 0 0,1 1 1 0 0,0-1 0 0 0,2 1 0 0 0,4 33-1 0 0,-2-44-188 0 0,1-1 0 0 0,0 0 0 0 0,2 0 0 0 0,0 0-1 0 0,0 0 1 0 0,1-1 0 0 0,1 0 0 0 0,14 26 0 0 0,-15-33-97 0 0,1 0 0 0 0,-1 0 1 0 0,1 0-1 0 0,0-1 0 0 0,0 0 1 0 0,1 0-1 0 0,0 0 0 0 0,0-1 0 0 0,0 0 1 0 0,1-1-1 0 0,0 1 0 0 0,0-1 1 0 0,0-1-1 0 0,0 0 0 0 0,13 4 1 0 0,-9-5-259 0 0,1 1 0 0 0,-1-2 1 0 0,1 0-1 0 0,0 0 1 0 0,-1-2-1 0 0,1 1 1 0 0,0-1-1 0 0,-1-1 1 0 0,1-1-1 0 0,15-4 1 0 0,26-12-1399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3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2167 383 7037 0 0,'0'-3'36'0'0,"-2"-3"54"0"0,1-1 1 0 0,-1 1-1 0 0,0 0 0 0 0,-1 0 1 0 0,1 0-1 0 0,-6-7 1 0 0,6 11-59 0 0,0-1 1 0 0,0 1 0 0 0,-1 0 0 0 0,1 0-1 0 0,-1 0 1 0 0,0 0 0 0 0,0 0-1 0 0,0 0 1 0 0,0 1 0 0 0,0 0-1 0 0,0-1 1 0 0,0 1 0 0 0,0 0-1 0 0,-7-1 1 0 0,-14-2-5 0 0,-1 0 1 0 0,0 2-1 0 0,0 1 1 0 0,0 1-1 0 0,-30 3 0 0 0,-126 26 176 0 0,69-4 232 0 0,1 6 1 0 0,1 4-1 0 0,2 5 0 0 0,2 4 1 0 0,2 6-1 0 0,2 3 0 0 0,-104 74 1 0 0,133-75-189 0 0,2 2-1 0 0,2 4 1 0 0,3 3 0 0 0,2 3 0 0 0,3 2 0 0 0,4 3 0 0 0,2 3 0 0 0,4 1-1 0 0,-69 132 1 0 0,103-171-211 0 0,2 1-1 0 0,1 0 0 0 0,1 2 0 0 0,3-1 0 0 0,-8 42 1 0 0,16-59-16 0 0,0-1 0 0 0,0 1 0 0 0,2 0 1 0 0,0 0-1 0 0,2-1 0 0 0,0 1 0 0 0,1-1 1 0 0,0 1-1 0 0,2-1 0 0 0,0 0 0 0 0,1 0 0 0 0,12 22 1 0 0,-5-15 17 0 0,2-1-1 0 0,1-1 1 0 0,1 0 0 0 0,1-1 0 0 0,1-1 0 0 0,1 0 0 0 0,0-2-1 0 0,2 0 1 0 0,0-2 0 0 0,1 0 0 0 0,34 18 0 0 0,10 0 36 0 0,1-3 1 0 0,2-3 0 0 0,76 20-1 0 0,-2-7 66 0 0,235 35 0 0 0,157-21 112 0 0,275-49 2 0 0,-3-82-156 0 0,-535 35-81 0 0,427-122-1 0 0,-519 105-30 0 0,-3-8-1 0 0,-2-7 1 0 0,203-117 0 0 0,-312 150 11 0 0,-2-2 1 0 0,-1-4 0 0 0,-2-3 0 0 0,-3-2 0 0 0,73-79 0 0 0,-101 94-2 0 0,-2-2 1 0 0,-2-1 0 0 0,-1-2 0 0 0,21-43 0 0 0,-31 51-5 0 0,-2-2 0 0 0,-1 0-1 0 0,-2 0 1 0 0,-1-1 0 0 0,9-66-1 0 0,-14 60-14 0 0,-2 0 0 0 0,-2 1 1 0 0,-7-75-1 0 0,4 95 3 0 0,-2 0 0 0 0,0 0-1 0 0,-2 1 1 0 0,0 0 0 0 0,-1 0 0 0 0,0 0 0 0 0,-2 1 0 0 0,0 0 0 0 0,-20-27-1 0 0,11 23-9 0 0,-1 0-1 0 0,0 2 0 0 0,-2 1 0 0 0,0 0 0 0 0,-1 1 1 0 0,-26-15-1 0 0,-6 0-61 0 0,-96-42 0 0 0,53 36-52 0 0,-143-39 0 0 0,-105-6-123 0 0,-541-64-1194 0 0,611 125 266 0 0,-344 13 1 0 0,184 48-273 0 0,342-23 650 0 0,1 4-1 0 0,-144 51 0 0 0,143-34-72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4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439 696 5973 0 0,'-5'0'59'0'0,"0"-1"1"0"0,0 1-1 0 0,1-1 1 0 0,-1 0-1 0 0,0-1 1 0 0,1 1-1 0 0,-1-1 1 0 0,1 0 0 0 0,-7-4-1 0 0,-40-28 600 0 0,8 4-1 0 0,28 21-382 0 0,-1 0 0 0 0,-1 1 0 0 0,0 1 0 0 0,0 1 0 0 0,-26-7 0 0 0,38 12-243 0 0,1 0 1 0 0,0 1-1 0 0,0-1 1 0 0,0 1-1 0 0,-1 0 1 0 0,1 0-1 0 0,0 0 0 0 0,0 1 1 0 0,-1-1-1 0 0,1 1 1 0 0,0 0-1 0 0,0 0 1 0 0,0 1-1 0 0,0-1 1 0 0,0 1-1 0 0,0 0 0 0 0,0 0 1 0 0,1 0-1 0 0,-1 1 1 0 0,1-1-1 0 0,0 1 1 0 0,-1 0-1 0 0,1 0 1 0 0,0 0-1 0 0,1 0 1 0 0,-1 0-1 0 0,0 1 0 0 0,1-1 1 0 0,-3 6-1 0 0,-4 11 11 0 0,0 0-1 0 0,1 1 1 0 0,2 1-1 0 0,0-1 1 0 0,1 1-1 0 0,1 0 0 0 0,1 0 1 0 0,0 0-1 0 0,2 0 1 0 0,1 1-1 0 0,4 28 1 0 0,-3-39-27 0 0,1 1 1 0 0,0-1 0 0 0,0-1-1 0 0,2 1 1 0 0,0 0-1 0 0,0-1 1 0 0,7 15 0 0 0,-9-23-6 0 0,0 0 1 0 0,0 0 0 0 0,0 0 0 0 0,0 0-1 0 0,1-1 1 0 0,-1 1 0 0 0,1 0 0 0 0,-1-1-1 0 0,1 0 1 0 0,0 0 0 0 0,0 0 0 0 0,5 3-1 0 0,-5-4 1 0 0,-1 0 0 0 0,1-1-1 0 0,-1 1 1 0 0,1-1 0 0 0,0 1-1 0 0,-1-1 1 0 0,1 0 0 0 0,-1 0-1 0 0,1 0 1 0 0,0 0 0 0 0,-1-1-1 0 0,1 1 1 0 0,-1-1 0 0 0,1 1-1 0 0,0-1 1 0 0,-1 0 0 0 0,0 0-1 0 0,1 0 1 0 0,2-2 0 0 0,6-4-7 0 0,0-1 0 0 0,-1 0 1 0 0,0 0-1 0 0,0 0 0 0 0,-1-2 0 0 0,0 1 1 0 0,-1-1-1 0 0,0 0 0 0 0,10-18 1 0 0,2-5 13 0 0,27-68 1 0 0,-19 28-24 0 0,23-93-1 0 0,5-81-9 0 0,7-24 5 0 0,-60 261 6 0 0,-2 5-2 0 0,0 0 0 0 0,1 0 0 0 0,0 0 0 0 0,0 0 0 0 0,3-5 0 0 0,-5 31-68 0 0,-8 40 41 0 0,-42 547-126 0 0,50-588 37 0 0,2 53-797 0 0,-2-66 584 0 0,1 0 0 0 0,1-1 0 0 0,-1 1 0 0 0,1 0 1 0 0,0 0-1 0 0,0-1 0 0 0,7 12 0 0 0,0-6-822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5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215 771 7005 0 0,'6'-47'563'0'0,"-6"2"882"0"0,-10-76 0 0 0,9 109-1201 0 0,1 11-189 0 0,0-1 0 0 0,-1 1 1 0 0,1-1-1 0 0,0 1 0 0 0,0-1 1 0 0,-1 1-1 0 0,1 0 0 0 0,-1-1 1 0 0,1 1-1 0 0,-1-1 0 0 0,1 1 0 0 0,-2-2 1 0 0,1 3-47 0 0,0-1 0 0 0,0 1 0 0 0,0 0 0 0 0,1-1 1 0 0,-1 1-1 0 0,0 0 0 0 0,0 0 0 0 0,0 0 0 0 0,0 0 1 0 0,0 0-1 0 0,0 0 0 0 0,0 0 0 0 0,0 0 0 0 0,0 0 1 0 0,0 0-1 0 0,0 1 0 0 0,0-1 0 0 0,0 0 0 0 0,0 0 0 0 0,0 1 1 0 0,1-1-1 0 0,-1 1 0 0 0,0-1 0 0 0,-1 2 0 0 0,-10 4-8 0 0,1 1-1 0 0,0 0 1 0 0,0 1-1 0 0,0 0 1 0 0,1 0-1 0 0,1 1 1 0 0,-1 1-1 0 0,2 0 1 0 0,-1 0-1 0 0,1 1 1 0 0,-10 17-1 0 0,10-15 4 0 0,1 0 0 0 0,1 1 0 0 0,0 0 0 0 0,1 0 0 0 0,0 0 0 0 0,1 1 0 0 0,1-1 0 0 0,0 1 0 0 0,-1 29 0 0 0,3-40-1 0 0,1-1-1 0 0,0 1 0 0 0,1-1 1 0 0,-1 1-1 0 0,1-1 0 0 0,-1 1 0 0 0,1-1 1 0 0,0 0-1 0 0,0 1 0 0 0,1-1 1 0 0,-1 0-1 0 0,1 0 0 0 0,-1 0 1 0 0,1 0-1 0 0,0 0 0 0 0,0 0 0 0 0,0-1 1 0 0,0 1-1 0 0,1-1 0 0 0,3 4 1 0 0,-2-4 2 0 0,-1 0 0 0 0,0-1 0 0 0,0 0 0 0 0,0 0 0 0 0,1 1 1 0 0,-1-2-1 0 0,0 1 0 0 0,1 0 0 0 0,-1-1 0 0 0,1 0 0 0 0,-1 1 1 0 0,1-2-1 0 0,-1 1 0 0 0,1 0 0 0 0,-1-1 0 0 0,1 1 0 0 0,-1-1 1 0 0,0 0-1 0 0,1 0 0 0 0,3-2 0 0 0,0 1 4 0 0,0-1-1 0 0,-1 0 0 0 0,1-1 1 0 0,-1 0-1 0 0,0 0 1 0 0,0 0-1 0 0,0 0 1 0 0,0-1-1 0 0,-1 0 1 0 0,0-1-1 0 0,0 1 1 0 0,0-1-1 0 0,-1 0 0 0 0,0 0 1 0 0,0 0-1 0 0,0 0 1 0 0,-1-1-1 0 0,0 0 1 0 0,0 1-1 0 0,0-1 1 0 0,2-12-1 0 0,-2 6-13 0 0,0 0-1 0 0,2 0 1 0 0,-1 1-1 0 0,13-23 1 0 0,-17 35 1 0 0,0-1-1 0 0,1 0 1 0 0,-1 1 0 0 0,0-1 0 0 0,1 0 0 0 0,-1 1-1 0 0,1-1 1 0 0,-1 0 0 0 0,0 1 0 0 0,1-1 0 0 0,-1 1-1 0 0,1-1 1 0 0,0 1 0 0 0,-1 0 0 0 0,1-1 0 0 0,-1 1-1 0 0,1-1 1 0 0,0 1 0 0 0,-1 0 0 0 0,2-1 0 0 0,-2 1 0 0 0,1 1 0 0 0,-1-1 1 0 0,0 0-1 0 0,1 1 1 0 0,-1-1-1 0 0,0 0 1 0 0,1 1-1 0 0,-1-1 0 0 0,0 0 1 0 0,1 1-1 0 0,-1-1 1 0 0,0 0-1 0 0,0 1 1 0 0,0-1-1 0 0,1 1 0 0 0,-1-1 1 0 0,0 1-1 0 0,0-1 1 0 0,0 1-1 0 0,0-1 1 0 0,0 0-1 0 0,0 2 0 0 0,1 37-95 0 0,-1-32 97 0 0,-2 43-22 0 0,0-39-14 0 0,1 1 1 0 0,0 0 0 0 0,1 0 0 0 0,1-1-1 0 0,0 1 1 0 0,0 0 0 0 0,1-1 0 0 0,7 23-1 0 0,-9-33-33 0 0,1 1-1 0 0,0-1 0 0 0,-1 0 1 0 0,1 1-1 0 0,0-1 0 0 0,0 0 0 0 0,-1 0 1 0 0,1 0-1 0 0,0 0 0 0 0,0 0 1 0 0,0 0-1 0 0,1 0 0 0 0,-1 0 1 0 0,0 0-1 0 0,0-1 0 0 0,0 1 0 0 0,1 0 1 0 0,-1-1-1 0 0,0 1 0 0 0,1-1 1 0 0,-1 1-1 0 0,3 0 0 0 0,-2-1-77 0 0,1 0 0 0 0,0 0-1 0 0,0 0 1 0 0,0-1 0 0 0,0 1 0 0 0,-1-1-1 0 0,1 1 1 0 0,0-1 0 0 0,0 0 0 0 0,4-2-1 0 0,0-1-103 0 0,0 1 0 0 0,-1-1 0 0 0,0-1 0 0 0,0 1 0 0 0,0-1 0 0 0,0 0 1 0 0,-1 0-1 0 0,6-7 0 0 0,-7 5 119 0 0,0 1 1 0 0,0-2 0 0 0,0 1-1 0 0,-1 0 1 0 0,0-1 0 0 0,0 1-1 0 0,-1-1 1 0 0,3-15 0 0 0,-2-2 129 0 0,0-38 0 0 0,-2 5 492 0 0,1 22 453 0 0,-2 0-1 0 0,-7-58 1 0 0,3 77-426 0 0,0-2 553 0 0,4 17-568 0 0,5 11-150 0 0,-2-1-318 0 0,-1 1 0 0 0,0-1 1 0 0,0 1-1 0 0,-1-1 0 0 0,1 11 0 0 0,0 5 47 0 0,20 127 407 0 0,-16-47-332 0 0,-4-89-122 0 0,0-13 3 0 0,-2-10 16 0 0,2-15-94 0 0,1 0-1 0 0,1 1 0 0 0,12-41 0 0 0,-2 7-107 0 0,-12 46 128 0 0,27-99-161 0 0,-26 98 168 0 0,1 1 0 0 0,1 0 0 0 0,-1 0 0 0 0,2 1 0 0 0,-1 0 0 0 0,1-1 0 0 0,1 2-1 0 0,8-11 1 0 0,-14 18 11 0 0,1-1 0 0 0,-1 1 0 0 0,1-1-1 0 0,-1 1 1 0 0,1 0 0 0 0,-1 0-1 0 0,1 0 1 0 0,0 0 0 0 0,0 0 0 0 0,0 0-1 0 0,0 0 1 0 0,0 1 0 0 0,-1-1 0 0 0,1 1-1 0 0,0-1 1 0 0,0 1 0 0 0,0 0-1 0 0,5 0 1 0 0,-6 0 2 0 0,1 1 0 0 0,0-1 0 0 0,-1 1 0 0 0,1-1 0 0 0,0 1 0 0 0,-1 0 0 0 0,1 0-1 0 0,-1 0 1 0 0,1 0 0 0 0,-1 0 0 0 0,1 1 0 0 0,-1-1 0 0 0,0 0 0 0 0,0 0 0 0 0,0 1 0 0 0,1-1 0 0 0,-1 1 0 0 0,-1-1 0 0 0,1 1-1 0 0,0 0 1 0 0,1 2 0 0 0,3 10-1 0 0,0 0-1 0 0,0 0 1 0 0,-1 0-1 0 0,-1 1 1 0 0,2 21-1 0 0,-1 76 0 0 0,-4-98-3 0 0,1-13 95 0 0,3-4-23 0 0,7-13 9 0 0,12-24-45 0 0,1-10-33 0 0,-15 31-10 0 0,0 0 1 0 0,1 1-1 0 0,19-27 1 0 0,-29 45 11 0 0,0 0 1 0 0,0-1-1 0 0,0 1 1 0 0,0 0-1 0 0,1 0 1 0 0,-1-1-1 0 0,0 1 1 0 0,0 0-1 0 0,0 0 1 0 0,0-1-1 0 0,1 1 1 0 0,-1 0-1 0 0,0 0 1 0 0,0 0-1 0 0,1-1 0 0 0,-1 1 1 0 0,0 0-1 0 0,0 0 1 0 0,1 0-1 0 0,-1 0 1 0 0,0-1-1 0 0,0 1 1 0 0,1 0-1 0 0,-1 0 1 0 0,0 0-1 0 0,1 0 1 0 0,-1 0-1 0 0,0 0 1 0 0,1 0-1 0 0,-1 0 0 0 0,0 0 1 0 0,0 0-1 0 0,1 0 1 0 0,-1 0-1 0 0,0 0 1 0 0,1 0-1 0 0,-1 0 1 0 0,0 1-1 0 0,0-1 1 0 0,1 0-1 0 0,-1 0 1 0 0,0 0-1 0 0,1 0 1 0 0,4 18-65 0 0,-4 32 24 0 0,-1-43 44 0 0,-3 67 11 0 0,1-48-3 0 0,1 1-1 0 0,1-1 0 0 0,1 0 0 0 0,8 43 0 0 0,-8-65-2 0 0,0 0 0 0 0,1 0 0 0 0,-1 0 0 0 0,1 0 0 0 0,0 0-1 0 0,0 0 1 0 0,0-1 0 0 0,0 1 0 0 0,1-1 0 0 0,0 1 0 0 0,-1-1 0 0 0,1 0-1 0 0,3 3 1 0 0,-4-5-11 0 0,1 1-1 0 0,-1-1 1 0 0,0 0-1 0 0,0 1 1 0 0,0-1-1 0 0,1-1 1 0 0,-1 1-1 0 0,0 0 1 0 0,1 0 0 0 0,-1-1-1 0 0,0 1 1 0 0,1-1-1 0 0,-1 0 1 0 0,1 0-1 0 0,-1 0 1 0 0,1 0-1 0 0,-1 0 1 0 0,1-1-1 0 0,-1 1 1 0 0,1-1-1 0 0,-1 1 1 0 0,0-1-1 0 0,3-1 1 0 0,8-4-130 0 0,0-1 0 0 0,0 0 0 0 0,-1 0 0 0 0,0-1 0 0 0,0-1 0 0 0,-1 0 0 0 0,18-20 0 0 0,-12 11 70 0 0,-2-1 0 0 0,0-1 0 0 0,22-39 0 0 0,-23 29 60 0 0,18-53 0 0 0,-23 55 160 0 0,1 1 1 0 0,24-43 0 0 0,-48 135 263 0 0,5-19-378 0 0,5-30-28 0 0,2 0 1 0 0,0 1-1 0 0,0-1 1 0 0,2 0-1 0 0,2 32 1 0 0,-1-42-8 0 0,0 0-1 0 0,0 0 1 0 0,0 0 0 0 0,1 0 0 0 0,0 0-1 0 0,0 0 1 0 0,0 0 0 0 0,1 0 0 0 0,0-1-1 0 0,0 1 1 0 0,1-1 0 0 0,-1 0 0 0 0,1 0-1 0 0,0 0 1 0 0,0 0 0 0 0,1-1 0 0 0,0 0 0 0 0,6 5-1 0 0,-9-8-1 0 0,-1 0-1 0 0,1 0 1 0 0,-1 0-1 0 0,1-1 1 0 0,-1 1 0 0 0,1 0-1 0 0,-1-1 1 0 0,1 0-1 0 0,0 1 1 0 0,-1-1-1 0 0,1 0 1 0 0,0 0-1 0 0,-1 0 1 0 0,1 0-1 0 0,0 0 1 0 0,-1 0-1 0 0,1 0 1 0 0,-1-1 0 0 0,1 1-1 0 0,0 0 1 0 0,2-2-1 0 0,-1 0 1 0 0,0 1-1 0 0,0-1 1 0 0,-1 0 0 0 0,1 0-1 0 0,-1-1 1 0 0,1 1-1 0 0,-1 0 1 0 0,1-1 0 0 0,-1 0-1 0 0,2-3 1 0 0,1-2-3 0 0,-1 0 0 0 0,0 0 0 0 0,0 0 0 0 0,0 0 0 0 0,-1-1 0 0 0,-1 0 0 0 0,3-11 0 0 0,-2 0-22 0 0,-1 0 1 0 0,-2-38-1 0 0,-1 49 12 0 0,0 1 1 0 0,0 0-1 0 0,-1 0 0 0 0,0 0 1 0 0,0 0-1 0 0,0 0 0 0 0,-1 0 1 0 0,-1 1-1 0 0,-7-14 1 0 0,10 20 2 0 0,1 0 1 0 0,-1 0 0 0 0,0 0 0 0 0,0-1 0 0 0,-1 1-1 0 0,1 0 1 0 0,0 1 0 0 0,0-1 0 0 0,0 0 0 0 0,-1 0 0 0 0,1 1-1 0 0,0-1 1 0 0,-1 0 0 0 0,1 1 0 0 0,0-1 0 0 0,-1 1-1 0 0,1 0 1 0 0,-1-1 0 0 0,-2 1 0 0 0,1 0-2 0 0,0 0 1 0 0,0 0-1 0 0,0 1 1 0 0,-1-1-1 0 0,1 1 0 0 0,0 0 1 0 0,0 0-1 0 0,-5 2 1 0 0,1 0 11 0 0,1 0 0 0 0,0 1 1 0 0,0 0-1 0 0,1 0 0 0 0,-1 0 0 0 0,1 1 1 0 0,-9 8-1 0 0,14-13-3 0 0,0 1-1 0 0,0-1 1 0 0,0 0 0 0 0,0 0-1 0 0,0 0 1 0 0,0 0 0 0 0,-1 0-1 0 0,1 0 1 0 0,0 1 0 0 0,0-1-1 0 0,0 0 1 0 0,0 0 0 0 0,0 0-1 0 0,0 0 1 0 0,0 0 0 0 0,0 1-1 0 0,0-1 1 0 0,0 0 0 0 0,0 0-1 0 0,0 0 1 0 0,0 0 0 0 0,0 0-1 0 0,0 1 1 0 0,1-1 0 0 0,-1 0-1 0 0,0 0 1 0 0,0 0 0 0 0,0 0-1 0 0,0 0 1 0 0,0 0 0 0 0,0 1-1 0 0,0-1 1 0 0,0 0 0 0 0,0 0-1 0 0,0 0 1 0 0,1 0 0 0 0,-1 0-1 0 0,0 0 1 0 0,0 0 0 0 0,0 0 0 0 0,0 0-1 0 0,0 0 1 0 0,0 0 0 0 0,1 1-1 0 0,-1-1 1 0 0,11 3 34 0 0,10-1-4 0 0,32-5-19 0 0,1-2 0 0 0,-1-3 0 0 0,0-2-1 0 0,53-17 1 0 0,-94 23-1 0 0,1 0 0 0 0,-1 0-1 0 0,-1-1 1 0 0,1 0 0 0 0,20-13-1 0 0,-32 17-11 0 0,1 1-1 0 0,-1 0 1 0 0,0 0-1 0 0,0 0 1 0 0,1 0 0 0 0,-1 0-1 0 0,0-1 1 0 0,1 1-1 0 0,-1 0 1 0 0,0 0-1 0 0,0 0 1 0 0,1-1-1 0 0,-1 1 1 0 0,0 0 0 0 0,0 0-1 0 0,0-1 1 0 0,1 1-1 0 0,-1 0 1 0 0,0-1-1 0 0,0 1 1 0 0,0 0-1 0 0,0-1 1 0 0,0 1 0 0 0,0 0-1 0 0,1-1 1 0 0,-1 1-1 0 0,0 0 1 0 0,0-1-1 0 0,0 1 1 0 0,-10-2-35 0 0,-16 9 9 0 0,13 0 38 0 0,1 2-1 0 0,0 0 0 0 0,0 0 1 0 0,1 1-1 0 0,0 0 0 0 0,1 1 1 0 0,0 0-1 0 0,1 1 0 0 0,0 0 1 0 0,-11 19-1 0 0,16-23-5 0 0,0 0 1 0 0,0 0-1 0 0,1 0 0 0 0,0 1 0 0 0,0-1 0 0 0,1 1 1 0 0,0 0-1 0 0,0 0 0 0 0,1-1 0 0 0,0 1 0 0 0,1 0 1 0 0,0 0-1 0 0,0 0 0 0 0,1 0 0 0 0,0 0 0 0 0,1 0 1 0 0,0 0-1 0 0,5 14 0 0 0,-6-20 1 0 0,1 1 0 0 0,0-1-1 0 0,0 0 1 0 0,0 1 0 0 0,0-1 0 0 0,0 0-1 0 0,0 0 1 0 0,1 0 0 0 0,0-1 0 0 0,0 1 0 0 0,-1-1-1 0 0,1 1 1 0 0,1-1 0 0 0,-1 0 0 0 0,0 0-1 0 0,0 0 1 0 0,1-1 0 0 0,-1 1 0 0 0,1-1 0 0 0,0 0-1 0 0,-1 0 1 0 0,1 0 0 0 0,0 0 0 0 0,-1-1-1 0 0,1 1 1 0 0,0-1 0 0 0,0 0 0 0 0,0 0 0 0 0,0 0-1 0 0,-1-1 1 0 0,8-1 0 0 0,-1 0-20 0 0,-1-1 0 0 0,0 0 0 0 0,0 0 1 0 0,0-1-1 0 0,0 0 0 0 0,-1-1 0 0 0,1 0 0 0 0,-1 0 1 0 0,0-1-1 0 0,-1 0 0 0 0,12-11 0 0 0,-7 3-54 0 0,-1 0 0 0 0,0-1-1 0 0,-1-1 1 0 0,-1 1-1 0 0,-1-2 1 0 0,0 1 0 0 0,-1-1-1 0 0,0 0 1 0 0,-2 0 0 0 0,0-1-1 0 0,3-22 1 0 0,1-24-95 0 0,-1-121 1 0 0,-4 52 108 0 0,1 54-3 0 0,-25 156-236 0 0,3 5 361 0 0,-5 85 0 0 0,20-132-217 0 0,1 0 1 0 0,1 0 0 0 0,2 0-1 0 0,2 0 1 0 0,9 40-1 0 0,-12-70-5 0 0,0-1 0 0 0,0 0-1 0 0,0 0 1 0 0,1 1-1 0 0,-1-1 1 0 0,1 0 0 0 0,0 0-1 0 0,1-1 1 0 0,-1 1-1 0 0,0 0 1 0 0,1-1-1 0 0,0 1 1 0 0,0-1 0 0 0,0 0-1 0 0,0 0 1 0 0,1 0-1 0 0,-1 0 1 0 0,5 2-1 0 0,8-2-580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6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9 636 5208 0 0,'4'-27'574'0'0,"-4"28"-541"0"0,0-1 0 0 0,0 0 0 0 0,0 0 0 0 0,0 1 0 0 0,-1-1 1 0 0,1 0-1 0 0,0 0 0 0 0,0 0 0 0 0,0 1 0 0 0,-1-1 0 0 0,1 0 0 0 0,0 0 0 0 0,0 0 0 0 0,-1 0 0 0 0,1 1 0 0 0,0-1 0 0 0,0 0 0 0 0,-1 0 0 0 0,1 0 0 0 0,0 0 0 0 0,-1 0 0 0 0,1 0 1 0 0,0 0-1 0 0,0 0 0 0 0,-1 0 0 0 0,1 0 0 0 0,0 0 0 0 0,-1 0 0 0 0,1 0 0 0 0,0 0 0 0 0,0 0 0 0 0,-1 0 0 0 0,1 0 0 0 0,0 0 0 0 0,-1 0 0 0 0,1-1 0 0 0,0 1 0 0 0,0 0 0 0 0,-1 0 1 0 0,1 0-1 0 0,0 0 0 0 0,0-1 0 0 0,0 1 0 0 0,-1 0 0 0 0,1 0 0 0 0,0-1 0 0 0,0 1 0 0 0,0 0 0 0 0,-1 0 0 0 0,1-1 0 0 0,0 1 0 0 0,0 0 0 0 0,0 0 0 0 0,0-1 0 0 0,0 1 0 0 0,0 0 1 0 0,0 0-1 0 0,0-1 0 0 0,0 1 0 0 0,0 0 0 0 0,0-1 0 0 0,0 1 0 0 0,0 0 0 0 0,0-1 0 0 0,0 1 0 0 0,59 10 1715 0 0,-47-10-1705 0 0,0 0 0 0 0,-1 0 1 0 0,1-1-1 0 0,21-5 0 0 0,-27 4-42 0 0,1 0 0 0 0,-1 0-1 0 0,0 0 1 0 0,0 0-1 0 0,0-1 1 0 0,-1 0 0 0 0,1-1-1 0 0,-1 1 1 0 0,1-1-1 0 0,5-5 1 0 0,-9 6-2 0 0,0 0-1 0 0,0 0 1 0 0,0 0 0 0 0,0-1-1 0 0,-1 1 1 0 0,1 0 0 0 0,-1-1-1 0 0,0 1 1 0 0,0-1 0 0 0,0 0-1 0 0,0 1 1 0 0,-1-1-1 0 0,1 0 1 0 0,-1 1 0 0 0,0-1-1 0 0,0 0 1 0 0,0 1 0 0 0,-1-1-1 0 0,1 0 1 0 0,-1 1 0 0 0,0-1-1 0 0,-2-4 1 0 0,-2-6-13 0 0,0 1 0 0 0,0 0 1 0 0,-1 0-1 0 0,-12-17 0 0 0,11 18 7 0 0,-1 0 1 0 0,0 0-1 0 0,-1 1 0 0 0,-1 0 1 0 0,1 1-1 0 0,-16-12 0 0 0,25 21 9 0 0,0 1 0 0 0,0 0-1 0 0,0 0 1 0 0,0 0 0 0 0,-1 0-1 0 0,1 0 1 0 0,0 0 0 0 0,0 0-1 0 0,0-1 1 0 0,0 1 0 0 0,-1 0-1 0 0,1 0 1 0 0,0 0 0 0 0,0 0-1 0 0,0 0 1 0 0,0 0 0 0 0,-1 0-1 0 0,1 0 1 0 0,0 0 0 0 0,0 0-1 0 0,0 0 1 0 0,0 0 0 0 0,-1 0-1 0 0,1 0 1 0 0,0 0 0 0 0,0 0-1 0 0,0 0 1 0 0,0 0 0 0 0,-1 1-1 0 0,1-1 1 0 0,0 0 0 0 0,0 0-1 0 0,0 0 1 0 0,0 0 0 0 0,0 0-1 0 0,-1 0 1 0 0,1 0 0 0 0,0 0-1 0 0,0 1 1 0 0,0-1 0 0 0,0 0-1 0 0,0 0 1 0 0,-3 12 66 0 0,3 19 37 0 0,0-24-82 0 0,0 211 643 0 0,0-211-609 0 0,0 0 1 0 0,0 1 0 0 0,1-1 0 0 0,0 0-1 0 0,1 0 1 0 0,0-1 0 0 0,0 1-1 0 0,0 0 1 0 0,0 0 0 0 0,7 10 0 0 0,-7-14-42 0 0,1 1-1 0 0,-1-1 1 0 0,1 0 0 0 0,0 0 0 0 0,0 0 0 0 0,0 0 0 0 0,0 0 0 0 0,1-1 0 0 0,-1 0 0 0 0,1 1-1 0 0,-1-1 1 0 0,1-1 0 0 0,0 1 0 0 0,0 0 0 0 0,0-1 0 0 0,0 0 0 0 0,0 0 0 0 0,0 0 0 0 0,6 0-1 0 0,3 0-54 0 0,1-1-1 0 0,-1 0 0 0 0,1-1 1 0 0,-1-1-1 0 0,0 0 0 0 0,0-1 1 0 0,1 0-1 0 0,-2-1 0 0 0,1-1 1 0 0,23-11-1 0 0,-15 5-149 0 0,-1 0 0 0 0,-1-2-1 0 0,0 0 1 0 0,-1-1 0 0 0,27-27-1 0 0,-27 21 66 0 0,0 0-1 0 0,-2-1 0 0 0,0-1 1 0 0,-1-1-1 0 0,-2 0 0 0 0,0-1 1 0 0,-1 0-1 0 0,-2-1 0 0 0,-1-1 0 0 0,0 1 1 0 0,-2-1-1 0 0,-1 0 0 0 0,4-36 1 0 0,-10 46 128 0 0,1 1 1 0 0,-2-1-1 0 0,0 1 1 0 0,-1-1-1 0 0,-7-28 1 0 0,7 37 15 0 0,0 1 0 0 0,0 0 0 0 0,-1 0-1 0 0,0 0 1 0 0,0 0 0 0 0,-1 0 0 0 0,-4-6 0 0 0,5 10 6 0 0,1-1 0 0 0,-1 0 0 0 0,1 1-1 0 0,-1 0 1 0 0,0-1 0 0 0,0 1 0 0 0,0 0 0 0 0,0 1 0 0 0,0-1-1 0 0,-1 0 1 0 0,1 1 0 0 0,0 0 0 0 0,-8-2 0 0 0,7 2 17 0 0,0 1 0 0 0,-1 0 1 0 0,1 0-1 0 0,0 0 0 0 0,-1 1 0 0 0,1-1 0 0 0,0 1 1 0 0,0 0-1 0 0,-1 0 0 0 0,1 1 0 0 0,0-1 1 0 0,0 1-1 0 0,0 0 0 0 0,1 0 0 0 0,-1 0 0 0 0,0 0 1 0 0,1 1-1 0 0,-1 0 0 0 0,1 0 0 0 0,0-1 1 0 0,0 2-1 0 0,0-1 0 0 0,0 0 0 0 0,-3 6 0 0 0,-1 1 109 0 0,1 0 0 0 0,0 0 0 0 0,0 1 0 0 0,1 0 0 0 0,0 1 0 0 0,1-1 0 0 0,-5 20 0 0 0,4 0 262 0 0,2 0 1 0 0,0 1-1 0 0,2-1 1 0 0,1 0-1 0 0,2 1 1 0 0,10 55-1 0 0,-2-37 13 0 0,3-1-1 0 0,2 0 1 0 0,29 67-1 0 0,-35-98-654 0 0,1 1 1 0 0,0-2-1 0 0,1 1 1 0 0,1-1-1 0 0,1-1 0 0 0,0 0 1 0 0,2-1-1 0 0,-1-1 0 0 0,2 0 1 0 0,0-1-1 0 0,33 21 1 0 0,-9-10-1257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8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3574 1 6437 0 0,'-2'1'189'0'0,"1"-1"-166"0"0,0 0 0 0 0,1 0 0 0 0,-1 1 0 0 0,0-1 0 0 0,1 1 1 0 0,-1-1-1 0 0,1 0 0 0 0,-1 1 0 0 0,1-1 0 0 0,-1 1 0 0 0,1-1 1 0 0,-1 1-1 0 0,1 0 0 0 0,-1-1 0 0 0,1 1 0 0 0,0-1 0 0 0,-1 1 1 0 0,1 0-1 0 0,0-1 0 0 0,-1 1 0 0 0,1 0 0 0 0,0-1 0 0 0,0 1 1 0 0,0 0-1 0 0,0 0 0 0 0,0-1 0 0 0,0 1 0 0 0,0 1 0 0 0,-10 59 764 0 0,3 0-1 0 0,2 98 0 0 0,3-43-246 0 0,-4-2-8 0 0,-26 143-1 0 0,23-209-438 0 0,-2 0-1 0 0,-3 0 1 0 0,-2-1 0 0 0,-1-1-1 0 0,-37 67 1 0 0,39-89-22 0 0,-2 0 0 0 0,0-1-1 0 0,-1-2 1 0 0,-1 1 0 0 0,-1-2 0 0 0,-1-1-1 0 0,0 0 1 0 0,-40 25 0 0 0,2-8-3 0 0,-1-3 0 0 0,-91 37 0 0 0,57-33-71 0 0,-1-4 0 0 0,-2-4 0 0 0,-1-5 0 0 0,-1-3 0 0 0,0-5 0 0 0,-153 4-1 0 0,-172-20-86 0 0,219-5 46 0 0,-275-15 139 0 0,479 20-106 0 0,0-1 0 0 0,1 1 1 0 0,-1 0-1 0 0,0 0 0 0 0,1 0 0 0 0,-1 0 0 0 0,0 0 0 0 0,1 0 1 0 0,-1 0-1 0 0,0 1 0 0 0,1-1 0 0 0,-1 0 0 0 0,0 0 0 0 0,1 0 1 0 0,-1 1-1 0 0,1-1 0 0 0,-1 0 0 0 0,0 1 0 0 0,1-1 0 0 0,-1 0 1 0 0,1 1-1 0 0,-1-1 0 0 0,1 1 0 0 0,-1-1 0 0 0,1 1 0 0 0,0-1 1 0 0,-1 1-1 0 0,-2 19-353 0 0,3-6 430 0 0,-4 25-57 0 0,-22 165 69 0 0,-79 247 236 0 0,58-270-83 0 0,-101 454 206 0 0,79-332-389 0 0,7 132 83 0 0,12-58 72 0 0,-143 824 756 0 0,139-325-133 0 0,46-762-695 0 0,-26 135 1 0 0,18-148-24 0 0,-13 75 138 0 0,-23 204 631 0 0,14 148-483 0 0,37-424-377 0 0,5-84 1 0 0,0-9-1228 0 0,-8-31-2160 0 0,0 9 1646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9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6533 0 0,'-2'9'66'0'0,"1"1"1"0"0,1-1 0 0 0,0 1 0 0 0,0-1 0 0 0,1 1 0 0 0,0-1 0 0 0,1 1-1 0 0,4 14 1 0 0,2 4 345 0 0,20 42 0 0 0,-22-55-336 0 0,2-1-1 0 0,0-1 1 0 0,0 1-1 0 0,1-1 1 0 0,1-1 0 0 0,0 1-1 0 0,1-2 1 0 0,0 0-1 0 0,1 0 1 0 0,0-1 0 0 0,18 12-1 0 0,-19-15-70 0 0,0-1 1 0 0,0 0-1 0 0,1-1 0 0 0,-1 0 0 0 0,1-1 0 0 0,0-1 1 0 0,1 1-1 0 0,-1-2 0 0 0,1 0 0 0 0,-1 0 1 0 0,1-1-1 0 0,-1-1 0 0 0,1 0 0 0 0,21-3 0 0 0,-18 0-6 0 0,0-1 0 0 0,0 0-1 0 0,-1-1 1 0 0,1-1-1 0 0,-1 0 1 0 0,0-2-1 0 0,-1 1 1 0 0,21-15-1 0 0,2-7 481 0 0,55-53 0 0 0,-66 57 170 0 0,-4 9 1 0 0,-19 15-631 0 0,-1-1 0 0 0,0 1 0 0 0,0-1 0 0 0,0 1 0 0 0,1-1 0 0 0,-1 0 0 0 0,-1 0 0 0 0,1 1 0 0 0,0-1 0 0 0,0-1 0 0 0,-1 1 0 0 0,1 0 0 0 0,-1 0 0 0 0,0-1 0 0 0,0 1 0 0 0,2-5 0 0 0,1-12-1509 0 0,-1 5 335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510 641 5420 0 0,'0'-1'57'0'0,"0"1"-1"0"0,0-1 0 0 0,0 1 0 0 0,0-1 0 0 0,0 0 0 0 0,0 1 0 0 0,1-1 0 0 0,-1 0 0 0 0,0 1 0 0 0,0-1 0 0 0,0 1 0 0 0,1-1 0 0 0,-1 0 0 0 0,0 1 0 0 0,1-1 0 0 0,-1 1 0 0 0,0-1 0 0 0,1 1 0 0 0,-1-1 0 0 0,1 1 0 0 0,-1-1 0 0 0,1 1 0 0 0,12-17 637 0 0,-13 16-825 0 0,3-3 192 0 0,1 0-1 0 0,-1-1 1 0 0,-1 0-1 0 0,1 1 1 0 0,-1-1-1 0 0,1 0 1 0 0,-1 0-1 0 0,-1-1 1 0 0,1 1 0 0 0,-1 0-1 0 0,1-8 1 0 0,-2 0 98 0 0,0 1 1 0 0,-1-1-1 0 0,-1 1 0 0 0,0 0 1 0 0,-1-1-1 0 0,0 1 1 0 0,-1 0-1 0 0,0 0 1 0 0,-1 1-1 0 0,-12-21 1 0 0,12 23-126 0 0,0-1 0 0 0,-1 1 0 0 0,-1 1 0 0 0,1-1 1 0 0,-1 1-1 0 0,-1 0 0 0 0,0 1 0 0 0,0-1 0 0 0,-13-8 1 0 0,16 13-15 0 0,0 1 0 0 0,1-1 1 0 0,-1 1-1 0 0,0 0 1 0 0,0 0-1 0 0,0 1 0 0 0,-1 0 1 0 0,1 0-1 0 0,0 0 1 0 0,-1 0-1 0 0,1 1 0 0 0,0 0 1 0 0,-1 0-1 0 0,1 0 1 0 0,0 1-1 0 0,-1-1 0 0 0,1 1 1 0 0,0 1-1 0 0,0-1 1 0 0,-10 5-1 0 0,-1 2 60 0 0,0 0 1 0 0,1 2-1 0 0,0 0 1 0 0,0 1-1 0 0,1 0 1 0 0,0 1-1 0 0,1 1 1 0 0,-17 21-1 0 0,-2 6 209 0 0,-45 78 0 0 0,64-97-220 0 0,2 1-1 0 0,-12 28 1 0 0,21-45-40 0 0,0 1 0 0 0,0-1 0 0 0,0 1 1 0 0,1 0-1 0 0,0-1 0 0 0,0 1 0 0 0,0 0 1 0 0,1 0-1 0 0,0 0 0 0 0,0 0 0 0 0,1 0 1 0 0,-1 0-1 0 0,1-1 0 0 0,0 1 0 0 0,3 7 0 0 0,-3-11-8 0 0,0 0-1 0 0,0-1 0 0 0,0 1 0 0 0,0-1 0 0 0,0 1 1 0 0,0-1-1 0 0,0 1 0 0 0,1-1 0 0 0,-1 0 0 0 0,1 0 0 0 0,-1 1 1 0 0,1-1-1 0 0,-1 0 0 0 0,1 0 0 0 0,-1-1 0 0 0,1 1 1 0 0,2 1-1 0 0,0-1 1 0 0,1 0 0 0 0,-1 0 1 0 0,0-1-1 0 0,0 1 0 0 0,0-1 1 0 0,1 0-1 0 0,5-1 0 0 0,4-1-2 0 0,0 0-1 0 0,0-1 1 0 0,19-8-1 0 0,-13 4-24 0 0,-1-1-1 0 0,-1-1 1 0 0,1-1 0 0 0,-1 0 0 0 0,-1-1-1 0 0,0-1 1 0 0,-1-1 0 0 0,29-28 0 0 0,-26 20-61 0 0,-2-1 0 0 0,0 0 0 0 0,-1-1 0 0 0,-1-1 0 0 0,-2 0 0 0 0,11-27 0 0 0,-4 1-23 0 0,-3 0-1 0 0,-3-2 1 0 0,-1 0-1 0 0,-3-1 1 0 0,-2 0-1 0 0,2-77 0 0 0,-10 129 81 0 0,0-13 23 0 0,0 14-14 0 0,0 0 0 0 0,0 0-1 0 0,-1 0 1 0 0,1 0 0 0 0,0 0-1 0 0,0 1 1 0 0,0-1 0 0 0,0 0-1 0 0,0 0 1 0 0,0 0 0 0 0,0 0-1 0 0,0 0 1 0 0,-1 0-1 0 0,1 1 1 0 0,0-1 0 0 0,0 0-1 0 0,0 0 1 0 0,0 0 0 0 0,0 0-1 0 0,-1 0 1 0 0,1 0 0 0 0,0 0-1 0 0,0 0 1 0 0,0 0 0 0 0,0 0-1 0 0,-1 0 1 0 0,1 0 0 0 0,0 0-1 0 0,0 0 1 0 0,0 0 0 0 0,0 0-1 0 0,-1 0 1 0 0,1 0 0 0 0,0 0-1 0 0,0 0 1 0 0,0 0-1 0 0,0 0 1 0 0,-1 0 0 0 0,1 0-1 0 0,0 0 1 0 0,0 0 0 0 0,0 0-1 0 0,0-1 1 0 0,0 1 0 0 0,-1 0-1 0 0,1 0 1 0 0,0 0 0 0 0,0 0-1 0 0,0 0 1 0 0,0 0 0 0 0,0-1-1 0 0,0 1 1 0 0,0 0 0 0 0,0 0-1 0 0,-1 0 1 0 0,1 0 0 0 0,0 0-1 0 0,0-1 1 0 0,0 1 0 0 0,0 0-1 0 0,0 0 1 0 0,0 0-1 0 0,0 0 1 0 0,0-1 0 0 0,0 1-1 0 0,0 0 1 0 0,0 0 0 0 0,-7 9-2 0 0,1 0 0 0 0,0 0 0 0 0,0 1 0 0 0,1 0 1 0 0,0 0-1 0 0,-6 21 0 0 0,-56 196-5 0 0,62-211 8 0 0,0 1 0 0 0,2 0 0 0 0,0 0 0 0 0,-1 33 1 0 0,3-24-7 0 0,-1 7-181 0 0,1-1-1 0 0,2 1 1 0 0,5 39 0 0 0,-5-61-64 0 0,1 0 0 0 0,1-1 1 0 0,0 0-1 0 0,0 1 0 0 0,1-1 0 0 0,0 0 1 0 0,0-1-1 0 0,1 1 0 0 0,1-1 0 0 0,0 0 1 0 0,0 0-1 0 0,0 0 0 0 0,13 11 0 0 0,-14-16 74 0 0,0-1-1 0 0,1 0 0 0 0,-1 0 0 0 0,1 0 1 0 0,-1-1-1 0 0,1 0 0 0 0,0 0 0 0 0,0-1 0 0 0,-1 1 1 0 0,1-1-1 0 0,0 0 0 0 0,1-1 0 0 0,-1 0 1 0 0,0 0-1 0 0,0 0 0 0 0,0 0 0 0 0,10-3 1 0 0,-5 1 117 0 0,0 0 0 0 0,0-1 0 0 0,0-1 0 0 0,0 1 0 0 0,0-2 0 0 0,-1 1 0 0 0,0-1 1 0 0,16-12-1 0 0,-25 17 71 0 0,7-6 371 0 0,0 0-1 0 0,-1-1 1 0 0,8-8-1 0 0,-13 13-191 0 0,-1 1 0 0 0,1-1-1 0 0,-1 0 1 0 0,0 0 0 0 0,0 0 0 0 0,0 0-1 0 0,0 0 1 0 0,0 0 0 0 0,0 0 0 0 0,0 0-1 0 0,-1 0 1 0 0,1-1 0 0 0,-1 1-1 0 0,1 0 1 0 0,-1 0 0 0 0,0-1 0 0 0,0 1-1 0 0,0 0 1 0 0,-1-4 0 0 0,1 3-111 0 0,0-1 0 0 0,0 1 0 0 0,0 0 0 0 0,0 0 0 0 0,1 0 0 0 0,-1 0 0 0 0,1 0 0 0 0,0 0 0 0 0,0 0 0 0 0,0 0 0 0 0,0 0 0 0 0,0 0 0 0 0,1 1 0 0 0,-1-1 0 0 0,1 0 0 0 0,0 1 0 0 0,3-5 0 0 0,6-5-118 0 0,0 0-1 0 0,13-11 1 0 0,-20 20 82 0 0,20-18-35 0 0,-9 8 0 0 0,0 0-1 0 0,-1-1 1 0 0,24-31 0 0 0,-35 41-12 0 0,0 0 1 0 0,0 0 0 0 0,-1-1 0 0 0,0 1-1 0 0,1-1 1 0 0,-2 0 0 0 0,1 0-1 0 0,-1 0 1 0 0,1 1 0 0 0,-1-1-1 0 0,-1 0 1 0 0,1-1 0 0 0,-1 1 0 0 0,0 0-1 0 0,0 0 1 0 0,0 0 0 0 0,-1 0-1 0 0,1 0 1 0 0,-1 0 0 0 0,-3-8 0 0 0,2 10-10 0 0,1-1 0 0 0,-1 1 0 0 0,0 0 1 0 0,0 0-1 0 0,-1 0 0 0 0,1 0 1 0 0,-1 0-1 0 0,0 0 0 0 0,1 0 0 0 0,-1 1 1 0 0,0 0-1 0 0,0-1 0 0 0,-1 1 0 0 0,1 0 1 0 0,0 1-1 0 0,-1-1 0 0 0,1 0 1 0 0,-1 1-1 0 0,0 0 0 0 0,1 0 0 0 0,-1 0 1 0 0,0 0-1 0 0,-6 0 0 0 0,1 1 10 0 0,1-1 0 0 0,0 1 0 0 0,-1 0 0 0 0,1 1 1 0 0,0 0-1 0 0,0 0 0 0 0,-1 1 0 0 0,1 0 0 0 0,0 0 0 0 0,-8 4 0 0 0,8-2 26 0 0,0 1 1 0 0,0 0-1 0 0,1 1 1 0 0,-1 0 0 0 0,1 0-1 0 0,0 0 1 0 0,1 1-1 0 0,-1 0 1 0 0,2 0-1 0 0,-1 1 1 0 0,1-1-1 0 0,0 1 1 0 0,0 0-1 0 0,1 1 1 0 0,-5 14-1 0 0,5-13-8 0 0,1 0 0 0 0,0 0 0 0 0,0 0 1 0 0,2 1-1 0 0,-1-1 0 0 0,1 1 0 0 0,1 0 0 0 0,-1-1 0 0 0,2 1 0 0 0,0 0 0 0 0,0-1 0 0 0,1 1 0 0 0,5 15 0 0 0,-5-19-5 0 0,0-1 0 0 0,1 0 0 0 0,0 0 1 0 0,0 0-1 0 0,1 0 0 0 0,0-1 0 0 0,0 1 1 0 0,0-1-1 0 0,0 0 0 0 0,1 0 0 0 0,0-1 0 0 0,0 1 1 0 0,0-1-1 0 0,10 6 0 0 0,-6-6-7 0 0,-1 0 1 0 0,1 0-1 0 0,0-1 0 0 0,0 0 0 0 0,0-1 0 0 0,0 0 0 0 0,0 0 1 0 0,0-1-1 0 0,16 0 0 0 0,-4-2-88 0 0,0-1 0 0 0,1 0 0 0 0,-2-2-1 0 0,1-1 1 0 0,0 0 0 0 0,-1-1 0 0 0,0-2 0 0 0,31-15 0 0 0,-41 18 25 0 0,1-1-1 0 0,-2-1 1 0 0,1 0-1 0 0,-1 0 1 0 0,0-1 0 0 0,0 0-1 0 0,-1-1 1 0 0,0 0 0 0 0,-1 0-1 0 0,0 0 1 0 0,0-1 0 0 0,-1 0-1 0 0,9-20 1 0 0,-10 17 98 0 0,-1 0 0 0 0,1-1 0 0 0,-2 0-1 0 0,0 0 1 0 0,-1 0 0 0 0,0 0 0 0 0,-1-1 0 0 0,-1 1 0 0 0,0 0 0 0 0,-4-29 0 0 0,2 29 98 0 0,3 10-90 0 0,-1 1 0 0 0,0 0 0 0 0,-1 0 0 0 0,1-1 0 0 0,-1 1 0 0 0,1 0 0 0 0,-1 0 0 0 0,0 0 0 0 0,0 0 0 0 0,0 0 0 0 0,0 0 0 0 0,-1 0 0 0 0,-3-6 0 0 0,4 11-49 0 0,1-1 1 0 0,-1 1-1 0 0,0 0 0 0 0,1-1 1 0 0,-1 1-1 0 0,1-1 1 0 0,0 1-1 0 0,0 0 0 0 0,-1-1 1 0 0,1 1-1 0 0,0 0 0 0 0,0-1 1 0 0,1 3-1 0 0,-5 616 495 0 0,4-416-453 0 0,-2-177-25 0 0,2-25-11 0 0,0-1-1 0 0,0 1 1 0 0,-1-1 0 0 0,1 0-1 0 0,0 1 1 0 0,-1-1 0 0 0,1 1-1 0 0,-1-1 1 0 0,1 0 0 0 0,-1 1-1 0 0,0-1 1 0 0,1 0 0 0 0,-1 1-1 0 0,-2 1 1 0 0,2-3-1 0 0,1 0 0 0 0,-1-1 0 0 0,0 1 0 0 0,1 0 0 0 0,-1 0 0 0 0,0 0 0 0 0,1 0 0 0 0,-1-1 0 0 0,0 1-1 0 0,1 0 1 0 0,-1-1 0 0 0,0 1 0 0 0,1 0 0 0 0,-1-1 0 0 0,1 1 0 0 0,-1-1 0 0 0,1 1 0 0 0,-1-1 0 0 0,1 1 0 0 0,-1-1 0 0 0,1 0 0 0 0,-1 1 0 0 0,1-1 0 0 0,-1 0 0 0 0,-10-16-7 0 0,0-4-6 0 0,1 0 0 0 0,0-2 0 0 0,2 1 0 0 0,0-1 0 0 0,2 0 0 0 0,0 0 0 0 0,2-1 0 0 0,0 0 0 0 0,2 1 1 0 0,1-1-1 0 0,2-43 0 0 0,4 27 5 0 0,0-1 0 0 0,3 1-1 0 0,1 1 1 0 0,2 0 0 0 0,2 0 0 0 0,20-42 0 0 0,-20 55 2 0 0,0 1-1 0 0,2 0 1 0 0,1 1-1 0 0,1 1 1 0 0,1 0-1 0 0,34-33 1 0 0,-47 51 1 0 0,1 0 0 0 0,-1 1 0 0 0,1 0 1 0 0,1 0-1 0 0,-1 1 0 0 0,0-1 1 0 0,1 1-1 0 0,11-3 0 0 0,-16 5 3 0 0,1 0-1 0 0,-1 1 1 0 0,0-1 0 0 0,1 1-1 0 0,-1 0 1 0 0,0 0 0 0 0,1 0-1 0 0,-1 0 1 0 0,0 0 0 0 0,1 0-1 0 0,-1 0 1 0 0,0 1 0 0 0,1-1-1 0 0,-1 1 1 0 0,0 0 0 0 0,0 0-1 0 0,0 0 1 0 0,1 0-1 0 0,-1 0 1 0 0,0 0 0 0 0,0 0-1 0 0,0 1 1 0 0,-1-1 0 0 0,1 1-1 0 0,0-1 1 0 0,-1 1 0 0 0,1 0-1 0 0,-1 0 1 0 0,3 3 0 0 0,0 3-2 0 0,-1-1 1 0 0,0 0 0 0 0,-1 1 0 0 0,0-1 0 0 0,0 1 0 0 0,0 0 0 0 0,-1 0-1 0 0,0-1 1 0 0,-1 1 0 0 0,0 0 0 0 0,0 0 0 0 0,-1 0 0 0 0,0 0 0 0 0,0 0-1 0 0,-4 11 1 0 0,-1 6 16 0 0,-2-1 0 0 0,-1 0 0 0 0,-19 35 0 0 0,26-55-11 0 0,-51 94 70 0 0,43-83-91 0 0,0-1 1 0 0,-1 1-1 0 0,0-2 1 0 0,-17 16-1 0 0,24-25-71 0 0,-1-1 1 0 0,1 1 0 0 0,-1-1-1 0 0,0 0 1 0 0,-9 3-1 0 0,13-5 40 0 0,1-1 0 0 0,-1 1 0 0 0,0-1 0 0 0,1 0-1 0 0,-1 1 1 0 0,0-1 0 0 0,0 0 0 0 0,1 1 0 0 0,-1-1 0 0 0,0 0-1 0 0,0 0 1 0 0,1 0 0 0 0,-1 0 0 0 0,0 0 0 0 0,0 0 0 0 0,1 0 0 0 0,-1 0-1 0 0,0 0 1 0 0,0 0 0 0 0,1 0 0 0 0,-1-1 0 0 0,0 1 0 0 0,0 0 0 0 0,1 0-1 0 0,-1-1 1 0 0,0 1 0 0 0,1-1 0 0 0,-1 1 0 0 0,0 0 0 0 0,1-1-1 0 0,-1 1 1 0 0,1-1 0 0 0,-1 0 0 0 0,1 1 0 0 0,-1-1 0 0 0,1 1 0 0 0,-1-1-1 0 0,1 0 1 0 0,0 1 0 0 0,-1-1 0 0 0,1 0 0 0 0,0 1 0 0 0,-1-1-1 0 0,1 0 1 0 0,0 0 0 0 0,0 1 0 0 0,0-1 0 0 0,0 0 0 0 0,0 0 0 0 0,0 1-1 0 0,0-1 1 0 0,0 0 0 0 0,0-1 0 0 0,1-13-880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0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7005 0 0,'-30'38'592'0'0,"26"-32"-369"0"0,1 1-1 0 0,-1 0 0 0 0,1 0 0 0 0,1 0 0 0 0,-1 0 0 0 0,1 0 1 0 0,1 1-1 0 0,-3 13 0 0 0,4-5 163 0 0,0-1 0 0 0,1 0-1 0 0,4 23 1 0 0,2 24-77 0 0,-2 70 0 0 0,-4-74-310 0 0,-3 148-1527 0 0,2-200 1157 0 0,1-1 1 0 0,0 1 0 0 0,1-1-1 0 0,-1 1 1 0 0,1-1-1 0 0,2 5 1 0 0,1-2-809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1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1 195 6973 0 0,'46'-71'1550'0'0,"-52"88"-1012"0"0,-1-1-1 0 0,2 1 1 0 0,0 0 0 0 0,-3 22 0 0 0,6-26-495 0 0,1 0 0 0 0,0 0-1 0 0,0-1 1 0 0,1 1 0 0 0,1 0 0 0 0,0 0 0 0 0,1-1 0 0 0,6 25 0 0 0,-6-33-38 0 0,-1 0 1 0 0,1 0 0 0 0,0 0-1 0 0,-1 0 1 0 0,2 0 0 0 0,-1-1-1 0 0,0 1 1 0 0,1-1-1 0 0,0 1 1 0 0,0-1 0 0 0,0 0-1 0 0,0 0 1 0 0,0 0-1 0 0,0-1 1 0 0,1 1 0 0 0,0-1-1 0 0,-1 0 1 0 0,1 0 0 0 0,0 0-1 0 0,0 0 1 0 0,0 0-1 0 0,0-1 1 0 0,0 0 0 0 0,1 0-1 0 0,-1 0 1 0 0,0-1 0 0 0,0 1-1 0 0,1-1 1 0 0,7 0-1 0 0,-3-1-4 0 0,0 1-1 0 0,0-1 0 0 0,0-1 0 0 0,0 0 0 0 0,0 0 1 0 0,0 0-1 0 0,0-1 0 0 0,11-6 0 0 0,-16 6 0 0 0,0 1 0 0 0,0-1 0 0 0,0 1 0 0 0,-1-1 0 0 0,1 0 0 0 0,-1-1-1 0 0,1 1 1 0 0,-1-1 0 0 0,0 1 0 0 0,0-1 0 0 0,-1 0 0 0 0,1 0 0 0 0,-1 0-1 0 0,0-1 1 0 0,0 1 0 0 0,0 0 0 0 0,-1-1 0 0 0,2-5 0 0 0,0-5-2 0 0,-1-1 0 0 0,-1 0 0 0 0,0 0 0 0 0,-1 1 0 0 0,-1-1 0 0 0,0 0 0 0 0,-1 0 0 0 0,-5-19 0 0 0,4 24-5 0 0,0 0 0 0 0,0 0 0 0 0,-1 1 0 0 0,0 0 0 0 0,-1 0 0 0 0,0 0 0 0 0,-1 0 0 0 0,0 1 0 0 0,-1 0 0 0 0,1 0 1 0 0,-2 0-1 0 0,-12-11 0 0 0,16 17 4 0 0,0 0 1 0 0,0 1-1 0 0,-1-1 1 0 0,1 1-1 0 0,-1 0 1 0 0,1 0 0 0 0,-1 0-1 0 0,0 1 1 0 0,0-1-1 0 0,1 1 1 0 0,-1 1-1 0 0,0-1 1 0 0,0 1-1 0 0,0-1 1 0 0,-6 2 0 0 0,9-1 4 0 0,0 0 0 0 0,-1 1 0 0 0,1-1 1 0 0,0 1-1 0 0,-1-1 0 0 0,1 1 0 0 0,0 0 1 0 0,0 0-1 0 0,-1 0 0 0 0,1 0 0 0 0,0 1 1 0 0,0-1-1 0 0,0 1 0 0 0,1-1 0 0 0,-1 1 1 0 0,0-1-1 0 0,0 1 0 0 0,1 0 0 0 0,-1 0 1 0 0,1 0-1 0 0,0 0 0 0 0,0 0 0 0 0,-1 0 1 0 0,1 0-1 0 0,0 0 0 0 0,1 1 1 0 0,-1-1-1 0 0,0 0 0 0 0,1 1 0 0 0,-1-1 1 0 0,1 0-1 0 0,0 5 0 0 0,-1-2 0 0 0,1 1-1 0 0,0-1 0 0 0,0 1 1 0 0,0-1-1 0 0,1 0 1 0 0,0 1-1 0 0,0-1 1 0 0,0 0-1 0 0,1 0 0 0 0,0 1 1 0 0,0-1-1 0 0,0 0 1 0 0,0-1-1 0 0,1 1 1 0 0,0 0-1 0 0,5 6 0 0 0,-3-7 10 0 0,-1 1-1 0 0,1-1 1 0 0,0 0-1 0 0,1 0 0 0 0,-1-1 1 0 0,1 1-1 0 0,-1-1 0 0 0,1-1 1 0 0,0 1-1 0 0,0-1 0 0 0,0 0 1 0 0,1 0-1 0 0,11 1 0 0 0,-6-1 3 0 0,1 0 0 0 0,-1-1 0 0 0,1-1 0 0 0,-1 0 0 0 0,1-1 0 0 0,-1-1 0 0 0,1 1 0 0 0,-1-2-1 0 0,0 0 1 0 0,0 0 0 0 0,0-1 0 0 0,0-1 0 0 0,-1 0 0 0 0,1-1 0 0 0,-1 0 0 0 0,0 0 0 0 0,-1-1-1 0 0,0 0 1 0 0,0-1 0 0 0,-1-1 0 0 0,0 1 0 0 0,0-1 0 0 0,10-14 0 0 0,-8 6 132 0 0,-7 12 7 0 0,-7 21-117 0 0,-1-1 8 0 0,1 0 1 0 0,1 0-1 0 0,0 1 1 0 0,1-1-1 0 0,0 1 1 0 0,3 27-1 0 0,-1-39-39 0 0,-1 0 0 0 0,1 0 0 0 0,0 0 0 0 0,0 0 0 0 0,0 0 0 0 0,1 0 0 0 0,-1-1 0 0 0,1 1 0 0 0,0-1 1 0 0,0 1-1 0 0,0-1 0 0 0,0 1 0 0 0,1-1 0 0 0,0 0 0 0 0,-1 0 0 0 0,1 0 0 0 0,0-1 0 0 0,0 1 0 0 0,0-1 0 0 0,1 0 0 0 0,-1 1 0 0 0,1-1 0 0 0,-1-1 0 0 0,1 1 0 0 0,0-1 0 0 0,-1 1 1 0 0,1-1-1 0 0,0 0 0 0 0,0 0 0 0 0,0-1 0 0 0,5 1 0 0 0,1 0-41 0 0,-1-1 0 0 0,1-1 1 0 0,-1 0-1 0 0,0 0 0 0 0,0-1 0 0 0,0 0 0 0 0,1 0 1 0 0,-2-1-1 0 0,1 0 0 0 0,0-1 0 0 0,-1 0 0 0 0,1 0 1 0 0,-1-1-1 0 0,0 0 0 0 0,-1-1 0 0 0,1 1 1 0 0,-1-2-1 0 0,0 1 0 0 0,-1-1 0 0 0,0 0 0 0 0,10-12 1 0 0,-7 6-4 0 0,-1 0 1 0 0,0 0 0 0 0,0-1 0 0 0,-2 0 0 0 0,1 0 0 0 0,-2-1 0 0 0,0 0-1 0 0,-1 0 1 0 0,0 0 0 0 0,-1 0 0 0 0,-1-1 0 0 0,0-20 0 0 0,-1 36 37 0 0,-1-1 1 0 0,0 1-1 0 0,0-1 0 0 0,0 0 1 0 0,0 1-1 0 0,0-1 1 0 0,0 1-1 0 0,0-1 1 0 0,0 0-1 0 0,0 1 0 0 0,0-1 1 0 0,0 1-1 0 0,0-1 1 0 0,0 1-1 0 0,0-1 0 0 0,-1 0 1 0 0,1 1-1 0 0,0-1 1 0 0,0 1-1 0 0,-1-1 1 0 0,1 1-1 0 0,0-1 0 0 0,-1 1 1 0 0,1-1-1 0 0,0 1 1 0 0,-1 0-1 0 0,1-1 1 0 0,-1 1-1 0 0,1-1 0 0 0,-1 1 1 0 0,0-1-1 0 0,1 2 2 0 0,-1 0-1 0 0,0-1 0 0 0,0 1 0 0 0,1-1 1 0 0,-1 1-1 0 0,1 0 0 0 0,-1 0 0 0 0,1-1 1 0 0,-1 1-1 0 0,1 0 0 0 0,-1 0 0 0 0,1-1 1 0 0,-1 1-1 0 0,1 0 0 0 0,0 0 0 0 0,0 0 1 0 0,-1 0-1 0 0,1 0 0 0 0,0 0 0 0 0,0 1 1 0 0,-4 26 66 0 0,1 1 0 0 0,1 0 0 0 0,2 32 0 0 0,13 89 391 0 0,-10-116-358 0 0,117 604 2034 0 0,-104-548-2059 0 0,-15-79-43 0 0,0 0 0 0 0,-1 1 0 0 0,0-1 1 0 0,-1 0-1 0 0,-4 22 0 0 0,5-31-21 0 0,-1 0 0 0 0,1 0 0 0 0,-1 0 0 0 0,0 0 0 0 0,0 0 0 0 0,1 0 0 0 0,-1 0 0 0 0,0 0 0 0 0,-1-1 0 0 0,1 1 0 0 0,0 0 0 0 0,0-1 0 0 0,-1 1 0 0 0,1-1 0 0 0,-1 1 0 0 0,1-1 0 0 0,-1 0 0 0 0,0 1 0 0 0,1-1 0 0 0,-3 1 0 0 0,1-1 2 0 0,1-1 0 0 0,-1 1 0 0 0,0-1 0 0 0,1 1 0 0 0,-1-1 1 0 0,0 0-1 0 0,1 0 0 0 0,-1 0 0 0 0,0 0 0 0 0,1 0 0 0 0,-1-1 0 0 0,0 1 0 0 0,-3-2 1 0 0,-5-2 3 0 0,2-1 0 0 0,-1 1 1 0 0,0-1-1 0 0,1-1 0 0 0,0 0 1 0 0,-13-11-1 0 0,9 5-14 0 0,0 0-1 0 0,1-1 1 0 0,1-1 0 0 0,0 0-1 0 0,0 0 1 0 0,2-1 0 0 0,0-1-1 0 0,1 1 1 0 0,-9-23-1 0 0,10 17 2 0 0,0 1-1 0 0,1-1 0 0 0,2-1 1 0 0,0 1-1 0 0,1-1 0 0 0,1 1 1 0 0,1-34-1 0 0,2 38 5 0 0,1 0-1 0 0,0 0 0 0 0,1 0 1 0 0,1 0-1 0 0,1 0 1 0 0,0 1-1 0 0,1 0 1 0 0,1 0-1 0 0,14-24 1 0 0,-14 29 4 0 0,1 0 0 0 0,0 0 0 0 0,0 1 0 0 0,1 1 0 0 0,0-1 0 0 0,1 1-1 0 0,0 1 1 0 0,1 0 0 0 0,0 0 0 0 0,0 1 0 0 0,0 1 0 0 0,1 0 0 0 0,17-7 0 0 0,-10 7 4 0 0,-1 1 1 0 0,0 0-1 0 0,1 1 0 0 0,0 1 0 0 0,37-1 0 0 0,-45 4-61 0 0,1 0 1 0 0,0 1-1 0 0,0 1 0 0 0,0 0 1 0 0,-1 0-1 0 0,1 1 1 0 0,-1 1-1 0 0,0-1 0 0 0,0 2 1 0 0,18 9-1 0 0,-27-13-56 0 0,0 0 0 0 0,-1 0 0 0 0,1 0-1 0 0,-1 0 1 0 0,1 0 0 0 0,-1 0 0 0 0,1 0 0 0 0,-1 1 0 0 0,0-1-1 0 0,0 0 1 0 0,1 1 0 0 0,-1-1 0 0 0,0 1 0 0 0,0 0-1 0 0,-1-1 1 0 0,1 1 0 0 0,0-1 0 0 0,0 1 0 0 0,-1 0 0 0 0,1 0-1 0 0,-1 0 1 0 0,0-1 0 0 0,1 1 0 0 0,-1 0 0 0 0,0 0 0 0 0,0 0-1 0 0,0 0 1 0 0,0-1 0 0 0,0 1 0 0 0,-1 0 0 0 0,1 0 0 0 0,-1 2-1 0 0,-7 13-1416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2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170 200 9637 0 0,'10'-118'-405'0'0,"-9"204"668"0"0,-12 263 743 0 0,-3-231-777 0 0,-27 267 135 0 0,36-330-355 0 0,-17 80 0 0 0,18-118-4 0 0,-1 0 0 0 0,0 0 1 0 0,-1 0-1 0 0,-1-1 0 0 0,-1 0 0 0 0,0-1 0 0 0,-1 0 0 0 0,-20 26 0 0 0,23-35 149 0 0,11-15-32 0 0,14-16 5 0 0,-7 14-116 0 0,0 1-1 0 0,1 0 1 0 0,0 1 0 0 0,1 0 0 0 0,0 1-1 0 0,1 0 1 0 0,21-7 0 0 0,-13 7 0 0 0,1 1 0 0 0,0 1 0 0 0,0 2 0 0 0,32-3 0 0 0,14 5 158 0 0,0 3 1 0 0,101 15-1 0 0,24 11 287 0 0,42 5-199 0 0,-179-27-224 0 0,1-2-1 0 0,61-7 1 0 0,-118 4-27 0 0,53-7 16 0 0,-51 7 25 0 0,1-1-1 0 0,0-1 1 0 0,-1 1-1 0 0,1-1 1 0 0,-1 0-1 0 0,1 0 1 0 0,-1 0 0 0 0,0 0-1 0 0,5-5 1 0 0,-9 7-28 0 0,1 0 1 0 0,-1 0 0 0 0,0 0 0 0 0,0-1-1 0 0,1 1 1 0 0,-1 0 0 0 0,0 0-1 0 0,0-1 1 0 0,1 1 0 0 0,-1 0 0 0 0,0-1-1 0 0,0 1 1 0 0,0 0 0 0 0,0-1 0 0 0,0 1-1 0 0,0 0 1 0 0,1-1 0 0 0,-1 1 0 0 0,0 0-1 0 0,0-1 1 0 0,0 1 0 0 0,0 0-1 0 0,0-1 1 0 0,0 1 0 0 0,0 0 0 0 0,0-1-1 0 0,-1 1 1 0 0,1 0 0 0 0,0-1 0 0 0,0 1-1 0 0,0 0 1 0 0,0-1 0 0 0,0 1 0 0 0,0 0-1 0 0,-1-1 1 0 0,1 1 0 0 0,-15-12 186 0 0,-24-4-269 0 0,37 16 84 0 0,-3-2-21 0 0,0 0 0 0 0,0-1 0 0 0,-1 1 0 0 0,1-1-1 0 0,1 0 1 0 0,-1 0 0 0 0,0-1 0 0 0,1 1 0 0 0,-1-1-1 0 0,1 0 1 0 0,0 0 0 0 0,1 0 0 0 0,-1-1 0 0 0,1 0-1 0 0,-4-6 1 0 0,4 4-2 0 0,0 1-1 0 0,0-1 1 0 0,0-1 0 0 0,1 1-1 0 0,0 0 1 0 0,1-1-1 0 0,0 1 1 0 0,0-1 0 0 0,0 1-1 0 0,1-1 1 0 0,1-8-1 0 0,8-51-113 0 0,3 0 0 0 0,30-95 0 0 0,-17 70 62 0 0,142-503-135 0 0,-157 567 189 0 0,-7 22 12 0 0,-1-1 0 0 0,1 0 0 0 0,-1 0 0 0 0,0 0 0 0 0,-1 0 0 0 0,2-11 0 0 0,-3 18-8 0 0,0-1 0 0 0,0 0 0 0 0,0 0-1 0 0,-1 0 1 0 0,1 0 0 0 0,0 0 0 0 0,0 0 0 0 0,0 1 0 0 0,-1-1 0 0 0,1 0 0 0 0,0 0 0 0 0,-1 0-1 0 0,1 1 1 0 0,-1-1 0 0 0,1 0 0 0 0,-1 0 0 0 0,1 1 0 0 0,-1-1 0 0 0,0 0 0 0 0,1 1-1 0 0,-1-1 1 0 0,0 1 0 0 0,-1-2 0 0 0,0 1-2 0 0,0 1 0 0 0,0-1-1 0 0,0 0 1 0 0,0 1 0 0 0,0-1 0 0 0,0 1 0 0 0,0 0-1 0 0,0-1 1 0 0,-5 1 0 0 0,-5 1-15 0 0,1 1 1 0 0,-24 6-1 0 0,25-6 16 0 0,-754 120 150 0 0,658-108-501 0 0,-106 28 1 0 0,204-40 296 0 0,-12 4-2021 0 0,19-1 532 0 0,13 0 56 0 0,-3-3 344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3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362 141 6125 0 0,'-8'0'301'0'0,"-1"0"0"0"0,1 1 0 0 0,-1 0 0 0 0,1 0 0 0 0,0 0 0 0 0,-1 2 0 0 0,1-1 1 0 0,0 1-1 0 0,-7 3 0 0 0,11-4-171 0 0,1 0-1 0 0,-1 0 1 0 0,1 1 0 0 0,0-1 0 0 0,0 1 0 0 0,0 0-1 0 0,0 0 1 0 0,1 0 0 0 0,-1 0 0 0 0,1 0 0 0 0,0 1-1 0 0,-1-1 1 0 0,2 1 0 0 0,-1-1 0 0 0,0 1 0 0 0,1 0 0 0 0,-1-1-1 0 0,1 1 1 0 0,0 0 0 0 0,0 6 0 0 0,-4 44 480 0 0,2 0 0 0 0,6 88 0 0 0,-1 51-85 0 0,-29 31-313 0 0,17-177-197 0 0,-1 0 1 0 0,-29 74-1 0 0,0-35-17 0 0,36-78 0 0 0,-1 0 1 0 0,0-1-1 0 0,0 1 1 0 0,-1-1-1 0 0,0 0 1 0 0,0 0-1 0 0,-1-1 1 0 0,-8 7-1 0 0,14-12 2 0 0,1-1 0 0 0,-1 1 0 0 0,0 0 0 0 0,0-1 0 0 0,0 1-1 0 0,0-1 1 0 0,0 1 0 0 0,0-1 0 0 0,0 1 0 0 0,0-1 0 0 0,0 0-1 0 0,0 1 1 0 0,0-1 0 0 0,0 0 0 0 0,0 0 0 0 0,0 0 0 0 0,0 0 0 0 0,0 0-1 0 0,0 0 1 0 0,-1 0 0 0 0,-1-1 0 0 0,3 1 1 0 0,-1-1 0 0 0,0 1 0 0 0,1-1-1 0 0,-1 0 1 0 0,0 1 0 0 0,1-1 0 0 0,-1 0 0 0 0,1 1 0 0 0,-1-1 0 0 0,1 0-1 0 0,-1 0 1 0 0,1 0 0 0 0,0 1 0 0 0,-1-1 0 0 0,1 0 0 0 0,0 0 0 0 0,0 0 0 0 0,0 0-1 0 0,0 0 1 0 0,-1-1 0 0 0,1-2 1 0 0,0-1-1 0 0,0 0 1 0 0,0 1 0 0 0,1-1-1 0 0,0 1 1 0 0,0-1-1 0 0,0 1 1 0 0,3-9 0 0 0,0 6-4 0 0,0 0 0 0 0,0 1 0 0 0,1 0 0 0 0,0 0 0 0 0,0 0 0 0 0,1 0 0 0 0,-1 1 0 0 0,1 0 0 0 0,1 0 0 0 0,-1 1 1 0 0,0-1-1 0 0,1 1 0 0 0,0 1 0 0 0,0-1 0 0 0,12-3 0 0 0,2 0-2 0 0,0 1 0 0 0,1 1 0 0 0,0 1 0 0 0,27-2 0 0 0,28 2 35 0 0,108 10-1 0 0,-39 1-44 0 0,235-13-12 0 0,-368 6 26 0 0,17 2 35 0 0,-41-9 38 0 0,0 1 0 0 0,1-2 0 0 0,0 1 0 0 0,0-1 1 0 0,0-1-1 0 0,1 0 0 0 0,1 0 0 0 0,-13-16 0 0 0,17 17-75 0 0,0-1-1 0 0,0 1 1 0 0,1-1-1 0 0,0 0 1 0 0,0 0-1 0 0,1 0 1 0 0,0 0-1 0 0,1 0 1 0 0,0 0-1 0 0,0 0 1 0 0,1-1-1 0 0,0 1 1 0 0,1 0-1 0 0,3-16 1 0 0,3-11-15 0 0,3-1 0 0 0,17-46 0 0 0,-13 44 14 0 0,-8 21 4 0 0,98-277-50 0 0,-70 210-15 0 0,64-113 0 0 0,-96 194 67 0 0,0 1-9 0 0,1-1 1 0 0,-2 1-1 0 0,1-1 1 0 0,0 0-1 0 0,-1 0 1 0 0,1 1-1 0 0,0-7 1 0 0,-2 9 2 0 0,0 0-1 0 0,0 0 1 0 0,0 0 0 0 0,-1 0 0 0 0,1-1-1 0 0,0 1 1 0 0,-1 0 0 0 0,1 0-1 0 0,0 0 1 0 0,-1 0 0 0 0,1 0 0 0 0,-1 1-1 0 0,0-1 1 0 0,1 0 0 0 0,-1 0 0 0 0,0 0-1 0 0,0 0 1 0 0,1 1 0 0 0,-1-1 0 0 0,0 0-1 0 0,0 1 1 0 0,0-1 0 0 0,0 1-1 0 0,0-1 1 0 0,0 1 0 0 0,0-1 0 0 0,0 1-1 0 0,0-1 1 0 0,0 1 0 0 0,0 0 0 0 0,-2-1-1 0 0,-12-2-13 0 0,0 1 0 0 0,0 1 0 0 0,0 0-1 0 0,-1 0 1 0 0,1 2 0 0 0,0 0 0 0 0,-24 4 0 0 0,1 0-11 0 0,-506 54 109 0 0,503-55-88 0 0,-1 2-1 0 0,-56 15 1 0 0,94-19-18 0 0,0-1 0 0 0,1 1 0 0 0,-1-1 0 0 0,0 1 0 0 0,1 0 1 0 0,0 0-1 0 0,-7 5 0 0 0,10-6 4 0 0,0-1 1 0 0,-1 0-1 0 0,1 1 1 0 0,0-1-1 0 0,-1 0 1 0 0,1 1-1 0 0,0-1 1 0 0,-1 0-1 0 0,1 1 1 0 0,0-1-1 0 0,0 1 1 0 0,0-1-1 0 0,-1 1 1 0 0,1-1-1 0 0,0 1 1 0 0,0-1-1 0 0,0 1 1 0 0,0-1-1 0 0,0 0 1 0 0,0 1-1 0 0,0-1 1 0 0,0 1-1 0 0,0-1 1 0 0,0 1-1 0 0,0 0 1 0 0,1 0-29 0 0,-1-1 0 0 0,1 1 0 0 0,0 0 1 0 0,-1-1-1 0 0,1 1 0 0 0,0 0 1 0 0,0-1-1 0 0,-1 1 0 0 0,1-1 1 0 0,0 1-1 0 0,0-1 0 0 0,0 0 0 0 0,0 1 1 0 0,0-1-1 0 0,-1 0 0 0 0,1 0 1 0 0,0 1-1 0 0,2-1 0 0 0,19 6-1487 0 0,-17-4 1204 0 0,-1 0-1 0 0,1-1 1 0 0,-1 0 0 0 0,1 0 0 0 0,6 0 0 0 0,10 0-865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4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 15 7357 0 0,'6'-9'374'0'0,"-7"7"-84"0"0,-3 12 376 0 0,-7 18 192 0 0,2 0 1 0 0,0 1-1 0 0,-3 30 1 0 0,-5 14-162 0 0,-8 24-24 0 0,-86 287 172 0 0,45-117-782 0 0,35-123-45 0 0,8-73-69 0 0,22-70 58 0 0,5-7 7 0 0,-1 1 1 0 0,1 0-1 0 0,0 0 0 0 0,0 0 0 0 0,0 1 0 0 0,1-1 0 0 0,-1 1 0 0 0,7-4 0 0 0,-7 4-17 0 0,10-7-1 0 0,0 0-1 0 0,1 0 1 0 0,1 2-1 0 0,0 0 0 0 0,0 0 1 0 0,1 2-1 0 0,-1 0 1 0 0,2 1-1 0 0,20-5 0 0 0,-15 6 18 0 0,-1 2 1 0 0,2 0-1 0 0,-1 2 0 0 0,0 0 0 0 0,0 2 0 0 0,42 6 0 0 0,9 5 40 0 0,-13-1 64 0 0,0-3 0 0 0,112 2 0 0 0,-172-10-112 0 0,1 0 1 0 0,0-1-1 0 0,0 1 1 0 0,-1 0-1 0 0,1 0 1 0 0,0-1 0 0 0,-1 1-1 0 0,1-1 1 0 0,0 0-1 0 0,-1 1 1 0 0,1-1-1 0 0,-1 0 1 0 0,1 0 0 0 0,-1 0-1 0 0,1 0 1 0 0,-1 0-1 0 0,0 0 1 0 0,0-1-1 0 0,1 1 1 0 0,-1 0-1 0 0,0-1 1 0 0,0 1 0 0 0,0-1-1 0 0,0 1 1 0 0,0-1-1 0 0,-1 1 1 0 0,2-3-1 0 0,0-4 14 0 0,0 0 0 0 0,-1 0 0 0 0,0 0 0 0 0,1-16 0 0 0,1-11-27 0 0,17-145-43 0 0,-7 42 44 0 0,32-76-89 0 0,-28 148 251 0 0,-2-1 0 0 0,8-106-1 0 0,-23 166-61 0 0,0 0-1 0 0,0 0 0 0 0,-1 0 1 0 0,0 0-1 0 0,0 1 0 0 0,-1-1 1 0 0,1 0-1 0 0,-1 0 0 0 0,-6-11 0 0 0,6 15-34 0 0,1 0 0 0 0,-1 0 0 0 0,-1-1 0 0 0,1 1 0 0 0,0 1 0 0 0,-1-1 0 0 0,0 0 0 0 0,1 1-1 0 0,-1-1 1 0 0,0 1 0 0 0,0 0 0 0 0,-1 0 0 0 0,1 0 0 0 0,0 0 0 0 0,-1 0 0 0 0,1 1 0 0 0,-1 0 0 0 0,1-1-1 0 0,-5 1 1 0 0,-5-1 25 0 0,1 0 1 0 0,-1 1-1 0 0,0 1 0 0 0,1 0 0 0 0,-1 1 0 0 0,0 0 0 0 0,-14 4 1 0 0,-88 27-202 0 0,43-10-107 0 0,25-8-299 0 0,-31 7-1085 0 0,-2-3-838 0 0,36-10 757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6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535 166 5757 0 0,'8'-19'418'0'0,"0"0"1"0"0,13-22 0 0 0,8-19 1661 0 0,-29 60-2019 0 0,1-1 0 0 0,-1 0-1 0 0,0 1 1 0 0,0-1 0 0 0,1 0 0 0 0,-1 1 0 0 0,0-1 0 0 0,0 0 0 0 0,0 1 0 0 0,0-1-1 0 0,0 0 1 0 0,0 0 0 0 0,0 1 0 0 0,0-1 0 0 0,0 0 0 0 0,0 1 0 0 0,0-1 0 0 0,0 0-1 0 0,0 0 1 0 0,-1 1 0 0 0,1-1 0 0 0,0 0 0 0 0,-1 1 0 0 0,1-1 0 0 0,0 1 0 0 0,-1-1-1 0 0,1 0 1 0 0,-1 1 0 0 0,1-1 0 0 0,-1 1 0 0 0,1-1 0 0 0,-1 1 0 0 0,1-1 0 0 0,-1 1-1 0 0,1 0 1 0 0,-1-1 0 0 0,0 1 0 0 0,1 0 0 0 0,-1-1 0 0 0,0 1 0 0 0,1 0 0 0 0,-1 0-1 0 0,0 0 1 0 0,1-1 0 0 0,-1 1 0 0 0,-1 0 0 0 0,-5-1 96 0 0,-1 1-1 0 0,1 0 1 0 0,-15 1 0 0 0,7 0-4 0 0,-21-1-83 0 0,0 1 0 0 0,0 3 0 0 0,0 0 0 0 0,1 3 0 0 0,-56 16 0 0 0,75-17-55 0 0,0 0 0 0 0,0 1 1 0 0,0 1-1 0 0,1 0 0 0 0,1 1 0 0 0,-1 1 0 0 0,1 0 0 0 0,1 1 0 0 0,0 0 0 0 0,0 1 1 0 0,1 1-1 0 0,1 0 0 0 0,-18 27 0 0 0,22-29 23 0 0,1 0 0 0 0,0 1-1 0 0,1 0 1 0 0,1 0 0 0 0,0 0 0 0 0,0 1 0 0 0,1 0 0 0 0,1-1-1 0 0,0 1 1 0 0,1 0 0 0 0,0 0 0 0 0,1 0 0 0 0,1 0 0 0 0,0 0-1 0 0,0 0 1 0 0,5 17 0 0 0,-3-19-17 0 0,1 0 0 0 0,-1 0 0 0 0,2-1 1 0 0,-1 0-1 0 0,2 0 0 0 0,-1 0 0 0 0,1 0 0 0 0,1-1 0 0 0,0 0 0 0 0,0 0 0 0 0,0-1 0 0 0,1 0 1 0 0,1-1-1 0 0,-1 1 0 0 0,1-1 0 0 0,1-1 0 0 0,-1 0 0 0 0,1 0 0 0 0,10 4 0 0 0,-2-3-178 0 0,0-1 0 0 0,0 0 0 0 0,1-2 0 0 0,-1 0 0 0 0,1-1-1 0 0,0-1 1 0 0,22 0 0 0 0,-8-2-752 0 0,0-2-1 0 0,0-2 1 0 0,41-9-1 0 0,-20-1-545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6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355 237 7069 0 0,'0'-11'211'0'0,"1"0"-1"0"0,1 1 1 0 0,4-17 0 0 0,1-5 949 0 0,-5 18-329 0 0,1 4-488 0 0,-2-1 1 0 0,1 1-1 0 0,-1-1 1 0 0,-1 0 0 0 0,0 1-1 0 0,-2-12 1 0 0,2 20-337 0 0,-1-1-1 0 0,1 1 1 0 0,-1 0 0 0 0,0-1 0 0 0,0 1 0 0 0,0 0 0 0 0,0 0 0 0 0,-1 0-1 0 0,1 0 1 0 0,-1 0 0 0 0,1 0 0 0 0,-1 0 0 0 0,1 0 0 0 0,-1 0 0 0 0,0 1-1 0 0,0-1 1 0 0,0 1 0 0 0,0-1 0 0 0,0 1 0 0 0,0 0 0 0 0,0 0 0 0 0,-1 0-1 0 0,1 0 1 0 0,0 0 0 0 0,-1 1 0 0 0,1-1 0 0 0,0 0 0 0 0,-1 1 0 0 0,1 0-1 0 0,-1 0 1 0 0,-3 0 0 0 0,-5 0-10 0 0,1 0 1 0 0,-1 1-1 0 0,0 0 0 0 0,1 1 0 0 0,0 1 0 0 0,-1-1 1 0 0,-10 5-1 0 0,-2 2-24 0 0,-43 24-1 0 0,55-26 26 0 0,0 0 0 0 0,0 0-1 0 0,0 1 1 0 0,1 0 0 0 0,-16 16-1 0 0,25-22 5 0 0,-1 0 0 0 0,0 0 0 0 0,1-1 0 0 0,0 1-1 0 0,-1 0 1 0 0,1 0 0 0 0,0 0 0 0 0,0 0 0 0 0,0 1 0 0 0,0-1 0 0 0,0 0-1 0 0,1 0 1 0 0,-1 1 0 0 0,1-1 0 0 0,-1 0 0 0 0,1 1 0 0 0,0-1 0 0 0,0 0-1 0 0,0 1 1 0 0,0-1 0 0 0,0 0 0 0 0,1 1 0 0 0,-1-1 0 0 0,1 0 0 0 0,-1 1-1 0 0,1-1 1 0 0,0 0 0 0 0,0 0 0 0 0,0 0 0 0 0,0 0 0 0 0,0 0 0 0 0,1 0-1 0 0,-1 0 1 0 0,1 0 0 0 0,-1 0 0 0 0,1 0 0 0 0,-1-1 0 0 0,1 1 0 0 0,3 1-1 0 0,15 11 15 0 0,0 0 0 0 0,2-2 0 0 0,-1 0 0 0 0,1-1 0 0 0,1-2-1 0 0,33 10 1 0 0,-18-6-6 0 0,45 23-1 0 0,-67-28-18 0 0,0 1-1 0 0,26 20 1 0 0,-38-26 7 0 0,-1 0-1 0 0,0 0 1 0 0,0 0 0 0 0,1 0-1 0 0,-2 1 1 0 0,1-1 0 0 0,0 1-1 0 0,-1 0 1 0 0,0 0 0 0 0,0 0-1 0 0,0 0 1 0 0,0 0 0 0 0,0 0-1 0 0,-1 1 1 0 0,0-1 0 0 0,1 8-1 0 0,-2-9 4 0 0,0 0-1 0 0,0-1 0 0 0,-1 1 0 0 0,1-1 0 0 0,-1 1 0 0 0,0-1 0 0 0,1 1 0 0 0,-1-1 0 0 0,0 1 0 0 0,-1-1 0 0 0,1 0 0 0 0,0 1 0 0 0,-1-1 0 0 0,1 0 0 0 0,-1 0 0 0 0,0 0 0 0 0,1 0 0 0 0,-5 2 0 0 0,1 1-8 0 0,0-1 1 0 0,0 0 0 0 0,-1-1-1 0 0,0 1 1 0 0,-11 4-1 0 0,-6 0-171 0 0,1-1-1 0 0,-1-1 1 0 0,-1-1-1 0 0,1-2 1 0 0,-29 2-1 0 0,33-4-178 0 0,0-1-1 0 0,0 0 0 0 0,0-2 1 0 0,1 0-1 0 0,-1-2 0 0 0,-35-10 1 0 0,48 12 191 0 0,1 0-1 0 0,0 0 1 0 0,0 0 0 0 0,0-1 0 0 0,0 0-1 0 0,0 0 1 0 0,1 0 0 0 0,-1-1 0 0 0,1 1-1 0 0,0-1 1 0 0,0 0 0 0 0,-7-9 0 0 0,-2-8-651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6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11 7197 0 0,'0'0'12'0'0,"-1"-1"0"0"0,1 1 0 0 0,0 0 0 0 0,-1 0 0 0 0,1-1 0 0 0,0 1 0 0 0,0 0 0 0 0,-1 0 0 0 0,1 0 0 0 0,-1-1 1 0 0,1 1-1 0 0,0 0 0 0 0,-1 0 0 0 0,1 0 0 0 0,0 0 0 0 0,-1 0 0 0 0,1 0 0 0 0,-1-1 0 0 0,1 1 0 0 0,0 0 0 0 0,-1 0 0 0 0,1 0 0 0 0,-1 1 1 0 0,1-1-1 0 0,-1 0 0 0 0,1 0 0 0 0,0 0 0 0 0,-1 0 0 0 0,1 0 0 0 0,0 0 0 0 0,-1 0 0 0 0,1 1 0 0 0,0-1 0 0 0,-1 0 0 0 0,1 0 0 0 0,0 1 1 0 0,-1-1-1 0 0,1 0 0 0 0,0 0 0 0 0,-1 1 0 0 0,1-1 0 0 0,0 1 0 0 0,-7 9 254 0 0,6-8-234 0 0,0-1-1 0 0,-1 1 1 0 0,1 0 0 0 0,0 0 0 0 0,0 0 0 0 0,0-1 0 0 0,0 1 0 0 0,0 0 0 0 0,1 0 0 0 0,-1 1 0 0 0,1-1-1 0 0,-1 0 1 0 0,1 0 0 0 0,0 0 0 0 0,0 0 0 0 0,0 0 0 0 0,0 0 0 0 0,0 1 0 0 0,0-1 0 0 0,0 0 0 0 0,1 0-1 0 0,-1 0 1 0 0,1 0 0 0 0,0 0 0 0 0,-1 0 0 0 0,1 0 0 0 0,1 2 0 0 0,14 33 395 0 0,140 297 1335 0 0,-124-286-1710 0 0,-29-44-30 0 0,0-1 1 0 0,-1 0 0 0 0,1 0 0 0 0,0 0 0 0 0,1 0 0 0 0,-1 0 0 0 0,0-1 0 0 0,1 1 0 0 0,0-1 0 0 0,-1 0-1 0 0,6 2 1 0 0,-8-4 2 0 0,0 0-1 0 0,0 0 1 0 0,1-1-1 0 0,-1 1 1 0 0,0 0-1 0 0,0-1 1 0 0,0 1-1 0 0,0 0 1 0 0,0-1-1 0 0,0 1 1 0 0,0-1-1 0 0,0 0 1 0 0,0 1-1 0 0,0-1 1 0 0,0 0-1 0 0,-1 1 0 0 0,1-1 1 0 0,0 0-1 0 0,0 0 1 0 0,-1 0-1 0 0,2-1 1 0 0,13-22 271 0 0,-7 7-237 0 0,-2 0 0 0 0,0-1-1 0 0,-1 0 1 0 0,-1 0 0 0 0,0-1 0 0 0,1-20-1 0 0,-1-115 33 0 0,-5 109-6 0 0,1 12-43 0 0,-1 8 30 0 0,2 0 1 0 0,3-27 0 0 0,1 35-129 0 0,5 32-161 0 0,-6-3-120 0 0,0 0 0 0 0,-1 0 0 0 0,-1 1 0 0 0,2 15 0 0 0,3 14-798 0 0,0-5 41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7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58 129 8069 0 0,'10'-57'765'0'0,"-6"43"-162"0"0,-2 0 0 0 0,1 0 0 0 0,-1-16 0 0 0,-4 134-20 0 0,-32 193 0 0 0,25-241-532 0 0,-4 9 37 0 0,4 0-1 0 0,-3 110 0 0 0,12-161 14 0 0,1 0-1 0 0,0 0 1 0 0,1 0 0 0 0,1 0-1 0 0,5 19 1 0 0,-6-29-54 0 0,-1-1 1 0 0,1 1-1 0 0,-1-1 1 0 0,1 1-1 0 0,0-1 0 0 0,0 0 1 0 0,1 0-1 0 0,-1 0 1 0 0,1 0-1 0 0,-1 0 1 0 0,1 0-1 0 0,0-1 0 0 0,0 1 1 0 0,0-1-1 0 0,0 0 1 0 0,1 0-1 0 0,-1 0 1 0 0,1 0-1 0 0,-1-1 0 0 0,1 1 1 0 0,-1-1-1 0 0,1 0 1 0 0,0 0-1 0 0,6 0 1 0 0,4 1 34 0 0,0-2 0 0 0,0 0 0 0 0,1-1 0 0 0,-1 0 0 0 0,0-1 0 0 0,25-7 1 0 0,85-34 49 0 0,-78 25-141 0 0,229-65 22 0 0,-248 75-4 0 0,-21 6-16 0 0,1-1 1 0 0,-1 2-1 0 0,1-1 1 0 0,-1 1 0 0 0,9-1-1 0 0,-36 10-239 0 0,18-7 138 0 0,0 1 0 0 0,1-1-1 0 0,-1 0 1 0 0,0 0 0 0 0,0 0-1 0 0,0 0 1 0 0,0 0 0 0 0,-5 0-1 0 0,-2 0-640 0 0,0 0-1 0 0,0 0 0 0 0,-14 4 1 0 0,14-2-176 0 0,-7 0-498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8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352 370 4372 0 0,'5'2'108'0'0,"1"-1"-1"0"0,-1 0 0 0 0,1 0 0 0 0,-1-1 0 0 0,1 0 0 0 0,-1 0 0 0 0,1 0 1 0 0,0 0-1 0 0,-1-1 0 0 0,6-2 0 0 0,8 0 817 0 0,29-12 0 0 0,-43 13-781 0 0,-1-1 0 0 0,1 0 0 0 0,-1 0 0 0 0,1 0 0 0 0,-1 0 0 0 0,0-1 0 0 0,-1 0 0 0 0,1 1-1 0 0,-1-1 1 0 0,1-1 0 0 0,-1 1 0 0 0,0 0 0 0 0,-1-1 0 0 0,1 0 0 0 0,-1 1 0 0 0,0-1 0 0 0,3-9-1 0 0,-1 0 57 0 0,0 0 0 0 0,-1 0 0 0 0,0 0-1 0 0,-1 0 1 0 0,0-22 0 0 0,-2 18-66 0 0,-1 0 0 0 0,-6-34 0 0 0,6 47-91 0 0,0 0-1 0 0,0 0 0 0 0,-1 0 0 0 0,0 1 0 0 0,1-1 1 0 0,-2 0-1 0 0,1 1 0 0 0,0-1 0 0 0,-1 1 1 0 0,0-1-1 0 0,0 1 0 0 0,0 0 0 0 0,-1 1 1 0 0,-6-7-1 0 0,8 9-29 0 0,-1 0 0 0 0,1 0 1 0 0,-1 0-1 0 0,1 0 0 0 0,-1 0 1 0 0,0 1-1 0 0,1-1 0 0 0,-1 1 0 0 0,0 0 1 0 0,1 0-1 0 0,-1 0 0 0 0,0 0 1 0 0,1 0-1 0 0,-1 1 0 0 0,0-1 0 0 0,1 1 1 0 0,-1 0-1 0 0,1 0 0 0 0,-1-1 1 0 0,1 2-1 0 0,-1-1 0 0 0,1 0 1 0 0,-4 3-1 0 0,-4 2-16 0 0,0 1 0 0 0,1 0 0 0 0,-17 16 0 0 0,14-11 8 0 0,1 2 0 0 0,1-1-1 0 0,0 2 1 0 0,1-1 0 0 0,0 1 0 0 0,1 1-1 0 0,1 0 1 0 0,0 0 0 0 0,1 0 0 0 0,1 1-1 0 0,0-1 1 0 0,-3 28 0 0 0,1 20 26 0 0,2 0 0 0 0,4 67 0 0 0,1-87-13 0 0,0 30-13 0 0,2-2-8 0 0,-3 0 0 0 0,-22 140 1 0 0,21-201-145 0 0,-1 0 0 0 0,-1 0-1 0 0,0-1 1 0 0,0 1 0 0 0,-1-1 0 0 0,0 0 0 0 0,-1 0 0 0 0,-12 17 0 0 0,16-24 27 0 0,0 0 1 0 0,-1-1-1 0 0,1 0 1 0 0,0 1-1 0 0,-1-1 1 0 0,1 0-1 0 0,-1 0 0 0 0,0-1 1 0 0,0 1-1 0 0,1 0 1 0 0,-1-1-1 0 0,0 0 1 0 0,0 1-1 0 0,-1-1 1 0 0,1-1-1 0 0,0 1 1 0 0,0 0-1 0 0,0-1 1 0 0,-1 1-1 0 0,1-1 1 0 0,0 0-1 0 0,-1 0 1 0 0,1-1-1 0 0,0 1 1 0 0,0-1-1 0 0,-1 1 1 0 0,1-1-1 0 0,0 0 1 0 0,0 0-1 0 0,0 0 1 0 0,0-1-1 0 0,0 1 1 0 0,0-1-1 0 0,-3-2 1 0 0,0 0-70 0 0,0-1 1 0 0,1 0-1 0 0,0 0 1 0 0,0-1-1 0 0,0 1 1 0 0,1-1-1 0 0,-1 0 1 0 0,1 0 0 0 0,1-1-1 0 0,-1 1 1 0 0,1-1-1 0 0,-4-11 1 0 0,-2-10-368 0 0,-9-48 0 0 0,18 74 539 0 0,-4-16-56 0 0,1 0 0 0 0,1 0 0 0 0,1 0 1 0 0,1 0-1 0 0,1-21 0 0 0,0 30 197 0 0,1 0-1 0 0,0 1 1 0 0,0-1 0 0 0,0 1-1 0 0,1 0 1 0 0,0 0 0 0 0,1 0-1 0 0,0 0 1 0 0,0 0 0 0 0,1 1-1 0 0,0 0 1 0 0,10-13 0 0 0,-6 12 32 0 0,-1 0 0 0 0,2 1 0 0 0,-1 0 0 0 0,0 0 0 0 0,1 1 0 0 0,1 0-1 0 0,-1 1 1 0 0,1 0 0 0 0,-1 1 0 0 0,1 0 0 0 0,1 1 0 0 0,14-3 0 0 0,14 0 115 0 0,0 1 0 0 0,52 2 0 0 0,8-1 71 0 0,-53-2-1494 0 0,87-23 0 0 0,-122 25 514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8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35 294 4400 0 0,'0'-2'137'0'0,"0"-1"0"0"0,-1 1-1 0 0,1-1 1 0 0,-1 1 0 0 0,0 0 0 0 0,0-1-1 0 0,0 1 1 0 0,-1-4 0 0 0,2 6-112 0 0,0 0 0 0 0,0 0 0 0 0,0 0 0 0 0,0 0 0 0 0,0 0 0 0 0,0 0 0 0 0,0 0 0 0 0,0 0 0 0 0,0-1 0 0 0,0 1 0 0 0,-1 0 1 0 0,1 0-1 0 0,0 0 0 0 0,0 0 0 0 0,0 0 0 0 0,0 0 0 0 0,0 0 0 0 0,0 0 0 0 0,0 0 0 0 0,0-1 0 0 0,0 1 0 0 0,0 0 0 0 0,0 0 0 0 0,0 0 1 0 0,0 0-1 0 0,-1 0 0 0 0,1 0 0 0 0,0 0 0 0 0,0 0 0 0 0,0 0 0 0 0,0 0 0 0 0,0 0 0 0 0,0 0 0 0 0,0 0 0 0 0,0 0 0 0 0,-1 0 1 0 0,1 0-1 0 0,0 0 0 0 0,0 0 0 0 0,0 0 0 0 0,0 0 0 0 0,0 0 0 0 0,0 0 0 0 0,0 0 0 0 0,0 0 0 0 0,-1 0 0 0 0,1 0 0 0 0,0 0 0 0 0,0 0 1 0 0,0 0-1 0 0,0 0 0 0 0,0 0 0 0 0,0 0 0 0 0,0 0 0 0 0,0 16 638 0 0,1-5-396 0 0,-1-1 0 0 0,0 1 0 0 0,0-1 0 0 0,-2 1 0 0 0,-1 11 0 0 0,-3 27 242 0 0,-1 10-286 0 0,0 20 32 0 0,7-71-399 0 0,1 0-1 0 0,-1 0 1 0 0,1 0-1 0 0,1 0 1 0 0,-1 0 0 0 0,2 0-1 0 0,3 11 1 0 0,-6-19 120 0 0,0 1-48 0 0,1 0 0 0 0,-1 0 0 0 0,0-1 0 0 0,1 1 0 0 0,-1 0 0 0 0,0 0 0 0 0,1-1 0 0 0,-1 1 0 0 0,1 0 0 0 0,-1-1 0 0 0,1 1 0 0 0,0-1 0 0 0,-1 1 0 0 0,1 0 0 0 0,1 0 0 0 0,4 0-810 0 0</inkml:trace>
  <inkml:trace contextRef="#ctx0" brushRef="#br0" timeOffset="1">177 51 6753 0 0,'1'-8'88'0'0,"0"-19"304"0"0,-1 27-360 0 0,0-1 0 0 0,0 0-1 0 0,0 1 1 0 0,0-1 0 0 0,0 1 0 0 0,0-1-1 0 0,0 0 1 0 0,0 1 0 0 0,0-1-1 0 0,0 1 1 0 0,0-1 0 0 0,0 0 0 0 0,0 1-1 0 0,-1-1 1 0 0,1 1 0 0 0,0-1-1 0 0,0 1 1 0 0,-1-1 0 0 0,1 1 0 0 0,0-1-1 0 0,-1 1 1 0 0,1-1 0 0 0,0 1 0 0 0,-1-1-1 0 0,1 1 1 0 0,-1 0 0 0 0,0-1-1 0 0,0 1 32 0 0,-1 1-1 0 0,1-1 0 0 0,0 1 0 0 0,-1-1 0 0 0,1 1 1 0 0,0 0-1 0 0,-1-1 0 0 0,1 1 0 0 0,0 0 0 0 0,0 0 0 0 0,0 0 1 0 0,0 0-1 0 0,0 0 0 0 0,0 0 0 0 0,0 1 0 0 0,0-1 1 0 0,0 0-1 0 0,0 0 0 0 0,0 2 0 0 0,-15 28-169 0 0,14-26 166 0 0,-2 3-160 0 0,1 0 0 0 0,0 0 0 0 0,1 0 1 0 0,-3 14-1 0 0,4-19-37 0 0,1 0 0 0 0,0 0 0 0 0,-1 0 0 0 0,1 1 0 0 0,1-1 1 0 0,-1 0-1 0 0,0 0 0 0 0,1 0 0 0 0,0 0 0 0 0,-1 0 0 0 0,1 0 1 0 0,0 0-1 0 0,1 0 0 0 0,-1 0 0 0 0,0 0 0 0 0,3 2 0 0 0,4 6-690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8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38 6501 0 0,'10'-38'1288'0'0,"-8"48"-1081"0"0,-1 0 0 0 0,-1 0-1 0 0,0-1 1 0 0,-2 18 0 0 0,0 13 62 0 0,3 60-87 0 0,-15 114 0 0 0,14-204-621 0 0,0 0 0 0 0,0 0 0 0 0,1-1 0 0 0,4 19 0 0 0,-3-19-457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21 154 7549 0 0,'1'0'-2'0'0,"-1"-1"1"0"0,1 1 0 0 0,-1-1 0 0 0,1 1-1 0 0,0 0 1 0 0,0-1 0 0 0,-1 1 0 0 0,1 0-1 0 0,0 0 1 0 0,0 0 0 0 0,-1-1-1 0 0,1 1 1 0 0,0 0 0 0 0,0 0 0 0 0,-1 0-1 0 0,1 0 1 0 0,0 0 0 0 0,0 1 0 0 0,-1-1-1 0 0,1 0 1 0 0,0 0 0 0 0,0 0 0 0 0,-1 1-1 0 0,2-1 1 0 0,13 15 342 0 0,-13-13-269 0 0,-1 0-1 0 0,1-1 1 0 0,-1 1 0 0 0,1 0-1 0 0,0-1 1 0 0,0 1-1 0 0,0-1 1 0 0,0 1-1 0 0,0-1 1 0 0,0 0-1 0 0,4 2 1 0 0,4-2 101 0 0,0-1 1 0 0,0 0 0 0 0,0-1-1 0 0,0 0 1 0 0,0 0 0 0 0,-1-1-1 0 0,1 0 1 0 0,10-4-1 0 0,-4 2-134 0 0,-6 1-26 0 0,0 1-1 0 0,-1-1 0 0 0,1-1 1 0 0,-1 0-1 0 0,12-7 0 0 0,-17 9-9 0 0,0-1 0 0 0,-1 1 0 0 0,0-1 0 0 0,0 0 0 0 0,1 0 0 0 0,-2 0 0 0 0,1 0 0 0 0,0-1 0 0 0,-1 1 0 0 0,1-1 0 0 0,-1 0 0 0 0,0 1-1 0 0,0-1 1 0 0,2-8 0 0 0,-3 8-5 0 0,1-1 1 0 0,-2 0-1 0 0,1 0 0 0 0,0 0 0 0 0,-1 1 0 0 0,0-1 1 0 0,0 0-1 0 0,0 0 0 0 0,-3-9 0 0 0,3 12 1 0 0,0 1-1 0 0,-1-1 0 0 0,1 0 0 0 0,-1 1 1 0 0,0-1-1 0 0,0 1 0 0 0,1 0 0 0 0,-1-1 1 0 0,0 1-1 0 0,0 0 0 0 0,0-1 1 0 0,0 1-1 0 0,0 0 0 0 0,-1 0 0 0 0,1 0 1 0 0,0 0-1 0 0,-1 0 0 0 0,1 0 0 0 0,0 0 1 0 0,-1 0-1 0 0,1 1 0 0 0,-1-1 1 0 0,1 1-1 0 0,-1-1 0 0 0,0 1 0 0 0,1-1 1 0 0,-1 1-1 0 0,1 0 0 0 0,-1 0 1 0 0,0 0-1 0 0,1 0 0 0 0,-1 0 0 0 0,-2 0 1 0 0,-12 3 18 0 0,1 0 1 0 0,0 1-1 0 0,0 0 1 0 0,0 2 0 0 0,0-1-1 0 0,1 2 1 0 0,0 0-1 0 0,0 0 1 0 0,1 2-1 0 0,0-1 1 0 0,1 2 0 0 0,0 0-1 0 0,0 0 1 0 0,1 1-1 0 0,-15 18 1 0 0,22-23-4 0 0,0 1 0 0 0,0-1-1 0 0,0 1 1 0 0,1 0 0 0 0,-1 0 0 0 0,2 1 0 0 0,-1-1-1 0 0,1 0 1 0 0,0 1 0 0 0,1 0 0 0 0,0-1 0 0 0,0 1 0 0 0,1 11-1 0 0,0-14-12 0 0,0-1-1 0 0,1 0 1 0 0,0 1 0 0 0,-1-1-1 0 0,1 0 1 0 0,1 0-1 0 0,-1 0 1 0 0,1 0-1 0 0,0 0 1 0 0,0 0 0 0 0,0 0-1 0 0,0 0 1 0 0,0-1-1 0 0,1 1 1 0 0,0-1-1 0 0,0 0 1 0 0,0 0-1 0 0,0 0 1 0 0,0 0 0 0 0,1 0-1 0 0,-1-1 1 0 0,1 1-1 0 0,-1-1 1 0 0,1 0-1 0 0,5 2 1 0 0,3 0-231 0 0,0-1 1 0 0,1 0-1 0 0,-1 0 0 0 0,1-2 1 0 0,0 1-1 0 0,-1-1 0 0 0,1-1 0 0 0,0-1 1 0 0,0 1-1 0 0,-1-2 0 0 0,17-3 1 0 0,-1-1-759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9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280 91 6909 0 0,'5'-24'200'0'0,"-3"20"-59"0"0,-1 0-1 0 0,0 1 1 0 0,-1-1-1 0 0,1 0 1 0 0,-1 0-1 0 0,1 0 1 0 0,-2-7-1 0 0,1 10-57 0 0,-1 0-1 0 0,1-1 1 0 0,-1 1 0 0 0,1-1-1 0 0,-1 1 1 0 0,0 0-1 0 0,0-1 1 0 0,1 1-1 0 0,-1 0 1 0 0,0 0 0 0 0,0 0-1 0 0,0 0 1 0 0,0 0-1 0 0,-1 0 1 0 0,1 0-1 0 0,0 0 1 0 0,0 0 0 0 0,-1 0-1 0 0,1 1 1 0 0,0-1-1 0 0,-1 0 1 0 0,1 1-1 0 0,-1-1 1 0 0,-2 0 0 0 0,-1 0-24 0 0,0 1 0 0 0,0-1 0 0 0,0 1 0 0 0,0 0 1 0 0,0 0-1 0 0,0 0 0 0 0,0 1 0 0 0,0 0 0 0 0,0 0 1 0 0,1 0-1 0 0,-1 1 0 0 0,0-1 0 0 0,0 1 1 0 0,1 0-1 0 0,-1 0 0 0 0,-4 4 0 0 0,2-2-46 0 0,1 0 0 0 0,0 0 0 0 0,0 1 0 0 0,0 0 0 0 0,1 0 0 0 0,-1 0 0 0 0,1 1 0 0 0,1-1 0 0 0,-1 1 0 0 0,-5 10 0 0 0,9-13-16 0 0,0 0 1 0 0,0 0-1 0 0,0 0 0 0 0,0 1 0 0 0,1-1 0 0 0,-1 0 1 0 0,1 1-1 0 0,0-1 0 0 0,0 0 0 0 0,0 1 1 0 0,0-1-1 0 0,1 0 0 0 0,0 1 0 0 0,-1-1 0 0 0,1 0 1 0 0,0 0-1 0 0,0 0 0 0 0,1 0 0 0 0,-1 0 1 0 0,4 6-1 0 0,4 5 5 0 0,0-1-1 0 0,1 0 1 0 0,12 12 0 0 0,-10-12 25 0 0,34 39 175 0 0,-17-21 372 0 0,49 69 0 0 0,-77-99-563 0 0,0 1-1 0 0,1 0 1 0 0,-1 0-1 0 0,0 0 1 0 0,0 0-1 0 0,0 0 0 0 0,0 0 1 0 0,-1 0-1 0 0,1 0 1 0 0,-1 0-1 0 0,1 0 1 0 0,-1 0-1 0 0,0 0 1 0 0,1 1-1 0 0,-1-1 1 0 0,0 0-1 0 0,0 0 1 0 0,-1 0-1 0 0,1 0 1 0 0,0 1-1 0 0,-2 2 1 0 0,1-3 0 0 0,-1 0 1 0 0,1 0-1 0 0,-1-1 1 0 0,0 1-1 0 0,1 0 1 0 0,-1-1-1 0 0,0 1 1 0 0,0-1 0 0 0,0 0-1 0 0,0 1 1 0 0,0-1-1 0 0,-1 0 1 0 0,1 0-1 0 0,0 0 1 0 0,0-1-1 0 0,-1 1 1 0 0,1-1-1 0 0,0 1 1 0 0,-5-1 0 0 0,-20 3-303 0 0,0-2 0 0 0,-48-3 0 0 0,16-1-623 0 0,5 3-176 0 0,1 0-219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0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6565 0 0,'16'65'1724'0'0,"-13"-44"-1581"0"0,33 147 677 0 0,-28-137-1203 0 0,1-1 0 0 0,2 0 0 0 0,20 38 0 0 0,-22-53-304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0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6597 0 0,'0'6'52'0'0,"1"0"0"0"0,-1-1 1 0 0,1 1-1 0 0,0-1 1 0 0,1 1-1 0 0,-1-1 0 0 0,1 0 1 0 0,0 0-1 0 0,1 0 0 0 0,-1 0 1 0 0,4 6-1 0 0,5 3-149 0 0,-1 0 0 0 0,17 16 0 0 0,1 1-390 0 0,-15-16 73 0 0</inkml:trace>
  <inkml:trace contextRef="#ctx0" brushRef="#br0" timeOffset="1">245 553 4904 0 0,'0'5'84'0'0,"2"3"20"0"0,0 1 8 0 0,-2 2-4 0 0,2-7 0 0 0,-2 5-3 0 0,7-5-1 0 0,-1 4-8 0 0,5 2-108 0 0,0-4-64 0 0,4 2-84 0 0,2-2-101 0 0,2-1-103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1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4280 0 0,'-3'9'118'0'0,"0"0"-1"0"0,1 1 1 0 0,0-1-1 0 0,1 0 1 0 0,0 17-1 0 0,1-23-62 0 0,1 0 1 0 0,0-1-1 0 0,0 1 0 0 0,0-1 0 0 0,0 1 0 0 0,1-1 1 0 0,-1 0-1 0 0,0 1 0 0 0,1-1 0 0 0,0 0 1 0 0,0 0-1 0 0,0 0 0 0 0,0 0 0 0 0,3 2 1 0 0,33 26 227 0 0,-19-15-469 0 0,0 1 0 0 0,-1 1 1 0 0,-1 1-1 0 0,24 32 0 0 0,-27-32-198 0 0</inkml:trace>
  <inkml:trace contextRef="#ctx0" brushRef="#br0" timeOffset="1">507 693 4488 0 0,'14'42'66'0'0,"-4"-13"221"0"0,20 42 1 0 0,-25-61-223 0 0,0-1 1 0 0,1 0 0 0 0,1 0-1 0 0,-1 0 1 0 0,1-1 0 0 0,1 0-1 0 0,-1-1 1 0 0,10 8 0 0 0,11 3-157 0 0,0 0 1 0 0,1-3-1 0 0,1 0 1 0 0,53 18 0 0 0,-61-24-174 0 0,7 4-140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1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2752 0 0,'-2'12'-1'0'0,"1"-9"3"0"0,1 1 1 0 0,-1-1-1 0 0,0 0 1 0 0,1 0-1 0 0,0 0 1 0 0,0 0-1 0 0,0 1 1 0 0,0-1-1 0 0,1 0 1 0 0,-1 0-1 0 0,1 0 1 0 0,-1 0 0 0 0,1 0-1 0 0,0 0 1 0 0,1 0-1 0 0,-1 0 1 0 0,0 0-1 0 0,1 0 1 0 0,-1 0-1 0 0,1-1 1 0 0,3 5-1 0 0,55 55-24 0 0,23 27 68 0 0,-73-76 141 0 0,-1 1 0 0 0,0-1 0 0 0,0 2 0 0 0,-2-1 0 0 0,10 23 0 0 0,-2 7 532 0 0,24 57 559 0 0,-32-88-1293 0 0,1-1 0 0 0,0 0-1 0 0,19 21 1 0 0,-11-16-268 0 0</inkml:trace>
  <inkml:trace contextRef="#ctx0" brushRef="#br0" timeOffset="1">609 873 6065 0 0,'2'17'117'0'0,"-2"0"1"0"0,0 0 0 0 0,-1 1 0 0 0,-4 21 0 0 0,4-32-105 0 0,0 1 0 0 0,0-1 0 0 0,1 1 0 0 0,-1-1 0 0 0,2 1 0 0 0,-1-1 0 0 0,1 1 0 0 0,0-1 0 0 0,1 1 0 0 0,0-1 0 0 0,0 0 0 0 0,0 0 0 0 0,1 0 0 0 0,0 0 0 0 0,1 0 0 0 0,-1 0 0 0 0,1-1 0 0 0,0 0 0 0 0,1 0 0 0 0,0 0 0 0 0,0 0 0 0 0,0-1 0 0 0,10 9 0 0 0,112 62-209 0 0,-98-61-181 0 0,-1 1 1 0 0,0 1-1 0 0,-1 1 1 0 0,-1 2-1 0 0,33 31 0 0 0,-27-14 90 0 0,-2 1-1 0 0,-2 1 0 0 0,-1 2 0 0 0,-2 1 0 0 0,34 78 1 0 0,-53-106 406 0 0,1-1 1 0 0,0 1 0 0 0,1-1 0 0 0,0-1 0 0 0,1 1 0 0 0,1-1 0 0 0,-1-1 0 0 0,2 0-1 0 0,18 15 1 0 0,-20-18-129 0 0,1 0 0 0 0,-1 1 0 0 0,14 17 0 0 0,-4-3-121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1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3752 0 0,'11'22'-4'0'0,"0"1"4"0"0,4 1-20 0 0,-7-4 16 0 0,8-1 4 0 0,-4 3-4 0 0,1-2-4 0 0,2 3-64 0 0</inkml:trace>
  <inkml:trace contextRef="#ctx0" brushRef="#br0" timeOffset="1">501 717 5849 0 0,'4'23'116'0'0,"0"-11"-120"0"0,5 6 224 0 0,-5-2-212 0 0,5 3 216 0 0,-5-7-208 0 0,5 4 208 0 0,4-2-204 0 0,-3 0 96 0 0,5-3-168 0 0,0 1-188 0 0,3-2 44 0 0,-3 4-372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2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4936 0 0,'1'10'80'0'0,"0"1"0"0"0,5 19 0 0 0,-3-18-17 0 0,0-3-35 0 0,0-1-1 0 0,1 1 0 0 0,1-1 1 0 0,-1 0-1 0 0,1 0 0 0 0,1 0 1 0 0,-1-1-1 0 0,1 0 1 0 0,1 0-1 0 0,9 8 0 0 0,25 33-80 0 0,-30-32-60 0 0,-1-1-1 0 0,-1 2 0 0 0,0 0 1 0 0,-1 0-1 0 0,-1 0 1 0 0,0 1-1 0 0,-2 0 0 0 0,0 0 1 0 0,4 34-1 0 0,48 286-245 0 0,-47-282 478 0 0,-2 1 1 0 0,-2 0 0 0 0,-3 77-1 0 0,-1-29 625 0 0,0-69-638 0 0,1 0 0 0 0,2 0 0 0 0,1 0 0 0 0,2 0 0 0 0,1-1 0 0 0,3-1 0 0 0,0 0 0 0 0,21 39 0 0 0,-16-34-547 0 0,-8-22-22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2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26 4816 0 0,'-10'5'886'0'0,"16"3"63"0"0,0 0-614 0 0,1-2 0 0 0,-1 1 1 0 0,1-1-1 0 0,9 7 0 0 0,-8-7-267 0 0,14 12-668 0 0,0-1 0 0 0,0-1 0 0 0,45 23 0 0 0,-57-35-235 0 0</inkml:trace>
  <inkml:trace contextRef="#ctx0" brushRef="#br0" timeOffset="1">298 53 6125 0 0,'17'-51'778'0'0,"-16"51"-747"0"0,-1 0 0 0 0,0 0 0 0 0,1 0 0 0 0,-1-1-1 0 0,0 1 1 0 0,0 0 0 0 0,1 0 0 0 0,-1 0 0 0 0,1-1-1 0 0,-1 1 1 0 0,0 0 0 0 0,1 0 0 0 0,-1 0 0 0 0,0 0-1 0 0,1 0 1 0 0,-1 0 0 0 0,0 0 0 0 0,1 0 0 0 0,-1 0 0 0 0,0 0-1 0 0,1 0 1 0 0,-1 0 0 0 0,1 0 0 0 0,-1 0 0 0 0,0 1-1 0 0,1-1 1 0 0,-1 0 0 0 0,0 0 0 0 0,1 0 0 0 0,-1 0-1 0 0,0 1 1 0 0,1-1 0 0 0,-1 0 0 0 0,0 0 0 0 0,0 1 0 0 0,1-1-1 0 0,-1 0 1 0 0,0 0 0 0 0,0 1 0 0 0,0-1 0 0 0,1 0-1 0 0,-1 1 1 0 0,0-1 0 0 0,0 0 0 0 0,0 1 0 0 0,0-1-1 0 0,1 0 1 0 0,-1 1 0 0 0,10 17 640 0 0,36 106 371 0 0,-43-113-1087 0 0,8 25-222 0 0,-10-34 109 0 0,0 1 0 0 0,0-1 0 0 0,0 0-1 0 0,0 0 1 0 0,0 0 0 0 0,1 0 0 0 0,-1 0 0 0 0,0 0 0 0 0,1 0 0 0 0,0 0 0 0 0,2 2 0 0 0,0-4-830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3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39 6249 0 0,'-4'-37'3262'0'0,"5"36"-3233"0"0,0 1 0 0 0,-1 0 0 0 0,1 0 0 0 0,0 0 0 0 0,0-1 0 0 0,0 1 0 0 0,0 0 1 0 0,0 0-1 0 0,0 0 0 0 0,0 0 0 0 0,0 1 0 0 0,0-1 0 0 0,-1 0 0 0 0,1 0 0 0 0,0 0 0 0 0,0 1 0 0 0,0-1 0 0 0,0 0 0 0 0,1 2 1 0 0,22 6 25 0 0,10 5 124 0 0,-1 2 0 0 0,0 2 0 0 0,-1 1 0 0 0,-1 1 0 0 0,0 2 0 0 0,-2 1 0 0 0,46 43 0 0 0,140 182 605 0 0,-138-152-764 0 0,1-11 15 0 0,-52-58-32 0 0,-1 1 1 0 0,-2 1 0 0 0,36 54-1 0 0,23 77 11 0 0,-44-82 51 0 0,55 83-1 0 0,-73-135-48 0 0,1-1 0 0 0,1 0 0 0 0,1-2 0 0 0,1 0 0 0 0,29 19 0 0 0,47 43 12 0 0,-91-76-37 0 0,-6-5 3 0 0,1 0-1 0 0,0 0 1 0 0,-1 0 0 0 0,0 0-1 0 0,0 1 1 0 0,0-1-1 0 0,0 1 1 0 0,-1 0-1 0 0,1 0 1 0 0,3 8-1 0 0,-27-30-5191 0 0,16 14 4005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3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3 4136 0 0,'-29'0'278'0'0,"27"-1"-215"0"0,-1 1 1 0 0,0-1 0 0 0,1 1-1 0 0,-1 0 1 0 0,1 0-1 0 0,-1 0 1 0 0,1 0 0 0 0,-1 0-1 0 0,1 1 1 0 0,-1-1 0 0 0,1 1-1 0 0,-1 0 1 0 0,1-1-1 0 0,-1 1 1 0 0,1 0 0 0 0,-4 3-1 0 0,6-4-42 0 0,0 0 0 0 0,-1 0-1 0 0,1 1 1 0 0,0-1 0 0 0,-1 0 0 0 0,1 1-1 0 0,0-1 1 0 0,-1 1 0 0 0,1-1 0 0 0,0 0-1 0 0,0 1 1 0 0,0-1 0 0 0,-1 1 0 0 0,1-1-1 0 0,0 0 1 0 0,0 1 0 0 0,0-1 0 0 0,0 1-1 0 0,0-1 1 0 0,0 1 0 0 0,0-1-1 0 0,0 0 1 0 0,0 1 0 0 0,0-1 0 0 0,0 1-1 0 0,0-1 1 0 0,0 1 0 0 0,0-1 0 0 0,0 1-1 0 0,1 0 1 0 0,11 10 343 0 0,-7-9-339 0 0,-1-1 1 0 0,0 1-1 0 0,0-1 0 0 0,1 1 1 0 0,6 0-1 0 0,-3-2-30 0 0,-1 0-1 0 0,0 0 1 0 0,1-1 0 0 0,-1 0-1 0 0,11-4 1 0 0,13-1-12 0 0,-21 6-48 0 0,-8 2-291 0 0,6 7-173 0 0,0-4 260 0 0,-5-4 358 0 0,-1 1 0 0 0,1-1 0 0 0,-1 1 0 0 0,1 0 0 0 0,-1-1-1 0 0,0 1 1 0 0,0 0 0 0 0,0 1 0 0 0,3 3 0 0 0,1 0 60 0 0,-1-1 0 0 0,1 0 1 0 0,0 0-1 0 0,1-1 0 0 0,-1 0 1 0 0,1 0-1 0 0,0 0 0 0 0,-1-1 1 0 0,2 0-1 0 0,-1 0 0 0 0,8 1 1 0 0,2 3-7 0 0,-10-5-213 0 0,-1 0 1 0 0,1-1-1 0 0,0 1 0 0 0,-1-1 0 0 0,1-1 0 0 0,0 1 1 0 0,0-1-1 0 0,0 0 0 0 0,-1-1 0 0 0,1 0 1 0 0,0 0-1 0 0,10-3 0 0 0,5-3-199 0 0,0-1-1 0 0,27-13 0 0 0,-41 17 288 0 0,0-2 191 0 0,-11 1-13 0 0,-21-3 49 0 0,-3-1-415 0 0,-2-14-609 0 0,17 13 207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4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 6033 0 0,'-15'1'269'0'0,"0"0"1"0"0,-21-1 0 0 0,10-1 212 0 0,33 2-480 0 0,1 1 1 0 0,-1 0-1 0 0,1 0 0 0 0,12 6 1 0 0,0 0 1 0 0,144 41 140 0 0,51 19 279 0 0,-51 0 39 0 0,282 163 0 0 0,-267-109-293 0 0,-94-61-140 0 0,138 81-79 0 0,-141-91 30 0 0,9 6 8 0 0,297 175 34 0 0,-343-207-17 0 0,82 62-1 0 0,29 43 51 0 0,17 13 18 0 0,-152-132-71 0 0,-17-11-3 0 0,-12-4-23 0 0,8 4 13 0 0,-1 0 0 0 0,0 0 0 0 0,1 0 0 0 0,-1 0 0 0 0,1 0 0 0 0,-1 0 0 0 0,0 0 0 0 0,1 0 0 0 0,-1 0 0 0 0,1 0 0 0 0,-1 0 0 0 0,0 1 0 0 0,1-1 0 0 0,-1 0 0 0 0,1 0 0 0 0,-1 1 0 0 0,1-1 0 0 0,-1 0 0 0 0,1 1 0 0 0,-1-1 0 0 0,1 1 0 0 0,-1-1 0 0 0,1 0 0 0 0,-1 1 1 0 0,1-1-1 0 0,0 1 0 0 0,-1-1 0 0 0,1 1 0 0 0,0 0 0 0 0,-1-1 0 0 0,1 1 0 0 0,0-1 0 0 0,0 1 0 0 0,0-1 0 0 0,-1 2 0 0 0,-6 23-1601 0 0,6-24 1279 0 0,1 4-413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4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 3988 0 0,'-40'26'68'0'0,"32"-21"401"0"0,0 0-336 0 0,-25 18 3 0 0,25-18 2105 0 0,18 4-2159 0 0,72 48-76 0 0,-66-45-34 0 0,17 9-1 0 0,-32-20 28 0 0,1 0 1 0 0,-1-1-1 0 0,1 1 1 0 0,-1-1-1 0 0,1 1 1 0 0,0-1-1 0 0,-1 1 1 0 0,1-1-1 0 0,0 0 1 0 0,-1 1 0 0 0,1-1-1 0 0,0 0 1 0 0,-1 0-1 0 0,1-1 1 0 0,0 1-1 0 0,5-2 2385 0 0,1-10-1667 0 0,23-36 27 0 0,-23 36 2588 0 0,1 25-3280 0 0,29 42-180 0 0,-29-41-271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9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212 100 8133 0 0,'20'-31'66'0'0,"-17"26"46"0"0,0 0 0 0 0,0 0 0 0 0,0 0 0 0 0,1 0 1 0 0,0 0-1 0 0,0 1 0 0 0,0 0 0 0 0,9-8 0 0 0,-8 9-63 0 0,22-12 783 0 0,-27 14-818 0 0,0 1-1 0 0,0 0 0 0 0,1 0 0 0 0,-1 0 1 0 0,0 0-1 0 0,0 0 0 0 0,1 0 1 0 0,-1 0-1 0 0,0 0 0 0 0,0 0 0 0 0,0 0 1 0 0,1 0-1 0 0,-1 0 0 0 0,0 0 1 0 0,0 0-1 0 0,0 1 0 0 0,1-1 0 0 0,-1 0 1 0 0,0 0-1 0 0,0 0 0 0 0,0 0 1 0 0,1 0-1 0 0,-1 0 0 0 0,0 0 0 0 0,0 1 1 0 0,0-1-1 0 0,0 0 0 0 0,1 0 1 0 0,-1 0-1 0 0,0 0 0 0 0,0 1 0 0 0,0-1 1 0 0,0 0-1 0 0,0 0 0 0 0,0 0 1 0 0,0 1-1 0 0,0-1 0 0 0,-2 18 343 0 0,-31 86 175 0 0,-53 159-165 0 0,-22-8-275 0 0,35-88 53 0 0,66-138-80 0 0,7-28-58 0 0,-1-1 0 0 0,1 1 0 0 0,0 0 1 0 0,0-1-1 0 0,0 1 0 0 0,0 0 0 0 0,-1-1 0 0 0,1 1 0 0 0,0 0 1 0 0,0-1-1 0 0,0 1 0 0 0,1 0 0 0 0,-1-1 0 0 0,0 1 0 0 0,0 0 0 0 0,0-1 1 0 0,0 1-1 0 0,1 0 0 0 0,-1-1 0 0 0,0 1 0 0 0,0-1 0 0 0,1 1 1 0 0,-1 0-1 0 0,1-1 0 0 0,-1 1 0 0 0,0-1 0 0 0,1 1 0 0 0,-1-1 1 0 0,1 1-1 0 0,-1-1 0 0 0,1 0 0 0 0,0 1 0 0 0,-1-1 0 0 0,1 1 0 0 0,-1-1 1 0 0,2 0-1 0 0,1-1 23 0 0,0 0 0 0 0,0 0 0 0 0,0-1 0 0 0,0 1 0 0 0,0-1 0 0 0,0 0 0 0 0,0 0 0 0 0,-1 0 1 0 0,5-4-1 0 0,5-3-6 0 0,20-11-842 0 0,0 2 0 0 0,2 2 0 0 0,-1 1 0 0 0,72-21 0 0 0,-75 28-69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9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252 276 6689 0 0,'-8'-2'-17'0'0,"-227"-89"625"0"0,235 91-593 0 0,0 0 1 0 0,-1 0-1 0 0,1 0 0 0 0,-1 0 1 0 0,1 0-1 0 0,-1 0 0 0 0,1-1 1 0 0,0 1-1 0 0,-1 0 1 0 0,1 0-1 0 0,0 0 0 0 0,-1-1 1 0 0,1 1-1 0 0,0 0 0 0 0,-1 0 1 0 0,1-1-1 0 0,0 1 0 0 0,-1 0 1 0 0,1 0-1 0 0,0-1 0 0 0,0 1 1 0 0,-1 0-1 0 0,1-1 0 0 0,0 1 1 0 0,0-1-1 0 0,0 1 0 0 0,-1 0 1 0 0,1-1-1 0 0,0 1 1 0 0,0-1-1 0 0,11-3 189 0 0,21 2-144 0 0,695 22 210 0 0,-338-5-279 0 0,935-7 48 0 0,0-43 144 0 0,-330 5 722 0 0,-956 29-861 0 0,88-6 139 0 0,-106 5-95 0 0,0-1-1 0 0,-1-1 1 0 0,1 0-1 0 0,19-8 1 0 0,-37 11-71 0 0,0 1 1 0 0,-1-1 0 0 0,1 0-1 0 0,0 1 1 0 0,-1-1-1 0 0,1 0 1 0 0,0 0-1 0 0,-1 0 1 0 0,1 0 0 0 0,-1-1-1 0 0,1 1 1 0 0,-1 0-1 0 0,0 0 1 0 0,0-1-1 0 0,1 1 1 0 0,-1-1-1 0 0,1-2 1 0 0,-2 3-5 0 0,1 0 1 0 0,-1 0-1 0 0,0 0 1 0 0,0 0-1 0 0,0 0 0 0 0,0 0 1 0 0,-1 0-1 0 0,1 0 0 0 0,0 0 1 0 0,0 0-1 0 0,-1 0 1 0 0,1 0-1 0 0,0 0 0 0 0,-1 1 1 0 0,1-1-1 0 0,-1 0 0 0 0,1 0 1 0 0,-1 0-1 0 0,1 0 1 0 0,-1 1-1 0 0,0-1 0 0 0,1 0 1 0 0,-2 0-1 0 0,-4-4 45 0 0,-1 0 0 0 0,0 0 1 0 0,0 1-1 0 0,0 0 0 0 0,-15-5 0 0 0,-3 0-4 0 0,-1 1 0 0 0,0 2 1 0 0,-1 0-1 0 0,1 2 0 0 0,-1 1 0 0 0,0 1 0 0 0,-38 3 0 0 0,62-1-53 0 0,0 0 0 0 0,0 0 0 0 0,1 1 0 0 0,-1-1-1 0 0,0 1 1 0 0,0-1 0 0 0,1 1 0 0 0,-1 0 0 0 0,0 0-1 0 0,1 0 1 0 0,-1 1 0 0 0,1-1 0 0 0,-1 1 0 0 0,1-1-1 0 0,0 1 1 0 0,0 0 0 0 0,-1 0 0 0 0,1 0 0 0 0,1 0-1 0 0,-1 0 1 0 0,-3 4 0 0 0,1 2 6 0 0,1 0-1 0 0,-1 0 1 0 0,1 0-1 0 0,1 0 1 0 0,-3 14-1 0 0,4-17-2 0 0,-16 92 93 0 0,8-31-64 0 0,-61 217 543 0 0,-21-5 24 0 0,61-190-595 0 0,-7 16 26 0 0,11-34-5 0 0,-28 121-1 0 0,47-152-30 0 0,4-16 7 0 0,-2 0 0 0 0,-12 37 0 0 0,17-59-3 0 0,-1 0 1 0 0,1-1-1 0 0,-1 1 0 0 0,1 0 1 0 0,-1-1-1 0 0,0 1 0 0 0,0-1 1 0 0,1 1-1 0 0,-1-1 0 0 0,0 1 0 0 0,0-1 1 0 0,1 0-1 0 0,-1 1 0 0 0,0-1 1 0 0,0 0-1 0 0,0 0 0 0 0,0 0 1 0 0,0 1-1 0 0,1-1 0 0 0,-1 0 0 0 0,0 0 1 0 0,0 0-1 0 0,0 0 0 0 0,0-1 1 0 0,0 1-1 0 0,-1 0 0 0 0,-33-7 8 0 0,21 3 5 0 0,-750-91-5 0 0,458 65 1 0 0,-1497-117 11 0 0,1438 139-35 0 0,2 31-4 0 0,330-20 9 0 0,-1 3 0 0 0,1 0 1 0 0,-36 14-1 0 0,65-19-8 0 0,1 0 0 0 0,0 0-1 0 0,0 1 1 0 0,0-1 0 0 0,1 1 0 0 0,-1 0 0 0 0,0 0 0 0 0,1 0 0 0 0,-1 0-1 0 0,1 0 1 0 0,-4 5 0 0 0,5-7-1 0 0,1 1 1 0 0,-1 0-1 0 0,1 0 1 0 0,-1 0-1 0 0,1 0 0 0 0,0 0 1 0 0,0 0-1 0 0,-1 0 0 0 0,1 0 1 0 0,0 0-1 0 0,0 0 1 0 0,0 0-1 0 0,0 0 0 0 0,0 0 1 0 0,0 0-1 0 0,0 0 0 0 0,0 0 1 0 0,1 0-1 0 0,-1 0 1 0 0,0 0-1 0 0,1 0 0 0 0,-1 0 1 0 0,1 0-1 0 0,-1 0 0 0 0,1 0 1 0 0,-1 0-1 0 0,1 0 1 0 0,-1-1-1 0 0,1 1 0 0 0,0 0 1 0 0,-1 0-1 0 0,1-1 0 0 0,0 1 1 0 0,0 0-1 0 0,0-1 1 0 0,0 1-1 0 0,-1-1 0 0 0,1 1 1 0 0,1 0-1 0 0,8 4-252 0 0,0 0 0 0 0,0-1 1 0 0,0 0-1 0 0,0 0 0 0 0,1-1 0 0 0,-1 0 0 0 0,1-1 0 0 0,0 0 0 0 0,0-1 1 0 0,-1 0-1 0 0,13-1 0 0 0,20-1-704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1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14797 2405 5088 0 0,'3'-4'27'0'0,"0"1"-1"0"0,-1 0 1 0 0,1 0-1 0 0,-1-1 0 0 0,1 1 1 0 0,-1-1-1 0 0,0 0 0 0 0,-1 0 1 0 0,1 0-1 0 0,1-7 0 0 0,-2 9 35 0 0,0 0 0 0 0,-1 0 0 0 0,1 0 0 0 0,-1 0 1 0 0,1 0-1 0 0,-1 0 0 0 0,0 0 0 0 0,0 0 0 0 0,0 0 0 0 0,0 0 0 0 0,0 0 0 0 0,0 0 0 0 0,-1 0 0 0 0,1 0 0 0 0,-1 0 0 0 0,1 0 0 0 0,-1 0 0 0 0,0 0 0 0 0,0 0 0 0 0,0 0 0 0 0,0 0 0 0 0,0 0 0 0 0,-1-1 0 0 0,-1 1-41 0 0,1 1 0 0 0,0-1 0 0 0,-1 1 0 0 0,1 0 0 0 0,-1 0 0 0 0,1 0 0 0 0,-1 0 0 0 0,0 0 0 0 0,1 1 0 0 0,-1-1 0 0 0,0 1 0 0 0,0-1 0 0 0,1 1 0 0 0,-1 0 0 0 0,0 0 0 0 0,-4 1 0 0 0,-5 1-98 0 0,0 1 1 0 0,-18 6 0 0 0,9-3 137 0 0,-766 185 3 0 0,519-139-73 0 0,-351 23-1 0 0,-277-32-21 0 0,871-42 36 0 0,-296 9 1 0 0,-1531 41 52 0 0,4-62-44 0 0,1695 6-3 0 0,-1032-49-5 0 0,12-92-25 0 0,587 18 489 0 0,6-26 0 0 0,-679-277-1 0 0,951 300 112 0 0,-453-264 1 0 0,579 289-555 0 0,-752-467 392 0 0,368 151 286 0 0,439 327-634 0 0,73 56 32 0 0,11 13 40 0 0,42 30-202 0 0,7 7-8 0 0,6 9-10 0 0,5 11 81 0 0,-14-24 5 0 0,0-1-1 0 0,1 1 1 0 0,0 0 0 0 0,0-1 0 0 0,0 0-1 0 0,1 0 1 0 0,0 0 0 0 0,0-1 0 0 0,10 8-1 0 0,-61-62 247 0 0,36 42-272 0 0,0 0-1 0 0,-1 1 0 0 0,0 0 0 0 0,-19-7 0 0 0,19 8 29 0 0,1 1 0 0 0,-1-2 0 0 0,1 1-1 0 0,0-2 1 0 0,-11-8 0 0 0,20 15-6 0 0,0-1-1 0 0,1 0 1 0 0,-1 1-1 0 0,1-1 1 0 0,-1 0-1 0 0,0 0 1 0 0,1 0 0 0 0,0 0-1 0 0,-1 0 1 0 0,1 1-1 0 0,-1-1 1 0 0,1 0-1 0 0,0 0 1 0 0,0 0 0 0 0,0 0-1 0 0,0 0 1 0 0,-1 0-1 0 0,1 0 1 0 0,0 0-1 0 0,1 0 1 0 0,-1 0 0 0 0,0 0-1 0 0,0 0 1 0 0,0 0-1 0 0,1 0 1 0 0,-1 0-1 0 0,1-1 1 0 0,-1 2-9 0 0,0 0 0 0 0,0-1-1 0 0,0 1 1 0 0,0 0 0 0 0,0 0 0 0 0,0 0 0 0 0,1 0-1 0 0,-1 0 1 0 0,0 0 0 0 0,0-1 0 0 0,0 1 0 0 0,0 0-1 0 0,0 0 1 0 0,1 0 0 0 0,-1 0 0 0 0,0 0 0 0 0,0 0-1 0 0,0 0 1 0 0,0 0 0 0 0,1 0 0 0 0,-1 0 0 0 0,0 0-1 0 0,0 0 1 0 0,0 0 0 0 0,0 0 0 0 0,1 0 0 0 0,-1 0-1 0 0,0 0 1 0 0,0 0 0 0 0,0 0 0 0 0,0 0 0 0 0,1 0-1 0 0,-1 0 1 0 0,0 0 0 0 0,0 0 0 0 0,0 0 0 0 0,0 0-1 0 0,1 0 1 0 0,-1 0 0 0 0,0 0 0 0 0,0 1 0 0 0,0-1-13 0 0,0 0 1 0 0,1 1-1 0 0,-1-1 1 0 0,0 0-1 0 0,0 0 0 0 0,0 1 1 0 0,0-1-1 0 0,0 0 1 0 0,0 1-1 0 0,0-1 1 0 0,0 0-1 0 0,0 0 1 0 0,0 1-1 0 0,0-1 1 0 0,0 0-1 0 0,0 0 1 0 0,0 1-1 0 0,-1-1 1 0 0,1 0-1 0 0,0 1 1 0 0,0-1-1 0 0,0 0 1 0 0,0 0-1 0 0,0 1 0 0 0,-1-1 1 0 0,1 0-1 0 0,0 0 1 0 0,0 0-1 0 0,0 1 1 0 0,-1-1-1 0 0,1 0 1 0 0,0 0-1 0 0,-11 9-622 0 0,1-1 0 0 0,-16 9 0 0 0,25-16 431 0 0,1-1 159 0 0,0 0 0 0 0,-1 1-1 0 0,1-1 1 0 0,0 0 0 0 0,0 0 0 0 0,-1 0 0 0 0,1 1 0 0 0,0-1 0 0 0,0 0-1 0 0,-1 0 1 0 0,1 0 0 0 0,0 0 0 0 0,0 0 0 0 0,-1 0 0 0 0,1 0-1 0 0,0 1 1 0 0,-1-1 0 0 0,1 0 0 0 0,0 0 0 0 0,-1 0 0 0 0,1 0 0 0 0,0 0-1 0 0,-1 0 1 0 0,1 0 0 0 0,0-1 0 0 0,0 1 0 0 0,-1 0 0 0 0,-3-2-672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2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 54 8297 0 0,'2'-15'26'0'0,"-2"-6"270"0"0,0 20-281 0 0,-1 0-1 0 0,1 1 1 0 0,-1-1-1 0 0,1 0 1 0 0,-1 0-1 0 0,1 1 1 0 0,-1-1-1 0 0,0 0 0 0 0,1 1 1 0 0,-1-1-1 0 0,0 0 1 0 0,1 1-1 0 0,-1-1 1 0 0,0 1-1 0 0,0-1 1 0 0,0 1-1 0 0,1 0 1 0 0,-1-1-1 0 0,0 1 1 0 0,0 0-1 0 0,0 0 1 0 0,-1-1-1 0 0,-16-1 32 0 0,0 0 0 0 0,0 1 0 0 0,0 1-1 0 0,0 1 1 0 0,0 0 0 0 0,-30 7 0 0 0,22-4-19 0 0,-220 42 9 0 0,-20 2-24 0 0,257-48-30 0 0,-15 3 17 0 0,23-3-3 0 0,1 0 0 0 0,-1 0 0 0 0,0 0 0 0 0,1 0 0 0 0,-1 0 0 0 0,0 0 0 0 0,1 0-1 0 0,-1 1 1 0 0,1-1 0 0 0,-1 0 0 0 0,0 0 0 0 0,1 1 0 0 0,-1-1 0 0 0,1 0 0 0 0,-1 1 0 0 0,0-1 0 0 0,1 0 0 0 0,-1 1 0 0 0,1-1 0 0 0,0 1 0 0 0,-1 0 0 0 0,2 1-15 0 0,0 0 1 0 0,0 0 0 0 0,1 0 0 0 0,-1 0-1 0 0,1-1 1 0 0,-1 1 0 0 0,1 0 0 0 0,0-1 0 0 0,3 3-1 0 0,2 2-15 0 0,105 110 227 0 0,-53-58-85 0 0,92 119 1 0 0,-134-150-389 0 0,-1 0 0 0 0,-1 1 0 0 0,-2 1-1 0 0,-1 0 1 0 0,-1 0 0 0 0,-2 1 0 0 0,10 50 0 0 0,-17-64-303 0 0,1 0-1 0 0,-1 20 1 0 0,-2-20 57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2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10 8297 0 0,'-7'-3'110'0'0,"0"2"0"0"0,0-1 1 0 0,0 1-1 0 0,-15-1 0 0 0,21 2-82 0 0,0 0 0 0 0,-1 0-1 0 0,1 0 1 0 0,0 0 0 0 0,0 0-1 0 0,0 1 1 0 0,-1-1 0 0 0,1 0 0 0 0,0 1-1 0 0,0-1 1 0 0,0 1 0 0 0,-1-1 0 0 0,1 1-1 0 0,0-1 1 0 0,0 1 0 0 0,0 0 0 0 0,0 0-1 0 0,0 0 1 0 0,0-1 0 0 0,0 1-1 0 0,1 0 1 0 0,-1 0 0 0 0,0 0 0 0 0,0 0-1 0 0,1 0 1 0 0,-1 0 0 0 0,1 1 0 0 0,-1-1-1 0 0,1 0 1 0 0,-1 0 0 0 0,1 0 0 0 0,0 1-1 0 0,-1-1 1 0 0,1 0 0 0 0,0 0-1 0 0,0 2 1 0 0,-1 25 179 0 0,2 0 0 0 0,1-1 0 0 0,1 1 0 0 0,11 44 0 0 0,-2-26 120 0 0,35 82-1 0 0,-16-60 24 0 0,53 82-1 0 0,51 57 76 0 0,-120-185-382 0 0,585 766-1606 0 0,-597-785 1447 0 0,-2-2-1 0 0,0 0 0 0 0,0 1 0 0 0,0-1 0 0 0,1 0 0 0 0,-1 1 1 0 0,0-1-1 0 0,1 0 0 0 0,-1 0 0 0 0,1 0 0 0 0,-1 0 0 0 0,1 0 0 0 0,0-1 0 0 0,1 2 1 0 0,2-3-953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3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1501 97 8037 0 0,'-3'-83'843'0'0,"4"83"-810"0"0,-1-1 1 0 0,0 0-1 0 0,0 1 0 0 0,0-1 1 0 0,0 0-1 0 0,0 1 0 0 0,0-1 1 0 0,-1 0-1 0 0,1 1 0 0 0,0-1 0 0 0,0 0 1 0 0,0 1-1 0 0,-1-1 0 0 0,1 1 1 0 0,0-1-1 0 0,-1 0 0 0 0,1 1 0 0 0,0-1 1 0 0,-1 1-1 0 0,0-1 0 0 0,1 1-6 0 0,-1 0 0 0 0,1-1-1 0 0,-1 1 1 0 0,1 0-1 0 0,0 0 1 0 0,-1 0 0 0 0,1 0-1 0 0,-1 0 1 0 0,1 0-1 0 0,-1 0 1 0 0,1 0 0 0 0,-1 0-1 0 0,1 0 1 0 0,-1 1-1 0 0,1-1 1 0 0,0 0 0 0 0,-1 0-1 0 0,1 0 1 0 0,-1 0-1 0 0,1 1 1 0 0,0-1 0 0 0,-1 0-1 0 0,-25 24 821 0 0,18-17-694 0 0,-324 302 2787 0 0,-160 147-981 0 0,-8-8-3828 0 0,374-341 437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0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14 3844 0 0,'25'-1'1234'0'0,"-25"1"-1215"0"0,0 0-1 0 0,0 0 1 0 0,0 0 0 0 0,0 0 0 0 0,0 0 0 0 0,1 0-1 0 0,-1 0 1 0 0,0 0 0 0 0,0 0 0 0 0,0 0 0 0 0,0 0-1 0 0,0 0 1 0 0,0 0 0 0 0,0 0 0 0 0,1 0 0 0 0,-1 0-1 0 0,0 0 1 0 0,0 0 0 0 0,0 0 0 0 0,0 0 0 0 0,0 0 0 0 0,0 0-1 0 0,0 0 1 0 0,0 0 0 0 0,1 0 0 0 0,-1 0 0 0 0,0 0-1 0 0,0 0 1 0 0,0-1 0 0 0,0 1 0 0 0,0 0 0 0 0,0 0-1 0 0,0 0 1 0 0,0 0 0 0 0,0 0 0 0 0,0 0 0 0 0,0 0-1 0 0,0 0 1 0 0,0-1 0 0 0,0 1 0 0 0,0 0 0 0 0,0 0-1 0 0,0 0 1 0 0,0 0 0 0 0,0 0 0 0 0,0 0 0 0 0,0 0-1 0 0,0-1 1 0 0,0 1 0 0 0,0 0 0 0 0,0 0 0 0 0,0 0-1 0 0,0 0 1 0 0,0 0 0 0 0,0 0 0 0 0,0 0 0 0 0,0 0 0 0 0,0-1-1 0 0,0 1 1 0 0,0 0 0 0 0,-10-4 642 0 0,-9 0 1257 0 0,20 4-1882 0 0,-1 0 0 0 0,1 0 0 0 0,0 0 0 0 0,0 0 0 0 0,0 0 1 0 0,-1 1-1 0 0,1-1 0 0 0,0 0 0 0 0,0 1 0 0 0,0-1 0 0 0,-1 0 0 0 0,1 1 0 0 0,0-1 0 0 0,-1 1 0 0 0,1-1 0 0 0,0 1 0 0 0,-1 0 0 0 0,1-1 0 0 0,-1 1 0 0 0,1-1 0 0 0,0 2 0 0 0,8 21 443 0 0,-7-7-229 0 0,2 30 0 0 0,-3-27-75 0 0,4 209 877 0 0,-5-212-1025 0 0,0 14 25 0 0,7 182 74 0 0,2-87-788 0 0,-9-118 489 0 0,0-1-1 0 0,0 1 1 0 0,0 0 0 0 0,-1-1 0 0 0,0 1 0 0 0,-1-1 0 0 0,1 1 0 0 0,-1-1-1 0 0,0 0 1 0 0,-1 0 0 0 0,0 1 0 0 0,-6 9 0 0 0,-2 6-906 0 0,10-20 943 0 0,0 0 0 0 0,0 0 0 0 0,0 0 0 0 0,0 0 0 0 0,0 0 0 0 0,0-1 0 0 0,0 1 0 0 0,-1 0 0 0 0,1 0 0 0 0,-1-1 0 0 0,1 1 0 0 0,-1-1 0 0 0,1 1 0 0 0,-1-1 0 0 0,0 0 0 0 0,0 0 0 0 0,0 0 0 0 0,0 0 0 0 0,0 0 0 0 0,-3 1 0 0 0,-1 1-344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0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1119 6657 0 0,'-5'-2'77'0'0,"2"1"-32"0"0,0-1 1 0 0,1 1-1 0 0,-1 0 0 0 0,0-1 1 0 0,1 1-1 0 0,0-1 0 0 0,-1 0 1 0 0,1 1-1 0 0,-3-4 0 0 0,29-1 1079 0 0,326-39 831 0 0,-179 29-2505 0 0,-140 11-324 0 0,-30 5 808 0 0,0 0 0 0 0,0-1 1 0 0,0 1-1 0 0,0 0 0 0 0,1-1 1 0 0,-1 1-1 0 0,0-1 0 0 0,0 0 1 0 0,0 1-1 0 0,0-1 0 0 0,-1 0 1 0 0,1 1-1 0 0,0-1 0 0 0,0 0 1 0 0,0 0-1 0 0,0 0 0 0 0,-1 1 0 0 0,1-1 1 0 0,0 0-1 0 0,-1 0 0 0 0,1 0 1 0 0,-1 0-1 0 0,1-2 0 0 0,-1 2-6 0 0,0 0 0 0 0,0 0-1 0 0,-1 0 1 0 0,1 0 0 0 0,0 0-1 0 0,-1 0 1 0 0,1 0 0 0 0,-1 0-1 0 0,1 0 1 0 0,-1 0 0 0 0,0 0-1 0 0,1 0 1 0 0,-1 0 0 0 0,0 0-1 0 0,0 0 1 0 0,1 1 0 0 0,-1-1-1 0 0,0 0 1 0 0,-2-1 0 0 0,-20-13-635 0 0,21 14 608 0 0,-16-8-137 0 0,0 1-1 0 0,-1 1 0 0 0,0 1 1 0 0,-19-4-1 0 0,-17-5 16 0 0,23 3 226 0 0,0 0-1 0 0,1-2 1 0 0,0-2 0 0 0,1-1-1 0 0,1-1 1 0 0,1-1-1 0 0,-37-33 1 0 0,49 38 107 0 0,1-1 0 0 0,1 0 0 0 0,1-1 0 0 0,0 0 0 0 0,1-2 0 0 0,1 1 0 0 0,1-1 0 0 0,0-1-1 0 0,1 0 1 0 0,1 0 0 0 0,1 0 0 0 0,1-1 0 0 0,-5-28 0 0 0,7 26 0 0 0,1-1-1 0 0,1 0 1 0 0,2 0-1 0 0,0 0 1 0 0,1 0 0 0 0,2 0-1 0 0,0 1 1 0 0,10-36-1 0 0,-9 44-78 0 0,1 1-1 0 0,0 0 1 0 0,1 0 0 0 0,1 0-1 0 0,0 1 1 0 0,0 0-1 0 0,2 0 1 0 0,-1 1 0 0 0,1 0-1 0 0,1 0 1 0 0,0 1-1 0 0,0 1 1 0 0,1-1-1 0 0,24-14 1 0 0,-21 16 3 0 0,1 0-1 0 0,0 1 1 0 0,0 0 0 0 0,0 1 0 0 0,1 1-1 0 0,0 1 1 0 0,30-5 0 0 0,-35 8-39 0 0,1 0 1 0 0,-1 1 0 0 0,0 0-1 0 0,0 1 1 0 0,0 0-1 0 0,0 1 1 0 0,0 0 0 0 0,0 1-1 0 0,0 0 1 0 0,0 0-1 0 0,-1 1 1 0 0,15 8 0 0 0,-4 0-150 0 0,-1 1 1 0 0,0 0-1 0 0,-1 2 1 0 0,-1 0-1 0 0,0 1 1 0 0,0 1 0 0 0,27 35-1 0 0,-25-21-357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1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0 343 5665 0 0,'6'-1'48'0'0,"30"0"299"0"0,-36 1-324 0 0,1 0 1 0 0,0 0 0 0 0,0 0 0 0 0,0 0-1 0 0,0 0 1 0 0,0 0 0 0 0,0 0-1 0 0,0 1 1 0 0,0-1 0 0 0,0 0-1 0 0,0 1 1 0 0,-1-1 0 0 0,1 1 0 0 0,0-1-1 0 0,0 1 1 0 0,0-1 0 0 0,-1 1-1 0 0,1-1 1 0 0,0 1 0 0 0,0 0 0 0 0,-1-1-1 0 0,1 1 1 0 0,-1 0 0 0 0,1 0-1 0 0,-1-1 1 0 0,1 1 0 0 0,-1 0 0 0 0,1 2-1 0 0,0 8 131 0 0,0 0-1 0 0,-1 0 0 0 0,-1 0 1 0 0,-2 20-1 0 0,3-25-96 0 0,0 0 1 0 0,0 0-1 0 0,0-1 1 0 0,1 1-1 0 0,0-1 1 0 0,3 10-1 0 0,3 25 99 0 0,-7-27-141 0 0,-1 0 0 0 0,0 1-1 0 0,-1-1 1 0 0,0 0 0 0 0,-5 16 0 0 0,5-27 50 0 0,0-9-17 0 0,0-8 11 0 0,3-13-67 0 0,0 1-1 0 0,2 0 0 0 0,1 0 0 0 0,8-27 0 0 0,-7 38 37 0 0,0 0 0 0 0,0 1-1 0 0,2 0 1 0 0,0 0 0 0 0,0 0-1 0 0,2 1 1 0 0,19-26 0 0 0,-27 39-22 0 0,0 0 0 0 0,0 0 1 0 0,0 0-1 0 0,0 0 0 0 0,0 0 0 0 0,0 0 1 0 0,1 0-1 0 0,-1 0 0 0 0,0 0 0 0 0,1 1 1 0 0,-1-1-1 0 0,2 0 0 0 0,-2 1-2 0 0,0-1 0 0 0,-1 1 0 0 0,1 0 0 0 0,0 0 0 0 0,0 0 0 0 0,-1 0 0 0 0,1 0-1 0 0,0 1 1 0 0,-1-1 0 0 0,1 0 0 0 0,0 0 0 0 0,-1 0 0 0 0,1 1 0 0 0,0-1 0 0 0,-1 0 0 0 0,1 0 0 0 0,-1 1 0 0 0,1-1 0 0 0,1 1-1 0 0,0 2 11 0 0,1 0 0 0 0,-1 0 0 0 0,0 0 0 0 0,0 0 0 0 0,0 1 0 0 0,0-1 0 0 0,-1 0 0 0 0,3 7 0 0 0,6 15 71 0 0,47 135 267 0 0,-52-145-323 0 0,1 1 0 0 0,1-1 0 0 0,16 29 0 0 0,-19-38-19 0 0,0 0 0 0 0,1 0 0 0 0,-1 0 0 0 0,1 0 0 0 0,0-1 0 0 0,1 0 0 0 0,-1 0 0 0 0,1 0-1 0 0,0-1 1 0 0,1 1 0 0 0,7 3 0 0 0,-11-7-7 0 0,0 0 1 0 0,-1 0-1 0 0,1 0 0 0 0,0 0 0 0 0,0 0 1 0 0,0-1-1 0 0,0 1 0 0 0,0-1 0 0 0,0 0 0 0 0,0 0 1 0 0,0 0-1 0 0,0 0 0 0 0,0-1 0 0 0,0 1 0 0 0,0-1 1 0 0,0 0-1 0 0,0 1 0 0 0,3-3 0 0 0,-2 1-38 0 0,0 0-1 0 0,0-1 1 0 0,-1 1-1 0 0,1-1 0 0 0,0 0 1 0 0,-1 0-1 0 0,0-1 1 0 0,0 1-1 0 0,0-1 0 0 0,4-6 1 0 0,1-5-119 0 0,0 0 0 0 0,-1 0 0 0 0,-1 0 0 0 0,-1-1 0 0 0,6-24 0 0 0,-3 4 108 0 0,-2 0 0 0 0,-2-1 0 0 0,-1 0 1 0 0,-2 0-1 0 0,-6-62 0 0 0,0 53 113 0 0,5 46-66 0 0,-6 38-189 0 0,12 10 180 0 0,-4-35 16 0 0,0-7-2 0 0,-1-7-4 0 0,-1 1-1 0 0,-9-19 16 0 0,-1 2-12 0 0,1-1 1 0 0,1 1-1 0 0,0-1 1 0 0,1-1-1 0 0,-6-30 1 0 0,-13-34-25 0 0,24 79 13 0 0,1-1 6 0 0,-1 1-1 0 0,0 0 0 0 0,0 0 1 0 0,0 0-1 0 0,-5-6 0 0 0,7 9-10 0 0,4 27-124 0 0,2-1 165 0 0,-4-22-24 0 0,-1 1-1 0 0,0 0 1 0 0,0 0-1 0 0,0 0 1 0 0,0 7-1 0 0,0-5-5 0 0,1-7 1 0 0,-2 1-1 0 0,0 0 0 0 0,0 0 0 0 0,0 0 0 0 0,0 0 0 0 0,1 0 0 0 0,-1-1 0 0 0,0 1 1 0 0,0 0-1 0 0,0 0 0 0 0,0 0 0 0 0,0 0 0 0 0,0 0 0 0 0,0-1 0 0 0,0 1 0 0 0,0 0 1 0 0,0 0-1 0 0,0 0 0 0 0,0 0 0 0 0,0 0 0 0 0,0-1 0 0 0,0 1 0 0 0,0 0 0 0 0,0 0 1 0 0,0 0-1 0 0,0 0 0 0 0,0 0 0 0 0,0 0 0 0 0,0-1 0 0 0,0 1 0 0 0,-1 0 1 0 0,1 0-1 0 0,0 0 0 0 0,0 0 0 0 0,0 0 0 0 0,0 0 0 0 0,0-1 0 0 0,0 1 0 0 0,0 0 1 0 0,0 0-1 0 0,-1 0 0 0 0,1 0 0 0 0,0 0 0 0 0,0 0 25 0 0,3 0 37 0 0,-10-46-40 0 0,18 145-56 0 0,-8-48 97 0 0,2 0 0 0 0,3-1 0 0 0,2 0 0 0 0,2 0-1 0 0,34 89 1 0 0,-33-110-79 0 0,1-1-1 0 0,1-1 1 0 0,2 0 0 0 0,0-1-1 0 0,2-1 1 0 0,26 27-1 0 0,-14-27-669 0 0,-18-17 196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2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51 239 6881 0 0,'-16'-11'84'0'0,"12"9"-75"0"0,0-1 0 0 0,0 0 0 0 0,0 0 1 0 0,0 0-1 0 0,1 0 0 0 0,-5-5 0 0 0,8 7-8 0 0,-1 0-1 0 0,1 0 0 0 0,-1 1 1 0 0,1-1-1 0 0,0 0 0 0 0,0 0 1 0 0,-1 0-1 0 0,1 0 0 0 0,0 1 0 0 0,0-1 1 0 0,0 0-1 0 0,0 0 0 0 0,0 0 1 0 0,0 0-1 0 0,0 0 0 0 0,0 0 1 0 0,0 0-1 0 0,1 1 0 0 0,-1-1 1 0 0,0 0-1 0 0,1 0 0 0 0,-1 0 1 0 0,0 0-1 0 0,1 1 0 0 0,-1-1 1 0 0,1 0-1 0 0,-1 1 0 0 0,1-1 1 0 0,-1 0-1 0 0,1 1 0 0 0,0-1 1 0 0,-1 0-1 0 0,1 1 0 0 0,0-1 1 0 0,-1 1-1 0 0,1-1 0 0 0,0 1 1 0 0,1-1-1 0 0,9-6-30 0 0,0 0 1 0 0,0 1-1 0 0,0 1 0 0 0,1 0 0 0 0,23-7 1 0 0,68-11 33 0 0,-65 16-49 0 0,217-37-1038 0 0,-248 43 1010 0 0,5-1-276 0 0,-12 0 213 0 0,-7-3 116 0 0,-22-12 450 0 0,20 11-212 0 0,1 1-1 0 0,-1 1 0 0 0,0-1 0 0 0,-11-3 1 0 0,4 7 11 0 0,16 1-223 0 0,0 0 1 0 0,0 0-1 0 0,-1 1 1 0 0,1-1 0 0 0,0 0-1 0 0,0 0 1 0 0,-1 0-1 0 0,1 1 1 0 0,0-1-1 0 0,0 0 1 0 0,0 0-1 0 0,0 0 1 0 0,-1 1-1 0 0,1-1 1 0 0,0 0 0 0 0,0 1-1 0 0,0-1 1 0 0,0 0-1 0 0,0 0 1 0 0,0 1-1 0 0,0-1 1 0 0,0 0-1 0 0,0 0 1 0 0,0 1-1 0 0,0-1 1 0 0,0 0 0 0 0,0 1-1 0 0,0-1 1 0 0,0 1-1 0 0,12 27 299 0 0,-9-23-262 0 0,27 53 327 0 0,-4-7-298 0 0,37 54 1 0 0,-56-95-172 0 0,-4-5-45 0 0,0 0 0 0 0,0-1 1 0 0,1 1-1 0 0,0-1 0 0 0,0 0 0 0 0,0 0 0 0 0,0 0 1 0 0,7 4-1 0 0,-1-4-389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2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4816 0 0,'5'-5'12'0'0,"-1"3"-8"0"0,-2 2 8 0 0,4 3-12 0 0,-6 4-4 0 0,5 3 16 0 0,1 1-8 0 0,-2 4-8 0 0,3 1-12 0 0,4 4 16 0 0,-1 4-16 0 0,1-2-48 0 0,2 2-64 0 0,-2 0-72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3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258 837 5665 0 0,'16'-22'342'0'0,"0"3"-92"0"0,-11 10-110 0 0,1 0 0 0 0,-2-1 1 0 0,1 0-1 0 0,-2 0 1 0 0,6-21-1 0 0,-7 23-112 0 0,-1-1 1 0 0,0 1-1 0 0,0-1 0 0 0,-1 1 0 0 0,0-1 0 0 0,0 1 0 0 0,-1-1 1 0 0,-3-15-1 0 0,3 22-16 0 0,0-1 0 0 0,1 1 0 0 0,-1 0 0 0 0,0 0 0 0 0,0 0 0 0 0,0 0 0 0 0,-1 0 0 0 0,1 0 0 0 0,0 0 0 0 0,-1 1 0 0 0,0-1 0 0 0,1 0 0 0 0,-1 1 0 0 0,0-1 1 0 0,1 1-1 0 0,-1 0 0 0 0,0-1 0 0 0,0 1 0 0 0,0 0 0 0 0,0 0 0 0 0,-1 0 0 0 0,1 0 0 0 0,0 1 0 0 0,0-1 0 0 0,0 1 0 0 0,-1-1 0 0 0,1 1 0 0 0,0 0 0 0 0,0 0 0 0 0,-1 0 0 0 0,1 0 0 0 0,0 0 0 0 0,-1 0 1 0 0,1 1-1 0 0,0-1 0 0 0,0 1 0 0 0,-3 1 0 0 0,-11 2 3 0 0,1 1 0 0 0,0 0 0 0 0,0 2 0 0 0,1 0 0 0 0,-1 0 0 0 0,2 1-1 0 0,-1 1 1 0 0,-18 16 0 0 0,22-17 8 0 0,0 1-1 0 0,0 1 0 0 0,1 0 0 0 0,1 0 1 0 0,0 1-1 0 0,0 0 0 0 0,1 0 0 0 0,0 0 1 0 0,1 1-1 0 0,-8 21 0 0 0,13-30-7 0 0,0 0 0 0 0,0 1-1 0 0,1-1 1 0 0,-1 0 0 0 0,1 1 0 0 0,-1-1-1 0 0,1 1 1 0 0,0-1 0 0 0,0 1 0 0 0,1-1 0 0 0,-1 0-1 0 0,1 1 1 0 0,-1-1 0 0 0,1 0 0 0 0,0 1-1 0 0,0-1 1 0 0,1 0 0 0 0,-1 0 0 0 0,1 0-1 0 0,0 0 1 0 0,-1 0 0 0 0,1 0 0 0 0,0 0-1 0 0,1-1 1 0 0,-1 1 0 0 0,0-1 0 0 0,1 1 0 0 0,0-1-1 0 0,-1 0 1 0 0,1 0 0 0 0,0 0 0 0 0,0-1-1 0 0,4 3 1 0 0,0-1 2 0 0,-1 0 0 0 0,1-1 0 0 0,0 0-1 0 0,0 0 1 0 0,0-1 0 0 0,0 1 0 0 0,0-2 0 0 0,0 1 0 0 0,0-1-1 0 0,0 0 1 0 0,0 0 0 0 0,0-1 0 0 0,1 0 0 0 0,-1 0 0 0 0,8-3-1 0 0,-9 2-12 0 0,0 0-1 0 0,0-1 0 0 0,-1 1 0 0 0,1-1 0 0 0,-1 0 1 0 0,1-1-1 0 0,-1 0 0 0 0,0 1 0 0 0,0-2 0 0 0,-1 1 1 0 0,1 0-1 0 0,-1-1 0 0 0,0 0 0 0 0,0 0 0 0 0,-1 0 1 0 0,1-1-1 0 0,-1 1 0 0 0,0-1 0 0 0,-1 1 0 0 0,1-1 1 0 0,-1 0-1 0 0,0 0 0 0 0,-1 0 0 0 0,0-1 0 0 0,0 1 1 0 0,0 0-1 0 0,0 0 0 0 0,-1-12 0 0 0,-1 10-76 0 0,1 8 40 0 0,-1 19 54 0 0,-1 31 142 0 0,2-36-113 0 0,1 0 1 0 0,0 0-1 0 0,1-1 0 0 0,0 1 0 0 0,1 0 1 0 0,1-1-1 0 0,0 0 0 0 0,1 0 0 0 0,0 0 1 0 0,8 13-1 0 0,-9-19-34 0 0,1 0 1 0 0,-1-1-1 0 0,2 1 1 0 0,-1-1-1 0 0,0 0 1 0 0,1 0-1 0 0,0-1 1 0 0,0 0-1 0 0,1 0 1 0 0,0-1-1 0 0,0 1 1 0 0,0-1-1 0 0,0-1 1 0 0,0 1-1 0 0,1-1 1 0 0,-1-1-1 0 0,1 1 1 0 0,13 1-1 0 0,-19-3-10 0 0,1-1-1 0 0,0 0 1 0 0,-1 0 0 0 0,1 0-1 0 0,-1 0 1 0 0,1 0 0 0 0,-1 0-1 0 0,1-1 1 0 0,0 1-1 0 0,-1-1 1 0 0,1 0 0 0 0,-1 0-1 0 0,0 0 1 0 0,1 0 0 0 0,-1 0-1 0 0,0 0 1 0 0,0-1-1 0 0,1 1 1 0 0,-1-1 0 0 0,0 1-1 0 0,-1-1 1 0 0,1 0 0 0 0,0 0-1 0 0,0 0 1 0 0,-1 0-1 0 0,1 0 1 0 0,-1 0 0 0 0,3-5-1 0 0,1-5-21 0 0,0 0 0 0 0,-1 0 0 0 0,0-1 0 0 0,3-20-1 0 0,-2 11-31 0 0,4-20-128 0 0,-3 0 0 0 0,-1-1 0 0 0,-1-61 0 0 0,-16-131-470 0 0,0 57 350 0 0,-5-114 71 0 0,16 289 216 0 0,0 4-3 0 0,-3 12-14 0 0,-1 23 12 0 0,-1 66 205 0 0,14 205 0 0 0,1-250-63 0 0,2 0-1 0 0,2 0 0 0 0,3-2 1 0 0,2 1-1 0 0,2-2 1 0 0,38 70-1 0 0,7 36-594 0 0,-49-116-133 0 0,-2-13-2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3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265 281 7325 0 0,'-66'4'579'0'0,"-133"-8"0"0"0,256-6 360 0 0,552-74 1386 0 0,6 27-467 0 0,-98 11-343 0 0,286-21 625 0 0,1 50-661 0 0,-675 19-1257 0 0,208 10 497 0 0,-303-12-642 0 0,-27 0-25 0 0,0 0 0 0 0,0 0 0 0 0,0 0 0 0 0,0 1 0 0 0,0 0 0 0 0,-1 0 0 0 0,8 3 0 0 0,-15-2 766 0 0,-9 0-399 0 0,-12 0-52 0 0,-62-4-465 0 0,52 2-808 0 0,-35-4-1 0 0,57 4 294 0 0,0 0-1 0 0,-1 0 0 0 0,1 2 0 0 0,0-1 0 0 0,1 1 0 0 0,-1 0 0 0 0,-15 7 0 0 0,21-8 353 0 0,-24 7-1764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5T09:33:00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24575,'0'3'0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3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103 346 7453 0 0,'-11'-10'-72'0'0,"11"10"89"0"0,-1 0 0 0 0,0-1 0 0 0,1 1 0 0 0,-1 0 1 0 0,1-1-1 0 0,-1 1 0 0 0,1-1 0 0 0,-1 1 0 0 0,1-1 0 0 0,-1 1 1 0 0,1-1-1 0 0,-1 1 0 0 0,1-1 0 0 0,0 1 0 0 0,-1-1 0 0 0,1 1 1 0 0,0-1-1 0 0,0 0 0 0 0,-1 1 0 0 0,1-1 0 0 0,0 0 0 0 0,0 1 1 0 0,0-2-1 0 0,0 1 34 0 0,0 1 0 0 0,0 0 0 0 0,0-1 0 0 0,0 1 0 0 0,0 0 0 0 0,0-1 1 0 0,0 1-1 0 0,0-1 0 0 0,-1 1 0 0 0,1 0 0 0 0,0-1 0 0 0,0 1 0 0 0,0 0 0 0 0,0-1 0 0 0,-1 1 1 0 0,1 0-1 0 0,0-1 0 0 0,0 1 0 0 0,0 0 0 0 0,-1-1 0 0 0,1 1 0 0 0,0 0 0 0 0,-1 0 0 0 0,1-1 1 0 0,0 1-1 0 0,-1 0 0 0 0,1 0 0 0 0,0 0 0 0 0,-1-1 0 0 0,1 1 0 0 0,0 0 0 0 0,-2-1 739 0 0,8-3-565 0 0,-5 4-201 0 0,-1 0-1 0 0,0 0 1 0 0,1 0 0 0 0,-1-1-1 0 0,0 1 1 0 0,0 0 0 0 0,1 0 0 0 0,-1 0-1 0 0,0-1 1 0 0,0 1 0 0 0,1 0-1 0 0,-1 0 1 0 0,0-1 0 0 0,0 1-1 0 0,0 0 1 0 0,0 0 0 0 0,1-1-1 0 0,-1 1 1 0 0,0 0 0 0 0,0-1 0 0 0,0 1-1 0 0,0 0 1 0 0,0-1 0 0 0,0 1-1 0 0,0 0 1 0 0,0-1 0 0 0,0 1-1 0 0,0 0 1 0 0,0-1 0 0 0,0 1-1 0 0,0 0 1 0 0,0 0 0 0 0,0-1 0 0 0,0 1-1 0 0,0 0 1 0 0,0-1 0 0 0,-1 1-1 0 0,-10-13 528 0 0,8 10-437 0 0,0 1-1 0 0,0 0 1 0 0,0 0 0 0 0,-1 0 0 0 0,1 0 0 0 0,-8-2 0 0 0,-33 0 1160 0 0,79 1-1419 0 0,55-14-1 0 0,-31 6 103 0 0,732-101-90 0 0,-775 111 134 0 0,246-24 41 0 0,-181 14 11 0 0,97-28 0 0 0,-137 29-19 0 0,50-16 198 0 0,-93 26-153 0 0,-1 0-173 0 0,1 1 0 0 0,-1-1 0 0 0,1 0-1 0 0,0 0 1 0 0,-1 0 0 0 0,1 0 0 0 0,0 0 0 0 0,-1 0 0 0 0,1-1-1 0 0,0 1 1 0 0,-1-1 0 0 0,-1-1 0 0 0,-7 3-2395 0 0,6-7 1395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4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83 988 6597 0 0,'-10'-5'144'0'0,"9"5"-140"0"0,0-1 1 0 0,1 1 0 0 0,-1-1 0 0 0,0 1 0 0 0,1 0 0 0 0,-1-1 0 0 0,0 1 0 0 0,0 0 0 0 0,1-1 0 0 0,-1 1 0 0 0,0 0 0 0 0,0 0 0 0 0,0 0 0 0 0,1 0 0 0 0,-1 0 0 0 0,0 0-1 0 0,0 0 1 0 0,0 0 0 0 0,-1 0 0 0 0,1 0 42 0 0,-1 1 0 0 0,0-1 0 0 0,0 0 0 0 0,1 0-1 0 0,-1 0 1 0 0,0 0 0 0 0,1-1 0 0 0,-1 1 0 0 0,0 0 0 0 0,0-1-1 0 0,1 1 1 0 0,-1-1 0 0 0,1 0 0 0 0,-1 1 0 0 0,1-1-1 0 0,-1 0 1 0 0,1 0 0 0 0,-1 0 0 0 0,1 0 0 0 0,-1 0 0 0 0,1 0-1 0 0,0 0 1 0 0,-2-2 0 0 0,1-1 106 0 0,0 0 0 0 0,0 0-1 0 0,0 0 1 0 0,0-1 0 0 0,1 1 0 0 0,0 0 0 0 0,0 0-1 0 0,-1-9 1 0 0,1 6-68 0 0,1 0 1 0 0,0-1-1 0 0,0 1 0 0 0,1 0 1 0 0,-1-1-1 0 0,2 1 0 0 0,-1 0 1 0 0,1 0-1 0 0,4-11 0 0 0,5-8-39 0 0,17-30 0 0 0,-8 17-6 0 0,-2 2-40 0 0,133-255 91 0 0,-129 256-95 0 0,2 0 0 0 0,2 1-1 0 0,1 1 1 0 0,2 2 0 0 0,50-45 0 0 0,-58 60-22 0 0,1 1 1 0 0,1 1 0 0 0,0 1-1 0 0,1 1 1 0 0,1 1-1 0 0,26-10 1 0 0,-33 16 11 0 0,-1 1-1 0 0,1 0 1 0 0,0 2 0 0 0,0 0 0 0 0,0 0 0 0 0,1 2 0 0 0,-1 1 0 0 0,0 0 0 0 0,36 5 0 0 0,-44-3 9 0 0,-1 1 0 0 0,-1 0 0 0 0,1 1 0 0 0,0-1 0 0 0,-1 2 0 0 0,1-1 0 0 0,-1 1 0 0 0,-1 0 0 0 0,1 1 0 0 0,-1 0 0 0 0,0 0 0 0 0,10 10 0 0 0,5 11-9 0 0,0 0 1 0 0,18 31-1 0 0,-18-24 2 0 0,63 100 167 0 0,109 237-1 0 0,-171-325-126 0 0,138 320 165 0 0,-160-357-514 0 0,-6-17-889 0 0,1-1 408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9 112 5148 0 0,'-1'0'21'0'0,"1"-1"-1"0"0,-1 1 0 0 0,1-1 0 0 0,-1 1 0 0 0,1-1 0 0 0,-1 1 0 0 0,1-1 1 0 0,-1 1-1 0 0,1-1 0 0 0,-1 0 0 0 0,1 1 0 0 0,0-1 0 0 0,-1 1 1 0 0,1-1-1 0 0,0 0 0 0 0,0 0 0 0 0,-1 1 0 0 0,1-1 0 0 0,0 0 0 0 0,0 1 1 0 0,0-1-1 0 0,0 0 0 0 0,0 0 0 0 0,0 1 0 0 0,0-1 0 0 0,0 0 0 0 0,0 1 1 0 0,0-1-1 0 0,1 0 0 0 0,-1 0 0 0 0,0 0 0 0 0,0-1 40 0 0,1 0-1 0 0,-1 0 1 0 0,0 0-1 0 0,1 0 0 0 0,-1 0 1 0 0,1 0-1 0 0,0 0 1 0 0,0 0-1 0 0,-1 1 1 0 0,1-1-1 0 0,2-3 1 0 0,4 2-48 0 0,-1 0 1 0 0,0 0 0 0 0,1 1 0 0 0,-1 0 0 0 0,1 0 0 0 0,0 1 0 0 0,8-1-1 0 0,6-3 8 0 0,17-2-4 0 0,0 0 0 0 0,48-1 0 0 0,79 6 111 0 0,-66 2-87 0 0,113-4-27 0 0,888-9 16 0 0,-1099 12-28 0 0,0 1 1 0 0,0 0-1 0 0,0 0 0 0 0,-1 0 1 0 0,1 0-1 0 0,0 0 0 0 0,0 0 1 0 0,0 0-1 0 0,0 1 1 0 0,0-1-1 0 0,-1 0 0 0 0,1 0 1 0 0,0 1-1 0 0,0-1 0 0 0,0 0 1 0 0,-1 1-1 0 0,1-1 0 0 0,0 1 1 0 0,0-1-1 0 0,-1 1 1 0 0,1-1-1 0 0,1 2 0 0 0,-2-2 2 0 0,0 1 1 0 0,0 0-1 0 0,0-1 0 0 0,0 1 0 0 0,-1-1 0 0 0,1 1 1 0 0,0 0-1 0 0,0-1 0 0 0,0 1 0 0 0,0-1 0 0 0,-1 1 1 0 0,1 0-1 0 0,0-1 0 0 0,0 1 0 0 0,-1-1 0 0 0,1 1 1 0 0,-1-1-1 0 0,1 1 0 0 0,0-1 0 0 0,-1 1 0 0 0,1-1 1 0 0,-2 1-1 0 0,0 2-5 0 0,-1-1-1 0 0,-1 1 1 0 0,1-1 0 0 0,0 0 0 0 0,0 0-1 0 0,-1 0 1 0 0,1 0 0 0 0,-1-1 0 0 0,-4 2 0 0 0,2-2-7 0 0,0-1 1 0 0,0 1-1 0 0,0-1 1 0 0,1 0 0 0 0,-1-1-1 0 0,0 0 1 0 0,0 0 0 0 0,0 0-1 0 0,1 0 1 0 0,-1-1-1 0 0,1 0 1 0 0,-1 0 0 0 0,-5-4-1 0 0,2 3-228 0 0,-2 0-184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5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1 714 5148 0 0,'0'-8'85'0'0,"1"0"-1"0"0,1 0 0 0 0,-1 0 0 0 0,1 0 1 0 0,1 0-1 0 0,-1 1 0 0 0,1-1 0 0 0,1 1 0 0 0,-1 0 1 0 0,9-12-1 0 0,8-9 105 0 0,27-32 0 0 0,-24 34-189 0 0,25-32 62 0 0,3 1 0 0 0,2 4 0 0 0,2 1 0 0 0,94-66 0 0 0,-117 96-16 0 0,1 1 1 0 0,1 2-1 0 0,1 2 0 0 0,0 0 0 0 0,1 3 1 0 0,1 1-1 0 0,0 2 0 0 0,1 1 0 0 0,0 2 1 0 0,64-5-1 0 0,-55 13 79 0 0,1 2 1 0 0,-1 2-1 0 0,0 2 1 0 0,-1 3-1 0 0,0 1 1 0 0,78 28-1 0 0,-93-26-124 0 0,0 1 0 0 0,0 1 0 0 0,-2 1 0 0 0,51 37-1 0 0,-61-38 43 0 0,-1 1 0 0 0,0 1 0 0 0,-1 1-1 0 0,-1 1 1 0 0,-1 0 0 0 0,-1 1-1 0 0,20 33 1 0 0,-9-6 206 0 0,-3 2 0 0 0,-2 1 0 0 0,18 62 0 0 0,-15-24-60 0 0,12 95-1 0 0,-7 19-53 0 0,-25-188-331 0 0,0-11-463 0 0,4-21-946 0 0,-5 14 1372 0 0,0-4-577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6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6576 3062 3988 0 0,'15'2'2208'0'0,"324"7"-1717"0"0,-339-9-491 0 0,93 7 342 0 0,132 26 1 0 0,-100-12-110 0 0,475 38 480 0 0,-487-51-713 0 0,994 28 103 0 0,-1020-37 3 0 0,97 2 2996 0 0,-175-3-2791 0 0,25-5-34 0 0,-25 5 400 0 0,-3-8-620 0 0,4-3-60 0 0,-5 5-4 0 0,1 0 0 0 0,-1 0 0 0 0,-1 0 0 0 0,5-9 0 0 0,66-131-350 0 0,-57 119 231 0 0,-1-2-1 0 0,-1 0 0 0 0,-2 0 0 0 0,15-51 1 0 0,-26 72 120 0 0,0 0 0 0 0,-1 0 0 0 0,-1 0 0 0 0,0 0 0 0 0,0-1 0 0 0,-1 1 0 0 0,0 0 0 0 0,0 0 0 0 0,-2-1 0 0 0,1 1 1 0 0,-1 0-1 0 0,0 0 0 0 0,-1 0 0 0 0,0 1 0 0 0,-1-1 0 0 0,0 1 0 0 0,-1-1 0 0 0,0 1 0 0 0,-10-14 0 0 0,2 8 4 0 0,1 1-1 0 0,-2 1 0 0 0,0 0 0 0 0,-1 1 0 0 0,0 1 0 0 0,-19-12 0 0 0,-108-51 29 0 0,77 43-28 0 0,-44-24-8 0 0,-301-171-38 0 0,324 170 86 0 0,-1 3 0 0 0,-151-65 0 0 0,50 51-59 0 0,108 42 28 0 0,-130-62 1 0 0,199 81-10 0 0,0 2 0 0 0,-1-1 1 0 0,1 2-1 0 0,-1-1 0 0 0,0 2 1 0 0,-12-2-1 0 0,-73-1-20 0 0,-1-1 82 0 0,96 5-55 0 0,-1 1 0 0 0,0-1 0 0 0,1 0-1 0 0,-1 0 1 0 0,1 0 0 0 0,-1-1-1 0 0,1 1 1 0 0,-1-1 0 0 0,1 1 0 0 0,0-1-1 0 0,0 0 1 0 0,0 0 0 0 0,0 0-1 0 0,0 0 1 0 0,0 0 0 0 0,1 0 0 0 0,-1-1-1 0 0,0 1 1 0 0,1 0 0 0 0,0-1-1 0 0,0 0 1 0 0,0 1 0 0 0,0-1 0 0 0,0 1-1 0 0,-1-6 1 0 0,1 1 8 0 0,-1 0 0 0 0,1-1-1 0 0,0 1 1 0 0,1-1 0 0 0,0 1 0 0 0,0-1 0 0 0,1 1 0 0 0,2-14-1 0 0,53-298-108 0 0,-48 268 87 0 0,0-12 9 0 0,-2 0 0 0 0,-4-107 0 0 0,-4 149-4 0 0,-1 1 1 0 0,-1 0-1 0 0,0 0 1 0 0,-2 0-1 0 0,0 0 0 0 0,-2 1 1 0 0,0 0-1 0 0,-1 0 1 0 0,-1 1-1 0 0,0 0 0 0 0,-2 1 1 0 0,0 0-1 0 0,-25-26 0 0 0,32 37-1 0 0,-21-23-20 0 0,0 1-1 0 0,-2 2 1 0 0,-34-26 0 0 0,22 24 2 0 0,-1 2 0 0 0,-1 2 0 0 0,-1 2 1 0 0,-1 2-1 0 0,-78-25 0 0 0,-278-42 15 0 0,-5 33-50 0 0,118 18 47 0 0,-523-48 58 0 0,-3 85 69 0 0,-197 113 4 0 0,350 28-211 0 0,502-98 127 0 0,2 8 1 0 0,-164 78-1 0 0,-102 90-73 0 0,10 19-96 0 0,38-21 174 0 0,24 5-30 0 0,299-184-3 0 0,2 2 0 0 0,1 3 0 0 0,3 1 0 0 0,-58 75-1 0 0,71-76 9 0 0,2 1 0 0 0,2 1-1 0 0,-37 83 1 0 0,52-96-15 0 0,1 0 1 0 0,2 1-1 0 0,1 0 0 0 0,1 0 1 0 0,2 1-1 0 0,-2 59 0 0 0,8 413 87 0 0,1-470-87 0 0,1-1 0 0 0,2 0 0 0 0,2-1 1 0 0,1 1-1 0 0,1-1 0 0 0,2-1 0 0 0,2 1 0 0 0,1-2 1 0 0,20 37-1 0 0,-24-54-13 0 0,59 103-282 0 0,-37-53-1731 0 0,-23-49 1105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7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325 361 5513 0 0,'13'-17'89'0'0,"1"0"1"0"0,29-26 0 0 0,3-3 105 0 0,-4 3 28 0 0,-27 29 17 0 0,-1 0-1 0 0,0-2 1 0 0,18-27 0 0 0,-31 43-215 0 0,0-1 1 0 0,-1 0 0 0 0,1 1 0 0 0,-1-1-1 0 0,1 0 1 0 0,-1 0 0 0 0,1 1 0 0 0,-1-1 0 0 0,1 0-1 0 0,-1 0 1 0 0,0 0 0 0 0,1 0 0 0 0,-1 0-1 0 0,0 0 1 0 0,0 1 0 0 0,0-1 0 0 0,0 0-1 0 0,0 0 1 0 0,0 0 0 0 0,0 0 0 0 0,0 0 0 0 0,0 0-1 0 0,0 0 1 0 0,-1 0 0 0 0,1 1 0 0 0,0-1-1 0 0,0 0 1 0 0,-1 0 0 0 0,1 0 0 0 0,-1 0-1 0 0,1 1 1 0 0,-1-1 0 0 0,1 0 0 0 0,-1 0-1 0 0,1 1 1 0 0,-1-1 0 0 0,0 0 0 0 0,1 1 0 0 0,-1-1-1 0 0,0 1 1 0 0,0-1 0 0 0,1 1 0 0 0,-1-1-1 0 0,0 1 1 0 0,0 0 0 0 0,0-1 0 0 0,0 1-1 0 0,1 0 1 0 0,-1-1 0 0 0,0 1 0 0 0,0 0 0 0 0,0 0-1 0 0,0 0 1 0 0,-1 0 0 0 0,-6-1 27 0 0,0 1 1 0 0,0-1 0 0 0,1 2-1 0 0,-1-1 1 0 0,-8 2-1 0 0,-10 4-30 0 0,0 1-1 0 0,1 2 0 0 0,-1 0 1 0 0,2 1-1 0 0,0 2 0 0 0,0 0 0 0 0,1 2 1 0 0,0 0-1 0 0,2 2 0 0 0,-1 0 0 0 0,2 2 1 0 0,-34 37-1 0 0,38-36 58 0 0,1 1 0 0 0,0 1 0 0 0,2 1 0 0 0,1 0 0 0 0,0 0 0 0 0,-14 44 0 0 0,16-36-28 0 0,2 0 0 0 0,1 1 1 0 0,1 1-1 0 0,-3 62 0 0 0,9-84-45 0 0,0 1-1 0 0,0-1 1 0 0,1 0-1 0 0,1 1 1 0 0,-1-1-1 0 0,2 0 1 0 0,-1 0-1 0 0,1 0 1 0 0,1 0-1 0 0,0-1 1 0 0,0 1-1 0 0,1-1 1 0 0,1 0-1 0 0,-1 0 1 0 0,1-1-1 0 0,0 1 1 0 0,1-2-1 0 0,0 1 1 0 0,1-1-1 0 0,-1 0 1 0 0,1 0-1 0 0,0-1 1 0 0,1 0-1 0 0,0 0 1 0 0,0-1-1 0 0,0 0 1 0 0,0-1-1 0 0,1 0 1 0 0,0 0-1 0 0,0-1 1 0 0,14 3-1 0 0,-1-3 7 0 0,1 0 0 0 0,0-1-1 0 0,-1-2 1 0 0,1 0 0 0 0,0-1-1 0 0,-1-2 1 0 0,1 0 0 0 0,-1-2-1 0 0,0 0 1 0 0,0-2 0 0 0,28-11 0 0 0,-15 3-2 0 0,-1-2 1 0 0,0-2 0 0 0,-1-1 0 0 0,-1-2 0 0 0,-1-1 0 0 0,30-28 0 0 0,-45 36-28 0 0,-1-1 0 0 0,-1-1 0 0 0,-1 0 0 0 0,0-1-1 0 0,-1 0 1 0 0,-1-1 0 0 0,-1 0 0 0 0,-1-1 0 0 0,0 0 0 0 0,8-29-1 0 0,-13 31-2 0 0,0 1-1 0 0,-2-1 0 0 0,0 0 0 0 0,-1 0 1 0 0,-1 0-1 0 0,0 0 0 0 0,-2 0 0 0 0,0 0 0 0 0,-1 0 1 0 0,0 1-1 0 0,-2-1 0 0 0,0 0 0 0 0,-9-21 1 0 0,7 23 13 0 0,-1 0 1 0 0,0 0 0 0 0,-1 1-1 0 0,-1 0 1 0 0,-1 1 0 0 0,0 0-1 0 0,-1 0 1 0 0,0 1 0 0 0,-15-13-1 0 0,17 18 4 0 0,-1 1 0 0 0,1 0 0 0 0,-1 0 0 0 0,0 1 0 0 0,-1 1-1 0 0,1-1 1 0 0,-1 2 0 0 0,0-1 0 0 0,-1 2 0 0 0,1-1 0 0 0,-1 2 0 0 0,1-1 0 0 0,-1 2-1 0 0,-14-1 1 0 0,6 2-47 0 0,-1 1 0 0 0,0 1-1 0 0,0 1 1 0 0,1 0 0 0 0,-1 2 0 0 0,1 1-1 0 0,0 0 1 0 0,1 1 0 0 0,-1 1 0 0 0,1 1-1 0 0,1 1 1 0 0,0 0 0 0 0,0 2 0 0 0,1 0-1 0 0,-17 16 1 0 0,31-25-39 0 0,0 0 1 0 0,0 0-1 0 0,0 0 0 0 0,1 0 0 0 0,-1 0 1 0 0,1 1-1 0 0,0-1 0 0 0,0 1 1 0 0,0 0-1 0 0,1 0 0 0 0,-1-1 0 0 0,1 1 1 0 0,0 0-1 0 0,0 0 0 0 0,0 0 0 0 0,1 1 1 0 0,-1-1-1 0 0,1 0 0 0 0,0 0 0 0 0,0 0 1 0 0,1 6-1 0 0,8 11-653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7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959 68 5236 0 0,'-10'-6'211'0'0,"0"0"0"0"0,0 0 0 0 0,-10-10-1 0 0,15 12-133 0 0,0 0 1 0 0,-1 1-1 0 0,1-1 0 0 0,-1 1 0 0 0,1 1 1 0 0,-1-1-1 0 0,0 1 0 0 0,0 0 0 0 0,0 0 1 0 0,-1 0-1 0 0,1 1 0 0 0,0 0 0 0 0,-1 1 0 0 0,1-1 1 0 0,0 1-1 0 0,-1 0 0 0 0,1 1 0 0 0,-8 1 1 0 0,2 0 6 0 0,0 0 0 0 0,0 1 1 0 0,0 1-1 0 0,1 0 1 0 0,0 0-1 0 0,0 1 0 0 0,0 1 1 0 0,-17 11-1 0 0,-75 62 1097 0 0,-108 110 0 0 0,142-121-905 0 0,4 3-1 0 0,-67 92 0 0 0,121-147-209 0 0,0 0 0 0 0,1 1 0 0 0,0 0 0 0 0,1 1 0 0 0,1-1 0 0 0,1 2 0 0 0,1-1 0 0 0,-6 27 0 0 0,11-36-30 0 0,-1-1 0 0 0,2 0 0 0 0,-1 1 0 0 0,1-1 0 0 0,0 1 0 0 0,1-1 0 0 0,0 1 0 0 0,1-1 0 0 0,-1 1 0 0 0,1-1 0 0 0,1 0 0 0 0,0 0 0 0 0,0 0 0 0 0,0 0 0 0 0,1-1 0 0 0,0 1 0 0 0,1-1 0 0 0,0 0 0 0 0,0 0 0 0 0,0-1 0 0 0,11 11 0 0 0,-3-7 27 0 0,0 0-1 0 0,0-1 1 0 0,1-1 0 0 0,0 0 0 0 0,1 0-1 0 0,-1-2 1 0 0,2 0 0 0 0,-1 0 0 0 0,0-2 0 0 0,1 0-1 0 0,0 0 1 0 0,28 1 0 0 0,-11-3-18 0 0,0-1 0 0 0,0-1 0 0 0,0-2 0 0 0,0-2 0 0 0,43-9 1 0 0,-27 0-55 0 0,0-1 1 0 0,-2-3-1 0 0,0-2 1 0 0,0-2-1 0 0,58-36 1 0 0,-86 45 8 0 0,26-14 6 0 0,-1-2-1 0 0,70-59 1 0 0,-102 76-5 0 0,-1 0-1 0 0,0-1 1 0 0,-1 0 0 0 0,0-1 0 0 0,-1 0 0 0 0,0 0 0 0 0,-1-1 0 0 0,-1 0 0 0 0,0-1 0 0 0,-1 1 0 0 0,0-1-1 0 0,-1-1 1 0 0,4-22 0 0 0,-7 21-3 0 0,0-1 0 0 0,-1 1 0 0 0,0-1 0 0 0,-2 1 0 0 0,0-1 0 0 0,-1 1 0 0 0,-1-1 0 0 0,0 1 0 0 0,-1 0 0 0 0,-1 1 0 0 0,-1-1 0 0 0,-1 1 0 0 0,0 0 0 0 0,-1 0 0 0 0,0 1 0 0 0,-1 0 0 0 0,-1 0 0 0 0,0 1 0 0 0,-1 0 0 0 0,-1 1 0 0 0,0 1 0 0 0,-1 0 0 0 0,0 0 0 0 0,-1 1 0 0 0,0 1 0 0 0,-1 0 0 0 0,-18-9 0 0 0,1 6-58 0 0,0 0 1 0 0,-1 2-1 0 0,-1 2 1 0 0,0 1 0 0 0,0 2-1 0 0,0 1 1 0 0,-1 1-1 0 0,-37 2 1 0 0,55 3-347 0 0,0 0 1 0 0,-1 1-1 0 0,1 1 1 0 0,1 1-1 0 0,-1 1 0 0 0,0 0 1 0 0,1 1-1 0 0,-18 9 1 0 0,11-2-878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8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499 221 6845 0 0,'-1'1'8'0'0,"1"-1"1"0"0,-1 0-1 0 0,0 1 1 0 0,0-1 0 0 0,1 1-1 0 0,-1-1 1 0 0,1 1 0 0 0,-1-1-1 0 0,0 1 1 0 0,1-1-1 0 0,-1 1 1 0 0,1-1 0 0 0,-1 1-1 0 0,1 0 1 0 0,-1-1 0 0 0,1 1-1 0 0,0 0 1 0 0,-1 0-1 0 0,1-1 1 0 0,0 1 0 0 0,0 0-1 0 0,-1 0 1 0 0,1 1 0 0 0,-6 26 39 0 0,4-20 38 0 0,-34 250 883 0 0,19 5 108 0 0,11-139-784 0 0,-67 553 436 0 0,-47-100 286 0 0,115-553-978 0 0,-175 601 205 0 0,175-609-237 0 0,-3 5 5 0 0,1 0 0 0 0,0 1 0 0 0,2 0 1 0 0,1 1-1 0 0,-1 22 0 0 0,5-44-10 0 0,0 0 1 0 0,0 0 0 0 0,0-1-1 0 0,0 1 1 0 0,1 0 0 0 0,-1-1-1 0 0,0 1 1 0 0,0 0-1 0 0,1-1 1 0 0,-1 1 0 0 0,1-1-1 0 0,-1 1 1 0 0,0-1 0 0 0,1 1-1 0 0,-1 0 1 0 0,1-1 0 0 0,-1 1-1 0 0,1-1 1 0 0,0 0 0 0 0,-1 1-1 0 0,1-1 1 0 0,-1 0-1 0 0,1 1 1 0 0,0-1 0 0 0,-1 0-1 0 0,1 1 1 0 0,0-1 0 0 0,-1 0-1 0 0,1 0 1 0 0,0 0 0 0 0,-1 0-1 0 0,1 0 1 0 0,0 0 0 0 0,0 0-1 0 0,-1 0 1 0 0,1 0-1 0 0,0 0 1 0 0,-1 0 0 0 0,1 0-1 0 0,0-1 1 0 0,37-7 25 0 0,-30 6-22 0 0,131-34 5 0 0,240-58-105 0 0,7 26 265 0 0,106 34 446 0 0,1 29-376 0 0,-483 5-242 0 0,287-11 80 0 0,-297 12-66 0 0,1-1 1 0 0,-1 0-1 0 0,1 0 1 0 0,-1 0-1 0 0,1 0 1 0 0,-1 0-1 0 0,1 0 1 0 0,-1 0-1 0 0,1 0 1 0 0,0 0 0 0 0,-1 0-1 0 0,1 0 1 0 0,-1-1-1 0 0,1 1 1 0 0,-1 0-1 0 0,1 0 1 0 0,-1 0-1 0 0,1-1 1 0 0,-1 1-1 0 0,1 0 1 0 0,-1-1-1 0 0,0 1 1 0 0,1 0-1 0 0,-1-1 1 0 0,1 1-1 0 0,-1 0 1 0 0,0-1-1 0 0,1 1 1 0 0,-1-1-1 0 0,0 1 1 0 0,1-1-1 0 0,-1 1 1 0 0,0-1-1 0 0,0 1 1 0 0,1-1-1 0 0,-11-17 641 0 0,1 5-567 0 0,-2-13-54 0 0,0-1 0 0 0,2 0-1 0 0,1-1 1 0 0,1 0 0 0 0,2 0 0 0 0,-4-51 0 0 0,6 29-51 0 0,2 0-1 0 0,2 0 0 0 0,3 0 1 0 0,2 0-1 0 0,17-68 0 0 0,1 29-98 0 0,4 2-1 0 0,42-89 0 0 0,35-57-248 0 0,61-147-19 0 0,-120 261 369 0 0,38-156 1 0 0,-58 164 14 0 0,-5-1 0 0 0,6-115 0 0 0,-26 210 5 0 0,0 1-1 0 0,-2-1 1 0 0,0 1-1 0 0,0 0 1 0 0,-2 0 0 0 0,0 0-1 0 0,-1 0 1 0 0,-1 0-1 0 0,0 0 1 0 0,-1 1-1 0 0,-9-17 1 0 0,11 26-6 0 0,0 1 0 0 0,0-1 1 0 0,-1 1-1 0 0,0 0 0 0 0,0 0 0 0 0,0 1 1 0 0,0-1-1 0 0,-1 1 0 0 0,0 0 0 0 0,0 1 0 0 0,0-1 1 0 0,0 1-1 0 0,0 0 0 0 0,-1 1 0 0 0,1-1 1 0 0,-1 2-1 0 0,0-1 0 0 0,-11-1 0 0 0,-12 0 4 0 0,1 1-1 0 0,-1 1 0 0 0,-33 4 0 0 0,27-1 0 0 0,-304 34 51 0 0,1 28-72 0 0,122-22-6 0 0,-17-5 48 0 0,-24 5-5 0 0,176-25-12 0 0,-88 30-1 0 0,141-37 3 0 0,1 2-1 0 0,-47 26 1 0 0,60-29-97 0 0,0 0 0 0 0,1 1 0 0 0,0 1 0 0 0,1 1 0 0 0,0 0 0 0 0,-13 16 0 0 0,25-26-26 0 0,-1 0 1 0 0,0 0-1 0 0,1 1 0 0 0,0-1 1 0 0,-1 0-1 0 0,1 1 1 0 0,0-1-1 0 0,0 1 0 0 0,-1 4 1 0 0,2-5-35 0 0,0-1 0 0 0,0 1-1 0 0,0-1 1 0 0,0 1 0 0 0,0-1 0 0 0,0 1 0 0 0,1-1 0 0 0,-1 1 0 0 0,1-1-1 0 0,-1 1 1 0 0,1-1 0 0 0,-1 1 0 0 0,1-1 0 0 0,0 0 0 0 0,0 1 0 0 0,0-1 0 0 0,1 2-1 0 0,3 5-781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9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24 6249 0 0,'3'-11'205'0'0,"0"0"237"0"0,-3 11-430 0 0,0-1 0 0 0,-1 1 0 0 0,1 0 0 0 0,0 0 0 0 0,0 0 0 0 0,-1 0 0 0 0,1 0 0 0 0,0 0 0 0 0,-1 0 0 0 0,1-1 0 0 0,0 1 0 0 0,-1 0 0 0 0,1 0 0 0 0,0 0 0 0 0,-1 0 0 0 0,1 0 0 0 0,0 0 0 0 0,-1 1 1 0 0,1-1-1 0 0,0 0 0 0 0,-1 0 0 0 0,1 0 0 0 0,0 0 0 0 0,-1 0 0 0 0,1 0 0 0 0,0 1 0 0 0,0-1 0 0 0,-1 0 0 0 0,1 0 0 0 0,0 0 0 0 0,0 1 0 0 0,-1-1 0 0 0,1 0 0 0 0,0 0 0 0 0,0 1 0 0 0,0-1 0 0 0,-1 1 0 0 0,-49 26 193 0 0,38-22-76 0 0,-1 2 0 0 0,1-1 0 0 0,1 2 0 0 0,-1 0-1 0 0,1 0 1 0 0,-11 11 0 0 0,15-11-10 0 0,1-1 0 0 0,0 1-1 0 0,1 0 1 0 0,0 0 0 0 0,-8 17 0 0 0,11-20-85 0 0,0-1 0 0 0,0 1 0 0 0,1-1 1 0 0,0 1-1 0 0,0-1 0 0 0,0 1 1 0 0,0 0-1 0 0,1-1 0 0 0,0 1 0 0 0,0 0 1 0 0,0 0-1 0 0,1-1 0 0 0,-1 1 1 0 0,3 5-1 0 0,-3-9-19 0 0,0 0 0 0 0,1 1 0 0 0,0-1 0 0 0,-1 0 0 0 0,1 0 0 0 0,0 1 0 0 0,-1-1 0 0 0,1 0 0 0 0,0 0 0 0 0,0 0 0 0 0,0 0 0 0 0,0 0 0 0 0,0 0 0 0 0,0 0 0 0 0,0-1 0 0 0,1 1 0 0 0,-1 0 0 0 0,0-1 0 0 0,0 1 0 0 0,1-1 0 0 0,0 1 0 0 0,2 0 30 0 0,-1 0 0 0 0,1-1 0 0 0,-1 1 0 0 0,1-1-1 0 0,-1 0 1 0 0,1 0 0 0 0,-1 0 0 0 0,5-2 0 0 0,3 0 70 0 0,-1-1 1 0 0,0 0-1 0 0,1 0 0 0 0,16-10 0 0 0,-13 6-83 0 0,0-2 0 0 0,0 0 0 0 0,-1-1 0 0 0,0 0 0 0 0,-1-1 0 0 0,0 0 0 0 0,-1-1-1 0 0,0 0 1 0 0,16-23 0 0 0,-25 31-5 0 0,0 0-1 0 0,0 0 1 0 0,-1 0 0 0 0,1-1-1 0 0,-1 1 1 0 0,0-1-1 0 0,1-4 1 0 0,-2 8-5 0 0,1 0 1 0 0,-1 0-1 0 0,0 0 1 0 0,0 0-1 0 0,0-1 1 0 0,0 1-1 0 0,0 0 1 0 0,0 0-1 0 0,0 0 0 0 0,0 0 1 0 0,0-1-1 0 0,0 1 1 0 0,-1 0-1 0 0,1 0 1 0 0,-1 0-1 0 0,1 0 1 0 0,-1 0-1 0 0,1 0 1 0 0,-1 0-1 0 0,1 0 1 0 0,-1 0-1 0 0,0 0 1 0 0,0 0-1 0 0,1 0 1 0 0,-1 0-1 0 0,0 1 1 0 0,0-1-1 0 0,0 0 1 0 0,-1 0-1 0 0,-5-1 4 0 0,1 1 0 0 0,0 0 0 0 0,0 0 0 0 0,0 1 0 0 0,-1-1 0 0 0,1 1 0 0 0,0 1-1 0 0,-1-1 1 0 0,1 1 0 0 0,0 1 0 0 0,0-1 0 0 0,0 1 0 0 0,-6 2 0 0 0,-7 3-165 0 0,0 1 0 0 0,-31 17 1 0 0,40-19-59 0 0,5-4-95 0 0,0 1 0 0 0,1 0 1 0 0,-1 0-1 0 0,1 0 0 0 0,0 1 0 0 0,0-1 0 0 0,-4 5 0 0 0,4-2-789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1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263 119 6409 0 0,'13'-24'-9'0'0,"-3"8"21"0"0,-6 8-7 0 0,-1 2 0 0 0,0 0-1 0 0,0 0 1 0 0,-1 0-1 0 0,0 0 1 0 0,0-1-1 0 0,0 1 1 0 0,1-13-1 0 0,-4 18-6 0 0,1 0-1 0 0,-1 1 1 0 0,0-1-1 0 0,1 0 0 0 0,-1 1 1 0 0,0-1-1 0 0,0 1 1 0 0,0-1-1 0 0,0 1 1 0 0,0-1-1 0 0,0 1 0 0 0,0-1 1 0 0,1 1-1 0 0,-1 0 1 0 0,0 0-1 0 0,0 0 1 0 0,0-1-1 0 0,0 1 1 0 0,0 0-1 0 0,-1 0 0 0 0,1 0 1 0 0,-2 1-1 0 0,3-1-2 0 0,-4 0-4 0 0,0 0-1 0 0,1 1 0 0 0,-1 0 0 0 0,1-1 1 0 0,-1 1-1 0 0,1 1 0 0 0,-1-1 1 0 0,1 0-1 0 0,0 1 0 0 0,0 0 0 0 0,0 0 1 0 0,0 0-1 0 0,0 0 0 0 0,-4 4 1 0 0,-2 0-18 0 0,7-5 34 0 0,0 1 0 0 0,1-1 0 0 0,-1 1 0 0 0,0-1 0 0 0,1 1 0 0 0,0 0 0 0 0,-1 0 0 0 0,1 0 0 0 0,0 0 0 0 0,-1 2 0 0 0,0-1 9 0 0,1-1 0 0 0,-1 1 0 0 0,0-1 0 0 0,1 1 0 0 0,-1-1 0 0 0,0 0 0 0 0,-3 3 1 0 0,-25 20 344 0 0,-50 57 0 0 0,68-68-286 0 0,2 0 0 0 0,0 0 0 0 0,1 1 0 0 0,0 0 0 0 0,1 1 1 0 0,-10 26-1 0 0,17-36-27 0 0,0-1 0 0 0,0 1 0 0 0,1 0 0 0 0,-1 0 1 0 0,1-1-1 0 0,0 1 0 0 0,1 0 0 0 0,-1 0 0 0 0,1-1 0 0 0,0 1 1 0 0,1-1-1 0 0,-1 1 0 0 0,5 8 0 0 0,-3-5 10 0 0,1-1-1 0 0,1 1 1 0 0,-1-1 0 0 0,1 0-1 0 0,1-1 1 0 0,-1 1-1 0 0,12 10 1 0 0,-10-12-36 0 0,1-1-1 0 0,-1 0 1 0 0,1 0-1 0 0,0 0 1 0 0,0-1-1 0 0,1-1 1 0 0,-1 1 0 0 0,1-1-1 0 0,0-1 1 0 0,-1 1-1 0 0,1-2 1 0 0,0 1-1 0 0,1-1 1 0 0,-1 0-1 0 0,0-1 1 0 0,0 0 0 0 0,0-1-1 0 0,16-3 1 0 0,-17 3-16 0 0,0 0 0 0 0,-1-1 0 0 0,1 0 0 0 0,0-1 1 0 0,-1 1-1 0 0,0-2 0 0 0,0 1 0 0 0,1-1 0 0 0,-2 0 1 0 0,1 0-1 0 0,-1-1 0 0 0,1 0 0 0 0,-1 0 1 0 0,0-1-1 0 0,-1 1 0 0 0,0-1 0 0 0,0 0 0 0 0,0-1 1 0 0,0 1-1 0 0,-1-1 0 0 0,6-12 0 0 0,-8 12 1 0 0,1 1 0 0 0,-1-1 0 0 0,0 0 0 0 0,0 1-1 0 0,0-1 1 0 0,-1 0 0 0 0,0 0 0 0 0,-1-1 0 0 0,0 1 0 0 0,0 0-1 0 0,-1-11 1 0 0,-2 19-128 0 0,0 8 44 0 0,-2 13-30 0 0,0 4-167 0 0,4-25 219 0 0,0 1 0 0 0,0 0 0 0 0,0 0 0 0 0,1 0 0 0 0,-1 0 0 0 0,1 0 0 0 0,-1 0-1 0 0,1 0 1 0 0,0 0 0 0 0,0 0 0 0 0,0 0 0 0 0,0 0 0 0 0,0 0 0 0 0,0 0 0 0 0,0 0 0 0 0,1 0 0 0 0,-1 0 0 0 0,1 0 0 0 0,0 0 0 0 0,-1 0 0 0 0,1 0 0 0 0,1 2 0 0 0,3 4-461 0 0,0-1-108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2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75 6281 0 0,'1'0'3'0'0,"-1"0"0"0"0,1 0 1 0 0,0 0-1 0 0,-1-1 0 0 0,1 2 1 0 0,-1-1-1 0 0,1 0 0 0 0,-1 0 1 0 0,1 0-1 0 0,-1 0 1 0 0,1 0-1 0 0,-1 0 0 0 0,1 0 1 0 0,-1 1-1 0 0,1-1 0 0 0,-1 0 1 0 0,1 0-1 0 0,-1 1 0 0 0,1-1 1 0 0,0 1-1 0 0,0 13 95 0 0,-1-6-72 0 0,-7 87 196 0 0,3-64 59 0 0,1 55 0 0 0,4-59-286 0 0,-1-6-102 0 0,1 0-1 0 0,1 1 1 0 0,8 33-1 0 0,-10-55 117 0 0,0 0 1 0 0,0 0-1 0 0,0 0 0 0 0,1 0 0 0 0,-1 0 1 0 0,0 0-1 0 0,0 0 0 0 0,0 0 0 0 0,0 0 1 0 0,0 0-1 0 0,0 0 0 0 0,0 0 1 0 0,0 0-1 0 0,0 0 0 0 0,0 0 0 0 0,0 0 1 0 0,1 0-1 0 0,-1 0 0 0 0,0 0 0 0 0,0 0 1 0 0,0 0-1 0 0,0 0 0 0 0,0 0 1 0 0,0 0-1 0 0,0 0 0 0 0,0 0 0 0 0,0 0 1 0 0,0 0-1 0 0,0 0 0 0 0,0 0 1 0 0,1 1-1 0 0,-1-1 0 0 0,0 0 0 0 0,0 0 1 0 0,0 0-1 0 0,0 0 0 0 0,0 0 0 0 0,0 0 1 0 0,0 0-1 0 0,0 0 0 0 0,0 0 1 0 0,0 0-1 0 0,0 0 0 0 0,2-16 325 0 0,-1-41 53 0 0,0 24-392 0 0,1-15-8 0 0,4-64-2 0 0,-5 97 13 0 0,2 0 0 0 0,0 0 0 0 0,1 1 0 0 0,0-1-1 0 0,7-15 1 0 0,-5 22-69 0 0,-2 8 14 0 0,1 20-20 0 0,-3 30 70 0 0,-2-36 15 0 0,0 0 0 0 0,0-1 0 0 0,1 1 0 0 0,1 0 0 0 0,0-1 0 0 0,1 1 0 0 0,1-1 0 0 0,6 16 0 0 0,-10-29-6 0 0,0 0 0 0 0,0 0 0 0 0,0 1-1 0 0,1-1 1 0 0,-1 0 0 0 0,0 0 0 0 0,0 0 0 0 0,0 1 0 0 0,1-1 0 0 0,-1 0 0 0 0,0 0 0 0 0,1 0 0 0 0,-1 0 0 0 0,0 0 0 0 0,0 1 0 0 0,1-1 0 0 0,-1 0 0 0 0,0 0 0 0 0,1 0 0 0 0,-1 0 0 0 0,0 0 0 0 0,0 0-1 0 0,1 0 1 0 0,-1 0 0 0 0,0 0 0 0 0,1 0 0 0 0,-1 0 0 0 0,0 0 0 0 0,0 0 0 0 0,1 0 0 0 0,-1-1 0 0 0,0 1 0 0 0,1 0 0 0 0,-1 0 0 0 0,0 0 0 0 0,0 0 0 0 0,1 0 0 0 0,-1-1 0 0 0,0 1 0 0 0,0 0-1 0 0,0 0 1 0 0,1 0 0 0 0,-1-1 0 0 0,0 1 0 0 0,0 0 0 0 0,0 0 0 0 0,1-1 0 0 0,-1 1 0 0 0,0 0 0 0 0,0 0 0 0 0,0-1 0 0 0,0 1 0 0 0,0-1 0 0 0,11-17 79 0 0,-10 17-79 0 0,53-122 132 0 0,-6 10 222 0 0,-47 111-348 0 0,1-1 0 0 0,-1 1-1 0 0,0-1 1 0 0,1 1 0 0 0,-1 0 0 0 0,1 0 0 0 0,0 0 0 0 0,0 0 0 0 0,-1 0 0 0 0,1 0 0 0 0,1 0 0 0 0,2-1-1 0 0,-5 3-5 0 0,0-1 0 0 0,1 1-1 0 0,-1 0 1 0 0,1 0-1 0 0,-1 0 1 0 0,1 0 0 0 0,-1 0-1 0 0,1 0 1 0 0,-1 0-1 0 0,1 0 1 0 0,-1 0 0 0 0,1 0-1 0 0,-1 0 1 0 0,1 0 0 0 0,-1 0-1 0 0,1 1 1 0 0,-1-1-1 0 0,1 0 1 0 0,-1 0 0 0 0,0 0-1 0 0,1 1 1 0 0,-1-1-1 0 0,1 0 1 0 0,-1 0 0 0 0,1 1-1 0 0,0 1 1 0 0,0-1 0 0 0,1 1-1 0 0,-1-1 1 0 0,0 1 0 0 0,0 0-1 0 0,0 0 1 0 0,-1-1 0 0 0,1 1-1 0 0,1 3 1 0 0,6 30-25 0 0,0 1 1 0 0,-3-1-1 0 0,-1 1 0 0 0,-1 54 1 0 0,3 15-133 0 0,-6-104 99 0 0,0 0-1 0 0,0 0 1 0 0,0 0-1 0 0,0 0 1 0 0,0 0-1 0 0,0 0 1 0 0,0-1-1 0 0,1 1 0 0 0,-1 0 1 0 0,0 0-1 0 0,1 0 1 0 0,-1 0-1 0 0,1 0 1 0 0,-1-1-1 0 0,1 1 1 0 0,-1 0-1 0 0,1 0 1 0 0,0-1-1 0 0,-1 1 1 0 0,2 0-1 0 0,-1 1-537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2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73 7069 0 0,'-2'58'-100'0'0,"0"-24"310"0"0,2 1 0 0 0,1 0-1 0 0,2-1 1 0 0,10 50-1 0 0,-3-44-199 0 0,-5-55 154 0 0,-4-4-255 0 0,1 0 0 0 0,1 1 0 0 0,1-1 0 0 0,7-20 0 0 0,6-38-122 0 0,-13 47 144 0 0,2 1 1 0 0,0 0-1 0 0,2 1 1 0 0,17-43 0 0 0,-25 72 65 0 0,0-1 1 0 0,1 0 0 0 0,-1 1 0 0 0,0-1 0 0 0,0 0-1 0 0,0 1 1 0 0,0-1 0 0 0,0 0 0 0 0,0 1-1 0 0,0-1 1 0 0,1 0 0 0 0,-1 1 0 0 0,0-1-1 0 0,0 0 1 0 0,0 1 0 0 0,1-1 0 0 0,-1 0 0 0 0,0 0-1 0 0,0 0 1 0 0,1 1 0 0 0,-1-1 0 0 0,0 0-1 0 0,0 0 1 0 0,1 0 0 0 0,-1 1 0 0 0,0-1-1 0 0,1 0 1 0 0,-1 0 0 0 0,0 0 0 0 0,1 0 0 0 0,-1 0-1 0 0,0 0 1 0 0,1 0 0 0 0,-1 0 0 0 0,0 0-1 0 0,1 0 1 0 0,-1 0 0 0 0,0 0 0 0 0,1 0-1 0 0,-1 0 1 0 0,0 0 0 0 0,1 0 0 0 0,-1 0-1 0 0,0 0 1 0 0,1 0 0 0 0,-1-1 0 0 0,0 1 0 0 0,1 0-1 0 0,-1 0 1 0 0,0 0 0 0 0,0-1 0 0 0,1 1-1 0 0,-1 0 1 0 0,0 0 0 0 0,0-1 0 0 0,1 1-1 0 0,-1 0 1 0 0,0 0 0 0 0,0-1 0 0 0,0 1 0 0 0,1 0-1 0 0,-1-1 1 0 0,0 1 0 0 0,0 0 0 0 0,0-1-1 0 0,0 1 1 0 0,0 0 0 0 0,0-1 0 0 0,0 0 0 0 0,11 34 177 0 0,-9-24-116 0 0,8 23 98 0 0,-2 1 0 0 0,-2-1-1 0 0,-1 1 1 0 0,1 56 0 0 0,-3-40-80 0 0,11 53 0 0 0,-14-98-71 0 0,1-1-79 0 0,-1 1 0 0 0,1-1-1 0 0,0 0 1 0 0,0 0 0 0 0,0 1 0 0 0,0-1 0 0 0,0 0 0 0 0,1 0 0 0 0,-1 0 0 0 0,1 0 0 0 0,0-1 0 0 0,4 6 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1 228 5725 0 0,'26'11'862'0'0,"-21"-9"-820"0"0,-1 1 0 0 0,1-1 0 0 0,0 0 1 0 0,0-1-1 0 0,0 1 0 0 0,9 1 0 0 0,-2-3-84 0 0,1-1-1 0 0,-1 0 1 0 0,0 0-1 0 0,1-1 1 0 0,-1-1-1 0 0,0 0 1 0 0,0 0-1 0 0,16-8 1 0 0,-6 1-357 0 0</inkml:trace>
  <inkml:trace contextRef="#ctx0" brushRef="#br0" timeOffset="1">336 33 6065 0 0,'-4'-6'236'0'0,"3"4"-102"0"0,0 0-1 0 0,-1-1 1 0 0,1 1 0 0 0,-1 0 0 0 0,0 0 0 0 0,0 0 0 0 0,0 0 0 0 0,0 0 0 0 0,0 0 0 0 0,0 1-1 0 0,-5-3 1 0 0,16 33 9 0 0,-2 2-131 0 0,5 28-1 0 0,8 103-47 0 0,-19-151 27 0 0,1 16-418 0 0,7 35 1 0 0,-5-48-20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3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 6001 0 0,'0'0'15'0'0,"-1"0"1"0"0,1 0-1 0 0,0 0 0 0 0,0 0 1 0 0,0 0-1 0 0,0 0 1 0 0,0 0-1 0 0,0 0 1 0 0,-1 0-1 0 0,1 0 1 0 0,0 0-1 0 0,0 0 1 0 0,0 0-1 0 0,0 0 1 0 0,0 0-1 0 0,-1 0 1 0 0,1 0-1 0 0,0 0 1 0 0,0 0-1 0 0,0 0 1 0 0,0 0-1 0 0,0 0 1 0 0,-1 0-1 0 0,1 1 0 0 0,0-1 1 0 0,0 0-1 0 0,0 0 1 0 0,0 0-1 0 0,0 0 1 0 0,0 0-1 0 0,0 0 1 0 0,0 0-1 0 0,0 0 1 0 0,-1 1-1 0 0,1-1 1 0 0,0 0-1 0 0,0 0 1 0 0,0 0-1 0 0,0 0 1 0 0,0 0-1 0 0,0 0 1 0 0,0 1-1 0 0,0-1 1 0 0,0 0-1 0 0,0 0 1 0 0,0 0-1 0 0,0 0 0 0 0,0 0 1 0 0,0 1-1 0 0,0-1 1 0 0,0 0-1 0 0,0 0 1 0 0,0 0-1 0 0,0 1 1 0 0,-3 17 126 0 0,0 23-163 0 0,3-11 356 0 0,0 1-1 0 0,3 0 1 0 0,0-1 0 0 0,2 0 0 0 0,16 54 0 0 0,-16-69-252 0 0,-4-11-59 0 0,0 1 0 0 0,1 0 0 0 0,0-1 0 0 0,0 0 0 0 0,4 9 0 0 0,-5-12-21 0 0,0-1 0 0 0,0 1 0 0 0,0 0 0 0 0,-1 0-1 0 0,1 0 1 0 0,0 0 0 0 0,0-1 0 0 0,1 1 0 0 0,-1 0 0 0 0,0-1 0 0 0,0 1 0 0 0,0-1 0 0 0,0 1 0 0 0,0-1-1 0 0,1 1 1 0 0,-1-1 0 0 0,0 0 0 0 0,0 0 0 0 0,1 0 0 0 0,-1 0 0 0 0,0 0 0 0 0,0 0 0 0 0,1 0 0 0 0,-1 0-1 0 0,0 0 1 0 0,0-1 0 0 0,2 1 0 0 0,11-3-117 0 0,0-1 1 0 0,-1 0-1 0 0,1-1 0 0 0,-1 0 0 0 0,0-1 1 0 0,0-1-1 0 0,13-9 0 0 0,0 0-441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3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0 257 8793 0 0,'12'-27'757'0'0,"-11"23"-648"0"0,1 0 0 0 0,-1 0 1 0 0,1 0-1 0 0,0 1 0 0 0,0-1 0 0 0,0 1 1 0 0,0-1-1 0 0,4-4 0 0 0,9-6 14 0 0,1 0 0 0 0,1 1-1 0 0,0 1 1 0 0,1 1 0 0 0,0 0 0 0 0,0 1 0 0 0,27-10-1 0 0,144-42-1350 0 0,-178 59 1093 0 0,33-9-666 0 0,-2 3-117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3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107 112 5693 0 0,'0'8'260'0'0,"0"-2"-112"0"0,5-6 12 0 0,12 0-12 0 0,-13-1 8 0 0,9 1-4 0 0,0-5-8 0 0,4 1 16 0 0,7-6-264 0 0,-1 4 104 0 0,10-5-20 0 0,1-5-16 0 0,2 4 128 0 0,7-3-308 0 0,-2 1 80 0 0,0 2-132 0 0,-4 2-100 0 0,-7 0-177 0 0</inkml:trace>
  <inkml:trace contextRef="#ctx0" brushRef="#br0" timeOffset="1">0 459 6657 0 0,'0'4'128'0'0,"4"-5"-116"0"0,11 1 12 0 0,0-4 4 0 0,3-1 4 0 0,5-2 8 0 0,5-1-12 0 0,4-6 4 0 0,7 5-124 0 0,2-7 120 0 0,6 0 8 0 0,0 0-24 0 0,3-4-20 0 0,1 5-72 0 0,-4-5 40 0 0,-8 6-196 0 0,-4 2-192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4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0 134 6249 0 0,'5'6'324'0'0,"5"-5"-148"0"0,7-2 36 0 0,-1-3 0 0 0,1 2 4 0 0,6-3-4 0 0,3 2 4 0 0,4-7-4 0 0,9 0-312 0 0,-3-5 140 0 0,3 3-104 0 0,4-4-96 0 0,-2-5-152 0 0,2 6-8 0 0,-3 0-200 0 0,-1 3-196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6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9 224 3900 0 0,'-3'0'126'0'0,"-2"0"674"0"0,8-5 51 0 0,0 3-392 0 0,-3 4-274 0 0,-2 4 1536 0 0,28-11-1585 0 0,79-16 15 0 0,-35 6 7 0 0,118-26 12 0 0,83-23 523 0 0,-189 45-577 0 0,159-39-12 0 0,-238 57-239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8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305 201 3408 0 0,'-41'-7'151'0'0,"32"6"996"0"0,2-1-979 0 0,-23-4-42 0 0,22 4 1219 0 0,9 13-1366 0 0,2 33 106 0 0,-2-33 316 0 0,-1 35-282 0 0,1 142-21 0 0,-1-173-89 0 0,0-1 1 0 0,0 1-1 0 0,-6 28 0 0 0,2-25 81 0 0,-8 45 25 0 0,6-38-112 0 0,1 1-1 0 0,1-1 1 0 0,2 1-1 0 0,0 0 1 0 0,3 28 0 0 0,2-39-94 0 0,-3-14 99 0 0,0-1-1 0 0,0 0 1 0 0,0 0 0 0 0,0 0 0 0 0,0 0-1 0 0,1 1 1 0 0,-1-1 0 0 0,0 0 0 0 0,0 0 0 0 0,0 0-1 0 0,0 0 1 0 0,1 0 0 0 0,-1 0 0 0 0,0 0-1 0 0,0 1 1 0 0,0-1 0 0 0,1 0 0 0 0,-1 0-1 0 0,0 0 1 0 0,0 0 0 0 0,0 0 0 0 0,1 0 0 0 0,-1 0-1 0 0,0 0 1 0 0,0 0 0 0 0,0 0 0 0 0,1 0-1 0 0,-1 0 1 0 0,0 0 0 0 0,0 0 0 0 0,1 0-1 0 0,-1-1 1 0 0,0 1 0 0 0,0 0 0 0 0,0 0 0 0 0,0 0-1 0 0,1 0 1 0 0,-1 0 0 0 0,0 0 0 0 0,0 0-1 0 0,0-1 1 0 0,0 1 0 0 0,1 0 0 0 0,-1 0-1 0 0,0 0 1 0 0,0 0 0 0 0,0-1 0 0 0,0 1 0 0 0,0 0-1 0 0,0 0 1 0 0,0 0 0 0 0,0-1 0 0 0,1 1-1 0 0,-1 0 1 0 0,0 0 0 0 0,0-1 0 0 0,12-28 366 0 0,-5 18-364 0 0,0 1 0 0 0,1 0-1 0 0,0 0 1 0 0,0 1 0 0 0,1 0 0 0 0,1 0-1 0 0,-1 1 1 0 0,1 0 0 0 0,11-6-1 0 0,-2 3-20 0 0,0 2-1 0 0,1 0 1 0 0,0 1-1 0 0,30-9 1 0 0,-18 6 12 0 0,0-2 0 0 0,-1-1 0 0 0,34-21 0 0 0,-17 10 11 0 0,-48 25-5 0 0,1 0 0 0 0,-1 0 1 0 0,0 0-1 0 0,1-1 0 0 0,-1 1 1 0 0,1 0-1 0 0,-1 0 0 0 0,1 0 1 0 0,-1 0-1 0 0,0 0 0 0 0,1-1 1 0 0,-1 1-1 0 0,0 0 0 0 0,1-1 1 0 0,-1 1-1 0 0,1 0 0 0 0,-1 0 1 0 0,0-1-1 0 0,0 1 0 0 0,1 0 1 0 0,-1-1-1 0 0,0 1 0 0 0,0-1 1 0 0,1 1-1 0 0,-1 0 0 0 0,0-1 1 0 0,0 1-1 0 0,0-1 0 0 0,0 1 1 0 0,0-1-1 0 0,1 1 0 0 0,-1 0 1 0 0,0-1-1 0 0,0 1 0 0 0,0-2 1 0 0,-1 2 100 0 0,-16 9 532 0 0,1 21-633 0 0,2 0 1 0 0,0 1-1 0 0,2 0 1 0 0,-9 40-1 0 0,-5 11 9 0 0,-172 407 233 0 0,178-442-202 0 0,-136 297 270 0 0,81-170 309 0 0,64-142-429 0 0,1 0-1 0 0,2 1 0 0 0,-6 54 0 0 0,-12 86 140 0 0,25-168-328 0 0,0 1-1 0 0,0-1 0 0 0,1 1 1 0 0,-1-1-1 0 0,1 1 0 0 0,1 0 1 0 0,-1-1-1 0 0,1 1 0 0 0,1 5 1 0 0,2-15 885 0 0,3-12-688 0 0,4-24-263 0 0,-8 30 51 0 0,1 0 1 0 0,0 0-1 0 0,0 1 1 0 0,1 0-1 0 0,0-1 1 0 0,10-13-1 0 0,-4 6-7 0 0,291-475-1077 0 0,-256 425 1071 0 0,2 3 0 0 0,4 1-1 0 0,2 3 1 0 0,2 2 0 0 0,92-71 0 0 0,-113 100 17 0 0,62-67 1 0 0,-83 79 4 0 0,0-1 1 0 0,-1-1-1 0 0,-1 0 1 0 0,-1 0-1 0 0,17-42 1 0 0,-24 51-4 0 0,-1 4 0 0 0,0-1 1 0 0,-1 0-1 0 0,0 0 1 0 0,0 0 0 0 0,-1 0-1 0 0,1-9 1 0 0,-2 15 2 0 0,0 1-6 0 0,0 1 1 0 0,0-1-1 0 0,-1 0 0 0 0,1 0 1 0 0,0 0-1 0 0,0 0 1 0 0,-1 0-1 0 0,1 0 1 0 0,0 0-1 0 0,0 1 0 0 0,0-1 1 0 0,0 0-1 0 0,-1 0 1 0 0,1 0-1 0 0,0 1 1 0 0,0-1-1 0 0,0 0 0 0 0,0 0 1 0 0,0 0-1 0 0,-1 1 1 0 0,1-1-1 0 0,0 0 1 0 0,0 0-1 0 0,0 1 0 0 0,0-1 1 0 0,0 0-1 0 0,0 0 1 0 0,0 0-1 0 0,0 1 1 0 0,0-1-1 0 0,0 3-49 0 0,0-5 75 0 0,0 2-18 0 0,-3 3-37 0 0,1 0 27 0 0,0 1-1 0 0,0-1 0 0 0,0 0 1 0 0,0 1-1 0 0,0 0 1 0 0,1-1-1 0 0,-3 8 0 0 0,-6 14-15 0 0,10-25 22 0 0,-10 13 31 0 0,10-13-29 0 0,0 0-1 0 0,-1 0 0 0 0,1 0 0 0 0,0 0 1 0 0,-1 1-1 0 0,1-1 0 0 0,0 0 1 0 0,-1 0-1 0 0,1 0 0 0 0,-1 0 1 0 0,1 0-1 0 0,0 0 0 0 0,-1 0 0 0 0,1 0 1 0 0,0-1-1 0 0,-1 1 0 0 0,1 0 1 0 0,-1 0-1 0 0,1 0 0 0 0,0 0 1 0 0,-1 0-1 0 0,1 0 0 0 0,0-1 0 0 0,-1 1 1 0 0,1 0-1 0 0,-1-1 0 0 0,-1-1 8 0 0,1 1-1 0 0,-1-1 1 0 0,0 0 0 0 0,1 0-1 0 0,0 0 1 0 0,-1 0-1 0 0,1 0 1 0 0,0 0-1 0 0,0-1 1 0 0,0 1 0 0 0,0 0-1 0 0,-1-4 1 0 0,-7-34-40 0 0,8 35 20 0 0,-3-23-97 0 0,1 0-1 0 0,1 1 0 0 0,1-1 0 0 0,5-46 1 0 0,3 20-50 0 0,20-75 1 0 0,0 3 120 0 0,-13 51 2 0 0,-12 67 30 0 0,2-12-13 0 0,3-30-1 0 0,-7 46 13 0 0,1-1 0 0 0,-1 1 0 0 0,-1-1 0 0 0,1 1 0 0 0,0-1 0 0 0,-1 1 0 0 0,0-1 0 0 0,0 1-1 0 0,0-1 1 0 0,-1 1 0 0 0,0 0 0 0 0,-3-7 0 0 0,-2 2-15 0 0,6 8 18 0 0,0 0 0 0 0,0-1 0 0 0,0 1 0 0 0,0-1 0 0 0,0 1 0 0 0,0-1 0 0 0,0 1 1 0 0,0-1-1 0 0,1 0 0 0 0,-1 1 0 0 0,0-1 0 0 0,1 0 0 0 0,-1-3 0 0 0,2 4-7 0 0,-1 0-1 0 0,1 0 1 0 0,-1 0-1 0 0,1 0 1 0 0,0-1 0 0 0,-1 1-1 0 0,1 1 1 0 0,0-1 0 0 0,0 0-1 0 0,0 0 1 0 0,0 0-1 0 0,0 0 1 0 0,0 1 0 0 0,0-1-1 0 0,0 0 1 0 0,0 1 0 0 0,0-1-1 0 0,2 0 1 0 0,24-11-89 0 0,-23 10 82 0 0,-2 1 20 0 0,1 0 1 0 0,0 0-1 0 0,-1-1 0 0 0,0 1 0 0 0,1-1 0 0 0,-1 0 1 0 0,0 0-1 0 0,0 0 0 0 0,0 0 0 0 0,0 0 0 0 0,0 0 1 0 0,0 0-1 0 0,0-1 0 0 0,-1 1 0 0 0,1-1 0 0 0,-1 1 1 0 0,0-1-1 0 0,0 0 0 0 0,0 1 0 0 0,0-1 0 0 0,0 0 0 0 0,-1 0 1 0 0,1 0-1 0 0,-1 1 0 0 0,0-1 0 0 0,0 0 0 0 0,0 0 1 0 0,0 0-1 0 0,0 0 0 0 0,0 0 0 0 0,-1 1 0 0 0,-1-5 1 0 0,2 6-8 0 0,0 0 1 0 0,-1-1 0 0 0,1 1 0 0 0,-1 0-1 0 0,0 0 1 0 0,0 0 0 0 0,1-1 0 0 0,-1 1-1 0 0,0 0 1 0 0,0 0 0 0 0,0 0 0 0 0,0 0-1 0 0,0 0 1 0 0,0 0 0 0 0,0 1 0 0 0,0-1-1 0 0,0 0 1 0 0,-1 0 0 0 0,1 1 0 0 0,0-1-1 0 0,-1 1 1 0 0,1-1 0 0 0,0 1 0 0 0,-1 0 0 0 0,1-1-1 0 0,-2 1 1 0 0,0 0-40 0 0,1 1-1 0 0,-1-1 1 0 0,1 1-1 0 0,0-1 1 0 0,-1 1-1 0 0,1 0 1 0 0,0 0-1 0 0,-1 0 1 0 0,1 0 0 0 0,0 0-1 0 0,0 1 1 0 0,0-1-1 0 0,0 0 1 0 0,0 1-1 0 0,-2 2 1 0 0,-29 17-1421 0 0,17-8 612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1306 15 2980 0 0,'-112'-14'168'0'0,"96"13"-135"0"0,0 1 0 0 0,0 1-1 0 0,0 1 1 0 0,0 0 0 0 0,-16 5-1 0 0,-60 22 485 0 0,-122 55 0 0 0,191-74-398 0 0,-43 19 323 0 0,2 2 0 0 0,2 3 1 0 0,-79 57-1 0 0,109-67-332 0 0,1 2 0 0 0,1 1 0 0 0,1 1 0 0 0,2 1 0 0 0,1 2 0 0 0,1 0 1 0 0,-31 53-1 0 0,29-34-14 0 0,2 0 1 0 0,2 1 0 0 0,3 1-1 0 0,-15 56 1 0 0,25-64-45 0 0,1 0 0 0 0,2 0 0 0 0,2 0 0 0 0,2 1 0 0 0,4 69-1 0 0,2-88-48 0 0,0 0-1 0 0,2 0 1 0 0,0-1-1 0 0,2 1 1 0 0,1-1-1 0 0,12 26 1 0 0,-12-34-3 0 0,0-1 1 0 0,1 1 0 0 0,1-2-1 0 0,1 1 1 0 0,1-1 0 0 0,0-1-1 0 0,0 0 1 0 0,1-1 0 0 0,19 15-1 0 0,-12-13 4 0 0,0-2 0 0 0,1 0 0 0 0,0-1 0 0 0,1-1 1 0 0,0-1-1 0 0,36 10 0 0 0,-27-12 2 0 0,-1-1 1 0 0,1-2 0 0 0,0-1 0 0 0,50-1 0 0 0,-75-3-6 0 0,149-4 14 0 0,-129 1-13 0 0,-1-1 0 0 0,1-1 0 0 0,48-16 0 0 0,-6-7-135 0 0,-2-2 1 0 0,-2-3-1 0 0,-1-3 0 0 0,-2-2 1 0 0,-1-3-1 0 0,-2-3 0 0 0,-2-2 1 0 0,-2-3-1 0 0,70-81 0 0 0,-100 101-59 0 0,-2 0-1 0 0,0-1 1 0 0,-2-2 0 0 0,-2 0-1 0 0,0 0 1 0 0,18-52-1 0 0,-26 54 48 0 0,-1 0-1 0 0,-2 0 0 0 0,-1-1 0 0 0,-1 0 0 0 0,-2 0 0 0 0,-1 0 0 0 0,-3-63 0 0 0,-2 63 66 0 0,-1 0-1 0 0,-2 0 1 0 0,-1 0 0 0 0,-1 1 0 0 0,-1 0-1 0 0,-21-43 1 0 0,23 58 84 0 0,-1 1 0 0 0,0 0-1 0 0,-2 0 1 0 0,1 1 0 0 0,-2 0 0 0 0,1 1-1 0 0,-2 0 1 0 0,0 1 0 0 0,0 0 0 0 0,-1 1 0 0 0,0 0-1 0 0,-1 1 1 0 0,0 1 0 0 0,-17-8 0 0 0,12 8 5 0 0,-1 1-1 0 0,1 2 1 0 0,-1 0 0 0 0,0 1 0 0 0,0 0 0 0 0,0 2 0 0 0,-1 1-1 0 0,1 0 1 0 0,0 1 0 0 0,-38 6 0 0 0,-39 10-100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5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88 7069 0 0,'0'0'-2'0'0,"0"0"0"0"0,0 0 0 0 0,0 0 0 0 0,0 0 0 0 0,0 0 0 0 0,0-1 0 0 0,0 1 0 0 0,0 0 0 0 0,0 0 0 0 0,0 0 0 0 0,0 0 0 0 0,0 0 0 0 0,0 0 0 0 0,0 0 0 0 0,0 0 0 0 0,0 0 0 0 0,0 0 0 0 0,0-1 0 0 0,0 1 0 0 0,0 0 0 0 0,0 0 0 0 0,0 0 0 0 0,0 0 0 0 0,0 0 0 0 0,0 0 0 0 0,0 0 0 0 0,0 0 0 0 0,-1 0 0 0 0,1 0 0 0 0,0 0 0 0 0,0 0 0 0 0,0 0 0 0 0,0 0 0 0 0,0-1 0 0 0,0 1 0 0 0,0 0 0 0 0,0 0 0 0 0,0 0 0 0 0,0 0 0 0 0,0 0 0 0 0,-1 0 0 0 0,1 0 0 0 0,0 0 0 0 0,0 0 0 0 0,0 0 0 0 0,0 0 0 0 0,0 0 0 0 0,0 0 0 0 0,0 0 0 0 0,0 0 0 0 0,0 0 0 0 0,0 0 0 0 0,-1 0 0 0 0,1 0 0 0 0,0 0 0 0 0,0 0 0 0 0,0 1 0 0 0,0-1 0 0 0,0 0 0 0 0,0 0 0 0 0,0 0 0 0 0,0 0 0 0 0,0 0 0 0 0,0 0 0 0 0,0 0 0 0 0,0 0 0 0 0,-8 8-6 0 0,-5 10 114 0 0,-27 46-140 0 0,-3 5-22 0 0,42-67 64 0 0,1 0-1 0 0,-1-1 0 0 0,0 1 1 0 0,0 0-1 0 0,1-1 0 0 0,-1 1 0 0 0,1 0 1 0 0,0 0-1 0 0,-1 0 0 0 0,1-1 1 0 0,0 1-1 0 0,0 0 0 0 0,0 0 1 0 0,0 0-1 0 0,1-1 0 0 0,-1 1 1 0 0,0 0-1 0 0,1 0 0 0 0,-1 0 0 0 0,1-1 1 0 0,1 4-1 0 0,0-3 8 0 0,0 1-1 0 0,0 0 1 0 0,0-1 0 0 0,1 1-1 0 0,-1-1 1 0 0,1 0 0 0 0,-1 0-1 0 0,1 0 1 0 0,0 0-1 0 0,-1 0 1 0 0,5 1 0 0 0,6 2 53 0 0,1 1 0 0 0,0-2 0 0 0,0 0 0 0 0,17 3 0 0 0,30 1 51 0 0,1-3 0 0 0,93-4 1 0 0,-123-1-106 0 0,1232-46 140 0 0,-844 25-129 0 0,713-32 548 0 0,2102-76 990 0 0,-2205 100-1509 0 0,-779 11 154 0 0,-251 18-203 0 0,1 0 0 0 0,-1 0-1 0 0,0 0 1 0 0,1 0 0 0 0,-1 0 0 0 0,0 0-1 0 0,1 0 1 0 0,-1 0 0 0 0,0 0 0 0 0,1 0 0 0 0,-1 0-1 0 0,0 0 1 0 0,1 0 0 0 0,-1-1 0 0 0,0 1-1 0 0,0 0 1 0 0,1 0 0 0 0,-1 0 0 0 0,0 0 0 0 0,0 0-1 0 0,1-1 1 0 0,-1 1 0 0 0,0 0 0 0 0,0 0-1 0 0,1-1 1 0 0,-1 1 0 0 0,0 0 0 0 0,0 0 0 0 0,0-1-1 0 0,0 1 1 0 0,1 0 0 0 0,-1-1 0 0 0,-8-5 88 0 0,-18-3-13 0 0,-88-9-893 0 0,31 7-599 0 0,38 2 494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5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7069 0 0,'1'-2'14'0'0,"0"-1"-1"0"0,1 0 1 0 0,-1 1 0 0 0,0-1 0 0 0,1 1 0 0 0,0-1 0 0 0,0 1 0 0 0,0 0 0 0 0,0-1 0 0 0,0 1 0 0 0,0 0-1 0 0,0 0 1 0 0,1 1 0 0 0,-1-1 0 0 0,6-2 0 0 0,-5 3-22 0 0,1 0 0 0 0,0 0 0 0 0,-1 1 0 0 0,1-1 0 0 0,0 1 0 0 0,-1 0 0 0 0,1 0 0 0 0,0 0 0 0 0,-1 1 0 0 0,1-1 0 0 0,0 1 0 0 0,5 2 0 0 0,48 15 376 0 0,-2 3-1 0 0,74 39 0 0 0,-57-26-44 0 0,1 2-96 0 0,91 59 0 0 0,-124-68-200 0 0,-2 1 0 0 0,-1 2-1 0 0,57 59 1 0 0,-74-67-16 0 0,-1 2 1 0 0,31 48-1 0 0,-45-63 0 0 0,1 1-1 0 0,-2 0 1 0 0,1 0 0 0 0,-1 0-1 0 0,-1 1 1 0 0,1-1 0 0 0,-2 1-1 0 0,0 0 1 0 0,0 0 0 0 0,-1 0-1 0 0,0 12 1 0 0,-2-14-7 0 0,-1 0 1 0 0,0 0-1 0 0,0 1 1 0 0,0-2-1 0 0,-2 1 1 0 0,1 0 0 0 0,-1-1-1 0 0,0 1 1 0 0,-1-1-1 0 0,0 0 1 0 0,0-1-1 0 0,0 1 1 0 0,-1-1-1 0 0,0 0 1 0 0,-1 0-1 0 0,-12 9 1 0 0,2-2-142 0 0,-1-1-1 0 0,0-1 1 0 0,-1-1 0 0 0,-1-1-1 0 0,-39 16 1 0 0,-14-2-425 0 0,-12-1-195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6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725 501 5665 0 0,'19'-19'171'0'0,"1"1"0"0"0,29-19 0 0 0,-49 39 96 0 0,-4 7-115 0 0,-5 7-71 0 0,-180 290 420 0 0,135-208-573 0 0,-46 116-1 0 0,-24 113 123 0 0,-138 337 797 0 0,214-536-684 0 0,42-108-156 0 0,1 0 0 0 0,1 1 0 0 0,1-1 1 0 0,-1 32-1 0 0,4-48 0 0 0,0-1 1 0 0,0 1-1 0 0,0-1 1 0 0,0 1-1 0 0,1-1 1 0 0,0 1-1 0 0,-1-1 0 0 0,1 1 1 0 0,1-1-1 0 0,-1 0 1 0 0,0 0-1 0 0,1 1 1 0 0,0-1-1 0 0,-1 0 0 0 0,1 0 1 0 0,0 0-1 0 0,1-1 1 0 0,2 4-1 0 0,-2-4 10 0 0,1 1-1 0 0,0-1 1 0 0,0 0-1 0 0,0 0 1 0 0,0 0-1 0 0,0 0 1 0 0,1-1-1 0 0,-1 0 1 0 0,1 0-1 0 0,-1 0 1 0 0,0 0-1 0 0,1-1 1 0 0,-1 0-1 0 0,6 0 1 0 0,68-2 131 0 0,109-17 0 0 0,-81 5-120 0 0,780-31 275 0 0,4 57 286 0 0,-574-5-350 0 0,175 6 236 0 0,254 3 200 0 0,-686-15-634 0 0,67 0 17 0 0,-105-3 42 0 0,0 0 1 0 0,0-1 0 0 0,37-10-1 0 0,-56 12-70 0 0,-1 1 0 0 0,1-1 0 0 0,0 0-1 0 0,0 0 1 0 0,0 0 0 0 0,-1 0 0 0 0,1 0 0 0 0,0 0 0 0 0,-1 0-1 0 0,1-1 1 0 0,-1 1 0 0 0,1 0 0 0 0,-1-1 0 0 0,0 0 0 0 0,0 1-1 0 0,0-1 1 0 0,0 0 0 0 0,0 1 0 0 0,0-1 0 0 0,0 0 0 0 0,0 0-1 0 0,-1 0 1 0 0,1 0 0 0 0,-1 0 0 0 0,1 0 0 0 0,-1 0 0 0 0,0 0 0 0 0,1-2-1 0 0,-2-6 46 0 0,1 0 0 0 0,-1-1 0 0 0,-1 1 0 0 0,-4-15-1 0 0,0-7-87 0 0,3-5 5 0 0,1 0 0 0 0,2 0-1 0 0,2 0 1 0 0,10-60 0 0 0,42-146-59 0 0,-40 189 55 0 0,43-154-108 0 0,126-304 1 0 0,-139 416 76 0 0,4 2-1 0 0,4 2 0 0 0,4 2 0 0 0,4 3 0 0 0,73-81 0 0 0,-98 128 49 0 0,-11 13-1 0 0,0-1 1 0 0,32-52-1 0 0,-54 77-4 0 0,0 0 0 0 0,0 0 0 0 0,-1 0 0 0 0,1 0-1 0 0,-1-1 1 0 0,0 1 0 0 0,0 0 0 0 0,0-1 0 0 0,-1 1 0 0 0,1-1 0 0 0,-1 1-1 0 0,1-1 1 0 0,-1 1 0 0 0,-1-1 0 0 0,1 1 0 0 0,0-1 0 0 0,-1 1 0 0 0,1-1-1 0 0,-2-3 1 0 0,0 4-4 0 0,0 1 0 0 0,1-1 0 0 0,-1 0 1 0 0,0 1-1 0 0,0-1 0 0 0,-1 1 0 0 0,1-1 0 0 0,0 1 0 0 0,-1 0 0 0 0,0 0 0 0 0,1 0 0 0 0,-1 1 0 0 0,0-1 0 0 0,0 0 0 0 0,0 1 0 0 0,0 0 0 0 0,0 0 1 0 0,0 0-1 0 0,0 0 0 0 0,-5 0 0 0 0,-65-11-46 0 0,0 3 0 0 0,-110 2 0 0 0,72 4 53 0 0,-253-6 84 0 0,-691 73 1 0 0,-278 160-82 0 0,1260-210-20 0 0,-880 188-888 0 0,891-185 442 0 0,41-10-424 0 0,-41 8-1 0 0,45-12-5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7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762 534 4576 0 0,'19'-13'217'0'0,"-1"0"-1"0"0,-1-2 1 0 0,0 0-1 0 0,-1 0 1 0 0,-1-2 0 0 0,-1 0-1 0 0,14-19 1 0 0,-16 17 233 0 0,-8 12-313 0 0,-5 7 72 0 0,-47 69-244 0 0,-179 270-127 0 0,175-267 156 0 0,-3-3 1 0 0,-3-2 0 0 0,-4-3-1 0 0,-108 89 1 0 0,140-128 23 0 0,-1-2 1 0 0,-1-1-1 0 0,-1-1 1 0 0,-1-2-1 0 0,-55 23 1 0 0,195-51-12 0 0,323-42-32 0 0,23-2 69 0 0,317 27 816 0 0,109 13-511 0 0,-854 12-323 0 0,104-6 65 0 0,-103 4 77 0 0,0-1 1 0 0,-1 0-1 0 0,25-9 0 0 0,-48 12-139 0 0,0 1 0 0 0,1-1 0 0 0,-1 1-1 0 0,0-1 1 0 0,0 1 0 0 0,1-1-1 0 0,-1 1 1 0 0,0-1 0 0 0,0 0-1 0 0,0 0 1 0 0,0 0 0 0 0,0 0-1 0 0,0 0 1 0 0,0 0 0 0 0,0 0-1 0 0,-1 0 1 0 0,1 0 0 0 0,0 0-1 0 0,-1 0 1 0 0,1 0 0 0 0,0-1-1 0 0,-1 1 1 0 0,1 0 0 0 0,-1 0-1 0 0,0-1 1 0 0,1 1 0 0 0,-1 0-1 0 0,0-1 1 0 0,0 1 0 0 0,0 0-1 0 0,0-1 1 0 0,0 1 0 0 0,0 0-1 0 0,0-1 1 0 0,-1 1 0 0 0,1 0-1 0 0,0 0 1 0 0,-1-1 0 0 0,0-1-1 0 0,-2-5-1 0 0,-1-1 0 0 0,-1 1 0 0 0,1 0 0 0 0,-11-13-1 0 0,10 14-53 0 0,-28-46-2 0 0,2 0 0 0 0,-40-98 0 0 0,-30-123-41 0 0,46 118 55 0 0,24 58-27 0 0,-28-157 1 0 0,59 255 41 0 0,-3-13 10 0 0,1 4-144 0 0,7 20-222 0 0,-1 0-181 0 0,1 0 0 0 0,1 0 0 0 0,7 12-1 0 0,-3-8-352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9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803 179 4136 0 0,'-4'2'96'0'0,"-18"5"2963"0"0,76-12-3014 0 0,181-17-87 0 0,44-2-23 0 0,528-15-36 0 0,5 26 323 0 0,-641 11-150 0 0,2263-26 775 0 0,-2374 27-773 0 0,581-6 827 0 0,-648 0-851 0 0,5 5-48 0 0,-1-1-1 0 0,-1-1-1 0 0,1 1 1 0 0,-1 0 0 0 0,0 0-1 0 0,0 0 1 0 0,0 0-1 0 0,0 1 1 0 0,0-1-1 0 0,-1 1 1 0 0,1 0 0 0 0,-1 1-1 0 0,0-1 1 0 0,1 1-1 0 0,-11-2 1 0 0,-52 6-279 0 0,74 18 262 0 0,18 66 23 0 0,-22-80-4 0 0,-2 0-1 0 0,1 1 0 0 0,-1-1 1 0 0,-1 0-1 0 0,1 0 1 0 0,-1 1-1 0 0,0-1 0 0 0,-1 8 1 0 0,-1 3 1 0 0,-35 531 98 0 0,36-538-102 0 0,-8 62 25 0 0,8-66-16 0 0,0-1 0 0 0,-1 0 1 0 0,0 0-1 0 0,0 1 0 0 0,0-1 0 0 0,-1 0 1 0 0,0-1-1 0 0,-6 10 0 0 0,7-13-3 0 0,0 0-1 0 0,1-1 1 0 0,-1 1-1 0 0,0-1 1 0 0,0 0-1 0 0,0 1 1 0 0,0-1-1 0 0,0 0 0 0 0,-1 0 1 0 0,1 0-1 0 0,0-1 1 0 0,0 1-1 0 0,-1 0 1 0 0,1-1-1 0 0,-5 1 1 0 0,-42-1 1 0 0,20-1-23 0 0,-58 8 39 0 0,-96 20 0 0 0,64-7 5 0 0,-796 55-529 0 0,-3-69-276 0 0,515-9 657 0 0,-771 0 72 0 0,3 34 434 0 0,671 4-418 0 0,232-15 24 0 0,160-16 16 0 0,92-4-5 0 0,-1-1 0 0 0,0-1 0 0 0,1 0 0 0 0,-23-7 0 0 0,38 8-2 0 0,-1 1 0 0 0,1 0-1 0 0,0 0 1 0 0,0-1 0 0 0,0 1 0 0 0,0-1-1 0 0,0 1 1 0 0,0-1 0 0 0,0 1 0 0 0,0-1-1 0 0,1 0 1 0 0,-1 1 0 0 0,0-1 0 0 0,0 0 0 0 0,0 0-1 0 0,1 1 1 0 0,-1-1 0 0 0,0 0 0 0 0,1 0-1 0 0,-2-2 1 0 0,2 2-3 0 0,0 1 0 0 0,0-1 0 0 0,0 0-1 0 0,0 0 1 0 0,0 0 0 0 0,0 0 0 0 0,1 0 0 0 0,-1 0-1 0 0,0 1 1 0 0,0-1 0 0 0,1 0 0 0 0,-1 0 0 0 0,1 0-1 0 0,-1 0 1 0 0,0 1 0 0 0,1-1 0 0 0,0 0 0 0 0,-1 1-1 0 0,2-2 1 0 0,4-4-61 0 0,1 0-1 0 0,0 1 1 0 0,0 0 0 0 0,9-5 0 0 0,-12 7-6 0 0,40-24-316 0 0,-9 7 168 0 0,-1-3 1 0 0,33-27-1 0 0,-56 41 209 0 0,-2 0 1 0 0,1-1-1 0 0,-1-1 1 0 0,0 1-1 0 0,-1-1 1 0 0,-1-1-1 0 0,0 1 1 0 0,0-1-1 0 0,-1-1 1 0 0,6-15-1 0 0,13-62-3 0 0,-4-1 0 0 0,15-136 1 0 0,0-1-30 0 0,-35 222 41 0 0,14-55 49 0 0,-14 58-33 0 0,0-1 0 0 0,1 0 0 0 0,-1 0 0 0 0,1 1 0 0 0,0-1 0 0 0,0 1 0 0 0,0-1 0 0 0,1 1 0 0 0,-1 0 0 0 0,1 0 0 0 0,0 0 0 0 0,5-5 0 0 0,-6 7-12 0 0,0 1 0 0 0,-1-1 0 0 0,1 0 0 0 0,-1 1 0 0 0,1-1 0 0 0,0 1 0 0 0,0 0 0 0 0,-1-1 0 0 0,1 1 0 0 0,0 0 0 0 0,0 0 0 0 0,0 0 0 0 0,-1 0 1 0 0,1 0-1 0 0,0 1 0 0 0,0-1 0 0 0,-1 0 0 0 0,1 1 0 0 0,0-1 0 0 0,-1 1 0 0 0,1 0 0 0 0,0 0 0 0 0,-1 0 0 0 0,1-1 0 0 0,-1 1 0 0 0,1 1 0 0 0,-1-1 0 0 0,0 0 1 0 0,0 0-1 0 0,1 0 0 0 0,0 2 0 0 0,5 5-11 0 0,-1 0 1 0 0,0 0-1 0 0,10 17 1 0 0,-15-24 7 0 0,43 84 59 0 0,-29-54-150 0 0,2 0-1 0 0,40 56 1 0 0,-36-60-205 0 0,1-3-281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0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36 7101 0 0,'0'-4'1'0'0,"0"2"13"0"0,0-1-1 0 0,0 0 0 0 0,0 0 0 0 0,0 1 0 0 0,-1-1 0 0 0,1 0 0 0 0,-2-4 0 0 0,2 7-13 0 0,-1 0 1 0 0,1-1-1 0 0,0 1 0 0 0,-1-1 0 0 0,1 1 1 0 0,-1-1-1 0 0,1 1 0 0 0,-1 0 0 0 0,1 0 1 0 0,-1-1-1 0 0,0 1 0 0 0,1 0 0 0 0,-1 0 1 0 0,1-1-1 0 0,-1 1 0 0 0,1 0 0 0 0,-1 0 1 0 0,0 0-1 0 0,1 0 0 0 0,-1 0 0 0 0,1 0 1 0 0,-1 0-1 0 0,0 0 0 0 0,1 0 0 0 0,-1 0 1 0 0,1 0-1 0 0,-1 0 0 0 0,0 1 0 0 0,1-1 0 0 0,-1 0 1 0 0,1 0-1 0 0,-1 1 0 0 0,1-1 0 0 0,-1 0 1 0 0,1 1-1 0 0,-1-1 0 0 0,1 0 0 0 0,-1 1 1 0 0,-9 5-25 0 0,0 0 1 0 0,1 0-1 0 0,0 1 1 0 0,1 0-1 0 0,-1 1 1 0 0,-9 11 0 0 0,1 2 1 0 0,-23 35 0 0 0,25-33 30 0 0,2 1 1 0 0,0 1-1 0 0,2 0 1 0 0,1 1-1 0 0,-10 36 1 0 0,16-47 1 0 0,1 1 0 0 0,0-1 0 0 0,1 1 0 0 0,1 0 0 0 0,0 0 0 0 0,2 0 0 0 0,-1 0 0 0 0,2 0 0 0 0,0 0 0 0 0,7 25 0 0 0,-7-34-4 0 0,0-1 1 0 0,1 0-1 0 0,0 0 0 0 0,0 0 0 0 0,0 0 1 0 0,1-1-1 0 0,0 1 0 0 0,0-1 0 0 0,0 0 1 0 0,0 0-1 0 0,8 6 0 0 0,-9-9 5 0 0,0 0 0 0 0,0 0 0 0 0,0 0 0 0 0,1 0 0 0 0,-1-1 0 0 0,0 1 0 0 0,1-1 0 0 0,-1 0 0 0 0,1 0 0 0 0,-1 0 0 0 0,1-1 0 0 0,0 1 0 0 0,-1-1 0 0 0,1 0 0 0 0,0 0 0 0 0,-1 0 0 0 0,1 0 0 0 0,0-1-1 0 0,-1 1 1 0 0,1-1 0 0 0,0 0 0 0 0,3-1 0 0 0,2-2-27 0 0,0 1-1 0 0,0-2 0 0 0,-1 1 1 0 0,1-1-1 0 0,-1 0 0 0 0,0-1 1 0 0,0 0-1 0 0,-1 0 0 0 0,0-1 1 0 0,0 0-1 0 0,12-15 1 0 0,-9 7-27 0 0,-1 0 1 0 0,-1 0 0 0 0,0-1-1 0 0,-1 0 1 0 0,9-32 0 0 0,2-2 41 0 0,27-55 1 0 0,-48 162-108 0 0,0-23 119 0 0,-8 95 30 0 0,10-122-78 0 0,2 0 1 0 0,-1 1-1 0 0,1-1 1 0 0,-1 1 0 0 0,2-1-1 0 0,-1 0 1 0 0,1 0-1 0 0,1 0 1 0 0,-1 0 0 0 0,1 0-1 0 0,0 0 1 0 0,6 8-1 0 0,3-2-331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1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86 139 5909 0 0,'-1'-11'115'0'0,"-4"18"11"0"0,-7 32 74 0 0,4-15-178 0 0,-6 16-6 0 0,2 2 0 0 0,2-1-1 0 0,-5 49 1 0 0,11-59 17 0 0,0 46 0 0 0,15-106 168 0 0,52-162-580 0 0,15-35 324 0 0,-72 212 49 0 0,-5 9-2 0 0,1-1 1 0 0,1 1-1 0 0,-1 0 0 0 0,1 0 1 0 0,-1 0-1 0 0,1 0 0 0 0,1 0 0 0 0,-1 1 1 0 0,1 0-1 0 0,4-5 0 0 0,-8 9 7 0 0,0 0 0 0 0,1 0 0 0 0,-1 0 0 0 0,0 0-1 0 0,0 0 1 0 0,1 0 0 0 0,-1 0 0 0 0,0 0 0 0 0,0 0 0 0 0,1 0 0 0 0,-1 0-1 0 0,0 0 1 0 0,0 0 0 0 0,1 0 0 0 0,-1 0 0 0 0,0 0 0 0 0,0 0 0 0 0,1 0-1 0 0,-1 0 1 0 0,0 0 0 0 0,0 0 0 0 0,1 1 0 0 0,-1-1 0 0 0,0 0-1 0 0,0 0 1 0 0,0 0 0 0 0,1 0 0 0 0,-1 1 0 0 0,0-1 0 0 0,0 0 0 0 0,0 0-1 0 0,0 0 1 0 0,1 1 0 0 0,-1-1 0 0 0,0 0 0 0 0,0 0 0 0 0,0 1-1 0 0,0-1 1 0 0,0 0 0 0 0,0 0 0 0 0,0 1 0 0 0,0-1 0 0 0,0 0 0 0 0,0 0-1 0 0,0 1 1 0 0,0-1 0 0 0,0 1 0 0 0,2 15-22 0 0,-2-14 24 0 0,2 60 100 0 0,-11 101 1 0 0,7-130-108 0 0,-1-11 26 0 0,2 1 1 0 0,1-1 0 0 0,4 29-1 0 0,-4-49-18 0 0,0 0-1 0 0,1 0 1 0 0,-1 0-1 0 0,1 0 1 0 0,-1 0 0 0 0,1 0-1 0 0,0-1 1 0 0,0 1-1 0 0,0 0 1 0 0,0 0-1 0 0,2 2 1 0 0,-3-4-2 0 0,0 0 0 0 0,1 1 0 0 0,-1-1 0 0 0,0 0 0 0 0,0 0 0 0 0,1 0 0 0 0,-1 0 0 0 0,0 0 0 0 0,1 1 0 0 0,-1-1 0 0 0,0 0 0 0 0,1 0 0 0 0,-1 0 0 0 0,0 0 0 0 0,1 0 0 0 0,-1 0-1 0 0,0 0 1 0 0,1 0 0 0 0,-1 0 0 0 0,0 0 0 0 0,1 0 0 0 0,-1 0 0 0 0,0 0 0 0 0,1 0 0 0 0,-1-1 0 0 0,12-10-53 0 0,64-121-280 0 0,-52 87 305 0 0,49-70 0 0 0,-61 98 16 0 0,-8 11 7 0 0,0-1 0 0 0,1 1-1 0 0,0 0 1 0 0,0 0 0 0 0,0 0 0 0 0,1 1 0 0 0,0-1-1 0 0,0 1 1 0 0,0 1 0 0 0,9-6 0 0 0,-15 10 12 0 0,1 0 0 0 0,0 0 0 0 0,0-1 0 0 0,0 1 0 0 0,0 0-1 0 0,0 0 1 0 0,-1 0 0 0 0,1 0 0 0 0,0 0 0 0 0,0 0 0 0 0,0 0 0 0 0,0 0 0 0 0,0 0 0 0 0,0 0 0 0 0,-1 0 0 0 0,1 1 0 0 0,0-1 0 0 0,0 0 0 0 0,0 1 0 0 0,0-1 0 0 0,-1 1-1 0 0,1-1 1 0 0,1 1 0 0 0,-1 1-3 0 0,1 0 1 0 0,-1-1-1 0 0,1 1 0 0 0,-1 0 0 0 0,0-1 0 0 0,0 1 0 0 0,0 0 0 0 0,0 0 0 0 0,1 4 0 0 0,1 4 6 0 0,0 0 0 0 0,-1 0 0 0 0,1 13-1 0 0,-2-18 22 0 0,1 32-52 0 0,-1 0 1 0 0,-2 0 0 0 0,-7 52 0 0 0,0-7 2 0 0,4-43-1065 0 0,4-36 598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1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58 175 4224 0 0,'1'0'7'0'0,"-1"0"-1"0"0,1 0 0 0 0,-1 0 0 0 0,0 0 0 0 0,1 0 0 0 0,-1 0 0 0 0,0 1 1 0 0,1-1-1 0 0,-1 0 0 0 0,1 0 0 0 0,-1 0 0 0 0,0 0 0 0 0,1 0 1 0 0,-1 1-1 0 0,0-1 0 0 0,1 0 0 0 0,-1 0 0 0 0,0 0 0 0 0,0 1 0 0 0,1-1 1 0 0,-1 0-1 0 0,0 0 0 0 0,0 1 0 0 0,1-1 0 0 0,-1 0 0 0 0,0 1 1 0 0,0-1-1 0 0,0 0 0 0 0,1 1 0 0 0,-1-1 0 0 0,0 0 0 0 0,0 1 0 0 0,0-1 1 0 0,0 1-1 0 0,0-1 0 0 0,0 0 0 0 0,0 1 0 0 0,0-1 0 0 0,0 0 1 0 0,0 1-1 0 0,0-1 0 0 0,0 1 0 0 0,0-1 0 0 0,0 0 0 0 0,0 1 0 0 0,0-1 1 0 0,0 0-1 0 0,-1 1 0 0 0,-3 25 162 0 0,3-22-130 0 0,-21 130 276 0 0,-18 73-225 0 0,73-347-554 0 0,-14 58 356 0 0,17-65 55 0 0,-28 124 136 0 0,0 0-1 0 0,1 1 0 0 0,2 0 0 0 0,14-23 0 0 0,-21 38-17 0 0,0 1 0 0 0,1 1 0 0 0,-1-1 0 0 0,1 1 0 0 0,9-8 0 0 0,-12 11-46 0 0,-1 1-1 0 0,1 0 1 0 0,-1 0-1 0 0,1 0 1 0 0,-1 0-1 0 0,1 0 1 0 0,0 0-1 0 0,0 1 1 0 0,-1-1-1 0 0,1 0 1 0 0,0 1-1 0 0,0-1 1 0 0,0 1-1 0 0,-1 0 1 0 0,1-1-1 0 0,0 1 1 0 0,0 0-1 0 0,0 0 1 0 0,0 1-1 0 0,0-1 1 0 0,-1 0-1 0 0,1 0 1 0 0,0 1-1 0 0,0-1 1 0 0,0 1-1 0 0,-1 0 1 0 0,3 1-1 0 0,-2-1-7 0 0,0 1-1 0 0,0 0 1 0 0,-1 0 0 0 0,1 0-1 0 0,-1-1 1 0 0,0 2-1 0 0,1-1 1 0 0,-1 0 0 0 0,0 0-1 0 0,0 0 1 0 0,0 1-1 0 0,0-1 1 0 0,0 4-1 0 0,6 33 102 0 0,-3 30 109 0 0,-9 129 0 0 0,0-1-353 0 0,3-141-409 0 0,2-32 129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2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5817 0 0,'2'3'116'0'0,"0"-1"-192"0"0,3-4 204 0 0,10 6-188 0 0,-5 0 196 0 0,7 2-176 0 0,1-2 176 0 0,7 4-196 0 0,1-3 76 0 0,4 0 16 0 0,5-2-12 0 0,-3 2 20 0 0,2-5-36 0 0,3 0-84 0 0,-1-2-128 0 0,-4-2 44 0 0,1-2-317 0 0</inkml:trace>
  <inkml:trace contextRef="#ctx0" brushRef="#br0" timeOffset="1">495 55 5360 0 0,'-36'-55'763'0'0,"48"110"-773"0"0,-8 127 81 0 0,-4-66-46 0 0,1-22-475 0 0,-1-68 63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2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 4936 0 0,'12'-1'199'0'0,"-9"1"-60"0"0,-7 1 67 0 0,3-1-157 0 0,1 24 475 0 0,0 17-429 0 0,-2 0 0 0 0,-2 0-1 0 0,-2 0 1 0 0,-2 0 0 0 0,-14 42-1 0 0,15-61 22 0 0,2-8-59 0 0,0 0 1 0 0,1 1-1 0 0,1 0 1 0 0,0-1-1 0 0,-1 17 1 0 0,4-29-35 0 0,0 1 0 0 0,1-1 0 0 0,-1 0 0 0 0,0 0 0 0 0,1 1 1 0 0,-1-1-1 0 0,1 0 0 0 0,-1 0 0 0 0,1 0 0 0 0,0 0 0 0 0,0 0 0 0 0,0 0 0 0 0,0 0 0 0 0,0 0 0 0 0,1 0 0 0 0,-1 0 1 0 0,1 0-1 0 0,-1-1 0 0 0,3 3 0 0 0,-1-2 35 0 0,1 0 1 0 0,-1 0-1 0 0,0 0 0 0 0,1-1 1 0 0,-1 1-1 0 0,1-1 1 0 0,-1 0-1 0 0,1 0 0 0 0,0 0 1 0 0,6 0-1 0 0,1 0-40 0 0,-1-1-1 0 0,1-1 1 0 0,-1 1 0 0 0,0-2-1 0 0,1 1 1 0 0,-1-2-1 0 0,17-5 1 0 0,13-8-896 0 0,-22 7 218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8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6249 0 0,'1'-16'1155'0'0,"2"38"-491"0"0,0 8-431 0 0,8 57 124 0 0,-4 1-1 0 0,-10 175 1 0 0,-7-131-1415 0 0,7-105 485 0 0,1-1-170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9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9 392 5148 0 0,'-4'-21'89'0'0,"2"0"0"0"0,0 0 0 0 0,1 0 0 0 0,1-1-1 0 0,1 1 1 0 0,6-33 0 0 0,-5 45-51 0 0,1-1 0 0 0,0 1 0 0 0,0-1 0 0 0,1 1 0 0 0,0 0 0 0 0,1 1 0 0 0,0-1 0 0 0,0 1 0 0 0,1 0 0 0 0,0 0 0 0 0,0 0 0 0 0,1 1 0 0 0,0 0 0 0 0,0 1 0 0 0,1-1 1 0 0,11-7-1 0 0,-4 5-6 0 0,0 0 1 0 0,0 1 0 0 0,0 1-1 0 0,1 0 1 0 0,0 1 0 0 0,1 1 0 0 0,29-6-1 0 0,-33 10 10 0 0,0 0 0 0 0,-1 0 0 0 0,1 1-1 0 0,-1 1 1 0 0,1 0 0 0 0,0 0 0 0 0,-1 2 0 0 0,0-1 0 0 0,0 2-1 0 0,0 0 1 0 0,16 6 0 0 0,8 7-37 0 0,57 34-1 0 0,-80-42-13 0 0,1 1-1 0 0,-2 0 0 0 0,1 1 0 0 0,-1 1 1 0 0,-1 0-1 0 0,18 24 0 0 0,-16-15 29 0 0,0 0 0 0 0,-2 1-1 0 0,0 1 1 0 0,-2-1-1 0 0,0 1 1 0 0,-2 1 0 0 0,-1 0-1 0 0,0 0 1 0 0,-2 0-1 0 0,0 1 1 0 0,-2-1 0 0 0,-1 1-1 0 0,-1 0 1 0 0,-1-1-1 0 0,-1 1 1 0 0,-1-1 0 0 0,-2 1-1 0 0,0-1 1 0 0,-14 37-1 0 0,13-47-1 0 0,-1-1-1 0 0,0 0 0 0 0,-1 0 0 0 0,-1-1 0 0 0,0 0 1 0 0,-1 0-1 0 0,0-1 0 0 0,-1 0 0 0 0,0-1 0 0 0,0-1 1 0 0,-1 1-1 0 0,-1-2 0 0 0,1 0 0 0 0,-1 0 1 0 0,-1-1-1 0 0,1-1 0 0 0,-1 0 0 0 0,0-1 0 0 0,-19 4 1 0 0,14-4-81 0 0,1-1 1 0 0,-1-1 0 0 0,0-1-1 0 0,0 0 1 0 0,-1-2-1 0 0,1 0 1 0 0,0-1 0 0 0,0-1-1 0 0,0-1 1 0 0,0 0 0 0 0,1-2-1 0 0,-1 0 1 0 0,1-1 0 0 0,-31-15-1 0 0,32 12-143 0 0,1-1-1 0 0,0 0 1 0 0,1-1-1 0 0,-27-26 1 0 0,15 7-259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9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4904 0 0,'11'-14'426'0'0,"6"-5"258"0"0,-17 19-676 0 0,1-1 1 0 0,0 1-1 0 0,0 0 0 0 0,0-1 1 0 0,0 1-1 0 0,-1 0 0 0 0,1 0 1 0 0,0 0-1 0 0,0 0 0 0 0,0 0 1 0 0,0 0-1 0 0,0 0 0 0 0,-1 0 1 0 0,1 0-1 0 0,0 0 0 0 0,0 0 1 0 0,0 0-1 0 0,0 0 0 0 0,0 1 1 0 0,-1-1-1 0 0,1 0 0 0 0,0 1 1 0 0,0-1-1 0 0,0 1 0 0 0,-1-1 1 0 0,1 1-1 0 0,1 0 0 0 0,3 4-6 0 0,1 0-1 0 0,-1 1 1 0 0,0 0 0 0 0,0-1-1 0 0,-1 1 1 0 0,0 1 0 0 0,0-1-1 0 0,0 1 1 0 0,-1 0 0 0 0,0-1-1 0 0,0 1 1 0 0,-1 1-1 0 0,0-1 1 0 0,0 0 0 0 0,1 15-1 0 0,0-1 15 0 0,-2 0 1 0 0,-1-1-1 0 0,0 1 0 0 0,-5 33 0 0 0,3-43 0 0 0,0 0 0 0 0,0 0 0 0 0,-7 15 1 0 0,8-22-6 0 0,-1 0 1 0 0,0-1-1 0 0,0 1 1 0 0,0 0 0 0 0,0-1-1 0 0,-1 0 1 0 0,1 1-1 0 0,-1-1 1 0 0,0 0 0 0 0,0 0-1 0 0,0-1 1 0 0,-5 5-1 0 0,8-7-9 0 0,-1 0-1 0 0,1 0 1 0 0,0 1-1 0 0,-1-1 0 0 0,1 0 1 0 0,-1 0-1 0 0,1 1 1 0 0,0-1-1 0 0,-1 0 1 0 0,1 0-1 0 0,-1 0 1 0 0,1 0-1 0 0,0 0 0 0 0,-1 0 1 0 0,1 0-1 0 0,-1 0 1 0 0,1 0-1 0 0,-1 0 1 0 0,1 0-1 0 0,-1 0 0 0 0,1 0 1 0 0,0 0-1 0 0,-1 0 1 0 0,1 0-1 0 0,-1 0 1 0 0,1 0-1 0 0,-1-1 1 0 0,1 1-1 0 0,0 0 0 0 0,-1 0 1 0 0,1-1-1 0 0,0 1 1 0 0,-1 0-1 0 0,1 0 1 0 0,0-1-1 0 0,-1 1 0 0 0,1 0 1 0 0,0-1-1 0 0,-1 1 1 0 0,1 0-1 0 0,0-1 1 0 0,0 1-1 0 0,0-1 1 0 0,-1 1-1 0 0,1 0 0 0 0,0-1 1 0 0,0 1-1 0 0,0-1 1 0 0,0 1-1 0 0,0-1 1 0 0,0 1-1 0 0,0-1 1 0 0,0 1-1 0 0,0 0 0 0 0,0-1 1 0 0,0 1-1 0 0,0-1 1 0 0,0 1-1 0 0,0-1 1 0 0,0 0-1 0 0,3-28 20 0 0,4 3-32 0 0,0 0-1 0 0,2 0 1 0 0,17-36-1 0 0,44-71-48 0 0,-55 107 41 0 0,-12 20 0 0 0,8-14 17 0 0,25-33 0 0 0,-33 48-31 0 0,0 1 0 0 0,0 1 0 0 0,1-1-1 0 0,-1 0 1 0 0,1 1 0 0 0,0 0-1 0 0,0 0 1 0 0,0 0 0 0 0,0 0 0 0 0,1 1-1 0 0,-1-1 1 0 0,1 1 0 0 0,0 0 0 0 0,6-1-1 0 0,-11 3 10 0 0,1 0-1 0 0,-1 0 0 0 0,1 0 1 0 0,-1 0-1 0 0,1 0 0 0 0,-1 0 0 0 0,1 0 1 0 0,-1 0-1 0 0,0 0 0 0 0,1 0 1 0 0,-1 1-1 0 0,1-1 0 0 0,-1 0 1 0 0,1 0-1 0 0,-1 0 0 0 0,1 1 1 0 0,-1-1-1 0 0,1 0 0 0 0,-1 1 1 0 0,0-1-1 0 0,1 0 0 0 0,-1 1 1 0 0,0-1-1 0 0,1 0 0 0 0,-1 2 1 0 0,3 0-252 0 0,4 5-250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0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295 191 2980 0 0,'10'-6'105'0'0,"-1"0"-1"0"0,0-1 1 0 0,0 0-1 0 0,10-10 1 0 0,-17 15-48 0 0,0 0 1 0 0,0-1-1 0 0,0 1 1 0 0,0-1-1 0 0,-1 0 1 0 0,1 0-1 0 0,-1 1 1 0 0,1-1-1 0 0,-1 0 1 0 0,0 0-1 0 0,0 0 1 0 0,0-1-1 0 0,-1 1 1 0 0,1 0-1 0 0,-1 0 1 0 0,0 0-1 0 0,0 0 0 0 0,0-1 1 0 0,0-5-1 0 0,-3 3 68 0 0,0 0-1 0 0,0 0 1 0 0,0 1-1 0 0,-1-1 1 0 0,0 1-1 0 0,0-1 1 0 0,0 1-1 0 0,-6-5 1 0 0,6 7-106 0 0,0 0 0 0 0,-1 0 0 0 0,1 0 0 0 0,0 1 0 0 0,-1-1 1 0 0,0 1-1 0 0,0 0 0 0 0,1 1 0 0 0,-1-1 0 0 0,0 1 0 0 0,-1 0 0 0 0,1 0 1 0 0,0 0-1 0 0,0 1 0 0 0,0 0 0 0 0,0 0 0 0 0,0 0 0 0 0,-1 1 1 0 0,-8 1-1 0 0,0 1 51 0 0,0 1-1 0 0,1 0 1 0 0,-1 1 0 0 0,1 0-1 0 0,0 1 1 0 0,-13 8 0 0 0,17-7-33 0 0,-1 0 0 0 0,1 1 0 0 0,0 0-1 0 0,0 0 1 0 0,1 1 0 0 0,1 0 0 0 0,-1 0 0 0 0,1 1 0 0 0,1 0 0 0 0,0 0 0 0 0,0 1-1 0 0,1 0 1 0 0,0 0 0 0 0,-5 21 0 0 0,8-25-47 0 0,0 1 1 0 0,1-1-1 0 0,0 1 1 0 0,1-1-1 0 0,-1 1 1 0 0,1-1-1 0 0,1 1 1 0 0,0 0-1 0 0,0-1 0 0 0,3 13 1 0 0,-2-14 11 0 0,0-1 0 0 0,0 0 0 0 0,1 1 0 0 0,0-1 0 0 0,0 0 0 0 0,0-1 0 0 0,1 1 0 0 0,-1-1 0 0 0,1 1 0 0 0,0-1 0 0 0,0 0 0 0 0,1 0 0 0 0,-1-1 0 0 0,1 1 0 0 0,7 3 0 0 0,-8-5-2 0 0,-1 0-1 0 0,1 0 1 0 0,0-1 0 0 0,0 1 0 0 0,0-1-1 0 0,0 0 1 0 0,1 0 0 0 0,-1-1-1 0 0,0 1 1 0 0,0-1 0 0 0,0 0 0 0 0,1 0-1 0 0,-1 0 1 0 0,0-1 0 0 0,0 1 0 0 0,1-1-1 0 0,-1 0 1 0 0,0 0 0 0 0,0 0-1 0 0,0-1 1 0 0,0 0 0 0 0,-1 1 0 0 0,7-5-1 0 0,-5 2-3 0 0,0 1-1 0 0,0-1 1 0 0,0 0-1 0 0,-1 0 1 0 0,0-1-1 0 0,0 1 1 0 0,0-1-1 0 0,0 0 1 0 0,-1 0-1 0 0,1-1 1 0 0,-1 1-1 0 0,-1-1 1 0 0,1 1-1 0 0,-1-1 1 0 0,3-10-1 0 0,1-17-15 0 0,-1 0-1 0 0,1-64 0 0 0,-6 96 21 0 0,0 1-1 0 0,0-1 1 0 0,0 0 0 0 0,0 0-1 0 0,0 0 1 0 0,0 0-1 0 0,0 0 1 0 0,0 1-1 0 0,0-1 1 0 0,0 0-1 0 0,0 0 1 0 0,1 0-1 0 0,-1 0 1 0 0,0 1 0 0 0,1-1-1 0 0,-1 0 1 0 0,1 0-1 0 0,-1 1 1 0 0,1-2-1 0 0,0 2 0 0 0,-1 1-1 0 0,1-1 1 0 0,-1 1-1 0 0,1-1 1 0 0,-1 1-1 0 0,1-1 1 0 0,-1 1-1 0 0,1 0 1 0 0,-1-1 0 0 0,0 1-1 0 0,0-1 1 0 0,1 1-1 0 0,-1 0 1 0 0,0-1-1 0 0,0 1 1 0 0,0 0-1 0 0,1-1 1 0 0,-1 1-1 0 0,0 0 1 0 0,0-1-1 0 0,0 1 1 0 0,0 0-1 0 0,0-1 1 0 0,-1 2-1 0 0,2 23 15 0 0,-2-1 0 0 0,-1 1 0 0 0,-6 31 0 0 0,2-11 22 0 0,2-20-65 0 0,0 3 66 0 0,1 0 0 0 0,1 34 0 0 0,2-56-63 0 0,1 1-1 0 0,-1 0 1 0 0,1-1 0 0 0,0 1 0 0 0,1-1-1 0 0,0 1 1 0 0,0-1 0 0 0,0 0-1 0 0,0 0 1 0 0,1 0 0 0 0,0 0-1 0 0,1 0 1 0 0,-1 0 0 0 0,9 9 0 0 0,-10-13-32 0 0,0-1 0 0 0,-1 1 0 0 0,1-1 0 0 0,0 1 0 0 0,0-1 0 0 0,0 0 0 0 0,0 0 0 0 0,0 0 0 0 0,0 0 0 0 0,3 1 0 0 0,10-1-436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0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443 108 5909 0 0,'7'-20'84'0'0,"-4"12"-1"0"0,-1-1 1 0 0,1 1-1 0 0,1-12 1 0 0,-4 17-45 0 0,0 1 0 0 0,0 0 0 0 0,0 0 0 0 0,0 0 1 0 0,0 0-1 0 0,0-1 0 0 0,0 1 0 0 0,-1 0 0 0 0,1 0 0 0 0,-1 0 0 0 0,0 0 0 0 0,0 0 0 0 0,0 0 0 0 0,0 0 1 0 0,0 0-1 0 0,0 0 0 0 0,0 1 0 0 0,-2-3 0 0 0,2 4-34 0 0,1-1 1 0 0,0 1 0 0 0,-1 0-1 0 0,0 0 1 0 0,1 0-1 0 0,-1 0 1 0 0,1 0-1 0 0,-1 0 1 0 0,1 0-1 0 0,-1 0 1 0 0,1 0-1 0 0,-1 0 1 0 0,1 0-1 0 0,-1 0 1 0 0,1 1-1 0 0,-1-1 1 0 0,1 0-1 0 0,-1 0 1 0 0,1 0-1 0 0,0 1 1 0 0,-1-1-1 0 0,0 1 1 0 0,-2 0 7 0 0,-8 3-37 0 0,0 0 1 0 0,1 1-1 0 0,0 0 1 0 0,0 1-1 0 0,0 0 1 0 0,1 0-1 0 0,0 1 1 0 0,-15 15-1 0 0,12-10 45 0 0,1 0 0 0 0,1 1-1 0 0,0 0 1 0 0,0 0 0 0 0,-12 26 0 0 0,15-23 81 0 0,1 0 1 0 0,0 1-1 0 0,1 0 1 0 0,1 0-1 0 0,1 0 1 0 0,-2 27-1 0 0,3 110 571 0 0,3-84-451 0 0,0 21 14 0 0,-3 119 158 0 0,-1-163-366 0 0,-2 0 0 0 0,-16 67 1 0 0,18-103-80 0 0,0 0 1 0 0,-1 0 0 0 0,0-1-1 0 0,-1 1 1 0 0,0-1 0 0 0,-11 14-1 0 0,13-19-33 0 0,0-1 0 0 0,0 1 0 0 0,-1-1 0 0 0,0 0 1 0 0,0-1-1 0 0,0 1 0 0 0,-1-1 0 0 0,1 1 0 0 0,-1-1 0 0 0,1-1 0 0 0,-1 1 0 0 0,0-1 0 0 0,0 0 0 0 0,0 0 0 0 0,-8 2 0 0 0,8-3-96 0 0,-1 0 1 0 0,0 0-1 0 0,0 0 1 0 0,0-1-1 0 0,0 0 0 0 0,-6-1 1 0 0,-14-4-597 0 0</inkml:trace>
  <inkml:trace contextRef="#ctx0" brushRef="#br0" timeOffset="1">114 640 4252 0 0,'23'-21'219'0'0,"5"-3"363"0"0,-22 20-539 0 0,0 1 0 0 0,0 0 1 0 0,0 0-1 0 0,1 1 0 0 0,-1 0 0 0 0,1 0 0 0 0,-1 0 0 0 0,1 1 1 0 0,-1 0-1 0 0,1 0 0 0 0,0 1 0 0 0,0 0 0 0 0,-1 0 0 0 0,1 0 1 0 0,0 1-1 0 0,0 0 0 0 0,-1 0 0 0 0,9 3 0 0 0,13 0-502 0 0,-13-2-51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0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58 4340 0 0,'1'-4'25'0'0,"0"0"0"0"0,0 0 0 0 0,0-1-1 0 0,-1 1 1 0 0,1-7 0 0 0,0-10 173 0 0,-1 20-192 0 0,0 1-1 0 0,0 0 1 0 0,0 0-1 0 0,1 0 1 0 0,-1 0-1 0 0,0-1 1 0 0,0 1-1 0 0,0 0 1 0 0,0 0-1 0 0,0 0 1 0 0,0 0-1 0 0,0-1 1 0 0,0 1-1 0 0,0 0 1 0 0,0 0-1 0 0,1 0 1 0 0,-1 0-1 0 0,0 0 1 0 0,0 0-1 0 0,0-1 1 0 0,0 1-1 0 0,0 0 1 0 0,0 0-1 0 0,1 0 1 0 0,-1 0-1 0 0,0 0 1 0 0,0 0-1 0 0,0 0 1 0 0,0 0-1 0 0,1 0 1 0 0,-1 0-1 0 0,0 0 1 0 0,0 0-1 0 0,0 0 1 0 0,0 0-1 0 0,1 0 1 0 0,-1 0-1 0 0,0 0 1 0 0,0 0-1 0 0,0 0 1 0 0,1 0-1 0 0,7 5 220 0 0,6 10 149 0 0,-10-9-281 0 0,0 0 0 0 0,0 0 0 0 0,-1 1 0 0 0,0-1 0 0 0,0 1 0 0 0,-1 0 0 0 0,0-1 0 0 0,0 1 0 0 0,0 0 0 0 0,-1 0 0 0 0,0 0 1 0 0,0 1-1 0 0,-1-1 0 0 0,0 0 0 0 0,0 0 0 0 0,-1 0 0 0 0,-3 14 0 0 0,-3 8-30 0 0,-1 0 0 0 0,-1 0 1 0 0,-14 26-1 0 0,9-21 10 0 0,-2 5 39 0 0,2 1 0 0 0,-15 68-1 0 0,26-89-91 0 0,1 0 0 0 0,0 0 0 0 0,2 22-1 0 0,0-35-16 0 0,1-1 0 0 0,-1 1 0 0 0,1 0 0 0 0,0-1 0 0 0,0 1 0 0 0,1-1 0 0 0,0 1 0 0 0,0-1 0 0 0,0 0 0 0 0,1 0 0 0 0,-1 0 0 0 0,1 0 0 0 0,1 0-1 0 0,-1 0 1 0 0,5 4 0 0 0,-7-8-31 0 0,1 0 0 0 0,-1 0 0 0 0,1 0 0 0 0,-1 0 0 0 0,1 0 0 0 0,-1 0 0 0 0,1 0 0 0 0,-1-1 0 0 0,1 1 0 0 0,0-1 0 0 0,0 1 0 0 0,-1-1 0 0 0,1 0 0 0 0,0 0 0 0 0,0 0 0 0 0,-1 0 0 0 0,1 0 0 0 0,0 0 0 0 0,0 0 0 0 0,-1 0 0 0 0,1-1 0 0 0,0 1 0 0 0,-1-1 0 0 0,1 1 0 0 0,0-1 0 0 0,-1 0 0 0 0,1 0 0 0 0,-1 0 0 0 0,1 1 0 0 0,-1-1-1 0 0,1-1 1 0 0,1 0 0 0 0,5-5-362 0 0,1 0 0 0 0,-1-1 1 0 0,13-16-1 0 0,-19 21 284 0 0,14-17-563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1.1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48 5665 0 0,'-3'-1'44'0'0,"-1"0"1"0"0,1 0 0 0 0,0 0 0 0 0,0-1 0 0 0,0 0 0 0 0,-5-2 0 0 0,-11-6 592 0 0,23 10-491 0 0,0 0 0 0 0,-1-1 0 0 0,1 1 0 0 0,-1-1 0 0 0,1 0 0 0 0,7-2 0 0 0,2-1-25 0 0,59-4-283 0 0,141 0 0 0 0,-195 8 49 0 0,19 1-256 0 0,-3-1-163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2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241 172 5693 0 0,'-5'-25'193'0'0,"-15"-74"124"0"0,15 74 513 0 0,12 22-718 0 0,22-13-180 0 0,-22 13 809 0 0,-7 26-635 0 0,1 0 0 0 0,5 26 0 0 0,-3-19-39 0 0,-2-17-18 0 0,0 0-1 0 0,-1 0 1 0 0,-3 19-1 0 0,-15 163 118 0 0,15-167-126 0 0,-1-1-1 0 0,-2 0 0 0 0,-11 35 0 0 0,4-22 10 0 0,-101 399 246 0 0,37 8-144 0 0,66-224 21 0 0,13-160-76 0 0,4-66-50 0 0,16-8-55 0 0,24-18 0 0 0,-21 14 2 0 0,48-25 0 0 0,142-45-10 0 0,-199 78 17 0 0,1 2 0 0 0,0 0 1 0 0,0 0-1 0 0,1 2 0 0 0,23-2 0 0 0,-10 2 1 0 0,107-8 16 0 0,206 10 0 0 0,-272 2-14 0 0,547 40 116 0 0,-469-29-53 0 0,-54-4 102 0 0,-136-15 1032 0 0,-14 2-1096 0 0,54 4-95 0 0,0 1-6 0 0,0 0 0 0 0,1-1 0 0 0,-1 1 0 0 0,0 0 0 0 0,0-1 0 0 0,1 1 0 0 0,-1 0 0 0 0,0-1 0 0 0,1 1 0 0 0,-1 0 0 0 0,0 0 0 0 0,1-1 0 0 0,-1 1 0 0 0,1 0-1 0 0,-1 0 1 0 0,0 0 0 0 0,1-1 0 0 0,-1 1 0 0 0,1 0 0 0 0,-1 0 0 0 0,1 0 0 0 0,0 0 0 0 0,-1 0-21 0 0,1 0 0 0 0,-1 0 1 0 0,1 0-1 0 0,-1 0 0 0 0,1 0 0 0 0,-1 0 0 0 0,1 0 0 0 0,-1 0 0 0 0,1 0 0 0 0,-1-1 0 0 0,0 1 1 0 0,1 0-1 0 0,-1 0 0 0 0,1 0 0 0 0,-1-1 0 0 0,1 1 0 0 0,-1 0 0 0 0,0-1 0 0 0,1 1 1 0 0,-1 0-1 0 0,0-1 0 0 0,1 1 0 0 0,-1 0 0 0 0,0-1 0 0 0,1 1 0 0 0,-1 0 0 0 0,0-1 1 0 0,0 1-1 0 0,0-1 0 0 0,1 1 0 0 0,-1-1 0 0 0,0 1 0 0 0,0-1 0 0 0,0 1 0 0 0,0-1 0 0 0,0 1 1 0 0,0-1-1 0 0,0 1 0 0 0,0-1 0 0 0,0 1 0 0 0,0-1 0 0 0,0 0 0 0 0,-11-18-1721 0 0,5 11 975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3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1 127 4964 0 0,'0'-1'5'0'0,"0"0"0"0"0,1 0-1 0 0,-1 0 1 0 0,0 0 0 0 0,1 0-1 0 0,-1 0 1 0 0,1-1 0 0 0,-1 1 0 0 0,1 0-1 0 0,0 0 1 0 0,-1 1 0 0 0,1-1-1 0 0,0 0 1 0 0,0 0 0 0 0,0 0-1 0 0,0 0 1 0 0,0 1 0 0 0,-1-1-1 0 0,1 0 1 0 0,0 1 0 0 0,1-1-1 0 0,-1 1 1 0 0,0-1 0 0 0,0 1-1 0 0,1-1 1 0 0,35-9 189 0 0,-29 8-163 0 0,32-5 114 0 0,39-1-1 0 0,-31 3-81 0 0,355-17-13 0 0,-273 18-66 0 0,572-11 366 0 0,-379 11 147 0 0,-133-2 326 0 0,-181 5-780 0 0,-7 2 9 0 0,1-1 0 0 0,-1 0 0 0 0,1 0 0 0 0,-1 0 0 0 0,1 0 0 0 0,-1-1 0 0 0,0 1 0 0 0,1-1 0 0 0,-1 1 0 0 0,1-1-1 0 0,-1 0 1 0 0,0 0 0 0 0,0 0 0 0 0,1 0 0 0 0,-1 0 0 0 0,0 0 0 0 0,0-1 0 0 0,0 1 0 0 0,2-3 0 0 0,-1-2 513 0 0,-4 8-339 0 0,-4 13-202 0 0,-16 651 2890 0 0,0-458-2376 0 0,-11 157-326 0 0,28-272-86 0 0,17 178-1 0 0,-8-234-37 0 0,-1 1 1 0 0,-4 70-1 0 0,3-75 527 0 0,-2-37-577 0 0,0 0 1 0 0,0 1 0 0 0,0 0 0 0 0,1-1-1 0 0,0 1 1 0 0,-1 0 0 0 0,1 0 0 0 0,1 0-1 0 0,2-5 1 0 0,7-9-48 0 0,-10 14 9 0 0,0-1 0 0 0,0 1 0 0 0,-1-1 0 0 0,0 1 0 0 0,1-1 0 0 0,-1 0-1 0 0,0 1 1 0 0,0-6 0 0 0,-1 8 1 0 0,0 0 1 0 0,0 0-1 0 0,0 0 0 0 0,-1 0 1 0 0,1 0-1 0 0,0 1 0 0 0,-1-1 0 0 0,1 0 1 0 0,0 0-1 0 0,-1 0 0 0 0,1 0 1 0 0,-1 0-1 0 0,1 1 0 0 0,-1-1 1 0 0,1 0-1 0 0,-1 1 0 0 0,0-1 0 0 0,1 0 1 0 0,-1 1-1 0 0,0-1 0 0 0,0 1 1 0 0,0-1-1 0 0,1 1 0 0 0,-1-1 0 0 0,0 1 1 0 0,0-1-1 0 0,0 1 0 0 0,0 0 1 0 0,0 0-1 0 0,0-1 0 0 0,0 1 0 0 0,1 0 1 0 0,-1 0-1 0 0,0 0 0 0 0,-2 0 1 0 0,-14-2-718 0 0,-1-1 0 0 0,1 0 0 0 0,0-1 0 0 0,-32-13 1 0 0,36 10-540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3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14 6157 0 0,'-2'0'944'0'0,"16"3"-75"0"0,-7-2-823 0 0,0 0 0 0 0,0 0 0 0 0,0-1 0 0 0,0-1 0 0 0,0 1 0 0 0,0-1 0 0 0,13-3 0 0 0,3 0-47 0 0,33-2-47 0 0,0 3-1 0 0,1 3 1 0 0,69 7-1 0 0,-21-5-1345 0 0,-89-1 762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4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 6249 0 0,'-6'3'284'0'0,"9"-1"122"0"0,14 1 292 0 0,-8-2-654 0 0,7 0 62 0 0,1 0-1 0 0,-1-1 1 0 0,0-1 0 0 0,24-3 0 0 0,24-2-66 0 0,136 2-1075 0 0,-175 4 517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4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6565 0 0,'0'-1'9'0'0,"1"1"1"0"0,-1-1-1 0 0,0 1 1 0 0,1-1 0 0 0,-1 1-1 0 0,1-1 1 0 0,-1 1 0 0 0,0-1-1 0 0,1 1 1 0 0,-1 0-1 0 0,1-1 1 0 0,0 1 0 0 0,-1 0-1 0 0,1 0 1 0 0,-1-1 0 0 0,1 1-1 0 0,-1 0 1 0 0,1 0-1 0 0,-1 0 1 0 0,1 0 0 0 0,0 0-1 0 0,-1 0 1 0 0,1-1 0 0 0,1 2-1 0 0,23-7 211 0 0,-21 6-240 0 0,66-13-189 0 0,0 4 0 0 0,86-1-1 0 0,-134 11-163 0 0,-1 1-102 0 0</inkml:trace>
  <inkml:trace contextRef="#ctx0" brushRef="#br0" timeOffset="1">35 265 5849 0 0,'69'4'1161'0'0,"89"0"-1088"0"0,61 5-930 0 0,-179-3 392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9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1117 6785 0 0,'-3'7'51'0'0,"2"-6"-41"0"0,0 0-1 0 0,0 0 1 0 0,1 0-1 0 0,-1 0 1 0 0,0 0-1 0 0,1 1 0 0 0,-1-1 1 0 0,1 0-1 0 0,0 1 1 0 0,-1-1-1 0 0,1 0 1 0 0,0 1-1 0 0,0-1 1 0 0,0 0-1 0 0,0 1 1 0 0,0-1-1 0 0,0 0 1 0 0,0 1-1 0 0,0-1 0 0 0,1 0 1 0 0,-1 1-1 0 0,0-1 1 0 0,1 0-1 0 0,-1 0 1 0 0,1 1-1 0 0,0-1 1 0 0,-1 0-1 0 0,2 2 1 0 0,2 3 32 0 0,0 0 1 0 0,1 0 0 0 0,0-1 0 0 0,0 1-1 0 0,0-1 1 0 0,0-1 0 0 0,1 1 0 0 0,0-1 0 0 0,0 1-1 0 0,0-2 1 0 0,0 1 0 0 0,9 3 0 0 0,9 3 201 0 0,0-1 1 0 0,29 7 0 0 0,3-3-6 0 0,0-3 0 0 0,0-2 0 0 0,1-2 1 0 0,83-3-1 0 0,-31-8-194 0 0,148-27 0 0 0,-176 17-52 0 0,-1-3 0 0 0,147-54 0 0 0,-176 51 14 0 0,-2-2 1 0 0,0-2 0 0 0,-1-3-1 0 0,-2-2 1 0 0,56-46 0 0 0,-50 29-7 0 0,-2-2 1 0 0,-2-2 0 0 0,-3-2 0 0 0,45-68 0 0 0,131-250 22 0 0,-120 165-3 0 0,-100 204-21 0 0,12-27 14 0 0,-12 27-17 0 0,0 1 1 0 0,-1-1 0 0 0,1 0-1 0 0,-1 0 1 0 0,1 0 0 0 0,-1 0-1 0 0,0 0 1 0 0,0 0 0 0 0,0 0-1 0 0,0 1 1 0 0,0-1 0 0 0,0 0-1 0 0,-1-2 1 0 0,1 4-3 0 0,-1 0 0 0 0,1 0 0 0 0,-1 0 0 0 0,1 0 1 0 0,-1 0-1 0 0,1 0 0 0 0,0 0 0 0 0,-1 0 0 0 0,1 0 0 0 0,-1 0 0 0 0,1 1 0 0 0,-1-1 0 0 0,1 0 1 0 0,-1 0-1 0 0,1 1 0 0 0,0-1 0 0 0,-1 0 0 0 0,1 1 0 0 0,0-1 0 0 0,-1 0 0 0 0,1 1 1 0 0,0-1-1 0 0,-1 0 0 0 0,1 1 0 0 0,0-1 0 0 0,0 1 0 0 0,-1-1 0 0 0,1 0 0 0 0,0 1 1 0 0,-12 15-66 0 0,8-9-245 0 0,0 2 0 0 0,0-1 0 0 0,1 0 0 0 0,0 1 0 0 0,0 0-1 0 0,1 0 1 0 0,0-1 0 0 0,-1 19 0 0 0,4-25-306 0 0,2-1-105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9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62 172 4996 0 0,'-35'-8'317'0'0,"33"7"-276"0"0,1 1 1 0 0,-1-1-1 0 0,0 0 1 0 0,1 1-1 0 0,-1-1 1 0 0,1 0-1 0 0,-1 0 1 0 0,1 0-1 0 0,-1 0 1 0 0,1 0-1 0 0,0 0 1 0 0,-1 0-1 0 0,1 0 1 0 0,0-1-1 0 0,0 1 1 0 0,0-1-1 0 0,-2-1 1 0 0,5 4 31 0 0,0 0 0 0 0,-1 0 0 0 0,1 0 1 0 0,-1 0-1 0 0,1-1 0 0 0,0 1 0 0 0,0 0 0 0 0,-1-1 1 0 0,1 0-1 0 0,0 1 0 0 0,0-1 0 0 0,0 0 0 0 0,3 0 1 0 0,31 1-50 0 0,-28-2-59 0 0,44-5 33 0 0,1-2 1 0 0,-1-2-1 0 0,62-21 0 0 0,-104 27 123 0 0,0 0-1 0 0,0-1 1 0 0,15-9-1 0 0,-21 12 13 0 0,-1-1 0 0 0,1 1 0 0 0,-1-1 0 0 0,0 0 0 0 0,0 0 0 0 0,0-1 0 0 0,0 1 0 0 0,0-1 0 0 0,-1 1 0 0 0,1-1 0 0 0,2-7 1 0 0,-2-13 2110 0 0,1 77-2108 0 0,-4 387-2115 0 0,0-405 1069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0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1508 56 6941 0 0,'0'-3'31'0'0,"-1"1"1"0"0,1-1 0 0 0,0 0 0 0 0,0 1-1 0 0,0-1 1 0 0,0 0 0 0 0,0 1 0 0 0,2-6-1 0 0,0-11 445 0 0,-2 19-446 0 0,0 0 0 0 0,0-1 0 0 0,0 1 0 0 0,0 0 0 0 0,0 0 0 0 0,0-1 0 0 0,0 1 0 0 0,0 0 0 0 0,0 0 0 0 0,0-1 0 0 0,0 1 0 0 0,0 0 0 0 0,0 0 0 0 0,0-1 0 0 0,0 1 0 0 0,0 0 0 0 0,1-1 0 0 0,-1 1 0 0 0,0 0 0 0 0,0 0 0 0 0,0 0 0 0 0,0-1 0 0 0,0 1 0 0 0,1 0 0 0 0,-1 0 0 0 0,0 0-1 0 0,0-1 1 0 0,0 1 0 0 0,1 0 0 0 0,-1 0 0 0 0,0 0 0 0 0,0 0 0 0 0,1 0 0 0 0,-1-1 0 0 0,0 1 0 0 0,0 0 0 0 0,1 0 0 0 0,-1 0 0 0 0,0 0 0 0 0,0 0 0 0 0,1 0 0 0 0,12 7 464 0 0,10 14-215 0 0,-16-9-139 0 0,-1 0 1 0 0,0 0-1 0 0,-1 0 1 0 0,0 0-1 0 0,-1 1 1 0 0,0 0-1 0 0,-1 0 1 0 0,-1 0-1 0 0,0 0 1 0 0,0 0-1 0 0,-2 0 1 0 0,0 25-1 0 0,-5 13 371 0 0,-19 96 0 0 0,22-139-483 0 0,-28 108 647 0 0,-81 203 0 0 0,-33-2-296 0 0,115-266-310 0 0,-2-2 0 0 0,-2-1-1 0 0,-76 85 1 0 0,50-74 52 0 0,-2-4 0 0 0,-134 94 0 0 0,89-76-66 0 0,-83 54-31 0 0,136-95-53 0 0,-93 41 1 0 0,110-57 25 0 0,-162 62-92 0 0,198-77 91 0 0,-1-1 0 0 0,0 1 0 0 0,0-1 0 0 0,0 0 0 0 0,0 1 0 0 0,0-1 0 0 0,0 0 0 0 0,0 1 0 0 0,0-1 0 0 0,0 0 0 0 0,0 0 0 0 0,0 0 0 0 0,0 0 0 0 0,0 0 0 0 0,0 0 0 0 0,0 0 0 0 0,0 0 0 0 0,0-1 0 0 0,0 1 0 0 0,0 0 0 0 0,0-1 0 0 0,0 1 0 0 0,1 0 0 0 0,-1-1 0 0 0,0 1 0 0 0,0-1 0 0 0,0 1 0 0 0,0-1 0 0 0,1 0 0 0 0,-1 1 0 0 0,0-1 0 0 0,0 0 0 0 0,1 0 0 0 0,-1 1 0 0 0,1-1 0 0 0,-1 0 0 0 0,1 0 0 0 0,-1 0 0 0 0,1 0 0 0 0,-1 0 0 0 0,1-1 0 0 0,-1-4-220 0 0,0 0 0 0 0,0 0 0 0 0,1 0 0 0 0,0 0 0 0 0,1-11 0 0 0,0-2-663 0 0,-1 15 660 0 0,0-27-2584 0 0,5-39 0 0 0,-1 51 1819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0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22 5024 0 0,'7'-7'171'0'0,"6"-6"569"0"0,-13 13-724 0 0,0 0-1 0 0,0 0 1 0 0,0 0 0 0 0,0-1-1 0 0,1 1 1 0 0,-1 0 0 0 0,0 0-1 0 0,0 0 1 0 0,0 0 0 0 0,0 0 0 0 0,0 0-1 0 0,1 0 1 0 0,-1 0 0 0 0,0 0-1 0 0,0 0 1 0 0,0 0 0 0 0,0 0-1 0 0,1 0 1 0 0,-1 0 0 0 0,0 0-1 0 0,0 0 1 0 0,0 0 0 0 0,0 0-1 0 0,1 0 1 0 0,-1 0 0 0 0,0 0-1 0 0,0 0 1 0 0,0 0 0 0 0,0 0-1 0 0,0 0 1 0 0,1 0 0 0 0,-1 0-1 0 0,0 0 1 0 0,0 0 0 0 0,0 0-1 0 0,0 1 1 0 0,0-1 0 0 0,1 0-1 0 0,-1 0 1 0 0,0 0 0 0 0,0 0-1 0 0,0 0 1 0 0,0 0 0 0 0,0 1-1 0 0,0-1 1 0 0,0 0 0 0 0,0 0-1 0 0,0 0 1 0 0,0 0 0 0 0,1 0-1 0 0,-1 1 1 0 0,0-1 0 0 0,0 0 0 0 0,0 0-1 0 0,0 0 1 0 0,0 0 0 0 0,0 1-1 0 0,0-1 1 0 0,0 0 0 0 0,0 0-1 0 0,0 0 1 0 0,0 0 0 0 0,-1 1-1 0 0,1-1 1 0 0,0 0 0 0 0,0 0-1 0 0,0 0 1 0 0,0 0 0 0 0,0 7 166 0 0,-1 0 0 0 0,0 0 1 0 0,-1-1-1 0 0,1 1 0 0 0,-1-1 0 0 0,0 1 1 0 0,-1-1-1 0 0,1 0 0 0 0,-5 7 1 0 0,-37 55 104 0 0,19-32-199 0 0,1 1-79 0 0,4-9-5 0 0,2 0-1 0 0,1 2 0 0 0,1 0 0 0 0,2 0 0 0 0,-14 43 0 0 0,28-72 19 0 0,0 0 1 0 0,0 0-1 0 0,0 0 0 0 0,0 0 1 0 0,0-1-1 0 0,0 1 1 0 0,0 0-1 0 0,0 0 0 0 0,0 0 1 0 0,0-1-1 0 0,1 1 0 0 0,-1 0 1 0 0,0 0-1 0 0,0 0 1 0 0,1-1-1 0 0,-1 1 0 0 0,1 0 1 0 0,-1-1-1 0 0,1 1 1 0 0,-1 0-1 0 0,1-1 0 0 0,-1 1 1 0 0,1 0-1 0 0,-1-1 1 0 0,1 1-1 0 0,0-1 0 0 0,-1 1 1 0 0,1-1-1 0 0,0 0 0 0 0,0 1 1 0 0,-1-1-1 0 0,2 1 1 0 0,32 10 1024 0 0,-16-7-783 0 0,23 11 160 0 0,103 38-137 0 0,-139-50-476 0 0,-1-1 0 0 0,0 1 0 0 0,0-1 0 0 0,0 1 0 0 0,-1 0 0 0 0,5 5 0 0 0,0 0-847 0 0,-4-3-80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1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373 289 3960 0 0,'3'-5'116'0'0,"-1"1"1"0"0,0-1-1 0 0,0 0 0 0 0,0 1 0 0 0,-1-1 0 0 0,1 0 0 0 0,-1 0 0 0 0,0 0 1 0 0,-1 0-1 0 0,1-1 0 0 0,-1 1 0 0 0,0 0 0 0 0,0 0 0 0 0,-1 0 0 0 0,1 0 0 0 0,-1 0 1 0 0,0 0-1 0 0,-1 0 0 0 0,1 0 0 0 0,-1 0 0 0 0,-3-6 0 0 0,4 9-56 0 0,-1 1-1 0 0,1-1 1 0 0,-1 1-1 0 0,1-1 1 0 0,-1 1-1 0 0,0-1 0 0 0,0 1 1 0 0,1 0-1 0 0,-1 0 1 0 0,0 0-1 0 0,0 0 1 0 0,0 0-1 0 0,0 1 1 0 0,0-1-1 0 0,-3 0 0 0 0,-37-5 532 0 0,25 5-379 0 0,6-1-63 0 0,0 1 0 0 0,0 1-1 0 0,0 0 1 0 0,0 1-1 0 0,0 0 1 0 0,0 0 0 0 0,0 1-1 0 0,0 1 1 0 0,-11 3-1 0 0,14-3-70 0 0,1 0-1 0 0,0 0 1 0 0,0 1-1 0 0,0 0 0 0 0,1 0 1 0 0,-1 1-1 0 0,1-1 1 0 0,0 1-1 0 0,0 1 0 0 0,1-1 1 0 0,0 1-1 0 0,0 0 1 0 0,-8 12-1 0 0,2 1 74 0 0,1 1-1 0 0,1 0 1 0 0,1 1 0 0 0,0 0 0 0 0,2 0 0 0 0,-7 36-1 0 0,11-45-78 0 0,0 1 0 0 0,1 0 0 0 0,1 0 0 0 0,0 0 0 0 0,0-1 0 0 0,1 1 0 0 0,1 0 0 0 0,0 0 0 0 0,1-1 0 0 0,1 0 0 0 0,-1 1 0 0 0,12 21 1 0 0,-11-26-62 0 0,1-1 1 0 0,0 0-1 0 0,0 0 1 0 0,0-1 0 0 0,1 1-1 0 0,0-1 1 0 0,1-1 0 0 0,-1 1-1 0 0,1-1 1 0 0,10 6 0 0 0,-6-5-10 0 0,0 0 1 0 0,1-1 0 0 0,0 0 0 0 0,1-1 0 0 0,-1 0-1 0 0,17 2 1 0 0,-6-3-3 0 0,-1-1 0 0 0,1-1 0 0 0,0-1 0 0 0,0-1 0 0 0,-1-1 0 0 0,1 0 0 0 0,31-9 1 0 0,-30 3-39 0 0,0 0 0 0 0,-1-1 0 0 0,0-1 0 0 0,-1-1 1 0 0,0-1-1 0 0,-1-1 0 0 0,0-1 0 0 0,-1-1 0 0 0,-1 0 1 0 0,0-2-1 0 0,-1 0 0 0 0,-1-1 0 0 0,25-35 0 0 0,-31 37-42 0 0,-1 0-1 0 0,-1 0 0 0 0,0-1 1 0 0,-2 0-1 0 0,0 0 1 0 0,0-1-1 0 0,-2 0 0 0 0,4-22 1 0 0,-7 25 16 0 0,0 0 0 0 0,-1-1 1 0 0,-1 1-1 0 0,0 0 0 0 0,-1 0 1 0 0,-1-1-1 0 0,-1 1 1 0 0,0 0-1 0 0,0 0 0 0 0,-11-25 1 0 0,11 33 19 0 0,-1 0 0 0 0,1 0 1 0 0,-1 1-1 0 0,0-1 1 0 0,0 1-1 0 0,-1 0 0 0 0,0 0 1 0 0,0 1-1 0 0,0-1 0 0 0,-1 1 1 0 0,0 0-1 0 0,0 1 0 0 0,0-1 1 0 0,-1 1-1 0 0,-9-4 1 0 0,7 4-42 0 0,0 1 0 0 0,0 0 1 0 0,0 0-1 0 0,-1 1 1 0 0,1 0-1 0 0,-1 1 1 0 0,0 0-1 0 0,1 0 1 0 0,-1 1-1 0 0,0 1 0 0 0,-14 1 1 0 0,6 1-212 0 0,-1 0-1 0 0,1 1 1 0 0,0 0 0 0 0,0 2 0 0 0,1 0-1 0 0,-1 1 1 0 0,1 1 0 0 0,-23 14 0 0 0,11 1-528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2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1446 11 4964 0 0,'-2'-11'1062'0'0,"-2"22"654"0"0,0-1-1539 0 0,-4 9 99 0 0,-1-1 0 0 0,-1 0 0 0 0,-1-1-1 0 0,-1 0 1 0 0,-24 28 0 0 0,-80 69 170 0 0,104-103-382 0 0,-28 24 4 0 0,-2-3 0 0 0,-1-1 0 0 0,-1-2 0 0 0,-76 37 0 0 0,57-37-41 0 0,0-3 1 0 0,-2-3-1 0 0,-73 15 0 0 0,97-28-8 0 0,-1-3 0 0 0,0-2 0 0 0,0-1 1 0 0,-75-3-1 0 0,90-3 53 0 0,0-2 0 0 0,1 0 0 0 0,0-1 0 0 0,0-2 0 0 0,0-1 0 0 0,1 0 0 0 0,0-2 0 0 0,-39-22 0 0 0,59 29-102 0 0,0 0-1 0 0,0-1 0 0 0,0 0 1 0 0,0 0-1 0 0,1 0 1 0 0,-1 0-1 0 0,1-1 1 0 0,-6-8-1 0 0,12 14-285 0 0,0-1 0 0 0,0 1 0 0 0,0-1 0 0 0,0 0 0 0 0,0 0-1 0 0,0 0 1 0 0,0 0 0 0 0,0 0 0 0 0,0 0 0 0 0,0 0 0 0 0,0-1-1 0 0,0 1 1 0 0,0-1 0 0 0,2 0 0 0 0,10-2-560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2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346 6 6533 0 0,'-3'-5'35'0'0,"2"5"-30"0"0,1 0-1 0 0,0 1 0 0 0,0-1 0 0 0,0 0 0 0 0,0 0 0 0 0,0 0 0 0 0,0 0 0 0 0,0 1 1 0 0,0-1-1 0 0,-1 0 0 0 0,1 0 0 0 0,0 0 0 0 0,0 0 0 0 0,0 0 0 0 0,0 0 0 0 0,0 0 1 0 0,-1 1-1 0 0,1-1 0 0 0,0 0 0 0 0,0 0 0 0 0,0 0 0 0 0,0 0 0 0 0,-1 0 0 0 0,1 0 0 0 0,0 0 1 0 0,0 0-1 0 0,0 0 0 0 0,0 0 0 0 0,-1 0 0 0 0,1 0 0 0 0,0 0 0 0 0,0 0 0 0 0,0 0 1 0 0,0 0-1 0 0,-1 0 0 0 0,1 0 0 0 0,0 0 0 0 0,0 0 0 0 0,0-1 0 0 0,0 1 0 0 0,-1 0 1 0 0,1 0-1 0 0,0 0 0 0 0,0 0 0 0 0,0 0 0 0 0,0 0 0 0 0,0 0 0 0 0,-1-1 0 0 0,1 1 1 0 0,0 0-1 0 0,0 0 0 0 0,0 0 0 0 0,0 0 0 0 0,0-1 0 0 0,0 1 0 0 0,0 0 0 0 0,0 0 0 0 0,0 0 1 0 0,0 0-1 0 0,0-1 0 0 0,0 1 0 0 0,-4 4 28 0 0,1 0 0 0 0,0 0 0 0 0,-1 0 0 0 0,0-1 0 0 0,1 1 0 0 0,-1-1 0 0 0,-1 0 0 0 0,-5 4 0 0 0,-14 10 40 0 0,-46 44-154 0 0,-94 91-68 0 0,160-147 225 0 0,-1 1 1 0 0,0-1-1 0 0,1 0 1 0 0,0 1-1 0 0,0 0 1 0 0,-4 11-1 0 0,7-16-47 0 0,1 1 0 0 0,-1-1 0 0 0,1 1 0 0 0,0 0 0 0 0,0-1 0 0 0,-1 1 0 0 0,1 0 0 0 0,1-1 0 0 0,-1 1 0 0 0,0 0 0 0 0,0-1 0 0 0,0 1 0 0 0,1 0 0 0 0,-1-1 0 0 0,1 1 0 0 0,0 0 0 0 0,-1-1-1 0 0,1 1 1 0 0,0-1 0 0 0,0 0 0 0 0,0 1 0 0 0,0-1 0 0 0,0 0 0 0 0,0 1 0 0 0,0-1 0 0 0,0 0 0 0 0,1 0 0 0 0,-1 0 0 0 0,0 0 0 0 0,1 0 0 0 0,1 1 0 0 0,33 20-263 0 0,49 22 0 0 0,-65-34-334 0 0,-7-2-86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482 180 6125 0 0,'2'-4'70'0'0,"-1"-1"0"0"0,1 1 0 0 0,-1-1 0 0 0,0 0 0 0 0,0 1 0 0 0,0-1 0 0 0,0 0 0 0 0,-1 0 1 0 0,0 0-1 0 0,0 1 0 0 0,-1-1 0 0 0,1 0 0 0 0,-1 0 0 0 0,0 0 0 0 0,0 1 0 0 0,0-1 0 0 0,-1 1 0 0 0,0-1 1 0 0,0 1-1 0 0,-3-7 0 0 0,1 6 9 0 0,0 0 0 0 0,-1 0 1 0 0,1 0-1 0 0,-1 1 0 0 0,1 0 1 0 0,-1 0-1 0 0,-1 0 0 0 0,1 0 0 0 0,-1 1 1 0 0,1 0-1 0 0,-1 0 0 0 0,0 0 1 0 0,0 1-1 0 0,-12-4 0 0 0,-4 1 10 0 0,0 1-1 0 0,0 1 1 0 0,0 1 0 0 0,0 1-1 0 0,0 0 1 0 0,-1 2-1 0 0,1 1 1 0 0,0 0 0 0 0,0 2-1 0 0,0 1 1 0 0,-38 13 0 0 0,53-16-56 0 0,1 1 0 0 0,0 0 0 0 0,0 0 0 0 0,0 1 0 0 0,0 0 1 0 0,1 0-1 0 0,0 0 0 0 0,-1 0 0 0 0,1 1 0 0 0,1 0 0 0 0,-5 6 1 0 0,7-9-10 0 0,0 1 0 0 0,1-1 0 0 0,0 1 0 0 0,0 0 0 0 0,-1-1 0 0 0,1 1 0 0 0,1 0 0 0 0,-1 0 0 0 0,0 0 0 0 0,1 0 0 0 0,0 0 0 0 0,-1 0 0 0 0,1 0 0 0 0,0 0 0 0 0,0 0 0 0 0,1-1 0 0 0,-1 1 0 0 0,1 0 0 0 0,0 0 0 0 0,-1 0 0 0 0,1 0 0 0 0,0 0 0 0 0,0-1 0 0 0,1 1 0 0 0,-1 0 0 0 0,4 3 0 0 0,0 1 6 0 0,0-1 0 0 0,0 1-1 0 0,1-1 1 0 0,0-1 0 0 0,0 1 0 0 0,0-1 0 0 0,1 0 0 0 0,-1-1 0 0 0,1 0 0 0 0,1 0 0 0 0,-1 0 0 0 0,11 4 0 0 0,11 1-19 0 0,61 13 1 0 0,-77-19 1 0 0,121 22-2 0 0,-49-11-16 0 0,105 33 0 0 0,-185-46 3 0 0,24 9 0 0 0,-28-9 2 0 0,1-1-1 0 0,-1 1 1 0 0,0-1-1 0 0,1 1 1 0 0,-1 0-1 0 0,0-1 1 0 0,0 1-1 0 0,0 0 1 0 0,1 0-1 0 0,-1 0 1 0 0,0 0-1 0 0,0 0 1 0 0,0 0-1 0 0,-1 0 1 0 0,3 2-1 0 0,-4-2 2 0 0,1-1 1 0 0,0 1-1 0 0,0 0 0 0 0,0-1 0 0 0,-1 1 0 0 0,1-1 0 0 0,0 1 0 0 0,-1-1 0 0 0,1 1 0 0 0,0-1 1 0 0,-1 1-1 0 0,1-1 0 0 0,-1 1 0 0 0,1-1 0 0 0,-1 1 0 0 0,1-1 0 0 0,-1 1 0 0 0,1-1 0 0 0,-1 0 1 0 0,1 0-1 0 0,-1 1 0 0 0,0-1 0 0 0,1 0 0 0 0,-1 0 0 0 0,1 1 0 0 0,-2-1 0 0 0,-20 6 33 0 0,20-5-29 0 0,-49 9 13 0 0,-1-3 1 0 0,1-1-1 0 0,-1-3 0 0 0,-53-4 0 0 0,68-1-290 0 0,-1-1 0 0 0,1-2-1 0 0,0-2 1 0 0,-66-21-1 0 0,103 28 243 0 0,-1 0 0 0 0,1 0 1 0 0,0 0-1 0 0,0 0 0 0 0,-1 0 0 0 0,1 0 0 0 0,0 0 0 0 0,-1 0 0 0 0,1-1 0 0 0,0 1 0 0 0,0 0 0 0 0,-1 0 1 0 0,1 0-1 0 0,0 0 0 0 0,0 0 0 0 0,-1 0 0 0 0,1-1 0 0 0,0 1 0 0 0,0 0 0 0 0,0 0 0 0 0,-1 0 0 0 0,1 0 1 0 0,0-1-1 0 0,0 1 0 0 0,0 0 0 0 0,-1 0 0 0 0,1-1 0 0 0,0 1 0 0 0,0 0 0 0 0,0 0 0 0 0,0-1 0 0 0,0 1 0 0 0,0 0 1 0 0,0 0-1 0 0,0-1 0 0 0,-1 1 0 0 0,1 0 0 0 0,0-1 0 0 0,0 1 0 0 0,0 0 0 0 0,0 0 0 0 0,0-1 0 0 0,1 1 1 0 0,-1 0-1 0 0,0-1 0 0 0,0 1 0 0 0,0 0 0 0 0,0 0 0 0 0,0-1 0 0 0,0 1 0 0 0,0 0 0 0 0,0 0 0 0 0,1-1 1 0 0,-1 1-1 0 0,0 0 0 0 0,0 0 0 0 0,0 0 0 0 0,1-1 0 0 0,-1 1 0 0 0,0 0 0 0 0,18-12-1758 0 0,-16 11 1577 0 0,12-5-734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3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1306 123 5268 0 0,'1'-4'18'0'0,"0"-1"-1"0"0,0 1 0 0 0,-1-1 1 0 0,0 1-1 0 0,0-1 0 0 0,0 1 1 0 0,0-1-1 0 0,-1 1 0 0 0,0-1 1 0 0,-2-8-1 0 0,1 10 2 0 0,1 0 0 0 0,-1 0 0 0 0,0 1 0 0 0,0-1 0 0 0,0 0 0 0 0,0 1 0 0 0,-1-1 0 0 0,1 1 0 0 0,-1 0 0 0 0,1-1 0 0 0,-1 1 0 0 0,0 0 0 0 0,0 1 0 0 0,0-1 0 0 0,-3-1 0 0 0,-7-2 48 0 0,0 0 0 0 0,0 1 0 0 0,0 1 0 0 0,0 0 0 0 0,0 1 0 0 0,-1 0 0 0 0,1 1 0 0 0,-24 1 0 0 0,-8 2 140 0 0,-56 11-1 0 0,19 2 41 0 0,1 4 0 0 0,1 3-1 0 0,0 4 1 0 0,2 3-1 0 0,1 3 1 0 0,2 4 0 0 0,-96 60-1 0 0,147-80-93 0 0,0 2 0 0 0,1 0 0 0 0,1 1 0 0 0,0 1 0 0 0,2 1 0 0 0,-29 38 0 0 0,40-47-78 0 0,1 0 0 0 0,1 1-1 0 0,0 0 1 0 0,1 0 0 0 0,0 0-1 0 0,1 1 1 0 0,1 0 0 0 0,0 0-1 0 0,1 0 1 0 0,0 0-1 0 0,1 1 1 0 0,1-1 0 0 0,0 1-1 0 0,1-1 1 0 0,2 17 0 0 0,0-15-29 0 0,1 1 0 0 0,1-1 1 0 0,0 0-1 0 0,1 0 0 0 0,1-1 1 0 0,1 0-1 0 0,0 0 0 0 0,1 0 1 0 0,0-1-1 0 0,17 21 0 0 0,-9-16-34 0 0,0-1 0 0 0,2-1 0 0 0,0 0 0 0 0,1-1 0 0 0,0-1 0 0 0,34 18 0 0 0,-6-7-13 0 0,1-2 0 0 0,1-2 0 0 0,0-3 0 0 0,55 14 0 0 0,-31-15-6 0 0,1-3 0 0 0,99 8 0 0 0,-111-19 2 0 0,1-2 0 0 0,0-3 0 0 0,0-2-1 0 0,77-15 1 0 0,-105 10-59 0 0,-1-1-1 0 0,-1-1 0 0 0,53-24 0 0 0,-65 24-46 0 0,1-2-1 0 0,-1-1 1 0 0,-1 0-1 0 0,0-1 1 0 0,34-33-1 0 0,-43 35 17 0 0,-1 0 0 0 0,0-1 0 0 0,-1 0 0 0 0,0 0-1 0 0,-1-1 1 0 0,0 0 0 0 0,-1-1 0 0 0,-1 1 0 0 0,-1-1 0 0 0,0 0 0 0 0,0-1 0 0 0,-2 1 0 0 0,0-1 0 0 0,-1 0-1 0 0,0 0 1 0 0,-1-28 0 0 0,-3 16 14 0 0,-1 0 0 0 0,-1 0 0 0 0,-1 0 0 0 0,-2 1 0 0 0,-1-1-1 0 0,-1 2 1 0 0,-1-1 0 0 0,-22-41 0 0 0,23 53 77 0 0,0-1-1 0 0,-1 2 1 0 0,-1-1-1 0 0,0 1 1 0 0,-1 1-1 0 0,-1 0 1 0 0,0 1-1 0 0,-23-17 1 0 0,16 15 7 0 0,-1 2 1 0 0,0 0-1 0 0,0 2 1 0 0,-1 0-1 0 0,-40-12 1 0 0,6 9-39 0 0,0 3-1 0 0,-1 1 1 0 0,0 4 0 0 0,-93 2 0 0 0,56 5-588 0 0,1 5-1 0 0,-166 33 1 0 0,177-22-164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3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149 316 3960 0 0,'-79'-47'59'0'0,"63"38"1461"0"0,7-2-1100 0 0,-1-2-278 0 0,-24-28 1220 0 0,34 37-1090 0 0,3-12-40 0 0,-2 12 178 0 0,40-11-323 0 0,122-46-13 0 0,-146 55-49 0 0,1 0-1 0 0,28-6 1 0 0,131-26 49 0 0,-112 26 10 0 0,129-6 0 0 0,-155 16-59 0 0,193 1 161 0 0,-196 4-134 0 0,-1 1 1 0 0,0 2-1 0 0,0 1 0 0 0,50 17 1 0 0,-72-19-24 0 0,0 0 0 0 0,-1 0 0 0 0,0 2 0 0 0,0-1 0 0 0,0 1-1 0 0,-1 1 1 0 0,0 0 0 0 0,0 1 0 0 0,-1 0 0 0 0,0 1 0 0 0,-1 0 0 0 0,0 0 0 0 0,0 1 0 0 0,-1 0 0 0 0,-1 0 0 0 0,0 1 0 0 0,0 0 0 0 0,-1 0 0 0 0,-1 1 0 0 0,0 0 0 0 0,-1 0 0 0 0,0 0-1 0 0,-1 0 1 0 0,0 1 0 0 0,-1-1 0 0 0,0 24 0 0 0,-3-16-2 0 0,0 0 0 0 0,-2-1 0 0 0,0 1 0 0 0,-1 0 0 0 0,-1-1 0 0 0,-1 0 0 0 0,-13 29-1 0 0,0-8 15 0 0,-2-1 0 0 0,-35 52 0 0 0,14-34 113 0 0,-2-2 1 0 0,-3-2-1 0 0,-64 58 1 0 0,-171 127 320 0 0,272-231-475 0 0,-130 113 39 0 0,120-102-30 0 0,0 2-1 0 0,2 0 1 0 0,1 0-1 0 0,-23 39 1 0 0,36-54-4 0 0,1 1-1 0 0,0-1 1 0 0,0 1 0 0 0,0 0-1 0 0,1-1 1 0 0,0 1-1 0 0,0 0 1 0 0,1 1 0 0 0,0-1-1 0 0,0 0 1 0 0,0 0 0 0 0,1 0-1 0 0,0 1 1 0 0,1-1 0 0 0,0 0-1 0 0,0 0 1 0 0,0 0-1 0 0,1 0 1 0 0,0 0 0 0 0,0 0-1 0 0,1 0 1 0 0,0 0 0 0 0,0-1-1 0 0,1 0 1 0 0,-1 1-1 0 0,1-1 1 0 0,1-1 0 0 0,-1 1-1 0 0,1 0 1 0 0,0-1 0 0 0,0 0-1 0 0,1 0 1 0 0,-1-1 0 0 0,1 0-1 0 0,0 0 1 0 0,0 0-1 0 0,10 4 1 0 0,5 0 1 0 0,0-1 1 0 0,0 0-1 0 0,1-2 0 0 0,0 0 1 0 0,0-2-1 0 0,0 0 0 0 0,1-2 1 0 0,22 0-1 0 0,26-5 23 0 0,83-14 0 0 0,155-40 36 0 0,-177 31-98 0 0,-130 26 25 0 0,1 1 1 0 0,0-1-1 0 0,0 1 1 0 0,0-1-1 0 0,0 1 1 0 0,0 0 0 0 0,0 0-1 0 0,0 1 1 0 0,0-1-1 0 0,5 2 1 0 0,-7-2 5 0 0,-1 0 0 0 0,1 0-1 0 0,-1 0 1 0 0,0 1 0 0 0,1-1 0 0 0,-1 0 0 0 0,1 1 0 0 0,-1-1 0 0 0,0 0 0 0 0,1 1 0 0 0,-1-1 0 0 0,0 1-1 0 0,0-1 1 0 0,1 1 0 0 0,-1-1 0 0 0,0 0 0 0 0,0 1 0 0 0,0-1 0 0 0,1 1 0 0 0,-1-1 0 0 0,0 1 0 0 0,0-1-1 0 0,0 2 1 0 0,0 0 1 0 0,0-1-1 0 0,0 1 0 0 0,-1 0 1 0 0,1 0-1 0 0,-1 0 1 0 0,1-1-1 0 0,-1 1 0 0 0,1 0 1 0 0,-3 2-1 0 0,-25 44 37 0 0,-1-1 0 0 0,-46 54 0 0 0,-12 18 36 0 0,70-94-55 0 0,2 0 0 0 0,-22 55-1 0 0,29-60 8 0 0,1 0 0 0 0,1 0-1 0 0,1 1 1 0 0,1 0 0 0 0,1 0-1 0 0,1 0 1 0 0,0 0-1 0 0,2 1 1 0 0,1-1 0 0 0,0 0-1 0 0,1 1 1 0 0,2-1 0 0 0,9 35-1 0 0,16 23 137 0 0,65 131-1 0 0,-56-134-56 0 0,46 131-1 0 0,-80-194-91 0 0,-1-1 0 0 0,0 1-1 0 0,-1 0 1 0 0,-1 0 0 0 0,1 1 0 0 0,-2 19-1 0 0,-1-25 21 0 0,0 0-1 0 0,0 0 0 0 0,-1 0 0 0 0,0 0 0 0 0,-1-1 0 0 0,1 1 0 0 0,-1 0 0 0 0,-1-1 0 0 0,0 0 0 0 0,0 0 0 0 0,-8 12 1 0 0,-2-3 43 0 0,-1 0 0 0 0,-1-1 0 0 0,0-1 0 0 0,0 0 0 0 0,-2-1 0 0 0,0-1 0 0 0,0-1 0 0 0,-22 10 0 0 0,-15 4-31 0 0,-94 29 1 0 0,141-51-48 0 0,-96 26-52 0 0,91-26-21 0 0,-1 0 0 0 0,0-1 0 0 0,0-1 0 0 0,0-1 1 0 0,-21-1-1 0 0,32 1 8 0 0,0-1-1 0 0,0 1 1 0 0,1-1 0 0 0,-1 0 0 0 0,0 0 0 0 0,1 0-1 0 0,-1 0 1 0 0,0 0 0 0 0,1 0 0 0 0,0-1 0 0 0,-1 1-1 0 0,1-1 1 0 0,0 0 0 0 0,0 0 0 0 0,0 0-1 0 0,0 0 1 0 0,0 0 0 0 0,0 0 0 0 0,0 0 0 0 0,1-1-1 0 0,-1 1 1 0 0,1-1 0 0 0,0 1 0 0 0,-2-5-1 0 0,1 2-148 0 0,1-1 0 0 0,0 1-1 0 0,0-1 1 0 0,0 0 0 0 0,0 0-1 0 0,1 0 1 0 0,0 1 0 0 0,0-1-1 0 0,1 0 1 0 0,0 0 0 0 0,1-6-1 0 0,6-22-893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3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160 304 6813 0 0,'-49'3'-57'0'0,"24"-2"167"0"0,0 1 1 0 0,-36 8 0 0 0,309-74 699 0 0,183-44 761 0 0,6 21-300 0 0,-346 72-1052 0 0,223-28 434 0 0,-302 42-685 0 0,5 0 53 0 0,-16 3-683 0 0,-8 3-897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9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834 15 4728 0 0,'0'-1'0'0'0,"0"0"0"0"0,0 1-1 0 0,1-1 1 0 0,-1 0-1 0 0,0 1 1 0 0,0-1-1 0 0,0 0 1 0 0,1 1-1 0 0,-1-1 1 0 0,0 0 0 0 0,1 1-1 0 0,-1-1 1 0 0,0 0-1 0 0,1 1 1 0 0,-1-1-1 0 0,1 1 1 0 0,-1-1-1 0 0,1 0 1 0 0,0 1 2 0 0,-1 0 0 0 0,0 0 0 0 0,0 0 0 0 0,0 0 0 0 0,0 0 0 0 0,0-1 0 0 0,0 1 0 0 0,0 0 0 0 0,1 0-1 0 0,-1 0 1 0 0,0 0 0 0 0,0 0 0 0 0,0 0 0 0 0,0 0 0 0 0,0 0 0 0 0,1 0 0 0 0,-1 0 0 0 0,0 0 0 0 0,0 0 0 0 0,0 0 0 0 0,0-1 0 0 0,1 1 0 0 0,-1 0 0 0 0,0 0 0 0 0,0 0 0 0 0,0 1 0 0 0,0-1 0 0 0,1 0-1 0 0,-1 0 1 0 0,0 0 0 0 0,0 0 0 0 0,0 0 0 0 0,0 0 0 0 0,1 0 0 0 0,-1 0 0 0 0,0 0 0 0 0,0 0 0 0 0,0 0 0 0 0,0 0 0 0 0,0 1 0 0 0,0-1 0 0 0,1 0 0 0 0,-1 0 0 0 0,0 0 0 0 0,0 0 0 0 0,0 0 0 0 0,0 0-1 0 0,0 1 1 0 0,0-1 0 0 0,0 0 0 0 0,0 0 0 0 0,0 0 0 0 0,0 0 0 0 0,1 1 0 0 0,-1 6 61 0 0,0 1 1 0 0,-1-1-1 0 0,0 0 0 0 0,-2 12 1 0 0,-2 9 106 0 0,-48 272 1094 0 0,45-264-1152 0 0,-77 379 1059 0 0,57-263-649 0 0,-50 157 0 0 0,-77 137-64 0 0,79-245-354 0 0,-87 209-30 0 0,150-383-75 0 0,-1 0 0 0 0,-1-2 0 0 0,-22 30 1 0 0,25-40 21 0 0,0 0 1 0 0,-1-1-1 0 0,-1-1 1 0 0,0 0-1 0 0,-1-1 1 0 0,-18 12-1 0 0,41-26-13 0 0,0 1-1 0 0,0 0 0 0 0,0 0 0 0 0,-1 0 1 0 0,13 2-1 0 0,-5-1 3 0 0,36-5-12 0 0,-1-2 1 0 0,93-26-1 0 0,-82 18-23 0 0,2283-407-374 0 0,-2275 414 413 0 0,374-52 287 0 0,-438 58 305 0 0,-7-1-197 0 0,-18-3-109 0 0,-29-3-1291 0 0,25-1-362 0 0,9 3 467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106 486 5268 0 0,'-16'-8'191'0'0,"0"-1"-1"0"0,1 0 0 0 0,0-1 0 0 0,-24-20 0 0 0,38 29-183 0 0,1 1-1 0 0,0 0 1 0 0,-1 0-1 0 0,1 0 0 0 0,0-1 1 0 0,0 1-1 0 0,-1 0 1 0 0,1 0-1 0 0,0-1 1 0 0,0 1-1 0 0,-1 0 0 0 0,1-1 1 0 0,0 1-1 0 0,0 0 1 0 0,0-1-1 0 0,0 1 1 0 0,0 0-1 0 0,-1-1 0 0 0,1 1 1 0 0,0 0-1 0 0,0-1 1 0 0,0 1-1 0 0,0 0 1 0 0,0-1-1 0 0,0 1 1 0 0,0 0-1 0 0,0-1 0 0 0,0 1 1 0 0,0-1-1 0 0,0 1 1 0 0,0 0-1 0 0,1-1 1 0 0,-1 1-1 0 0,0 0 0 0 0,0-1 1 0 0,0 1-1 0 0,0 0 1 0 0,1 0-1 0 0,-1-1 1 0 0,0 1-1 0 0,0 0 0 0 0,0-1 1 0 0,1 1-1 0 0,-1 0 1 0 0,0 0-1 0 0,1-1 1 0 0,-1 1-1 0 0,0 0 0 0 0,0 0 1 0 0,1 0-1 0 0,-1 0 1 0 0,0-1-1 0 0,1 1 1 0 0,-1 0-1 0 0,0 0 1 0 0,1 0-1 0 0,-1 0 0 0 0,1 0 1 0 0,-1 0-1 0 0,0 0 1 0 0,1 0-1 0 0,31-5 2 0 0,-23 4 19 0 0,974-122 117 0 0,193-9 84 0 0,-294 37-459 0 0,-533 57 565 0 0,-327 35-337 0 0,-18 2 125 0 0,-15 0 134 0 0,-27-1 461 0 0,28 1-592 0 0,0 0-1 0 0,0 1 1 0 0,-1 0-1 0 0,1 0 1 0 0,-12 3-1 0 0,19-2-103 0 0,0 0 0 0 0,0 0 0 0 0,0 0 1 0 0,-1 1-1 0 0,1-1 0 0 0,0 1 0 0 0,1-1 0 0 0,-1 1 0 0 0,0 0 0 0 0,1 0 0 0 0,-1 1 0 0 0,1-1 0 0 0,-1 0 1 0 0,1 1-1 0 0,0 0 0 0 0,0-1 0 0 0,0 1 0 0 0,0 0 0 0 0,1 0 0 0 0,-2 4 0 0 0,-2 4 39 0 0,1 1-1 0 0,0 0 1 0 0,1 0-1 0 0,1 1 1 0 0,0-1-1 0 0,0 1 1 0 0,1 16-1 0 0,8 90 282 0 0,-3-74-240 0 0,3 42 72 0 0,21 295 286 0 0,-20 2-192 0 0,-36-81-108 0 0,-21-4-104 0 0,31-198-37 0 0,-22 68 22 0 0,22-104 160 0 0,-9 69-1 0 0,25-108 83 0 0,1 43 0 0 0,2-34-273 0 0,-5-51-2542 0 0,3 6 1356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0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66 5881 0 0,'-14'-10'293'0'0,"13"9"-252"0"0,0 0-1 0 0,0 0 1 0 0,0 0-1 0 0,-1 1 1 0 0,1-1 0 0 0,0 0-1 0 0,-1 0 1 0 0,1 1-1 0 0,0-1 1 0 0,-1 1-1 0 0,1-1 1 0 0,-1 1-1 0 0,1 0 1 0 0,-1 0-1 0 0,1-1 1 0 0,-1 1 0 0 0,1 0-1 0 0,-1 0 1 0 0,1 1-1 0 0,-1-1 1 0 0,1 0-1 0 0,-1 0 1 0 0,1 1-1 0 0,-3 0 1 0 0,-9 2 186 0 0,0 1 0 0 0,0 0 0 0 0,0 0 0 0 0,1 1 0 0 0,-15 9 0 0 0,23-12-147 0 0,0 0-1 0 0,1 1 0 0 0,-1 0 1 0 0,0 0-1 0 0,1 0 0 0 0,0 0 1 0 0,-1 0-1 0 0,1 1 1 0 0,1-1-1 0 0,-1 1 0 0 0,0 0 1 0 0,1 0-1 0 0,0 0 0 0 0,0 0 1 0 0,0 0-1 0 0,0 1 1 0 0,1-1-1 0 0,-2 6 0 0 0,2-5-7 0 0,1 0-1 0 0,-1 1 1 0 0,1-1-1 0 0,0 0 1 0 0,0 1-1 0 0,0-1 1 0 0,1 0-1 0 0,-1 0 1 0 0,1 1-1 0 0,1-1 1 0 0,-1 0-1 0 0,1 0 1 0 0,0 0-1 0 0,5 9 1 0 0,-5-11-60 0 0,0 0 0 0 0,1 0 0 0 0,-1-1 1 0 0,1 1-1 0 0,0-1 0 0 0,0 1 0 0 0,0-1 1 0 0,0 0-1 0 0,0 0 0 0 0,0 0 1 0 0,1 0-1 0 0,-1-1 0 0 0,1 1 0 0 0,-1-1 1 0 0,1 0-1 0 0,0 0 0 0 0,-1 0 0 0 0,1-1 1 0 0,0 1-1 0 0,-1-1 0 0 0,8 0 0 0 0,0-1-4 0 0,1 0 0 0 0,0-1 0 0 0,0 0 0 0 0,-1-1 0 0 0,1 0 0 0 0,-1-1 0 0 0,0 0 0 0 0,0 0 0 0 0,20-13 0 0 0,-25 14-15 0 0,1-1 0 0 0,-1-1 1 0 0,0 1-1 0 0,-1-1 0 0 0,1 0 1 0 0,-1 0-1 0 0,0 0 0 0 0,0-1 1 0 0,0 0-1 0 0,-1 0 0 0 0,0 0 1 0 0,0 0-1 0 0,-1-1 0 0 0,1 1 1 0 0,-1-1-1 0 0,3-13 0 0 0,-4 13 0 0 0,-1-1 0 0 0,-1 1-1 0 0,1 0 1 0 0,-1-1 0 0 0,-1 1 0 0 0,1 0-1 0 0,-1 0 1 0 0,0-1 0 0 0,-4-9-1 0 0,4 14 2 0 0,1 0 0 0 0,-2 0 0 0 0,1 1 0 0 0,0-1 0 0 0,-1 1 0 0 0,1-1 0 0 0,-1 1 0 0 0,0 0 0 0 0,1-1 0 0 0,-1 1 0 0 0,0 0 0 0 0,0 0 0 0 0,-1 0 0 0 0,1 0 0 0 0,0 1 0 0 0,-1-1 0 0 0,1 1 0 0 0,-1-1 0 0 0,0 1 0 0 0,1 0 0 0 0,-1 0 0 0 0,0 0 0 0 0,1 0 0 0 0,-1 1 0 0 0,0-1 0 0 0,-5 0 0 0 0,-3 1-118 0 0,0 1 1 0 0,0-1-1 0 0,0 2 0 0 0,0-1 1 0 0,1 2-1 0 0,-1-1 0 0 0,1 1 0 0 0,-1 1 1 0 0,1 0-1 0 0,0 0 0 0 0,1 1 1 0 0,-1 1-1 0 0,1-1 0 0 0,0 2 1 0 0,0-1-1 0 0,1 1 0 0 0,-1 0 1 0 0,2 1-1 0 0,-1 0 0 0 0,1 0 1 0 0,0 1-1 0 0,1-1 0 0 0,0 2 0 0 0,-6 10 1 0 0,1 2-967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1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505 102 5360 0 0,'-1'0'4'0'0,"0"-1"0"0"0,-1 1 0 0 0,1-1-1 0 0,0 0 1 0 0,-1 0 0 0 0,1 1 0 0 0,0-1-1 0 0,0 0 1 0 0,0 0 0 0 0,-1 0 0 0 0,1 0-1 0 0,-1-3 1 0 0,5-4 87 0 0,0-1 38 0 0,-4 8-118 0 0,1 0 0 0 0,-1 0 1 0 0,1 0-1 0 0,-1 0 0 0 0,0 1 0 0 0,1-1 0 0 0,-1 0 0 0 0,0 0 0 0 0,0 0 0 0 0,0 1 0 0 0,1-1 0 0 0,-1 0 0 0 0,0 1 0 0 0,0-1 0 0 0,-1 0 1 0 0,-95-53 1463 0 0,89 51-1278 0 0,6 1 101 0 0,2 4 23 0 0,9 14 116 0 0,-3 19 168 0 0,2 46 1 0 0,-5-49-360 0 0,34 529 933 0 0,-37-431-1165 0 0,-4 1-1 0 0,-30 171 0 0 0,8-168 39 0 0,-7-2-1 0 0,-51 134 1 0 0,-134 242 93 0 0,211-494-135 0 0,1-3 11 0 0,0 1 0 0 0,1-1 0 0 0,1 1 0 0 0,-5 18 0 0 0,12-27 36 0 0,5-5-40 0 0,13-8-36 0 0,-17 7 16 0 0,66-29-96 0 0,1 2-1 0 0,2 3 1 0 0,0 4 0 0 0,123-22 0 0 0,311-20 144 0 0,-307 46 5 0 0,85-20 58 0 0,-31 5 517 0 0,-242 33-526 0 0,4 0 76 0 0,-16 1-157 0 0,1 0 0 0 0,-1 0 1 0 0,0 0-1 0 0,0 0 0 0 0,0 0 1 0 0,1 0-1 0 0,-1 0 0 0 0,0 0 0 0 0,0 0 1 0 0,0 0-1 0 0,1 0 0 0 0,-1 0 0 0 0,0 0 1 0 0,0 0-1 0 0,0 0 0 0 0,1 0 0 0 0,-1-1 1 0 0,0 1-1 0 0,0 0 0 0 0,0 0 1 0 0,0 0-1 0 0,1 0 0 0 0,-1 0 0 0 0,0 0 1 0 0,0 0-1 0 0,0-1 0 0 0,0 1 0 0 0,0 0 1 0 0,1 0-1 0 0,-1 0 0 0 0,0 0 1 0 0,0-1-1 0 0,0 1 0 0 0,0 0 0 0 0,0 0 1 0 0,0 0-1 0 0,0-1 0 0 0,0 1 0 0 0,0 0 1 0 0,0 0-1 0 0,0-1 0 0 0,-5-11 37 0 0,-1 0 1 0 0,2-1-1 0 0,0 0 0 0 0,0 0 1 0 0,1 0-1 0 0,1 0 0 0 0,-1-21 0 0 0,4-98-192 0 0,0 115 150 0 0,9-190-49 0 0,28-511-322 0 0,35 2 103 0 0,-72 709 254 0 0,2-6-8 0 0,-2-1 0 0 0,1 0-1 0 0,-2 0 1 0 0,-2-24-1 0 0,2 35 9 0 0,0 0-1 0 0,-1 0 1 0 0,1 0-1 0 0,-1 1 1 0 0,0-1-1 0 0,0 0 1 0 0,0 1-1 0 0,0-1 1 0 0,-1 1-1 0 0,1-1 1 0 0,0 1-1 0 0,-1-1 1 0 0,0 1-1 0 0,0 0 0 0 0,0 0 1 0 0,0 0-1 0 0,0 0 1 0 0,0 0-1 0 0,0 0 1 0 0,0 1-1 0 0,-1-1 1 0 0,1 1-1 0 0,-1 0 1 0 0,1-1-1 0 0,-1 1 1 0 0,0 0-1 0 0,1 1 1 0 0,-1-1-1 0 0,-5-1 0 0 0,-42-2-12 0 0,-1 1-1 0 0,-102 9 1 0 0,105-3 7 0 0,-27 1-2 0 0,-446 39-194 0 0,475-37-190 0 0,0 3 0 0 0,-83 27 0 0 0,103-26-137 0 0,0 1 0 0 0,0 1-1 0 0,1 1 1 0 0,0 2 0 0 0,-43 33-1 0 0,58-39 112 0 0,-1 1 0 0 0,1 0 0 0 0,-10 15 0 0 0,0 3-556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2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53 5481 0 0,'0'-13'16'0'0,"1"9"213"0"0,-1 1 0 0 0,1 0-1 0 0,-1 0 1 0 0,0-1-1 0 0,-1 1 1 0 0,1 0-1 0 0,-2-6 1 0 0,2 9-187 0 0,0-1 1 0 0,0 1-1 0 0,-1-1 1 0 0,1 1-1 0 0,0-1 0 0 0,0 1 1 0 0,-1 0-1 0 0,1-1 1 0 0,0 1-1 0 0,-1 0 0 0 0,1-1 1 0 0,-1 1-1 0 0,1 0 1 0 0,0-1-1 0 0,-1 1 0 0 0,1 0 1 0 0,-1 0-1 0 0,1-1 1 0 0,-1 1-1 0 0,1 0 0 0 0,-2 0 1 0 0,1 0-17 0 0,-1-1 0 0 0,1 2 1 0 0,-1-1-1 0 0,1 0 0 0 0,0 0 0 0 0,-1 0 1 0 0,1 1-1 0 0,-1-1 0 0 0,1 1 1 0 0,0-1-1 0 0,-3 2 0 0 0,1 0 44 0 0,-1 0 1 0 0,0 1-1 0 0,1 0 0 0 0,-1 0 1 0 0,1 0-1 0 0,0 0 0 0 0,0 1 1 0 0,0-1-1 0 0,1 1 0 0 0,-1-1 1 0 0,1 1-1 0 0,0 0 0 0 0,0 0 0 0 0,0 0 1 0 0,0 0-1 0 0,-1 7 0 0 0,-1 3 106 0 0,1-1-1 0 0,0 1 1 0 0,1-1-1 0 0,-1 16 1 0 0,3-18-92 0 0,1-1-1 0 0,-1 1 1 0 0,2 0-1 0 0,-1-1 1 0 0,1 1 0 0 0,1-1-1 0 0,0 0 1 0 0,1 0 0 0 0,0 0-1 0 0,0 0 1 0 0,11 17-1 0 0,-12-23-65 0 0,-1-1 0 0 0,0 1 0 0 0,1-1 0 0 0,0 0 1 0 0,0 0-1 0 0,0 0 0 0 0,0 0 0 0 0,1 0 0 0 0,-1-1 0 0 0,1 1 0 0 0,-1-1 0 0 0,1 0 0 0 0,0 0 0 0 0,0 0 0 0 0,0-1 0 0 0,0 0 0 0 0,0 1 0 0 0,0-1 0 0 0,0-1 0 0 0,1 1 0 0 0,-1 0 0 0 0,0-1 0 0 0,0 0 0 0 0,1 0 0 0 0,-1 0 0 0 0,0-1 0 0 0,0 0 0 0 0,1 1 0 0 0,-1-1 0 0 0,0-1 0 0 0,0 1 0 0 0,4-3 0 0 0,-2 2-37 0 0,-2-1-1 0 0,1 1 1 0 0,0-1 0 0 0,0 0-1 0 0,-1-1 1 0 0,0 1 0 0 0,1-1-1 0 0,-1 0 1 0 0,-1 0 0 0 0,1 0-1 0 0,-1-1 1 0 0,1 1 0 0 0,-1-1-1 0 0,0 0 1 0 0,-1 0 0 0 0,3-6-1 0 0,-2 3-19 0 0,0 0-1 0 0,-1 0 1 0 0,0-1-1 0 0,0 1 1 0 0,-1-1-1 0 0,0 1 0 0 0,-1-1 1 0 0,0 1-1 0 0,0-1 1 0 0,-2-10-1 0 0,0 11-14 0 0,1 0 0 0 0,-1 1 0 0 0,0-1 0 0 0,-1 1 0 0 0,0-1-1 0 0,0 1 1 0 0,0 0 0 0 0,-1 0 0 0 0,0 1 0 0 0,-1-1 0 0 0,-5-6 0 0 0,7 9 0 0 0,-1 0-1 0 0,0 1 1 0 0,0 0 0 0 0,0 0 0 0 0,0 0 0 0 0,0 0 0 0 0,-1 0 0 0 0,1 1 0 0 0,-1 0 0 0 0,0 0 0 0 0,1 0 0 0 0,-1 0 0 0 0,0 1 0 0 0,0 0 0 0 0,0 0 0 0 0,0 0 0 0 0,-9 1 0 0 0,8 0-62 0 0,1 0-1 0 0,0 1 1 0 0,-1 0 0 0 0,1 0-1 0 0,0 1 1 0 0,0-1 0 0 0,0 1-1 0 0,0 0 1 0 0,0 1 0 0 0,1-1-1 0 0,-6 5 1 0 0,2-2-176 0 0,0 1 0 0 0,1 0 0 0 0,0 1 0 0 0,0-1 0 0 0,-8 12 0 0 0,-1 5-526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3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117 224 5024 0 0,'-23'2'339'0'0,"-1"0"-1"0"0,-46-5 0 0 0,139-10 825 0 0,511-90-1376 0 0,-363 60 578 0 0,-97 18-80 0 0,72-12 94 0 0,-178 34 136 0 0,-24 3-78 0 0,-25 4-154 0 0,33-3-354 0 0,0-1 1 0 0,0 0 0 0 0,0 1-1 0 0,0-1 1 0 0,0 1 0 0 0,0 0-1 0 0,0 0 1 0 0,0 0 0 0 0,0 0-1 0 0,0 0 1 0 0,0 0 0 0 0,0 0-1 0 0,0 0 1 0 0,1 1-1 0 0,-1-1 1 0 0,-2 4 0 0 0,5 2-1822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8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29 109 6845 0 0,'-1'1'21'0'0,"0"-1"0"0"0,0 0 0 0 0,0-1 1 0 0,0 1-1 0 0,0 0 0 0 0,0 0 0 0 0,0 0 1 0 0,0 0-1 0 0,1-1 0 0 0,-1 1 1 0 0,0-1-1 0 0,0 1 0 0 0,0 0 0 0 0,0-1 1 0 0,1 1-1 0 0,-2-2 0 0 0,-10-3 2731 0 0,38-6-2704 0 0,77-30-92 0 0,-58 26-50 0 0,-19 7 38 0 0,5-1-131 0 0,34-4-1 0 0,-60 12-198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9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0 4936 0 0,'0'0'300'0'0,"-64"60"1453"0"0,117-56-1741 0 0,130-34-88 0 0,-151 17-132 0 0,0 4 16 0 0,-8 0-320 0 0,-1 6 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9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 6001 0 0,'0'0'9'0'0,"1"-1"1"0"0,-1 0 0 0 0,0 0-1 0 0,0 0 1 0 0,1 0 0 0 0,-1 0-1 0 0,1 0 1 0 0,-1 0 0 0 0,1 1-1 0 0,-1-1 1 0 0,1 0 0 0 0,-1 0-1 0 0,1 1 1 0 0,0-1 0 0 0,-1 0-1 0 0,1 1 1 0 0,0-1 0 0 0,0 1-1 0 0,-1-1 1 0 0,1 1 0 0 0,0-1-1 0 0,0 1 1 0 0,0-1 0 0 0,0 1-1 0 0,0 0 1 0 0,1-1 0 0 0,31-6 191 0 0,-24 5-113 0 0,77-18 276 0 0,-56 12-491 0 0,0 1 0 0 0,0 1 0 0 0,51-2 0 0 0,-69 9-281 0 0,-1 3-175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1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63 5176 0 0,'-32'21'3998'0'0,"39"-25"-3867"0"0,32-13-491 0 0,1 1 1 0 0,1 1-1 0 0,51-10 1 0 0,-71 20-334 0 0,-18 4 28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2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55 4576 0 0,'0'0'2149'0'0,"14"2"-2073"0"0,0 0-64 0 0,-1 0 1 0 0,0-1 0 0 0,1 0 0 0 0,-1-1-1 0 0,1-1 1 0 0,-1 0 0 0 0,17-4 0 0 0,34-14-23 0 0,-35 9-182 0 0,1 2 0 0 0,61-9 0 0 0,-88 16 28 0 0,1 1 0 0 0,0 0 0 0 0,0 0 0 0 0,-1 0 0 0 0,1 1 0 0 0,0-1 0 0 0,4 2 0 0 0,-1 2-429 0 0</inkml:trace>
  <inkml:trace contextRef="#ctx0" brushRef="#br0" timeOffset="1">1 322 4164 0 0,'3'-2'109'0'0,"0"0"0"0"0,1 0 0 0 0,-1 0-1 0 0,1 0 1 0 0,0 1 0 0 0,0 0 0 0 0,7-2-1 0 0,-5 1 90 0 0,20-6 482 0 0,51-7 0 0 0,3-1-413 0 0,51-19-717 0 0,-116 33 66 0 0,-2 1-197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2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32 6125 0 0,'82'-20'716'0'0,"-47"15"-816"0"0,64 0-1 0 0,-54 3-776 0 0,-31 2 254 0 0</inkml:trace>
  <inkml:trace contextRef="#ctx0" brushRef="#br0" timeOffset="1">3 341 5328 0 0,'-2'3'128'0'0,"8"-9"41"0"0,7 5 71 0 0,-4-2-148 0 0,4 6 184 0 0,4-7-140 0 0,7 4 156 0 0,-1-9-136 0 0,12 2 20 0 0,-1-7-188 0 0,7 0 76 0 0,2-4-20 0 0,2-5-40 0 0,-2 3-156 0 0,2-7-128 0 0,2-2-40 0 0,-4-3-340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2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 6065 0 0,'0'1'300'0'0,"4"-11"-220"0"0,11 6 4 0 0,-6 0-20 0 0,6 0 140 0 0,2 1-264 0 0,0-5 72 0 0,9 0-356 0 0,0 1-20 0 0,4 0-88 0 0,0-2-101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3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62 5633 0 0,'-2'8'72'0'0,"-5"-8"28"0"0,16-4 12 0 0,-9 6 56 0 0,4-4-148 0 0,11 4 204 0 0,-4-4-196 0 0,8 2 188 0 0,-2-4-268 0 0,9 0 172 0 0,2 2-224 0 0,0-6 108 0 0,4-2-56 0 0,-2-1-156 0 0,5 2 92 0 0,-5-2-352 0 0,4 5 59 0 0</inkml:trace>
  <inkml:trace contextRef="#ctx0" brushRef="#br0" timeOffset="1">67 406 6657 0 0,'8'3'276'0'0,"5"-7"-184"0"0,7-3 16 0 0,-5 3-4 0 0,2 0 8 0 0,6-7-16 0 0,3 6 8 0 0,-2-5 0 0 0,8 1-272 0 0,0-2 176 0 0,0 2-56 0 0,3-1-40 0 0,-5 1-100 0 0,6 2 68 0 0,-8-3-156 0 0,0 3-160 0 0,-6 4-192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4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6 807 8629 0 0,'-4'-5'-230'0'0,"5"3"189"0"0,0-2-50 0 0,-5 7-29 0 0,5 0 97 0 0,-1-1 0 0 0,1 1 0 0 0,0-1 1 0 0,0 1-1 0 0,0-1 0 0 0,0 0 0 0 0,0 0 1 0 0,1 1-1 0 0,-1-1 0 0 0,4 3 0 0 0,4 11 14 0 0,70 182 503 0 0,-62-152-334 0 0,5 8-9 0 0,1-1 0 0 0,3-2 0 0 0,3 0 0 0 0,1-1 0 0 0,3-2 0 0 0,1-2-1 0 0,3-1 1 0 0,2-1 0 0 0,1-3 0 0 0,2-1 0 0 0,2-2 0 0 0,2-2-1 0 0,1-2 1 0 0,1-2 0 0 0,2-2 0 0 0,1-3 0 0 0,1-1 0 0 0,1-3 0 0 0,89 25-1 0 0,-35-22-32 0 0,1-5 1 0 0,211 15-1 0 0,227-34 147 0 0,830-117-63 0 0,-8-84-312 0 0,-1350 197 109 0 0,1510-241-190 0 0,-911 150 92 0 0,1492-241-440 0 0,-849 90-143 0 0,-668 126 333 0 0,-403 81 226 0 0,727-147-218 0 0,-7-35-419 0 0,-819 196 531 0 0,-4 1-546 0 0,-2-3 0 0 0,106-47 0 0 0,-188 71 732 0 0,2 0-87 0 0,1-1 1 0 0,-1 0-1 0 0,0 0 0 0 0,0 0 1 0 0,-1 0-1 0 0,1-1 0 0 0,0 1 1 0 0,-1-1-1 0 0,1 0 0 0 0,-1 0 0 0 0,0 0 1 0 0,0-1-1 0 0,0 1 0 0 0,-1-1 1 0 0,3-3-1 0 0,2-5-599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5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89 4340 0 0,'-15'-21'81'0'0,"-18"-22"577"0"0,32 43-625 0 0,1-1 0 0 0,-1 1 0 0 0,1 0 0 0 0,0-1 0 0 0,-1 1 0 0 0,1 0 0 0 0,0-1-1 0 0,-1 1 1 0 0,1 0 0 0 0,0-1 0 0 0,-1 1 0 0 0,1-1 0 0 0,0 1 0 0 0,0-1 0 0 0,-1 1 0 0 0,1-1 0 0 0,0 1 0 0 0,0-1-1 0 0,0 1 1 0 0,0-1 0 0 0,0 1 0 0 0,0-1 0 0 0,0 1 0 0 0,0-1 0 0 0,0 1 0 0 0,0-1 0 0 0,0 1 0 0 0,0-1 0 0 0,0 1-1 0 0,0-1 1 0 0,0 1 0 0 0,1-2 0 0 0,0 2 11 0 0,0-1-1 0 0,-1 0 1 0 0,1 1 0 0 0,0-1-1 0 0,0 0 1 0 0,0 1-1 0 0,1-1 1 0 0,-1 1 0 0 0,0 0-1 0 0,0-1 1 0 0,0 1-1 0 0,0 0 1 0 0,2-1-1 0 0,3 1 97 0 0,-1-1 0 0 0,1 1 0 0 0,-1 0 0 0 0,1 0 0 0 0,9 2 0 0 0,-2 3 105 0 0,-1 0 0 0 0,0 0 0 0 0,0 1 0 0 0,0 1 0 0 0,17 12-1 0 0,56 50 508 0 0,-51-40-598 0 0,44 31 45 0 0,-48-39-177 0 0,-1 2-1 0 0,0 1 1 0 0,-2 1-1 0 0,34 41 1 0 0,-57-61-21 0 0,0 0 1 0 0,-1 1-1 0 0,1-1 1 0 0,-1 1-1 0 0,0 0 1 0 0,-1 0-1 0 0,1 0 1 0 0,-1 1-1 0 0,-1-1 1 0 0,1 0-1 0 0,-1 1 0 0 0,0-1 1 0 0,0 1-1 0 0,-1-1 1 0 0,0 1-1 0 0,0 0 1 0 0,-1-1-1 0 0,0 1 1 0 0,0-1-1 0 0,0 1 1 0 0,-1-1-1 0 0,0 0 1 0 0,-4 11-1 0 0,-1-4-36 0 0,0 0-1 0 0,-1-1 1 0 0,-1 0-1 0 0,1 0 1 0 0,-2-1-1 0 0,0 0 1 0 0,0 0-1 0 0,-1-1 1 0 0,-19 13 0 0 0,-30 17-1257 0 0,-124 63 1 0 0,93-56-189 0 0,55-28 665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6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229 324 7325 0 0,'-2'-3'33'0'0,"1"0"1"0"0,0 0 0 0 0,0-1-1 0 0,1 1 1 0 0,-1-1 0 0 0,1 1-1 0 0,-1 0 1 0 0,1-1 0 0 0,0 1 0 0 0,0-1-1 0 0,1 1 1 0 0,-1-1 0 0 0,1 1-1 0 0,0 0 1 0 0,0-1 0 0 0,2-5-1 0 0,-3 8-21 0 0,1 1 0 0 0,-1 0-1 0 0,0 0 1 0 0,0-1-1 0 0,0 1 1 0 0,0 0-1 0 0,1-1 1 0 0,-1 1 0 0 0,0 0-1 0 0,0 0 1 0 0,1-1-1 0 0,-1 1 1 0 0,0 0 0 0 0,0 0-1 0 0,1 0 1 0 0,-1-1-1 0 0,0 1 1 0 0,1 0-1 0 0,-1 0 1 0 0,0 0 0 0 0,1 0-1 0 0,-1 0 1 0 0,0 0-1 0 0,1-1 1 0 0,-1 1 0 0 0,0 0-1 0 0,1 0 1 0 0,-1 0-1 0 0,0 0 1 0 0,1 0 0 0 0,-1 1-1 0 0,1-1 1 0 0,-1 0-1 0 0,0 0 1 0 0,1 0-1 0 0,-1 0 1 0 0,0 0 0 0 0,1 0-1 0 0,-1 0 1 0 0,0 1-1 0 0,0-1 1 0 0,1 0 0 0 0,-1 0-1 0 0,0 0 1 0 0,1 1-1 0 0,-1-1 1 0 0,0 0-1 0 0,0 0 1 0 0,0 1 0 0 0,1-1-1 0 0,-1 1 1 0 0,13 15 218 0 0,2 11-164 0 0,-1 0 0 0 0,-2 1-1 0 0,0 1 1 0 0,-3 0 0 0 0,0 0 0 0 0,-1 1 0 0 0,-2 0-1 0 0,-1 1 1 0 0,-2-1 0 0 0,0 32 0 0 0,-5 22-31 0 0,-3-1 0 0 0,-23 121 1 0 0,-115 356 52 0 0,63-288-38 0 0,49-165-27 0 0,12-44-17 0 0,2 1 0 0 0,-9 68 1 0 0,25-127-11 0 0,1 0 0 0 0,-1 0 0 0 0,1 0 0 0 0,0-1 0 0 0,0 1 0 0 0,1 0 0 0 0,0 0 0 0 0,-1-1 1 0 0,2 1-1 0 0,-1 0 0 0 0,0-1 0 0 0,1 1 0 0 0,2 4 0 0 0,-1-6-6 0 0,-1 0 0 0 0,0 0 0 0 0,0-1 0 0 0,1 1 0 0 0,-1-1 0 0 0,1 0 0 0 0,0 0 0 0 0,0 0 0 0 0,0 0 0 0 0,0 0 0 0 0,0-1 0 0 0,0 1 0 0 0,0-1 0 0 0,0 0 0 0 0,1 0 0 0 0,-1 0 0 0 0,0 0 0 0 0,7 0 0 0 0,27 2-89 0 0,-1-2 0 0 0,1-2 0 0 0,37-4 0 0 0,-22 1 31 0 0,735-32-56 0 0,-80 26 365 0 0,367-13 1170 0 0,-855 16-973 0 0,-47 3-90 0 0,195-29 1 0 0,-361 33-322 0 0,-1-1 1 0 0,1 0 0 0 0,-1-1-1 0 0,0 1 1 0 0,1-1-1 0 0,-1 0 1 0 0,0 0 0 0 0,0-1-1 0 0,7-4 1 0 0,-11 6-15 0 0,0 0 0 0 0,0 0 0 0 0,0 0 0 0 0,0 0 0 0 0,0 0 0 0 0,0 0 0 0 0,-1 0 0 0 0,1-1 0 0 0,0 1 0 0 0,-1 0 0 0 0,1 0 0 0 0,-1-1 0 0 0,1 1 0 0 0,-1 0 0 0 0,1-1 0 0 0,-1-1 0 0 0,0 1 1 0 0,0-1 0 0 0,0 1 1 0 0,0-1-1 0 0,-1 1 0 0 0,1 0 0 0 0,-1-1 1 0 0,0 1-1 0 0,1-1 0 0 0,-1 1 1 0 0,0 0-1 0 0,0 0 0 0 0,-2-3 0 0 0,-107-159 73 0 0,72 111-145 0 0,-40-70 1 0 0,58 81 10 0 0,1-1 1 0 0,2-1 0 0 0,1 0-1 0 0,3-1 1 0 0,2-1 0 0 0,2 1-1 0 0,2-2 1 0 0,1 1-1 0 0,3-84 1 0 0,7 52 12 0 0,4 1 0 0 0,3 0 0 0 0,3 1 0 0 0,4 0 0 0 0,31-81 0 0 0,-18 73 31 0 0,4 1-1 0 0,4 2 1 0 0,4 2 0 0 0,95-136 0 0 0,-121 192 4 0 0,44-66 92 0 0,-60 89-88 0 0,-1-1 1 0 0,1 0 0 0 0,-1 0-1 0 0,1 1 1 0 0,-1-1 0 0 0,1 0-1 0 0,-1 1 1 0 0,0-1 0 0 0,1 0-1 0 0,-1 0 1 0 0,0 0-1 0 0,0 0 1 0 0,0 1 0 0 0,1-1-1 0 0,-1 0 1 0 0,0 0 0 0 0,0 0-1 0 0,0 0 1 0 0,0 1 0 0 0,-1-1-1 0 0,1 0 1 0 0,0 0 0 0 0,0 0-1 0 0,0 0 1 0 0,-1 1 0 0 0,1-1-1 0 0,0 0 1 0 0,-1 0-1 0 0,1 1 1 0 0,-1-1 0 0 0,1 0-1 0 0,-1 1 1 0 0,1-1 0 0 0,-1 0-1 0 0,1 1 1 0 0,-1-1 0 0 0,0 1-1 0 0,1-1 1 0 0,-1 1 0 0 0,0-1-1 0 0,1 1 1 0 0,-1-1-1 0 0,0 1 1 0 0,0 0 0 0 0,0-1-1 0 0,1 1 1 0 0,-3 0 0 0 0,-4-2 5 0 0,-1 0 0 0 0,0 1 0 0 0,1 0 0 0 0,-12 0 0 0 0,11 1-11 0 0,-112-2-83 0 0,-144 18 0 0 0,185-9 69 0 0,-1066 82-1308 0 0,659-41 422 0 0,5 32 273 0 0,252-23 75 0 0,181-43 144 0 0,1 3 0 0 0,-74 37 0 0 0,72-24-254 0 0,6 4-146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6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853 369 3784 0 0,'0'-1'7'0'0,"1"0"-1"0"0,-1 1 0 0 0,1-1 0 0 0,-1 0 1 0 0,1 0-1 0 0,-1 1 0 0 0,1-1 0 0 0,-1 0 1 0 0,0 0-1 0 0,1 0 0 0 0,-1 0 0 0 0,0 1 1 0 0,0-1-1 0 0,0 0 0 0 0,0 0 0 0 0,1-1 1 0 0,3-14 154 0 0,3 8 220 0 0,-1 0 0 0 0,1 1 0 0 0,0 0 0 0 0,14-11 0 0 0,-20 16 270 0 0,-6 1-283 0 0,-6 3-33 0 0,-23 23 183 0 0,1 0 0 0 0,-55 57 0 0 0,9-8-288 0 0,-84 87-75 0 0,103-98-169 0 0,-83 68-1 0 0,107-103 4 0 0,-2-3 0 0 0,0 0 0 0 0,-1-3 0 0 0,-2-1 0 0 0,-44 16 1 0 0,68-29 54 0 0,16-4-1 0 0,11-2-23 0 0,665 36 80 0 0,2-39-178 0 0,-258-2 119 0 0,-389 3-23 0 0,46 1 102 0 0,1-4 0 0 0,77-13 0 0 0,-154 16-120 0 0,36-10 266 0 0,-35 10-257 0 0,0 0 1 0 0,0 0-1 0 0,-1 0 1 0 0,1-1 0 0 0,0 1-1 0 0,-1 0 1 0 0,1-1 0 0 0,0 1-1 0 0,-1 0 1 0 0,1-1 0 0 0,0 1-1 0 0,-1-1 1 0 0,1 1-1 0 0,-1-1 1 0 0,1 1 0 0 0,-1-1-1 0 0,1 1 1 0 0,-1-1 0 0 0,0 1-1 0 0,1-1 1 0 0,-1 0-1 0 0,0 1 1 0 0,1-1 0 0 0,-1 0-1 0 0,0 1 1 0 0,0-1 0 0 0,1 0-1 0 0,-1 0 1 0 0,0 1 0 0 0,0-1-1 0 0,0 0 1 0 0,0 0-1 0 0,0 1 1 0 0,0-1 0 0 0,0 0-1 0 0,0 1 1 0 0,0-1 0 0 0,-1 0-1 0 0,1 0 1 0 0,0 1-1 0 0,0-1 1 0 0,-1 0 0 0 0,1 1-1 0 0,0-1 1 0 0,-1 0 0 0 0,0 0-1 0 0,-14-16 14 0 0,0 1 0 0 0,-2 1-1 0 0,0 0 1 0 0,-1 1-1 0 0,-35-21 1 0 0,-1-2-55 0 0,-96-80-14 0 0,123 94 43 0 0,2-2 0 0 0,0-1 0 0 0,-28-40 0 0 0,23 22-4 0 0,2-1 1 0 0,2-1 0 0 0,2-1 0 0 0,2-2 0 0 0,3 0 0 0 0,1-1-1 0 0,-17-83 1 0 0,27 99-15 0 0,5 26 24 0 0,1 0-1 0 0,0 0 0 0 0,0 0 0 0 0,1 0 1 0 0,0-1-1 0 0,0 1 0 0 0,1 0 0 0 0,0-1 0 0 0,2-11 1 0 0,-2 20-4 0 0,1 0 1 0 0,-1-1 0 0 0,0 1 0 0 0,0 0 0 0 0,1 0-1 0 0,-1-1 1 0 0,0 1 0 0 0,1 0 0 0 0,-1 0-1 0 0,0-1 1 0 0,1 1 0 0 0,-1 0 0 0 0,0 0-1 0 0,1 0 1 0 0,-1 0 0 0 0,0-1 0 0 0,1 1 0 0 0,-1 0-1 0 0,0 0 1 0 0,1 0 0 0 0,-1 0 0 0 0,1 0-1 0 0,-1 0 1 0 0,0 0 0 0 0,1 0 0 0 0,-1 0 0 0 0,0 0-1 0 0,1 0 1 0 0,-1 0 0 0 0,1 1 0 0 0,-1-1-1 0 0,0 0 1 0 0,1 0 0 0 0,-1 0 0 0 0,0 0 0 0 0,1 1-1 0 0,-1-1 1 0 0,0 0 0 0 0,1 1 0 0 0,14 8-33 0 0,55 54-2044 0 0,-57-49 1253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7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6001 0 0,'0'-22'1640'0'0,"0"21"-1616"0"0,0-1 0 0 0,1 0 0 0 0,-1 1 0 0 0,1-1 0 0 0,-1 1-1 0 0,1-1 1 0 0,0 1 0 0 0,-1-1 0 0 0,1 1 0 0 0,0-1 0 0 0,0 1 0 0 0,0 0 0 0 0,0 0 0 0 0,0-1 0 0 0,1 1 0 0 0,-1 0 0 0 0,0 0 0 0 0,0 0 0 0 0,1 0 0 0 0,-1 0 0 0 0,1 1 0 0 0,-1-1 0 0 0,1 0 0 0 0,-1 1 0 0 0,1-1 0 0 0,1 0 0 0 0,8-3-46 0 0,1 1 0 0 0,19-3 0 0 0,-18 4 46 0 0,299-51-1945 0 0,-265 47 1193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8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25 5601 0 0,'-15'9'116'0'0,"11"-5"16"0"0,2-8 28 0 0,4 4-160 0 0,4 4 132 0 0,1-7 28 0 0,10 6-156 0 0,0-6 152 0 0,7 2-264 0 0,2 0 124 0 0,4-1-164 0 0,6-3 284 0 0,5 2-300 0 0,2-2 28 0 0,0 0 68 0 0,4 1-300 0 0,-6 0 19 0 0,0 0-311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8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70 4548 0 0,'-4'3'68'0'0,"8"-6"20"0"0,2-5 28 0 0,5 6 8 0 0,-2-2 20 0 0,8 0-12 0 0,7-3 4 0 0,-1 2-3 0 0,5 1-73 0 0,0-2 0 0 0,4 1-40 0 0,0-1-24 0 0,3 2-20 0 0,-3 0-40 0 0,-2 2-81 0 0,0-2-87 0 0,-2 0-116 0 0,-2 4-172 0 0</inkml:trace>
  <inkml:trace contextRef="#ctx0" brushRef="#br0" timeOffset="1">13 509 8729 0 0,'-6'4'-152'0'0,"1"6"76"0"0,3-18 28 0 0,9 8-8 0 0,3 0-8 0 0,3 2 8 0 0,0-3-20 0 0,13 1 16 0 0,2-3 144 0 0,8-1-80 0 0,7 0-52 0 0,-2 0-100 0 0,4-1-44 0 0,2-2-132 0 0,5 0 20 0 0,-5 1-184 0 0,2 0-176 0 0,-3-2-157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1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934 141 6689 0 0,'6'-20'-62'0'0,"1"-4"159"0"0,-7 23-88 0 0,-1 0 0 0 0,1 0 1 0 0,0 1-1 0 0,0-1 0 0 0,0 0 1 0 0,-1 0-1 0 0,1 0 0 0 0,-1 0 1 0 0,1 0-1 0 0,0 0 0 0 0,-1 0 0 0 0,1 1 1 0 0,-1-1-1 0 0,0 0 0 0 0,1 0 1 0 0,-1 1-1 0 0,0-1 0 0 0,1 0 1 0 0,-1 1-1 0 0,0-1 0 0 0,0 1 1 0 0,0-1-1 0 0,1 1 0 0 0,-2-1 1 0 0,-5-3 26 0 0,-1 0 0 0 0,1 1 0 0 0,0 0 0 0 0,-1 0 0 0 0,0 1 0 0 0,0 0 0 0 0,0 1 0 0 0,1-1 0 0 0,-1 1 0 0 0,-1 1 0 0 0,-12 0 0 0 0,-27 2 263 0 0,0 3-1 0 0,0 2 1 0 0,0 1 0 0 0,-85 28-1 0 0,24 1-4 0 0,-37 14-40 0 0,123-41-207 0 0,0 0 1 0 0,1 2-1 0 0,1 1 0 0 0,-39 29 0 0 0,51-34-27 0 0,0-1 1 0 0,1 1-1 0 0,0 1 0 0 0,0 0 0 0 0,1 0 1 0 0,0 0-1 0 0,1 1 0 0 0,0 0 1 0 0,0 0-1 0 0,1 1 0 0 0,0 0 0 0 0,-5 18 1 0 0,9-24-4 0 0,0-1 0 0 0,0 1 1 0 0,1-1-1 0 0,-1 1 0 0 0,1 0 1 0 0,0-1-1 0 0,0 1 0 0 0,1-1 1 0 0,-1 1-1 0 0,1-1 0 0 0,0 1 1 0 0,0-1-1 0 0,1 1 1 0 0,-1-1-1 0 0,1 0 0 0 0,0 1 1 0 0,0-1-1 0 0,0 0 0 0 0,1-1 1 0 0,-1 1-1 0 0,1 0 0 0 0,0-1 1 0 0,0 1-1 0 0,1-1 0 0 0,4 4 1 0 0,1 0 37 0 0,1-1 0 0 0,0 0-1 0 0,0-1 1 0 0,1 0 0 0 0,-1 0 0 0 0,1-1 0 0 0,0-1 0 0 0,1 0 0 0 0,10 2 0 0 0,31 3 96 0 0,0-2 1 0 0,1-2-1 0 0,103-7 0 0 0,160-38-125 0 0,268-80-69 0 0,-18-64 73 0 0,-558 182-30 0 0,86-40 23 0 0,-86 38-20 0 0,-1 0 1 0 0,1-1 0 0 0,-1 1 0 0 0,0-2 0 0 0,-1 1 0 0 0,0-1-1 0 0,0 0 1 0 0,7-9 0 0 0,-12 14-4 0 0,-1 0-1 0 0,0 0 1 0 0,0 0-1 0 0,0 0 1 0 0,0 0 0 0 0,0 0-1 0 0,0 0 1 0 0,0 0-1 0 0,-1 0 1 0 0,1 0 0 0 0,-1-1-1 0 0,1 1 1 0 0,-1 0-1 0 0,0 0 1 0 0,0-1-1 0 0,0 1 1 0 0,0 0 0 0 0,0 0-1 0 0,-1-4 1 0 0,0 3-7 0 0,-1 0 1 0 0,1 0 0 0 0,-1 0-1 0 0,1 1 1 0 0,-1-1 0 0 0,0 1-1 0 0,0-1 1 0 0,0 1 0 0 0,0 0-1 0 0,0-1 1 0 0,0 1 0 0 0,-5-3-1 0 0,-3-1-40 0 0,1 1 1 0 0,-2-1-1 0 0,1 1 0 0 0,0 1 1 0 0,-1 0-1 0 0,-19-4 0 0 0,-18-2-183 0 0,0 3 0 0 0,-58-1 0 0 0,-101 7-390 0 0,132 2 449 0 0,-714 38-2868 0 0,785-39 2997 0 0,-28 3-525 0 0,-40 9-1 0 0,63-10 411 0 0,1 0-1 0 0,0 0 1 0 0,0 1 0 0 0,1 0 0 0 0,-1 1-1 0 0,1 0 1 0 0,0 0 0 0 0,-1 0-1 0 0,2 1 1 0 0,-9 7 0 0 0,3-1-271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1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0 3580 0 0,'-7'1'153'0'0,"-1"1"-1"0"0,0-1 0 0 0,1 1 1 0 0,-1 1-1 0 0,1 0 1 0 0,-1-1-1 0 0,-8 6 0 0 0,13-5-53 0 0,-1 0-1 0 0,0 0 1 0 0,1 0-1 0 0,0 0 0 0 0,-1 1 1 0 0,1-1-1 0 0,0 1 1 0 0,1-1-1 0 0,-1 1 1 0 0,1 0-1 0 0,0 0 0 0 0,0 1 1 0 0,-3 6-1 0 0,-2 10 83 0 0,1 1 0 0 0,1 1 0 0 0,1-1 0 0 0,-2 41 0 0 0,6 97 402 0 0,1-105-441 0 0,-44 761 611 0 0,42-804-746 0 0,-7 56 9 0 0,2 0 0 0 0,8 129 0 0 0,-2-192-16 0 0,1-1-1 0 0,0 0 1 0 0,0 0 0 0 0,0 0 0 0 0,1 0 0 0 0,-1 0 0 0 0,1 0-1 0 0,3 6 1 0 0,-4-9 0 0 0,0 0 1 0 0,0 0-1 0 0,0 1 0 0 0,0-1 0 0 0,0 0 0 0 0,0 0 1 0 0,0 0-1 0 0,0 0 0 0 0,0 0 0 0 0,1 0 0 0 0,-1-1 1 0 0,0 1-1 0 0,1 0 0 0 0,-1-1 0 0 0,0 1 0 0 0,1-1 1 0 0,-1 1-1 0 0,1-1 0 0 0,-1 0 0 0 0,1 1 0 0 0,-1-1 1 0 0,1 0-1 0 0,-1 0 0 0 0,1 0 0 0 0,-1 0 0 0 0,1 0 1 0 0,1-1-1 0 0,25-7 3 0 0,-1-1 0 0 0,30-13 0 0 0,-28 9-29 0 0,49-13-1 0 0,308-50-152 0 0,3 21 547 0 0,-319 46-206 0 0,55-8 78 0 0,290-36 514 0 0,-396 51-742 0 0,73-7 72 0 0,174-43 0 0 0,-264 52-82 0 0,0 0 1 0 0,0-1 0 0 0,0 0 0 0 0,0 0 0 0 0,0 1-1 0 0,-1-1 1 0 0,1 0 0 0 0,0 0 0 0 0,0-1-1 0 0,3-2 1 0 0,-5 4-4 0 0,0 0 0 0 0,0 0 0 0 0,0 0 0 0 0,0-1 0 0 0,0 1 0 0 0,0 0 0 0 0,0 0 1 0 0,0 0-1 0 0,0-1 0 0 0,0 1 0 0 0,1 0 0 0 0,-1 0 0 0 0,0 0 0 0 0,-1-1 0 0 0,1 1 0 0 0,0 0 0 0 0,0 0 0 0 0,0 0 0 0 0,0-1 0 0 0,0 1 0 0 0,0 0 0 0 0,0 0 0 0 0,0 0 0 0 0,0-1 0 0 0,0 1 0 0 0,0 0 0 0 0,0 0 0 0 0,-1 0 0 0 0,1 0 0 0 0,0-1 0 0 0,0 1 0 0 0,0 0 0 0 0,0 0 0 0 0,-1 0 0 0 0,-14-7-137 0 0,-37-1-707 0 0,41 7 575 0 0,0-1 0 0 0,0 0 0 0 0,0 0 0 0 0,-11-4 0 0 0,14 3 38 0 0,1 0 0 0 0,0-1 1 0 0,-1 0-1 0 0,1 0 0 0 0,1 0 1 0 0,-1-1-1 0 0,0 0 1 0 0,-8-10-1 0 0,1-2-406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2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1 377 4428 0 0,'30'-284'1871'0'0,"-13"192"460"0"0,-24 141-1487 0 0,2 1-1 0 0,2 86 1 0 0,18 116-334 0 0,17-53-783 0 0,-12-91-1467 0 0,-14-75 771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6409 0 0,'1'2'52'0'0,"0"0"-1"0"0,1 0 1 0 0,-1-1 0 0 0,0 1 0 0 0,1 0 0 0 0,0 0 0 0 0,-1-1 0 0 0,1 1 0 0 0,2 1 0 0 0,7 7 65 0 0,13 21-87 0 0,-3 1 0 0 0,0 2 0 0 0,24 54 0 0 0,35 112-153 0 0,-68-167 49 0 0,5 22-379 0 0,-12-29 47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3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0 281 6813 0 0,'6'-1'-158'0'0,"49"-17"-60"0"0,139-8 276 0 0,-50 9-7 0 0,-131 15-49 0 0,277-52-140 0 0,-284 53 128 0 0,-1 0-10 0 0,0 0 0 0 0,0 0 0 0 0,-1 0 0 0 0,1-1 0 0 0,0 0-1 0 0,0 0 1 0 0,-1 0 0 0 0,1-1 0 0 0,-1 1 0 0 0,7-6 0 0 0,-11 7 17 0 0,1 0 1 0 0,-1 0-1 0 0,0 0 1 0 0,0 0-1 0 0,1 0 1 0 0,-1 0-1 0 0,0 0 1 0 0,0 0-1 0 0,0 0 1 0 0,0 0-1 0 0,-1 0 1 0 0,1 0-1 0 0,0 0 1 0 0,0 0-1 0 0,0 0 1 0 0,-1 0-1 0 0,1 1 1 0 0,-1-1-1 0 0,1 0 1 0 0,-1 0-1 0 0,1 0 1 0 0,-1 0 0 0 0,1 1-1 0 0,-1-1 1 0 0,1 0-1 0 0,-1 0 1 0 0,0 1-1 0 0,-1-2 1 0 0,-24-21 6 0 0,24 22 12 0 0,-13-10 54 0 0,-1 1 0 0 0,0 0 0 0 0,-1 1 0 0 0,1 1 0 0 0,-2 1 0 0 0,1 0 0 0 0,-1 2-1 0 0,0 0 1 0 0,0 0 0 0 0,0 2 0 0 0,-1 0 0 0 0,-36 0 0 0 0,54 3-61 0 0,0 0-1 0 0,0 1 1 0 0,0-1-1 0 0,1 0 1 0 0,-1 0-1 0 0,0 0 1 0 0,0 1-1 0 0,0-1 1 0 0,1 0 0 0 0,-1 0-1 0 0,0 1 1 0 0,1-1-1 0 0,-1 1 1 0 0,0-1-1 0 0,1 1 1 0 0,-1-1-1 0 0,0 1 1 0 0,1-1 0 0 0,-1 1-1 0 0,1 0 1 0 0,-1-1-1 0 0,1 1 1 0 0,-1 0-1 0 0,1 0 1 0 0,-1 1-1 0 0,0 0-3 0 0,1 0-1 0 0,-1 1 0 0 0,1-1 1 0 0,-1 1-1 0 0,1-1 0 0 0,0 0 1 0 0,0 1-1 0 0,0-1 0 0 0,1 3 1 0 0,1 9 12 0 0,1-1 1 0 0,8 20-1 0 0,-9-26 42 0 0,6 13-23 0 0,1 0 0 0 0,1-1 1 0 0,1 0-1 0 0,0 0 1 0 0,1-1-1 0 0,1-1 0 0 0,1 0 1 0 0,1-1-1 0 0,0 0 0 0 0,32 24 1 0 0,-40-35-111 0 0,0-1 0 0 0,0 0 0 0 0,0-1-1 0 0,0 1 1 0 0,1-1 0 0 0,-1-1 0 0 0,10 2 0 0 0,8 4-445 0 0,-5-1-69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3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6941 0 0,'3'-20'-44'0'0,"-3"14"82"0"0,1 1 1 0 0,0 0-1 0 0,-1 0 1 0 0,2 0-1 0 0,-1 0 1 0 0,0 1-1 0 0,1-1 1 0 0,5-9-1 0 0,-7 14-19 0 0,1-1 1 0 0,0 1-1 0 0,-1 0 0 0 0,1-1 0 0 0,0 1 0 0 0,-1 0 0 0 0,1 0 0 0 0,0 0 0 0 0,-1 0 1 0 0,1 0-1 0 0,0 0 0 0 0,-1 0 0 0 0,1 0 0 0 0,0 0 0 0 0,-1 0 0 0 0,1 0 0 0 0,0 0 0 0 0,0 0 1 0 0,-1 0-1 0 0,1 1 0 0 0,-1-1 0 0 0,1 0 0 0 0,0 0 0 0 0,-1 1 0 0 0,1-1 0 0 0,0 1 1 0 0,-1-1-1 0 0,2 1 0 0 0,21 17 166 0 0,-16-13-91 0 0,8 7-47 0 0,0 0 0 0 0,-1 1 0 0 0,0 1 0 0 0,-1 1 0 0 0,22 31 0 0 0,-27-34-50 0 0,-1 0 0 0 0,0 0 1 0 0,-1 1-1 0 0,0 0 1 0 0,-1 1-1 0 0,0-1 1 0 0,-1 1-1 0 0,4 27 0 0 0,-8-23 3 0 0,0-17 1 0 0,0-1 1 0 0,0 0-1 0 0,0 1 0 0 0,0-1 1 0 0,0 1-1 0 0,0-1 0 0 0,0 0 0 0 0,0 1 1 0 0,0-1-1 0 0,0 1 0 0 0,0-1 1 0 0,0 0-1 0 0,0 1 0 0 0,0-1 0 0 0,0 1 1 0 0,-1-1-1 0 0,1 0 0 0 0,0 1 1 0 0,0-1-1 0 0,0 0 0 0 0,-1 1 0 0 0,1-1 1 0 0,0 0-1 0 0,0 1 0 0 0,-1-1 1 0 0,1 0-1 0 0,0 1 0 0 0,-1-1 0 0 0,1 0 1 0 0,0 0-1 0 0,-1 0 0 0 0,1 1 1 0 0,0-1-1 0 0,-1 0 0 0 0,0-1-23 0 0,0 1-1 0 0,0-1 1 0 0,0 0-1 0 0,0 0 1 0 0,0 0 0 0 0,1 0-1 0 0,-1 0 1 0 0,0 0-1 0 0,1 0 1 0 0,-1 0 0 0 0,1 0-1 0 0,-1 0 1 0 0,1 0-1 0 0,0-1 1 0 0,-1 1-1 0 0,1 0 1 0 0,0-2 0 0 0,-5-24-320 0 0,5 24 309 0 0,-3-13-10 0 0,1 0 1 0 0,0 0-1 0 0,1 0 0 0 0,1-1 1 0 0,1 1-1 0 0,0 0 0 0 0,1 0 1 0 0,1 0-1 0 0,1 0 0 0 0,6-21 1 0 0,-8 35 38 0 0,-1-1 1 0 0,0 0-1 0 0,1 1 1 0 0,0-1-1 0 0,-1 1 1 0 0,1-1-1 0 0,0 1 1 0 0,0 0 0 0 0,0 0-1 0 0,1 0 1 0 0,-1 0-1 0 0,0 0 1 0 0,1 0-1 0 0,-1 1 1 0 0,5-2-1 0 0,-6 2 4 0 0,0 1-1 0 0,1-1 0 0 0,-1 1 0 0 0,0 0 0 0 0,1-1 1 0 0,-1 1-1 0 0,1 0 0 0 0,-1 0 0 0 0,1 0 0 0 0,-1 0 1 0 0,0 0-1 0 0,1 1 0 0 0,-1-1 0 0 0,1 0 1 0 0,-1 1-1 0 0,0-1 0 0 0,1 1 0 0 0,-1-1 0 0 0,0 1 1 0 0,0 0-1 0 0,1-1 0 0 0,-1 1 0 0 0,0 0 1 0 0,0 0-1 0 0,0 0 0 0 0,0 0 0 0 0,0 0 0 0 0,0 0 1 0 0,0 0-1 0 0,0 0 0 0 0,0 0 0 0 0,-1 1 1 0 0,1-1-1 0 0,0 2 0 0 0,81 148 112 0 0,-81-149-113 0 0,1 1-1 0 0,-1-1 0 0 0,1 0 0 0 0,0 1 1 0 0,0-1-1 0 0,0 0 0 0 0,0 0 0 0 0,0 0 1 0 0,1 0-1 0 0,-1 0 0 0 0,4 2 0 0 0,-5-4 5 0 0,0 1-1 0 0,0-1 0 0 0,0 0 0 0 0,0 0 0 0 0,1 1 0 0 0,-1-1 1 0 0,0 0-1 0 0,0 0 0 0 0,0 0 0 0 0,0 0 0 0 0,0 0 0 0 0,0 0 0 0 0,0 0 1 0 0,0-1-1 0 0,0 1 0 0 0,0 0 0 0 0,0 0 0 0 0,0-1 0 0 0,0 1 0 0 0,0-1 1 0 0,0 1-1 0 0,0-1 0 0 0,0 1 0 0 0,0-1 0 0 0,-1 0 0 0 0,1 1 0 0 0,0-1 1 0 0,0 0-1 0 0,-1 0 0 0 0,1 1 0 0 0,0-1 0 0 0,-1 0 0 0 0,1 0 1 0 0,0-1-1 0 0,36-57 15 0 0,-24 36-19 0 0,1 0-1 0 0,0 2 1 0 0,2 0-1 0 0,29-30 1 0 0,-43 49 2 0 0,0 0 1 0 0,0 0-1 0 0,1 0 0 0 0,-1 0 1 0 0,1 1-1 0 0,-1-1 1 0 0,1 1-1 0 0,-1-1 0 0 0,1 1 1 0 0,0 0-1 0 0,0 0 0 0 0,0 0 1 0 0,0 0-1 0 0,0 1 0 0 0,0-1 1 0 0,0 1-1 0 0,0 0 0 0 0,4 0 1 0 0,-5 1-1 0 0,1-1 1 0 0,-1 1-1 0 0,1 0 1 0 0,-1 0-1 0 0,1 0 1 0 0,-1 1-1 0 0,0-1 1 0 0,0 0-1 0 0,0 1 1 0 0,1 0-1 0 0,-1-1 0 0 0,-1 1 1 0 0,1 0-1 0 0,0 0 1 0 0,0 0-1 0 0,-1 0 1 0 0,1 1-1 0 0,-1-1 1 0 0,0 0-1 0 0,2 5 1 0 0,3 7-133 0 0,-1 0 0 0 0,-1 0 1 0 0,0 1-1 0 0,-1-1 1 0 0,2 30-1 0 0,4 19-368 0 0,-6-54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3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48 259 5789 0 0,'7'-88'788'0'0,"-8"88"-781"0"0,1-1-1 0 0,0 1 1 0 0,0 0 0 0 0,0 0-1 0 0,0 0 1 0 0,0 0-1 0 0,0 0 1 0 0,0 0-1 0 0,0 0 1 0 0,0 0-1 0 0,0-1 1 0 0,0 1 0 0 0,0 0-1 0 0,0 0 1 0 0,0 0-1 0 0,0 0 1 0 0,0 0-1 0 0,0 0 1 0 0,0 0 0 0 0,0-1-1 0 0,0 1 1 0 0,0 0-1 0 0,0 0 1 0 0,0 0-1 0 0,0 0 1 0 0,0 0 0 0 0,0 0-1 0 0,0 0 1 0 0,0-1-1 0 0,0 1 1 0 0,0 0-1 0 0,0 0 1 0 0,0 0 0 0 0,0 0-1 0 0,0 0 1 0 0,0 0-1 0 0,1 0 1 0 0,-1 0-1 0 0,0 0 1 0 0,0-1-1 0 0,0 1 1 0 0,0 0 0 0 0,0 0-1 0 0,0 0 1 0 0,0 0-1 0 0,0 0 1 0 0,1 0-1 0 0,-1 0 1 0 0,0 0 0 0 0,0 0-1 0 0,0 0 1 0 0,0 0-1 0 0,0 0 1 0 0,0 0-1 0 0,0 0 1 0 0,1 0 0 0 0,-1 0-1 0 0,0 0 1 0 0,0 0-1 0 0,0 0 1 0 0,0 0-1 0 0,4 10 114 0 0,1 14-93 0 0,-4-16-7 0 0,31 177-167 0 0,-23-146 112 0 0,2 1 0 0 0,25 59 0 0 0,-26-74 51 0 0,9 18 36 0 0,-28-62-54 0 0,1 0 0 0 0,1-1 1 0 0,0 0-1 0 0,-4-25 1 0 0,-11-31-10 0 0,-2 5-22 0 0,-60-193 357 0 0,83 261-318 0 0,-2-6-9 0 0,1 0-1 0 0,0 0 1 0 0,0 0 0 0 0,1 0-1 0 0,0-10 1 0 0,1 17 3 0 0,0 1 0 0 0,0-1 0 0 0,0 1 0 0 0,1-1 0 0 0,-1 1 0 0 0,0-1 0 0 0,1 1 0 0 0,-1-1 0 0 0,1 1 0 0 0,-1-1 0 0 0,1 1 0 0 0,0 0 0 0 0,0-1 0 0 0,-1 1 0 0 0,1 0 0 0 0,0 0 0 0 0,0-1 1 0 0,0 1-1 0 0,0 0 0 0 0,0 0 0 0 0,1 0 0 0 0,-1 0 0 0 0,0 0 0 0 0,0 1 0 0 0,1-1 0 0 0,-1 0 0 0 0,1 0 0 0 0,-1 1 0 0 0,0-1 0 0 0,1 1 0 0 0,-1 0 0 0 0,1-1 0 0 0,-1 1 0 0 0,1 0 0 0 0,0 0 1 0 0,-1 0-1 0 0,1 0 0 0 0,1 0 0 0 0,8 1 8 0 0,1 0 1 0 0,-1 1-1 0 0,0 0 0 0 0,0 1 1 0 0,0 0-1 0 0,0 0 1 0 0,0 2-1 0 0,-1-1 1 0 0,1 1-1 0 0,-1 1 1 0 0,11 8-1 0 0,-7-5-29 0 0,-2 1 0 0 0,1 0 0 0 0,-1 1 0 0 0,-1 1 0 0 0,0-1 0 0 0,0 2-1 0 0,12 18 1 0 0,-21-26 19 0 0,1-1 1 0 0,-1 1-1 0 0,1 0 0 0 0,-1-1 0 0 0,-1 1 0 0 0,1 0 0 0 0,-1 0 0 0 0,0 0 0 0 0,0 0 0 0 0,0 1 1 0 0,0-1-1 0 0,-1 0 0 0 0,0 0 0 0 0,0 0 0 0 0,-1 0 0 0 0,1 1 0 0 0,-1-1 0 0 0,0 0 0 0 0,-3 7 1 0 0,1-6 1 0 0,0 0 0 0 0,0 1-1 0 0,-1-1 1 0 0,1 0 0 0 0,-2 0 0 0 0,1-1 0 0 0,-1 0 0 0 0,1 1 0 0 0,-1-1 0 0 0,-1-1 0 0 0,1 1 0 0 0,-1-1 0 0 0,-9 6 0 0 0,-4 0-165 0 0,1-1-1 0 0,-29 9 1 0 0,17-6-283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4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75 8229 0 0,'-2'1'62'0'0,"-1"-1"0"0"0,0 1 0 0 0,0-1 0 0 0,1 0 0 0 0,-1 1 0 0 0,0-1 1 0 0,0 0-1 0 0,0-1 0 0 0,1 1 0 0 0,-1 0 0 0 0,0-1 0 0 0,0 0 0 0 0,1 1 0 0 0,-1-1 1 0 0,0 0-1 0 0,1 0 0 0 0,-4-2 0 0 0,57-13 836 0 0,293-32-3445 0 0,-306 44 1702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4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46 5973 0 0,'-67'63'752'0'0,"102"-71"-504"0"0,162-53-324 0 0,-100 31 64 0 0,-71 25-132 0 0,-5 1-40 0 0,-4 4-188 0 0,-6 0 104 0 0</inkml:trace>
  <inkml:trace contextRef="#ctx0" brushRef="#br0" timeOffset="1">39 253 4548 0 0,'74'-19'1807'0'0,"131"-38"-1244"0"0,-175 50-799 0 0,-24 6 70 0 0,-1 0 0 0 0,0 0 1 0 0,1 0-1 0 0,-1 1 0 0 0,0 0 1 0 0,10 1-1 0 0,-6 2-532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4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6157 0 0,'0'0'76'0'0,"4"-4"-100"0"0,2 4 264 0 0,5-2-148 0 0,0 0 24 0 0,2 2 4 0 0,8-2-12 0 0,3-1 8 0 0,4-1-60 0 0,4 1 100 0 0,0-5-260 0 0,7 3 140 0 0,0-3-72 0 0,-1-2-124 0 0,5 4 0 0 0,-4 0-232 0 0,-3 1-272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7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199 233 7357 0 0,'10'-10'112'0'0,"-1"-1"0"0"0,-1 0 0 0 0,1 0 0 0 0,-2-1 0 0 0,0 0 0 0 0,0-1 0 0 0,-1 1 0 0 0,8-26 0 0 0,-11 31 25 0 0,-1 0-1 0 0,0 1 0 0 0,0-1 0 0 0,-1 0 0 0 0,0 0 0 0 0,1-9 1 0 0,-2 14-102 0 0,0 1 0 0 0,0-1 0 0 0,0 0 1 0 0,-1 1-1 0 0,1-1 0 0 0,0 0 1 0 0,0 1-1 0 0,-1-1 0 0 0,1 1 0 0 0,-1-1 1 0 0,0 1-1 0 0,1-1 0 0 0,-1 1 1 0 0,0-1-1 0 0,0 1 0 0 0,0-1 0 0 0,0 1 1 0 0,0 0-1 0 0,0 0 0 0 0,-1-1 0 0 0,1 1 1 0 0,0 0-1 0 0,0 0 0 0 0,-1 0 1 0 0,1 0-1 0 0,-1 1 0 0 0,1-1 0 0 0,-1 0 1 0 0,1 1-1 0 0,-1-1 0 0 0,-1 0 1 0 0,-8-1-33 0 0,1 1 1 0 0,-1 0-1 0 0,1 0 1 0 0,-1 1 0 0 0,1 0-1 0 0,-1 1 1 0 0,-14 3-1 0 0,17-2-9 0 0,0 0-1 0 0,-1 0 0 0 0,1 0 0 0 0,0 1 1 0 0,0 0-1 0 0,1 1 0 0 0,-1 0 0 0 0,1 0 1 0 0,-12 9-1 0 0,16-11 3 0 0,1 1 0 0 0,-1-1 0 0 0,1 1 1 0 0,-1 0-1 0 0,1-1 0 0 0,0 1 0 0 0,0 0 0 0 0,0 0 0 0 0,0 1 1 0 0,0-1-1 0 0,1 0 0 0 0,0 1 0 0 0,-1-1 0 0 0,1 0 0 0 0,0 1 0 0 0,1-1 1 0 0,-1 1-1 0 0,1 0 0 0 0,-1 5 0 0 0,2-4 7 0 0,0 0 0 0 0,0-1 0 0 0,0 1-1 0 0,1 0 1 0 0,0-1 0 0 0,0 1 0 0 0,0-1 0 0 0,0 0-1 0 0,1 1 1 0 0,-1-1 0 0 0,1 0 0 0 0,0-1 0 0 0,1 1-1 0 0,3 4 1 0 0,20 16 0 0 0,1-1 0 0 0,1 0-1 0 0,54 29 1 0 0,-48-31 5 0 0,-2 1-1 0 0,51 43 1 0 0,-80-62-10 0 0,-1 1 1 0 0,1 0 0 0 0,-1 0 0 0 0,1 0 0 0 0,-1 0-1 0 0,-1 0 1 0 0,1 0 0 0 0,0 1 0 0 0,-1-1-1 0 0,2 7 1 0 0,-3-9 1 0 0,-1 0-1 0 0,0 1 1 0 0,1-1-1 0 0,-1 0 1 0 0,0 0-1 0 0,0 0 1 0 0,-1 0-1 0 0,1 0 1 0 0,0 0 0 0 0,-1 0-1 0 0,1 0 1 0 0,-1 0-1 0 0,1 0 1 0 0,-1 0-1 0 0,0-1 1 0 0,0 1-1 0 0,0 0 1 0 0,0 0-1 0 0,0-1 1 0 0,-1 1-1 0 0,1 0 1 0 0,0-1-1 0 0,-1 1 1 0 0,1-1-1 0 0,-1 0 1 0 0,0 1-1 0 0,-3 1 1 0 0,-4 3-9 0 0,-1-1 1 0 0,0 0 0 0 0,-1 0-1 0 0,1-1 1 0 0,-1 0-1 0 0,0-1 1 0 0,-13 3-1 0 0,-6-1-47 0 0,-44 2-1 0 0,-18-6-296 0 0,82-1 208 0 0,1-1 0 0 0,0-1 1 0 0,0 1-1 0 0,0-1 0 0 0,0-1 0 0 0,0 0 0 0 0,-15-7 0 0 0,23 9 60 0 0,-1 0 1 0 0,0 0-1 0 0,1-1 1 0 0,-1 1-1 0 0,0-1 0 0 0,1 1 1 0 0,0-1-1 0 0,-1 1 0 0 0,1-1 1 0 0,0 0-1 0 0,0 0 0 0 0,0 0 1 0 0,0 0-1 0 0,0 1 0 0 0,0-1 1 0 0,1 0-1 0 0,-1 0 1 0 0,1-1-1 0 0,-1 1 0 0 0,1 0 1 0 0,-1-2-1 0 0,3-13-800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8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198 150 5481 0 0,'2'0'39'0'0,"-1"0"1"0"0,1-1 0 0 0,0 1-1 0 0,-1 0 1 0 0,1 0 0 0 0,0-1 0 0 0,-1 1-1 0 0,1-1 1 0 0,-1 0 0 0 0,1 1 0 0 0,0-1-1 0 0,-1 0 1 0 0,0 0 0 0 0,1 0 0 0 0,-1 0-1 0 0,1 0 1 0 0,-1 0 0 0 0,0 0 0 0 0,2-2-1 0 0,-1 0 30 0 0,-1 0 0 0 0,1 0-1 0 0,0 0 1 0 0,-1 0-1 0 0,0 0 1 0 0,0 0-1 0 0,0 0 1 0 0,0 0-1 0 0,1-6 1 0 0,-2 2-57 0 0,1 1 0 0 0,-1-1 1 0 0,0 1-1 0 0,0-1 0 0 0,-1 1 0 0 0,0-1 1 0 0,0 1-1 0 0,0-1 0 0 0,-1 1 1 0 0,-3-7-1 0 0,4 11-15 0 0,1 1 1 0 0,-1 0-1 0 0,0 0 1 0 0,0-1-1 0 0,0 1 1 0 0,1 0-1 0 0,-1 0 1 0 0,0 0-1 0 0,-1 0 1 0 0,1 0-1 0 0,0 0 1 0 0,0 1-1 0 0,0-1 1 0 0,-1 0-1 0 0,1 0 0 0 0,0 1 1 0 0,-1-1-1 0 0,1 1 1 0 0,-3-1-1 0 0,1 0 1 0 0,0 1 0 0 0,0 0-1 0 0,0 0 1 0 0,0 0-1 0 0,0 0 1 0 0,0 0-1 0 0,0 1 1 0 0,-6 1 0 0 0,1 0 0 0 0,0 1 1 0 0,0 1-1 0 0,1-1 0 0 0,-1 1 1 0 0,1 0-1 0 0,-7 6 1 0 0,2 0 41 0 0,1 0 0 0 0,0 0 0 0 0,1 1 0 0 0,0 1 0 0 0,1 0 0 0 0,0 0 0 0 0,1 1 1 0 0,-13 25-1 0 0,18-31-6 0 0,0 0 0 0 0,1 0 0 0 0,0 0 0 0 0,0 0 0 0 0,1 0 0 0 0,0 0 0 0 0,0 0 0 0 0,1 0 0 0 0,0 8 0 0 0,0-10-15 0 0,1 0 1 0 0,0 0-1 0 0,0-1 1 0 0,0 1-1 0 0,1-1 1 0 0,-1 1 0 0 0,1-1-1 0 0,0 0 1 0 0,1 0-1 0 0,-1 0 1 0 0,1 0 0 0 0,-1 0-1 0 0,1 0 1 0 0,7 6-1 0 0,-5-6-11 0 0,0 0-1 0 0,0-1 1 0 0,0 1 0 0 0,0-1-1 0 0,1 0 1 0 0,-1-1-1 0 0,1 0 1 0 0,0 0-1 0 0,0 0 1 0 0,0 0-1 0 0,0-1 1 0 0,0 0-1 0 0,0 0 1 0 0,0-1-1 0 0,0 1 1 0 0,0-1 0 0 0,9-2-1 0 0,-11 2-4 0 0,1 0 0 0 0,-1-1 0 0 0,0 0 0 0 0,0 0 0 0 0,0 0 0 0 0,-1 0 0 0 0,1-1 0 0 0,0 1 0 0 0,0-1 0 0 0,-1 0 0 0 0,1 0 0 0 0,-1-1 0 0 0,1 1 0 0 0,-1-1 0 0 0,0 1 0 0 0,0-1 0 0 0,0 0 0 0 0,-1 0 0 0 0,1-1 0 0 0,-1 1 0 0 0,1 0 0 0 0,-1-1 0 0 0,0 1-1 0 0,0-1 1 0 0,-1 0 0 0 0,3-5 0 0 0,8-58 8 0 0,-8 43-28 0 0,11-41 0 0 0,-14 64 12 0 0,-1 0 1 0 0,0 0-1 0 0,0 0 0 0 0,0 0 0 0 0,0 0 1 0 0,1 0-1 0 0,-1 0 0 0 0,0 0 0 0 0,1 1 1 0 0,-1-1-1 0 0,1 0 0 0 0,-1 0 0 0 0,1 0 1 0 0,-1 1-1 0 0,1-1 0 0 0,-1 0 0 0 0,1 1 0 0 0,0-1 1 0 0,0 0-1 0 0,-1 1 0 0 0,1-1 0 0 0,0 1 1 0 0,0-1-1 0 0,0 1 0 0 0,-1-1 0 0 0,1 1 1 0 0,0 0-1 0 0,0-1 0 0 0,0 1 0 0 0,1 0 1 0 0,-1 0-11 0 0,0 1-1 0 0,0 0 1 0 0,0 0 0 0 0,0 0 0 0 0,0-1 0 0 0,0 1 0 0 0,0 0-1 0 0,0 0 1 0 0,0 0 0 0 0,-1 0 0 0 0,1 1 0 0 0,0-1 0 0 0,-1 0 0 0 0,1 0-1 0 0,-1 0 1 0 0,1 0 0 0 0,-1 1 0 0 0,0-1 0 0 0,1 0 0 0 0,-1 0 0 0 0,0 2-1 0 0,7 51-534 0 0,2 8-1018 0 0,-7-57 1075 0 0,0 2-199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8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4372 0 0,'0'-14'178'0'0,"0"0"0"0"0,1 0 0 0 0,1 0 0 0 0,0 0-1 0 0,4-14 1 0 0,-6 28-163 0 0,0 0-1 0 0,0 0 0 0 0,0 0 1 0 0,0-1-1 0 0,0 1 0 0 0,0 0 1 0 0,0 0-1 0 0,0-1 0 0 0,0 1 1 0 0,1 0-1 0 0,-1 0 1 0 0,0 0-1 0 0,0-1 0 0 0,0 1 1 0 0,0 0-1 0 0,0 0 0 0 0,0 0 1 0 0,1 0-1 0 0,-1-1 0 0 0,0 1 1 0 0,0 0-1 0 0,0 0 1 0 0,1 0-1 0 0,-1 0 0 0 0,0 0 1 0 0,0 0-1 0 0,0 0 0 0 0,1-1 1 0 0,-1 1-1 0 0,0 0 1 0 0,0 0-1 0 0,0 0 0 0 0,1 0 1 0 0,-1 0-1 0 0,0 0 0 0 0,0 0 1 0 0,1 0-1 0 0,-1 0 0 0 0,0 0 1 0 0,8 8 200 0 0,2 14-144 0 0,14 89 351 0 0,-18-77-313 0 0,1-2 1 0 0,1 1 0 0 0,17 40 0 0 0,-24-71-107 0 0,-1-1 1 0 0,1 1-1 0 0,0-1 1 0 0,-1 1-1 0 0,1-1 1 0 0,0 0-1 0 0,0 1 1 0 0,0-1-1 0 0,0 0 1 0 0,1 1-1 0 0,-1-1 1 0 0,0 0-1 0 0,0 0 1 0 0,1 0-1 0 0,-1 0 1 0 0,0 0-1 0 0,1-1 1 0 0,1 2-1 0 0,-2-2 0 0 0,0 0-1 0 0,0 0 1 0 0,0 0 0 0 0,0-1-1 0 0,0 1 1 0 0,0 0-1 0 0,0-1 1 0 0,-1 1 0 0 0,1 0-1 0 0,0-1 1 0 0,0 1-1 0 0,0-1 1 0 0,-1 1 0 0 0,1-1-1 0 0,0 1 1 0 0,0-1-1 0 0,-1 0 1 0 0,1 1-1 0 0,-1-1 1 0 0,1 0 0 0 0,0 0-1 0 0,-1 1 1 0 0,1-1-1 0 0,-1 0 1 0 0,0 0 0 0 0,1 0-1 0 0,-1 0 1 0 0,0 0-1 0 0,1 1 1 0 0,-1-1 0 0 0,0 0-1 0 0,0 0 1 0 0,0-1-1 0 0,10-28 22 0 0,-6 20-17 0 0,0-1-1 0 0,-1 1 1 0 0,3-15-1 0 0,9-144 19 0 0,-15 161-23 0 0,0 4-4 0 0,-1-1 0 0 0,1 1 0 0 0,1-1 0 0 0,-1 1 0 0 0,1 0 0 0 0,0-1 0 0 0,0 1 1 0 0,0 0-1 0 0,0-1 0 0 0,4-5 0 0 0,-5 10-16 0 0,1-1 0 0 0,-1 1 0 0 0,1 0 0 0 0,-1 0 0 0 0,0 0 0 0 0,1 0 1 0 0,-1 0-1 0 0,1 0 0 0 0,-1 0 0 0 0,1 0 0 0 0,-1 0 0 0 0,0 0 0 0 0,1 0 1 0 0,-1 0-1 0 0,1 1 0 0 0,-1-1 0 0 0,0 0 0 0 0,1 0 0 0 0,-1 0 0 0 0,1 0 0 0 0,-1 1 1 0 0,0-1-1 0 0,1 0 0 0 0,-1 0 0 0 0,0 1 0 0 0,1-1 0 0 0,-1 0 0 0 0,0 1 1 0 0,0-1-1 0 0,1 0 0 0 0,-1 1 0 0 0,0-1 0 0 0,0 1 0 0 0,0-1 0 0 0,1 0 0 0 0,-1 1 1 0 0,0-1-1 0 0,0 1 0 0 0,0-1 0 0 0,0 0 0 0 0,0 1 0 0 0,0-1 0 0 0,0 1 1 0 0,9 25-326 0 0,-7-21 267 0 0,-1 0 56 0 0,2 6-226 0 0,1 0 0 0 0,0 0 0 0 0,1 0 0 0 0,10 18 0 0 0,-13-27 166 0 0,0 1-1 0 0,0 0 1 0 0,1-1-1 0 0,-1 1 1 0 0,0-1-1 0 0,1 0 1 0 0,0 0-1 0 0,-1 0 1 0 0,1 0-1 0 0,0 0 1 0 0,0-1-1 0 0,0 1 1 0 0,0-1-1 0 0,0 0 1 0 0,0 1-1 0 0,1-2 1 0 0,-1 1 0 0 0,0 0-1 0 0,1-1 1 0 0,-1 1-1 0 0,5-1 1 0 0,-6 0 119 0 0,0 0 0 0 0,0-1 0 0 0,-1 1 0 0 0,1 0-1 0 0,0-1 1 0 0,-1 1 0 0 0,1-1 0 0 0,-1 0 0 0 0,1 0 0 0 0,-1 1 0 0 0,1-1 0 0 0,-1 0 0 0 0,1 0 0 0 0,-1 0 0 0 0,0 0 0 0 0,0-1 0 0 0,1 1 0 0 0,-1 0 0 0 0,0 0 0 0 0,0-1 0 0 0,0 1 0 0 0,0-1 0 0 0,-1 1 0 0 0,2-3 0 0 0,6-8 1331 0 0,-8 12-1345 0 0,1-1 1 0 0,-1 1-1 0 0,1 0 1 0 0,0-1 0 0 0,-1 1-1 0 0,1 0 1 0 0,0 0-1 0 0,-1 0 1 0 0,1-1-1 0 0,0 1 1 0 0,-1 0-1 0 0,1 0 1 0 0,0 0 0 0 0,-1 0-1 0 0,1 0 1 0 0,0 0-1 0 0,-1 0 1 0 0,1 0-1 0 0,0 0 1 0 0,-1 1-1 0 0,1-1 1 0 0,0 0-1 0 0,-1 0 1 0 0,1 0 0 0 0,0 1-1 0 0,9 1-54 0 0,-10-2 51 0 0,19-9 22 0 0,-15 7-42 0 0,0 1 0 0 0,1-1 0 0 0,-1 0 0 0 0,0 0-1 0 0,0 0 1 0 0,0-1 0 0 0,-1 1 0 0 0,1-1 0 0 0,-1 0-1 0 0,1 0 1 0 0,-1 0 0 0 0,0 0 0 0 0,4-6 0 0 0,-5 7 11 0 0,0-1 0 0 0,0 0 0 0 0,0 0 0 0 0,0 0 0 0 0,0-1 1 0 0,-1 1-1 0 0,1 0 0 0 0,-1-1 0 0 0,0 1 0 0 0,0 0 0 0 0,0-1 0 0 0,-1 0 0 0 0,1 1 1 0 0,-1-1-1 0 0,0 1 0 0 0,0-7 0 0 0,-1 7 14 0 0,-1 1 1 0 0,1-1-1 0 0,-1 0 1 0 0,1 1-1 0 0,-1 0 1 0 0,0-1-1 0 0,0 1 1 0 0,0 0-1 0 0,0 0 1 0 0,-1 0-1 0 0,1 0 1 0 0,-1 0-1 0 0,-3-2 1 0 0,-10-8 54 0 0,-27-35 24 0 0,30 97 494 0 0,11-31-451 0 0,0-1-1 0 0,1 0 1 0 0,1 0-1 0 0,1 1 0 0 0,0-1 1 0 0,2 0-1 0 0,0 0 1 0 0,1 0-1 0 0,0 0 0 0 0,2-1 1 0 0,0 0-1 0 0,1 0 1 0 0,0 0-1 0 0,20 30 1 0 0,-23-41-219 0 0,1-1 0 0 0,-1 1 0 0 0,1-1 0 0 0,0-1 0 0 0,0 1 0 0 0,0 0 0 0 0,1-1 0 0 0,0 0 0 0 0,0-1 0 0 0,0 1 0 0 0,0-1 0 0 0,0 0 0 0 0,1-1 0 0 0,-1 1 0 0 0,1-1 0 0 0,0 0 0 0 0,8 0 0 0 0,1 1-737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9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5 289 6313 0 0,'-4'0'800'0'0,"18"0"-359"0"0,27 0-48 0 0,406-63 479 0 0,-214 26-692 0 0,-76 15-130 0 0,340-62-49 0 0,-483 81-23 0 0,0 0-34 0 0,0 0-1 0 0,0 0 1 0 0,-1-2-1 0 0,0 0 1 0 0,0 0 0 0 0,0-1-1 0 0,16-10 1 0 0,-29 15 22 0 0,1 1 0 0 0,-1 0-1 0 0,1-1 1 0 0,0 1 0 0 0,-1-1 0 0 0,0 1 0 0 0,1-1 0 0 0,-1 1 0 0 0,1-1 0 0 0,-1 1-1 0 0,0-1 1 0 0,1 0 0 0 0,-1 1 0 0 0,0-1 0 0 0,0 1 0 0 0,1-1 0 0 0,-1 0 0 0 0,0 1 0 0 0,0-1-1 0 0,0 0 1 0 0,0 1 0 0 0,0-1 0 0 0,0 0 0 0 0,0 1 0 0 0,0-1 0 0 0,0 0 0 0 0,0 1-1 0 0,0-1 1 0 0,0 0 0 0 0,0 1 0 0 0,-1-1 0 0 0,1 0 0 0 0,0 1 0 0 0,-1-1 0 0 0,1 1 0 0 0,0-1-1 0 0,-1 1 1 0 0,1-1 0 0 0,0 0 0 0 0,-1 1 0 0 0,1 0 0 0 0,-1-1 0 0 0,1 1 0 0 0,-1-1-1 0 0,1 1 1 0 0,-1-1 0 0 0,0 1 0 0 0,1 0 0 0 0,-1 0 0 0 0,1-1 0 0 0,-2 1 0 0 0,-8-6-712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9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16 6157 0 0,'-1'0'17'0'0,"1"0"0"0"0,-1 0-1 0 0,1-1 1 0 0,0 1 0 0 0,-1 0 0 0 0,1-1 0 0 0,-1 1 0 0 0,1 0 0 0 0,0-1 0 0 0,-1 1 0 0 0,1-1 0 0 0,0 1 0 0 0,-1 0 0 0 0,1-1 0 0 0,0 1 0 0 0,0-1 0 0 0,0 1 0 0 0,-1-1 0 0 0,1 1 0 0 0,0-2 0 0 0,0 2 5 0 0,0 0-1 0 0,0 0 1 0 0,0 0-1 0 0,0-1 1 0 0,0 1-1 0 0,0 0 1 0 0,0 0-1 0 0,-1 0 1 0 0,1 0-1 0 0,0-1 1 0 0,0 1 0 0 0,0 0-1 0 0,0 0 1 0 0,1 0-1 0 0,-1-1 1 0 0,0 1-1 0 0,0 0 1 0 0,0 0-1 0 0,0 0 1 0 0,0 0-1 0 0,0-1 1 0 0,0 1-1 0 0,0 0 1 0 0,0 0 0 0 0,0 0-1 0 0,0 0 1 0 0,1-1-1 0 0,-1 1 1 0 0,0 0-1 0 0,0 0 1 0 0,0 0-1 0 0,0 0 1 0 0,0 0-1 0 0,1 0 1 0 0,-1-1 0 0 0,0 1-1 0 0,0 0 1 0 0,0 0-1 0 0,0 0 1 0 0,1 0-1 0 0,-1 0 1 0 0,0 0-1 0 0,0 0 1 0 0,0 0-1 0 0,1 0 1 0 0,-1 0-1 0 0,0 0 1 0 0,0 0 0 0 0,0 0-1 0 0,0 0 1 0 0,1 0-1 0 0,-1 0 1 0 0,0 0-1 0 0,0 0 1 0 0,0 0-1 0 0,1 0 1 0 0,-1 0-1 0 0,0 1 1 0 0,0-1-1 0 0,0 0 1 0 0,0 0 0 0 0,1 0-1 0 0,-1 0 1 0 0,0 0-1 0 0,0 0 1 0 0,25 5 566 0 0,161 59-478 0 0,-180-62-111 0 0,-1 1 0 0 0,0-1 1 0 0,1 1-1 0 0,-1 0 0 0 0,0 1 1 0 0,0-1-1 0 0,0 1 0 0 0,-1 0 0 0 0,1 0 1 0 0,-1 0-1 0 0,0 1 0 0 0,0-1 1 0 0,5 10-1 0 0,-7-9 3 0 0,1 1-1 0 0,-1 0 1 0 0,0 0 0 0 0,-1 0-1 0 0,1 0 1 0 0,-1 0-1 0 0,0 0 1 0 0,-1 0 0 0 0,1 11-1 0 0,-2-10 10 0 0,0 0 0 0 0,0 1 0 0 0,-1-1-1 0 0,0 0 1 0 0,0 0 0 0 0,0 0-1 0 0,-1 0 1 0 0,0 0 0 0 0,0-1-1 0 0,-1 1 1 0 0,0-1 0 0 0,0 0-1 0 0,-7 8 1 0 0,-4 3-328 0 0,0-2 0 0 0,-1 0 0 0 0,-21 16 0 0 0,26-21-383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92 6753 0 0,'-4'-3'53'0'0,"1"-1"0"0"0,0 1 0 0 0,0-1 0 0 0,1 1 0 0 0,-1-1 0 0 0,1 0 0 0 0,0 0 0 0 0,0 0 0 0 0,0 0 0 0 0,-1-5 0 0 0,1 4 43 0 0,-3-4 203 0 0,-5-8 352 0 0,10 17-619 0 0,-1-1 0 0 0,1 1 1 0 0,0 0-1 0 0,0-1 0 0 0,0 1 1 0 0,-1 0-1 0 0,1-1 0 0 0,0 1 0 0 0,0-1 1 0 0,0 1-1 0 0,0 0 0 0 0,0-1 1 0 0,0 1-1 0 0,0-1 0 0 0,0 1 1 0 0,0-1-1 0 0,0 1 0 0 0,0 0 0 0 0,0-1 1 0 0,0 1-1 0 0,0-1 0 0 0,0 1 1 0 0,1 0-1 0 0,-1-1 0 0 0,0 1 0 0 0,0 0 1 0 0,0-1-1 0 0,1 1 0 0 0,-1-1 1 0 0,0 1-1 0 0,21 18 313 0 0,-12-7-347 0 0,-1 0 0 0 0,0 1 0 0 0,0 0 0 0 0,-1 0 0 0 0,6 16 0 0 0,24 69 52 0 0,-29-75-39 0 0,35 112 40 0 0,-43-133-47 0 0,0-1-1 0 0,0 1 1 0 0,0 0 0 0 0,0-1-1 0 0,0 1 1 0 0,0-1-1 0 0,0 1 1 0 0,1-1 0 0 0,-1 1-1 0 0,0 0 1 0 0,0-1-1 0 0,1 1 1 0 0,-1-1-1 0 0,0 1 1 0 0,1-1 0 0 0,-1 1-1 0 0,1-1 1 0 0,-1 0-1 0 0,1 1 1 0 0,-1-1 0 0 0,0 1-1 0 0,1-1 1 0 0,-1 0-1 0 0,1 1 1 0 0,0-1 0 0 0,-1 0-1 0 0,1 0 1 0 0,-1 0-1 0 0,1 1 1 0 0,-1-1 0 0 0,2 0-1 0 0,-1 0 5 0 0,0-1-1 0 0,0 1 1 0 0,1-1 0 0 0,-1 1-1 0 0,0-1 1 0 0,0 1 0 0 0,0-1-1 0 0,0 0 1 0 0,0 1 0 0 0,0-1-1 0 0,0 0 1 0 0,0 0 0 0 0,1-2-1 0 0,3-3 19 0 0,0 0-1 0 0,0-1 0 0 0,6-12 1 0 0,2-14-30 0 0,-2 0 1 0 0,14-60-1 0 0,-15 51-4 0 0,16-45 0 0 0,-22 77-17 0 0,5-16-259 0 0,-11 31-319 0 0,2-5 546 0 0,-1 1 0 0 0,1 0 0 0 0,-1 0 1 0 0,1-1-1 0 0,-1 1 0 0 0,1 0 1 0 0,0 0-1 0 0,0 0 0 0 0,0 0 1 0 0,-1-1-1 0 0,1 1 0 0 0,0 0 1 0 0,0 0-1 0 0,0 0 0 0 0,0 1 0 0 0,13 56-2990 0 0,-9-50 2401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0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844 204 3724 0 0,'-20'-44'213'0'0,"17"36"-110"0"0,-1-1 0 0 0,1 1 0 0 0,-2-1 0 0 0,1 1 0 0 0,-1 0 0 0 0,-9-10 0 0 0,6 9 59 0 0,-2 0 1 0 0,1 0-1 0 0,-1 1 1 0 0,0 0-1 0 0,-1 0 1 0 0,0 1-1 0 0,-22-10 1 0 0,25 14-125 0 0,0 0 0 0 0,-1 0 0 0 0,1 1 0 0 0,-1 0 0 0 0,0 0 0 0 0,0 1 0 0 0,0 0 0 0 0,0 1 0 0 0,0 0 0 0 0,0 0 0 0 0,1 1 1 0 0,-12 2-1 0 0,-15 5 29 0 0,1 1 1 0 0,-1 2 0 0 0,1 2-1 0 0,1 1 1 0 0,0 1 0 0 0,1 1-1 0 0,1 3 1 0 0,1 0 0 0 0,-44 37-1 0 0,56-41 9 0 0,2 1 0 0 0,0 0 0 0 0,1 1 0 0 0,0 1-1 0 0,2 1 1 0 0,0 0 0 0 0,1 0 0 0 0,1 1 0 0 0,0 1-1 0 0,2 0 1 0 0,1 0 0 0 0,0 1 0 0 0,2 0 0 0 0,0 0 0 0 0,2 1-1 0 0,-3 23 1 0 0,7-31 21 0 0,-1 1 0 0 0,2-1-1 0 0,0 0 1 0 0,1 0 0 0 0,0 1 0 0 0,2-2 0 0 0,-1 1-1 0 0,2 0 1 0 0,0-1 0 0 0,1 1 0 0 0,0-2-1 0 0,1 1 1 0 0,0-1 0 0 0,18 24 0 0 0,-11-21-28 0 0,0 1 1 0 0,1-2 0 0 0,1 0-1 0 0,0-1 1 0 0,1-1 0 0 0,0 0 0 0 0,1-2-1 0 0,1 0 1 0 0,0 0 0 0 0,20 7-1 0 0,-7-5-36 0 0,0-2-1 0 0,1-1 0 0 0,1-1 0 0 0,-1-2 1 0 0,51 5-1 0 0,-63-11-101 0 0,-1 0 0 0 0,1-2-1 0 0,-1 0 1 0 0,0-1 0 0 0,1-2 0 0 0,-1 0 0 0 0,0-1 0 0 0,-1 0 0 0 0,1-2 0 0 0,29-14 0 0 0,-28 9-152 0 0,0-1 0 0 0,-1-1 1 0 0,0 0-1 0 0,-1-2 0 0 0,0 0 1 0 0,-2-1-1 0 0,0-1 0 0 0,-1 0 1 0 0,0-2-1 0 0,-2 1 0 0 0,0-2 1 0 0,13-27-1 0 0,-16 24 116 0 0,0 0-1 0 0,-2-1 1 0 0,0 0 0 0 0,-2-1 0 0 0,-1 0 0 0 0,-1 0 0 0 0,-1 0-1 0 0,-1-1 1 0 0,-2 0 0 0 0,0 1 0 0 0,-4-33 0 0 0,0 33 120 0 0,0 0 0 0 0,-2 1 0 0 0,-1-1 0 0 0,-14-39 0 0 0,18 59-6 0 0,-1-1 0 0 0,0 1 1 0 0,0 0-1 0 0,-1 0 0 0 0,1 0 0 0 0,-1 0 1 0 0,0 1-1 0 0,-1 0 0 0 0,0 0 1 0 0,0 0-1 0 0,0 0 0 0 0,0 1 0 0 0,0-1 1 0 0,-1 2-1 0 0,0-1 0 0 0,0 0 1 0 0,0 1-1 0 0,0 0 0 0 0,-1 1 0 0 0,1-1 1 0 0,-1 1-1 0 0,-9-1 0 0 0,-12-1-38 0 0,0 1-1 0 0,0 2 1 0 0,0 1-1 0 0,0 1 1 0 0,-50 9 0 0 0,70-8 22 0 0,0 0 0 0 0,0 1 0 0 0,0-1 0 0 0,0 2 0 0 0,0-1 0 0 0,-10 8 0 0 0,14-9-47 0 0,1 0 1 0 0,0 1-1 0 0,-1 0 1 0 0,1-1-1 0 0,1 1 1 0 0,-1 0-1 0 0,0 1 1 0 0,1-1-1 0 0,-1 0 1 0 0,1 1-1 0 0,0-1 1 0 0,0 1-1 0 0,1 0 1 0 0,-1 0-1 0 0,-1 4 1 0 0,-1 15-361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0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8 203 4996 0 0,'-8'-1'270'0'0,"13"-1"279"0"0,15-2-101 0 0,776-103-260 0 0,-765 101-178 0 0,23-3 39 0 0,78-24 0 0 0,-125 31-52 0 0,-4 1-6 0 0,-1 1 0 0 0,0-1-1 0 0,0 0 1 0 0,1 0 0 0 0,-1 1 0 0 0,0-1 0 0 0,0-1 0 0 0,0 1 0 0 0,0 0-1 0 0,0 0 1 0 0,0-1 0 0 0,0 1 0 0 0,2-4 0 0 0,-3 4-17 0 0,-1 1 0 0 0,0-1 0 0 0,0 1 0 0 0,0-1-1 0 0,0 1 1 0 0,0-1 0 0 0,0 1 0 0 0,0-1 0 0 0,0 1 0 0 0,0-1 0 0 0,0 1 0 0 0,0-1 0 0 0,-1 1 0 0 0,1-1 0 0 0,0 1-1 0 0,0-1 1 0 0,0 1 0 0 0,-1-1 0 0 0,1 1 0 0 0,0 0 0 0 0,0-1 0 0 0,-1 1 0 0 0,1-1 0 0 0,0 1 0 0 0,-1 0 0 0 0,1-1-1 0 0,-1 1 1 0 0,1 0 0 0 0,0-1 0 0 0,-1 1 0 0 0,1 0 0 0 0,-1 0 0 0 0,1 0 0 0 0,-1-1 0 0 0,1 1 0 0 0,-1 0 0 0 0,0 0-1 0 0,-11-6-521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1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6 6001 0 0,'0'0'4'0'0,"0"1"1"0"0,0-1 0 0 0,0 0 0 0 0,-1 0-1 0 0,1 0 1 0 0,0 0 0 0 0,0 1 0 0 0,-1-1 0 0 0,1 0-1 0 0,0 0 1 0 0,0 0 0 0 0,-1 0 0 0 0,1 0 0 0 0,0 0-1 0 0,0 0 1 0 0,-1 0 0 0 0,1 0 0 0 0,0 0 0 0 0,-1 0-1 0 0,1 0 1 0 0,0 0 0 0 0,0 0 0 0 0,-1 0-1 0 0,1 0 1 0 0,0 0 0 0 0,0 0 0 0 0,-1-1 0 0 0,1 1-1 0 0,0 0 1 0 0,0 0 0 0 0,-1 0 0 0 0,1 0 0 0 0,0 0-1 0 0,0-1 1 0 0,0 1 0 0 0,-1 0 0 0 0,1 0 0 0 0,0 0-1 0 0,0-1 1 0 0,0 1 0 0 0,0 0 0 0 0,-1 0-1 0 0,1-1 1 0 0,0 1 0 0 0,0 0 0 0 0,0 0 0 0 0,0-1-1 0 0,0 1 1 0 0,0 0 0 0 0,0 0 0 0 0,0-1 0 0 0,0 1-1 0 0,0 0 1 0 0,0-1 0 0 0,28 11 863 0 0,-5 2-567 0 0,35 15 1 0 0,8 4 55 0 0,-51-23-314 0 0,-1 1 0 0 0,0 0 0 0 0,0 1-1 0 0,-1 1 1 0 0,-1 0 0 0 0,0 1 0 0 0,0 0 0 0 0,13 19 0 0 0,-22-27-44 0 0,0 0 1 0 0,0 1-1 0 0,-1-1 1 0 0,1 1-1 0 0,-1 0 1 0 0,0 0-1 0 0,0 0 1 0 0,-1 0-1 0 0,1 0 1 0 0,-1 0 0 0 0,0 0-1 0 0,-1 0 1 0 0,1 1-1 0 0,-1-1 1 0 0,0 0-1 0 0,0 0 1 0 0,-1 1-1 0 0,1-1 1 0 0,-1 0-1 0 0,0 0 1 0 0,-1 0 0 0 0,1 0-1 0 0,-1 0 1 0 0,0 0-1 0 0,0 0 1 0 0,-1 0-1 0 0,1-1 1 0 0,-1 1-1 0 0,0-1 1 0 0,-4 4-1 0 0,1-1-147 0 0,-1 0 0 0 0,0 0 0 0 0,0-1 0 0 0,-1 0-1 0 0,0 0 1 0 0,-16 8 0 0 0,-9 4-521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2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5116 0 0,'6'-6'29'0'0,"-6"6"-19"0"0,0-1 0 0 0,0 0-1 0 0,1 1 1 0 0,-1-1 0 0 0,0 1-1 0 0,1-1 1 0 0,-1 1 0 0 0,0 0-1 0 0,1-1 1 0 0,-1 1 0 0 0,1-1-1 0 0,-1 1 1 0 0,0 0 0 0 0,1-1-1 0 0,-1 1 1 0 0,1 0 0 0 0,0-1-1 0 0,-1 1 1 0 0,1 0 0 0 0,-1 0-1 0 0,1 0 1 0 0,-1 0 0 0 0,1-1-1 0 0,-1 1 1 0 0,1 0-1 0 0,0 0 1 0 0,-1 0 0 0 0,1 0-1 0 0,-1 0 1 0 0,1 0 0 0 0,0 0-1 0 0,-1 1 1 0 0,1-1 0 0 0,-1 0-1 0 0,1 0 1 0 0,-1 0 0 0 0,1 1-1 0 0,-1-1 1 0 0,1 0 0 0 0,-1 0-1 0 0,1 1 1 0 0,-1-1 0 0 0,1 0-1 0 0,-1 1 1 0 0,1-1 0 0 0,-1 1-1 0 0,0-1 1 0 0,1 1 0 0 0,-1-1-1 0 0,1 0 1 0 0,-1 1 0 0 0,0-1-1 0 0,0 1 1 0 0,1 0 0 0 0,-1-1-1 0 0,0 2 1 0 0,9 13 114 0 0,-1 1-1 0 0,0 0 1 0 0,-1 1 0 0 0,-1 0-1 0 0,-1 0 1 0 0,0 0 0 0 0,2 22-1 0 0,2 21 120 0 0,-3 0 0 0 0,-1 100 0 0 0,-23 123 277 0 0,0 16-199 0 0,18-183-305 0 0,20 141 0 0 0,-9-181-5 0 0,3-1 0 0 0,46 139 1 0 0,-45-167-8 0 0,-7-22 5 0 0,1 0 0 0 0,13 27 0 0 0,-18-45-1 0 0,-4-11-16 0 0,0 3 8 0 0,0 0 0 0 0,0-1-1 0 0,0 1 1 0 0,0 0-1 0 0,0-1 1 0 0,0 1-1 0 0,0 0 1 0 0,0-1 0 0 0,0 1-1 0 0,1-1 1 0 0,-1 1-1 0 0,0 0 1 0 0,1 0 0 0 0,0-3-1 0 0,3 1 0 0 0,0-1-1 0 0,0 0 1 0 0,0 1-1 0 0,1 0 1 0 0,-1 0-1 0 0,1 0 1 0 0,-1 0-1 0 0,1 1 1 0 0,0 0-1 0 0,8-3 1 0 0,56-12 14 0 0,-53 13-9 0 0,318-54-708 0 0,-10 3-106 0 0,-183 25 244 0 0,-77 19 184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92 295 4252 0 0,'-18'-11'41'0'0,"11"8"12"0"0,0 0 1 0 0,1-1-1 0 0,-1 0 0 0 0,1-1 0 0 0,0 1 1 0 0,0-1-1 0 0,0 0 0 0 0,1-1 1 0 0,-9-10-1 0 0,14 16-41 0 0,-1-1 0 0 0,1 0 1 0 0,0 0-1 0 0,-1 1 0 0 0,1-1 1 0 0,0 0-1 0 0,-1 0 0 0 0,1 0 1 0 0,0 0-1 0 0,0 1 0 0 0,0-1 1 0 0,-1 0-1 0 0,1 0 0 0 0,0 0 1 0 0,0 0-1 0 0,0 0 0 0 0,1 1 1 0 0,-1-1-1 0 0,0 0 0 0 0,0 0 1 0 0,0 0-1 0 0,1 0 0 0 0,-1 1 1 0 0,0-1-1 0 0,1 0 0 0 0,-1 0 1 0 0,1 0-1 0 0,-1 1 0 0 0,1-1 1 0 0,-1 0-1 0 0,1 1 0 0 0,-1-1 0 0 0,1 0 1 0 0,0 1-1 0 0,-1-1 0 0 0,1 1 1 0 0,0-1-1 0 0,-1 1 0 0 0,1 0 1 0 0,0-1-1 0 0,0 1 0 0 0,0 0 1 0 0,0-1-1 0 0,6-2 53 0 0,1 1-1 0 0,-1-1 1 0 0,16-2 0 0 0,-16 4-48 0 0,92-14 2 0 0,169-5 0 0 0,-159 15-38 0 0,529-24-16 0 0,-7 0 218 0 0,-2-20-105 0 0,-518 36 13 0 0,114-10 458 0 0,-225 23-535 0 0,1 0 0 0 0,-1 1 0 0 0,0-1 1 0 0,0 0-1 0 0,0 1 0 0 0,0-1 0 0 0,1 0 0 0 0,-1 1 0 0 0,0-1 0 0 0,0 0 0 0 0,0 1 0 0 0,0-1 0 0 0,0 0 0 0 0,0 1 0 0 0,0-1 0 0 0,0 1 0 0 0,0-1 0 0 0,0 0 1 0 0,0 1-1 0 0,0-1 0 0 0,0 0 0 0 0,0 1 0 0 0,-1-1 0 0 0,1 0 0 0 0,0 1 0 0 0,0-1 0 0 0,0 0 0 0 0,0 1 0 0 0,-1-1 0 0 0,1 0 0 0 0,0 0 0 0 0,0 1 0 0 0,-1-1 1 0 0,1 1-1 0 0,-14 24 13 0 0,1 0-111 0 0,6-5 106 0 0,0 0-1 0 0,2 1 1 0 0,0 0-1 0 0,1 1 0 0 0,-1 41 1 0 0,9 110 181 0 0,-3-157-168 0 0,21 408 742 0 0,25 244-530 0 0,-26-423-182 0 0,-10-143-23 0 0,-5-52-15 0 0,-1-1 1 0 0,-3 1-1 0 0,-5 67 1 0 0,2-113-27 0 0,-8 48 65 0 0,9-49-62 0 0,-1 0 1 0 0,0-1 0 0 0,0 1 0 0 0,0 0 0 0 0,0-1-1 0 0,0 1 1 0 0,-1-1 0 0 0,1 1 0 0 0,-1-1-1 0 0,1 0 1 0 0,-1 0 0 0 0,0 0 0 0 0,0 0 0 0 0,0 0-1 0 0,-4 3 1 0 0,5-4-2 0 0,-1-1 0 0 0,1 0 0 0 0,0 0 0 0 0,-1 0 0 0 0,1 0 0 0 0,-1 0 0 0 0,1 0 0 0 0,0 0 0 0 0,-1 0 0 0 0,1 0 0 0 0,0-1 0 0 0,-1 1 0 0 0,1 0 0 0 0,0-1 0 0 0,0 0 1 0 0,-1 1-1 0 0,1-1 0 0 0,0 1 0 0 0,0-1 0 0 0,0 0 0 0 0,0 0 0 0 0,0 0 0 0 0,0 0 0 0 0,0 0 0 0 0,-1-1 0 0 0,-23-28 29 0 0,5-2-41 0 0,14 23-2 0 0,1 0-1 0 0,-1 0 1 0 0,-11-12-1 0 0,14 18 1 0 0,0 0 0 0 0,0 1 0 0 0,0 0 0 0 0,0-1-1 0 0,-1 1 1 0 0,1 0 0 0 0,-1 0 0 0 0,1 1 0 0 0,-1-1-1 0 0,0 1 1 0 0,1 0 0 0 0,-1 0 0 0 0,-6-1-1 0 0,-95-8-372 0 0,-110 4 0 0 0,-33-2-196 0 0,-20-21-619 0 0,198 22 688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3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4192 0 0,'51'32'756'0'0,"72"34"85"0"0,192 71-1 0 0,-278-122-706 0 0,107 41 151 0 0,2-6 0 0 0,2-7 0 0 0,2-7 0 0 0,224 27 0 0 0,-364-62-262 0 0,172 14 309 0 0,-135-13-229 0 0,89-8 0 0 0,-112 3-89 0 0,0-2-1 0 0,0 0 1 0 0,0-1-1 0 0,-1-2 1 0 0,28-12-1 0 0,-34 12-18 0 0,0-1-1 0 0,-1-1 1 0 0,-1-1-1 0 0,0 0 1 0 0,0 0-1 0 0,-1-2 1 0 0,23-25-1 0 0,-24 20 5 0 0,0 0 0 0 0,-1-1 0 0 0,-1 0-1 0 0,-1-1 1 0 0,0 0 0 0 0,-2-1 0 0 0,-1 0 0 0 0,8-34-1 0 0,-3 1-6 0 0,-3-1 0 0 0,2-69 0 0 0,-11 119 3 0 0,1 2-6 0 0,-1 0 0 0 0,0-1 0 0 0,0 1-1 0 0,0 0 1 0 0,0 0 0 0 0,0 0 0 0 0,-1 0 0 0 0,1 0 0 0 0,-1 0 0 0 0,-2-6-1 0 0,0 14-99 0 0,1-1 0 0 0,-1 1 0 0 0,1-1 0 0 0,0 1 0 0 0,-3 9 0 0 0,-12 47-1039 0 0,10-36 512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3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 5601 0 0,'0'0'12'0'0,"-1"-1"0"0"0,1 1 0 0 0,0-1 0 0 0,0 0 0 0 0,-1 1 1 0 0,1-1-1 0 0,0 1 0 0 0,0-1 0 0 0,0 1 0 0 0,-1-1 1 0 0,1 0-1 0 0,0 1 0 0 0,0-1 0 0 0,0 1 0 0 0,0-1 0 0 0,0 0 1 0 0,0 1-1 0 0,1-1 0 0 0,-1 1 0 0 0,0-1 0 0 0,0 1 0 0 0,0-1 1 0 0,0 0-1 0 0,1 1 0 0 0,-1-1 0 0 0,0 1 0 0 0,1-1 1 0 0,5-1 253 0 0,0 13-65 0 0,-5-2-139 0 0,0 1 0 0 0,0 0-1 0 0,-1 0 1 0 0,0 0-1 0 0,-1 0 1 0 0,-3 18 0 0 0,0 8 108 0 0,-1 43-120 0 0,3 1 0 0 0,4-1 0 0 0,13 80 0 0 0,6-87-971 0 0,-17-53 484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4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174 166 4192 0 0,'-14'-31'166'0'0,"7"19"5"0"0,2 1 0 0 0,0-2 0 0 0,0 1 0 0 0,-3-15 0 0 0,8 26-142 0 0,0-1-1 0 0,0 0 1 0 0,0 0-1 0 0,0 0 1 0 0,0 0-1 0 0,0 1 1 0 0,0-1 0 0 0,1 0-1 0 0,-1 0 1 0 0,1 0-1 0 0,0 1 1 0 0,-1-1-1 0 0,1 0 1 0 0,0 1-1 0 0,0-1 1 0 0,0 1-1 0 0,0-1 1 0 0,0 1 0 0 0,0-1-1 0 0,1 1 1 0 0,-1-1-1 0 0,0 1 1 0 0,1 0-1 0 0,-1 0 1 0 0,1 0-1 0 0,-1 0 1 0 0,1 0-1 0 0,0 0 1 0 0,-1 0 0 0 0,1 1-1 0 0,2-2 1 0 0,3 0 10 0 0,1-1 1 0 0,-1 1 0 0 0,0 1-1 0 0,0-1 1 0 0,1 1 0 0 0,12 0 0 0 0,-3 2-35 0 0,0 1 1 0 0,0 0-1 0 0,0 2 1 0 0,-1 0-1 0 0,1 0 1 0 0,-1 2-1 0 0,0 0 1 0 0,0 1-1 0 0,25 14 1 0 0,-39-19-5 0 0,1-1-1 0 0,-1 1 1 0 0,0-1 0 0 0,0 1 0 0 0,1 0-1 0 0,-1 0 1 0 0,0 0 0 0 0,-1 0 0 0 0,1 0 0 0 0,0 0-1 0 0,0 1 1 0 0,-1-1 0 0 0,0 1 0 0 0,1-1-1 0 0,-1 1 1 0 0,0-1 0 0 0,0 1 0 0 0,0 0-1 0 0,-1-1 1 0 0,1 1 0 0 0,0 5 0 0 0,-1-3 3 0 0,-1 0 0 0 0,0 0 0 0 0,0 0 0 0 0,0 0 0 0 0,0-1 0 0 0,-1 1 0 0 0,0 0 0 0 0,0-1 0 0 0,0 1 0 0 0,-1-1 0 0 0,-4 7 0 0 0,-1 0-35 0 0,-1-1 1 0 0,1 0 0 0 0,-2-1-1 0 0,0 0 1 0 0,0 0 0 0 0,0-1 0 0 0,-1-1-1 0 0,-1 1 1 0 0,-21 9 0 0 0,-11 3-113 0 0,-61 18 0 0 0,62-24-119 0 0,-55 9-1 0 0,82-21-148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4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111 174 4076 0 0,'0'0'268'0'0,"-10"15"-174"0"0,-3 1-25 0 0,6-6 321 0 0,0-1 0 0 0,0 1 0 0 0,-9 20 0 0 0,38-37-307 0 0,72-22-166 0 0,-89 27 77 0 0,0 0 1 0 0,1 0 0 0 0,-1 0 0 0 0,0 0 0 0 0,-1-1 0 0 0,1 0 0 0 0,0 0-1 0 0,-1 0 1 0 0,0-1 0 0 0,1 1 0 0 0,-1-1 0 0 0,-1 0 0 0 0,1 0 0 0 0,0 0-1 0 0,-1-1 1 0 0,0 1 0 0 0,0-1 0 0 0,-1 0 0 0 0,1 0 0 0 0,1-6 0 0 0,-3 9 2 0 0,1-2 6 0 0,-1 0 0 0 0,1 0 1 0 0,-1 0-1 0 0,-1 0 0 0 0,1 0 0 0 0,0 0 1 0 0,-1 0-1 0 0,0-1 0 0 0,0 1 0 0 0,0 0 1 0 0,-1 0-1 0 0,1 0 0 0 0,-1 0 0 0 0,0-1 1 0 0,0 1-1 0 0,0 0 0 0 0,-1 0 0 0 0,1 1 1 0 0,-1-1-1 0 0,0 0 0 0 0,0 0 0 0 0,-1 1 1 0 0,1-1-1 0 0,-1 1 0 0 0,1 0 0 0 0,-1 0 1 0 0,0 0-1 0 0,0 0 0 0 0,-4-2 0 0 0,3 1 1 0 0,0 1-1 0 0,0 0 1 0 0,0 1-1 0 0,-1-1 0 0 0,1 1 1 0 0,-1-1-1 0 0,1 1 1 0 0,-1 1-1 0 0,0-1 0 0 0,0 1 1 0 0,0 0-1 0 0,0 0 1 0 0,1 0-1 0 0,-1 0 0 0 0,-1 1 1 0 0,1 0-1 0 0,0 0 1 0 0,0 1-1 0 0,0-1 1 0 0,0 1-1 0 0,1 0 0 0 0,-1 0 1 0 0,0 1-1 0 0,-6 2 1 0 0,4 0 11 0 0,1 0 1 0 0,-1 1-1 0 0,1 0 1 0 0,0 0-1 0 0,0 0 1 0 0,0 1 0 0 0,1-1-1 0 0,-1 2 1 0 0,1-1-1 0 0,1 0 1 0 0,0 1 0 0 0,0 0-1 0 0,0 0 1 0 0,0 0-1 0 0,1 1 1 0 0,1-1-1 0 0,-1 1 1 0 0,1-1 0 0 0,-2 16-1 0 0,2-8 53 0 0,1 0-1 0 0,0 0 1 0 0,1 0 0 0 0,1 0-1 0 0,0 0 1 0 0,1-1-1 0 0,1 1 1 0 0,0 0-1 0 0,10 24 1 0 0,-9-29-95 0 0,1 0 1 0 0,0 0-1 0 0,0-1 1 0 0,1 0-1 0 0,1 0 0 0 0,-1-1 1 0 0,1 1-1 0 0,1-1 0 0 0,0-1 1 0 0,0 0-1 0 0,0 0 1 0 0,1 0-1 0 0,0-1 0 0 0,0 0 1 0 0,1-1-1 0 0,-1 0 1 0 0,1 0-1 0 0,0-1 0 0 0,1-1 1 0 0,-1 0-1 0 0,1 0 1 0 0,13 2-1 0 0,7-1-554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4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82 5513 0 0,'-5'-11'71'0'0,"3"9"756"0"0,6 5-763 0 0,9 7-69 0 0,-10-7-60 0 0,10 16 5 0 0,43 60 52 0 0,-51-72-4 0 0,-1-1 0 0 0,0 1-1 0 0,0 0 1 0 0,-1 0 0 0 0,1 1-1 0 0,2 8 1 0 0,0 4-66 0 0,-3-13 85 0 0,0 0 1 0 0,-1 0-1 0 0,0 0 1 0 0,0 1-1 0 0,-1-1 1 0 0,0 1-1 0 0,0 0 1 0 0,0-1-1 0 0,-2 16 1 0 0,1-22-5 0 0,0 0-1 0 0,0-1 1 0 0,0 1 0 0 0,-1 0 0 0 0,1 0-1 0 0,0 0 1 0 0,0 0 0 0 0,0-1-1 0 0,-1 1 1 0 0,1 0 0 0 0,0 0 0 0 0,-1 0-1 0 0,1-1 1 0 0,-1 1 0 0 0,1 0-1 0 0,-1-1 1 0 0,1 1 0 0 0,-1 0 0 0 0,1-1-1 0 0,-2 2 1 0 0,1-2-3 0 0,1 0 1 0 0,-1 0-1 0 0,0 0 0 0 0,1 0 1 0 0,-1 0-1 0 0,1 0 0 0 0,-1 0 1 0 0,0 0-1 0 0,1 0 0 0 0,-1 0 0 0 0,1 0 1 0 0,-1 0-1 0 0,0 0 0 0 0,1-1 1 0 0,-1 1-1 0 0,1 0 0 0 0,-1 0 1 0 0,1-1-1 0 0,-1 1 0 0 0,1 0 1 0 0,-2-1-1 0 0,0-1-4 0 0,-1-1 0 0 0,0 1 1 0 0,1-1-1 0 0,-1 1 0 0 0,1-1 0 0 0,0 0 1 0 0,-4-6-1 0 0,2 0-2 0 0,0-1 1 0 0,1 0-1 0 0,0 0 1 0 0,1 0-1 0 0,0 0 1 0 0,0-1 0 0 0,1 1-1 0 0,0 0 1 0 0,1-1-1 0 0,1 1 1 0 0,1-16-1 0 0,0 12-10 0 0,1 0 1 0 0,0 0-1 0 0,1 1 1 0 0,1-1-1 0 0,0 1 0 0 0,1 0 1 0 0,13-22-1 0 0,-16 31 8 0 0,0 0 0 0 0,0 0 0 0 0,0 1 0 0 0,0 0 0 0 0,1 0 0 0 0,-1 0 0 0 0,1 0 0 0 0,0 0 0 0 0,0 1 0 0 0,0-1 0 0 0,0 1 0 0 0,6-2 0 0 0,6-1-157 0 0,0 0 0 0 0,18-3 0 0 0,-9 3-310 0 0,-7-1-18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5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73 132 3608 0 0,'2'-7'128'0'0,"0"-1"-1"0"0,0 0 0 0 0,-1 0 1 0 0,0 0-1 0 0,-1 0 1 0 0,0 0-1 0 0,0 0 0 0 0,-1 0 1 0 0,0 0-1 0 0,0 0 1 0 0,-1 0-1 0 0,0 1 0 0 0,0-1 1 0 0,-5-9-1 0 0,7 17-118 0 0,0-1 0 0 0,0 1 0 0 0,0 0 0 0 0,0 0 0 0 0,0 0 0 0 0,0-1 0 0 0,0 1 0 0 0,-1 0 0 0 0,1 0 0 0 0,0 0 0 0 0,0 0 0 0 0,0-1 0 0 0,0 1 0 0 0,0 0 0 0 0,0 0 1 0 0,-1 0-1 0 0,1 0 0 0 0,0 0 0 0 0,0-1 0 0 0,0 1 0 0 0,-1 0 0 0 0,1 0 0 0 0,0 0 0 0 0,0 0 0 0 0,0 0 0 0 0,0 0 0 0 0,-1 0 0 0 0,1 0 0 0 0,0 0 0 0 0,0 0 0 0 0,-1 0 0 0 0,1 0 0 0 0,0 0 0 0 0,0 0 0 0 0,0 0 0 0 0,-1 0 0 0 0,1 0 0 0 0,-7 8 115 0 0,-5 17-88 0 0,11-20 15 0 0,-7 17-2 0 0,1 0 0 0 0,1 0 0 0 0,2 0 0 0 0,0 1 0 0 0,1 0 0 0 0,1 44 0 0 0,4-1 182 0 0,13 73 1 0 0,8 16 107 0 0,-3-37-223 0 0,6 192 0 0 0,-26-307-126 0 0,0-1 0 0 0,0 0-1 0 0,0 1 1 0 0,0-1 0 0 0,-1 0 0 0 0,1 1 0 0 0,-1-1-1 0 0,1 0 1 0 0,-2 4 0 0 0,2-6 6 0 0,0 0-1 0 0,0 0 1 0 0,-1 0-1 0 0,1 0 1 0 0,0 0-1 0 0,0 0 1 0 0,0 1-1 0 0,0-1 1 0 0,-1 0-1 0 0,1 0 1 0 0,0 0-1 0 0,0 0 1 0 0,0 0 0 0 0,-1 0-1 0 0,1 0 1 0 0,0 0-1 0 0,0 0 1 0 0,0 0-1 0 0,0 0 1 0 0,-1 0-1 0 0,1 0 1 0 0,0 0-1 0 0,0 0 1 0 0,0 0-1 0 0,-1 0 1 0 0,1 0-1 0 0,0 0 1 0 0,0 0-1 0 0,0 0 1 0 0,-1-1 0 0 0,1 1-1 0 0,0 0 1 0 0,0 0-1 0 0,0 0 1 0 0,0 0-1 0 0,-12-12-129 0 0,4-1 76 0 0,0 0 0 0 0,1-1 0 0 0,0 1 0 0 0,1-1 0 0 0,0 0 0 0 0,1-1 0 0 0,1 1 0 0 0,1-1 0 0 0,-3-16 0 0 0,2-10-54 0 0,0 0 1 0 0,4-45-1 0 0,7-50 147 0 0,50-259 0 0 0,-57 392 13 0 0,1-1 0 0 0,0 0 0 0 0,1 1-1 0 0,-1-1 1 0 0,1 0 0 0 0,-1 1 0 0 0,1 0 0 0 0,0-1 0 0 0,5-5 0 0 0,-5 10-30 0 0,0 0 1 0 0,0-1 0 0 0,1 1 0 0 0,-1 0 0 0 0,0 0 0 0 0,0 0-1 0 0,0 0 1 0 0,0 1 0 0 0,0-1 0 0 0,0 0 0 0 0,2 3 0 0 0,-3-3-3 0 0,8 7-32 0 0,0 0 1 0 0,-1 0 0 0 0,0 1 0 0 0,0 0 0 0 0,-1 1 0 0 0,0-1-1 0 0,-1 1 1 0 0,0 1 0 0 0,-1-1 0 0 0,0 1 0 0 0,0 0 0 0 0,-1 0-1 0 0,-1 0 1 0 0,0 1 0 0 0,2 11 0 0 0,-4-18 3 0 0,-1 1 0 0 0,0-1 0 0 0,0 0 0 0 0,-1 0 0 0 0,1 0 0 0 0,-1 0-1 0 0,0 1 1 0 0,0-1 0 0 0,-1-1 0 0 0,0 1 0 0 0,0 0 0 0 0,0 0 0 0 0,0 0 0 0 0,-1-1 0 0 0,1 0 0 0 0,-1 1 0 0 0,0-1 0 0 0,-7 6 0 0 0,-15 10-696 0 0,16-14 91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5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39 143 6881 0 0,'-31'18'19'0'0,"30"-18"-14"0"0,1 0 1 0 0,-1 1 0 0 0,1-1 0 0 0,-1 0-1 0 0,1 1 1 0 0,-1-1 0 0 0,1 1 0 0 0,0-1-1 0 0,-1 1 1 0 0,1-1 0 0 0,-1 1 0 0 0,1-1-1 0 0,0 1 1 0 0,0-1 0 0 0,-1 1 0 0 0,1-1-1 0 0,0 1 1 0 0,0 0 0 0 0,-1 0 0 0 0,2 0 3 0 0,-1-1 1 0 0,1 1 0 0 0,-1-1 0 0 0,0 1 0 0 0,1-1-1 0 0,-1 1 1 0 0,1-1 0 0 0,0 0 0 0 0,-1 1-1 0 0,1-1 1 0 0,-1 0 0 0 0,1 1 0 0 0,-1-1-1 0 0,1 0 1 0 0,0 0 0 0 0,-1 1 0 0 0,1-1-1 0 0,0 0 1 0 0,-1 0 0 0 0,1 0 0 0 0,0 0-1 0 0,-1 0 1 0 0,1 0 0 0 0,1 0 0 0 0,24 1 123 0 0,48-4 1 0 0,-30 0-66 0 0,444-36 141 0 0,-267 18-197 0 0,101-8-21 0 0,495-40-673 0 0,-582 55 151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7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1207 1 4696 0 0,'-23'0'48'0'0,"0"0"-1"0"0,0 2 1 0 0,1 1-1 0 0,-1 1 1 0 0,1 1-1 0 0,-1 1 1 0 0,1 1-1 0 0,1 0 0 0 0,0 2 1 0 0,0 1-1 0 0,0 0 1 0 0,-36 27-1 0 0,22-10 48 0 0,2 1-1 0 0,1 2 1 0 0,2 2-1 0 0,-40 51 1 0 0,-88 156 118 0 0,67-70-141 0 0,-74 196 1 0 0,-18 136-65 0 0,159-412 40 0 0,3 1 0 0 0,4 0 0 0 0,-8 166 0 0 0,26-100 166 0 0,7 0 0 0 0,7-1-1 0 0,42 182 1 0 0,54 155-298 0 0,-60-272 143 0 0,4 14-34 0 0,-36-169-33 0 0,40 95-1 0 0,-47-135 7 0 0,0-1-1 0 0,2-1 1 0 0,0 0 0 0 0,2-1 0 0 0,0 0-1 0 0,2-2 1 0 0,0 0 0 0 0,29 24 0 0 0,-31-30 0 0 0,1-2 1 0 0,1 0-1 0 0,0 0 1 0 0,0-2-1 0 0,1-1 0 0 0,0 0 1 0 0,1-1-1 0 0,0-1 1 0 0,0-1-1 0 0,0-1 1 0 0,27 4-1 0 0,4-6 2 0 0,-35-2-2 0 0,0 0 0 0 0,0 0 0 0 0,18 6 0 0 0,-32-7 2 0 0,-1 0 0 0 0,1 1 0 0 0,0-1 0 0 0,-1 1 0 0 0,1 0 0 0 0,0 0 0 0 0,-1-1-1 0 0,1 1 1 0 0,-1 0 0 0 0,1 0 0 0 0,-1 1 0 0 0,0-1 0 0 0,1 0 0 0 0,-1 0 0 0 0,0 1 0 0 0,0-1 0 0 0,0 0-1 0 0,0 1 1 0 0,0-1 0 0 0,1 4 0 0 0,-1-3 2 0 0,0 1-1 0 0,-1-1 1 0 0,0 1-1 0 0,0-1 1 0 0,1 1 0 0 0,-1-1-1 0 0,-1 1 1 0 0,1-1-1 0 0,0 1 1 0 0,-1-1 0 0 0,1 1-1 0 0,-1-1 1 0 0,-1 3-1 0 0,-2 6-3 0 0,-1-1-1 0 0,-1 0 0 0 0,1 0 0 0 0,-2-1 0 0 0,-8 12 1 0 0,-46 51 7 0 0,-2-2-1 0 0,-74 61 1 0 0,69-77 40 0 0,-102 62-1 0 0,75-54-103 0 0,91-59 49 0 0,-19 10-58 0 0,22-12 65 0 0,0-1 0 0 0,0 0 1 0 0,0 1-1 0 0,0-1 0 0 0,0 0 0 0 0,0 0 0 0 0,0 0 0 0 0,0 0 0 0 0,0 0 0 0 0,0 0 0 0 0,0 0 0 0 0,-1 0 0 0 0,1 0 0 0 0,0-1 1 0 0,0 1-1 0 0,0 0 0 0 0,0-1 0 0 0,0 1 0 0 0,0 0 0 0 0,-1-1 0 0 0,2 1 2 0 0,0-1 1 0 0,0 1-1 0 0,0 0 0 0 0,0 0 0 0 0,0 0 1 0 0,0 0-1 0 0,0 0 0 0 0,-1 0 0 0 0,1 0 1 0 0,0 0-1 0 0,0 0 0 0 0,0 0 1 0 0,0 0-1 0 0,0 0 0 0 0,0 0 0 0 0,0 0 1 0 0,0-1-1 0 0,0 1 0 0 0,-1 0 0 0 0,1 0 1 0 0,0 0-1 0 0,0 0 0 0 0,0 0 1 0 0,0 0-1 0 0,0 0 0 0 0,0 0 0 0 0,0-1 1 0 0,0 1-1 0 0,0 0 0 0 0,0 0 0 0 0,0 0 1 0 0,0 0-1 0 0,0 0 0 0 0,0 0 1 0 0,0-1-1 0 0,0 1 0 0 0,0 0 0 0 0,0 0 1 0 0,0 0-1 0 0,0 0 0 0 0,0 0 0 0 0,0 0 1 0 0,0 0-1 0 0,0-1 0 0 0,0 1 1 0 0,1 0-1 0 0,-1 0 0 0 0,0 0 0 0 0,7-3-18 0 0,8 0-95 0 0,15 5-759 0 0,-19 0 380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8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3784 0 0,'0'-3'36'0'0,"1"0"-1"0"0,-1 0 0 0 0,0 1 0 0 0,1-1 0 0 0,0 0 1 0 0,0 1-1 0 0,0-1 0 0 0,0 0 0 0 0,0 1 0 0 0,0-1 1 0 0,1 1-1 0 0,-1 0 0 0 0,1-1 0 0 0,-1 1 0 0 0,4-3 1 0 0,-3 4-3 0 0,1-1 1 0 0,-1 1 0 0 0,1 0-1 0 0,-1 0 1 0 0,1 0-1 0 0,0 0 1 0 0,-1 1 0 0 0,1-1-1 0 0,0 1 1 0 0,-1-1 0 0 0,1 1-1 0 0,0 0 1 0 0,0 0 0 0 0,0 0-1 0 0,4 1 1 0 0,44 5 126 0 0,1 2 0 0 0,-1 2 0 0 0,55 20 0 0 0,144 67 325 0 0,-213-79-400 0 0,0 2 0 0 0,-1 2 1 0 0,-1 1-1 0 0,-1 1 1 0 0,-2 3-1 0 0,0 0 0 0 0,-2 2 1 0 0,28 34-1 0 0,-19-15 3 0 0,-2 2 0 0 0,-2 1 1 0 0,-3 1-1 0 0,48 105 0 0 0,130 409 235 0 0,-168-420 79 0 0,42 299 0 0 0,-69-317-215 0 0,-6 0 0 0 0,-6 1 1 0 0,-17 172-1 0 0,6-238-83 0 0,-2-1 0 0 0,-3 0 0 0 0,-2-1-1 0 0,-4 0 1 0 0,-2-2 0 0 0,-2 0 0 0 0,-3-1-1 0 0,-61 98 1 0 0,30-74 23 0 0,-3-3 0 0 0,-126 129-1 0 0,147-171-121 0 0,-3-2 0 0 0,0-2-1 0 0,-3-2 1 0 0,0-2 0 0 0,-2-2-1 0 0,-1-1 1 0 0,-67 24 0 0 0,77-33 1 0 0,-28 9 138 0 0,61-25-92 0 0,-1 1 0 0 0,-1-1 0 0 0,1 0 0 0 0,0 0 0 0 0,0-1 0 0 0,0 0 0 0 0,0 0 0 0 0,0 0 0 0 0,-8-2 0 0 0,13 2-41 0 0,-1-1 1 0 0,1 1-1 0 0,-1-1 0 0 0,1 1 0 0 0,-1-1 0 0 0,1 0 0 0 0,0 0 0 0 0,-1 0 0 0 0,1 1 0 0 0,0-1 0 0 0,0 0 0 0 0,0-1 1 0 0,0 1-1 0 0,0 0 0 0 0,0 0 0 0 0,0 0 0 0 0,0-1 0 0 0,0 1 0 0 0,0 0 0 0 0,0-1 0 0 0,1 1 0 0 0,-1-1 1 0 0,1 1-1 0 0,-1-1 0 0 0,1 1 0 0 0,0-1 0 0 0,-1 1 0 0 0,1-1 0 0 0,0 1 0 0 0,0-1 0 0 0,0 1 0 0 0,0-1 0 0 0,0 1 1 0 0,1-1-1 0 0,0-2 0 0 0,0 0-29 0 0,0 4-117 0 0,-1-1 1 0 0,0 0-1 0 0,1 1 1 0 0,-1-1-1 0 0,0 0 1 0 0,0 1-1 0 0,1-1 1 0 0,-1 0-1 0 0,0 1 1 0 0,0-1-1 0 0,0 0 1 0 0,0 0-1 0 0,0 1 1 0 0,0-1-1 0 0,0 0 1 0 0,0-1 0 0 0,-4-4-787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.png"/><Relationship Id="rId299" Type="http://schemas.openxmlformats.org/officeDocument/2006/relationships/image" Target="../media/image171.png"/><Relationship Id="rId21" Type="http://schemas.openxmlformats.org/officeDocument/2006/relationships/image" Target="../media/image32.png"/><Relationship Id="rId63" Type="http://schemas.openxmlformats.org/officeDocument/2006/relationships/image" Target="../media/image53.png"/><Relationship Id="rId159" Type="http://schemas.openxmlformats.org/officeDocument/2006/relationships/image" Target="../media/image101.png"/><Relationship Id="rId324" Type="http://schemas.openxmlformats.org/officeDocument/2006/relationships/customXml" Target="../ink/ink175.xml"/><Relationship Id="rId170" Type="http://schemas.openxmlformats.org/officeDocument/2006/relationships/customXml" Target="../ink/ink98.xml"/><Relationship Id="rId226" Type="http://schemas.openxmlformats.org/officeDocument/2006/relationships/customXml" Target="../ink/ink126.xml"/><Relationship Id="rId268" Type="http://schemas.openxmlformats.org/officeDocument/2006/relationships/customXml" Target="../ink/ink147.xml"/><Relationship Id="rId32" Type="http://schemas.openxmlformats.org/officeDocument/2006/relationships/customXml" Target="../ink/ink29.xml"/><Relationship Id="rId74" Type="http://schemas.openxmlformats.org/officeDocument/2006/relationships/customXml" Target="../ink/ink50.xml"/><Relationship Id="rId128" Type="http://schemas.openxmlformats.org/officeDocument/2006/relationships/customXml" Target="../ink/ink77.xml"/><Relationship Id="rId5" Type="http://schemas.openxmlformats.org/officeDocument/2006/relationships/image" Target="../media/image24.png"/><Relationship Id="rId181" Type="http://schemas.openxmlformats.org/officeDocument/2006/relationships/image" Target="../media/image112.png"/><Relationship Id="rId237" Type="http://schemas.openxmlformats.org/officeDocument/2006/relationships/image" Target="../media/image140.png"/><Relationship Id="rId279" Type="http://schemas.openxmlformats.org/officeDocument/2006/relationships/image" Target="../media/image161.png"/><Relationship Id="rId43" Type="http://schemas.openxmlformats.org/officeDocument/2006/relationships/image" Target="../media/image43.png"/><Relationship Id="rId139" Type="http://schemas.openxmlformats.org/officeDocument/2006/relationships/image" Target="../media/image91.png"/><Relationship Id="rId290" Type="http://schemas.openxmlformats.org/officeDocument/2006/relationships/customXml" Target="../ink/ink158.xml"/><Relationship Id="rId304" Type="http://schemas.openxmlformats.org/officeDocument/2006/relationships/customXml" Target="../ink/ink165.xml"/><Relationship Id="rId85" Type="http://schemas.openxmlformats.org/officeDocument/2006/relationships/image" Target="../media/image64.png"/><Relationship Id="rId150" Type="http://schemas.openxmlformats.org/officeDocument/2006/relationships/customXml" Target="../ink/ink88.xml"/><Relationship Id="rId192" Type="http://schemas.openxmlformats.org/officeDocument/2006/relationships/customXml" Target="../ink/ink109.xml"/><Relationship Id="rId206" Type="http://schemas.openxmlformats.org/officeDocument/2006/relationships/customXml" Target="../ink/ink116.xml"/><Relationship Id="rId248" Type="http://schemas.openxmlformats.org/officeDocument/2006/relationships/customXml" Target="../ink/ink137.xml"/><Relationship Id="rId12" Type="http://schemas.openxmlformats.org/officeDocument/2006/relationships/customXml" Target="../ink/ink19.xml"/><Relationship Id="rId108" Type="http://schemas.openxmlformats.org/officeDocument/2006/relationships/customXml" Target="../ink/ink67.xml"/><Relationship Id="rId315" Type="http://schemas.openxmlformats.org/officeDocument/2006/relationships/image" Target="../media/image179.png"/><Relationship Id="rId54" Type="http://schemas.openxmlformats.org/officeDocument/2006/relationships/customXml" Target="../ink/ink40.xml"/><Relationship Id="rId96" Type="http://schemas.openxmlformats.org/officeDocument/2006/relationships/customXml" Target="../ink/ink61.xml"/><Relationship Id="rId161" Type="http://schemas.openxmlformats.org/officeDocument/2006/relationships/image" Target="../media/image102.png"/><Relationship Id="rId217" Type="http://schemas.openxmlformats.org/officeDocument/2006/relationships/image" Target="../media/image130.png"/><Relationship Id="rId259" Type="http://schemas.openxmlformats.org/officeDocument/2006/relationships/image" Target="../media/image151.png"/><Relationship Id="rId23" Type="http://schemas.openxmlformats.org/officeDocument/2006/relationships/image" Target="../media/image33.png"/><Relationship Id="rId119" Type="http://schemas.openxmlformats.org/officeDocument/2006/relationships/image" Target="../media/image81.png"/><Relationship Id="rId270" Type="http://schemas.openxmlformats.org/officeDocument/2006/relationships/customXml" Target="../ink/ink148.xml"/><Relationship Id="rId65" Type="http://schemas.openxmlformats.org/officeDocument/2006/relationships/image" Target="../media/image54.png"/><Relationship Id="rId130" Type="http://schemas.openxmlformats.org/officeDocument/2006/relationships/customXml" Target="../ink/ink78.xml"/><Relationship Id="rId172" Type="http://schemas.openxmlformats.org/officeDocument/2006/relationships/customXml" Target="../ink/ink99.xml"/><Relationship Id="rId228" Type="http://schemas.openxmlformats.org/officeDocument/2006/relationships/customXml" Target="../ink/ink127.xml"/><Relationship Id="rId281" Type="http://schemas.openxmlformats.org/officeDocument/2006/relationships/image" Target="../media/image162.png"/><Relationship Id="rId34" Type="http://schemas.openxmlformats.org/officeDocument/2006/relationships/customXml" Target="../ink/ink30.xml"/><Relationship Id="rId76" Type="http://schemas.openxmlformats.org/officeDocument/2006/relationships/customXml" Target="../ink/ink51.xml"/><Relationship Id="rId141" Type="http://schemas.openxmlformats.org/officeDocument/2006/relationships/image" Target="../media/image92.png"/><Relationship Id="rId7" Type="http://schemas.openxmlformats.org/officeDocument/2006/relationships/image" Target="../media/image25.png"/><Relationship Id="rId162" Type="http://schemas.openxmlformats.org/officeDocument/2006/relationships/customXml" Target="../ink/ink94.xml"/><Relationship Id="rId183" Type="http://schemas.openxmlformats.org/officeDocument/2006/relationships/image" Target="../media/image113.png"/><Relationship Id="rId218" Type="http://schemas.openxmlformats.org/officeDocument/2006/relationships/customXml" Target="../ink/ink122.xml"/><Relationship Id="rId239" Type="http://schemas.openxmlformats.org/officeDocument/2006/relationships/image" Target="../media/image141.png"/><Relationship Id="rId250" Type="http://schemas.openxmlformats.org/officeDocument/2006/relationships/customXml" Target="../ink/ink138.xml"/><Relationship Id="rId271" Type="http://schemas.openxmlformats.org/officeDocument/2006/relationships/image" Target="../media/image157.png"/><Relationship Id="rId292" Type="http://schemas.openxmlformats.org/officeDocument/2006/relationships/customXml" Target="../ink/ink159.xml"/><Relationship Id="rId306" Type="http://schemas.openxmlformats.org/officeDocument/2006/relationships/customXml" Target="../ink/ink166.xml"/><Relationship Id="rId24" Type="http://schemas.openxmlformats.org/officeDocument/2006/relationships/customXml" Target="../ink/ink25.xml"/><Relationship Id="rId45" Type="http://schemas.openxmlformats.org/officeDocument/2006/relationships/image" Target="../media/image44.png"/><Relationship Id="rId66" Type="http://schemas.openxmlformats.org/officeDocument/2006/relationships/customXml" Target="../ink/ink46.xml"/><Relationship Id="rId87" Type="http://schemas.openxmlformats.org/officeDocument/2006/relationships/image" Target="../media/image65.png"/><Relationship Id="rId110" Type="http://schemas.openxmlformats.org/officeDocument/2006/relationships/customXml" Target="../ink/ink68.xml"/><Relationship Id="rId131" Type="http://schemas.openxmlformats.org/officeDocument/2006/relationships/image" Target="../media/image87.png"/><Relationship Id="rId152" Type="http://schemas.openxmlformats.org/officeDocument/2006/relationships/customXml" Target="../ink/ink89.xml"/><Relationship Id="rId173" Type="http://schemas.openxmlformats.org/officeDocument/2006/relationships/image" Target="../media/image108.png"/><Relationship Id="rId194" Type="http://schemas.openxmlformats.org/officeDocument/2006/relationships/customXml" Target="../ink/ink110.xml"/><Relationship Id="rId208" Type="http://schemas.openxmlformats.org/officeDocument/2006/relationships/customXml" Target="../ink/ink117.xml"/><Relationship Id="rId229" Type="http://schemas.openxmlformats.org/officeDocument/2006/relationships/image" Target="../media/image136.png"/><Relationship Id="rId240" Type="http://schemas.openxmlformats.org/officeDocument/2006/relationships/customXml" Target="../ink/ink133.xml"/><Relationship Id="rId261" Type="http://schemas.openxmlformats.org/officeDocument/2006/relationships/image" Target="../media/image152.png"/><Relationship Id="rId14" Type="http://schemas.openxmlformats.org/officeDocument/2006/relationships/customXml" Target="../ink/ink20.xml"/><Relationship Id="rId35" Type="http://schemas.openxmlformats.org/officeDocument/2006/relationships/image" Target="../media/image39.png"/><Relationship Id="rId56" Type="http://schemas.openxmlformats.org/officeDocument/2006/relationships/customXml" Target="../ink/ink41.xml"/><Relationship Id="rId77" Type="http://schemas.openxmlformats.org/officeDocument/2006/relationships/image" Target="../media/image60.png"/><Relationship Id="rId100" Type="http://schemas.openxmlformats.org/officeDocument/2006/relationships/customXml" Target="../ink/ink63.xml"/><Relationship Id="rId282" Type="http://schemas.openxmlformats.org/officeDocument/2006/relationships/customXml" Target="../ink/ink154.xml"/><Relationship Id="rId317" Type="http://schemas.openxmlformats.org/officeDocument/2006/relationships/image" Target="../media/image180.png"/><Relationship Id="rId8" Type="http://schemas.openxmlformats.org/officeDocument/2006/relationships/customXml" Target="../ink/ink17.xml"/><Relationship Id="rId98" Type="http://schemas.openxmlformats.org/officeDocument/2006/relationships/customXml" Target="../ink/ink62.xml"/><Relationship Id="rId121" Type="http://schemas.openxmlformats.org/officeDocument/2006/relationships/image" Target="../media/image82.png"/><Relationship Id="rId142" Type="http://schemas.openxmlformats.org/officeDocument/2006/relationships/customXml" Target="../ink/ink84.xml"/><Relationship Id="rId163" Type="http://schemas.openxmlformats.org/officeDocument/2006/relationships/image" Target="../media/image103.png"/><Relationship Id="rId184" Type="http://schemas.openxmlformats.org/officeDocument/2006/relationships/customXml" Target="../ink/ink105.xml"/><Relationship Id="rId219" Type="http://schemas.openxmlformats.org/officeDocument/2006/relationships/image" Target="../media/image131.png"/><Relationship Id="rId230" Type="http://schemas.openxmlformats.org/officeDocument/2006/relationships/customXml" Target="../ink/ink128.xml"/><Relationship Id="rId251" Type="http://schemas.openxmlformats.org/officeDocument/2006/relationships/image" Target="../media/image147.png"/><Relationship Id="rId25" Type="http://schemas.openxmlformats.org/officeDocument/2006/relationships/image" Target="../media/image34.png"/><Relationship Id="rId46" Type="http://schemas.openxmlformats.org/officeDocument/2006/relationships/customXml" Target="../ink/ink36.xml"/><Relationship Id="rId67" Type="http://schemas.openxmlformats.org/officeDocument/2006/relationships/image" Target="../media/image55.png"/><Relationship Id="rId272" Type="http://schemas.openxmlformats.org/officeDocument/2006/relationships/customXml" Target="../ink/ink149.xml"/><Relationship Id="rId293" Type="http://schemas.openxmlformats.org/officeDocument/2006/relationships/image" Target="../media/image168.png"/><Relationship Id="rId307" Type="http://schemas.openxmlformats.org/officeDocument/2006/relationships/image" Target="../media/image175.png"/><Relationship Id="rId88" Type="http://schemas.openxmlformats.org/officeDocument/2006/relationships/customXml" Target="../ink/ink57.xml"/><Relationship Id="rId111" Type="http://schemas.openxmlformats.org/officeDocument/2006/relationships/image" Target="../media/image77.png"/><Relationship Id="rId132" Type="http://schemas.openxmlformats.org/officeDocument/2006/relationships/customXml" Target="../ink/ink79.xml"/><Relationship Id="rId153" Type="http://schemas.openxmlformats.org/officeDocument/2006/relationships/image" Target="../media/image98.png"/><Relationship Id="rId174" Type="http://schemas.openxmlformats.org/officeDocument/2006/relationships/customXml" Target="../ink/ink100.xml"/><Relationship Id="rId195" Type="http://schemas.openxmlformats.org/officeDocument/2006/relationships/image" Target="../media/image119.png"/><Relationship Id="rId209" Type="http://schemas.openxmlformats.org/officeDocument/2006/relationships/image" Target="../media/image126.png"/><Relationship Id="rId220" Type="http://schemas.openxmlformats.org/officeDocument/2006/relationships/customXml" Target="../ink/ink123.xml"/><Relationship Id="rId241" Type="http://schemas.openxmlformats.org/officeDocument/2006/relationships/image" Target="../media/image142.png"/><Relationship Id="rId15" Type="http://schemas.openxmlformats.org/officeDocument/2006/relationships/image" Target="../media/image29.png"/><Relationship Id="rId36" Type="http://schemas.openxmlformats.org/officeDocument/2006/relationships/customXml" Target="../ink/ink31.xml"/><Relationship Id="rId57" Type="http://schemas.openxmlformats.org/officeDocument/2006/relationships/image" Target="../media/image50.png"/><Relationship Id="rId262" Type="http://schemas.openxmlformats.org/officeDocument/2006/relationships/customXml" Target="../ink/ink144.xml"/><Relationship Id="rId283" Type="http://schemas.openxmlformats.org/officeDocument/2006/relationships/image" Target="../media/image163.png"/><Relationship Id="rId318" Type="http://schemas.openxmlformats.org/officeDocument/2006/relationships/customXml" Target="../ink/ink172.xml"/><Relationship Id="rId78" Type="http://schemas.openxmlformats.org/officeDocument/2006/relationships/customXml" Target="../ink/ink52.xml"/><Relationship Id="rId99" Type="http://schemas.openxmlformats.org/officeDocument/2006/relationships/image" Target="../media/image71.png"/><Relationship Id="rId101" Type="http://schemas.openxmlformats.org/officeDocument/2006/relationships/image" Target="../media/image72.png"/><Relationship Id="rId122" Type="http://schemas.openxmlformats.org/officeDocument/2006/relationships/customXml" Target="../ink/ink74.xml"/><Relationship Id="rId143" Type="http://schemas.openxmlformats.org/officeDocument/2006/relationships/image" Target="../media/image93.png"/><Relationship Id="rId164" Type="http://schemas.openxmlformats.org/officeDocument/2006/relationships/customXml" Target="../ink/ink95.xml"/><Relationship Id="rId185" Type="http://schemas.openxmlformats.org/officeDocument/2006/relationships/image" Target="../media/image114.png"/><Relationship Id="rId9" Type="http://schemas.openxmlformats.org/officeDocument/2006/relationships/image" Target="../media/image26.png"/><Relationship Id="rId210" Type="http://schemas.openxmlformats.org/officeDocument/2006/relationships/customXml" Target="../ink/ink118.xml"/><Relationship Id="rId26" Type="http://schemas.openxmlformats.org/officeDocument/2006/relationships/customXml" Target="../ink/ink26.xml"/><Relationship Id="rId231" Type="http://schemas.openxmlformats.org/officeDocument/2006/relationships/image" Target="../media/image137.png"/><Relationship Id="rId252" Type="http://schemas.openxmlformats.org/officeDocument/2006/relationships/customXml" Target="../ink/ink139.xml"/><Relationship Id="rId273" Type="http://schemas.openxmlformats.org/officeDocument/2006/relationships/image" Target="../media/image158.png"/><Relationship Id="rId294" Type="http://schemas.openxmlformats.org/officeDocument/2006/relationships/customXml" Target="../ink/ink160.xml"/><Relationship Id="rId308" Type="http://schemas.openxmlformats.org/officeDocument/2006/relationships/customXml" Target="../ink/ink167.xml"/><Relationship Id="rId47" Type="http://schemas.openxmlformats.org/officeDocument/2006/relationships/image" Target="../media/image45.png"/><Relationship Id="rId68" Type="http://schemas.openxmlformats.org/officeDocument/2006/relationships/customXml" Target="../ink/ink47.xml"/><Relationship Id="rId89" Type="http://schemas.openxmlformats.org/officeDocument/2006/relationships/image" Target="../media/image66.png"/><Relationship Id="rId112" Type="http://schemas.openxmlformats.org/officeDocument/2006/relationships/customXml" Target="../ink/ink69.xml"/><Relationship Id="rId133" Type="http://schemas.openxmlformats.org/officeDocument/2006/relationships/image" Target="../media/image88.png"/><Relationship Id="rId154" Type="http://schemas.openxmlformats.org/officeDocument/2006/relationships/customXml" Target="../ink/ink90.xml"/><Relationship Id="rId175" Type="http://schemas.openxmlformats.org/officeDocument/2006/relationships/image" Target="../media/image109.png"/><Relationship Id="rId196" Type="http://schemas.openxmlformats.org/officeDocument/2006/relationships/customXml" Target="../ink/ink111.xml"/><Relationship Id="rId200" Type="http://schemas.openxmlformats.org/officeDocument/2006/relationships/customXml" Target="../ink/ink113.xml"/><Relationship Id="rId16" Type="http://schemas.openxmlformats.org/officeDocument/2006/relationships/customXml" Target="../ink/ink21.xml"/><Relationship Id="rId221" Type="http://schemas.openxmlformats.org/officeDocument/2006/relationships/image" Target="../media/image132.png"/><Relationship Id="rId242" Type="http://schemas.openxmlformats.org/officeDocument/2006/relationships/customXml" Target="../ink/ink134.xml"/><Relationship Id="rId263" Type="http://schemas.openxmlformats.org/officeDocument/2006/relationships/image" Target="../media/image153.png"/><Relationship Id="rId284" Type="http://schemas.openxmlformats.org/officeDocument/2006/relationships/customXml" Target="../ink/ink155.xml"/><Relationship Id="rId319" Type="http://schemas.openxmlformats.org/officeDocument/2006/relationships/image" Target="../media/image181.png"/><Relationship Id="rId37" Type="http://schemas.openxmlformats.org/officeDocument/2006/relationships/image" Target="../media/image40.png"/><Relationship Id="rId58" Type="http://schemas.openxmlformats.org/officeDocument/2006/relationships/customXml" Target="../ink/ink42.xml"/><Relationship Id="rId79" Type="http://schemas.openxmlformats.org/officeDocument/2006/relationships/image" Target="../media/image61.png"/><Relationship Id="rId102" Type="http://schemas.openxmlformats.org/officeDocument/2006/relationships/customXml" Target="../ink/ink64.xml"/><Relationship Id="rId123" Type="http://schemas.openxmlformats.org/officeDocument/2006/relationships/image" Target="../media/image83.png"/><Relationship Id="rId144" Type="http://schemas.openxmlformats.org/officeDocument/2006/relationships/customXml" Target="../ink/ink85.xml"/><Relationship Id="rId90" Type="http://schemas.openxmlformats.org/officeDocument/2006/relationships/customXml" Target="../ink/ink58.xml"/><Relationship Id="rId165" Type="http://schemas.openxmlformats.org/officeDocument/2006/relationships/image" Target="../media/image104.png"/><Relationship Id="rId186" Type="http://schemas.openxmlformats.org/officeDocument/2006/relationships/customXml" Target="../ink/ink106.xml"/><Relationship Id="rId211" Type="http://schemas.openxmlformats.org/officeDocument/2006/relationships/image" Target="../media/image127.png"/><Relationship Id="rId232" Type="http://schemas.openxmlformats.org/officeDocument/2006/relationships/customXml" Target="../ink/ink129.xml"/><Relationship Id="rId253" Type="http://schemas.openxmlformats.org/officeDocument/2006/relationships/image" Target="../media/image148.png"/><Relationship Id="rId274" Type="http://schemas.openxmlformats.org/officeDocument/2006/relationships/customXml" Target="../ink/ink150.xml"/><Relationship Id="rId295" Type="http://schemas.openxmlformats.org/officeDocument/2006/relationships/image" Target="../media/image169.png"/><Relationship Id="rId309" Type="http://schemas.openxmlformats.org/officeDocument/2006/relationships/image" Target="../media/image176.png"/><Relationship Id="rId27" Type="http://schemas.openxmlformats.org/officeDocument/2006/relationships/image" Target="../media/image35.png"/><Relationship Id="rId48" Type="http://schemas.openxmlformats.org/officeDocument/2006/relationships/customXml" Target="../ink/ink37.xml"/><Relationship Id="rId69" Type="http://schemas.openxmlformats.org/officeDocument/2006/relationships/image" Target="../media/image56.png"/><Relationship Id="rId113" Type="http://schemas.openxmlformats.org/officeDocument/2006/relationships/image" Target="../media/image78.png"/><Relationship Id="rId134" Type="http://schemas.openxmlformats.org/officeDocument/2006/relationships/customXml" Target="../ink/ink80.xml"/><Relationship Id="rId320" Type="http://schemas.openxmlformats.org/officeDocument/2006/relationships/customXml" Target="../ink/ink173.xml"/><Relationship Id="rId80" Type="http://schemas.openxmlformats.org/officeDocument/2006/relationships/customXml" Target="../ink/ink53.xml"/><Relationship Id="rId155" Type="http://schemas.openxmlformats.org/officeDocument/2006/relationships/image" Target="../media/image99.png"/><Relationship Id="rId176" Type="http://schemas.openxmlformats.org/officeDocument/2006/relationships/customXml" Target="../ink/ink101.xml"/><Relationship Id="rId197" Type="http://schemas.openxmlformats.org/officeDocument/2006/relationships/image" Target="../media/image120.png"/><Relationship Id="rId201" Type="http://schemas.openxmlformats.org/officeDocument/2006/relationships/image" Target="../media/image122.png"/><Relationship Id="rId222" Type="http://schemas.openxmlformats.org/officeDocument/2006/relationships/customXml" Target="../ink/ink124.xml"/><Relationship Id="rId243" Type="http://schemas.openxmlformats.org/officeDocument/2006/relationships/image" Target="../media/image143.png"/><Relationship Id="rId264" Type="http://schemas.openxmlformats.org/officeDocument/2006/relationships/customXml" Target="../ink/ink145.xml"/><Relationship Id="rId285" Type="http://schemas.openxmlformats.org/officeDocument/2006/relationships/image" Target="../media/image164.png"/><Relationship Id="rId17" Type="http://schemas.openxmlformats.org/officeDocument/2006/relationships/image" Target="../media/image30.png"/><Relationship Id="rId38" Type="http://schemas.openxmlformats.org/officeDocument/2006/relationships/customXml" Target="../ink/ink32.xml"/><Relationship Id="rId59" Type="http://schemas.openxmlformats.org/officeDocument/2006/relationships/image" Target="../media/image51.png"/><Relationship Id="rId103" Type="http://schemas.openxmlformats.org/officeDocument/2006/relationships/image" Target="../media/image73.png"/><Relationship Id="rId124" Type="http://schemas.openxmlformats.org/officeDocument/2006/relationships/customXml" Target="../ink/ink75.xml"/><Relationship Id="rId310" Type="http://schemas.openxmlformats.org/officeDocument/2006/relationships/customXml" Target="../ink/ink168.xml"/><Relationship Id="rId70" Type="http://schemas.openxmlformats.org/officeDocument/2006/relationships/customXml" Target="../ink/ink48.xml"/><Relationship Id="rId91" Type="http://schemas.openxmlformats.org/officeDocument/2006/relationships/image" Target="../media/image67.png"/><Relationship Id="rId145" Type="http://schemas.openxmlformats.org/officeDocument/2006/relationships/image" Target="../media/image94.png"/><Relationship Id="rId166" Type="http://schemas.openxmlformats.org/officeDocument/2006/relationships/customXml" Target="../ink/ink96.xml"/><Relationship Id="rId187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9.xml"/><Relationship Id="rId233" Type="http://schemas.openxmlformats.org/officeDocument/2006/relationships/image" Target="../media/image138.png"/><Relationship Id="rId254" Type="http://schemas.openxmlformats.org/officeDocument/2006/relationships/customXml" Target="../ink/ink140.xml"/><Relationship Id="rId28" Type="http://schemas.openxmlformats.org/officeDocument/2006/relationships/customXml" Target="../ink/ink27.xml"/><Relationship Id="rId49" Type="http://schemas.openxmlformats.org/officeDocument/2006/relationships/image" Target="../media/image46.png"/><Relationship Id="rId114" Type="http://schemas.openxmlformats.org/officeDocument/2006/relationships/customXml" Target="../ink/ink70.xml"/><Relationship Id="rId275" Type="http://schemas.openxmlformats.org/officeDocument/2006/relationships/image" Target="../media/image159.png"/><Relationship Id="rId296" Type="http://schemas.openxmlformats.org/officeDocument/2006/relationships/customXml" Target="../ink/ink161.xml"/><Relationship Id="rId300" Type="http://schemas.openxmlformats.org/officeDocument/2006/relationships/customXml" Target="../ink/ink163.xml"/><Relationship Id="rId60" Type="http://schemas.openxmlformats.org/officeDocument/2006/relationships/customXml" Target="../ink/ink43.xml"/><Relationship Id="rId81" Type="http://schemas.openxmlformats.org/officeDocument/2006/relationships/image" Target="../media/image62.png"/><Relationship Id="rId135" Type="http://schemas.openxmlformats.org/officeDocument/2006/relationships/image" Target="../media/image89.png"/><Relationship Id="rId156" Type="http://schemas.openxmlformats.org/officeDocument/2006/relationships/customXml" Target="../ink/ink91.xml"/><Relationship Id="rId177" Type="http://schemas.openxmlformats.org/officeDocument/2006/relationships/image" Target="../media/image110.png"/><Relationship Id="rId198" Type="http://schemas.openxmlformats.org/officeDocument/2006/relationships/customXml" Target="../ink/ink112.xml"/><Relationship Id="rId321" Type="http://schemas.openxmlformats.org/officeDocument/2006/relationships/image" Target="../media/image182.png"/><Relationship Id="rId202" Type="http://schemas.openxmlformats.org/officeDocument/2006/relationships/customXml" Target="../ink/ink114.xml"/><Relationship Id="rId223" Type="http://schemas.openxmlformats.org/officeDocument/2006/relationships/image" Target="../media/image133.png"/><Relationship Id="rId244" Type="http://schemas.openxmlformats.org/officeDocument/2006/relationships/customXml" Target="../ink/ink135.xml"/><Relationship Id="rId18" Type="http://schemas.openxmlformats.org/officeDocument/2006/relationships/customXml" Target="../ink/ink22.xml"/><Relationship Id="rId39" Type="http://schemas.openxmlformats.org/officeDocument/2006/relationships/image" Target="../media/image41.png"/><Relationship Id="rId265" Type="http://schemas.openxmlformats.org/officeDocument/2006/relationships/image" Target="../media/image154.png"/><Relationship Id="rId286" Type="http://schemas.openxmlformats.org/officeDocument/2006/relationships/customXml" Target="../ink/ink156.xml"/><Relationship Id="rId50" Type="http://schemas.openxmlformats.org/officeDocument/2006/relationships/customXml" Target="../ink/ink38.xml"/><Relationship Id="rId104" Type="http://schemas.openxmlformats.org/officeDocument/2006/relationships/customXml" Target="../ink/ink65.xml"/><Relationship Id="rId125" Type="http://schemas.openxmlformats.org/officeDocument/2006/relationships/image" Target="../media/image84.png"/><Relationship Id="rId146" Type="http://schemas.openxmlformats.org/officeDocument/2006/relationships/customXml" Target="../ink/ink86.xml"/><Relationship Id="rId167" Type="http://schemas.openxmlformats.org/officeDocument/2006/relationships/image" Target="../media/image105.png"/><Relationship Id="rId188" Type="http://schemas.openxmlformats.org/officeDocument/2006/relationships/customXml" Target="../ink/ink107.xml"/><Relationship Id="rId311" Type="http://schemas.openxmlformats.org/officeDocument/2006/relationships/image" Target="../media/image177.png"/><Relationship Id="rId71" Type="http://schemas.openxmlformats.org/officeDocument/2006/relationships/image" Target="../media/image57.png"/><Relationship Id="rId92" Type="http://schemas.openxmlformats.org/officeDocument/2006/relationships/customXml" Target="../ink/ink59.xml"/><Relationship Id="rId213" Type="http://schemas.openxmlformats.org/officeDocument/2006/relationships/image" Target="../media/image128.png"/><Relationship Id="rId234" Type="http://schemas.openxmlformats.org/officeDocument/2006/relationships/customXml" Target="../ink/ink130.xml"/><Relationship Id="rId2" Type="http://schemas.openxmlformats.org/officeDocument/2006/relationships/customXml" Target="../ink/ink14.xml"/><Relationship Id="rId29" Type="http://schemas.openxmlformats.org/officeDocument/2006/relationships/image" Target="../media/image36.png"/><Relationship Id="rId255" Type="http://schemas.openxmlformats.org/officeDocument/2006/relationships/image" Target="../media/image149.png"/><Relationship Id="rId276" Type="http://schemas.openxmlformats.org/officeDocument/2006/relationships/customXml" Target="../ink/ink151.xml"/><Relationship Id="rId297" Type="http://schemas.openxmlformats.org/officeDocument/2006/relationships/image" Target="../media/image170.png"/><Relationship Id="rId40" Type="http://schemas.openxmlformats.org/officeDocument/2006/relationships/customXml" Target="../ink/ink33.xml"/><Relationship Id="rId115" Type="http://schemas.openxmlformats.org/officeDocument/2006/relationships/image" Target="../media/image79.png"/><Relationship Id="rId136" Type="http://schemas.openxmlformats.org/officeDocument/2006/relationships/customXml" Target="../ink/ink81.xml"/><Relationship Id="rId157" Type="http://schemas.openxmlformats.org/officeDocument/2006/relationships/image" Target="../media/image100.png"/><Relationship Id="rId178" Type="http://schemas.openxmlformats.org/officeDocument/2006/relationships/customXml" Target="../ink/ink102.xml"/><Relationship Id="rId301" Type="http://schemas.openxmlformats.org/officeDocument/2006/relationships/image" Target="../media/image172.png"/><Relationship Id="rId322" Type="http://schemas.openxmlformats.org/officeDocument/2006/relationships/customXml" Target="../ink/ink174.xml"/><Relationship Id="rId61" Type="http://schemas.openxmlformats.org/officeDocument/2006/relationships/image" Target="../media/image52.png"/><Relationship Id="rId82" Type="http://schemas.openxmlformats.org/officeDocument/2006/relationships/customXml" Target="../ink/ink54.xml"/><Relationship Id="rId199" Type="http://schemas.openxmlformats.org/officeDocument/2006/relationships/image" Target="../media/image121.png"/><Relationship Id="rId203" Type="http://schemas.openxmlformats.org/officeDocument/2006/relationships/image" Target="../media/image123.png"/><Relationship Id="rId19" Type="http://schemas.openxmlformats.org/officeDocument/2006/relationships/image" Target="../media/image31.png"/><Relationship Id="rId224" Type="http://schemas.openxmlformats.org/officeDocument/2006/relationships/customXml" Target="../ink/ink125.xml"/><Relationship Id="rId245" Type="http://schemas.openxmlformats.org/officeDocument/2006/relationships/image" Target="../media/image144.png"/><Relationship Id="rId266" Type="http://schemas.openxmlformats.org/officeDocument/2006/relationships/customXml" Target="../ink/ink146.xml"/><Relationship Id="rId287" Type="http://schemas.openxmlformats.org/officeDocument/2006/relationships/image" Target="../media/image165.png"/><Relationship Id="rId30" Type="http://schemas.openxmlformats.org/officeDocument/2006/relationships/customXml" Target="../ink/ink28.xml"/><Relationship Id="rId105" Type="http://schemas.openxmlformats.org/officeDocument/2006/relationships/image" Target="../media/image74.png"/><Relationship Id="rId126" Type="http://schemas.openxmlformats.org/officeDocument/2006/relationships/customXml" Target="../ink/ink76.xml"/><Relationship Id="rId147" Type="http://schemas.openxmlformats.org/officeDocument/2006/relationships/image" Target="../media/image95.png"/><Relationship Id="rId168" Type="http://schemas.openxmlformats.org/officeDocument/2006/relationships/customXml" Target="../ink/ink97.xml"/><Relationship Id="rId312" Type="http://schemas.openxmlformats.org/officeDocument/2006/relationships/customXml" Target="../ink/ink169.xml"/><Relationship Id="rId51" Type="http://schemas.openxmlformats.org/officeDocument/2006/relationships/image" Target="../media/image47.png"/><Relationship Id="rId72" Type="http://schemas.openxmlformats.org/officeDocument/2006/relationships/customXml" Target="../ink/ink49.xml"/><Relationship Id="rId93" Type="http://schemas.openxmlformats.org/officeDocument/2006/relationships/image" Target="../media/image68.png"/><Relationship Id="rId189" Type="http://schemas.openxmlformats.org/officeDocument/2006/relationships/image" Target="../media/image116.png"/><Relationship Id="rId3" Type="http://schemas.openxmlformats.org/officeDocument/2006/relationships/image" Target="../media/image23.png"/><Relationship Id="rId214" Type="http://schemas.openxmlformats.org/officeDocument/2006/relationships/customXml" Target="../ink/ink120.xml"/><Relationship Id="rId235" Type="http://schemas.openxmlformats.org/officeDocument/2006/relationships/image" Target="../media/image139.png"/><Relationship Id="rId256" Type="http://schemas.openxmlformats.org/officeDocument/2006/relationships/customXml" Target="../ink/ink141.xml"/><Relationship Id="rId277" Type="http://schemas.openxmlformats.org/officeDocument/2006/relationships/image" Target="../media/image160.png"/><Relationship Id="rId298" Type="http://schemas.openxmlformats.org/officeDocument/2006/relationships/customXml" Target="../ink/ink162.xml"/><Relationship Id="rId116" Type="http://schemas.openxmlformats.org/officeDocument/2006/relationships/customXml" Target="../ink/ink71.xml"/><Relationship Id="rId137" Type="http://schemas.openxmlformats.org/officeDocument/2006/relationships/image" Target="../media/image90.png"/><Relationship Id="rId158" Type="http://schemas.openxmlformats.org/officeDocument/2006/relationships/customXml" Target="../ink/ink92.xml"/><Relationship Id="rId302" Type="http://schemas.openxmlformats.org/officeDocument/2006/relationships/customXml" Target="../ink/ink164.xml"/><Relationship Id="rId323" Type="http://schemas.openxmlformats.org/officeDocument/2006/relationships/image" Target="../media/image183.png"/><Relationship Id="rId20" Type="http://schemas.openxmlformats.org/officeDocument/2006/relationships/customXml" Target="../ink/ink23.xml"/><Relationship Id="rId41" Type="http://schemas.openxmlformats.org/officeDocument/2006/relationships/image" Target="../media/image42.png"/><Relationship Id="rId62" Type="http://schemas.openxmlformats.org/officeDocument/2006/relationships/customXml" Target="../ink/ink44.xml"/><Relationship Id="rId83" Type="http://schemas.openxmlformats.org/officeDocument/2006/relationships/image" Target="../media/image63.png"/><Relationship Id="rId179" Type="http://schemas.openxmlformats.org/officeDocument/2006/relationships/image" Target="../media/image111.png"/><Relationship Id="rId190" Type="http://schemas.openxmlformats.org/officeDocument/2006/relationships/customXml" Target="../ink/ink108.xml"/><Relationship Id="rId204" Type="http://schemas.openxmlformats.org/officeDocument/2006/relationships/customXml" Target="../ink/ink115.xml"/><Relationship Id="rId225" Type="http://schemas.openxmlformats.org/officeDocument/2006/relationships/image" Target="../media/image134.png"/><Relationship Id="rId246" Type="http://schemas.openxmlformats.org/officeDocument/2006/relationships/customXml" Target="../ink/ink136.xml"/><Relationship Id="rId267" Type="http://schemas.openxmlformats.org/officeDocument/2006/relationships/image" Target="../media/image155.png"/><Relationship Id="rId288" Type="http://schemas.openxmlformats.org/officeDocument/2006/relationships/customXml" Target="../ink/ink157.xml"/><Relationship Id="rId106" Type="http://schemas.openxmlformats.org/officeDocument/2006/relationships/customXml" Target="../ink/ink66.xml"/><Relationship Id="rId127" Type="http://schemas.openxmlformats.org/officeDocument/2006/relationships/image" Target="../media/image85.png"/><Relationship Id="rId313" Type="http://schemas.openxmlformats.org/officeDocument/2006/relationships/image" Target="../media/image178.png"/><Relationship Id="rId10" Type="http://schemas.openxmlformats.org/officeDocument/2006/relationships/customXml" Target="../ink/ink18.xml"/><Relationship Id="rId31" Type="http://schemas.openxmlformats.org/officeDocument/2006/relationships/image" Target="../media/image37.png"/><Relationship Id="rId52" Type="http://schemas.openxmlformats.org/officeDocument/2006/relationships/customXml" Target="../ink/ink39.xml"/><Relationship Id="rId73" Type="http://schemas.openxmlformats.org/officeDocument/2006/relationships/image" Target="../media/image58.png"/><Relationship Id="rId94" Type="http://schemas.openxmlformats.org/officeDocument/2006/relationships/customXml" Target="../ink/ink60.xml"/><Relationship Id="rId148" Type="http://schemas.openxmlformats.org/officeDocument/2006/relationships/customXml" Target="../ink/ink87.xml"/><Relationship Id="rId169" Type="http://schemas.openxmlformats.org/officeDocument/2006/relationships/image" Target="../media/image106.png"/><Relationship Id="rId4" Type="http://schemas.openxmlformats.org/officeDocument/2006/relationships/customXml" Target="../ink/ink15.xml"/><Relationship Id="rId180" Type="http://schemas.openxmlformats.org/officeDocument/2006/relationships/customXml" Target="../ink/ink103.xml"/><Relationship Id="rId215" Type="http://schemas.openxmlformats.org/officeDocument/2006/relationships/image" Target="../media/image129.png"/><Relationship Id="rId236" Type="http://schemas.openxmlformats.org/officeDocument/2006/relationships/customXml" Target="../ink/ink131.xml"/><Relationship Id="rId257" Type="http://schemas.openxmlformats.org/officeDocument/2006/relationships/image" Target="../media/image150.png"/><Relationship Id="rId278" Type="http://schemas.openxmlformats.org/officeDocument/2006/relationships/customXml" Target="../ink/ink152.xml"/><Relationship Id="rId303" Type="http://schemas.openxmlformats.org/officeDocument/2006/relationships/image" Target="../media/image173.png"/><Relationship Id="rId42" Type="http://schemas.openxmlformats.org/officeDocument/2006/relationships/customXml" Target="../ink/ink34.xml"/><Relationship Id="rId84" Type="http://schemas.openxmlformats.org/officeDocument/2006/relationships/customXml" Target="../ink/ink55.xml"/><Relationship Id="rId138" Type="http://schemas.openxmlformats.org/officeDocument/2006/relationships/customXml" Target="../ink/ink82.xml"/><Relationship Id="rId191" Type="http://schemas.openxmlformats.org/officeDocument/2006/relationships/image" Target="../media/image117.png"/><Relationship Id="rId205" Type="http://schemas.openxmlformats.org/officeDocument/2006/relationships/image" Target="../media/image124.png"/><Relationship Id="rId247" Type="http://schemas.openxmlformats.org/officeDocument/2006/relationships/image" Target="../media/image145.png"/><Relationship Id="rId107" Type="http://schemas.openxmlformats.org/officeDocument/2006/relationships/image" Target="../media/image75.png"/><Relationship Id="rId289" Type="http://schemas.openxmlformats.org/officeDocument/2006/relationships/image" Target="../media/image166.png"/><Relationship Id="rId11" Type="http://schemas.openxmlformats.org/officeDocument/2006/relationships/image" Target="../media/image27.png"/><Relationship Id="rId53" Type="http://schemas.openxmlformats.org/officeDocument/2006/relationships/image" Target="../media/image48.png"/><Relationship Id="rId149" Type="http://schemas.openxmlformats.org/officeDocument/2006/relationships/image" Target="../media/image96.png"/><Relationship Id="rId314" Type="http://schemas.openxmlformats.org/officeDocument/2006/relationships/customXml" Target="../ink/ink170.xml"/><Relationship Id="rId95" Type="http://schemas.openxmlformats.org/officeDocument/2006/relationships/image" Target="../media/image69.png"/><Relationship Id="rId160" Type="http://schemas.openxmlformats.org/officeDocument/2006/relationships/customXml" Target="../ink/ink93.xml"/><Relationship Id="rId216" Type="http://schemas.openxmlformats.org/officeDocument/2006/relationships/customXml" Target="../ink/ink121.xml"/><Relationship Id="rId258" Type="http://schemas.openxmlformats.org/officeDocument/2006/relationships/customXml" Target="../ink/ink142.xml"/><Relationship Id="rId22" Type="http://schemas.openxmlformats.org/officeDocument/2006/relationships/customXml" Target="../ink/ink24.xml"/><Relationship Id="rId64" Type="http://schemas.openxmlformats.org/officeDocument/2006/relationships/customXml" Target="../ink/ink45.xml"/><Relationship Id="rId118" Type="http://schemas.openxmlformats.org/officeDocument/2006/relationships/customXml" Target="../ink/ink72.xml"/><Relationship Id="rId325" Type="http://schemas.openxmlformats.org/officeDocument/2006/relationships/image" Target="../media/image184.png"/><Relationship Id="rId171" Type="http://schemas.openxmlformats.org/officeDocument/2006/relationships/image" Target="../media/image107.png"/><Relationship Id="rId227" Type="http://schemas.openxmlformats.org/officeDocument/2006/relationships/image" Target="../media/image135.png"/><Relationship Id="rId269" Type="http://schemas.openxmlformats.org/officeDocument/2006/relationships/image" Target="../media/image156.png"/><Relationship Id="rId33" Type="http://schemas.openxmlformats.org/officeDocument/2006/relationships/image" Target="../media/image38.png"/><Relationship Id="rId129" Type="http://schemas.openxmlformats.org/officeDocument/2006/relationships/image" Target="../media/image86.png"/><Relationship Id="rId280" Type="http://schemas.openxmlformats.org/officeDocument/2006/relationships/customXml" Target="../ink/ink153.xml"/><Relationship Id="rId75" Type="http://schemas.openxmlformats.org/officeDocument/2006/relationships/image" Target="../media/image59.png"/><Relationship Id="rId140" Type="http://schemas.openxmlformats.org/officeDocument/2006/relationships/customXml" Target="../ink/ink83.xml"/><Relationship Id="rId182" Type="http://schemas.openxmlformats.org/officeDocument/2006/relationships/customXml" Target="../ink/ink104.xml"/><Relationship Id="rId6" Type="http://schemas.openxmlformats.org/officeDocument/2006/relationships/customXml" Target="../ink/ink16.xml"/><Relationship Id="rId238" Type="http://schemas.openxmlformats.org/officeDocument/2006/relationships/customXml" Target="../ink/ink132.xml"/><Relationship Id="rId291" Type="http://schemas.openxmlformats.org/officeDocument/2006/relationships/image" Target="../media/image167.png"/><Relationship Id="rId305" Type="http://schemas.openxmlformats.org/officeDocument/2006/relationships/image" Target="../media/image174.png"/><Relationship Id="rId44" Type="http://schemas.openxmlformats.org/officeDocument/2006/relationships/customXml" Target="../ink/ink35.xml"/><Relationship Id="rId86" Type="http://schemas.openxmlformats.org/officeDocument/2006/relationships/customXml" Target="../ink/ink56.xml"/><Relationship Id="rId151" Type="http://schemas.openxmlformats.org/officeDocument/2006/relationships/image" Target="../media/image97.png"/><Relationship Id="rId193" Type="http://schemas.openxmlformats.org/officeDocument/2006/relationships/image" Target="../media/image118.png"/><Relationship Id="rId207" Type="http://schemas.openxmlformats.org/officeDocument/2006/relationships/image" Target="../media/image125.png"/><Relationship Id="rId249" Type="http://schemas.openxmlformats.org/officeDocument/2006/relationships/image" Target="../media/image146.png"/><Relationship Id="rId13" Type="http://schemas.openxmlformats.org/officeDocument/2006/relationships/image" Target="../media/image28.png"/><Relationship Id="rId109" Type="http://schemas.openxmlformats.org/officeDocument/2006/relationships/image" Target="../media/image76.png"/><Relationship Id="rId260" Type="http://schemas.openxmlformats.org/officeDocument/2006/relationships/customXml" Target="../ink/ink143.xml"/><Relationship Id="rId316" Type="http://schemas.openxmlformats.org/officeDocument/2006/relationships/customXml" Target="../ink/ink171.xml"/><Relationship Id="rId55" Type="http://schemas.openxmlformats.org/officeDocument/2006/relationships/image" Target="../media/image49.png"/><Relationship Id="rId97" Type="http://schemas.openxmlformats.org/officeDocument/2006/relationships/image" Target="../media/image70.png"/><Relationship Id="rId120" Type="http://schemas.openxmlformats.org/officeDocument/2006/relationships/customXml" Target="../ink/ink73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1.png"/><Relationship Id="rId21" Type="http://schemas.openxmlformats.org/officeDocument/2006/relationships/image" Target="../media/image193.png"/><Relationship Id="rId63" Type="http://schemas.openxmlformats.org/officeDocument/2006/relationships/image" Target="../media/image214.png"/><Relationship Id="rId159" Type="http://schemas.openxmlformats.org/officeDocument/2006/relationships/image" Target="../media/image262.png"/><Relationship Id="rId170" Type="http://schemas.openxmlformats.org/officeDocument/2006/relationships/customXml" Target="../ink/ink260.xml"/><Relationship Id="rId226" Type="http://schemas.openxmlformats.org/officeDocument/2006/relationships/customXml" Target="../ink/ink288.xml"/><Relationship Id="rId268" Type="http://schemas.openxmlformats.org/officeDocument/2006/relationships/customXml" Target="../ink/ink309.xml"/><Relationship Id="rId32" Type="http://schemas.openxmlformats.org/officeDocument/2006/relationships/customXml" Target="../ink/ink191.xml"/><Relationship Id="rId74" Type="http://schemas.openxmlformats.org/officeDocument/2006/relationships/customXml" Target="../ink/ink212.xml"/><Relationship Id="rId128" Type="http://schemas.openxmlformats.org/officeDocument/2006/relationships/customXml" Target="../ink/ink239.xml"/><Relationship Id="rId5" Type="http://schemas.openxmlformats.org/officeDocument/2006/relationships/image" Target="../media/image185.png"/><Relationship Id="rId95" Type="http://schemas.openxmlformats.org/officeDocument/2006/relationships/image" Target="../media/image230.png"/><Relationship Id="rId160" Type="http://schemas.openxmlformats.org/officeDocument/2006/relationships/customXml" Target="../ink/ink255.xml"/><Relationship Id="rId181" Type="http://schemas.openxmlformats.org/officeDocument/2006/relationships/image" Target="../media/image273.png"/><Relationship Id="rId216" Type="http://schemas.openxmlformats.org/officeDocument/2006/relationships/customXml" Target="../ink/ink283.xml"/><Relationship Id="rId237" Type="http://schemas.openxmlformats.org/officeDocument/2006/relationships/image" Target="../media/image301.png"/><Relationship Id="rId258" Type="http://schemas.openxmlformats.org/officeDocument/2006/relationships/customXml" Target="../ink/ink304.xml"/><Relationship Id="rId22" Type="http://schemas.openxmlformats.org/officeDocument/2006/relationships/customXml" Target="../ink/ink186.xml"/><Relationship Id="rId43" Type="http://schemas.openxmlformats.org/officeDocument/2006/relationships/image" Target="../media/image204.png"/><Relationship Id="rId64" Type="http://schemas.openxmlformats.org/officeDocument/2006/relationships/customXml" Target="../ink/ink207.xml"/><Relationship Id="rId118" Type="http://schemas.openxmlformats.org/officeDocument/2006/relationships/customXml" Target="../ink/ink234.xml"/><Relationship Id="rId139" Type="http://schemas.openxmlformats.org/officeDocument/2006/relationships/image" Target="../media/image252.png"/><Relationship Id="rId85" Type="http://schemas.openxmlformats.org/officeDocument/2006/relationships/image" Target="../media/image225.png"/><Relationship Id="rId150" Type="http://schemas.openxmlformats.org/officeDocument/2006/relationships/customXml" Target="../ink/ink250.xml"/><Relationship Id="rId171" Type="http://schemas.openxmlformats.org/officeDocument/2006/relationships/image" Target="../media/image268.png"/><Relationship Id="rId192" Type="http://schemas.openxmlformats.org/officeDocument/2006/relationships/customXml" Target="../ink/ink271.xml"/><Relationship Id="rId206" Type="http://schemas.openxmlformats.org/officeDocument/2006/relationships/customXml" Target="../ink/ink278.xml"/><Relationship Id="rId227" Type="http://schemas.openxmlformats.org/officeDocument/2006/relationships/image" Target="../media/image296.png"/><Relationship Id="rId248" Type="http://schemas.openxmlformats.org/officeDocument/2006/relationships/customXml" Target="../ink/ink299.xml"/><Relationship Id="rId269" Type="http://schemas.openxmlformats.org/officeDocument/2006/relationships/image" Target="../media/image317.png"/><Relationship Id="rId12" Type="http://schemas.openxmlformats.org/officeDocument/2006/relationships/customXml" Target="../ink/ink181.xml"/><Relationship Id="rId33" Type="http://schemas.openxmlformats.org/officeDocument/2006/relationships/image" Target="../media/image199.png"/><Relationship Id="rId108" Type="http://schemas.openxmlformats.org/officeDocument/2006/relationships/customXml" Target="../ink/ink229.xml"/><Relationship Id="rId129" Type="http://schemas.openxmlformats.org/officeDocument/2006/relationships/image" Target="../media/image247.png"/><Relationship Id="rId54" Type="http://schemas.openxmlformats.org/officeDocument/2006/relationships/customXml" Target="../ink/ink202.xml"/><Relationship Id="rId75" Type="http://schemas.openxmlformats.org/officeDocument/2006/relationships/image" Target="../media/image220.png"/><Relationship Id="rId96" Type="http://schemas.openxmlformats.org/officeDocument/2006/relationships/customXml" Target="../ink/ink223.xml"/><Relationship Id="rId140" Type="http://schemas.openxmlformats.org/officeDocument/2006/relationships/customXml" Target="../ink/ink245.xml"/><Relationship Id="rId161" Type="http://schemas.openxmlformats.org/officeDocument/2006/relationships/image" Target="../media/image263.png"/><Relationship Id="rId182" Type="http://schemas.openxmlformats.org/officeDocument/2006/relationships/customXml" Target="../ink/ink266.xml"/><Relationship Id="rId217" Type="http://schemas.openxmlformats.org/officeDocument/2006/relationships/image" Target="../media/image291.png"/><Relationship Id="rId6" Type="http://schemas.openxmlformats.org/officeDocument/2006/relationships/customXml" Target="../ink/ink178.xml"/><Relationship Id="rId238" Type="http://schemas.openxmlformats.org/officeDocument/2006/relationships/customXml" Target="../ink/ink294.xml"/><Relationship Id="rId259" Type="http://schemas.openxmlformats.org/officeDocument/2006/relationships/image" Target="../media/image312.png"/><Relationship Id="rId23" Type="http://schemas.openxmlformats.org/officeDocument/2006/relationships/image" Target="../media/image194.png"/><Relationship Id="rId119" Type="http://schemas.openxmlformats.org/officeDocument/2006/relationships/image" Target="../media/image242.png"/><Relationship Id="rId270" Type="http://schemas.openxmlformats.org/officeDocument/2006/relationships/customXml" Target="../ink/ink310.xml"/><Relationship Id="rId44" Type="http://schemas.openxmlformats.org/officeDocument/2006/relationships/customXml" Target="../ink/ink197.xml"/><Relationship Id="rId65" Type="http://schemas.openxmlformats.org/officeDocument/2006/relationships/image" Target="../media/image215.png"/><Relationship Id="rId86" Type="http://schemas.openxmlformats.org/officeDocument/2006/relationships/customXml" Target="../ink/ink218.xml"/><Relationship Id="rId130" Type="http://schemas.openxmlformats.org/officeDocument/2006/relationships/customXml" Target="../ink/ink240.xml"/><Relationship Id="rId151" Type="http://schemas.openxmlformats.org/officeDocument/2006/relationships/image" Target="../media/image258.png"/><Relationship Id="rId172" Type="http://schemas.openxmlformats.org/officeDocument/2006/relationships/customXml" Target="../ink/ink261.xml"/><Relationship Id="rId193" Type="http://schemas.openxmlformats.org/officeDocument/2006/relationships/image" Target="../media/image279.png"/><Relationship Id="rId207" Type="http://schemas.openxmlformats.org/officeDocument/2006/relationships/image" Target="../media/image286.png"/><Relationship Id="rId228" Type="http://schemas.openxmlformats.org/officeDocument/2006/relationships/customXml" Target="../ink/ink289.xml"/><Relationship Id="rId249" Type="http://schemas.openxmlformats.org/officeDocument/2006/relationships/image" Target="../media/image307.png"/><Relationship Id="rId13" Type="http://schemas.openxmlformats.org/officeDocument/2006/relationships/image" Target="../media/image189.png"/><Relationship Id="rId109" Type="http://schemas.openxmlformats.org/officeDocument/2006/relationships/image" Target="../media/image237.png"/><Relationship Id="rId260" Type="http://schemas.openxmlformats.org/officeDocument/2006/relationships/customXml" Target="../ink/ink305.xml"/><Relationship Id="rId34" Type="http://schemas.openxmlformats.org/officeDocument/2006/relationships/customXml" Target="../ink/ink192.xml"/><Relationship Id="rId55" Type="http://schemas.openxmlformats.org/officeDocument/2006/relationships/image" Target="../media/image210.png"/><Relationship Id="rId76" Type="http://schemas.openxmlformats.org/officeDocument/2006/relationships/customXml" Target="../ink/ink213.xml"/><Relationship Id="rId97" Type="http://schemas.openxmlformats.org/officeDocument/2006/relationships/image" Target="../media/image231.png"/><Relationship Id="rId120" Type="http://schemas.openxmlformats.org/officeDocument/2006/relationships/customXml" Target="../ink/ink235.xml"/><Relationship Id="rId141" Type="http://schemas.openxmlformats.org/officeDocument/2006/relationships/image" Target="../media/image253.png"/><Relationship Id="rId7" Type="http://schemas.openxmlformats.org/officeDocument/2006/relationships/image" Target="../media/image186.png"/><Relationship Id="rId162" Type="http://schemas.openxmlformats.org/officeDocument/2006/relationships/customXml" Target="../ink/ink256.xml"/><Relationship Id="rId183" Type="http://schemas.openxmlformats.org/officeDocument/2006/relationships/image" Target="../media/image274.png"/><Relationship Id="rId218" Type="http://schemas.openxmlformats.org/officeDocument/2006/relationships/customXml" Target="../ink/ink284.xml"/><Relationship Id="rId239" Type="http://schemas.openxmlformats.org/officeDocument/2006/relationships/image" Target="../media/image302.png"/><Relationship Id="rId250" Type="http://schemas.openxmlformats.org/officeDocument/2006/relationships/customXml" Target="../ink/ink300.xml"/><Relationship Id="rId271" Type="http://schemas.openxmlformats.org/officeDocument/2006/relationships/image" Target="../media/image318.png"/><Relationship Id="rId24" Type="http://schemas.openxmlformats.org/officeDocument/2006/relationships/customXml" Target="../ink/ink187.xml"/><Relationship Id="rId45" Type="http://schemas.openxmlformats.org/officeDocument/2006/relationships/image" Target="../media/image205.png"/><Relationship Id="rId66" Type="http://schemas.openxmlformats.org/officeDocument/2006/relationships/customXml" Target="../ink/ink208.xml"/><Relationship Id="rId87" Type="http://schemas.openxmlformats.org/officeDocument/2006/relationships/image" Target="../media/image226.png"/><Relationship Id="rId110" Type="http://schemas.openxmlformats.org/officeDocument/2006/relationships/customXml" Target="../ink/ink230.xml"/><Relationship Id="rId131" Type="http://schemas.openxmlformats.org/officeDocument/2006/relationships/image" Target="../media/image248.png"/><Relationship Id="rId152" Type="http://schemas.openxmlformats.org/officeDocument/2006/relationships/customXml" Target="../ink/ink251.xml"/><Relationship Id="rId173" Type="http://schemas.openxmlformats.org/officeDocument/2006/relationships/image" Target="../media/image269.png"/><Relationship Id="rId194" Type="http://schemas.openxmlformats.org/officeDocument/2006/relationships/customXml" Target="../ink/ink272.xml"/><Relationship Id="rId208" Type="http://schemas.openxmlformats.org/officeDocument/2006/relationships/customXml" Target="../ink/ink279.xml"/><Relationship Id="rId229" Type="http://schemas.openxmlformats.org/officeDocument/2006/relationships/image" Target="../media/image297.png"/><Relationship Id="rId240" Type="http://schemas.openxmlformats.org/officeDocument/2006/relationships/customXml" Target="../ink/ink295.xml"/><Relationship Id="rId261" Type="http://schemas.openxmlformats.org/officeDocument/2006/relationships/image" Target="../media/image313.png"/><Relationship Id="rId14" Type="http://schemas.openxmlformats.org/officeDocument/2006/relationships/customXml" Target="../ink/ink182.xml"/><Relationship Id="rId35" Type="http://schemas.openxmlformats.org/officeDocument/2006/relationships/image" Target="../media/image200.png"/><Relationship Id="rId56" Type="http://schemas.openxmlformats.org/officeDocument/2006/relationships/customXml" Target="../ink/ink203.xml"/><Relationship Id="rId77" Type="http://schemas.openxmlformats.org/officeDocument/2006/relationships/image" Target="../media/image221.png"/><Relationship Id="rId100" Type="http://schemas.openxmlformats.org/officeDocument/2006/relationships/customXml" Target="../ink/ink225.xml"/><Relationship Id="rId8" Type="http://schemas.openxmlformats.org/officeDocument/2006/relationships/customXml" Target="../ink/ink179.xml"/><Relationship Id="rId98" Type="http://schemas.openxmlformats.org/officeDocument/2006/relationships/customXml" Target="../ink/ink224.xml"/><Relationship Id="rId121" Type="http://schemas.openxmlformats.org/officeDocument/2006/relationships/image" Target="../media/image243.png"/><Relationship Id="rId142" Type="http://schemas.openxmlformats.org/officeDocument/2006/relationships/customXml" Target="../ink/ink246.xml"/><Relationship Id="rId163" Type="http://schemas.openxmlformats.org/officeDocument/2006/relationships/image" Target="../media/image264.png"/><Relationship Id="rId184" Type="http://schemas.openxmlformats.org/officeDocument/2006/relationships/customXml" Target="../ink/ink267.xml"/><Relationship Id="rId219" Type="http://schemas.openxmlformats.org/officeDocument/2006/relationships/image" Target="../media/image292.png"/><Relationship Id="rId230" Type="http://schemas.openxmlformats.org/officeDocument/2006/relationships/customXml" Target="../ink/ink290.xml"/><Relationship Id="rId251" Type="http://schemas.openxmlformats.org/officeDocument/2006/relationships/image" Target="../media/image308.png"/><Relationship Id="rId25" Type="http://schemas.openxmlformats.org/officeDocument/2006/relationships/image" Target="../media/image195.png"/><Relationship Id="rId46" Type="http://schemas.openxmlformats.org/officeDocument/2006/relationships/customXml" Target="../ink/ink198.xml"/><Relationship Id="rId67" Type="http://schemas.openxmlformats.org/officeDocument/2006/relationships/image" Target="../media/image216.png"/><Relationship Id="rId272" Type="http://schemas.openxmlformats.org/officeDocument/2006/relationships/customXml" Target="../ink/ink311.xml"/><Relationship Id="rId88" Type="http://schemas.openxmlformats.org/officeDocument/2006/relationships/customXml" Target="../ink/ink219.xml"/><Relationship Id="rId111" Type="http://schemas.openxmlformats.org/officeDocument/2006/relationships/image" Target="../media/image238.png"/><Relationship Id="rId132" Type="http://schemas.openxmlformats.org/officeDocument/2006/relationships/customXml" Target="../ink/ink241.xml"/><Relationship Id="rId153" Type="http://schemas.openxmlformats.org/officeDocument/2006/relationships/image" Target="../media/image259.png"/><Relationship Id="rId174" Type="http://schemas.openxmlformats.org/officeDocument/2006/relationships/customXml" Target="../ink/ink262.xml"/><Relationship Id="rId195" Type="http://schemas.openxmlformats.org/officeDocument/2006/relationships/image" Target="../media/image280.png"/><Relationship Id="rId209" Type="http://schemas.openxmlformats.org/officeDocument/2006/relationships/image" Target="../media/image287.png"/><Relationship Id="rId220" Type="http://schemas.openxmlformats.org/officeDocument/2006/relationships/customXml" Target="../ink/ink285.xml"/><Relationship Id="rId241" Type="http://schemas.openxmlformats.org/officeDocument/2006/relationships/image" Target="../media/image303.png"/><Relationship Id="rId15" Type="http://schemas.openxmlformats.org/officeDocument/2006/relationships/image" Target="../media/image190.png"/><Relationship Id="rId36" Type="http://schemas.openxmlformats.org/officeDocument/2006/relationships/customXml" Target="../ink/ink193.xml"/><Relationship Id="rId57" Type="http://schemas.openxmlformats.org/officeDocument/2006/relationships/image" Target="../media/image211.png"/><Relationship Id="rId262" Type="http://schemas.openxmlformats.org/officeDocument/2006/relationships/customXml" Target="../ink/ink306.xml"/><Relationship Id="rId78" Type="http://schemas.openxmlformats.org/officeDocument/2006/relationships/customXml" Target="../ink/ink214.xml"/><Relationship Id="rId99" Type="http://schemas.openxmlformats.org/officeDocument/2006/relationships/image" Target="../media/image232.png"/><Relationship Id="rId101" Type="http://schemas.openxmlformats.org/officeDocument/2006/relationships/image" Target="../media/image233.png"/><Relationship Id="rId122" Type="http://schemas.openxmlformats.org/officeDocument/2006/relationships/customXml" Target="../ink/ink236.xml"/><Relationship Id="rId143" Type="http://schemas.openxmlformats.org/officeDocument/2006/relationships/image" Target="../media/image254.png"/><Relationship Id="rId164" Type="http://schemas.openxmlformats.org/officeDocument/2006/relationships/customXml" Target="../ink/ink257.xml"/><Relationship Id="rId185" Type="http://schemas.openxmlformats.org/officeDocument/2006/relationships/image" Target="../media/image275.png"/><Relationship Id="rId9" Type="http://schemas.openxmlformats.org/officeDocument/2006/relationships/image" Target="../media/image187.png"/><Relationship Id="rId210" Type="http://schemas.openxmlformats.org/officeDocument/2006/relationships/customXml" Target="../ink/ink280.xml"/><Relationship Id="rId26" Type="http://schemas.openxmlformats.org/officeDocument/2006/relationships/customXml" Target="../ink/ink188.xml"/><Relationship Id="rId231" Type="http://schemas.openxmlformats.org/officeDocument/2006/relationships/image" Target="../media/image298.png"/><Relationship Id="rId252" Type="http://schemas.openxmlformats.org/officeDocument/2006/relationships/customXml" Target="../ink/ink301.xml"/><Relationship Id="rId273" Type="http://schemas.openxmlformats.org/officeDocument/2006/relationships/image" Target="../media/image319.png"/><Relationship Id="rId47" Type="http://schemas.openxmlformats.org/officeDocument/2006/relationships/image" Target="../media/image206.png"/><Relationship Id="rId68" Type="http://schemas.openxmlformats.org/officeDocument/2006/relationships/customXml" Target="../ink/ink209.xml"/><Relationship Id="rId89" Type="http://schemas.openxmlformats.org/officeDocument/2006/relationships/image" Target="../media/image227.png"/><Relationship Id="rId112" Type="http://schemas.openxmlformats.org/officeDocument/2006/relationships/customXml" Target="../ink/ink231.xml"/><Relationship Id="rId133" Type="http://schemas.openxmlformats.org/officeDocument/2006/relationships/image" Target="../media/image249.png"/><Relationship Id="rId154" Type="http://schemas.openxmlformats.org/officeDocument/2006/relationships/customXml" Target="../ink/ink252.xml"/><Relationship Id="rId175" Type="http://schemas.openxmlformats.org/officeDocument/2006/relationships/image" Target="../media/image270.png"/><Relationship Id="rId196" Type="http://schemas.openxmlformats.org/officeDocument/2006/relationships/customXml" Target="../ink/ink273.xml"/><Relationship Id="rId200" Type="http://schemas.openxmlformats.org/officeDocument/2006/relationships/customXml" Target="../ink/ink275.xml"/><Relationship Id="rId16" Type="http://schemas.openxmlformats.org/officeDocument/2006/relationships/customXml" Target="../ink/ink183.xml"/><Relationship Id="rId221" Type="http://schemas.openxmlformats.org/officeDocument/2006/relationships/image" Target="../media/image293.png"/><Relationship Id="rId242" Type="http://schemas.openxmlformats.org/officeDocument/2006/relationships/customXml" Target="../ink/ink296.xml"/><Relationship Id="rId263" Type="http://schemas.openxmlformats.org/officeDocument/2006/relationships/image" Target="../media/image314.png"/><Relationship Id="rId37" Type="http://schemas.openxmlformats.org/officeDocument/2006/relationships/image" Target="../media/image201.png"/><Relationship Id="rId58" Type="http://schemas.openxmlformats.org/officeDocument/2006/relationships/customXml" Target="../ink/ink204.xml"/><Relationship Id="rId79" Type="http://schemas.openxmlformats.org/officeDocument/2006/relationships/image" Target="../media/image222.png"/><Relationship Id="rId102" Type="http://schemas.openxmlformats.org/officeDocument/2006/relationships/customXml" Target="../ink/ink226.xml"/><Relationship Id="rId123" Type="http://schemas.openxmlformats.org/officeDocument/2006/relationships/image" Target="../media/image244.png"/><Relationship Id="rId144" Type="http://schemas.openxmlformats.org/officeDocument/2006/relationships/customXml" Target="../ink/ink247.xml"/><Relationship Id="rId90" Type="http://schemas.openxmlformats.org/officeDocument/2006/relationships/customXml" Target="../ink/ink220.xml"/><Relationship Id="rId165" Type="http://schemas.openxmlformats.org/officeDocument/2006/relationships/image" Target="../media/image265.png"/><Relationship Id="rId186" Type="http://schemas.openxmlformats.org/officeDocument/2006/relationships/customXml" Target="../ink/ink268.xml"/><Relationship Id="rId211" Type="http://schemas.openxmlformats.org/officeDocument/2006/relationships/image" Target="../media/image288.png"/><Relationship Id="rId232" Type="http://schemas.openxmlformats.org/officeDocument/2006/relationships/customXml" Target="../ink/ink291.xml"/><Relationship Id="rId253" Type="http://schemas.openxmlformats.org/officeDocument/2006/relationships/image" Target="../media/image309.png"/><Relationship Id="rId274" Type="http://schemas.openxmlformats.org/officeDocument/2006/relationships/customXml" Target="../ink/ink312.xml"/><Relationship Id="rId27" Type="http://schemas.openxmlformats.org/officeDocument/2006/relationships/image" Target="../media/image196.png"/><Relationship Id="rId48" Type="http://schemas.openxmlformats.org/officeDocument/2006/relationships/customXml" Target="../ink/ink199.xml"/><Relationship Id="rId69" Type="http://schemas.openxmlformats.org/officeDocument/2006/relationships/image" Target="../media/image217.png"/><Relationship Id="rId113" Type="http://schemas.openxmlformats.org/officeDocument/2006/relationships/image" Target="../media/image239.png"/><Relationship Id="rId134" Type="http://schemas.openxmlformats.org/officeDocument/2006/relationships/customXml" Target="../ink/ink242.xml"/><Relationship Id="rId80" Type="http://schemas.openxmlformats.org/officeDocument/2006/relationships/customXml" Target="../ink/ink215.xml"/><Relationship Id="rId155" Type="http://schemas.openxmlformats.org/officeDocument/2006/relationships/image" Target="../media/image260.png"/><Relationship Id="rId176" Type="http://schemas.openxmlformats.org/officeDocument/2006/relationships/customXml" Target="../ink/ink263.xml"/><Relationship Id="rId197" Type="http://schemas.openxmlformats.org/officeDocument/2006/relationships/image" Target="../media/image281.png"/><Relationship Id="rId201" Type="http://schemas.openxmlformats.org/officeDocument/2006/relationships/image" Target="../media/image283.png"/><Relationship Id="rId222" Type="http://schemas.openxmlformats.org/officeDocument/2006/relationships/customXml" Target="../ink/ink286.xml"/><Relationship Id="rId243" Type="http://schemas.openxmlformats.org/officeDocument/2006/relationships/image" Target="../media/image304.png"/><Relationship Id="rId264" Type="http://schemas.openxmlformats.org/officeDocument/2006/relationships/customXml" Target="../ink/ink307.xml"/><Relationship Id="rId17" Type="http://schemas.openxmlformats.org/officeDocument/2006/relationships/image" Target="../media/image191.png"/><Relationship Id="rId38" Type="http://schemas.openxmlformats.org/officeDocument/2006/relationships/customXml" Target="../ink/ink194.xml"/><Relationship Id="rId59" Type="http://schemas.openxmlformats.org/officeDocument/2006/relationships/image" Target="../media/image212.png"/><Relationship Id="rId103" Type="http://schemas.openxmlformats.org/officeDocument/2006/relationships/image" Target="../media/image234.png"/><Relationship Id="rId124" Type="http://schemas.openxmlformats.org/officeDocument/2006/relationships/customXml" Target="../ink/ink237.xml"/><Relationship Id="rId70" Type="http://schemas.openxmlformats.org/officeDocument/2006/relationships/customXml" Target="../ink/ink210.xml"/><Relationship Id="rId91" Type="http://schemas.openxmlformats.org/officeDocument/2006/relationships/image" Target="../media/image228.png"/><Relationship Id="rId145" Type="http://schemas.openxmlformats.org/officeDocument/2006/relationships/image" Target="../media/image255.png"/><Relationship Id="rId166" Type="http://schemas.openxmlformats.org/officeDocument/2006/relationships/customXml" Target="../ink/ink258.xml"/><Relationship Id="rId187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81.xml"/><Relationship Id="rId233" Type="http://schemas.openxmlformats.org/officeDocument/2006/relationships/image" Target="../media/image299.png"/><Relationship Id="rId254" Type="http://schemas.openxmlformats.org/officeDocument/2006/relationships/customXml" Target="../ink/ink302.xml"/><Relationship Id="rId28" Type="http://schemas.openxmlformats.org/officeDocument/2006/relationships/customXml" Target="../ink/ink189.xml"/><Relationship Id="rId49" Type="http://schemas.openxmlformats.org/officeDocument/2006/relationships/image" Target="../media/image207.png"/><Relationship Id="rId114" Type="http://schemas.openxmlformats.org/officeDocument/2006/relationships/customXml" Target="../ink/ink232.xml"/><Relationship Id="rId275" Type="http://schemas.openxmlformats.org/officeDocument/2006/relationships/image" Target="../media/image320.png"/><Relationship Id="rId60" Type="http://schemas.openxmlformats.org/officeDocument/2006/relationships/customXml" Target="../ink/ink205.xml"/><Relationship Id="rId81" Type="http://schemas.openxmlformats.org/officeDocument/2006/relationships/image" Target="../media/image223.png"/><Relationship Id="rId135" Type="http://schemas.openxmlformats.org/officeDocument/2006/relationships/image" Target="../media/image250.png"/><Relationship Id="rId156" Type="http://schemas.openxmlformats.org/officeDocument/2006/relationships/customXml" Target="../ink/ink253.xml"/><Relationship Id="rId177" Type="http://schemas.openxmlformats.org/officeDocument/2006/relationships/image" Target="../media/image271.png"/><Relationship Id="rId198" Type="http://schemas.openxmlformats.org/officeDocument/2006/relationships/customXml" Target="../ink/ink274.xml"/><Relationship Id="rId202" Type="http://schemas.openxmlformats.org/officeDocument/2006/relationships/customXml" Target="../ink/ink276.xml"/><Relationship Id="rId223" Type="http://schemas.openxmlformats.org/officeDocument/2006/relationships/image" Target="../media/image294.png"/><Relationship Id="rId244" Type="http://schemas.openxmlformats.org/officeDocument/2006/relationships/customXml" Target="../ink/ink297.xml"/><Relationship Id="rId18" Type="http://schemas.openxmlformats.org/officeDocument/2006/relationships/customXml" Target="../ink/ink184.xml"/><Relationship Id="rId39" Type="http://schemas.openxmlformats.org/officeDocument/2006/relationships/image" Target="../media/image202.png"/><Relationship Id="rId265" Type="http://schemas.openxmlformats.org/officeDocument/2006/relationships/image" Target="../media/image315.png"/><Relationship Id="rId50" Type="http://schemas.openxmlformats.org/officeDocument/2006/relationships/customXml" Target="../ink/ink200.xml"/><Relationship Id="rId104" Type="http://schemas.openxmlformats.org/officeDocument/2006/relationships/customXml" Target="../ink/ink227.xml"/><Relationship Id="rId125" Type="http://schemas.openxmlformats.org/officeDocument/2006/relationships/image" Target="../media/image245.png"/><Relationship Id="rId146" Type="http://schemas.openxmlformats.org/officeDocument/2006/relationships/customXml" Target="../ink/ink248.xml"/><Relationship Id="rId167" Type="http://schemas.openxmlformats.org/officeDocument/2006/relationships/image" Target="../media/image266.png"/><Relationship Id="rId188" Type="http://schemas.openxmlformats.org/officeDocument/2006/relationships/customXml" Target="../ink/ink269.xml"/><Relationship Id="rId71" Type="http://schemas.openxmlformats.org/officeDocument/2006/relationships/image" Target="../media/image218.png"/><Relationship Id="rId92" Type="http://schemas.openxmlformats.org/officeDocument/2006/relationships/customXml" Target="../ink/ink221.xml"/><Relationship Id="rId213" Type="http://schemas.openxmlformats.org/officeDocument/2006/relationships/image" Target="../media/image289.png"/><Relationship Id="rId234" Type="http://schemas.openxmlformats.org/officeDocument/2006/relationships/customXml" Target="../ink/ink292.xml"/><Relationship Id="rId2" Type="http://schemas.openxmlformats.org/officeDocument/2006/relationships/customXml" Target="../ink/ink176.xml"/><Relationship Id="rId29" Type="http://schemas.openxmlformats.org/officeDocument/2006/relationships/image" Target="../media/image197.png"/><Relationship Id="rId255" Type="http://schemas.openxmlformats.org/officeDocument/2006/relationships/image" Target="../media/image310.png"/><Relationship Id="rId40" Type="http://schemas.openxmlformats.org/officeDocument/2006/relationships/customXml" Target="../ink/ink195.xml"/><Relationship Id="rId115" Type="http://schemas.openxmlformats.org/officeDocument/2006/relationships/image" Target="../media/image240.png"/><Relationship Id="rId136" Type="http://schemas.openxmlformats.org/officeDocument/2006/relationships/customXml" Target="../ink/ink243.xml"/><Relationship Id="rId157" Type="http://schemas.openxmlformats.org/officeDocument/2006/relationships/image" Target="../media/image261.png"/><Relationship Id="rId178" Type="http://schemas.openxmlformats.org/officeDocument/2006/relationships/customXml" Target="../ink/ink264.xml"/><Relationship Id="rId61" Type="http://schemas.openxmlformats.org/officeDocument/2006/relationships/image" Target="../media/image213.png"/><Relationship Id="rId82" Type="http://schemas.openxmlformats.org/officeDocument/2006/relationships/customXml" Target="../ink/ink216.xml"/><Relationship Id="rId199" Type="http://schemas.openxmlformats.org/officeDocument/2006/relationships/image" Target="../media/image282.png"/><Relationship Id="rId203" Type="http://schemas.openxmlformats.org/officeDocument/2006/relationships/image" Target="../media/image284.png"/><Relationship Id="rId19" Type="http://schemas.openxmlformats.org/officeDocument/2006/relationships/image" Target="../media/image192.png"/><Relationship Id="rId224" Type="http://schemas.openxmlformats.org/officeDocument/2006/relationships/customXml" Target="../ink/ink287.xml"/><Relationship Id="rId245" Type="http://schemas.openxmlformats.org/officeDocument/2006/relationships/image" Target="../media/image305.png"/><Relationship Id="rId266" Type="http://schemas.openxmlformats.org/officeDocument/2006/relationships/customXml" Target="../ink/ink308.xml"/><Relationship Id="rId30" Type="http://schemas.openxmlformats.org/officeDocument/2006/relationships/customXml" Target="../ink/ink190.xml"/><Relationship Id="rId105" Type="http://schemas.openxmlformats.org/officeDocument/2006/relationships/image" Target="../media/image235.png"/><Relationship Id="rId126" Type="http://schemas.openxmlformats.org/officeDocument/2006/relationships/customXml" Target="../ink/ink238.xml"/><Relationship Id="rId147" Type="http://schemas.openxmlformats.org/officeDocument/2006/relationships/image" Target="../media/image256.png"/><Relationship Id="rId168" Type="http://schemas.openxmlformats.org/officeDocument/2006/relationships/customXml" Target="../ink/ink259.xml"/><Relationship Id="rId51" Type="http://schemas.openxmlformats.org/officeDocument/2006/relationships/image" Target="../media/image208.png"/><Relationship Id="rId72" Type="http://schemas.openxmlformats.org/officeDocument/2006/relationships/customXml" Target="../ink/ink211.xml"/><Relationship Id="rId93" Type="http://schemas.openxmlformats.org/officeDocument/2006/relationships/image" Target="../media/image229.png"/><Relationship Id="rId189" Type="http://schemas.openxmlformats.org/officeDocument/2006/relationships/image" Target="../media/image277.png"/><Relationship Id="rId3" Type="http://schemas.openxmlformats.org/officeDocument/2006/relationships/image" Target="../media/image23.png"/><Relationship Id="rId214" Type="http://schemas.openxmlformats.org/officeDocument/2006/relationships/customXml" Target="../ink/ink282.xml"/><Relationship Id="rId235" Type="http://schemas.openxmlformats.org/officeDocument/2006/relationships/image" Target="../media/image300.png"/><Relationship Id="rId256" Type="http://schemas.openxmlformats.org/officeDocument/2006/relationships/customXml" Target="../ink/ink303.xml"/><Relationship Id="rId116" Type="http://schemas.openxmlformats.org/officeDocument/2006/relationships/customXml" Target="../ink/ink233.xml"/><Relationship Id="rId137" Type="http://schemas.openxmlformats.org/officeDocument/2006/relationships/image" Target="../media/image251.png"/><Relationship Id="rId158" Type="http://schemas.openxmlformats.org/officeDocument/2006/relationships/customXml" Target="../ink/ink254.xml"/><Relationship Id="rId20" Type="http://schemas.openxmlformats.org/officeDocument/2006/relationships/customXml" Target="../ink/ink185.xml"/><Relationship Id="rId41" Type="http://schemas.openxmlformats.org/officeDocument/2006/relationships/image" Target="../media/image203.png"/><Relationship Id="rId62" Type="http://schemas.openxmlformats.org/officeDocument/2006/relationships/customXml" Target="../ink/ink206.xml"/><Relationship Id="rId83" Type="http://schemas.openxmlformats.org/officeDocument/2006/relationships/image" Target="../media/image224.png"/><Relationship Id="rId179" Type="http://schemas.openxmlformats.org/officeDocument/2006/relationships/image" Target="../media/image272.png"/><Relationship Id="rId190" Type="http://schemas.openxmlformats.org/officeDocument/2006/relationships/customXml" Target="../ink/ink270.xml"/><Relationship Id="rId204" Type="http://schemas.openxmlformats.org/officeDocument/2006/relationships/customXml" Target="../ink/ink277.xml"/><Relationship Id="rId225" Type="http://schemas.openxmlformats.org/officeDocument/2006/relationships/image" Target="../media/image295.png"/><Relationship Id="rId246" Type="http://schemas.openxmlformats.org/officeDocument/2006/relationships/customXml" Target="../ink/ink298.xml"/><Relationship Id="rId267" Type="http://schemas.openxmlformats.org/officeDocument/2006/relationships/image" Target="../media/image316.png"/><Relationship Id="rId106" Type="http://schemas.openxmlformats.org/officeDocument/2006/relationships/customXml" Target="../ink/ink228.xml"/><Relationship Id="rId127" Type="http://schemas.openxmlformats.org/officeDocument/2006/relationships/image" Target="../media/image246.png"/><Relationship Id="rId10" Type="http://schemas.openxmlformats.org/officeDocument/2006/relationships/customXml" Target="../ink/ink180.xml"/><Relationship Id="rId31" Type="http://schemas.openxmlformats.org/officeDocument/2006/relationships/image" Target="../media/image198.png"/><Relationship Id="rId52" Type="http://schemas.openxmlformats.org/officeDocument/2006/relationships/customXml" Target="../ink/ink201.xml"/><Relationship Id="rId73" Type="http://schemas.openxmlformats.org/officeDocument/2006/relationships/image" Target="../media/image219.png"/><Relationship Id="rId94" Type="http://schemas.openxmlformats.org/officeDocument/2006/relationships/customXml" Target="../ink/ink222.xml"/><Relationship Id="rId148" Type="http://schemas.openxmlformats.org/officeDocument/2006/relationships/customXml" Target="../ink/ink249.xml"/><Relationship Id="rId169" Type="http://schemas.openxmlformats.org/officeDocument/2006/relationships/image" Target="../media/image267.png"/><Relationship Id="rId4" Type="http://schemas.openxmlformats.org/officeDocument/2006/relationships/customXml" Target="../ink/ink177.xml"/><Relationship Id="rId180" Type="http://schemas.openxmlformats.org/officeDocument/2006/relationships/customXml" Target="../ink/ink265.xml"/><Relationship Id="rId215" Type="http://schemas.openxmlformats.org/officeDocument/2006/relationships/image" Target="../media/image290.png"/><Relationship Id="rId236" Type="http://schemas.openxmlformats.org/officeDocument/2006/relationships/customXml" Target="../ink/ink293.xml"/><Relationship Id="rId257" Type="http://schemas.openxmlformats.org/officeDocument/2006/relationships/image" Target="../media/image311.png"/><Relationship Id="rId42" Type="http://schemas.openxmlformats.org/officeDocument/2006/relationships/customXml" Target="../ink/ink196.xml"/><Relationship Id="rId84" Type="http://schemas.openxmlformats.org/officeDocument/2006/relationships/customXml" Target="../ink/ink217.xml"/><Relationship Id="rId138" Type="http://schemas.openxmlformats.org/officeDocument/2006/relationships/customXml" Target="../ink/ink244.xml"/><Relationship Id="rId191" Type="http://schemas.openxmlformats.org/officeDocument/2006/relationships/image" Target="../media/image278.png"/><Relationship Id="rId205" Type="http://schemas.openxmlformats.org/officeDocument/2006/relationships/image" Target="../media/image285.png"/><Relationship Id="rId247" Type="http://schemas.openxmlformats.org/officeDocument/2006/relationships/image" Target="../media/image306.png"/><Relationship Id="rId107" Type="http://schemas.openxmlformats.org/officeDocument/2006/relationships/image" Target="../media/image236.png"/><Relationship Id="rId11" Type="http://schemas.openxmlformats.org/officeDocument/2006/relationships/image" Target="../media/image188.png"/><Relationship Id="rId53" Type="http://schemas.openxmlformats.org/officeDocument/2006/relationships/image" Target="../media/image209.png"/><Relationship Id="rId149" Type="http://schemas.openxmlformats.org/officeDocument/2006/relationships/image" Target="../media/image257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8.png"/><Relationship Id="rId299" Type="http://schemas.openxmlformats.org/officeDocument/2006/relationships/image" Target="../media/image469.png"/><Relationship Id="rId21" Type="http://schemas.openxmlformats.org/officeDocument/2006/relationships/image" Target="../media/image330.png"/><Relationship Id="rId63" Type="http://schemas.openxmlformats.org/officeDocument/2006/relationships/image" Target="../media/image351.png"/><Relationship Id="rId159" Type="http://schemas.openxmlformats.org/officeDocument/2006/relationships/image" Target="../media/image399.png"/><Relationship Id="rId324" Type="http://schemas.openxmlformats.org/officeDocument/2006/relationships/customXml" Target="../ink/ink474.xml"/><Relationship Id="rId366" Type="http://schemas.openxmlformats.org/officeDocument/2006/relationships/image" Target="../media/image502.png"/><Relationship Id="rId170" Type="http://schemas.openxmlformats.org/officeDocument/2006/relationships/customXml" Target="../ink/ink397.xml"/><Relationship Id="rId226" Type="http://schemas.openxmlformats.org/officeDocument/2006/relationships/customXml" Target="../ink/ink425.xml"/><Relationship Id="rId433" Type="http://schemas.openxmlformats.org/officeDocument/2006/relationships/customXml" Target="../ink/ink529.xml"/><Relationship Id="rId268" Type="http://schemas.openxmlformats.org/officeDocument/2006/relationships/customXml" Target="../ink/ink446.xml"/><Relationship Id="rId32" Type="http://schemas.openxmlformats.org/officeDocument/2006/relationships/customXml" Target="../ink/ink328.xml"/><Relationship Id="rId74" Type="http://schemas.openxmlformats.org/officeDocument/2006/relationships/customXml" Target="../ink/ink349.xml"/><Relationship Id="rId128" Type="http://schemas.openxmlformats.org/officeDocument/2006/relationships/customXml" Target="../ink/ink376.xml"/><Relationship Id="rId335" Type="http://schemas.openxmlformats.org/officeDocument/2006/relationships/customXml" Target="../ink/ink480.xml"/><Relationship Id="rId377" Type="http://schemas.openxmlformats.org/officeDocument/2006/relationships/customXml" Target="../ink/ink501.xml"/><Relationship Id="rId5" Type="http://schemas.openxmlformats.org/officeDocument/2006/relationships/image" Target="../media/image322.png"/><Relationship Id="rId181" Type="http://schemas.openxmlformats.org/officeDocument/2006/relationships/image" Target="../media/image410.png"/><Relationship Id="rId237" Type="http://schemas.openxmlformats.org/officeDocument/2006/relationships/image" Target="../media/image438.png"/><Relationship Id="rId402" Type="http://schemas.openxmlformats.org/officeDocument/2006/relationships/image" Target="../media/image520.png"/><Relationship Id="rId279" Type="http://schemas.openxmlformats.org/officeDocument/2006/relationships/image" Target="../media/image459.png"/><Relationship Id="rId444" Type="http://schemas.openxmlformats.org/officeDocument/2006/relationships/image" Target="../media/image541.png"/><Relationship Id="rId43" Type="http://schemas.openxmlformats.org/officeDocument/2006/relationships/image" Target="../media/image341.png"/><Relationship Id="rId139" Type="http://schemas.openxmlformats.org/officeDocument/2006/relationships/image" Target="../media/image389.png"/><Relationship Id="rId290" Type="http://schemas.openxmlformats.org/officeDocument/2006/relationships/customXml" Target="../ink/ink457.xml"/><Relationship Id="rId304" Type="http://schemas.openxmlformats.org/officeDocument/2006/relationships/customXml" Target="../ink/ink464.xml"/><Relationship Id="rId346" Type="http://schemas.openxmlformats.org/officeDocument/2006/relationships/image" Target="../media/image492.png"/><Relationship Id="rId388" Type="http://schemas.openxmlformats.org/officeDocument/2006/relationships/image" Target="../media/image513.png"/><Relationship Id="rId85" Type="http://schemas.openxmlformats.org/officeDocument/2006/relationships/image" Target="../media/image362.png"/><Relationship Id="rId150" Type="http://schemas.openxmlformats.org/officeDocument/2006/relationships/customXml" Target="../ink/ink387.xml"/><Relationship Id="rId192" Type="http://schemas.openxmlformats.org/officeDocument/2006/relationships/customXml" Target="../ink/ink408.xml"/><Relationship Id="rId206" Type="http://schemas.openxmlformats.org/officeDocument/2006/relationships/customXml" Target="../ink/ink415.xml"/><Relationship Id="rId413" Type="http://schemas.openxmlformats.org/officeDocument/2006/relationships/customXml" Target="../ink/ink519.xml"/><Relationship Id="rId248" Type="http://schemas.openxmlformats.org/officeDocument/2006/relationships/customXml" Target="../ink/ink436.xml"/><Relationship Id="rId455" Type="http://schemas.openxmlformats.org/officeDocument/2006/relationships/customXml" Target="../ink/ink540.xml"/><Relationship Id="rId12" Type="http://schemas.openxmlformats.org/officeDocument/2006/relationships/customXml" Target="../ink/ink318.xml"/><Relationship Id="rId108" Type="http://schemas.openxmlformats.org/officeDocument/2006/relationships/customXml" Target="../ink/ink366.xml"/><Relationship Id="rId315" Type="http://schemas.openxmlformats.org/officeDocument/2006/relationships/image" Target="../media/image477.png"/><Relationship Id="rId357" Type="http://schemas.openxmlformats.org/officeDocument/2006/relationships/customXml" Target="../ink/ink491.xml"/><Relationship Id="rId54" Type="http://schemas.openxmlformats.org/officeDocument/2006/relationships/customXml" Target="../ink/ink339.xml"/><Relationship Id="rId96" Type="http://schemas.openxmlformats.org/officeDocument/2006/relationships/customXml" Target="../ink/ink360.xml"/><Relationship Id="rId161" Type="http://schemas.openxmlformats.org/officeDocument/2006/relationships/image" Target="../media/image400.png"/><Relationship Id="rId217" Type="http://schemas.openxmlformats.org/officeDocument/2006/relationships/image" Target="../media/image428.png"/><Relationship Id="rId399" Type="http://schemas.openxmlformats.org/officeDocument/2006/relationships/customXml" Target="../ink/ink512.xml"/><Relationship Id="rId259" Type="http://schemas.openxmlformats.org/officeDocument/2006/relationships/image" Target="../media/image449.png"/><Relationship Id="rId424" Type="http://schemas.openxmlformats.org/officeDocument/2006/relationships/image" Target="../media/image531.png"/><Relationship Id="rId466" Type="http://schemas.openxmlformats.org/officeDocument/2006/relationships/image" Target="../media/image552.png"/><Relationship Id="rId23" Type="http://schemas.openxmlformats.org/officeDocument/2006/relationships/image" Target="../media/image331.png"/><Relationship Id="rId119" Type="http://schemas.openxmlformats.org/officeDocument/2006/relationships/image" Target="../media/image379.png"/><Relationship Id="rId270" Type="http://schemas.openxmlformats.org/officeDocument/2006/relationships/customXml" Target="../ink/ink447.xml"/><Relationship Id="rId326" Type="http://schemas.openxmlformats.org/officeDocument/2006/relationships/customXml" Target="../ink/ink475.xml"/><Relationship Id="rId65" Type="http://schemas.openxmlformats.org/officeDocument/2006/relationships/image" Target="../media/image352.png"/><Relationship Id="rId130" Type="http://schemas.openxmlformats.org/officeDocument/2006/relationships/customXml" Target="../ink/ink377.xml"/><Relationship Id="rId368" Type="http://schemas.openxmlformats.org/officeDocument/2006/relationships/image" Target="../media/image503.png"/><Relationship Id="rId172" Type="http://schemas.openxmlformats.org/officeDocument/2006/relationships/customXml" Target="../ink/ink398.xml"/><Relationship Id="rId228" Type="http://schemas.openxmlformats.org/officeDocument/2006/relationships/customXml" Target="../ink/ink426.xml"/><Relationship Id="rId435" Type="http://schemas.openxmlformats.org/officeDocument/2006/relationships/customXml" Target="../ink/ink530.xml"/><Relationship Id="rId281" Type="http://schemas.openxmlformats.org/officeDocument/2006/relationships/image" Target="../media/image460.png"/><Relationship Id="rId337" Type="http://schemas.openxmlformats.org/officeDocument/2006/relationships/customXml" Target="../ink/ink481.xml"/><Relationship Id="rId34" Type="http://schemas.openxmlformats.org/officeDocument/2006/relationships/customXml" Target="../ink/ink329.xml"/><Relationship Id="rId76" Type="http://schemas.openxmlformats.org/officeDocument/2006/relationships/customXml" Target="../ink/ink350.xml"/><Relationship Id="rId141" Type="http://schemas.openxmlformats.org/officeDocument/2006/relationships/image" Target="../media/image390.png"/><Relationship Id="rId379" Type="http://schemas.openxmlformats.org/officeDocument/2006/relationships/customXml" Target="../ink/ink502.xml"/><Relationship Id="rId7" Type="http://schemas.openxmlformats.org/officeDocument/2006/relationships/image" Target="../media/image323.png"/><Relationship Id="rId183" Type="http://schemas.openxmlformats.org/officeDocument/2006/relationships/image" Target="../media/image411.png"/><Relationship Id="rId239" Type="http://schemas.openxmlformats.org/officeDocument/2006/relationships/image" Target="../media/image439.png"/><Relationship Id="rId390" Type="http://schemas.openxmlformats.org/officeDocument/2006/relationships/image" Target="../media/image514.png"/><Relationship Id="rId404" Type="http://schemas.openxmlformats.org/officeDocument/2006/relationships/image" Target="../media/image521.png"/><Relationship Id="rId446" Type="http://schemas.openxmlformats.org/officeDocument/2006/relationships/image" Target="../media/image542.png"/><Relationship Id="rId250" Type="http://schemas.openxmlformats.org/officeDocument/2006/relationships/customXml" Target="../ink/ink437.xml"/><Relationship Id="rId292" Type="http://schemas.openxmlformats.org/officeDocument/2006/relationships/customXml" Target="../ink/ink458.xml"/><Relationship Id="rId306" Type="http://schemas.openxmlformats.org/officeDocument/2006/relationships/customXml" Target="../ink/ink465.xml"/><Relationship Id="rId45" Type="http://schemas.openxmlformats.org/officeDocument/2006/relationships/image" Target="../media/image342.png"/><Relationship Id="rId87" Type="http://schemas.openxmlformats.org/officeDocument/2006/relationships/image" Target="../media/image363.png"/><Relationship Id="rId110" Type="http://schemas.openxmlformats.org/officeDocument/2006/relationships/customXml" Target="../ink/ink367.xml"/><Relationship Id="rId348" Type="http://schemas.openxmlformats.org/officeDocument/2006/relationships/image" Target="../media/image493.png"/><Relationship Id="rId152" Type="http://schemas.openxmlformats.org/officeDocument/2006/relationships/customXml" Target="../ink/ink388.xml"/><Relationship Id="rId194" Type="http://schemas.openxmlformats.org/officeDocument/2006/relationships/customXml" Target="../ink/ink409.xml"/><Relationship Id="rId208" Type="http://schemas.openxmlformats.org/officeDocument/2006/relationships/customXml" Target="../ink/ink416.xml"/><Relationship Id="rId415" Type="http://schemas.openxmlformats.org/officeDocument/2006/relationships/customXml" Target="../ink/ink520.xml"/><Relationship Id="rId457" Type="http://schemas.openxmlformats.org/officeDocument/2006/relationships/customXml" Target="../ink/ink541.xml"/><Relationship Id="rId261" Type="http://schemas.openxmlformats.org/officeDocument/2006/relationships/image" Target="../media/image450.png"/><Relationship Id="rId14" Type="http://schemas.openxmlformats.org/officeDocument/2006/relationships/customXml" Target="../ink/ink319.xml"/><Relationship Id="rId56" Type="http://schemas.openxmlformats.org/officeDocument/2006/relationships/customXml" Target="../ink/ink340.xml"/><Relationship Id="rId317" Type="http://schemas.openxmlformats.org/officeDocument/2006/relationships/image" Target="../media/image478.png"/><Relationship Id="rId359" Type="http://schemas.openxmlformats.org/officeDocument/2006/relationships/customXml" Target="../ink/ink492.xml"/><Relationship Id="rId98" Type="http://schemas.openxmlformats.org/officeDocument/2006/relationships/customXml" Target="../ink/ink361.xml"/><Relationship Id="rId121" Type="http://schemas.openxmlformats.org/officeDocument/2006/relationships/image" Target="../media/image380.png"/><Relationship Id="rId163" Type="http://schemas.openxmlformats.org/officeDocument/2006/relationships/image" Target="../media/image401.png"/><Relationship Id="rId219" Type="http://schemas.openxmlformats.org/officeDocument/2006/relationships/image" Target="../media/image429.png"/><Relationship Id="rId370" Type="http://schemas.openxmlformats.org/officeDocument/2006/relationships/image" Target="../media/image504.png"/><Relationship Id="rId426" Type="http://schemas.openxmlformats.org/officeDocument/2006/relationships/image" Target="../media/image532.png"/><Relationship Id="rId230" Type="http://schemas.openxmlformats.org/officeDocument/2006/relationships/customXml" Target="../ink/ink427.xml"/><Relationship Id="rId468" Type="http://schemas.openxmlformats.org/officeDocument/2006/relationships/image" Target="../media/image553.png"/><Relationship Id="rId25" Type="http://schemas.openxmlformats.org/officeDocument/2006/relationships/image" Target="../media/image332.png"/><Relationship Id="rId67" Type="http://schemas.openxmlformats.org/officeDocument/2006/relationships/image" Target="../media/image353.png"/><Relationship Id="rId272" Type="http://schemas.openxmlformats.org/officeDocument/2006/relationships/customXml" Target="../ink/ink448.xml"/><Relationship Id="rId328" Type="http://schemas.openxmlformats.org/officeDocument/2006/relationships/customXml" Target="../ink/ink476.xml"/><Relationship Id="rId132" Type="http://schemas.openxmlformats.org/officeDocument/2006/relationships/customXml" Target="../ink/ink378.xml"/><Relationship Id="rId174" Type="http://schemas.openxmlformats.org/officeDocument/2006/relationships/customXml" Target="../ink/ink399.xml"/><Relationship Id="rId381" Type="http://schemas.openxmlformats.org/officeDocument/2006/relationships/customXml" Target="../ink/ink503.xml"/><Relationship Id="rId241" Type="http://schemas.openxmlformats.org/officeDocument/2006/relationships/image" Target="../media/image440.png"/><Relationship Id="rId437" Type="http://schemas.openxmlformats.org/officeDocument/2006/relationships/customXml" Target="../ink/ink531.xml"/><Relationship Id="rId36" Type="http://schemas.openxmlformats.org/officeDocument/2006/relationships/customXml" Target="../ink/ink330.xml"/><Relationship Id="rId283" Type="http://schemas.openxmlformats.org/officeDocument/2006/relationships/image" Target="../media/image461.png"/><Relationship Id="rId339" Type="http://schemas.openxmlformats.org/officeDocument/2006/relationships/customXml" Target="../ink/ink482.xml"/><Relationship Id="rId78" Type="http://schemas.openxmlformats.org/officeDocument/2006/relationships/customXml" Target="../ink/ink351.xml"/><Relationship Id="rId101" Type="http://schemas.openxmlformats.org/officeDocument/2006/relationships/image" Target="../media/image370.png"/><Relationship Id="rId143" Type="http://schemas.openxmlformats.org/officeDocument/2006/relationships/image" Target="../media/image391.png"/><Relationship Id="rId185" Type="http://schemas.openxmlformats.org/officeDocument/2006/relationships/image" Target="../media/image412.png"/><Relationship Id="rId350" Type="http://schemas.openxmlformats.org/officeDocument/2006/relationships/image" Target="../media/image494.png"/><Relationship Id="rId406" Type="http://schemas.openxmlformats.org/officeDocument/2006/relationships/image" Target="../media/image522.png"/><Relationship Id="rId9" Type="http://schemas.openxmlformats.org/officeDocument/2006/relationships/image" Target="../media/image324.png"/><Relationship Id="rId210" Type="http://schemas.openxmlformats.org/officeDocument/2006/relationships/customXml" Target="../ink/ink417.xml"/><Relationship Id="rId392" Type="http://schemas.openxmlformats.org/officeDocument/2006/relationships/image" Target="../media/image515.png"/><Relationship Id="rId448" Type="http://schemas.openxmlformats.org/officeDocument/2006/relationships/image" Target="../media/image543.png"/><Relationship Id="rId252" Type="http://schemas.openxmlformats.org/officeDocument/2006/relationships/customXml" Target="../ink/ink438.xml"/><Relationship Id="rId294" Type="http://schemas.openxmlformats.org/officeDocument/2006/relationships/customXml" Target="../ink/ink459.xml"/><Relationship Id="rId308" Type="http://schemas.openxmlformats.org/officeDocument/2006/relationships/customXml" Target="../ink/ink466.xml"/><Relationship Id="rId47" Type="http://schemas.openxmlformats.org/officeDocument/2006/relationships/image" Target="../media/image343.png"/><Relationship Id="rId89" Type="http://schemas.openxmlformats.org/officeDocument/2006/relationships/image" Target="../media/image364.png"/><Relationship Id="rId112" Type="http://schemas.openxmlformats.org/officeDocument/2006/relationships/customXml" Target="../ink/ink368.xml"/><Relationship Id="rId154" Type="http://schemas.openxmlformats.org/officeDocument/2006/relationships/customXml" Target="../ink/ink389.xml"/><Relationship Id="rId361" Type="http://schemas.openxmlformats.org/officeDocument/2006/relationships/customXml" Target="../ink/ink493.xml"/><Relationship Id="rId196" Type="http://schemas.openxmlformats.org/officeDocument/2006/relationships/customXml" Target="../ink/ink410.xml"/><Relationship Id="rId417" Type="http://schemas.openxmlformats.org/officeDocument/2006/relationships/customXml" Target="../ink/ink521.xml"/><Relationship Id="rId459" Type="http://schemas.openxmlformats.org/officeDocument/2006/relationships/customXml" Target="../ink/ink542.xml"/><Relationship Id="rId16" Type="http://schemas.openxmlformats.org/officeDocument/2006/relationships/customXml" Target="../ink/ink320.xml"/><Relationship Id="rId221" Type="http://schemas.openxmlformats.org/officeDocument/2006/relationships/image" Target="../media/image430.png"/><Relationship Id="rId263" Type="http://schemas.openxmlformats.org/officeDocument/2006/relationships/image" Target="../media/image451.png"/><Relationship Id="rId319" Type="http://schemas.openxmlformats.org/officeDocument/2006/relationships/image" Target="../media/image479.png"/><Relationship Id="rId470" Type="http://schemas.openxmlformats.org/officeDocument/2006/relationships/image" Target="../media/image554.png"/><Relationship Id="rId58" Type="http://schemas.openxmlformats.org/officeDocument/2006/relationships/customXml" Target="../ink/ink341.xml"/><Relationship Id="rId123" Type="http://schemas.openxmlformats.org/officeDocument/2006/relationships/image" Target="../media/image381.png"/><Relationship Id="rId330" Type="http://schemas.openxmlformats.org/officeDocument/2006/relationships/image" Target="../media/image484.png"/><Relationship Id="rId165" Type="http://schemas.openxmlformats.org/officeDocument/2006/relationships/image" Target="../media/image402.png"/><Relationship Id="rId372" Type="http://schemas.openxmlformats.org/officeDocument/2006/relationships/image" Target="../media/image505.png"/><Relationship Id="rId428" Type="http://schemas.openxmlformats.org/officeDocument/2006/relationships/image" Target="../media/image533.png"/><Relationship Id="rId232" Type="http://schemas.openxmlformats.org/officeDocument/2006/relationships/customXml" Target="../ink/ink428.xml"/><Relationship Id="rId274" Type="http://schemas.openxmlformats.org/officeDocument/2006/relationships/customXml" Target="../ink/ink449.xml"/><Relationship Id="rId27" Type="http://schemas.openxmlformats.org/officeDocument/2006/relationships/image" Target="../media/image333.png"/><Relationship Id="rId69" Type="http://schemas.openxmlformats.org/officeDocument/2006/relationships/image" Target="../media/image354.png"/><Relationship Id="rId134" Type="http://schemas.openxmlformats.org/officeDocument/2006/relationships/customXml" Target="../ink/ink379.xml"/><Relationship Id="rId80" Type="http://schemas.openxmlformats.org/officeDocument/2006/relationships/customXml" Target="../ink/ink352.xml"/><Relationship Id="rId176" Type="http://schemas.openxmlformats.org/officeDocument/2006/relationships/customXml" Target="../ink/ink400.xml"/><Relationship Id="rId341" Type="http://schemas.openxmlformats.org/officeDocument/2006/relationships/customXml" Target="../ink/ink483.xml"/><Relationship Id="rId383" Type="http://schemas.openxmlformats.org/officeDocument/2006/relationships/customXml" Target="../ink/ink504.xml"/><Relationship Id="rId439" Type="http://schemas.openxmlformats.org/officeDocument/2006/relationships/customXml" Target="../ink/ink532.xml"/><Relationship Id="rId201" Type="http://schemas.openxmlformats.org/officeDocument/2006/relationships/image" Target="../media/image420.png"/><Relationship Id="rId243" Type="http://schemas.openxmlformats.org/officeDocument/2006/relationships/image" Target="../media/image441.png"/><Relationship Id="rId285" Type="http://schemas.openxmlformats.org/officeDocument/2006/relationships/image" Target="../media/image462.png"/><Relationship Id="rId450" Type="http://schemas.openxmlformats.org/officeDocument/2006/relationships/image" Target="../media/image544.png"/><Relationship Id="rId38" Type="http://schemas.openxmlformats.org/officeDocument/2006/relationships/customXml" Target="../ink/ink331.xml"/><Relationship Id="rId103" Type="http://schemas.openxmlformats.org/officeDocument/2006/relationships/image" Target="../media/image371.png"/><Relationship Id="rId310" Type="http://schemas.openxmlformats.org/officeDocument/2006/relationships/customXml" Target="../ink/ink467.xml"/><Relationship Id="rId91" Type="http://schemas.openxmlformats.org/officeDocument/2006/relationships/image" Target="../media/image365.png"/><Relationship Id="rId145" Type="http://schemas.openxmlformats.org/officeDocument/2006/relationships/image" Target="../media/image392.png"/><Relationship Id="rId187" Type="http://schemas.openxmlformats.org/officeDocument/2006/relationships/image" Target="../media/image413.png"/><Relationship Id="rId352" Type="http://schemas.openxmlformats.org/officeDocument/2006/relationships/image" Target="../media/image495.png"/><Relationship Id="rId394" Type="http://schemas.openxmlformats.org/officeDocument/2006/relationships/image" Target="../media/image516.png"/><Relationship Id="rId408" Type="http://schemas.openxmlformats.org/officeDocument/2006/relationships/image" Target="../media/image523.png"/><Relationship Id="rId212" Type="http://schemas.openxmlformats.org/officeDocument/2006/relationships/customXml" Target="../ink/ink418.xml"/><Relationship Id="rId254" Type="http://schemas.openxmlformats.org/officeDocument/2006/relationships/customXml" Target="../ink/ink439.xml"/><Relationship Id="rId49" Type="http://schemas.openxmlformats.org/officeDocument/2006/relationships/image" Target="../media/image344.png"/><Relationship Id="rId114" Type="http://schemas.openxmlformats.org/officeDocument/2006/relationships/customXml" Target="../ink/ink369.xml"/><Relationship Id="rId296" Type="http://schemas.openxmlformats.org/officeDocument/2006/relationships/customXml" Target="../ink/ink460.xml"/><Relationship Id="rId461" Type="http://schemas.openxmlformats.org/officeDocument/2006/relationships/customXml" Target="../ink/ink543.xml"/><Relationship Id="rId60" Type="http://schemas.openxmlformats.org/officeDocument/2006/relationships/customXml" Target="../ink/ink342.xml"/><Relationship Id="rId156" Type="http://schemas.openxmlformats.org/officeDocument/2006/relationships/customXml" Target="../ink/ink390.xml"/><Relationship Id="rId198" Type="http://schemas.openxmlformats.org/officeDocument/2006/relationships/customXml" Target="../ink/ink411.xml"/><Relationship Id="rId321" Type="http://schemas.openxmlformats.org/officeDocument/2006/relationships/image" Target="../media/image480.png"/><Relationship Id="rId363" Type="http://schemas.openxmlformats.org/officeDocument/2006/relationships/customXml" Target="../ink/ink494.xml"/><Relationship Id="rId419" Type="http://schemas.openxmlformats.org/officeDocument/2006/relationships/customXml" Target="../ink/ink522.xml"/><Relationship Id="rId223" Type="http://schemas.openxmlformats.org/officeDocument/2006/relationships/image" Target="../media/image431.png"/><Relationship Id="rId430" Type="http://schemas.openxmlformats.org/officeDocument/2006/relationships/image" Target="../media/image534.png"/><Relationship Id="rId18" Type="http://schemas.openxmlformats.org/officeDocument/2006/relationships/customXml" Target="../ink/ink321.xml"/><Relationship Id="rId265" Type="http://schemas.openxmlformats.org/officeDocument/2006/relationships/image" Target="../media/image452.png"/><Relationship Id="rId472" Type="http://schemas.openxmlformats.org/officeDocument/2006/relationships/image" Target="../media/image555.png"/><Relationship Id="rId125" Type="http://schemas.openxmlformats.org/officeDocument/2006/relationships/image" Target="../media/image382.png"/><Relationship Id="rId167" Type="http://schemas.openxmlformats.org/officeDocument/2006/relationships/image" Target="../media/image403.png"/><Relationship Id="rId332" Type="http://schemas.openxmlformats.org/officeDocument/2006/relationships/image" Target="../media/image485.png"/><Relationship Id="rId374" Type="http://schemas.openxmlformats.org/officeDocument/2006/relationships/image" Target="../media/image506.png"/><Relationship Id="rId71" Type="http://schemas.openxmlformats.org/officeDocument/2006/relationships/image" Target="../media/image355.png"/><Relationship Id="rId234" Type="http://schemas.openxmlformats.org/officeDocument/2006/relationships/customXml" Target="../ink/ink429.xml"/><Relationship Id="rId2" Type="http://schemas.openxmlformats.org/officeDocument/2006/relationships/customXml" Target="../ink/ink313.xml"/><Relationship Id="rId29" Type="http://schemas.openxmlformats.org/officeDocument/2006/relationships/image" Target="../media/image334.png"/><Relationship Id="rId276" Type="http://schemas.openxmlformats.org/officeDocument/2006/relationships/customXml" Target="../ink/ink450.xml"/><Relationship Id="rId441" Type="http://schemas.openxmlformats.org/officeDocument/2006/relationships/customXml" Target="../ink/ink533.xml"/><Relationship Id="rId40" Type="http://schemas.openxmlformats.org/officeDocument/2006/relationships/customXml" Target="../ink/ink332.xml"/><Relationship Id="rId136" Type="http://schemas.openxmlformats.org/officeDocument/2006/relationships/customXml" Target="../ink/ink380.xml"/><Relationship Id="rId178" Type="http://schemas.openxmlformats.org/officeDocument/2006/relationships/customXml" Target="../ink/ink401.xml"/><Relationship Id="rId301" Type="http://schemas.openxmlformats.org/officeDocument/2006/relationships/image" Target="../media/image470.png"/><Relationship Id="rId343" Type="http://schemas.openxmlformats.org/officeDocument/2006/relationships/customXml" Target="../ink/ink484.xml"/><Relationship Id="rId82" Type="http://schemas.openxmlformats.org/officeDocument/2006/relationships/customXml" Target="../ink/ink353.xml"/><Relationship Id="rId203" Type="http://schemas.openxmlformats.org/officeDocument/2006/relationships/image" Target="../media/image421.png"/><Relationship Id="rId385" Type="http://schemas.openxmlformats.org/officeDocument/2006/relationships/customXml" Target="../ink/ink505.xml"/><Relationship Id="rId245" Type="http://schemas.openxmlformats.org/officeDocument/2006/relationships/image" Target="../media/image442.png"/><Relationship Id="rId287" Type="http://schemas.openxmlformats.org/officeDocument/2006/relationships/image" Target="../media/image463.png"/><Relationship Id="rId410" Type="http://schemas.openxmlformats.org/officeDocument/2006/relationships/image" Target="../media/image524.png"/><Relationship Id="rId452" Type="http://schemas.openxmlformats.org/officeDocument/2006/relationships/image" Target="../media/image545.png"/><Relationship Id="rId30" Type="http://schemas.openxmlformats.org/officeDocument/2006/relationships/customXml" Target="../ink/ink327.xml"/><Relationship Id="rId105" Type="http://schemas.openxmlformats.org/officeDocument/2006/relationships/image" Target="../media/image372.png"/><Relationship Id="rId126" Type="http://schemas.openxmlformats.org/officeDocument/2006/relationships/customXml" Target="../ink/ink375.xml"/><Relationship Id="rId147" Type="http://schemas.openxmlformats.org/officeDocument/2006/relationships/image" Target="../media/image393.png"/><Relationship Id="rId168" Type="http://schemas.openxmlformats.org/officeDocument/2006/relationships/customXml" Target="../ink/ink396.xml"/><Relationship Id="rId312" Type="http://schemas.openxmlformats.org/officeDocument/2006/relationships/customXml" Target="../ink/ink468.xml"/><Relationship Id="rId333" Type="http://schemas.openxmlformats.org/officeDocument/2006/relationships/customXml" Target="../ink/ink479.xml"/><Relationship Id="rId354" Type="http://schemas.openxmlformats.org/officeDocument/2006/relationships/image" Target="../media/image496.png"/><Relationship Id="rId51" Type="http://schemas.openxmlformats.org/officeDocument/2006/relationships/image" Target="../media/image345.png"/><Relationship Id="rId72" Type="http://schemas.openxmlformats.org/officeDocument/2006/relationships/customXml" Target="../ink/ink348.xml"/><Relationship Id="rId93" Type="http://schemas.openxmlformats.org/officeDocument/2006/relationships/image" Target="../media/image366.png"/><Relationship Id="rId189" Type="http://schemas.openxmlformats.org/officeDocument/2006/relationships/image" Target="../media/image414.png"/><Relationship Id="rId375" Type="http://schemas.openxmlformats.org/officeDocument/2006/relationships/customXml" Target="../ink/ink500.xml"/><Relationship Id="rId396" Type="http://schemas.openxmlformats.org/officeDocument/2006/relationships/image" Target="../media/image517.png"/><Relationship Id="rId3" Type="http://schemas.openxmlformats.org/officeDocument/2006/relationships/image" Target="../media/image321.png"/><Relationship Id="rId214" Type="http://schemas.openxmlformats.org/officeDocument/2006/relationships/customXml" Target="../ink/ink419.xml"/><Relationship Id="rId235" Type="http://schemas.openxmlformats.org/officeDocument/2006/relationships/image" Target="../media/image437.png"/><Relationship Id="rId256" Type="http://schemas.openxmlformats.org/officeDocument/2006/relationships/customXml" Target="../ink/ink440.xml"/><Relationship Id="rId277" Type="http://schemas.openxmlformats.org/officeDocument/2006/relationships/image" Target="../media/image458.png"/><Relationship Id="rId298" Type="http://schemas.openxmlformats.org/officeDocument/2006/relationships/customXml" Target="../ink/ink461.xml"/><Relationship Id="rId400" Type="http://schemas.openxmlformats.org/officeDocument/2006/relationships/image" Target="../media/image519.png"/><Relationship Id="rId421" Type="http://schemas.openxmlformats.org/officeDocument/2006/relationships/customXml" Target="../ink/ink523.xml"/><Relationship Id="rId442" Type="http://schemas.openxmlformats.org/officeDocument/2006/relationships/image" Target="../media/image540.png"/><Relationship Id="rId463" Type="http://schemas.openxmlformats.org/officeDocument/2006/relationships/customXml" Target="../ink/ink544.xml"/><Relationship Id="rId116" Type="http://schemas.openxmlformats.org/officeDocument/2006/relationships/customXml" Target="../ink/ink370.xml"/><Relationship Id="rId137" Type="http://schemas.openxmlformats.org/officeDocument/2006/relationships/image" Target="../media/image388.png"/><Relationship Id="rId158" Type="http://schemas.openxmlformats.org/officeDocument/2006/relationships/customXml" Target="../ink/ink391.xml"/><Relationship Id="rId302" Type="http://schemas.openxmlformats.org/officeDocument/2006/relationships/customXml" Target="../ink/ink463.xml"/><Relationship Id="rId323" Type="http://schemas.openxmlformats.org/officeDocument/2006/relationships/image" Target="../media/image481.png"/><Relationship Id="rId344" Type="http://schemas.openxmlformats.org/officeDocument/2006/relationships/image" Target="../media/image491.png"/><Relationship Id="rId20" Type="http://schemas.openxmlformats.org/officeDocument/2006/relationships/customXml" Target="../ink/ink322.xml"/><Relationship Id="rId41" Type="http://schemas.openxmlformats.org/officeDocument/2006/relationships/image" Target="../media/image340.png"/><Relationship Id="rId62" Type="http://schemas.openxmlformats.org/officeDocument/2006/relationships/customXml" Target="../ink/ink343.xml"/><Relationship Id="rId83" Type="http://schemas.openxmlformats.org/officeDocument/2006/relationships/image" Target="../media/image361.png"/><Relationship Id="rId179" Type="http://schemas.openxmlformats.org/officeDocument/2006/relationships/image" Target="../media/image409.png"/><Relationship Id="rId365" Type="http://schemas.openxmlformats.org/officeDocument/2006/relationships/customXml" Target="../ink/ink495.xml"/><Relationship Id="rId386" Type="http://schemas.openxmlformats.org/officeDocument/2006/relationships/image" Target="../media/image512.png"/><Relationship Id="rId190" Type="http://schemas.openxmlformats.org/officeDocument/2006/relationships/customXml" Target="../ink/ink407.xml"/><Relationship Id="rId204" Type="http://schemas.openxmlformats.org/officeDocument/2006/relationships/customXml" Target="../ink/ink414.xml"/><Relationship Id="rId225" Type="http://schemas.openxmlformats.org/officeDocument/2006/relationships/image" Target="../media/image432.png"/><Relationship Id="rId246" Type="http://schemas.openxmlformats.org/officeDocument/2006/relationships/customXml" Target="../ink/ink435.xml"/><Relationship Id="rId267" Type="http://schemas.openxmlformats.org/officeDocument/2006/relationships/image" Target="../media/image453.png"/><Relationship Id="rId288" Type="http://schemas.openxmlformats.org/officeDocument/2006/relationships/customXml" Target="../ink/ink456.xml"/><Relationship Id="rId411" Type="http://schemas.openxmlformats.org/officeDocument/2006/relationships/customXml" Target="../ink/ink518.xml"/><Relationship Id="rId432" Type="http://schemas.openxmlformats.org/officeDocument/2006/relationships/image" Target="../media/image535.png"/><Relationship Id="rId453" Type="http://schemas.openxmlformats.org/officeDocument/2006/relationships/customXml" Target="../ink/ink539.xml"/><Relationship Id="rId474" Type="http://schemas.openxmlformats.org/officeDocument/2006/relationships/image" Target="../media/image556.png"/><Relationship Id="rId106" Type="http://schemas.openxmlformats.org/officeDocument/2006/relationships/customXml" Target="../ink/ink365.xml"/><Relationship Id="rId127" Type="http://schemas.openxmlformats.org/officeDocument/2006/relationships/image" Target="../media/image383.png"/><Relationship Id="rId313" Type="http://schemas.openxmlformats.org/officeDocument/2006/relationships/image" Target="../media/image476.png"/><Relationship Id="rId10" Type="http://schemas.openxmlformats.org/officeDocument/2006/relationships/customXml" Target="../ink/ink317.xml"/><Relationship Id="rId31" Type="http://schemas.openxmlformats.org/officeDocument/2006/relationships/image" Target="../media/image335.png"/><Relationship Id="rId52" Type="http://schemas.openxmlformats.org/officeDocument/2006/relationships/customXml" Target="../ink/ink338.xml"/><Relationship Id="rId73" Type="http://schemas.openxmlformats.org/officeDocument/2006/relationships/image" Target="../media/image356.png"/><Relationship Id="rId94" Type="http://schemas.openxmlformats.org/officeDocument/2006/relationships/customXml" Target="../ink/ink359.xml"/><Relationship Id="rId148" Type="http://schemas.openxmlformats.org/officeDocument/2006/relationships/customXml" Target="../ink/ink386.xml"/><Relationship Id="rId169" Type="http://schemas.openxmlformats.org/officeDocument/2006/relationships/image" Target="../media/image404.png"/><Relationship Id="rId334" Type="http://schemas.openxmlformats.org/officeDocument/2006/relationships/image" Target="../media/image486.png"/><Relationship Id="rId355" Type="http://schemas.openxmlformats.org/officeDocument/2006/relationships/customXml" Target="../ink/ink490.xml"/><Relationship Id="rId376" Type="http://schemas.openxmlformats.org/officeDocument/2006/relationships/image" Target="../media/image507.png"/><Relationship Id="rId397" Type="http://schemas.openxmlformats.org/officeDocument/2006/relationships/customXml" Target="../ink/ink511.xml"/><Relationship Id="rId4" Type="http://schemas.openxmlformats.org/officeDocument/2006/relationships/customXml" Target="../ink/ink314.xml"/><Relationship Id="rId180" Type="http://schemas.openxmlformats.org/officeDocument/2006/relationships/customXml" Target="../ink/ink402.xml"/><Relationship Id="rId215" Type="http://schemas.openxmlformats.org/officeDocument/2006/relationships/image" Target="../media/image427.png"/><Relationship Id="rId236" Type="http://schemas.openxmlformats.org/officeDocument/2006/relationships/customXml" Target="../ink/ink430.xml"/><Relationship Id="rId257" Type="http://schemas.openxmlformats.org/officeDocument/2006/relationships/image" Target="../media/image448.png"/><Relationship Id="rId278" Type="http://schemas.openxmlformats.org/officeDocument/2006/relationships/customXml" Target="../ink/ink451.xml"/><Relationship Id="rId401" Type="http://schemas.openxmlformats.org/officeDocument/2006/relationships/customXml" Target="../ink/ink513.xml"/><Relationship Id="rId422" Type="http://schemas.openxmlformats.org/officeDocument/2006/relationships/image" Target="../media/image530.png"/><Relationship Id="rId443" Type="http://schemas.openxmlformats.org/officeDocument/2006/relationships/customXml" Target="../ink/ink534.xml"/><Relationship Id="rId464" Type="http://schemas.openxmlformats.org/officeDocument/2006/relationships/image" Target="../media/image551.png"/><Relationship Id="rId303" Type="http://schemas.openxmlformats.org/officeDocument/2006/relationships/image" Target="../media/image471.png"/><Relationship Id="rId42" Type="http://schemas.openxmlformats.org/officeDocument/2006/relationships/customXml" Target="../ink/ink333.xml"/><Relationship Id="rId84" Type="http://schemas.openxmlformats.org/officeDocument/2006/relationships/customXml" Target="../ink/ink354.xml"/><Relationship Id="rId138" Type="http://schemas.openxmlformats.org/officeDocument/2006/relationships/customXml" Target="../ink/ink381.xml"/><Relationship Id="rId345" Type="http://schemas.openxmlformats.org/officeDocument/2006/relationships/customXml" Target="../ink/ink485.xml"/><Relationship Id="rId387" Type="http://schemas.openxmlformats.org/officeDocument/2006/relationships/customXml" Target="../ink/ink506.xml"/><Relationship Id="rId191" Type="http://schemas.openxmlformats.org/officeDocument/2006/relationships/image" Target="../media/image415.png"/><Relationship Id="rId205" Type="http://schemas.openxmlformats.org/officeDocument/2006/relationships/image" Target="../media/image422.png"/><Relationship Id="rId247" Type="http://schemas.openxmlformats.org/officeDocument/2006/relationships/image" Target="../media/image443.png"/><Relationship Id="rId412" Type="http://schemas.openxmlformats.org/officeDocument/2006/relationships/image" Target="../media/image525.png"/><Relationship Id="rId107" Type="http://schemas.openxmlformats.org/officeDocument/2006/relationships/image" Target="../media/image373.png"/><Relationship Id="rId289" Type="http://schemas.openxmlformats.org/officeDocument/2006/relationships/image" Target="../media/image464.png"/><Relationship Id="rId454" Type="http://schemas.openxmlformats.org/officeDocument/2006/relationships/image" Target="../media/image546.png"/><Relationship Id="rId11" Type="http://schemas.openxmlformats.org/officeDocument/2006/relationships/image" Target="../media/image325.png"/><Relationship Id="rId53" Type="http://schemas.openxmlformats.org/officeDocument/2006/relationships/image" Target="../media/image346.png"/><Relationship Id="rId149" Type="http://schemas.openxmlformats.org/officeDocument/2006/relationships/image" Target="../media/image394.png"/><Relationship Id="rId314" Type="http://schemas.openxmlformats.org/officeDocument/2006/relationships/customXml" Target="../ink/ink469.xml"/><Relationship Id="rId356" Type="http://schemas.openxmlformats.org/officeDocument/2006/relationships/image" Target="../media/image497.png"/><Relationship Id="rId398" Type="http://schemas.openxmlformats.org/officeDocument/2006/relationships/image" Target="../media/image518.png"/><Relationship Id="rId95" Type="http://schemas.openxmlformats.org/officeDocument/2006/relationships/image" Target="../media/image367.png"/><Relationship Id="rId160" Type="http://schemas.openxmlformats.org/officeDocument/2006/relationships/customXml" Target="../ink/ink392.xml"/><Relationship Id="rId216" Type="http://schemas.openxmlformats.org/officeDocument/2006/relationships/customXml" Target="../ink/ink420.xml"/><Relationship Id="rId423" Type="http://schemas.openxmlformats.org/officeDocument/2006/relationships/customXml" Target="../ink/ink524.xml"/><Relationship Id="rId258" Type="http://schemas.openxmlformats.org/officeDocument/2006/relationships/customXml" Target="../ink/ink441.xml"/><Relationship Id="rId465" Type="http://schemas.openxmlformats.org/officeDocument/2006/relationships/customXml" Target="../ink/ink545.xml"/><Relationship Id="rId22" Type="http://schemas.openxmlformats.org/officeDocument/2006/relationships/customXml" Target="../ink/ink323.xml"/><Relationship Id="rId64" Type="http://schemas.openxmlformats.org/officeDocument/2006/relationships/customXml" Target="../ink/ink344.xml"/><Relationship Id="rId118" Type="http://schemas.openxmlformats.org/officeDocument/2006/relationships/customXml" Target="../ink/ink371.xml"/><Relationship Id="rId325" Type="http://schemas.openxmlformats.org/officeDocument/2006/relationships/image" Target="../media/image482.png"/><Relationship Id="rId367" Type="http://schemas.openxmlformats.org/officeDocument/2006/relationships/customXml" Target="../ink/ink496.xml"/><Relationship Id="rId171" Type="http://schemas.openxmlformats.org/officeDocument/2006/relationships/image" Target="../media/image405.png"/><Relationship Id="rId227" Type="http://schemas.openxmlformats.org/officeDocument/2006/relationships/image" Target="../media/image433.png"/><Relationship Id="rId269" Type="http://schemas.openxmlformats.org/officeDocument/2006/relationships/image" Target="../media/image454.png"/><Relationship Id="rId434" Type="http://schemas.openxmlformats.org/officeDocument/2006/relationships/image" Target="../media/image536.png"/><Relationship Id="rId33" Type="http://schemas.openxmlformats.org/officeDocument/2006/relationships/image" Target="../media/image336.png"/><Relationship Id="rId129" Type="http://schemas.openxmlformats.org/officeDocument/2006/relationships/image" Target="../media/image384.png"/><Relationship Id="rId280" Type="http://schemas.openxmlformats.org/officeDocument/2006/relationships/customXml" Target="../ink/ink452.xml"/><Relationship Id="rId336" Type="http://schemas.openxmlformats.org/officeDocument/2006/relationships/image" Target="../media/image487.png"/><Relationship Id="rId75" Type="http://schemas.openxmlformats.org/officeDocument/2006/relationships/image" Target="../media/image357.png"/><Relationship Id="rId140" Type="http://schemas.openxmlformats.org/officeDocument/2006/relationships/customXml" Target="../ink/ink382.xml"/><Relationship Id="rId182" Type="http://schemas.openxmlformats.org/officeDocument/2006/relationships/customXml" Target="../ink/ink403.xml"/><Relationship Id="rId378" Type="http://schemas.openxmlformats.org/officeDocument/2006/relationships/image" Target="../media/image508.png"/><Relationship Id="rId403" Type="http://schemas.openxmlformats.org/officeDocument/2006/relationships/customXml" Target="../ink/ink514.xml"/><Relationship Id="rId6" Type="http://schemas.openxmlformats.org/officeDocument/2006/relationships/customXml" Target="../ink/ink315.xml"/><Relationship Id="rId238" Type="http://schemas.openxmlformats.org/officeDocument/2006/relationships/customXml" Target="../ink/ink431.xml"/><Relationship Id="rId445" Type="http://schemas.openxmlformats.org/officeDocument/2006/relationships/customXml" Target="../ink/ink535.xml"/><Relationship Id="rId291" Type="http://schemas.openxmlformats.org/officeDocument/2006/relationships/image" Target="../media/image465.png"/><Relationship Id="rId305" Type="http://schemas.openxmlformats.org/officeDocument/2006/relationships/image" Target="../media/image472.png"/><Relationship Id="rId347" Type="http://schemas.openxmlformats.org/officeDocument/2006/relationships/customXml" Target="../ink/ink486.xml"/><Relationship Id="rId44" Type="http://schemas.openxmlformats.org/officeDocument/2006/relationships/customXml" Target="../ink/ink334.xml"/><Relationship Id="rId86" Type="http://schemas.openxmlformats.org/officeDocument/2006/relationships/customXml" Target="../ink/ink355.xml"/><Relationship Id="rId151" Type="http://schemas.openxmlformats.org/officeDocument/2006/relationships/image" Target="../media/image395.png"/><Relationship Id="rId389" Type="http://schemas.openxmlformats.org/officeDocument/2006/relationships/customXml" Target="../ink/ink507.xml"/><Relationship Id="rId193" Type="http://schemas.openxmlformats.org/officeDocument/2006/relationships/image" Target="../media/image416.png"/><Relationship Id="rId207" Type="http://schemas.openxmlformats.org/officeDocument/2006/relationships/image" Target="../media/image423.png"/><Relationship Id="rId249" Type="http://schemas.openxmlformats.org/officeDocument/2006/relationships/image" Target="../media/image444.png"/><Relationship Id="rId414" Type="http://schemas.openxmlformats.org/officeDocument/2006/relationships/image" Target="../media/image526.png"/><Relationship Id="rId456" Type="http://schemas.openxmlformats.org/officeDocument/2006/relationships/image" Target="../media/image547.png"/><Relationship Id="rId13" Type="http://schemas.openxmlformats.org/officeDocument/2006/relationships/image" Target="../media/image326.png"/><Relationship Id="rId109" Type="http://schemas.openxmlformats.org/officeDocument/2006/relationships/image" Target="../media/image374.png"/><Relationship Id="rId260" Type="http://schemas.openxmlformats.org/officeDocument/2006/relationships/customXml" Target="../ink/ink442.xml"/><Relationship Id="rId316" Type="http://schemas.openxmlformats.org/officeDocument/2006/relationships/customXml" Target="../ink/ink470.xml"/><Relationship Id="rId55" Type="http://schemas.openxmlformats.org/officeDocument/2006/relationships/image" Target="../media/image347.png"/><Relationship Id="rId97" Type="http://schemas.openxmlformats.org/officeDocument/2006/relationships/image" Target="../media/image368.png"/><Relationship Id="rId120" Type="http://schemas.openxmlformats.org/officeDocument/2006/relationships/customXml" Target="../ink/ink372.xml"/><Relationship Id="rId358" Type="http://schemas.openxmlformats.org/officeDocument/2006/relationships/image" Target="../media/image498.png"/><Relationship Id="rId162" Type="http://schemas.openxmlformats.org/officeDocument/2006/relationships/customXml" Target="../ink/ink393.xml"/><Relationship Id="rId218" Type="http://schemas.openxmlformats.org/officeDocument/2006/relationships/customXml" Target="../ink/ink421.xml"/><Relationship Id="rId425" Type="http://schemas.openxmlformats.org/officeDocument/2006/relationships/customXml" Target="../ink/ink525.xml"/><Relationship Id="rId467" Type="http://schemas.openxmlformats.org/officeDocument/2006/relationships/customXml" Target="../ink/ink546.xml"/><Relationship Id="rId271" Type="http://schemas.openxmlformats.org/officeDocument/2006/relationships/image" Target="../media/image455.png"/><Relationship Id="rId24" Type="http://schemas.openxmlformats.org/officeDocument/2006/relationships/customXml" Target="../ink/ink324.xml"/><Relationship Id="rId66" Type="http://schemas.openxmlformats.org/officeDocument/2006/relationships/customXml" Target="../ink/ink345.xml"/><Relationship Id="rId131" Type="http://schemas.openxmlformats.org/officeDocument/2006/relationships/image" Target="../media/image385.png"/><Relationship Id="rId327" Type="http://schemas.openxmlformats.org/officeDocument/2006/relationships/image" Target="../media/image483.png"/><Relationship Id="rId369" Type="http://schemas.openxmlformats.org/officeDocument/2006/relationships/customXml" Target="../ink/ink497.xml"/><Relationship Id="rId173" Type="http://schemas.openxmlformats.org/officeDocument/2006/relationships/image" Target="../media/image406.png"/><Relationship Id="rId229" Type="http://schemas.openxmlformats.org/officeDocument/2006/relationships/image" Target="../media/image434.png"/><Relationship Id="rId380" Type="http://schemas.openxmlformats.org/officeDocument/2006/relationships/image" Target="../media/image509.png"/><Relationship Id="rId436" Type="http://schemas.openxmlformats.org/officeDocument/2006/relationships/image" Target="../media/image537.png"/><Relationship Id="rId240" Type="http://schemas.openxmlformats.org/officeDocument/2006/relationships/customXml" Target="../ink/ink432.xml"/><Relationship Id="rId35" Type="http://schemas.openxmlformats.org/officeDocument/2006/relationships/image" Target="../media/image337.png"/><Relationship Id="rId77" Type="http://schemas.openxmlformats.org/officeDocument/2006/relationships/image" Target="../media/image358.png"/><Relationship Id="rId100" Type="http://schemas.openxmlformats.org/officeDocument/2006/relationships/customXml" Target="../ink/ink362.xml"/><Relationship Id="rId282" Type="http://schemas.openxmlformats.org/officeDocument/2006/relationships/customXml" Target="../ink/ink453.xml"/><Relationship Id="rId338" Type="http://schemas.openxmlformats.org/officeDocument/2006/relationships/image" Target="../media/image488.png"/><Relationship Id="rId8" Type="http://schemas.openxmlformats.org/officeDocument/2006/relationships/customXml" Target="../ink/ink316.xml"/><Relationship Id="rId142" Type="http://schemas.openxmlformats.org/officeDocument/2006/relationships/customXml" Target="../ink/ink383.xml"/><Relationship Id="rId184" Type="http://schemas.openxmlformats.org/officeDocument/2006/relationships/customXml" Target="../ink/ink404.xml"/><Relationship Id="rId391" Type="http://schemas.openxmlformats.org/officeDocument/2006/relationships/customXml" Target="../ink/ink508.xml"/><Relationship Id="rId405" Type="http://schemas.openxmlformats.org/officeDocument/2006/relationships/customXml" Target="../ink/ink515.xml"/><Relationship Id="rId447" Type="http://schemas.openxmlformats.org/officeDocument/2006/relationships/customXml" Target="../ink/ink536.xml"/><Relationship Id="rId251" Type="http://schemas.openxmlformats.org/officeDocument/2006/relationships/image" Target="../media/image445.png"/><Relationship Id="rId46" Type="http://schemas.openxmlformats.org/officeDocument/2006/relationships/customXml" Target="../ink/ink335.xml"/><Relationship Id="rId293" Type="http://schemas.openxmlformats.org/officeDocument/2006/relationships/image" Target="../media/image466.png"/><Relationship Id="rId307" Type="http://schemas.openxmlformats.org/officeDocument/2006/relationships/image" Target="../media/image473.png"/><Relationship Id="rId349" Type="http://schemas.openxmlformats.org/officeDocument/2006/relationships/customXml" Target="../ink/ink487.xml"/><Relationship Id="rId88" Type="http://schemas.openxmlformats.org/officeDocument/2006/relationships/customXml" Target="../ink/ink356.xml"/><Relationship Id="rId111" Type="http://schemas.openxmlformats.org/officeDocument/2006/relationships/image" Target="../media/image375.png"/><Relationship Id="rId153" Type="http://schemas.openxmlformats.org/officeDocument/2006/relationships/image" Target="../media/image396.png"/><Relationship Id="rId195" Type="http://schemas.openxmlformats.org/officeDocument/2006/relationships/image" Target="../media/image417.png"/><Relationship Id="rId209" Type="http://schemas.openxmlformats.org/officeDocument/2006/relationships/image" Target="../media/image424.png"/><Relationship Id="rId360" Type="http://schemas.openxmlformats.org/officeDocument/2006/relationships/image" Target="../media/image499.png"/><Relationship Id="rId416" Type="http://schemas.openxmlformats.org/officeDocument/2006/relationships/image" Target="../media/image527.png"/><Relationship Id="rId220" Type="http://schemas.openxmlformats.org/officeDocument/2006/relationships/customXml" Target="../ink/ink422.xml"/><Relationship Id="rId458" Type="http://schemas.openxmlformats.org/officeDocument/2006/relationships/image" Target="../media/image548.png"/><Relationship Id="rId15" Type="http://schemas.openxmlformats.org/officeDocument/2006/relationships/image" Target="../media/image327.png"/><Relationship Id="rId57" Type="http://schemas.openxmlformats.org/officeDocument/2006/relationships/image" Target="../media/image348.png"/><Relationship Id="rId262" Type="http://schemas.openxmlformats.org/officeDocument/2006/relationships/customXml" Target="../ink/ink443.xml"/><Relationship Id="rId318" Type="http://schemas.openxmlformats.org/officeDocument/2006/relationships/customXml" Target="../ink/ink471.xml"/><Relationship Id="rId99" Type="http://schemas.openxmlformats.org/officeDocument/2006/relationships/image" Target="../media/image369.png"/><Relationship Id="rId122" Type="http://schemas.openxmlformats.org/officeDocument/2006/relationships/customXml" Target="../ink/ink373.xml"/><Relationship Id="rId164" Type="http://schemas.openxmlformats.org/officeDocument/2006/relationships/customXml" Target="../ink/ink394.xml"/><Relationship Id="rId371" Type="http://schemas.openxmlformats.org/officeDocument/2006/relationships/customXml" Target="../ink/ink498.xml"/><Relationship Id="rId427" Type="http://schemas.openxmlformats.org/officeDocument/2006/relationships/customXml" Target="../ink/ink526.xml"/><Relationship Id="rId469" Type="http://schemas.openxmlformats.org/officeDocument/2006/relationships/customXml" Target="../ink/ink547.xml"/><Relationship Id="rId26" Type="http://schemas.openxmlformats.org/officeDocument/2006/relationships/customXml" Target="../ink/ink325.xml"/><Relationship Id="rId231" Type="http://schemas.openxmlformats.org/officeDocument/2006/relationships/image" Target="../media/image435.png"/><Relationship Id="rId273" Type="http://schemas.openxmlformats.org/officeDocument/2006/relationships/image" Target="../media/image456.png"/><Relationship Id="rId329" Type="http://schemas.openxmlformats.org/officeDocument/2006/relationships/customXml" Target="../ink/ink477.xml"/><Relationship Id="rId68" Type="http://schemas.openxmlformats.org/officeDocument/2006/relationships/customXml" Target="../ink/ink346.xml"/><Relationship Id="rId133" Type="http://schemas.openxmlformats.org/officeDocument/2006/relationships/image" Target="../media/image386.png"/><Relationship Id="rId175" Type="http://schemas.openxmlformats.org/officeDocument/2006/relationships/image" Target="../media/image407.png"/><Relationship Id="rId340" Type="http://schemas.openxmlformats.org/officeDocument/2006/relationships/image" Target="../media/image489.png"/><Relationship Id="rId200" Type="http://schemas.openxmlformats.org/officeDocument/2006/relationships/customXml" Target="../ink/ink412.xml"/><Relationship Id="rId382" Type="http://schemas.openxmlformats.org/officeDocument/2006/relationships/image" Target="../media/image510.png"/><Relationship Id="rId438" Type="http://schemas.openxmlformats.org/officeDocument/2006/relationships/image" Target="../media/image538.png"/><Relationship Id="rId242" Type="http://schemas.openxmlformats.org/officeDocument/2006/relationships/customXml" Target="../ink/ink433.xml"/><Relationship Id="rId284" Type="http://schemas.openxmlformats.org/officeDocument/2006/relationships/customXml" Target="../ink/ink454.xml"/><Relationship Id="rId37" Type="http://schemas.openxmlformats.org/officeDocument/2006/relationships/image" Target="../media/image338.png"/><Relationship Id="rId79" Type="http://schemas.openxmlformats.org/officeDocument/2006/relationships/image" Target="../media/image359.png"/><Relationship Id="rId102" Type="http://schemas.openxmlformats.org/officeDocument/2006/relationships/customXml" Target="../ink/ink363.xml"/><Relationship Id="rId144" Type="http://schemas.openxmlformats.org/officeDocument/2006/relationships/customXml" Target="../ink/ink384.xml"/><Relationship Id="rId90" Type="http://schemas.openxmlformats.org/officeDocument/2006/relationships/customXml" Target="../ink/ink357.xml"/><Relationship Id="rId186" Type="http://schemas.openxmlformats.org/officeDocument/2006/relationships/customXml" Target="../ink/ink405.xml"/><Relationship Id="rId351" Type="http://schemas.openxmlformats.org/officeDocument/2006/relationships/customXml" Target="../ink/ink488.xml"/><Relationship Id="rId393" Type="http://schemas.openxmlformats.org/officeDocument/2006/relationships/customXml" Target="../ink/ink509.xml"/><Relationship Id="rId407" Type="http://schemas.openxmlformats.org/officeDocument/2006/relationships/customXml" Target="../ink/ink516.xml"/><Relationship Id="rId449" Type="http://schemas.openxmlformats.org/officeDocument/2006/relationships/customXml" Target="../ink/ink537.xml"/><Relationship Id="rId211" Type="http://schemas.openxmlformats.org/officeDocument/2006/relationships/image" Target="../media/image425.png"/><Relationship Id="rId253" Type="http://schemas.openxmlformats.org/officeDocument/2006/relationships/image" Target="../media/image446.png"/><Relationship Id="rId295" Type="http://schemas.openxmlformats.org/officeDocument/2006/relationships/image" Target="../media/image467.png"/><Relationship Id="rId309" Type="http://schemas.openxmlformats.org/officeDocument/2006/relationships/image" Target="../media/image474.png"/><Relationship Id="rId460" Type="http://schemas.openxmlformats.org/officeDocument/2006/relationships/image" Target="../media/image549.png"/><Relationship Id="rId48" Type="http://schemas.openxmlformats.org/officeDocument/2006/relationships/customXml" Target="../ink/ink336.xml"/><Relationship Id="rId113" Type="http://schemas.openxmlformats.org/officeDocument/2006/relationships/image" Target="../media/image376.png"/><Relationship Id="rId320" Type="http://schemas.openxmlformats.org/officeDocument/2006/relationships/customXml" Target="../ink/ink472.xml"/><Relationship Id="rId155" Type="http://schemas.openxmlformats.org/officeDocument/2006/relationships/image" Target="../media/image397.png"/><Relationship Id="rId197" Type="http://schemas.openxmlformats.org/officeDocument/2006/relationships/image" Target="../media/image418.png"/><Relationship Id="rId362" Type="http://schemas.openxmlformats.org/officeDocument/2006/relationships/image" Target="../media/image500.png"/><Relationship Id="rId418" Type="http://schemas.openxmlformats.org/officeDocument/2006/relationships/image" Target="../media/image528.png"/><Relationship Id="rId222" Type="http://schemas.openxmlformats.org/officeDocument/2006/relationships/customXml" Target="../ink/ink423.xml"/><Relationship Id="rId264" Type="http://schemas.openxmlformats.org/officeDocument/2006/relationships/customXml" Target="../ink/ink444.xml"/><Relationship Id="rId471" Type="http://schemas.openxmlformats.org/officeDocument/2006/relationships/customXml" Target="../ink/ink548.xml"/><Relationship Id="rId17" Type="http://schemas.openxmlformats.org/officeDocument/2006/relationships/image" Target="../media/image328.png"/><Relationship Id="rId59" Type="http://schemas.openxmlformats.org/officeDocument/2006/relationships/image" Target="../media/image349.png"/><Relationship Id="rId124" Type="http://schemas.openxmlformats.org/officeDocument/2006/relationships/customXml" Target="../ink/ink374.xml"/><Relationship Id="rId70" Type="http://schemas.openxmlformats.org/officeDocument/2006/relationships/customXml" Target="../ink/ink347.xml"/><Relationship Id="rId166" Type="http://schemas.openxmlformats.org/officeDocument/2006/relationships/customXml" Target="../ink/ink395.xml"/><Relationship Id="rId331" Type="http://schemas.openxmlformats.org/officeDocument/2006/relationships/customXml" Target="../ink/ink478.xml"/><Relationship Id="rId373" Type="http://schemas.openxmlformats.org/officeDocument/2006/relationships/customXml" Target="../ink/ink499.xml"/><Relationship Id="rId429" Type="http://schemas.openxmlformats.org/officeDocument/2006/relationships/customXml" Target="../ink/ink527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436.png"/><Relationship Id="rId440" Type="http://schemas.openxmlformats.org/officeDocument/2006/relationships/image" Target="../media/image539.png"/><Relationship Id="rId28" Type="http://schemas.openxmlformats.org/officeDocument/2006/relationships/customXml" Target="../ink/ink326.xml"/><Relationship Id="rId275" Type="http://schemas.openxmlformats.org/officeDocument/2006/relationships/image" Target="../media/image457.png"/><Relationship Id="rId300" Type="http://schemas.openxmlformats.org/officeDocument/2006/relationships/customXml" Target="../ink/ink462.xml"/><Relationship Id="rId81" Type="http://schemas.openxmlformats.org/officeDocument/2006/relationships/image" Target="../media/image360.png"/><Relationship Id="rId135" Type="http://schemas.openxmlformats.org/officeDocument/2006/relationships/image" Target="../media/image387.png"/><Relationship Id="rId177" Type="http://schemas.openxmlformats.org/officeDocument/2006/relationships/image" Target="../media/image408.png"/><Relationship Id="rId342" Type="http://schemas.openxmlformats.org/officeDocument/2006/relationships/image" Target="../media/image490.png"/><Relationship Id="rId384" Type="http://schemas.openxmlformats.org/officeDocument/2006/relationships/image" Target="../media/image511.png"/><Relationship Id="rId202" Type="http://schemas.openxmlformats.org/officeDocument/2006/relationships/customXml" Target="../ink/ink413.xml"/><Relationship Id="rId244" Type="http://schemas.openxmlformats.org/officeDocument/2006/relationships/customXml" Target="../ink/ink434.xml"/><Relationship Id="rId39" Type="http://schemas.openxmlformats.org/officeDocument/2006/relationships/image" Target="../media/image339.png"/><Relationship Id="rId286" Type="http://schemas.openxmlformats.org/officeDocument/2006/relationships/customXml" Target="../ink/ink455.xml"/><Relationship Id="rId451" Type="http://schemas.openxmlformats.org/officeDocument/2006/relationships/customXml" Target="../ink/ink538.xml"/><Relationship Id="rId50" Type="http://schemas.openxmlformats.org/officeDocument/2006/relationships/customXml" Target="../ink/ink337.xml"/><Relationship Id="rId104" Type="http://schemas.openxmlformats.org/officeDocument/2006/relationships/customXml" Target="../ink/ink364.xml"/><Relationship Id="rId146" Type="http://schemas.openxmlformats.org/officeDocument/2006/relationships/customXml" Target="../ink/ink385.xml"/><Relationship Id="rId188" Type="http://schemas.openxmlformats.org/officeDocument/2006/relationships/customXml" Target="../ink/ink406.xml"/><Relationship Id="rId311" Type="http://schemas.openxmlformats.org/officeDocument/2006/relationships/image" Target="../media/image475.png"/><Relationship Id="rId353" Type="http://schemas.openxmlformats.org/officeDocument/2006/relationships/customXml" Target="../ink/ink489.xml"/><Relationship Id="rId395" Type="http://schemas.openxmlformats.org/officeDocument/2006/relationships/customXml" Target="../ink/ink510.xml"/><Relationship Id="rId409" Type="http://schemas.openxmlformats.org/officeDocument/2006/relationships/customXml" Target="../ink/ink517.xml"/><Relationship Id="rId92" Type="http://schemas.openxmlformats.org/officeDocument/2006/relationships/customXml" Target="../ink/ink358.xml"/><Relationship Id="rId213" Type="http://schemas.openxmlformats.org/officeDocument/2006/relationships/image" Target="../media/image426.png"/><Relationship Id="rId420" Type="http://schemas.openxmlformats.org/officeDocument/2006/relationships/image" Target="../media/image529.png"/><Relationship Id="rId255" Type="http://schemas.openxmlformats.org/officeDocument/2006/relationships/image" Target="../media/image447.png"/><Relationship Id="rId297" Type="http://schemas.openxmlformats.org/officeDocument/2006/relationships/image" Target="../media/image468.png"/><Relationship Id="rId462" Type="http://schemas.openxmlformats.org/officeDocument/2006/relationships/image" Target="../media/image550.png"/><Relationship Id="rId115" Type="http://schemas.openxmlformats.org/officeDocument/2006/relationships/image" Target="../media/image377.png"/><Relationship Id="rId157" Type="http://schemas.openxmlformats.org/officeDocument/2006/relationships/image" Target="../media/image398.png"/><Relationship Id="rId322" Type="http://schemas.openxmlformats.org/officeDocument/2006/relationships/customXml" Target="../ink/ink473.xml"/><Relationship Id="rId364" Type="http://schemas.openxmlformats.org/officeDocument/2006/relationships/image" Target="../media/image501.png"/><Relationship Id="rId61" Type="http://schemas.openxmlformats.org/officeDocument/2006/relationships/image" Target="../media/image350.png"/><Relationship Id="rId199" Type="http://schemas.openxmlformats.org/officeDocument/2006/relationships/image" Target="../media/image419.png"/><Relationship Id="rId19" Type="http://schemas.openxmlformats.org/officeDocument/2006/relationships/image" Target="../media/image329.png"/><Relationship Id="rId224" Type="http://schemas.openxmlformats.org/officeDocument/2006/relationships/customXml" Target="../ink/ink424.xml"/><Relationship Id="rId266" Type="http://schemas.openxmlformats.org/officeDocument/2006/relationships/customXml" Target="../ink/ink445.xml"/><Relationship Id="rId431" Type="http://schemas.openxmlformats.org/officeDocument/2006/relationships/customXml" Target="../ink/ink528.xml"/><Relationship Id="rId473" Type="http://schemas.openxmlformats.org/officeDocument/2006/relationships/customXml" Target="../ink/ink54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0.xml"/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7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63.xml"/><Relationship Id="rId21" Type="http://schemas.openxmlformats.org/officeDocument/2006/relationships/image" Target="../media/image2230.png"/><Relationship Id="rId42" Type="http://schemas.openxmlformats.org/officeDocument/2006/relationships/customXml" Target="../ink/ink571.xml"/><Relationship Id="rId47" Type="http://schemas.openxmlformats.org/officeDocument/2006/relationships/image" Target="../media/image2360.png"/><Relationship Id="rId63" Type="http://schemas.openxmlformats.org/officeDocument/2006/relationships/image" Target="../media/image2440.png"/><Relationship Id="rId68" Type="http://schemas.openxmlformats.org/officeDocument/2006/relationships/customXml" Target="../ink/ink584.xml"/><Relationship Id="rId84" Type="http://schemas.openxmlformats.org/officeDocument/2006/relationships/customXml" Target="../ink/ink592.xml"/><Relationship Id="rId89" Type="http://schemas.openxmlformats.org/officeDocument/2006/relationships/image" Target="../media/image2570.png"/><Relationship Id="rId16" Type="http://schemas.openxmlformats.org/officeDocument/2006/relationships/customXml" Target="../ink/ink558.xml"/><Relationship Id="rId107" Type="http://schemas.openxmlformats.org/officeDocument/2006/relationships/image" Target="../media/image2660.png"/><Relationship Id="rId11" Type="http://schemas.openxmlformats.org/officeDocument/2006/relationships/image" Target="../media/image2180.png"/><Relationship Id="rId32" Type="http://schemas.openxmlformats.org/officeDocument/2006/relationships/customXml" Target="../ink/ink566.xml"/><Relationship Id="rId37" Type="http://schemas.openxmlformats.org/officeDocument/2006/relationships/image" Target="../media/image2310.png"/><Relationship Id="rId53" Type="http://schemas.openxmlformats.org/officeDocument/2006/relationships/image" Target="../media/image2390.png"/><Relationship Id="rId58" Type="http://schemas.openxmlformats.org/officeDocument/2006/relationships/customXml" Target="../ink/ink579.xml"/><Relationship Id="rId74" Type="http://schemas.openxmlformats.org/officeDocument/2006/relationships/customXml" Target="../ink/ink587.xml"/><Relationship Id="rId79" Type="http://schemas.openxmlformats.org/officeDocument/2006/relationships/image" Target="../media/image2520.png"/><Relationship Id="rId102" Type="http://schemas.openxmlformats.org/officeDocument/2006/relationships/customXml" Target="../ink/ink601.xml"/><Relationship Id="rId5" Type="http://schemas.openxmlformats.org/officeDocument/2006/relationships/image" Target="../media/image2150.png"/><Relationship Id="rId90" Type="http://schemas.openxmlformats.org/officeDocument/2006/relationships/customXml" Target="../ink/ink595.xml"/><Relationship Id="rId95" Type="http://schemas.openxmlformats.org/officeDocument/2006/relationships/image" Target="../media/image2600.png"/><Relationship Id="rId22" Type="http://schemas.openxmlformats.org/officeDocument/2006/relationships/customXml" Target="../ink/ink561.xml"/><Relationship Id="rId27" Type="http://schemas.openxmlformats.org/officeDocument/2006/relationships/image" Target="../media/image2260.png"/><Relationship Id="rId43" Type="http://schemas.openxmlformats.org/officeDocument/2006/relationships/image" Target="../media/image2340.png"/><Relationship Id="rId48" Type="http://schemas.openxmlformats.org/officeDocument/2006/relationships/customXml" Target="../ink/ink574.xml"/><Relationship Id="rId64" Type="http://schemas.openxmlformats.org/officeDocument/2006/relationships/customXml" Target="../ink/ink582.xml"/><Relationship Id="rId69" Type="http://schemas.openxmlformats.org/officeDocument/2006/relationships/image" Target="../media/image2470.png"/><Relationship Id="rId80" Type="http://schemas.openxmlformats.org/officeDocument/2006/relationships/customXml" Target="../ink/ink590.xml"/><Relationship Id="rId85" Type="http://schemas.openxmlformats.org/officeDocument/2006/relationships/image" Target="../media/image2550.png"/><Relationship Id="rId12" Type="http://schemas.openxmlformats.org/officeDocument/2006/relationships/customXml" Target="../ink/ink556.xml"/><Relationship Id="rId17" Type="http://schemas.openxmlformats.org/officeDocument/2006/relationships/image" Target="../media/image2210.png"/><Relationship Id="rId33" Type="http://schemas.openxmlformats.org/officeDocument/2006/relationships/image" Target="../media/image2290.png"/><Relationship Id="rId38" Type="http://schemas.openxmlformats.org/officeDocument/2006/relationships/customXml" Target="../ink/ink569.xml"/><Relationship Id="rId59" Type="http://schemas.openxmlformats.org/officeDocument/2006/relationships/image" Target="../media/image2420.png"/><Relationship Id="rId103" Type="http://schemas.openxmlformats.org/officeDocument/2006/relationships/image" Target="../media/image2640.png"/><Relationship Id="rId108" Type="http://schemas.openxmlformats.org/officeDocument/2006/relationships/customXml" Target="../ink/ink604.xml"/><Relationship Id="rId54" Type="http://schemas.openxmlformats.org/officeDocument/2006/relationships/customXml" Target="../ink/ink577.xml"/><Relationship Id="rId70" Type="http://schemas.openxmlformats.org/officeDocument/2006/relationships/customXml" Target="../ink/ink585.xml"/><Relationship Id="rId75" Type="http://schemas.openxmlformats.org/officeDocument/2006/relationships/image" Target="../media/image2500.png"/><Relationship Id="rId91" Type="http://schemas.openxmlformats.org/officeDocument/2006/relationships/image" Target="../media/image2580.png"/><Relationship Id="rId96" Type="http://schemas.openxmlformats.org/officeDocument/2006/relationships/customXml" Target="../ink/ink59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3.xml"/><Relationship Id="rId15" Type="http://schemas.openxmlformats.org/officeDocument/2006/relationships/image" Target="../media/image2200.png"/><Relationship Id="rId23" Type="http://schemas.openxmlformats.org/officeDocument/2006/relationships/image" Target="../media/image2240.png"/><Relationship Id="rId28" Type="http://schemas.openxmlformats.org/officeDocument/2006/relationships/customXml" Target="../ink/ink564.xml"/><Relationship Id="rId36" Type="http://schemas.openxmlformats.org/officeDocument/2006/relationships/customXml" Target="../ink/ink568.xml"/><Relationship Id="rId49" Type="http://schemas.openxmlformats.org/officeDocument/2006/relationships/image" Target="../media/image2370.png"/><Relationship Id="rId57" Type="http://schemas.openxmlformats.org/officeDocument/2006/relationships/image" Target="../media/image2410.png"/><Relationship Id="rId106" Type="http://schemas.openxmlformats.org/officeDocument/2006/relationships/customXml" Target="../ink/ink603.xml"/><Relationship Id="rId10" Type="http://schemas.openxmlformats.org/officeDocument/2006/relationships/customXml" Target="../ink/ink555.xml"/><Relationship Id="rId31" Type="http://schemas.openxmlformats.org/officeDocument/2006/relationships/image" Target="../media/image2280.png"/><Relationship Id="rId44" Type="http://schemas.openxmlformats.org/officeDocument/2006/relationships/customXml" Target="../ink/ink572.xml"/><Relationship Id="rId52" Type="http://schemas.openxmlformats.org/officeDocument/2006/relationships/customXml" Target="../ink/ink576.xml"/><Relationship Id="rId60" Type="http://schemas.openxmlformats.org/officeDocument/2006/relationships/customXml" Target="../ink/ink580.xml"/><Relationship Id="rId65" Type="http://schemas.openxmlformats.org/officeDocument/2006/relationships/image" Target="../media/image2450.png"/><Relationship Id="rId73" Type="http://schemas.openxmlformats.org/officeDocument/2006/relationships/image" Target="../media/image2490.png"/><Relationship Id="rId78" Type="http://schemas.openxmlformats.org/officeDocument/2006/relationships/customXml" Target="../ink/ink589.xml"/><Relationship Id="rId81" Type="http://schemas.openxmlformats.org/officeDocument/2006/relationships/image" Target="../media/image2530.png"/><Relationship Id="rId86" Type="http://schemas.openxmlformats.org/officeDocument/2006/relationships/customXml" Target="../ink/ink593.xml"/><Relationship Id="rId94" Type="http://schemas.openxmlformats.org/officeDocument/2006/relationships/customXml" Target="../ink/ink597.xml"/><Relationship Id="rId99" Type="http://schemas.openxmlformats.org/officeDocument/2006/relationships/image" Target="../media/image2620.png"/><Relationship Id="rId101" Type="http://schemas.openxmlformats.org/officeDocument/2006/relationships/image" Target="../media/image2630.png"/><Relationship Id="rId4" Type="http://schemas.openxmlformats.org/officeDocument/2006/relationships/customXml" Target="../ink/ink552.xml"/><Relationship Id="rId9" Type="http://schemas.openxmlformats.org/officeDocument/2006/relationships/image" Target="../media/image2170.png"/><Relationship Id="rId13" Type="http://schemas.openxmlformats.org/officeDocument/2006/relationships/image" Target="../media/image2190.png"/><Relationship Id="rId18" Type="http://schemas.openxmlformats.org/officeDocument/2006/relationships/customXml" Target="../ink/ink559.xml"/><Relationship Id="rId39" Type="http://schemas.openxmlformats.org/officeDocument/2006/relationships/image" Target="../media/image2320.png"/><Relationship Id="rId109" Type="http://schemas.openxmlformats.org/officeDocument/2006/relationships/image" Target="../media/image2670.png"/><Relationship Id="rId34" Type="http://schemas.openxmlformats.org/officeDocument/2006/relationships/customXml" Target="../ink/ink567.xml"/><Relationship Id="rId50" Type="http://schemas.openxmlformats.org/officeDocument/2006/relationships/customXml" Target="../ink/ink575.xml"/><Relationship Id="rId55" Type="http://schemas.openxmlformats.org/officeDocument/2006/relationships/image" Target="../media/image2400.png"/><Relationship Id="rId76" Type="http://schemas.openxmlformats.org/officeDocument/2006/relationships/customXml" Target="../ink/ink588.xml"/><Relationship Id="rId97" Type="http://schemas.openxmlformats.org/officeDocument/2006/relationships/image" Target="../media/image2610.png"/><Relationship Id="rId104" Type="http://schemas.openxmlformats.org/officeDocument/2006/relationships/customXml" Target="../ink/ink602.xml"/><Relationship Id="rId7" Type="http://schemas.openxmlformats.org/officeDocument/2006/relationships/image" Target="../media/image2160.png"/><Relationship Id="rId71" Type="http://schemas.openxmlformats.org/officeDocument/2006/relationships/image" Target="../media/image2480.png"/><Relationship Id="rId92" Type="http://schemas.openxmlformats.org/officeDocument/2006/relationships/customXml" Target="../ink/ink596.xml"/><Relationship Id="rId2" Type="http://schemas.openxmlformats.org/officeDocument/2006/relationships/customXml" Target="../ink/ink551.xml"/><Relationship Id="rId29" Type="http://schemas.openxmlformats.org/officeDocument/2006/relationships/image" Target="../media/image2270.png"/><Relationship Id="rId24" Type="http://schemas.openxmlformats.org/officeDocument/2006/relationships/customXml" Target="../ink/ink562.xml"/><Relationship Id="rId40" Type="http://schemas.openxmlformats.org/officeDocument/2006/relationships/customXml" Target="../ink/ink570.xml"/><Relationship Id="rId45" Type="http://schemas.openxmlformats.org/officeDocument/2006/relationships/image" Target="../media/image2350.png"/><Relationship Id="rId66" Type="http://schemas.openxmlformats.org/officeDocument/2006/relationships/customXml" Target="../ink/ink583.xml"/><Relationship Id="rId87" Type="http://schemas.openxmlformats.org/officeDocument/2006/relationships/image" Target="../media/image2560.png"/><Relationship Id="rId61" Type="http://schemas.openxmlformats.org/officeDocument/2006/relationships/image" Target="../media/image2430.png"/><Relationship Id="rId82" Type="http://schemas.openxmlformats.org/officeDocument/2006/relationships/customXml" Target="../ink/ink591.xml"/><Relationship Id="rId19" Type="http://schemas.openxmlformats.org/officeDocument/2006/relationships/image" Target="../media/image2220.png"/><Relationship Id="rId14" Type="http://schemas.openxmlformats.org/officeDocument/2006/relationships/customXml" Target="../ink/ink557.xml"/><Relationship Id="rId30" Type="http://schemas.openxmlformats.org/officeDocument/2006/relationships/customXml" Target="../ink/ink565.xml"/><Relationship Id="rId35" Type="http://schemas.openxmlformats.org/officeDocument/2006/relationships/image" Target="../media/image2300.png"/><Relationship Id="rId56" Type="http://schemas.openxmlformats.org/officeDocument/2006/relationships/customXml" Target="../ink/ink578.xml"/><Relationship Id="rId77" Type="http://schemas.openxmlformats.org/officeDocument/2006/relationships/image" Target="../media/image2510.png"/><Relationship Id="rId100" Type="http://schemas.openxmlformats.org/officeDocument/2006/relationships/customXml" Target="../ink/ink600.xml"/><Relationship Id="rId105" Type="http://schemas.openxmlformats.org/officeDocument/2006/relationships/image" Target="../media/image2650.png"/><Relationship Id="rId8" Type="http://schemas.openxmlformats.org/officeDocument/2006/relationships/customXml" Target="../ink/ink554.xml"/><Relationship Id="rId51" Type="http://schemas.openxmlformats.org/officeDocument/2006/relationships/image" Target="../media/image2380.png"/><Relationship Id="rId72" Type="http://schemas.openxmlformats.org/officeDocument/2006/relationships/customXml" Target="../ink/ink586.xml"/><Relationship Id="rId93" Type="http://schemas.openxmlformats.org/officeDocument/2006/relationships/image" Target="../media/image2590.png"/><Relationship Id="rId98" Type="http://schemas.openxmlformats.org/officeDocument/2006/relationships/customXml" Target="../ink/ink599.xml"/><Relationship Id="rId3" Type="http://schemas.openxmlformats.org/officeDocument/2006/relationships/image" Target="../media/image650.png"/><Relationship Id="rId25" Type="http://schemas.openxmlformats.org/officeDocument/2006/relationships/image" Target="../media/image2250.png"/><Relationship Id="rId46" Type="http://schemas.openxmlformats.org/officeDocument/2006/relationships/customXml" Target="../ink/ink573.xml"/><Relationship Id="rId67" Type="http://schemas.openxmlformats.org/officeDocument/2006/relationships/image" Target="../media/image2460.png"/><Relationship Id="rId20" Type="http://schemas.openxmlformats.org/officeDocument/2006/relationships/customXml" Target="../ink/ink560.xml"/><Relationship Id="rId41" Type="http://schemas.openxmlformats.org/officeDocument/2006/relationships/image" Target="../media/image2330.png"/><Relationship Id="rId62" Type="http://schemas.openxmlformats.org/officeDocument/2006/relationships/customXml" Target="../ink/ink581.xml"/><Relationship Id="rId83" Type="http://schemas.openxmlformats.org/officeDocument/2006/relationships/image" Target="../media/image2540.png"/><Relationship Id="rId88" Type="http://schemas.openxmlformats.org/officeDocument/2006/relationships/customXml" Target="../ink/ink594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50.png"/><Relationship Id="rId21" Type="http://schemas.openxmlformats.org/officeDocument/2006/relationships/image" Target="../media/image2770.png"/><Relationship Id="rId42" Type="http://schemas.openxmlformats.org/officeDocument/2006/relationships/customXml" Target="../ink/ink625.xml"/><Relationship Id="rId63" Type="http://schemas.openxmlformats.org/officeDocument/2006/relationships/image" Target="../media/image2980.png"/><Relationship Id="rId84" Type="http://schemas.openxmlformats.org/officeDocument/2006/relationships/customXml" Target="../ink/ink646.xml"/><Relationship Id="rId138" Type="http://schemas.openxmlformats.org/officeDocument/2006/relationships/customXml" Target="../ink/ink673.xml"/><Relationship Id="rId159" Type="http://schemas.openxmlformats.org/officeDocument/2006/relationships/image" Target="../media/image3460.png"/><Relationship Id="rId170" Type="http://schemas.openxmlformats.org/officeDocument/2006/relationships/customXml" Target="../ink/ink689.xml"/><Relationship Id="rId191" Type="http://schemas.openxmlformats.org/officeDocument/2006/relationships/image" Target="../media/image3620.png"/><Relationship Id="rId205" Type="http://schemas.openxmlformats.org/officeDocument/2006/relationships/image" Target="../media/image3690.png"/><Relationship Id="rId107" Type="http://schemas.openxmlformats.org/officeDocument/2006/relationships/image" Target="../media/image3200.png"/><Relationship Id="rId11" Type="http://schemas.openxmlformats.org/officeDocument/2006/relationships/image" Target="../media/image2720.png"/><Relationship Id="rId32" Type="http://schemas.openxmlformats.org/officeDocument/2006/relationships/customXml" Target="../ink/ink620.xml"/><Relationship Id="rId53" Type="http://schemas.openxmlformats.org/officeDocument/2006/relationships/image" Target="../media/image2930.png"/><Relationship Id="rId74" Type="http://schemas.openxmlformats.org/officeDocument/2006/relationships/customXml" Target="../ink/ink641.xml"/><Relationship Id="rId128" Type="http://schemas.openxmlformats.org/officeDocument/2006/relationships/customXml" Target="../ink/ink668.xml"/><Relationship Id="rId149" Type="http://schemas.openxmlformats.org/officeDocument/2006/relationships/image" Target="../media/image3410.png"/><Relationship Id="rId5" Type="http://schemas.openxmlformats.org/officeDocument/2006/relationships/image" Target="../media/image2690.png"/><Relationship Id="rId95" Type="http://schemas.openxmlformats.org/officeDocument/2006/relationships/image" Target="../media/image3140.png"/><Relationship Id="rId160" Type="http://schemas.openxmlformats.org/officeDocument/2006/relationships/customXml" Target="../ink/ink684.xml"/><Relationship Id="rId181" Type="http://schemas.openxmlformats.org/officeDocument/2006/relationships/image" Target="../media/image3570.png"/><Relationship Id="rId22" Type="http://schemas.openxmlformats.org/officeDocument/2006/relationships/customXml" Target="../ink/ink615.xml"/><Relationship Id="rId43" Type="http://schemas.openxmlformats.org/officeDocument/2006/relationships/image" Target="../media/image2880.png"/><Relationship Id="rId64" Type="http://schemas.openxmlformats.org/officeDocument/2006/relationships/customXml" Target="../ink/ink636.xml"/><Relationship Id="rId118" Type="http://schemas.openxmlformats.org/officeDocument/2006/relationships/customXml" Target="../ink/ink663.xml"/><Relationship Id="rId139" Type="http://schemas.openxmlformats.org/officeDocument/2006/relationships/image" Target="../media/image3360.png"/><Relationship Id="rId85" Type="http://schemas.openxmlformats.org/officeDocument/2006/relationships/image" Target="../media/image3090.png"/><Relationship Id="rId150" Type="http://schemas.openxmlformats.org/officeDocument/2006/relationships/customXml" Target="../ink/ink679.xml"/><Relationship Id="rId171" Type="http://schemas.openxmlformats.org/officeDocument/2006/relationships/image" Target="../media/image3520.png"/><Relationship Id="rId192" Type="http://schemas.openxmlformats.org/officeDocument/2006/relationships/customXml" Target="../ink/ink700.xml"/><Relationship Id="rId206" Type="http://schemas.openxmlformats.org/officeDocument/2006/relationships/customXml" Target="../ink/ink707.xml"/><Relationship Id="rId12" Type="http://schemas.openxmlformats.org/officeDocument/2006/relationships/customXml" Target="../ink/ink610.xml"/><Relationship Id="rId33" Type="http://schemas.openxmlformats.org/officeDocument/2006/relationships/image" Target="../media/image2830.png"/><Relationship Id="rId108" Type="http://schemas.openxmlformats.org/officeDocument/2006/relationships/customXml" Target="../ink/ink658.xml"/><Relationship Id="rId129" Type="http://schemas.openxmlformats.org/officeDocument/2006/relationships/image" Target="../media/image3310.png"/><Relationship Id="rId54" Type="http://schemas.openxmlformats.org/officeDocument/2006/relationships/customXml" Target="../ink/ink631.xml"/><Relationship Id="rId75" Type="http://schemas.openxmlformats.org/officeDocument/2006/relationships/image" Target="../media/image3040.png"/><Relationship Id="rId96" Type="http://schemas.openxmlformats.org/officeDocument/2006/relationships/customXml" Target="../ink/ink652.xml"/><Relationship Id="rId140" Type="http://schemas.openxmlformats.org/officeDocument/2006/relationships/customXml" Target="../ink/ink674.xml"/><Relationship Id="rId161" Type="http://schemas.openxmlformats.org/officeDocument/2006/relationships/image" Target="../media/image3470.png"/><Relationship Id="rId182" Type="http://schemas.openxmlformats.org/officeDocument/2006/relationships/customXml" Target="../ink/ink695.xml"/><Relationship Id="rId6" Type="http://schemas.openxmlformats.org/officeDocument/2006/relationships/customXml" Target="../ink/ink607.xml"/><Relationship Id="rId23" Type="http://schemas.openxmlformats.org/officeDocument/2006/relationships/image" Target="../media/image2780.png"/><Relationship Id="rId119" Type="http://schemas.openxmlformats.org/officeDocument/2006/relationships/image" Target="../media/image3260.png"/><Relationship Id="rId44" Type="http://schemas.openxmlformats.org/officeDocument/2006/relationships/customXml" Target="../ink/ink626.xml"/><Relationship Id="rId65" Type="http://schemas.openxmlformats.org/officeDocument/2006/relationships/image" Target="../media/image2990.png"/><Relationship Id="rId86" Type="http://schemas.openxmlformats.org/officeDocument/2006/relationships/customXml" Target="../ink/ink647.xml"/><Relationship Id="rId130" Type="http://schemas.openxmlformats.org/officeDocument/2006/relationships/customXml" Target="../ink/ink669.xml"/><Relationship Id="rId151" Type="http://schemas.openxmlformats.org/officeDocument/2006/relationships/image" Target="../media/image3420.png"/><Relationship Id="rId172" Type="http://schemas.openxmlformats.org/officeDocument/2006/relationships/customXml" Target="../ink/ink690.xml"/><Relationship Id="rId193" Type="http://schemas.openxmlformats.org/officeDocument/2006/relationships/image" Target="../media/image3630.png"/><Relationship Id="rId207" Type="http://schemas.openxmlformats.org/officeDocument/2006/relationships/image" Target="../media/image3700.png"/><Relationship Id="rId13" Type="http://schemas.openxmlformats.org/officeDocument/2006/relationships/image" Target="../media/image2730.png"/><Relationship Id="rId109" Type="http://schemas.openxmlformats.org/officeDocument/2006/relationships/image" Target="../media/image3210.png"/><Relationship Id="rId34" Type="http://schemas.openxmlformats.org/officeDocument/2006/relationships/customXml" Target="../ink/ink621.xml"/><Relationship Id="rId55" Type="http://schemas.openxmlformats.org/officeDocument/2006/relationships/image" Target="../media/image2940.png"/><Relationship Id="rId76" Type="http://schemas.openxmlformats.org/officeDocument/2006/relationships/customXml" Target="../ink/ink642.xml"/><Relationship Id="rId97" Type="http://schemas.openxmlformats.org/officeDocument/2006/relationships/image" Target="../media/image3150.png"/><Relationship Id="rId120" Type="http://schemas.openxmlformats.org/officeDocument/2006/relationships/customXml" Target="../ink/ink664.xml"/><Relationship Id="rId141" Type="http://schemas.openxmlformats.org/officeDocument/2006/relationships/image" Target="../media/image3370.png"/><Relationship Id="rId7" Type="http://schemas.openxmlformats.org/officeDocument/2006/relationships/image" Target="../media/image2700.png"/><Relationship Id="rId162" Type="http://schemas.openxmlformats.org/officeDocument/2006/relationships/customXml" Target="../ink/ink685.xml"/><Relationship Id="rId183" Type="http://schemas.openxmlformats.org/officeDocument/2006/relationships/image" Target="../media/image3580.png"/><Relationship Id="rId24" Type="http://schemas.openxmlformats.org/officeDocument/2006/relationships/customXml" Target="../ink/ink616.xml"/><Relationship Id="rId45" Type="http://schemas.openxmlformats.org/officeDocument/2006/relationships/image" Target="../media/image2890.png"/><Relationship Id="rId66" Type="http://schemas.openxmlformats.org/officeDocument/2006/relationships/customXml" Target="../ink/ink637.xml"/><Relationship Id="rId87" Type="http://schemas.openxmlformats.org/officeDocument/2006/relationships/image" Target="../media/image3100.png"/><Relationship Id="rId110" Type="http://schemas.openxmlformats.org/officeDocument/2006/relationships/customXml" Target="../ink/ink659.xml"/><Relationship Id="rId131" Type="http://schemas.openxmlformats.org/officeDocument/2006/relationships/image" Target="../media/image3320.png"/><Relationship Id="rId61" Type="http://schemas.openxmlformats.org/officeDocument/2006/relationships/image" Target="../media/image2970.png"/><Relationship Id="rId82" Type="http://schemas.openxmlformats.org/officeDocument/2006/relationships/customXml" Target="../ink/ink645.xml"/><Relationship Id="rId152" Type="http://schemas.openxmlformats.org/officeDocument/2006/relationships/customXml" Target="../ink/ink680.xml"/><Relationship Id="rId173" Type="http://schemas.openxmlformats.org/officeDocument/2006/relationships/image" Target="../media/image3530.png"/><Relationship Id="rId194" Type="http://schemas.openxmlformats.org/officeDocument/2006/relationships/customXml" Target="../ink/ink701.xml"/><Relationship Id="rId199" Type="http://schemas.openxmlformats.org/officeDocument/2006/relationships/image" Target="../media/image3660.png"/><Relationship Id="rId203" Type="http://schemas.openxmlformats.org/officeDocument/2006/relationships/image" Target="../media/image3680.png"/><Relationship Id="rId208" Type="http://schemas.openxmlformats.org/officeDocument/2006/relationships/customXml" Target="../ink/ink708.xml"/><Relationship Id="rId19" Type="http://schemas.openxmlformats.org/officeDocument/2006/relationships/image" Target="../media/image2760.png"/><Relationship Id="rId14" Type="http://schemas.openxmlformats.org/officeDocument/2006/relationships/customXml" Target="../ink/ink611.xml"/><Relationship Id="rId30" Type="http://schemas.openxmlformats.org/officeDocument/2006/relationships/customXml" Target="../ink/ink619.xml"/><Relationship Id="rId35" Type="http://schemas.openxmlformats.org/officeDocument/2006/relationships/image" Target="../media/image2840.png"/><Relationship Id="rId56" Type="http://schemas.openxmlformats.org/officeDocument/2006/relationships/customXml" Target="../ink/ink632.xml"/><Relationship Id="rId77" Type="http://schemas.openxmlformats.org/officeDocument/2006/relationships/image" Target="../media/image3050.png"/><Relationship Id="rId100" Type="http://schemas.openxmlformats.org/officeDocument/2006/relationships/customXml" Target="../ink/ink654.xml"/><Relationship Id="rId105" Type="http://schemas.openxmlformats.org/officeDocument/2006/relationships/image" Target="../media/image3190.png"/><Relationship Id="rId126" Type="http://schemas.openxmlformats.org/officeDocument/2006/relationships/customXml" Target="../ink/ink667.xml"/><Relationship Id="rId147" Type="http://schemas.openxmlformats.org/officeDocument/2006/relationships/image" Target="../media/image3400.png"/><Relationship Id="rId168" Type="http://schemas.openxmlformats.org/officeDocument/2006/relationships/customXml" Target="../ink/ink688.xml"/><Relationship Id="rId8" Type="http://schemas.openxmlformats.org/officeDocument/2006/relationships/customXml" Target="../ink/ink608.xml"/><Relationship Id="rId51" Type="http://schemas.openxmlformats.org/officeDocument/2006/relationships/image" Target="../media/image2920.png"/><Relationship Id="rId72" Type="http://schemas.openxmlformats.org/officeDocument/2006/relationships/customXml" Target="../ink/ink640.xml"/><Relationship Id="rId93" Type="http://schemas.openxmlformats.org/officeDocument/2006/relationships/image" Target="../media/image3130.png"/><Relationship Id="rId98" Type="http://schemas.openxmlformats.org/officeDocument/2006/relationships/customXml" Target="../ink/ink653.xml"/><Relationship Id="rId121" Type="http://schemas.openxmlformats.org/officeDocument/2006/relationships/image" Target="../media/image3270.png"/><Relationship Id="rId142" Type="http://schemas.openxmlformats.org/officeDocument/2006/relationships/customXml" Target="../ink/ink675.xml"/><Relationship Id="rId163" Type="http://schemas.openxmlformats.org/officeDocument/2006/relationships/image" Target="../media/image3480.png"/><Relationship Id="rId184" Type="http://schemas.openxmlformats.org/officeDocument/2006/relationships/customXml" Target="../ink/ink696.xml"/><Relationship Id="rId189" Type="http://schemas.openxmlformats.org/officeDocument/2006/relationships/image" Target="../media/image3610.png"/><Relationship Id="rId3" Type="http://schemas.openxmlformats.org/officeDocument/2006/relationships/image" Target="../media/image2680.png"/><Relationship Id="rId25" Type="http://schemas.openxmlformats.org/officeDocument/2006/relationships/image" Target="../media/image2790.png"/><Relationship Id="rId46" Type="http://schemas.openxmlformats.org/officeDocument/2006/relationships/customXml" Target="../ink/ink627.xml"/><Relationship Id="rId67" Type="http://schemas.openxmlformats.org/officeDocument/2006/relationships/image" Target="../media/image3000.png"/><Relationship Id="rId116" Type="http://schemas.openxmlformats.org/officeDocument/2006/relationships/customXml" Target="../ink/ink662.xml"/><Relationship Id="rId137" Type="http://schemas.openxmlformats.org/officeDocument/2006/relationships/image" Target="../media/image3350.png"/><Relationship Id="rId158" Type="http://schemas.openxmlformats.org/officeDocument/2006/relationships/customXml" Target="../ink/ink683.xml"/><Relationship Id="rId20" Type="http://schemas.openxmlformats.org/officeDocument/2006/relationships/customXml" Target="../ink/ink614.xml"/><Relationship Id="rId41" Type="http://schemas.openxmlformats.org/officeDocument/2006/relationships/image" Target="../media/image2870.png"/><Relationship Id="rId62" Type="http://schemas.openxmlformats.org/officeDocument/2006/relationships/customXml" Target="../ink/ink635.xml"/><Relationship Id="rId83" Type="http://schemas.openxmlformats.org/officeDocument/2006/relationships/image" Target="../media/image3080.png"/><Relationship Id="rId88" Type="http://schemas.openxmlformats.org/officeDocument/2006/relationships/customXml" Target="../ink/ink648.xml"/><Relationship Id="rId111" Type="http://schemas.openxmlformats.org/officeDocument/2006/relationships/image" Target="../media/image3220.png"/><Relationship Id="rId132" Type="http://schemas.openxmlformats.org/officeDocument/2006/relationships/customXml" Target="../ink/ink670.xml"/><Relationship Id="rId153" Type="http://schemas.openxmlformats.org/officeDocument/2006/relationships/image" Target="../media/image3430.png"/><Relationship Id="rId174" Type="http://schemas.openxmlformats.org/officeDocument/2006/relationships/customXml" Target="../ink/ink691.xml"/><Relationship Id="rId179" Type="http://schemas.openxmlformats.org/officeDocument/2006/relationships/image" Target="../media/image3560.png"/><Relationship Id="rId195" Type="http://schemas.openxmlformats.org/officeDocument/2006/relationships/image" Target="../media/image3640.png"/><Relationship Id="rId209" Type="http://schemas.openxmlformats.org/officeDocument/2006/relationships/image" Target="../media/image3710.png"/><Relationship Id="rId190" Type="http://schemas.openxmlformats.org/officeDocument/2006/relationships/customXml" Target="../ink/ink699.xml"/><Relationship Id="rId204" Type="http://schemas.openxmlformats.org/officeDocument/2006/relationships/customXml" Target="../ink/ink706.xml"/><Relationship Id="rId15" Type="http://schemas.openxmlformats.org/officeDocument/2006/relationships/image" Target="../media/image2740.png"/><Relationship Id="rId36" Type="http://schemas.openxmlformats.org/officeDocument/2006/relationships/customXml" Target="../ink/ink622.xml"/><Relationship Id="rId57" Type="http://schemas.openxmlformats.org/officeDocument/2006/relationships/image" Target="../media/image2950.png"/><Relationship Id="rId106" Type="http://schemas.openxmlformats.org/officeDocument/2006/relationships/customXml" Target="../ink/ink657.xml"/><Relationship Id="rId127" Type="http://schemas.openxmlformats.org/officeDocument/2006/relationships/image" Target="../media/image3300.png"/><Relationship Id="rId10" Type="http://schemas.openxmlformats.org/officeDocument/2006/relationships/customXml" Target="../ink/ink609.xml"/><Relationship Id="rId31" Type="http://schemas.openxmlformats.org/officeDocument/2006/relationships/image" Target="../media/image2820.png"/><Relationship Id="rId52" Type="http://schemas.openxmlformats.org/officeDocument/2006/relationships/customXml" Target="../ink/ink630.xml"/><Relationship Id="rId73" Type="http://schemas.openxmlformats.org/officeDocument/2006/relationships/image" Target="../media/image3030.png"/><Relationship Id="rId78" Type="http://schemas.openxmlformats.org/officeDocument/2006/relationships/customXml" Target="../ink/ink643.xml"/><Relationship Id="rId94" Type="http://schemas.openxmlformats.org/officeDocument/2006/relationships/customXml" Target="../ink/ink651.xml"/><Relationship Id="rId99" Type="http://schemas.openxmlformats.org/officeDocument/2006/relationships/image" Target="../media/image3160.png"/><Relationship Id="rId101" Type="http://schemas.openxmlformats.org/officeDocument/2006/relationships/image" Target="../media/image3170.png"/><Relationship Id="rId122" Type="http://schemas.openxmlformats.org/officeDocument/2006/relationships/customXml" Target="../ink/ink665.xml"/><Relationship Id="rId143" Type="http://schemas.openxmlformats.org/officeDocument/2006/relationships/image" Target="../media/image3380.png"/><Relationship Id="rId148" Type="http://schemas.openxmlformats.org/officeDocument/2006/relationships/customXml" Target="../ink/ink678.xml"/><Relationship Id="rId164" Type="http://schemas.openxmlformats.org/officeDocument/2006/relationships/customXml" Target="../ink/ink686.xml"/><Relationship Id="rId169" Type="http://schemas.openxmlformats.org/officeDocument/2006/relationships/image" Target="../media/image3510.png"/><Relationship Id="rId185" Type="http://schemas.openxmlformats.org/officeDocument/2006/relationships/image" Target="../media/image3590.png"/><Relationship Id="rId4" Type="http://schemas.openxmlformats.org/officeDocument/2006/relationships/customXml" Target="../ink/ink606.xml"/><Relationship Id="rId9" Type="http://schemas.openxmlformats.org/officeDocument/2006/relationships/image" Target="../media/image2710.png"/><Relationship Id="rId180" Type="http://schemas.openxmlformats.org/officeDocument/2006/relationships/customXml" Target="../ink/ink694.xml"/><Relationship Id="rId210" Type="http://schemas.openxmlformats.org/officeDocument/2006/relationships/customXml" Target="../ink/ink709.xml"/><Relationship Id="rId26" Type="http://schemas.openxmlformats.org/officeDocument/2006/relationships/customXml" Target="../ink/ink617.xml"/><Relationship Id="rId47" Type="http://schemas.openxmlformats.org/officeDocument/2006/relationships/image" Target="../media/image2900.png"/><Relationship Id="rId68" Type="http://schemas.openxmlformats.org/officeDocument/2006/relationships/customXml" Target="../ink/ink638.xml"/><Relationship Id="rId89" Type="http://schemas.openxmlformats.org/officeDocument/2006/relationships/image" Target="../media/image3110.png"/><Relationship Id="rId112" Type="http://schemas.openxmlformats.org/officeDocument/2006/relationships/customXml" Target="../ink/ink660.xml"/><Relationship Id="rId133" Type="http://schemas.openxmlformats.org/officeDocument/2006/relationships/image" Target="../media/image3330.png"/><Relationship Id="rId154" Type="http://schemas.openxmlformats.org/officeDocument/2006/relationships/customXml" Target="../ink/ink681.xml"/><Relationship Id="rId175" Type="http://schemas.openxmlformats.org/officeDocument/2006/relationships/image" Target="../media/image3540.png"/><Relationship Id="rId196" Type="http://schemas.openxmlformats.org/officeDocument/2006/relationships/customXml" Target="../ink/ink702.xml"/><Relationship Id="rId200" Type="http://schemas.openxmlformats.org/officeDocument/2006/relationships/customXml" Target="../ink/ink704.xml"/><Relationship Id="rId16" Type="http://schemas.openxmlformats.org/officeDocument/2006/relationships/customXml" Target="../ink/ink612.xml"/><Relationship Id="rId37" Type="http://schemas.openxmlformats.org/officeDocument/2006/relationships/image" Target="../media/image2850.png"/><Relationship Id="rId58" Type="http://schemas.openxmlformats.org/officeDocument/2006/relationships/customXml" Target="../ink/ink633.xml"/><Relationship Id="rId79" Type="http://schemas.openxmlformats.org/officeDocument/2006/relationships/image" Target="../media/image3060.png"/><Relationship Id="rId102" Type="http://schemas.openxmlformats.org/officeDocument/2006/relationships/customXml" Target="../ink/ink655.xml"/><Relationship Id="rId123" Type="http://schemas.openxmlformats.org/officeDocument/2006/relationships/image" Target="../media/image3280.png"/><Relationship Id="rId144" Type="http://schemas.openxmlformats.org/officeDocument/2006/relationships/customXml" Target="../ink/ink676.xml"/><Relationship Id="rId90" Type="http://schemas.openxmlformats.org/officeDocument/2006/relationships/customXml" Target="../ink/ink649.xml"/><Relationship Id="rId165" Type="http://schemas.openxmlformats.org/officeDocument/2006/relationships/image" Target="../media/image3490.png"/><Relationship Id="rId186" Type="http://schemas.openxmlformats.org/officeDocument/2006/relationships/customXml" Target="../ink/ink697.xml"/><Relationship Id="rId211" Type="http://schemas.openxmlformats.org/officeDocument/2006/relationships/image" Target="../media/image3720.png"/><Relationship Id="rId27" Type="http://schemas.openxmlformats.org/officeDocument/2006/relationships/image" Target="../media/image2800.png"/><Relationship Id="rId48" Type="http://schemas.openxmlformats.org/officeDocument/2006/relationships/customXml" Target="../ink/ink628.xml"/><Relationship Id="rId69" Type="http://schemas.openxmlformats.org/officeDocument/2006/relationships/image" Target="../media/image3010.png"/><Relationship Id="rId113" Type="http://schemas.openxmlformats.org/officeDocument/2006/relationships/image" Target="../media/image3230.png"/><Relationship Id="rId134" Type="http://schemas.openxmlformats.org/officeDocument/2006/relationships/customXml" Target="../ink/ink671.xml"/><Relationship Id="rId80" Type="http://schemas.openxmlformats.org/officeDocument/2006/relationships/customXml" Target="../ink/ink644.xml"/><Relationship Id="rId155" Type="http://schemas.openxmlformats.org/officeDocument/2006/relationships/image" Target="../media/image3440.png"/><Relationship Id="rId176" Type="http://schemas.openxmlformats.org/officeDocument/2006/relationships/customXml" Target="../ink/ink692.xml"/><Relationship Id="rId197" Type="http://schemas.openxmlformats.org/officeDocument/2006/relationships/image" Target="../media/image3650.png"/><Relationship Id="rId201" Type="http://schemas.openxmlformats.org/officeDocument/2006/relationships/image" Target="../media/image3670.png"/><Relationship Id="rId17" Type="http://schemas.openxmlformats.org/officeDocument/2006/relationships/image" Target="../media/image2750.png"/><Relationship Id="rId38" Type="http://schemas.openxmlformats.org/officeDocument/2006/relationships/customXml" Target="../ink/ink623.xml"/><Relationship Id="rId59" Type="http://schemas.openxmlformats.org/officeDocument/2006/relationships/image" Target="../media/image2960.png"/><Relationship Id="rId103" Type="http://schemas.openxmlformats.org/officeDocument/2006/relationships/image" Target="../media/image3180.png"/><Relationship Id="rId124" Type="http://schemas.openxmlformats.org/officeDocument/2006/relationships/customXml" Target="../ink/ink666.xml"/><Relationship Id="rId70" Type="http://schemas.openxmlformats.org/officeDocument/2006/relationships/customXml" Target="../ink/ink639.xml"/><Relationship Id="rId91" Type="http://schemas.openxmlformats.org/officeDocument/2006/relationships/image" Target="../media/image3120.png"/><Relationship Id="rId145" Type="http://schemas.openxmlformats.org/officeDocument/2006/relationships/image" Target="../media/image3390.png"/><Relationship Id="rId166" Type="http://schemas.openxmlformats.org/officeDocument/2006/relationships/customXml" Target="../ink/ink687.xml"/><Relationship Id="rId187" Type="http://schemas.openxmlformats.org/officeDocument/2006/relationships/image" Target="../media/image360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618.xml"/><Relationship Id="rId49" Type="http://schemas.openxmlformats.org/officeDocument/2006/relationships/image" Target="../media/image2910.png"/><Relationship Id="rId114" Type="http://schemas.openxmlformats.org/officeDocument/2006/relationships/customXml" Target="../ink/ink661.xml"/><Relationship Id="rId60" Type="http://schemas.openxmlformats.org/officeDocument/2006/relationships/customXml" Target="../ink/ink634.xml"/><Relationship Id="rId81" Type="http://schemas.openxmlformats.org/officeDocument/2006/relationships/image" Target="../media/image3070.png"/><Relationship Id="rId135" Type="http://schemas.openxmlformats.org/officeDocument/2006/relationships/image" Target="../media/image3340.png"/><Relationship Id="rId156" Type="http://schemas.openxmlformats.org/officeDocument/2006/relationships/customXml" Target="../ink/ink682.xml"/><Relationship Id="rId177" Type="http://schemas.openxmlformats.org/officeDocument/2006/relationships/image" Target="../media/image3550.png"/><Relationship Id="rId198" Type="http://schemas.openxmlformats.org/officeDocument/2006/relationships/customXml" Target="../ink/ink703.xml"/><Relationship Id="rId202" Type="http://schemas.openxmlformats.org/officeDocument/2006/relationships/customXml" Target="../ink/ink705.xml"/><Relationship Id="rId18" Type="http://schemas.openxmlformats.org/officeDocument/2006/relationships/customXml" Target="../ink/ink613.xml"/><Relationship Id="rId39" Type="http://schemas.openxmlformats.org/officeDocument/2006/relationships/image" Target="../media/image2860.png"/><Relationship Id="rId50" Type="http://schemas.openxmlformats.org/officeDocument/2006/relationships/customXml" Target="../ink/ink629.xml"/><Relationship Id="rId104" Type="http://schemas.openxmlformats.org/officeDocument/2006/relationships/customXml" Target="../ink/ink656.xml"/><Relationship Id="rId125" Type="http://schemas.openxmlformats.org/officeDocument/2006/relationships/image" Target="../media/image3290.png"/><Relationship Id="rId146" Type="http://schemas.openxmlformats.org/officeDocument/2006/relationships/customXml" Target="../ink/ink677.xml"/><Relationship Id="rId167" Type="http://schemas.openxmlformats.org/officeDocument/2006/relationships/image" Target="../media/image3500.png"/><Relationship Id="rId188" Type="http://schemas.openxmlformats.org/officeDocument/2006/relationships/customXml" Target="../ink/ink698.xml"/><Relationship Id="rId71" Type="http://schemas.openxmlformats.org/officeDocument/2006/relationships/image" Target="../media/image3020.png"/><Relationship Id="rId92" Type="http://schemas.openxmlformats.org/officeDocument/2006/relationships/customXml" Target="../ink/ink650.xml"/><Relationship Id="rId2" Type="http://schemas.openxmlformats.org/officeDocument/2006/relationships/customXml" Target="../ink/ink605.xml"/><Relationship Id="rId29" Type="http://schemas.openxmlformats.org/officeDocument/2006/relationships/image" Target="../media/image2810.png"/><Relationship Id="rId40" Type="http://schemas.openxmlformats.org/officeDocument/2006/relationships/customXml" Target="../ink/ink624.xml"/><Relationship Id="rId115" Type="http://schemas.openxmlformats.org/officeDocument/2006/relationships/image" Target="../media/image3240.png"/><Relationship Id="rId136" Type="http://schemas.openxmlformats.org/officeDocument/2006/relationships/customXml" Target="../ink/ink672.xml"/><Relationship Id="rId157" Type="http://schemas.openxmlformats.org/officeDocument/2006/relationships/image" Target="../media/image3450.png"/><Relationship Id="rId178" Type="http://schemas.openxmlformats.org/officeDocument/2006/relationships/customXml" Target="../ink/ink69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7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8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59.png"/><Relationship Id="rId4" Type="http://schemas.openxmlformats.org/officeDocument/2006/relationships/hyperlink" Target="http://www.dribbble.com/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5.jpeg"/><Relationship Id="rId3" Type="http://schemas.openxmlformats.org/officeDocument/2006/relationships/image" Target="../media/image560.jpeg"/><Relationship Id="rId7" Type="http://schemas.openxmlformats.org/officeDocument/2006/relationships/image" Target="../media/image56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3.tiff"/><Relationship Id="rId5" Type="http://schemas.openxmlformats.org/officeDocument/2006/relationships/image" Target="../media/image562.tiff"/><Relationship Id="rId4" Type="http://schemas.openxmlformats.org/officeDocument/2006/relationships/image" Target="../media/image561.tiff"/><Relationship Id="rId9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9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070076" y="128570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070076" y="3041429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070076" y="4797152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3734762" y="1538720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Generic Handler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3734762" y="3294439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Fiori App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3734762" y="5050162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Annotations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9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Generic Handlers in CAP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CAPM framework generates most of the code to perform CURDQ operations on the entity. It does not know what validations to perform on our business data. As a developer, when we want to attach a pre-check (validations) / post-check (post processing code) on an entity operation, we can use generic handlers. All these operations are performed SYNCHRONOUSLY.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At times we want to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Take full control of our implementation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add some validation before data is inserted or updated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change data before insert/update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Read some extra information while GET calls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2BE5B-3322-EB8C-DFE3-7568C3DFF16E}"/>
              </a:ext>
            </a:extLst>
          </p:cNvPr>
          <p:cNvSpPr/>
          <p:nvPr/>
        </p:nvSpPr>
        <p:spPr>
          <a:xfrm>
            <a:off x="1665562" y="3292283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Fiori app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6EE0801-93EB-545C-C6BF-22763A32108C}"/>
              </a:ext>
            </a:extLst>
          </p:cNvPr>
          <p:cNvSpPr/>
          <p:nvPr/>
        </p:nvSpPr>
        <p:spPr>
          <a:xfrm>
            <a:off x="405780" y="3309096"/>
            <a:ext cx="504056" cy="508672"/>
          </a:xfrm>
          <a:prstGeom prst="smileyFace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3B96A-4E1B-C4CC-1CF3-269AE3DC476D}"/>
              </a:ext>
            </a:extLst>
          </p:cNvPr>
          <p:cNvSpPr/>
          <p:nvPr/>
        </p:nvSpPr>
        <p:spPr>
          <a:xfrm>
            <a:off x="4401866" y="3283905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odata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561E-7E9D-7263-1210-A86934C26C57}"/>
              </a:ext>
            </a:extLst>
          </p:cNvPr>
          <p:cNvSpPr/>
          <p:nvPr/>
        </p:nvSpPr>
        <p:spPr>
          <a:xfrm>
            <a:off x="6850139" y="3286813"/>
            <a:ext cx="1408830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290B8-8898-2E2F-FAE0-A22D3E6CA178}"/>
              </a:ext>
            </a:extLst>
          </p:cNvPr>
          <p:cNvSpPr/>
          <p:nvPr/>
        </p:nvSpPr>
        <p:spPr>
          <a:xfrm>
            <a:off x="10454386" y="3283905"/>
            <a:ext cx="1408829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C18D0-EA63-2E20-013F-C56242C58FCC}"/>
              </a:ext>
            </a:extLst>
          </p:cNvPr>
          <p:cNvSpPr/>
          <p:nvPr/>
        </p:nvSpPr>
        <p:spPr>
          <a:xfrm>
            <a:off x="8597834" y="3283905"/>
            <a:ext cx="1492659" cy="508672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Generic handlers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0C1784-99C1-7686-5D31-5F923A0052E7}"/>
              </a:ext>
            </a:extLst>
          </p:cNvPr>
          <p:cNvCxnSpPr>
            <a:stCxn id="4" idx="2"/>
          </p:cNvCxnSpPr>
          <p:nvPr/>
        </p:nvCxnSpPr>
        <p:spPr>
          <a:xfrm>
            <a:off x="2565659" y="3800955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76315A-A8F2-2641-4ECF-7E7D4E4293B5}"/>
              </a:ext>
            </a:extLst>
          </p:cNvPr>
          <p:cNvCxnSpPr/>
          <p:nvPr/>
        </p:nvCxnSpPr>
        <p:spPr>
          <a:xfrm>
            <a:off x="5276552" y="3809547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235C3E-7DED-6F98-B296-639F08ACA2F1}"/>
              </a:ext>
            </a:extLst>
          </p:cNvPr>
          <p:cNvCxnSpPr/>
          <p:nvPr/>
        </p:nvCxnSpPr>
        <p:spPr>
          <a:xfrm>
            <a:off x="7554554" y="3821451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02E8EC-0880-8771-6B1B-56CFACF26AD3}"/>
              </a:ext>
            </a:extLst>
          </p:cNvPr>
          <p:cNvCxnSpPr/>
          <p:nvPr/>
        </p:nvCxnSpPr>
        <p:spPr>
          <a:xfrm>
            <a:off x="9361026" y="3776774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4A22EB-9410-4FEC-E66B-1246C954DBD8}"/>
              </a:ext>
            </a:extLst>
          </p:cNvPr>
          <p:cNvCxnSpPr/>
          <p:nvPr/>
        </p:nvCxnSpPr>
        <p:spPr>
          <a:xfrm>
            <a:off x="11204084" y="3748672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2D5CB7-7599-096A-E3BB-0A43D5841299}"/>
              </a:ext>
            </a:extLst>
          </p:cNvPr>
          <p:cNvCxnSpPr/>
          <p:nvPr/>
        </p:nvCxnSpPr>
        <p:spPr>
          <a:xfrm>
            <a:off x="657808" y="3783829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80AC8B-C0E5-FEB4-3A4D-B6CCFF743934}"/>
              </a:ext>
            </a:extLst>
          </p:cNvPr>
          <p:cNvCxnSpPr/>
          <p:nvPr/>
        </p:nvCxnSpPr>
        <p:spPr>
          <a:xfrm>
            <a:off x="657808" y="4221088"/>
            <a:ext cx="19078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B03AC-DED9-ECCD-C70D-35A5CCF6A638}"/>
              </a:ext>
            </a:extLst>
          </p:cNvPr>
          <p:cNvCxnSpPr/>
          <p:nvPr/>
        </p:nvCxnSpPr>
        <p:spPr>
          <a:xfrm>
            <a:off x="2591069" y="4509120"/>
            <a:ext cx="2685483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894FB4-2D0F-5159-9C3E-8E24E8A37C9D}"/>
              </a:ext>
            </a:extLst>
          </p:cNvPr>
          <p:cNvCxnSpPr/>
          <p:nvPr/>
        </p:nvCxnSpPr>
        <p:spPr>
          <a:xfrm>
            <a:off x="5276552" y="4797152"/>
            <a:ext cx="2290707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C6D12-8376-6439-8B49-FBD77F2773EF}"/>
              </a:ext>
            </a:extLst>
          </p:cNvPr>
          <p:cNvSpPr/>
          <p:nvPr/>
        </p:nvSpPr>
        <p:spPr>
          <a:xfrm>
            <a:off x="7579964" y="4797152"/>
            <a:ext cx="98624" cy="167049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C08638-E5C0-63DD-B840-AA79A5D66F09}"/>
              </a:ext>
            </a:extLst>
          </p:cNvPr>
          <p:cNvCxnSpPr/>
          <p:nvPr/>
        </p:nvCxnSpPr>
        <p:spPr>
          <a:xfrm>
            <a:off x="7722714" y="5445224"/>
            <a:ext cx="343608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30A05E-28C9-B3A7-5891-3B244F8B9784}"/>
              </a:ext>
            </a:extLst>
          </p:cNvPr>
          <p:cNvSpPr/>
          <p:nvPr/>
        </p:nvSpPr>
        <p:spPr>
          <a:xfrm>
            <a:off x="11139057" y="5444250"/>
            <a:ext cx="115966" cy="4395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E26BD-247D-D4B4-8575-E06620E01B6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702971" y="5883822"/>
            <a:ext cx="3494069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6E069B8-9B85-D88A-0E1D-35FE84399F1E}"/>
              </a:ext>
            </a:extLst>
          </p:cNvPr>
          <p:cNvSpPr/>
          <p:nvPr/>
        </p:nvSpPr>
        <p:spPr>
          <a:xfrm>
            <a:off x="9324791" y="4838222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2C6849-E233-4551-8044-3F3FA038B633}"/>
              </a:ext>
            </a:extLst>
          </p:cNvPr>
          <p:cNvCxnSpPr/>
          <p:nvPr/>
        </p:nvCxnSpPr>
        <p:spPr>
          <a:xfrm>
            <a:off x="7722714" y="4866921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67B26D-2C8F-7B81-5CB3-F06EAB12B7B6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7722714" y="5277794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640B9B-16E8-D1FD-717B-FA6272B4D311}"/>
              </a:ext>
            </a:extLst>
          </p:cNvPr>
          <p:cNvSpPr txBox="1"/>
          <p:nvPr/>
        </p:nvSpPr>
        <p:spPr>
          <a:xfrm>
            <a:off x="9550796" y="4797152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before</a:t>
            </a:r>
          </a:p>
        </p:txBody>
      </p:sp>
      <p:sp>
        <p:nvSpPr>
          <p:cNvPr id="27" name="Explosion: 8 Points 26">
            <a:extLst>
              <a:ext uri="{FF2B5EF4-FFF2-40B4-BE49-F238E27FC236}">
                <a16:creationId xmlns:a16="http://schemas.microsoft.com/office/drawing/2014/main" id="{F4557CA1-B54E-1CBF-9337-533A0361AD25}"/>
              </a:ext>
            </a:extLst>
          </p:cNvPr>
          <p:cNvSpPr/>
          <p:nvPr/>
        </p:nvSpPr>
        <p:spPr>
          <a:xfrm>
            <a:off x="7246540" y="5085184"/>
            <a:ext cx="472512" cy="439571"/>
          </a:xfrm>
          <a:prstGeom prst="irregularSeal1">
            <a:avLst/>
          </a:prstGeom>
          <a:gradFill rotWithShape="1">
            <a:gsLst>
              <a:gs pos="0">
                <a:srgbClr val="38C6C6">
                  <a:tint val="50000"/>
                  <a:satMod val="300000"/>
                </a:srgbClr>
              </a:gs>
              <a:gs pos="35000">
                <a:srgbClr val="38C6C6">
                  <a:tint val="37000"/>
                  <a:satMod val="300000"/>
                </a:srgbClr>
              </a:gs>
              <a:gs pos="100000">
                <a:srgbClr val="38C6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B9E1B-73FD-08C3-673B-DDBF88941E4C}"/>
              </a:ext>
            </a:extLst>
          </p:cNvPr>
          <p:cNvCxnSpPr>
            <a:stCxn id="27" idx="1"/>
          </p:cNvCxnSpPr>
          <p:nvPr/>
        </p:nvCxnSpPr>
        <p:spPr>
          <a:xfrm flipH="1">
            <a:off x="2605524" y="5260504"/>
            <a:ext cx="4641016" cy="724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D14DC12-03B7-6ECF-C6DC-C7203929F777}"/>
              </a:ext>
            </a:extLst>
          </p:cNvPr>
          <p:cNvSpPr txBox="1"/>
          <p:nvPr/>
        </p:nvSpPr>
        <p:spPr>
          <a:xfrm>
            <a:off x="9861282" y="5492825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80DC0A-543B-5045-AAEA-41134C6D68DB}"/>
              </a:ext>
            </a:extLst>
          </p:cNvPr>
          <p:cNvSpPr/>
          <p:nvPr/>
        </p:nvSpPr>
        <p:spPr>
          <a:xfrm>
            <a:off x="9303043" y="6006355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58C953-5198-3209-5161-7FEE368655A7}"/>
              </a:ext>
            </a:extLst>
          </p:cNvPr>
          <p:cNvCxnSpPr/>
          <p:nvPr/>
        </p:nvCxnSpPr>
        <p:spPr>
          <a:xfrm>
            <a:off x="7700966" y="6035054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ED05D-DEA1-C7F5-FA19-4F0CCE208130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7700966" y="6445927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C0B4DD-0442-4940-243C-1038A310EF6A}"/>
              </a:ext>
            </a:extLst>
          </p:cNvPr>
          <p:cNvSpPr txBox="1"/>
          <p:nvPr/>
        </p:nvSpPr>
        <p:spPr>
          <a:xfrm>
            <a:off x="9505017" y="6084704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after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8FC385-9F14-608C-03D6-3BCF79DDC9DF}"/>
              </a:ext>
            </a:extLst>
          </p:cNvPr>
          <p:cNvGrpSpPr/>
          <p:nvPr/>
        </p:nvGrpSpPr>
        <p:grpSpPr>
          <a:xfrm>
            <a:off x="7696616" y="4816652"/>
            <a:ext cx="1566360" cy="105480"/>
            <a:chOff x="7696616" y="4816652"/>
            <a:chExt cx="156636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DB5CF4-1024-C5BD-5003-50DFB6AE5F47}"/>
                    </a:ext>
                  </a:extLst>
                </p14:cNvPr>
                <p14:cNvContentPartPr/>
                <p14:nvPr/>
              </p14:nvContentPartPr>
              <p14:xfrm>
                <a:off x="7696616" y="4855532"/>
                <a:ext cx="1393200" cy="45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DB5CF4-1024-C5BD-5003-50DFB6AE5F4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87616" y="4846892"/>
                  <a:ext cx="1410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20EBBA8-7D75-BC18-E336-33272CCEEAD8}"/>
                    </a:ext>
                  </a:extLst>
                </p14:cNvPr>
                <p14:cNvContentPartPr/>
                <p14:nvPr/>
              </p14:nvContentPartPr>
              <p14:xfrm>
                <a:off x="9051656" y="4816652"/>
                <a:ext cx="211320" cy="10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20EBBA8-7D75-BC18-E336-33272CCEEAD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42656" y="4808012"/>
                  <a:ext cx="22896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43AC215-5612-4508-F92D-9E015F005E6F}"/>
                  </a:ext>
                </a:extLst>
              </p14:cNvPr>
              <p14:cNvContentPartPr/>
              <p14:nvPr/>
            </p14:nvContentPartPr>
            <p14:xfrm>
              <a:off x="7399616" y="3366932"/>
              <a:ext cx="387720" cy="319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43AC215-5612-4508-F92D-9E015F005E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90616" y="3358292"/>
                <a:ext cx="4053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027C9D7-5E4D-BD43-88E9-5B0646790CB2}"/>
                  </a:ext>
                </a:extLst>
              </p14:cNvPr>
              <p14:cNvContentPartPr/>
              <p14:nvPr/>
            </p14:nvContentPartPr>
            <p14:xfrm>
              <a:off x="7432736" y="5240012"/>
              <a:ext cx="164880" cy="102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027C9D7-5E4D-BD43-88E9-5B0646790C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23736" y="5231372"/>
                <a:ext cx="18252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617E54A7-4445-9EF1-C90F-8B879CAC8346}"/>
              </a:ext>
            </a:extLst>
          </p:cNvPr>
          <p:cNvGrpSpPr/>
          <p:nvPr/>
        </p:nvGrpSpPr>
        <p:grpSpPr>
          <a:xfrm>
            <a:off x="7431656" y="5101772"/>
            <a:ext cx="2600280" cy="439920"/>
            <a:chOff x="7431656" y="5101772"/>
            <a:chExt cx="2600280" cy="4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48FBFF-9056-BA7A-7933-9BC11B25E4DE}"/>
                    </a:ext>
                  </a:extLst>
                </p14:cNvPr>
                <p14:cNvContentPartPr/>
                <p14:nvPr/>
              </p14:nvContentPartPr>
              <p14:xfrm>
                <a:off x="9328136" y="5156492"/>
                <a:ext cx="192600" cy="167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48FBFF-9056-BA7A-7933-9BC11B25E4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19136" y="5147492"/>
                  <a:ext cx="210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7D0CE3-93E0-AE68-D379-AA26CF7D8C99}"/>
                    </a:ext>
                  </a:extLst>
                </p14:cNvPr>
                <p14:cNvContentPartPr/>
                <p14:nvPr/>
              </p14:nvContentPartPr>
              <p14:xfrm>
                <a:off x="9663656" y="5223092"/>
                <a:ext cx="64800" cy="63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7D0CE3-93E0-AE68-D379-AA26CF7D8C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54656" y="5214092"/>
                  <a:ext cx="82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8B1F4D-1AAD-F18E-CF38-986068987149}"/>
                    </a:ext>
                  </a:extLst>
                </p14:cNvPr>
                <p14:cNvContentPartPr/>
                <p14:nvPr/>
              </p14:nvContentPartPr>
              <p14:xfrm>
                <a:off x="9801536" y="5244332"/>
                <a:ext cx="129240" cy="6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8B1F4D-1AAD-F18E-CF38-9860689871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2896" y="5235332"/>
                  <a:ext cx="146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F1FF0EA-B09B-D154-AC34-1A304BB1C00C}"/>
                    </a:ext>
                  </a:extLst>
                </p14:cNvPr>
                <p14:cNvContentPartPr/>
                <p14:nvPr/>
              </p14:nvContentPartPr>
              <p14:xfrm>
                <a:off x="9921416" y="5242532"/>
                <a:ext cx="65520" cy="132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F1FF0EA-B09B-D154-AC34-1A304BB1C0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12776" y="5233892"/>
                  <a:ext cx="83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E17989D-D350-1A3F-5D7E-ECFBFA8EB25D}"/>
                    </a:ext>
                  </a:extLst>
                </p14:cNvPr>
                <p14:cNvContentPartPr/>
                <p14:nvPr/>
              </p14:nvContentPartPr>
              <p14:xfrm>
                <a:off x="9652496" y="5101772"/>
                <a:ext cx="379440" cy="267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E17989D-D350-1A3F-5D7E-ECFBFA8EB2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43856" y="5092772"/>
                  <a:ext cx="3970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92E0C92-5A1B-8C8E-4BC4-73605B3785AE}"/>
                    </a:ext>
                  </a:extLst>
                </p14:cNvPr>
                <p14:cNvContentPartPr/>
                <p14:nvPr/>
              </p14:nvContentPartPr>
              <p14:xfrm>
                <a:off x="7804616" y="5312732"/>
                <a:ext cx="1885680" cy="29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92E0C92-5A1B-8C8E-4BC4-73605B3785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95616" y="5303732"/>
                  <a:ext cx="1903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6D1633-BB6E-C09D-8F94-0BD69470023E}"/>
                    </a:ext>
                  </a:extLst>
                </p14:cNvPr>
                <p14:cNvContentPartPr/>
                <p14:nvPr/>
              </p14:nvContentPartPr>
              <p14:xfrm>
                <a:off x="7792016" y="5170172"/>
                <a:ext cx="128880" cy="205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6D1633-BB6E-C09D-8F94-0BD6947002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83016" y="5161532"/>
                  <a:ext cx="146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DD8B88-84DC-594A-0EE5-856540973F47}"/>
                    </a:ext>
                  </a:extLst>
                </p14:cNvPr>
                <p14:cNvContentPartPr/>
                <p14:nvPr/>
              </p14:nvContentPartPr>
              <p14:xfrm>
                <a:off x="7431656" y="5209772"/>
                <a:ext cx="939600" cy="283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DD8B88-84DC-594A-0EE5-856540973F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22656" y="5201132"/>
                  <a:ext cx="9572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06300B-3F6E-B7E6-737C-DEEE6A251215}"/>
                    </a:ext>
                  </a:extLst>
                </p14:cNvPr>
                <p14:cNvContentPartPr/>
                <p14:nvPr/>
              </p14:nvContentPartPr>
              <p14:xfrm>
                <a:off x="8216096" y="5413892"/>
                <a:ext cx="213840" cy="127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06300B-3F6E-B7E6-737C-DEEE6A2512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07456" y="5404892"/>
                  <a:ext cx="231480" cy="14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17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1" grpId="0" animBg="1"/>
      <p:bldP spid="23" grpId="0" animBg="1"/>
      <p:bldP spid="26" grpId="0"/>
      <p:bldP spid="29" grpId="0"/>
      <p:bldP spid="30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1A0E-FA70-41AA-D8FE-BD95E24E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Generic Handlers</a:t>
            </a:r>
          </a:p>
        </p:txBody>
      </p:sp>
      <p:pic>
        <p:nvPicPr>
          <p:cNvPr id="5122" name="Picture 2" descr="Making All Rooms Reachable in a JavaScript Roguelike | JavaScript in Plain  English">
            <a:extLst>
              <a:ext uri="{FF2B5EF4-FFF2-40B4-BE49-F238E27FC236}">
                <a16:creationId xmlns:a16="http://schemas.microsoft.com/office/drawing/2014/main" id="{91C913A6-FFC2-CAC0-EDED-C039FD2E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637799"/>
            <a:ext cx="676576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7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A2A2-3F6D-B514-E2DB-AB41258A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23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071B6-F82A-8B0F-F954-2EF2FD04BE2E}"/>
              </a:ext>
            </a:extLst>
          </p:cNvPr>
          <p:cNvSpPr txBox="1"/>
          <p:nvPr/>
        </p:nvSpPr>
        <p:spPr>
          <a:xfrm>
            <a:off x="477788" y="1268760"/>
            <a:ext cx="9505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this.when</a:t>
            </a:r>
            <a:r>
              <a:rPr lang="en-US" dirty="0">
                <a:solidFill>
                  <a:srgbClr val="FF0000"/>
                </a:solidFill>
              </a:rPr>
              <a:t>(‘WHICH’, what, () =&gt; {</a:t>
            </a:r>
          </a:p>
          <a:p>
            <a:r>
              <a:rPr lang="en-US" dirty="0">
                <a:solidFill>
                  <a:srgbClr val="FF0000"/>
                </a:solidFill>
              </a:rPr>
              <a:t>	code.</a:t>
            </a:r>
          </a:p>
          <a:p>
            <a:r>
              <a:rPr lang="en-US" dirty="0">
                <a:solidFill>
                  <a:srgbClr val="FF0000"/>
                </a:solidFill>
              </a:rPr>
              <a:t>})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when – before, after, on</a:t>
            </a:r>
          </a:p>
          <a:p>
            <a:r>
              <a:rPr lang="en-US" dirty="0">
                <a:solidFill>
                  <a:srgbClr val="FF0000"/>
                </a:solidFill>
              </a:rPr>
              <a:t>Which – CREATE, UPDATE, DELETE, READ</a:t>
            </a:r>
          </a:p>
          <a:p>
            <a:r>
              <a:rPr lang="en-US" dirty="0">
                <a:solidFill>
                  <a:srgbClr val="FF0000"/>
                </a:solidFill>
              </a:rPr>
              <a:t>What – Entity (Employee, Pos, …)</a:t>
            </a:r>
          </a:p>
        </p:txBody>
      </p:sp>
    </p:spTree>
    <p:extLst>
      <p:ext uri="{BB962C8B-B14F-4D97-AF65-F5344CB8AC3E}">
        <p14:creationId xmlns:p14="http://schemas.microsoft.com/office/powerpoint/2010/main" val="18764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692696"/>
            <a:ext cx="10969943" cy="711081"/>
          </a:xfrm>
        </p:spPr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SAP Fiori elements boosts SAP Fiori development efficiency</a:t>
            </a:r>
            <a:br>
              <a:rPr lang="en-US" sz="3600" dirty="0">
                <a:latin typeface="Cooper Black" panose="0208090404030B020404" pitchFamily="18" charset="0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EF6AB-0B4F-0C0E-ADD1-58A4A2E8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53" y="1415190"/>
            <a:ext cx="11558318" cy="53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188640"/>
            <a:ext cx="10969943" cy="711081"/>
          </a:xfrm>
        </p:spPr>
        <p:txBody>
          <a:bodyPr/>
          <a:lstStyle/>
          <a:p>
            <a:r>
              <a:rPr lang="en-US" sz="2800" dirty="0">
                <a:latin typeface="Cooper Black" panose="0208090404030B020404" pitchFamily="18" charset="0"/>
              </a:rPr>
              <a:t>SAP Fiori elements provides enterprise-ready apps out of the box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917B0-ED00-185A-4D26-8C3196EB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09" y="1059591"/>
            <a:ext cx="10201407" cy="502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48" y="188640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application architecture provides flexibility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17BDA-EA53-ABAB-BE6A-D9F94C5B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34" y="1223394"/>
            <a:ext cx="10262357" cy="44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476672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prioritizes efficiency over flexibility</a:t>
            </a:r>
            <a:br>
              <a:rPr lang="en-US" sz="3200" dirty="0">
                <a:latin typeface="Cooper Black" panose="0208090404030B020404" pitchFamily="18" charset="0"/>
              </a:rPr>
            </a:b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32852-A140-A7FC-63E9-0A4E6DB8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1199452"/>
            <a:ext cx="9099643" cy="52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6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31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CA26-B9C0-98C3-790F-CD7ECFBD5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19FDB3-FFED-BCCD-B45E-EC55F278B694}"/>
                  </a:ext>
                </a:extLst>
              </p14:cNvPr>
              <p14:cNvContentPartPr/>
              <p14:nvPr/>
            </p14:nvContentPartPr>
            <p14:xfrm>
              <a:off x="1900976" y="174945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19FDB3-FFED-BCCD-B45E-EC55F278B6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1976" y="174081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178A7654-5F09-5D85-BF62-BC68BA592356}"/>
              </a:ext>
            </a:extLst>
          </p:cNvPr>
          <p:cNvGrpSpPr/>
          <p:nvPr/>
        </p:nvGrpSpPr>
        <p:grpSpPr>
          <a:xfrm>
            <a:off x="1133456" y="2102972"/>
            <a:ext cx="339840" cy="657360"/>
            <a:chOff x="1133456" y="2102972"/>
            <a:chExt cx="339840" cy="65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A9D2CD8-7BD8-0FD0-F084-25B27DD39D89}"/>
                    </a:ext>
                  </a:extLst>
                </p14:cNvPr>
                <p14:cNvContentPartPr/>
                <p14:nvPr/>
              </p14:nvContentPartPr>
              <p14:xfrm>
                <a:off x="1133456" y="2102972"/>
                <a:ext cx="339840" cy="29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A9D2CD8-7BD8-0FD0-F084-25B27DD39D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4816" y="2093972"/>
                  <a:ext cx="357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3D76C9-777A-008D-8A10-A3EF6C53534F}"/>
                    </a:ext>
                  </a:extLst>
                </p14:cNvPr>
                <p14:cNvContentPartPr/>
                <p14:nvPr/>
              </p14:nvContentPartPr>
              <p14:xfrm>
                <a:off x="1255856" y="2380892"/>
                <a:ext cx="32760" cy="379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3D76C9-777A-008D-8A10-A3EF6C5353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7216" y="2372252"/>
                  <a:ext cx="504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B68DBAA-918F-C31B-25BE-E7ABC3937E35}"/>
                    </a:ext>
                  </a:extLst>
                </p14:cNvPr>
                <p14:cNvContentPartPr/>
                <p14:nvPr/>
              </p14:nvContentPartPr>
              <p14:xfrm>
                <a:off x="1134536" y="2479892"/>
                <a:ext cx="161280" cy="36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B68DBAA-918F-C31B-25BE-E7ABC3937E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5896" y="2470892"/>
                  <a:ext cx="178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361CBC-E20B-B75D-DEBD-696C84BB9DD8}"/>
                    </a:ext>
                  </a:extLst>
                </p14:cNvPr>
                <p14:cNvContentPartPr/>
                <p14:nvPr/>
              </p14:nvContentPartPr>
              <p14:xfrm>
                <a:off x="1134536" y="2650892"/>
                <a:ext cx="69480" cy="38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361CBC-E20B-B75D-DEBD-696C84BB9DD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5896" y="2642252"/>
                  <a:ext cx="87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CAE184-49C8-4885-E250-6202D2210B04}"/>
                    </a:ext>
                  </a:extLst>
                </p14:cNvPr>
                <p14:cNvContentPartPr/>
                <p14:nvPr/>
              </p14:nvContentPartPr>
              <p14:xfrm>
                <a:off x="1387616" y="2506172"/>
                <a:ext cx="28440" cy="102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CAE184-49C8-4885-E250-6202D2210B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8976" y="2497532"/>
                  <a:ext cx="46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80DE91-0472-E24E-4807-EB0A695BC1CD}"/>
                    </a:ext>
                  </a:extLst>
                </p14:cNvPr>
                <p14:cNvContentPartPr/>
                <p14:nvPr/>
              </p14:nvContentPartPr>
              <p14:xfrm>
                <a:off x="1282496" y="2657372"/>
                <a:ext cx="89640" cy="43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80DE91-0472-E24E-4807-EB0A695BC1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3856" y="2648732"/>
                  <a:ext cx="10728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AF57220-9067-E257-02ED-9259311FD4B1}"/>
              </a:ext>
            </a:extLst>
          </p:cNvPr>
          <p:cNvGrpSpPr/>
          <p:nvPr/>
        </p:nvGrpSpPr>
        <p:grpSpPr>
          <a:xfrm>
            <a:off x="5178776" y="3484292"/>
            <a:ext cx="169200" cy="318240"/>
            <a:chOff x="5178776" y="3484292"/>
            <a:chExt cx="1692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658EB9-2D02-42DB-3C3F-F90B13C1851A}"/>
                    </a:ext>
                  </a:extLst>
                </p14:cNvPr>
                <p14:cNvContentPartPr/>
                <p14:nvPr/>
              </p14:nvContentPartPr>
              <p14:xfrm>
                <a:off x="5184176" y="3484292"/>
                <a:ext cx="163800" cy="148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658EB9-2D02-42DB-3C3F-F90B13C185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75536" y="3475652"/>
                  <a:ext cx="181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28025A4-C25A-6E68-E679-3D15FF69E007}"/>
                    </a:ext>
                  </a:extLst>
                </p14:cNvPr>
                <p14:cNvContentPartPr/>
                <p14:nvPr/>
              </p14:nvContentPartPr>
              <p14:xfrm>
                <a:off x="5203256" y="3669332"/>
                <a:ext cx="14040" cy="115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28025A4-C25A-6E68-E679-3D15FF69E0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94616" y="3660332"/>
                  <a:ext cx="31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04FACD2-C781-7F93-9F16-2575BE32D0AB}"/>
                    </a:ext>
                  </a:extLst>
                </p14:cNvPr>
                <p14:cNvContentPartPr/>
                <p14:nvPr/>
              </p14:nvContentPartPr>
              <p14:xfrm>
                <a:off x="5178776" y="3696692"/>
                <a:ext cx="38160" cy="20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04FACD2-C781-7F93-9F16-2575BE32D0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69776" y="3688052"/>
                  <a:ext cx="55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1D0B65A-96C1-163C-E6A6-5449B4E02B11}"/>
                    </a:ext>
                  </a:extLst>
                </p14:cNvPr>
                <p14:cNvContentPartPr/>
                <p14:nvPr/>
              </p14:nvContentPartPr>
              <p14:xfrm>
                <a:off x="5236376" y="3703532"/>
                <a:ext cx="6840" cy="55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1D0B65A-96C1-163C-E6A6-5449B4E02B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27376" y="3694532"/>
                  <a:ext cx="24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521E604-965F-25B1-31C2-4F6605D65063}"/>
                    </a:ext>
                  </a:extLst>
                </p14:cNvPr>
                <p14:cNvContentPartPr/>
                <p14:nvPr/>
              </p14:nvContentPartPr>
              <p14:xfrm>
                <a:off x="5203256" y="3762932"/>
                <a:ext cx="12240" cy="15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521E604-965F-25B1-31C2-4F6605D650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94616" y="3753932"/>
                  <a:ext cx="29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EB202F2-641F-2A0B-9D6F-0ED767D02AAF}"/>
                    </a:ext>
                  </a:extLst>
                </p14:cNvPr>
                <p14:cNvContentPartPr/>
                <p14:nvPr/>
              </p14:nvContentPartPr>
              <p14:xfrm>
                <a:off x="5249336" y="3729452"/>
                <a:ext cx="48240" cy="14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EB202F2-641F-2A0B-9D6F-0ED767D02A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40336" y="3720812"/>
                  <a:ext cx="65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9D00FAC-A500-F991-F032-5E3960397F54}"/>
                    </a:ext>
                  </a:extLst>
                </p14:cNvPr>
                <p14:cNvContentPartPr/>
                <p14:nvPr/>
              </p14:nvContentPartPr>
              <p14:xfrm>
                <a:off x="5282456" y="3716492"/>
                <a:ext cx="360" cy="86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9D00FAC-A500-F991-F032-5E3960397F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73816" y="3707852"/>
                  <a:ext cx="1800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3729177-D8D3-C449-7CCA-73E34E91DB3A}"/>
                  </a:ext>
                </a:extLst>
              </p14:cNvPr>
              <p14:cNvContentPartPr/>
              <p14:nvPr/>
            </p14:nvContentPartPr>
            <p14:xfrm>
              <a:off x="763016" y="5831132"/>
              <a:ext cx="2830680" cy="2606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3729177-D8D3-C449-7CCA-73E34E91DB3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4016" y="5822132"/>
                <a:ext cx="284832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7D8DC9F-D535-E0B7-2018-87D48E06BB65}"/>
              </a:ext>
            </a:extLst>
          </p:cNvPr>
          <p:cNvGrpSpPr/>
          <p:nvPr/>
        </p:nvGrpSpPr>
        <p:grpSpPr>
          <a:xfrm>
            <a:off x="45896" y="1571972"/>
            <a:ext cx="11945880" cy="5152680"/>
            <a:chOff x="45896" y="1571972"/>
            <a:chExt cx="11945880" cy="51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45B8D75-DD9E-10EF-4A35-36CB11118E81}"/>
                    </a:ext>
                  </a:extLst>
                </p14:cNvPr>
                <p14:cNvContentPartPr/>
                <p14:nvPr/>
              </p14:nvContentPartPr>
              <p14:xfrm>
                <a:off x="9296096" y="4228772"/>
                <a:ext cx="84960" cy="221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45B8D75-DD9E-10EF-4A35-36CB11118E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87096" y="4219772"/>
                  <a:ext cx="102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4D3C9F0-1A59-27B1-EAF2-1EB6EDA3007D}"/>
                    </a:ext>
                  </a:extLst>
                </p14:cNvPr>
                <p14:cNvContentPartPr/>
                <p14:nvPr/>
              </p14:nvContentPartPr>
              <p14:xfrm>
                <a:off x="11110856" y="1657652"/>
                <a:ext cx="779040" cy="1073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4D3C9F0-1A59-27B1-EAF2-1EB6EDA300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102216" y="1648652"/>
                  <a:ext cx="796680" cy="10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9ACD7CD-2663-03D2-FB42-7098480D5C31}"/>
                    </a:ext>
                  </a:extLst>
                </p14:cNvPr>
                <p14:cNvContentPartPr/>
                <p14:nvPr/>
              </p14:nvContentPartPr>
              <p14:xfrm>
                <a:off x="10866416" y="1695812"/>
                <a:ext cx="376560" cy="74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9ACD7CD-2663-03D2-FB42-7098480D5C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7416" y="1686812"/>
                  <a:ext cx="394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0F83853-CCC9-8B57-A280-C50AD00F752F}"/>
                    </a:ext>
                  </a:extLst>
                </p14:cNvPr>
                <p14:cNvContentPartPr/>
                <p14:nvPr/>
              </p14:nvContentPartPr>
              <p14:xfrm>
                <a:off x="10120136" y="1767812"/>
                <a:ext cx="1030320" cy="166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0F83853-CCC9-8B57-A280-C50AD00F75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11136" y="1758812"/>
                  <a:ext cx="1047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F768F86-E4C7-AD77-749E-0C552C825FAC}"/>
                    </a:ext>
                  </a:extLst>
                </p14:cNvPr>
                <p14:cNvContentPartPr/>
                <p14:nvPr/>
              </p14:nvContentPartPr>
              <p14:xfrm>
                <a:off x="10820696" y="2098292"/>
                <a:ext cx="270360" cy="20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F768F86-E4C7-AD77-749E-0C552C825FA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12056" y="2089292"/>
                  <a:ext cx="288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B7F9DA6-8D90-2B88-9653-C59CF3485DD0}"/>
                    </a:ext>
                  </a:extLst>
                </p14:cNvPr>
                <p14:cNvContentPartPr/>
                <p14:nvPr/>
              </p14:nvContentPartPr>
              <p14:xfrm>
                <a:off x="10144256" y="2262812"/>
                <a:ext cx="966600" cy="310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B7F9DA6-8D90-2B88-9653-C59CF3485D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35256" y="2253812"/>
                  <a:ext cx="984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97DAD7A-B253-386F-FE0D-42FCA056BB33}"/>
                    </a:ext>
                  </a:extLst>
                </p14:cNvPr>
                <p14:cNvContentPartPr/>
                <p14:nvPr/>
              </p14:nvContentPartPr>
              <p14:xfrm>
                <a:off x="10994216" y="2415812"/>
                <a:ext cx="203040" cy="119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97DAD7A-B253-386F-FE0D-42FCA056BB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85576" y="2407172"/>
                  <a:ext cx="220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A220C4-186C-B8A7-CEA2-78970392BB68}"/>
                    </a:ext>
                  </a:extLst>
                </p14:cNvPr>
                <p14:cNvContentPartPr/>
                <p14:nvPr/>
              </p14:nvContentPartPr>
              <p14:xfrm>
                <a:off x="10640336" y="2545412"/>
                <a:ext cx="641880" cy="613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A220C4-186C-B8A7-CEA2-78970392BB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31336" y="2536772"/>
                  <a:ext cx="6595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95F5B27-1E0D-1968-D095-3CF12D0F044C}"/>
                    </a:ext>
                  </a:extLst>
                </p14:cNvPr>
                <p14:cNvContentPartPr/>
                <p14:nvPr/>
              </p14:nvContentPartPr>
              <p14:xfrm>
                <a:off x="11299136" y="2709932"/>
                <a:ext cx="121320" cy="164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95F5B27-1E0D-1968-D095-3CF12D0F04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90136" y="2701292"/>
                  <a:ext cx="138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C8EE79-F016-3493-CF95-69A87D93DF0E}"/>
                    </a:ext>
                  </a:extLst>
                </p14:cNvPr>
                <p14:cNvContentPartPr/>
                <p14:nvPr/>
              </p14:nvContentPartPr>
              <p14:xfrm>
                <a:off x="11502536" y="2769332"/>
                <a:ext cx="141480" cy="637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C8EE79-F016-3493-CF95-69A87D93DF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493896" y="2760332"/>
                  <a:ext cx="1591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CC7EE64-9C3E-215D-EDE5-BDB04B71436C}"/>
                    </a:ext>
                  </a:extLst>
                </p14:cNvPr>
                <p14:cNvContentPartPr/>
                <p14:nvPr/>
              </p14:nvContentPartPr>
              <p14:xfrm>
                <a:off x="10047776" y="4299692"/>
                <a:ext cx="134280" cy="290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CC7EE64-9C3E-215D-EDE5-BDB04B7143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38776" y="4291052"/>
                  <a:ext cx="1519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174A250-ABA1-266B-8D36-2FE3D66CFA9F}"/>
                    </a:ext>
                  </a:extLst>
                </p14:cNvPr>
                <p14:cNvContentPartPr/>
                <p14:nvPr/>
              </p14:nvContentPartPr>
              <p14:xfrm>
                <a:off x="10058216" y="4274492"/>
                <a:ext cx="204480" cy="54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174A250-ABA1-266B-8D36-2FE3D66CFA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49216" y="4265852"/>
                  <a:ext cx="222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A981E6-4FD3-EEFE-6B0C-517D583CD912}"/>
                    </a:ext>
                  </a:extLst>
                </p14:cNvPr>
                <p14:cNvContentPartPr/>
                <p14:nvPr/>
              </p14:nvContentPartPr>
              <p14:xfrm>
                <a:off x="10413536" y="4473212"/>
                <a:ext cx="120600" cy="12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A981E6-4FD3-EEFE-6B0C-517D583CD9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04896" y="4464572"/>
                  <a:ext cx="138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3630328-BF8F-BD62-C87F-086C759A3191}"/>
                    </a:ext>
                  </a:extLst>
                </p14:cNvPr>
                <p14:cNvContentPartPr/>
                <p14:nvPr/>
              </p14:nvContentPartPr>
              <p14:xfrm>
                <a:off x="10672376" y="4344332"/>
                <a:ext cx="17640" cy="306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3630328-BF8F-BD62-C87F-086C759A31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63736" y="4335692"/>
                  <a:ext cx="352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FFEE7C2-2062-4C21-2B6E-82DF5B778E75}"/>
                    </a:ext>
                  </a:extLst>
                </p14:cNvPr>
                <p14:cNvContentPartPr/>
                <p14:nvPr/>
              </p14:nvContentPartPr>
              <p14:xfrm>
                <a:off x="10843016" y="4466012"/>
                <a:ext cx="121680" cy="199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FFEE7C2-2062-4C21-2B6E-82DF5B778E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34016" y="4457372"/>
                  <a:ext cx="139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C3403C7-03E1-9D5A-17DE-42BED5BA0F92}"/>
                    </a:ext>
                  </a:extLst>
                </p14:cNvPr>
                <p14:cNvContentPartPr/>
                <p14:nvPr/>
              </p14:nvContentPartPr>
              <p14:xfrm>
                <a:off x="11012216" y="4403012"/>
                <a:ext cx="136440" cy="142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C3403C7-03E1-9D5A-17DE-42BED5BA0F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03216" y="4394012"/>
                  <a:ext cx="154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598379-E152-1B08-B71F-9CB4A48B4D74}"/>
                    </a:ext>
                  </a:extLst>
                </p14:cNvPr>
                <p14:cNvContentPartPr/>
                <p14:nvPr/>
              </p14:nvContentPartPr>
              <p14:xfrm>
                <a:off x="11183936" y="4405172"/>
                <a:ext cx="104760" cy="273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598379-E152-1B08-B71F-9CB4A48B4D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75296" y="4396172"/>
                  <a:ext cx="122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1179297-A88A-A710-6A20-CE349EF43884}"/>
                    </a:ext>
                  </a:extLst>
                </p14:cNvPr>
                <p14:cNvContentPartPr/>
                <p14:nvPr/>
              </p14:nvContentPartPr>
              <p14:xfrm>
                <a:off x="11236856" y="4610732"/>
                <a:ext cx="167760" cy="171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1179297-A88A-A710-6A20-CE349EF438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27856" y="4601732"/>
                  <a:ext cx="185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E78D260-BE87-5267-0826-4E727D1B5454}"/>
                    </a:ext>
                  </a:extLst>
                </p14:cNvPr>
                <p14:cNvContentPartPr/>
                <p14:nvPr/>
              </p14:nvContentPartPr>
              <p14:xfrm>
                <a:off x="9445496" y="3890012"/>
                <a:ext cx="2546280" cy="1287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E78D260-BE87-5267-0826-4E727D1B54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36496" y="3881012"/>
                  <a:ext cx="256392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71B4760-2ED6-FA2D-10BB-21712509F1E1}"/>
                    </a:ext>
                  </a:extLst>
                </p14:cNvPr>
                <p14:cNvContentPartPr/>
                <p14:nvPr/>
              </p14:nvContentPartPr>
              <p14:xfrm>
                <a:off x="10078376" y="4869572"/>
                <a:ext cx="963360" cy="99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71B4760-2ED6-FA2D-10BB-21712509F1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69736" y="4860572"/>
                  <a:ext cx="981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09C868C-6539-EE84-B6CF-4451C72888D0}"/>
                    </a:ext>
                  </a:extLst>
                </p14:cNvPr>
                <p14:cNvContentPartPr/>
                <p14:nvPr/>
              </p14:nvContentPartPr>
              <p14:xfrm>
                <a:off x="10202216" y="4894052"/>
                <a:ext cx="952560" cy="72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09C868C-6539-EE84-B6CF-4451C72888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93576" y="4885052"/>
                  <a:ext cx="97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CB980E8-D233-9FCE-4A4B-DE5AECD45089}"/>
                    </a:ext>
                  </a:extLst>
                </p14:cNvPr>
                <p14:cNvContentPartPr/>
                <p14:nvPr/>
              </p14:nvContentPartPr>
              <p14:xfrm>
                <a:off x="10663376" y="4935812"/>
                <a:ext cx="105120" cy="592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CB980E8-D233-9FCE-4A4B-DE5AECD4508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54736" y="4927172"/>
                  <a:ext cx="12276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4B2204B-53BC-F4D8-7AC1-980C673FBCA3}"/>
                    </a:ext>
                  </a:extLst>
                </p14:cNvPr>
                <p14:cNvContentPartPr/>
                <p14:nvPr/>
              </p14:nvContentPartPr>
              <p14:xfrm>
                <a:off x="10135616" y="5224532"/>
                <a:ext cx="1296720" cy="1381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4B2204B-53BC-F4D8-7AC1-980C673FBC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26976" y="5215892"/>
                  <a:ext cx="1314360" cy="13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1092E1B-B88F-1528-1703-3ABA54C24F81}"/>
                    </a:ext>
                  </a:extLst>
                </p14:cNvPr>
                <p14:cNvContentPartPr/>
                <p14:nvPr/>
              </p14:nvContentPartPr>
              <p14:xfrm>
                <a:off x="9969296" y="6585332"/>
                <a:ext cx="1863720" cy="139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1092E1B-B88F-1528-1703-3ABA54C24F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60656" y="6576692"/>
                  <a:ext cx="1881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623D8B-42BC-B024-6A5A-869B19201CA7}"/>
                    </a:ext>
                  </a:extLst>
                </p14:cNvPr>
                <p14:cNvContentPartPr/>
                <p14:nvPr/>
              </p14:nvContentPartPr>
              <p14:xfrm>
                <a:off x="2492096" y="2283692"/>
                <a:ext cx="512280" cy="196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623D8B-42BC-B024-6A5A-869B19201C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83456" y="2274692"/>
                  <a:ext cx="529920" cy="19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EDCB11-F7B5-FBAE-E2CF-0B27D2983017}"/>
                    </a:ext>
                  </a:extLst>
                </p14:cNvPr>
                <p14:cNvContentPartPr/>
                <p14:nvPr/>
              </p14:nvContentPartPr>
              <p14:xfrm>
                <a:off x="2559416" y="2243732"/>
                <a:ext cx="658080" cy="2099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EDCB11-F7B5-FBAE-E2CF-0B27D298301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50776" y="2235092"/>
                  <a:ext cx="675720" cy="21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8ACAA3-0EDE-041C-63F7-C344977E4D65}"/>
                    </a:ext>
                  </a:extLst>
                </p14:cNvPr>
                <p14:cNvContentPartPr/>
                <p14:nvPr/>
              </p14:nvContentPartPr>
              <p14:xfrm>
                <a:off x="3036056" y="2159492"/>
                <a:ext cx="4572720" cy="208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8ACAA3-0EDE-041C-63F7-C344977E4D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27056" y="2150492"/>
                  <a:ext cx="4590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93A485-B8B5-BBB1-2DA0-E7332792724E}"/>
                    </a:ext>
                  </a:extLst>
                </p14:cNvPr>
                <p14:cNvContentPartPr/>
                <p14:nvPr/>
              </p14:nvContentPartPr>
              <p14:xfrm>
                <a:off x="2619176" y="4197092"/>
                <a:ext cx="5511240" cy="12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93A485-B8B5-BBB1-2DA0-E733279272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10176" y="4188092"/>
                  <a:ext cx="5528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CCD3D87-C9DD-DF1C-7E7F-6E3755832607}"/>
                    </a:ext>
                  </a:extLst>
                </p14:cNvPr>
                <p14:cNvContentPartPr/>
                <p14:nvPr/>
              </p14:nvContentPartPr>
              <p14:xfrm>
                <a:off x="7354616" y="2153732"/>
                <a:ext cx="2072520" cy="10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CCD3D87-C9DD-DF1C-7E7F-6E37558326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45616" y="2144732"/>
                  <a:ext cx="2090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0EC18C-ACF6-127A-A821-8C2ED2E3E640}"/>
                    </a:ext>
                  </a:extLst>
                </p14:cNvPr>
                <p14:cNvContentPartPr/>
                <p14:nvPr/>
              </p14:nvContentPartPr>
              <p14:xfrm>
                <a:off x="7543976" y="2275772"/>
                <a:ext cx="1863720" cy="2127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0EC18C-ACF6-127A-A821-8C2ED2E3E64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34976" y="2267132"/>
                  <a:ext cx="1881360" cy="21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F6C3E06-B315-C264-F45E-763C8B0D9F83}"/>
                    </a:ext>
                  </a:extLst>
                </p14:cNvPr>
                <p14:cNvContentPartPr/>
                <p14:nvPr/>
              </p14:nvContentPartPr>
              <p14:xfrm>
                <a:off x="955616" y="3786332"/>
                <a:ext cx="376200" cy="280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F6C3E06-B315-C264-F45E-763C8B0D9F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6616" y="3777332"/>
                  <a:ext cx="393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C0F1F2-64D9-2E1A-F55E-B0346E5D8494}"/>
                    </a:ext>
                  </a:extLst>
                </p14:cNvPr>
                <p14:cNvContentPartPr/>
                <p14:nvPr/>
              </p14:nvContentPartPr>
              <p14:xfrm>
                <a:off x="1102856" y="4122932"/>
                <a:ext cx="15480" cy="15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C0F1F2-64D9-2E1A-F55E-B0346E5D849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3856" y="4114292"/>
                  <a:ext cx="33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A4B8F9-8022-2861-7231-141398E153DB}"/>
                    </a:ext>
                  </a:extLst>
                </p14:cNvPr>
                <p14:cNvContentPartPr/>
                <p14:nvPr/>
              </p14:nvContentPartPr>
              <p14:xfrm>
                <a:off x="1033016" y="4165772"/>
                <a:ext cx="105120" cy="37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A4B8F9-8022-2861-7231-141398E153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4016" y="4157132"/>
                  <a:ext cx="122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0FD339-D11A-CA15-2658-B737E18007ED}"/>
                    </a:ext>
                  </a:extLst>
                </p14:cNvPr>
                <p14:cNvContentPartPr/>
                <p14:nvPr/>
              </p14:nvContentPartPr>
              <p14:xfrm>
                <a:off x="1053176" y="4295372"/>
                <a:ext cx="78480" cy="2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0FD339-D11A-CA15-2658-B737E18007E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4536" y="4286732"/>
                  <a:ext cx="96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EC2D3E-6C65-51EF-38C4-260A40E8B853}"/>
                    </a:ext>
                  </a:extLst>
                </p14:cNvPr>
                <p14:cNvContentPartPr/>
                <p14:nvPr/>
              </p14:nvContentPartPr>
              <p14:xfrm>
                <a:off x="1150736" y="4191692"/>
                <a:ext cx="100440" cy="19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EC2D3E-6C65-51EF-38C4-260A40E8B8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2096" y="4182692"/>
                  <a:ext cx="118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D396D6-21D7-97C3-FECE-1ECA6A32BEA7}"/>
                    </a:ext>
                  </a:extLst>
                </p14:cNvPr>
                <p14:cNvContentPartPr/>
                <p14:nvPr/>
              </p14:nvContentPartPr>
              <p14:xfrm>
                <a:off x="1180976" y="4292492"/>
                <a:ext cx="48600" cy="25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D396D6-21D7-97C3-FECE-1ECA6A32BE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2336" y="4283852"/>
                  <a:ext cx="66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493EFC-9BE3-755D-81CB-A5AE378D34A0}"/>
                    </a:ext>
                  </a:extLst>
                </p14:cNvPr>
                <p14:cNvContentPartPr/>
                <p14:nvPr/>
              </p14:nvContentPartPr>
              <p14:xfrm>
                <a:off x="1505696" y="3774812"/>
                <a:ext cx="271440" cy="318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1493EFC-9BE3-755D-81CB-A5AE378D34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97056" y="3766172"/>
                  <a:ext cx="2890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FD0B0E-40F6-F545-DE5E-D2A0F83C3909}"/>
                    </a:ext>
                  </a:extLst>
                </p14:cNvPr>
                <p14:cNvContentPartPr/>
                <p14:nvPr/>
              </p14:nvContentPartPr>
              <p14:xfrm>
                <a:off x="1565456" y="4120412"/>
                <a:ext cx="27360" cy="171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FD0B0E-40F6-F545-DE5E-D2A0F83C390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56816" y="4111772"/>
                  <a:ext cx="45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524BAB-FED4-9124-17CB-40EEC7489899}"/>
                    </a:ext>
                  </a:extLst>
                </p14:cNvPr>
                <p14:cNvContentPartPr/>
                <p14:nvPr/>
              </p14:nvContentPartPr>
              <p14:xfrm>
                <a:off x="1478696" y="4172252"/>
                <a:ext cx="87120" cy="20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524BAB-FED4-9124-17CB-40EEC74898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70056" y="4163612"/>
                  <a:ext cx="104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3BFC94-236E-2062-6297-A3B1E3220613}"/>
                    </a:ext>
                  </a:extLst>
                </p14:cNvPr>
                <p14:cNvContentPartPr/>
                <p14:nvPr/>
              </p14:nvContentPartPr>
              <p14:xfrm>
                <a:off x="1498856" y="4262612"/>
                <a:ext cx="60120" cy="43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3BFC94-236E-2062-6297-A3B1E32206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90216" y="4253612"/>
                  <a:ext cx="7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769C3AA-60F6-4E3E-F64B-33338967833A}"/>
                    </a:ext>
                  </a:extLst>
                </p14:cNvPr>
                <p14:cNvContentPartPr/>
                <p14:nvPr/>
              </p14:nvContentPartPr>
              <p14:xfrm>
                <a:off x="1651136" y="4190252"/>
                <a:ext cx="63360" cy="42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769C3AA-60F6-4E3E-F64B-33338967833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42136" y="4181252"/>
                  <a:ext cx="81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860E70-BFE2-2717-C5C6-FD959100A5C6}"/>
                    </a:ext>
                  </a:extLst>
                </p14:cNvPr>
                <p14:cNvContentPartPr/>
                <p14:nvPr/>
              </p14:nvContentPartPr>
              <p14:xfrm>
                <a:off x="1637816" y="4315172"/>
                <a:ext cx="56880" cy="22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860E70-BFE2-2717-C5C6-FD959100A5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29176" y="4306172"/>
                  <a:ext cx="74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6E6736E-B883-2A8F-A8D5-D3501820A26D}"/>
                    </a:ext>
                  </a:extLst>
                </p14:cNvPr>
                <p14:cNvContentPartPr/>
                <p14:nvPr/>
              </p14:nvContentPartPr>
              <p14:xfrm>
                <a:off x="2043536" y="3853292"/>
                <a:ext cx="272160" cy="279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6E6736E-B883-2A8F-A8D5-D3501820A26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34896" y="3844652"/>
                  <a:ext cx="289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C4301F-9401-3C1D-03EF-72DC467E4EEA}"/>
                    </a:ext>
                  </a:extLst>
                </p14:cNvPr>
                <p14:cNvContentPartPr/>
                <p14:nvPr/>
              </p14:nvContentPartPr>
              <p14:xfrm>
                <a:off x="2111576" y="4124732"/>
                <a:ext cx="65520" cy="244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C4301F-9401-3C1D-03EF-72DC467E4EE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02936" y="4115732"/>
                  <a:ext cx="83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C11C13-2E26-3200-D936-FEC290EDB2AA}"/>
                    </a:ext>
                  </a:extLst>
                </p14:cNvPr>
                <p14:cNvContentPartPr/>
                <p14:nvPr/>
              </p14:nvContentPartPr>
              <p14:xfrm>
                <a:off x="2034536" y="4223012"/>
                <a:ext cx="83880" cy="27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C11C13-2E26-3200-D936-FEC290EDB2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25536" y="4214372"/>
                  <a:ext cx="101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C1A910-6BDE-310C-8B74-8A8CFA3E0CA3}"/>
                    </a:ext>
                  </a:extLst>
                </p14:cNvPr>
                <p14:cNvContentPartPr/>
                <p14:nvPr/>
              </p14:nvContentPartPr>
              <p14:xfrm>
                <a:off x="2116256" y="4288892"/>
                <a:ext cx="62640" cy="45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C1A910-6BDE-310C-8B74-8A8CFA3E0CA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07616" y="4280252"/>
                  <a:ext cx="80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EAEF32-4ED9-9437-42D7-23498B1D49B9}"/>
                    </a:ext>
                  </a:extLst>
                </p14:cNvPr>
                <p14:cNvContentPartPr/>
                <p14:nvPr/>
              </p14:nvContentPartPr>
              <p14:xfrm>
                <a:off x="2241536" y="4236332"/>
                <a:ext cx="70920" cy="56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EAEF32-4ED9-9437-42D7-23498B1D49B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232536" y="4227692"/>
                  <a:ext cx="8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CA4069C-FFF0-1372-3A1D-973944F90C22}"/>
                    </a:ext>
                  </a:extLst>
                </p14:cNvPr>
                <p14:cNvContentPartPr/>
                <p14:nvPr/>
              </p14:nvContentPartPr>
              <p14:xfrm>
                <a:off x="2242976" y="4347932"/>
                <a:ext cx="77760" cy="27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CA4069C-FFF0-1372-3A1D-973944F90C2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33976" y="4339292"/>
                  <a:ext cx="95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9E2214-449D-D1E0-0E5F-530CC421B524}"/>
                    </a:ext>
                  </a:extLst>
                </p14:cNvPr>
                <p14:cNvContentPartPr/>
                <p14:nvPr/>
              </p14:nvContentPartPr>
              <p14:xfrm>
                <a:off x="1472576" y="2865452"/>
                <a:ext cx="362160" cy="38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9E2214-449D-D1E0-0E5F-530CC421B5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63936" y="2856452"/>
                  <a:ext cx="3798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347EB1-F997-C4EA-E9F8-679847F3136E}"/>
                    </a:ext>
                  </a:extLst>
                </p14:cNvPr>
                <p14:cNvContentPartPr/>
                <p14:nvPr/>
              </p14:nvContentPartPr>
              <p14:xfrm>
                <a:off x="1604696" y="3209972"/>
                <a:ext cx="360" cy="313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347EB1-F997-C4EA-E9F8-679847F313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96056" y="3201332"/>
                  <a:ext cx="18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5C84DD-73F6-2534-B4AD-B5E4E35CA312}"/>
                    </a:ext>
                  </a:extLst>
                </p14:cNvPr>
                <p14:cNvContentPartPr/>
                <p14:nvPr/>
              </p14:nvContentPartPr>
              <p14:xfrm>
                <a:off x="1420376" y="3289172"/>
                <a:ext cx="165240" cy="136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5C84DD-73F6-2534-B4AD-B5E4E35CA3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411736" y="3280172"/>
                  <a:ext cx="182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A98B41-B821-480E-16E1-63E37894B9D3}"/>
                    </a:ext>
                  </a:extLst>
                </p14:cNvPr>
                <p14:cNvContentPartPr/>
                <p14:nvPr/>
              </p14:nvContentPartPr>
              <p14:xfrm>
                <a:off x="1499216" y="3368012"/>
                <a:ext cx="79560" cy="7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A98B41-B821-480E-16E1-63E37894B9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90576" y="3359012"/>
                  <a:ext cx="97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FEC1F2-47D3-3422-9637-976DA0D3274C}"/>
                    </a:ext>
                  </a:extLst>
                </p14:cNvPr>
                <p14:cNvContentPartPr/>
                <p14:nvPr/>
              </p14:nvContentPartPr>
              <p14:xfrm>
                <a:off x="1616576" y="3308972"/>
                <a:ext cx="65520" cy="75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FEC1F2-47D3-3422-9637-976DA0D3274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07936" y="3299972"/>
                  <a:ext cx="83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B5D7712-9267-A8A7-F3F2-B7D7C923C9F1}"/>
                    </a:ext>
                  </a:extLst>
                </p14:cNvPr>
                <p14:cNvContentPartPr/>
                <p14:nvPr/>
              </p14:nvContentPartPr>
              <p14:xfrm>
                <a:off x="1624496" y="3433892"/>
                <a:ext cx="82440" cy="63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B5D7712-9267-A8A7-F3F2-B7D7C923C9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5856" y="3424892"/>
                  <a:ext cx="1000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53B52A-A5BB-712C-5B10-44DA50C5B494}"/>
                    </a:ext>
                  </a:extLst>
                </p14:cNvPr>
                <p14:cNvContentPartPr/>
                <p14:nvPr/>
              </p14:nvContentPartPr>
              <p14:xfrm>
                <a:off x="769856" y="2938532"/>
                <a:ext cx="296280" cy="330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D53B52A-A5BB-712C-5B10-44DA50C5B49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1216" y="2929532"/>
                  <a:ext cx="3139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B9F3BD-5922-0111-D330-BD4BD02F93BF}"/>
                    </a:ext>
                  </a:extLst>
                </p14:cNvPr>
                <p14:cNvContentPartPr/>
                <p14:nvPr/>
              </p14:nvContentPartPr>
              <p14:xfrm>
                <a:off x="895856" y="3289172"/>
                <a:ext cx="12600" cy="22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B9F3BD-5922-0111-D330-BD4BD02F93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7216" y="3280172"/>
                  <a:ext cx="30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49BBBF-CFB3-6B9F-43AC-88AC151BBC76}"/>
                    </a:ext>
                  </a:extLst>
                </p14:cNvPr>
                <p14:cNvContentPartPr/>
                <p14:nvPr/>
              </p14:nvContentPartPr>
              <p14:xfrm>
                <a:off x="796136" y="3341732"/>
                <a:ext cx="118440" cy="3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49BBBF-CFB3-6B9F-43AC-88AC151BBC7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7136" y="3333092"/>
                  <a:ext cx="136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BC7C08F-4202-B63B-3D9B-DA9215F8D91A}"/>
                    </a:ext>
                  </a:extLst>
                </p14:cNvPr>
                <p14:cNvContentPartPr/>
                <p14:nvPr/>
              </p14:nvContentPartPr>
              <p14:xfrm>
                <a:off x="791456" y="3420572"/>
                <a:ext cx="103320" cy="8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BC7C08F-4202-B63B-3D9B-DA9215F8D91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2816" y="3411572"/>
                  <a:ext cx="120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AC27E81-1C37-FDB8-B200-2706FE8EA9D1}"/>
                    </a:ext>
                  </a:extLst>
                </p14:cNvPr>
                <p14:cNvContentPartPr/>
                <p14:nvPr/>
              </p14:nvContentPartPr>
              <p14:xfrm>
                <a:off x="940496" y="3404372"/>
                <a:ext cx="64440" cy="54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AC27E81-1C37-FDB8-B200-2706FE8EA9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1856" y="3395732"/>
                  <a:ext cx="820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898D77-15EA-E448-5446-7687D65EEC15}"/>
                    </a:ext>
                  </a:extLst>
                </p14:cNvPr>
                <p14:cNvContentPartPr/>
                <p14:nvPr/>
              </p14:nvContentPartPr>
              <p14:xfrm>
                <a:off x="947336" y="3486452"/>
                <a:ext cx="79920" cy="39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898D77-15EA-E448-5446-7687D65EEC1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8336" y="3477812"/>
                  <a:ext cx="97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9647E7-0401-A7C0-E24E-D4BBCCAC024C}"/>
                    </a:ext>
                  </a:extLst>
                </p14:cNvPr>
                <p14:cNvContentPartPr/>
                <p14:nvPr/>
              </p14:nvContentPartPr>
              <p14:xfrm>
                <a:off x="2060816" y="3099452"/>
                <a:ext cx="222480" cy="268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9647E7-0401-A7C0-E24E-D4BBCCAC02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52176" y="3090812"/>
                  <a:ext cx="2401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3875A7A-0F7B-8B38-B44E-3541DEDA7B4B}"/>
                    </a:ext>
                  </a:extLst>
                </p14:cNvPr>
                <p14:cNvContentPartPr/>
                <p14:nvPr/>
              </p14:nvContentPartPr>
              <p14:xfrm>
                <a:off x="2131376" y="3374492"/>
                <a:ext cx="6840" cy="213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3875A7A-0F7B-8B38-B44E-3541DEDA7B4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22736" y="3365852"/>
                  <a:ext cx="24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79105EF-EE7B-1FC9-11B0-84B333A39C1B}"/>
                    </a:ext>
                  </a:extLst>
                </p14:cNvPr>
                <p14:cNvContentPartPr/>
                <p14:nvPr/>
              </p14:nvContentPartPr>
              <p14:xfrm>
                <a:off x="2005016" y="3455132"/>
                <a:ext cx="139680" cy="55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79105EF-EE7B-1FC9-11B0-84B333A39C1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96376" y="3446492"/>
                  <a:ext cx="157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4E6C650-E5DA-0690-2166-A025C5DE4C11}"/>
                    </a:ext>
                  </a:extLst>
                </p14:cNvPr>
                <p14:cNvContentPartPr/>
                <p14:nvPr/>
              </p14:nvContentPartPr>
              <p14:xfrm>
                <a:off x="2079896" y="3526052"/>
                <a:ext cx="66240" cy="50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4E6C650-E5DA-0690-2166-A025C5DE4C1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70896" y="3517052"/>
                  <a:ext cx="83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13F7E76-9E3F-4D1D-672F-D8DE1C7E09DA}"/>
                    </a:ext>
                  </a:extLst>
                </p14:cNvPr>
                <p14:cNvContentPartPr/>
                <p14:nvPr/>
              </p14:nvContentPartPr>
              <p14:xfrm>
                <a:off x="2183936" y="3479612"/>
                <a:ext cx="64800" cy="66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13F7E76-9E3F-4D1D-672F-D8DE1C7E09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75296" y="3470972"/>
                  <a:ext cx="82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5D7CE16-BA08-BC2D-C615-3D4159BCE2E0}"/>
                    </a:ext>
                  </a:extLst>
                </p14:cNvPr>
                <p14:cNvContentPartPr/>
                <p14:nvPr/>
              </p14:nvContentPartPr>
              <p14:xfrm>
                <a:off x="2177096" y="3539012"/>
                <a:ext cx="31320" cy="35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5D7CE16-BA08-BC2D-C615-3D4159BCE2E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68456" y="3530372"/>
                  <a:ext cx="48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793017-221F-5BC3-FABB-3B1BF0B5D6E0}"/>
                    </a:ext>
                  </a:extLst>
                </p14:cNvPr>
                <p14:cNvContentPartPr/>
                <p14:nvPr/>
              </p14:nvContentPartPr>
              <p14:xfrm>
                <a:off x="2401016" y="3102692"/>
                <a:ext cx="842760" cy="367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793017-221F-5BC3-FABB-3B1BF0B5D6E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92376" y="3094052"/>
                  <a:ext cx="8604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FF9FE-A685-AE74-53ED-3FEBD52CF78C}"/>
                    </a:ext>
                  </a:extLst>
                </p14:cNvPr>
                <p14:cNvContentPartPr/>
                <p14:nvPr/>
              </p14:nvContentPartPr>
              <p14:xfrm>
                <a:off x="3111296" y="3289892"/>
                <a:ext cx="232920" cy="272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FF9FE-A685-AE74-53ED-3FEBD52CF78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02656" y="3281252"/>
                  <a:ext cx="250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1F9AFB0-32DF-C75B-072E-C82F8A6A1B9C}"/>
                    </a:ext>
                  </a:extLst>
                </p14:cNvPr>
                <p14:cNvContentPartPr/>
                <p14:nvPr/>
              </p14:nvContentPartPr>
              <p14:xfrm>
                <a:off x="4081136" y="1823252"/>
                <a:ext cx="315360" cy="353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1F9AFB0-32DF-C75B-072E-C82F8A6A1B9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72136" y="1814252"/>
                  <a:ext cx="333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0DC71B-746D-1BF0-5E37-9A1EDB7E31E3}"/>
                    </a:ext>
                  </a:extLst>
                </p14:cNvPr>
                <p14:cNvContentPartPr/>
                <p14:nvPr/>
              </p14:nvContentPartPr>
              <p14:xfrm>
                <a:off x="4411616" y="1926212"/>
                <a:ext cx="195840" cy="177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0DC71B-746D-1BF0-5E37-9A1EDB7E31E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02976" y="1917572"/>
                  <a:ext cx="213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311A60-5C08-E696-7E5F-CB5D8E4BBF75}"/>
                    </a:ext>
                  </a:extLst>
                </p14:cNvPr>
                <p14:cNvContentPartPr/>
                <p14:nvPr/>
              </p14:nvContentPartPr>
              <p14:xfrm>
                <a:off x="4692056" y="1861772"/>
                <a:ext cx="122400" cy="295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311A60-5C08-E696-7E5F-CB5D8E4BBF7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83416" y="1853132"/>
                  <a:ext cx="140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2616FD-5F35-6117-4B9F-33142A881D0E}"/>
                    </a:ext>
                  </a:extLst>
                </p14:cNvPr>
                <p14:cNvContentPartPr/>
                <p14:nvPr/>
              </p14:nvContentPartPr>
              <p14:xfrm>
                <a:off x="4894376" y="1902092"/>
                <a:ext cx="403920" cy="199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2616FD-5F35-6117-4B9F-33142A881D0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85736" y="1893452"/>
                  <a:ext cx="421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8064DB7-555E-9E67-BEE5-F1D71F133F04}"/>
                    </a:ext>
                  </a:extLst>
                </p14:cNvPr>
                <p14:cNvContentPartPr/>
                <p14:nvPr/>
              </p14:nvContentPartPr>
              <p14:xfrm>
                <a:off x="4990496" y="4477892"/>
                <a:ext cx="173160" cy="22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8064DB7-555E-9E67-BEE5-F1D71F133F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81856" y="4468892"/>
                  <a:ext cx="190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B197F8-5664-0795-E82A-1964F368D8E4}"/>
                    </a:ext>
                  </a:extLst>
                </p14:cNvPr>
                <p14:cNvContentPartPr/>
                <p14:nvPr/>
              </p14:nvContentPartPr>
              <p14:xfrm>
                <a:off x="5222336" y="4500572"/>
                <a:ext cx="129600" cy="243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B197F8-5664-0795-E82A-1964F368D8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13696" y="4491932"/>
                  <a:ext cx="147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65C69CC-EB62-B592-AFD4-42F5DC535FEF}"/>
                    </a:ext>
                  </a:extLst>
                </p14:cNvPr>
                <p14:cNvContentPartPr/>
                <p14:nvPr/>
              </p14:nvContentPartPr>
              <p14:xfrm>
                <a:off x="5070056" y="4136612"/>
                <a:ext cx="108000" cy="211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65C69CC-EB62-B592-AFD4-42F5DC535FE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61416" y="4127972"/>
                  <a:ext cx="125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02DDEEE-04B1-FF87-0301-411042EC62BE}"/>
                    </a:ext>
                  </a:extLst>
                </p14:cNvPr>
                <p14:cNvContentPartPr/>
                <p14:nvPr/>
              </p14:nvContentPartPr>
              <p14:xfrm>
                <a:off x="4873496" y="3869852"/>
                <a:ext cx="178200" cy="178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02DDEEE-04B1-FF87-0301-411042EC62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64496" y="3861212"/>
                  <a:ext cx="195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9671EDD-B3CF-650B-D252-BF32C6080047}"/>
                    </a:ext>
                  </a:extLst>
                </p14:cNvPr>
                <p14:cNvContentPartPr/>
                <p14:nvPr/>
              </p14:nvContentPartPr>
              <p14:xfrm>
                <a:off x="4940096" y="4025732"/>
                <a:ext cx="53640" cy="198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9671EDD-B3CF-650B-D252-BF32C60800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31456" y="4017092"/>
                  <a:ext cx="71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8378E2-A0FC-5EAF-36BB-49CCC1DB4DC2}"/>
                    </a:ext>
                  </a:extLst>
                </p14:cNvPr>
                <p14:cNvContentPartPr/>
                <p14:nvPr/>
              </p14:nvContentPartPr>
              <p14:xfrm>
                <a:off x="4886456" y="4104932"/>
                <a:ext cx="80640" cy="50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8378E2-A0FC-5EAF-36BB-49CCC1DB4DC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77456" y="4095932"/>
                  <a:ext cx="98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F4E26B3-78D9-9414-6A92-06C773F84093}"/>
                    </a:ext>
                  </a:extLst>
                </p14:cNvPr>
                <p14:cNvContentPartPr/>
                <p14:nvPr/>
              </p14:nvContentPartPr>
              <p14:xfrm>
                <a:off x="4969616" y="4149212"/>
                <a:ext cx="37080" cy="41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F4E26B3-78D9-9414-6A92-06C773F8409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60616" y="4140572"/>
                  <a:ext cx="5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DE58182-9301-2BC8-DD75-E45734DB240F}"/>
                    </a:ext>
                  </a:extLst>
                </p14:cNvPr>
                <p14:cNvContentPartPr/>
                <p14:nvPr/>
              </p14:nvContentPartPr>
              <p14:xfrm>
                <a:off x="4998416" y="4068932"/>
                <a:ext cx="84960" cy="68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DE58182-9301-2BC8-DD75-E45734DB240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89776" y="4060292"/>
                  <a:ext cx="102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47711C-A496-3658-47E3-142F804EDC84}"/>
                    </a:ext>
                  </a:extLst>
                </p14:cNvPr>
                <p14:cNvContentPartPr/>
                <p14:nvPr/>
              </p14:nvContentPartPr>
              <p14:xfrm>
                <a:off x="5014976" y="4157492"/>
                <a:ext cx="28440" cy="32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47711C-A496-3658-47E3-142F804EDC8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06336" y="4148492"/>
                  <a:ext cx="46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F10A671-0D87-F6BE-A833-53655FE69BF2}"/>
                    </a:ext>
                  </a:extLst>
                </p14:cNvPr>
                <p14:cNvContentPartPr/>
                <p14:nvPr/>
              </p14:nvContentPartPr>
              <p14:xfrm>
                <a:off x="5189576" y="3858332"/>
                <a:ext cx="134280" cy="150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F10A671-0D87-F6BE-A833-53655FE69BF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80936" y="3849332"/>
                  <a:ext cx="151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25B11DA-033B-9A23-0DF8-78AAE88DD6BC}"/>
                    </a:ext>
                  </a:extLst>
                </p14:cNvPr>
                <p14:cNvContentPartPr/>
                <p14:nvPr/>
              </p14:nvContentPartPr>
              <p14:xfrm>
                <a:off x="5249336" y="4038692"/>
                <a:ext cx="27360" cy="143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25B11DA-033B-9A23-0DF8-78AAE88DD6B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40336" y="4030052"/>
                  <a:ext cx="45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AE492C-DACE-5640-6A2A-1851A7D90E89}"/>
                    </a:ext>
                  </a:extLst>
                </p14:cNvPr>
                <p14:cNvContentPartPr/>
                <p14:nvPr/>
              </p14:nvContentPartPr>
              <p14:xfrm>
                <a:off x="5164736" y="4052372"/>
                <a:ext cx="84960" cy="52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AE492C-DACE-5640-6A2A-1851A7D90E8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155736" y="4043372"/>
                  <a:ext cx="102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AA8BC54-1C17-5C28-F91F-77B2C81DD6EF}"/>
                    </a:ext>
                  </a:extLst>
                </p14:cNvPr>
                <p14:cNvContentPartPr/>
                <p14:nvPr/>
              </p14:nvContentPartPr>
              <p14:xfrm>
                <a:off x="5210816" y="4124732"/>
                <a:ext cx="58680" cy="4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AA8BC54-1C17-5C28-F91F-77B2C81DD6E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01816" y="4115732"/>
                  <a:ext cx="76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7569891-D7EB-DF26-817B-3AEB2548D860}"/>
                    </a:ext>
                  </a:extLst>
                </p14:cNvPr>
                <p14:cNvContentPartPr/>
                <p14:nvPr/>
              </p14:nvContentPartPr>
              <p14:xfrm>
                <a:off x="5293976" y="4058492"/>
                <a:ext cx="42480" cy="68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7569891-D7EB-DF26-817B-3AEB2548D86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85336" y="4049852"/>
                  <a:ext cx="60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B80CB0-4043-32A7-FBFF-96B4EEEEB5D2}"/>
                    </a:ext>
                  </a:extLst>
                </p14:cNvPr>
                <p14:cNvContentPartPr/>
                <p14:nvPr/>
              </p14:nvContentPartPr>
              <p14:xfrm>
                <a:off x="5295416" y="4130852"/>
                <a:ext cx="43920" cy="63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B80CB0-4043-32A7-FBFF-96B4EEEEB5D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86776" y="4122212"/>
                  <a:ext cx="61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9AC3083-08C6-EAFD-203C-3549377A7331}"/>
                    </a:ext>
                  </a:extLst>
                </p14:cNvPr>
                <p14:cNvContentPartPr/>
                <p14:nvPr/>
              </p14:nvContentPartPr>
              <p14:xfrm>
                <a:off x="4993376" y="3601652"/>
                <a:ext cx="151560" cy="167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9AC3083-08C6-EAFD-203C-3549377A733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84376" y="3592652"/>
                  <a:ext cx="169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1F5E8DB-5B65-83B6-97C1-1AB7E7D87D19}"/>
                    </a:ext>
                  </a:extLst>
                </p14:cNvPr>
                <p14:cNvContentPartPr/>
                <p14:nvPr/>
              </p14:nvContentPartPr>
              <p14:xfrm>
                <a:off x="5084816" y="3788852"/>
                <a:ext cx="14040" cy="128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1F5E8DB-5B65-83B6-97C1-1AB7E7D87D1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75816" y="3780212"/>
                  <a:ext cx="31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B9F8D6D-6FAD-763F-5AF3-D2BD97B5EBC8}"/>
                    </a:ext>
                  </a:extLst>
                </p14:cNvPr>
                <p14:cNvContentPartPr/>
                <p14:nvPr/>
              </p14:nvContentPartPr>
              <p14:xfrm>
                <a:off x="5031536" y="3807212"/>
                <a:ext cx="67320" cy="75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B9F8D6D-6FAD-763F-5AF3-D2BD97B5EBC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22536" y="3798212"/>
                  <a:ext cx="84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09CE295-B03E-A79E-06F5-BC3DDD22E7FC}"/>
                    </a:ext>
                  </a:extLst>
                </p14:cNvPr>
                <p14:cNvContentPartPr/>
                <p14:nvPr/>
              </p14:nvContentPartPr>
              <p14:xfrm>
                <a:off x="5084456" y="3868052"/>
                <a:ext cx="14400" cy="51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09CE295-B03E-A79E-06F5-BC3DDD22E7F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075456" y="3859052"/>
                  <a:ext cx="32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1F4673-5B98-9722-ED44-ED7788091579}"/>
                    </a:ext>
                  </a:extLst>
                </p14:cNvPr>
                <p14:cNvContentPartPr/>
                <p14:nvPr/>
              </p14:nvContentPartPr>
              <p14:xfrm>
                <a:off x="5083376" y="3825572"/>
                <a:ext cx="38160" cy="3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1F4673-5B98-9722-ED44-ED77880915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74736" y="3816572"/>
                  <a:ext cx="55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136DE5-2EB1-4331-8B6C-E5537197CFA5}"/>
                    </a:ext>
                  </a:extLst>
                </p14:cNvPr>
                <p14:cNvContentPartPr/>
                <p14:nvPr/>
              </p14:nvContentPartPr>
              <p14:xfrm>
                <a:off x="5098136" y="3868052"/>
                <a:ext cx="28440" cy="37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136DE5-2EB1-4331-8B6C-E5537197CFA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089496" y="3859052"/>
                  <a:ext cx="4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967A8F5-8F8D-53AD-5BBA-4B07F15163A2}"/>
                    </a:ext>
                  </a:extLst>
                </p14:cNvPr>
                <p14:cNvContentPartPr/>
                <p14:nvPr/>
              </p14:nvContentPartPr>
              <p14:xfrm>
                <a:off x="3125336" y="3928892"/>
                <a:ext cx="199800" cy="145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967A8F5-8F8D-53AD-5BBA-4B07F15163A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16696" y="3919892"/>
                  <a:ext cx="217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1A19C03-11C4-299F-27BD-A755A5C1E880}"/>
                    </a:ext>
                  </a:extLst>
                </p14:cNvPr>
                <p14:cNvContentPartPr/>
                <p14:nvPr/>
              </p14:nvContentPartPr>
              <p14:xfrm>
                <a:off x="3203456" y="4117892"/>
                <a:ext cx="6840" cy="155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1A19C03-11C4-299F-27BD-A755A5C1E8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194816" y="4108892"/>
                  <a:ext cx="24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882F8D0-16AB-5CB6-5083-67900AEDF3F2}"/>
                    </a:ext>
                  </a:extLst>
                </p14:cNvPr>
                <p14:cNvContentPartPr/>
                <p14:nvPr/>
              </p14:nvContentPartPr>
              <p14:xfrm>
                <a:off x="3113456" y="4157492"/>
                <a:ext cx="90720" cy="29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882F8D0-16AB-5CB6-5083-67900AEDF3F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04456" y="4148492"/>
                  <a:ext cx="108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3453ACD-5FED-8B05-7995-311B554B72A7}"/>
                    </a:ext>
                  </a:extLst>
                </p14:cNvPr>
                <p14:cNvContentPartPr/>
                <p14:nvPr/>
              </p14:nvContentPartPr>
              <p14:xfrm>
                <a:off x="3139016" y="4210052"/>
                <a:ext cx="97920" cy="54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3453ACD-5FED-8B05-7995-311B554B72A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30016" y="4201052"/>
                  <a:ext cx="115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153188C-C42D-1602-15E7-C92047C8AC68}"/>
                    </a:ext>
                  </a:extLst>
                </p14:cNvPr>
                <p14:cNvContentPartPr/>
                <p14:nvPr/>
              </p14:nvContentPartPr>
              <p14:xfrm>
                <a:off x="3636896" y="3995492"/>
                <a:ext cx="151560" cy="162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153188C-C42D-1602-15E7-C92047C8AC6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627896" y="3986492"/>
                  <a:ext cx="169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8D5EA25-E418-D5FC-1F8D-37EF0AC9B482}"/>
                    </a:ext>
                  </a:extLst>
                </p14:cNvPr>
                <p14:cNvContentPartPr/>
                <p14:nvPr/>
              </p14:nvContentPartPr>
              <p14:xfrm>
                <a:off x="3703496" y="4157492"/>
                <a:ext cx="14040" cy="102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8D5EA25-E418-D5FC-1F8D-37EF0AC9B48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94496" y="4148492"/>
                  <a:ext cx="31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928C6A-FC34-0792-6750-1935BA0BEC6E}"/>
                    </a:ext>
                  </a:extLst>
                </p14:cNvPr>
                <p14:cNvContentPartPr/>
                <p14:nvPr/>
              </p14:nvContentPartPr>
              <p14:xfrm>
                <a:off x="3593336" y="4186292"/>
                <a:ext cx="97560" cy="27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928C6A-FC34-0792-6750-1935BA0BEC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84336" y="4177652"/>
                  <a:ext cx="115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96F7EFC-A170-AC9A-FFC6-2339E7D8061E}"/>
                    </a:ext>
                  </a:extLst>
                </p14:cNvPr>
                <p14:cNvContentPartPr/>
                <p14:nvPr/>
              </p14:nvContentPartPr>
              <p14:xfrm>
                <a:off x="3667496" y="4229852"/>
                <a:ext cx="55800" cy="24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96F7EFC-A170-AC9A-FFC6-2339E7D806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58856" y="4220852"/>
                  <a:ext cx="73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40CC87E-FF36-1097-2016-69F7B991DA3F}"/>
                    </a:ext>
                  </a:extLst>
                </p14:cNvPr>
                <p14:cNvContentPartPr/>
                <p14:nvPr/>
              </p14:nvContentPartPr>
              <p14:xfrm>
                <a:off x="650696" y="3743132"/>
                <a:ext cx="40320" cy="928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40CC87E-FF36-1097-2016-69F7B991DA3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2056" y="3734132"/>
                  <a:ext cx="5796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28DACB-8AB4-D9E9-86CD-3A88109B5169}"/>
                    </a:ext>
                  </a:extLst>
                </p14:cNvPr>
                <p14:cNvContentPartPr/>
                <p14:nvPr/>
              </p14:nvContentPartPr>
              <p14:xfrm>
                <a:off x="624776" y="4664012"/>
                <a:ext cx="1725480" cy="66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28DACB-8AB4-D9E9-86CD-3A88109B516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5776" y="4655012"/>
                  <a:ext cx="1743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F1C370F-E3D0-50BE-7750-C92673892D4F}"/>
                    </a:ext>
                  </a:extLst>
                </p14:cNvPr>
                <p14:cNvContentPartPr/>
                <p14:nvPr/>
              </p14:nvContentPartPr>
              <p14:xfrm>
                <a:off x="769496" y="3703532"/>
                <a:ext cx="10911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F1C370F-E3D0-50BE-7750-C92673892D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0496" y="3694532"/>
                  <a:ext cx="1108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FC6374D-D8FD-6D15-3E4D-4169EDC269E8}"/>
                    </a:ext>
                  </a:extLst>
                </p14:cNvPr>
                <p14:cNvContentPartPr/>
                <p14:nvPr/>
              </p14:nvContentPartPr>
              <p14:xfrm>
                <a:off x="1854896" y="3696692"/>
                <a:ext cx="112680" cy="953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FC6374D-D8FD-6D15-3E4D-4169EDC269E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45896" y="3688052"/>
                  <a:ext cx="130320" cy="9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00C69E-2AC7-8626-97B8-1B2B09BAB374}"/>
                    </a:ext>
                  </a:extLst>
                </p14:cNvPr>
                <p14:cNvContentPartPr/>
                <p14:nvPr/>
              </p14:nvContentPartPr>
              <p14:xfrm>
                <a:off x="5472896" y="1604372"/>
                <a:ext cx="774000" cy="783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00C69E-2AC7-8626-97B8-1B2B09BAB37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64256" y="1595372"/>
                  <a:ext cx="79164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1A65C8-6357-9584-F594-24A3F0BA89B8}"/>
                    </a:ext>
                  </a:extLst>
                </p14:cNvPr>
                <p14:cNvContentPartPr/>
                <p14:nvPr/>
              </p14:nvContentPartPr>
              <p14:xfrm>
                <a:off x="6058616" y="1811732"/>
                <a:ext cx="780480" cy="510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1A65C8-6357-9584-F594-24A3F0BA89B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49616" y="1802732"/>
                  <a:ext cx="79812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340322F-8B88-A548-D218-F480F2F04AD8}"/>
                    </a:ext>
                  </a:extLst>
                </p14:cNvPr>
                <p14:cNvContentPartPr/>
                <p14:nvPr/>
              </p14:nvContentPartPr>
              <p14:xfrm>
                <a:off x="6181736" y="1651172"/>
                <a:ext cx="609480" cy="352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340322F-8B88-A548-D218-F480F2F04A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72736" y="1642172"/>
                  <a:ext cx="6271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F190034-1B66-2635-EC80-5A9EE57E80E8}"/>
                    </a:ext>
                  </a:extLst>
                </p14:cNvPr>
                <p14:cNvContentPartPr/>
                <p14:nvPr/>
              </p14:nvContentPartPr>
              <p14:xfrm>
                <a:off x="6170576" y="1571972"/>
                <a:ext cx="650880" cy="322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F190034-1B66-2635-EC80-5A9EE57E80E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161576" y="1563332"/>
                  <a:ext cx="6685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9A9CFAB-F550-AE43-8DF9-10130EEFB594}"/>
                    </a:ext>
                  </a:extLst>
                </p14:cNvPr>
                <p14:cNvContentPartPr/>
                <p14:nvPr/>
              </p14:nvContentPartPr>
              <p14:xfrm>
                <a:off x="6017216" y="4321652"/>
                <a:ext cx="946800" cy="608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9A9CFAB-F550-AE43-8DF9-10130EEFB59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08216" y="4313012"/>
                  <a:ext cx="96444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648623B-F624-3B62-0BE8-D87F9C398449}"/>
                    </a:ext>
                  </a:extLst>
                </p14:cNvPr>
                <p14:cNvContentPartPr/>
                <p14:nvPr/>
              </p14:nvContentPartPr>
              <p14:xfrm>
                <a:off x="5694296" y="4242812"/>
                <a:ext cx="943200" cy="871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648623B-F624-3B62-0BE8-D87F9C39844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85296" y="4233812"/>
                  <a:ext cx="96084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E222FDD-43C3-E830-B978-FCA5E45560D0}"/>
                    </a:ext>
                  </a:extLst>
                </p14:cNvPr>
                <p14:cNvContentPartPr/>
                <p14:nvPr/>
              </p14:nvContentPartPr>
              <p14:xfrm>
                <a:off x="6466496" y="4943012"/>
                <a:ext cx="397080" cy="271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E222FDD-43C3-E830-B978-FCA5E45560D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57496" y="4934012"/>
                  <a:ext cx="4147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7A7720E-89BF-D8E8-8163-FDE0DFED927F}"/>
                    </a:ext>
                  </a:extLst>
                </p14:cNvPr>
                <p14:cNvContentPartPr/>
                <p14:nvPr/>
              </p14:nvContentPartPr>
              <p14:xfrm>
                <a:off x="6588536" y="5005292"/>
                <a:ext cx="299880" cy="238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7A7720E-89BF-D8E8-8163-FDE0DFED927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79536" y="4996292"/>
                  <a:ext cx="317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1E6A6A7-6C70-DFC5-E2DD-E7046B8655B7}"/>
                    </a:ext>
                  </a:extLst>
                </p14:cNvPr>
                <p14:cNvContentPartPr/>
                <p14:nvPr/>
              </p14:nvContentPartPr>
              <p14:xfrm>
                <a:off x="4223336" y="4197092"/>
                <a:ext cx="245520" cy="699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1E6A6A7-6C70-DFC5-E2DD-E7046B8655B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214336" y="4188092"/>
                  <a:ext cx="26316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F9A175F-DA7D-90D9-C154-F362E06C949F}"/>
                    </a:ext>
                  </a:extLst>
                </p14:cNvPr>
                <p14:cNvContentPartPr/>
                <p14:nvPr/>
              </p14:nvContentPartPr>
              <p14:xfrm>
                <a:off x="3941096" y="4262612"/>
                <a:ext cx="32760" cy="883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F9A175F-DA7D-90D9-C154-F362E06C949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932456" y="4253612"/>
                  <a:ext cx="5040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0075E1F-4347-E0BC-BDC0-245EACC2D4A7}"/>
                    </a:ext>
                  </a:extLst>
                </p14:cNvPr>
                <p14:cNvContentPartPr/>
                <p14:nvPr/>
              </p14:nvContentPartPr>
              <p14:xfrm>
                <a:off x="3838856" y="4883252"/>
                <a:ext cx="611280" cy="227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0075E1F-4347-E0BC-BDC0-245EACC2D4A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830216" y="4874252"/>
                  <a:ext cx="628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BBED80C-6C63-2086-111B-E440DE1BC95E}"/>
                    </a:ext>
                  </a:extLst>
                </p14:cNvPr>
                <p14:cNvContentPartPr/>
                <p14:nvPr/>
              </p14:nvContentPartPr>
              <p14:xfrm>
                <a:off x="3979256" y="5005292"/>
                <a:ext cx="433080" cy="220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BBED80C-6C63-2086-111B-E440DE1BC95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70616" y="4996652"/>
                  <a:ext cx="450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568258A-F295-6927-0670-662ED5EFB9B9}"/>
                    </a:ext>
                  </a:extLst>
                </p14:cNvPr>
                <p14:cNvContentPartPr/>
                <p14:nvPr/>
              </p14:nvContentPartPr>
              <p14:xfrm>
                <a:off x="3275456" y="1637852"/>
                <a:ext cx="220320" cy="587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568258A-F295-6927-0670-662ED5EFB9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66456" y="1628852"/>
                  <a:ext cx="2379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B79981F-C5BC-8E90-3A6D-32DBA2C04462}"/>
                    </a:ext>
                  </a:extLst>
                </p14:cNvPr>
                <p14:cNvContentPartPr/>
                <p14:nvPr/>
              </p14:nvContentPartPr>
              <p14:xfrm>
                <a:off x="3589016" y="1716692"/>
                <a:ext cx="207000" cy="600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B79981F-C5BC-8E90-3A6D-32DBA2C044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80016" y="1708052"/>
                  <a:ext cx="22464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8613551-D00D-78FB-5907-C3E8D1E54D3B}"/>
                    </a:ext>
                  </a:extLst>
                </p14:cNvPr>
                <p14:cNvContentPartPr/>
                <p14:nvPr/>
              </p14:nvContentPartPr>
              <p14:xfrm>
                <a:off x="3354656" y="1618052"/>
                <a:ext cx="590040" cy="64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8613551-D00D-78FB-5907-C3E8D1E54D3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46016" y="1609052"/>
                  <a:ext cx="607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C3F7EA7-781E-E6E4-8D7F-C378183D71BE}"/>
                    </a:ext>
                  </a:extLst>
                </p14:cNvPr>
                <p14:cNvContentPartPr/>
                <p14:nvPr/>
              </p14:nvContentPartPr>
              <p14:xfrm>
                <a:off x="3433856" y="1841612"/>
                <a:ext cx="483480" cy="42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C3F7EA7-781E-E6E4-8D7F-C378183D71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24856" y="1832972"/>
                  <a:ext cx="501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4D8A024-AEBA-E909-9ED1-9861B061DB87}"/>
                    </a:ext>
                  </a:extLst>
                </p14:cNvPr>
                <p14:cNvContentPartPr/>
                <p14:nvPr/>
              </p14:nvContentPartPr>
              <p14:xfrm>
                <a:off x="3925976" y="4557812"/>
                <a:ext cx="198000" cy="35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4D8A024-AEBA-E909-9ED1-9861B061DB8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16976" y="4549172"/>
                  <a:ext cx="215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77BF332-1820-997F-0B54-D94DB8EAE460}"/>
                    </a:ext>
                  </a:extLst>
                </p14:cNvPr>
                <p14:cNvContentPartPr/>
                <p14:nvPr/>
              </p14:nvContentPartPr>
              <p14:xfrm>
                <a:off x="3983216" y="4558532"/>
                <a:ext cx="75960" cy="101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77BF332-1820-997F-0B54-D94DB8EAE46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74216" y="4549892"/>
                  <a:ext cx="93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85FEEB-804F-F0FE-B48B-F8B11D299B49}"/>
                    </a:ext>
                  </a:extLst>
                </p14:cNvPr>
                <p14:cNvContentPartPr/>
                <p14:nvPr/>
              </p14:nvContentPartPr>
              <p14:xfrm>
                <a:off x="3985736" y="4442252"/>
                <a:ext cx="92160" cy="96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85FEEB-804F-F0FE-B48B-F8B11D299B4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977096" y="4433612"/>
                  <a:ext cx="109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C7424D9-63F2-89B1-8CAA-B19C2F96E2B3}"/>
                    </a:ext>
                  </a:extLst>
                </p14:cNvPr>
                <p14:cNvContentPartPr/>
                <p14:nvPr/>
              </p14:nvContentPartPr>
              <p14:xfrm>
                <a:off x="4078256" y="4497332"/>
                <a:ext cx="132840" cy="108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C7424D9-63F2-89B1-8CAA-B19C2F96E2B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069256" y="4488692"/>
                  <a:ext cx="150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0889879-2F67-2D95-096E-BF96ADF09370}"/>
                    </a:ext>
                  </a:extLst>
                </p14:cNvPr>
                <p14:cNvContentPartPr/>
                <p14:nvPr/>
              </p14:nvContentPartPr>
              <p14:xfrm>
                <a:off x="5725616" y="3899732"/>
                <a:ext cx="3187440" cy="179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0889879-2F67-2D95-096E-BF96ADF0937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716976" y="3890732"/>
                  <a:ext cx="3205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826E7A5-0831-0D88-4EBA-08BBED66D53C}"/>
                    </a:ext>
                  </a:extLst>
                </p14:cNvPr>
                <p14:cNvContentPartPr/>
                <p14:nvPr/>
              </p14:nvContentPartPr>
              <p14:xfrm>
                <a:off x="8733056" y="3946892"/>
                <a:ext cx="317520" cy="276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826E7A5-0831-0D88-4EBA-08BBED66D53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4416" y="3938252"/>
                  <a:ext cx="335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6A79B90-C2A2-5FB4-DD6C-2C1864CA1BC8}"/>
                    </a:ext>
                  </a:extLst>
                </p14:cNvPr>
                <p14:cNvContentPartPr/>
                <p14:nvPr/>
              </p14:nvContentPartPr>
              <p14:xfrm>
                <a:off x="6368576" y="5625932"/>
                <a:ext cx="289080" cy="469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6A79B90-C2A2-5FB4-DD6C-2C1864CA1BC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59576" y="5617292"/>
                  <a:ext cx="30672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5F11649-8F54-6460-D3E7-2854C5EEDF81}"/>
                    </a:ext>
                  </a:extLst>
                </p14:cNvPr>
                <p14:cNvContentPartPr/>
                <p14:nvPr/>
              </p14:nvContentPartPr>
              <p14:xfrm>
                <a:off x="6716336" y="5885852"/>
                <a:ext cx="184320" cy="384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5F11649-8F54-6460-D3E7-2854C5EEDF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07696" y="5876852"/>
                  <a:ext cx="2019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939B80-77BB-B345-453A-A73C48CDEA93}"/>
                    </a:ext>
                  </a:extLst>
                </p14:cNvPr>
                <p14:cNvContentPartPr/>
                <p14:nvPr/>
              </p14:nvContentPartPr>
              <p14:xfrm>
                <a:off x="7218896" y="5857772"/>
                <a:ext cx="426960" cy="37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939B80-77BB-B345-453A-A73C48CDEA9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210256" y="5848772"/>
                  <a:ext cx="444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1DADDFC-63AB-68CB-C4FD-F223D1CBE82A}"/>
                    </a:ext>
                  </a:extLst>
                </p14:cNvPr>
                <p14:cNvContentPartPr/>
                <p14:nvPr/>
              </p14:nvContentPartPr>
              <p14:xfrm>
                <a:off x="7526336" y="5724212"/>
                <a:ext cx="143640" cy="234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1DADDFC-63AB-68CB-C4FD-F223D1CBE82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17336" y="5715572"/>
                  <a:ext cx="161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FC3DF82-8ADC-8609-5967-BA4E8CAFC3A2}"/>
                    </a:ext>
                  </a:extLst>
                </p14:cNvPr>
                <p14:cNvContentPartPr/>
                <p14:nvPr/>
              </p14:nvContentPartPr>
              <p14:xfrm>
                <a:off x="7939256" y="5631332"/>
                <a:ext cx="265320" cy="435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FC3DF82-8ADC-8609-5967-BA4E8CAFC3A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30256" y="5622692"/>
                  <a:ext cx="2829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F81342A-B071-560B-2251-D7E90AD4D689}"/>
                    </a:ext>
                  </a:extLst>
                </p14:cNvPr>
                <p14:cNvContentPartPr/>
                <p14:nvPr/>
              </p14:nvContentPartPr>
              <p14:xfrm>
                <a:off x="8335256" y="5630972"/>
                <a:ext cx="179640" cy="4334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F81342A-B071-560B-2251-D7E90AD4D68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26256" y="5622332"/>
                  <a:ext cx="1972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BDD5F5B-05C3-30F3-4313-547C136475F4}"/>
                    </a:ext>
                  </a:extLst>
                </p14:cNvPr>
                <p14:cNvContentPartPr/>
                <p14:nvPr/>
              </p14:nvContentPartPr>
              <p14:xfrm>
                <a:off x="8683376" y="5706932"/>
                <a:ext cx="238320" cy="388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BDD5F5B-05C3-30F3-4313-547C136475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74736" y="5698292"/>
                  <a:ext cx="255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F65C4D4-8E8E-4F50-D60A-BF192589C36A}"/>
                    </a:ext>
                  </a:extLst>
                </p14:cNvPr>
                <p14:cNvContentPartPr/>
                <p14:nvPr/>
              </p14:nvContentPartPr>
              <p14:xfrm>
                <a:off x="7481336" y="6222452"/>
                <a:ext cx="1852920" cy="150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F65C4D4-8E8E-4F50-D60A-BF192589C36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472336" y="6213812"/>
                  <a:ext cx="1870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9E6BD54-4DE9-06BD-AB14-511E812F317B}"/>
                    </a:ext>
                  </a:extLst>
                </p14:cNvPr>
                <p14:cNvContentPartPr/>
                <p14:nvPr/>
              </p14:nvContentPartPr>
              <p14:xfrm>
                <a:off x="7767536" y="6460772"/>
                <a:ext cx="1914120" cy="105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9E6BD54-4DE9-06BD-AB14-511E812F317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58896" y="6451772"/>
                  <a:ext cx="1931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DACF926-D529-ED66-1001-5FE879E6DCE7}"/>
                    </a:ext>
                  </a:extLst>
                </p14:cNvPr>
                <p14:cNvContentPartPr/>
                <p14:nvPr/>
              </p14:nvContentPartPr>
              <p14:xfrm>
                <a:off x="9135896" y="5289332"/>
                <a:ext cx="363600" cy="243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DACF926-D529-ED66-1001-5FE879E6DCE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126896" y="5280332"/>
                  <a:ext cx="381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00576DE-38A3-859C-DBDB-8EBB8BE41CB5}"/>
                    </a:ext>
                  </a:extLst>
                </p14:cNvPr>
                <p14:cNvContentPartPr/>
                <p14:nvPr/>
              </p14:nvContentPartPr>
              <p14:xfrm>
                <a:off x="6117296" y="5151092"/>
                <a:ext cx="3598560" cy="1378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00576DE-38A3-859C-DBDB-8EBB8BE41CB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108656" y="5142092"/>
                  <a:ext cx="3616200" cy="13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56C9D79-E8E4-5697-E81F-A7582AB5A734}"/>
                    </a:ext>
                  </a:extLst>
                </p14:cNvPr>
                <p14:cNvContentPartPr/>
                <p14:nvPr/>
              </p14:nvContentPartPr>
              <p14:xfrm>
                <a:off x="6538496" y="5347652"/>
                <a:ext cx="1999800" cy="943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56C9D79-E8E4-5697-E81F-A7582AB5A73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529496" y="5338652"/>
                  <a:ext cx="201744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31B8119-6F90-FD5F-F205-B58794FC2DDB}"/>
                    </a:ext>
                  </a:extLst>
                </p14:cNvPr>
                <p14:cNvContentPartPr/>
                <p14:nvPr/>
              </p14:nvContentPartPr>
              <p14:xfrm>
                <a:off x="6043496" y="5461772"/>
                <a:ext cx="2442960" cy="905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31B8119-6F90-FD5F-F205-B58794FC2DD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34496" y="5452772"/>
                  <a:ext cx="246060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53474D8-D637-716E-9A81-8AE17D24D459}"/>
                    </a:ext>
                  </a:extLst>
                </p14:cNvPr>
                <p14:cNvContentPartPr/>
                <p14:nvPr/>
              </p14:nvContentPartPr>
              <p14:xfrm>
                <a:off x="1977296" y="2257052"/>
                <a:ext cx="325440" cy="459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53474D8-D637-716E-9A81-8AE17D24D45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968296" y="2248052"/>
                  <a:ext cx="3430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E44AE8D-F5CE-B0A8-3FBD-8CAD94CF7FE4}"/>
                    </a:ext>
                  </a:extLst>
                </p14:cNvPr>
                <p14:cNvContentPartPr/>
                <p14:nvPr/>
              </p14:nvContentPartPr>
              <p14:xfrm>
                <a:off x="1742576" y="1968332"/>
                <a:ext cx="1188360" cy="999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E44AE8D-F5CE-B0A8-3FBD-8CAD94CF7FE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733936" y="1959332"/>
                  <a:ext cx="120600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82CEA1B-D887-B79D-A6F0-7C19427CCA47}"/>
                    </a:ext>
                  </a:extLst>
                </p14:cNvPr>
                <p14:cNvContentPartPr/>
                <p14:nvPr/>
              </p14:nvContentPartPr>
              <p14:xfrm>
                <a:off x="591296" y="4946972"/>
                <a:ext cx="273960" cy="1575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82CEA1B-D887-B79D-A6F0-7C19427CCA4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82296" y="4937972"/>
                  <a:ext cx="291600" cy="15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029BA80-B913-55CC-B807-1AD902377AEF}"/>
                    </a:ext>
                  </a:extLst>
                </p14:cNvPr>
                <p14:cNvContentPartPr/>
                <p14:nvPr/>
              </p14:nvContentPartPr>
              <p14:xfrm>
                <a:off x="45896" y="6097892"/>
                <a:ext cx="3985920" cy="1555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029BA80-B913-55CC-B807-1AD902377AE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6896" y="6088892"/>
                  <a:ext cx="4003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945464F-01B2-176F-491F-FEB488866CCC}"/>
                    </a:ext>
                  </a:extLst>
                </p14:cNvPr>
                <p14:cNvContentPartPr/>
                <p14:nvPr/>
              </p14:nvContentPartPr>
              <p14:xfrm>
                <a:off x="749696" y="4720892"/>
                <a:ext cx="1034640" cy="1397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945464F-01B2-176F-491F-FEB488866CC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40696" y="4712252"/>
                  <a:ext cx="1052280" cy="14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4BCF476-1832-B11E-12A7-F6134383B6D8}"/>
                    </a:ext>
                  </a:extLst>
                </p14:cNvPr>
                <p14:cNvContentPartPr/>
                <p14:nvPr/>
              </p14:nvContentPartPr>
              <p14:xfrm>
                <a:off x="1148576" y="5301572"/>
                <a:ext cx="144720" cy="127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4BCF476-1832-B11E-12A7-F6134383B6D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39576" y="5292932"/>
                  <a:ext cx="162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1E87A73-D4BB-5AF0-FFC4-2B854033B714}"/>
                    </a:ext>
                  </a:extLst>
                </p14:cNvPr>
                <p14:cNvContentPartPr/>
                <p14:nvPr/>
              </p14:nvContentPartPr>
              <p14:xfrm>
                <a:off x="10064696" y="4673012"/>
                <a:ext cx="1410480" cy="241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1E87A73-D4BB-5AF0-FFC4-2B854033B71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056056" y="4664012"/>
                  <a:ext cx="1428120" cy="25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5161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E257-7ED2-B755-3227-1E2F45A5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namespace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330838-5022-BFFB-3904-DE5BDC260C63}"/>
                  </a:ext>
                </a:extLst>
              </p14:cNvPr>
              <p14:cNvContentPartPr/>
              <p14:nvPr/>
            </p14:nvContentPartPr>
            <p14:xfrm>
              <a:off x="1631336" y="47325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330838-5022-BFFB-3904-DE5BDC260C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2336" y="46461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61ADC41-83E5-800C-334A-E01AB4F0EECF}"/>
              </a:ext>
            </a:extLst>
          </p:cNvPr>
          <p:cNvGrpSpPr/>
          <p:nvPr/>
        </p:nvGrpSpPr>
        <p:grpSpPr>
          <a:xfrm>
            <a:off x="1749776" y="1218452"/>
            <a:ext cx="669960" cy="358560"/>
            <a:chOff x="1749776" y="1218452"/>
            <a:chExt cx="66996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194A46D-39ED-A4A8-AE23-37EEDBAA85E1}"/>
                    </a:ext>
                  </a:extLst>
                </p14:cNvPr>
                <p14:cNvContentPartPr/>
                <p14:nvPr/>
              </p14:nvContentPartPr>
              <p14:xfrm>
                <a:off x="1769216" y="1319612"/>
                <a:ext cx="46800" cy="257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194A46D-39ED-A4A8-AE23-37EEDBAA85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60216" y="1310972"/>
                  <a:ext cx="64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4D8109-40C3-B412-08BE-CC90BC323328}"/>
                    </a:ext>
                  </a:extLst>
                </p14:cNvPr>
                <p14:cNvContentPartPr/>
                <p14:nvPr/>
              </p14:nvContentPartPr>
              <p14:xfrm>
                <a:off x="1749776" y="1301612"/>
                <a:ext cx="246600" cy="198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04D8109-40C3-B412-08BE-CC90BC3233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1136" y="1292612"/>
                  <a:ext cx="264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AAD86B-4CA5-5E36-E5FA-5CFEE9BC18E7}"/>
                    </a:ext>
                  </a:extLst>
                </p14:cNvPr>
                <p14:cNvContentPartPr/>
                <p14:nvPr/>
              </p14:nvContentPartPr>
              <p14:xfrm>
                <a:off x="2066216" y="1218452"/>
                <a:ext cx="156600" cy="29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AAD86B-4CA5-5E36-E5FA-5CFEE9BC18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57216" y="1209812"/>
                  <a:ext cx="1742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0B6ECF-6DDD-AE47-3729-0240E6B65AD5}"/>
                    </a:ext>
                  </a:extLst>
                </p14:cNvPr>
                <p14:cNvContentPartPr/>
                <p14:nvPr/>
              </p14:nvContentPartPr>
              <p14:xfrm>
                <a:off x="2340176" y="1418252"/>
                <a:ext cx="79560" cy="2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0B6ECF-6DDD-AE47-3729-0240E6B65A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31536" y="1409252"/>
                  <a:ext cx="9720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4581EF-D1F6-B75C-9869-C1772FEA7C2B}"/>
              </a:ext>
            </a:extLst>
          </p:cNvPr>
          <p:cNvGrpSpPr/>
          <p:nvPr/>
        </p:nvGrpSpPr>
        <p:grpSpPr>
          <a:xfrm>
            <a:off x="2571296" y="1289372"/>
            <a:ext cx="516240" cy="253440"/>
            <a:chOff x="2571296" y="1289372"/>
            <a:chExt cx="51624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071FDE2-6FB8-DD0B-CF17-811A423AB89A}"/>
                    </a:ext>
                  </a:extLst>
                </p14:cNvPr>
                <p14:cNvContentPartPr/>
                <p14:nvPr/>
              </p14:nvContentPartPr>
              <p14:xfrm>
                <a:off x="2571296" y="1296572"/>
                <a:ext cx="113400" cy="216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071FDE2-6FB8-DD0B-CF17-811A423AB8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62296" y="1287572"/>
                  <a:ext cx="1310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F9E34B-AB93-A308-5E76-E3546E11B2DF}"/>
                    </a:ext>
                  </a:extLst>
                </p14:cNvPr>
                <p14:cNvContentPartPr/>
                <p14:nvPr/>
              </p14:nvContentPartPr>
              <p14:xfrm>
                <a:off x="2734736" y="1326452"/>
                <a:ext cx="194400" cy="137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F9E34B-AB93-A308-5E76-E3546E11B2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25736" y="1317812"/>
                  <a:ext cx="212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A5A747-FB7A-C3AB-4414-0A4C6E36654A}"/>
                    </a:ext>
                  </a:extLst>
                </p14:cNvPr>
                <p14:cNvContentPartPr/>
                <p14:nvPr/>
              </p14:nvContentPartPr>
              <p14:xfrm>
                <a:off x="2966576" y="1289372"/>
                <a:ext cx="120960" cy="253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A5A747-FB7A-C3AB-4414-0A4C6E3665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57576" y="1280732"/>
                  <a:ext cx="13860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8E1EE2-6F88-C2D2-1997-2B5499579A8A}"/>
              </a:ext>
            </a:extLst>
          </p:cNvPr>
          <p:cNvGrpSpPr/>
          <p:nvPr/>
        </p:nvGrpSpPr>
        <p:grpSpPr>
          <a:xfrm>
            <a:off x="5203256" y="1129532"/>
            <a:ext cx="1565640" cy="357480"/>
            <a:chOff x="5203256" y="1129532"/>
            <a:chExt cx="156564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1EBC2A-42AD-AC6B-14BB-08C11877141F}"/>
                    </a:ext>
                  </a:extLst>
                </p14:cNvPr>
                <p14:cNvContentPartPr/>
                <p14:nvPr/>
              </p14:nvContentPartPr>
              <p14:xfrm>
                <a:off x="5250776" y="1239692"/>
                <a:ext cx="44280" cy="212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1EBC2A-42AD-AC6B-14BB-08C1187714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41776" y="1231052"/>
                  <a:ext cx="61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99B620-EDA4-7AC1-8F33-3188C695931C}"/>
                    </a:ext>
                  </a:extLst>
                </p14:cNvPr>
                <p14:cNvContentPartPr/>
                <p14:nvPr/>
              </p14:nvContentPartPr>
              <p14:xfrm>
                <a:off x="5249336" y="1129532"/>
                <a:ext cx="250560" cy="17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99B620-EDA4-7AC1-8F33-3188C69593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40336" y="1120892"/>
                  <a:ext cx="268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CF6E54-2B04-003F-07B4-FA56BA58FDAC}"/>
                    </a:ext>
                  </a:extLst>
                </p14:cNvPr>
                <p14:cNvContentPartPr/>
                <p14:nvPr/>
              </p14:nvContentPartPr>
              <p14:xfrm>
                <a:off x="5203256" y="1348412"/>
                <a:ext cx="164520" cy="20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CF6E54-2B04-003F-07B4-FA56BA58FD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94616" y="1339412"/>
                  <a:ext cx="182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739262-D339-F86A-813D-2EB26BA48C04}"/>
                    </a:ext>
                  </a:extLst>
                </p14:cNvPr>
                <p14:cNvContentPartPr/>
                <p14:nvPr/>
              </p14:nvContentPartPr>
              <p14:xfrm>
                <a:off x="5494496" y="1288292"/>
                <a:ext cx="31680" cy="174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739262-D339-F86A-813D-2EB26BA48C0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85496" y="1279292"/>
                  <a:ext cx="49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3B5A88-F7E8-35AA-DA4E-7A741B77EE3D}"/>
                    </a:ext>
                  </a:extLst>
                </p14:cNvPr>
                <p14:cNvContentPartPr/>
                <p14:nvPr/>
              </p14:nvContentPartPr>
              <p14:xfrm>
                <a:off x="5620496" y="1227452"/>
                <a:ext cx="224640" cy="225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3B5A88-F7E8-35AA-DA4E-7A741B77EE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11856" y="1218812"/>
                  <a:ext cx="242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96A8D3-07F6-5C39-1D20-599F45061FE6}"/>
                    </a:ext>
                  </a:extLst>
                </p14:cNvPr>
                <p14:cNvContentPartPr/>
                <p14:nvPr/>
              </p14:nvContentPartPr>
              <p14:xfrm>
                <a:off x="5900936" y="1323932"/>
                <a:ext cx="104400" cy="44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96A8D3-07F6-5C39-1D20-599F45061F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91936" y="1314932"/>
                  <a:ext cx="122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03DF63-F999-A65F-0B31-B73C6A0732B9}"/>
                    </a:ext>
                  </a:extLst>
                </p14:cNvPr>
                <p14:cNvContentPartPr/>
                <p14:nvPr/>
              </p14:nvContentPartPr>
              <p14:xfrm>
                <a:off x="6137816" y="1186052"/>
                <a:ext cx="167760" cy="222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03DF63-F999-A65F-0B31-B73C6A0732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9176" y="1177412"/>
                  <a:ext cx="1854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FA1A426-33AF-98A6-38DD-B35BDB04F707}"/>
                    </a:ext>
                  </a:extLst>
                </p14:cNvPr>
                <p14:cNvContentPartPr/>
                <p14:nvPr/>
              </p14:nvContentPartPr>
              <p14:xfrm>
                <a:off x="6347336" y="1229612"/>
                <a:ext cx="421560" cy="257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FA1A426-33AF-98A6-38DD-B35BDB04F7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38336" y="1220972"/>
                  <a:ext cx="43920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27F631B-DD2F-55E8-A6FD-B5CCC2087E31}"/>
              </a:ext>
            </a:extLst>
          </p:cNvPr>
          <p:cNvGrpSpPr/>
          <p:nvPr/>
        </p:nvGrpSpPr>
        <p:grpSpPr>
          <a:xfrm>
            <a:off x="8969216" y="844412"/>
            <a:ext cx="1998720" cy="554760"/>
            <a:chOff x="8969216" y="844412"/>
            <a:chExt cx="199872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7D4577-A08C-B891-C913-F116B552F205}"/>
                    </a:ext>
                  </a:extLst>
                </p14:cNvPr>
                <p14:cNvContentPartPr/>
                <p14:nvPr/>
              </p14:nvContentPartPr>
              <p14:xfrm>
                <a:off x="9073256" y="1066532"/>
                <a:ext cx="56160" cy="235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7D4577-A08C-B891-C913-F116B552F2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64616" y="1057892"/>
                  <a:ext cx="73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3BF403-5C4A-D939-8883-CB76C6508F12}"/>
                    </a:ext>
                  </a:extLst>
                </p14:cNvPr>
                <p14:cNvContentPartPr/>
                <p14:nvPr/>
              </p14:nvContentPartPr>
              <p14:xfrm>
                <a:off x="8969216" y="844412"/>
                <a:ext cx="373320" cy="360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3BF403-5C4A-D939-8883-CB76C6508F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60216" y="835772"/>
                  <a:ext cx="390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9E692C-18A0-73A2-BA25-5FA5C750E181}"/>
                    </a:ext>
                  </a:extLst>
                </p14:cNvPr>
                <p14:cNvContentPartPr/>
                <p14:nvPr/>
              </p14:nvContentPartPr>
              <p14:xfrm>
                <a:off x="9262256" y="1079492"/>
                <a:ext cx="393480" cy="230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9E692C-18A0-73A2-BA25-5FA5C750E1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53616" y="1070852"/>
                  <a:ext cx="411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E15575-06AF-E969-EF19-6CF3FBBD20C5}"/>
                    </a:ext>
                  </a:extLst>
                </p14:cNvPr>
                <p14:cNvContentPartPr/>
                <p14:nvPr/>
              </p14:nvContentPartPr>
              <p14:xfrm>
                <a:off x="9692456" y="1114052"/>
                <a:ext cx="123120" cy="246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E15575-06AF-E969-EF19-6CF3FBBD20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83456" y="1105412"/>
                  <a:ext cx="140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577D72F-FA77-A689-30A1-AC231DD96AE2}"/>
                    </a:ext>
                  </a:extLst>
                </p14:cNvPr>
                <p14:cNvContentPartPr/>
                <p14:nvPr/>
              </p14:nvContentPartPr>
              <p14:xfrm>
                <a:off x="10004576" y="1177772"/>
                <a:ext cx="69840" cy="45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577D72F-FA77-A689-30A1-AC231DD96A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95936" y="1169132"/>
                  <a:ext cx="87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F9629D-7A4E-1349-7858-B498A7B1A03E}"/>
                    </a:ext>
                  </a:extLst>
                </p14:cNvPr>
                <p14:cNvContentPartPr/>
                <p14:nvPr/>
              </p14:nvContentPartPr>
              <p14:xfrm>
                <a:off x="10295456" y="1080572"/>
                <a:ext cx="672480" cy="318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F9629D-7A4E-1349-7858-B498A7B1A03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86456" y="1071572"/>
                  <a:ext cx="69012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08A8308-74A5-5358-D8C3-BE212641BF24}"/>
              </a:ext>
            </a:extLst>
          </p:cNvPr>
          <p:cNvGrpSpPr/>
          <p:nvPr/>
        </p:nvGrpSpPr>
        <p:grpSpPr>
          <a:xfrm>
            <a:off x="2075936" y="2303492"/>
            <a:ext cx="988560" cy="401400"/>
            <a:chOff x="2075936" y="2303492"/>
            <a:chExt cx="9885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17FFD97-EE80-4333-33C6-9E2EC56242D9}"/>
                    </a:ext>
                  </a:extLst>
                </p14:cNvPr>
                <p14:cNvContentPartPr/>
                <p14:nvPr/>
              </p14:nvContentPartPr>
              <p14:xfrm>
                <a:off x="2075936" y="2303492"/>
                <a:ext cx="145440" cy="307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17FFD97-EE80-4333-33C6-9E2EC56242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7296" y="2294492"/>
                  <a:ext cx="163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3461D46-F73E-4D7D-ABEC-9B3E145FC75D}"/>
                    </a:ext>
                  </a:extLst>
                </p14:cNvPr>
                <p14:cNvContentPartPr/>
                <p14:nvPr/>
              </p14:nvContentPartPr>
              <p14:xfrm>
                <a:off x="2229656" y="2411492"/>
                <a:ext cx="124560" cy="175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3461D46-F73E-4D7D-ABEC-9B3E145FC7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21016" y="2402492"/>
                  <a:ext cx="1422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04065AD-AF8B-6E17-8EEC-91F3CA70D0DB}"/>
                    </a:ext>
                  </a:extLst>
                </p14:cNvPr>
                <p14:cNvContentPartPr/>
                <p14:nvPr/>
              </p14:nvContentPartPr>
              <p14:xfrm>
                <a:off x="2410736" y="2550812"/>
                <a:ext cx="10440" cy="3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04065AD-AF8B-6E17-8EEC-91F3CA70D0D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01736" y="2541812"/>
                  <a:ext cx="28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9C52F94-07A4-CE8E-88A4-D1FBAEC3B19A}"/>
                    </a:ext>
                  </a:extLst>
                </p14:cNvPr>
                <p14:cNvContentPartPr/>
                <p14:nvPr/>
              </p14:nvContentPartPr>
              <p14:xfrm>
                <a:off x="2495696" y="2410772"/>
                <a:ext cx="568800" cy="29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9C52F94-07A4-CE8E-88A4-D1FBAEC3B1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6696" y="2402132"/>
                  <a:ext cx="58644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AE60971-8254-F900-013E-E75C5444A87A}"/>
              </a:ext>
            </a:extLst>
          </p:cNvPr>
          <p:cNvGrpSpPr/>
          <p:nvPr/>
        </p:nvGrpSpPr>
        <p:grpSpPr>
          <a:xfrm>
            <a:off x="5474696" y="2165612"/>
            <a:ext cx="1388520" cy="566280"/>
            <a:chOff x="5474696" y="2165612"/>
            <a:chExt cx="1388520" cy="56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B961107-092A-C386-8C56-F0B3CCB61C14}"/>
                    </a:ext>
                  </a:extLst>
                </p14:cNvPr>
                <p14:cNvContentPartPr/>
                <p14:nvPr/>
              </p14:nvContentPartPr>
              <p14:xfrm>
                <a:off x="5474696" y="2165612"/>
                <a:ext cx="307080" cy="531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B961107-092A-C386-8C56-F0B3CCB61C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65696" y="2156612"/>
                  <a:ext cx="32472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00787D-AA2D-7278-9C6F-F6E7E008CED2}"/>
                    </a:ext>
                  </a:extLst>
                </p14:cNvPr>
                <p14:cNvContentPartPr/>
                <p14:nvPr/>
              </p14:nvContentPartPr>
              <p14:xfrm>
                <a:off x="5795456" y="2311052"/>
                <a:ext cx="5760" cy="1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00787D-AA2D-7278-9C6F-F6E7E008CE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86456" y="2302412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4C6036-AF09-9C06-A713-C4225AF7115F}"/>
                    </a:ext>
                  </a:extLst>
                </p14:cNvPr>
                <p14:cNvContentPartPr/>
                <p14:nvPr/>
              </p14:nvContentPartPr>
              <p14:xfrm>
                <a:off x="5801936" y="2396012"/>
                <a:ext cx="200160" cy="162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4C6036-AF09-9C06-A713-C4225AF711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93296" y="2387012"/>
                  <a:ext cx="217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4003B9-61FE-7BB6-6469-613C7632EFAD}"/>
                    </a:ext>
                  </a:extLst>
                </p14:cNvPr>
                <p14:cNvContentPartPr/>
                <p14:nvPr/>
              </p14:nvContentPartPr>
              <p14:xfrm>
                <a:off x="6096776" y="2492852"/>
                <a:ext cx="180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4003B9-61FE-7BB6-6469-613C7632EFA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87776" y="2484212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234D1BF-8507-23EB-8E63-ECEE38B2E9AB}"/>
                    </a:ext>
                  </a:extLst>
                </p14:cNvPr>
                <p14:cNvContentPartPr/>
                <p14:nvPr/>
              </p14:nvContentPartPr>
              <p14:xfrm>
                <a:off x="6282896" y="2387372"/>
                <a:ext cx="580320" cy="344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234D1BF-8507-23EB-8E63-ECEE38B2E9A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73896" y="2378372"/>
                  <a:ext cx="59796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2AA3A15-DBA0-FA87-4CDB-BCA5CBE2B6C1}"/>
              </a:ext>
            </a:extLst>
          </p:cNvPr>
          <p:cNvGrpSpPr/>
          <p:nvPr/>
        </p:nvGrpSpPr>
        <p:grpSpPr>
          <a:xfrm>
            <a:off x="9105656" y="2243372"/>
            <a:ext cx="1725120" cy="378000"/>
            <a:chOff x="9105656" y="2243372"/>
            <a:chExt cx="172512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A348F6-F00E-EEA9-DED0-747191E9A2C6}"/>
                    </a:ext>
                  </a:extLst>
                </p14:cNvPr>
                <p14:cNvContentPartPr/>
                <p14:nvPr/>
              </p14:nvContentPartPr>
              <p14:xfrm>
                <a:off x="9105656" y="2244812"/>
                <a:ext cx="867600" cy="37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A348F6-F00E-EEA9-DED0-747191E9A2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96656" y="2236172"/>
                  <a:ext cx="8852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F69B82F-FC24-6BC8-E904-AD3F0C339369}"/>
                    </a:ext>
                  </a:extLst>
                </p14:cNvPr>
                <p14:cNvContentPartPr/>
                <p14:nvPr/>
              </p14:nvContentPartPr>
              <p14:xfrm>
                <a:off x="10018616" y="2390252"/>
                <a:ext cx="18360" cy="4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F69B82F-FC24-6BC8-E904-AD3F0C3393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09976" y="2381612"/>
                  <a:ext cx="36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CCD8F6-4D65-6D88-D12C-B113C4D4A4D6}"/>
                    </a:ext>
                  </a:extLst>
                </p14:cNvPr>
                <p14:cNvContentPartPr/>
                <p14:nvPr/>
              </p14:nvContentPartPr>
              <p14:xfrm>
                <a:off x="10138856" y="2243372"/>
                <a:ext cx="691920" cy="245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CCD8F6-4D65-6D88-D12C-B113C4D4A4D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30216" y="2234732"/>
                  <a:ext cx="7095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1F1BFD5-D838-5DFC-ABE6-0B689476E589}"/>
              </a:ext>
            </a:extLst>
          </p:cNvPr>
          <p:cNvGrpSpPr/>
          <p:nvPr/>
        </p:nvGrpSpPr>
        <p:grpSpPr>
          <a:xfrm>
            <a:off x="144176" y="2963012"/>
            <a:ext cx="9465120" cy="3688920"/>
            <a:chOff x="144176" y="2963012"/>
            <a:chExt cx="9465120" cy="36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C9F4BD4-A40C-5F4B-25FE-E6D49CE92204}"/>
                    </a:ext>
                  </a:extLst>
                </p14:cNvPr>
                <p14:cNvContentPartPr/>
                <p14:nvPr/>
              </p14:nvContentPartPr>
              <p14:xfrm>
                <a:off x="3982496" y="4370972"/>
                <a:ext cx="4556880" cy="1671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9F4BD4-A40C-5F4B-25FE-E6D49CE922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73496" y="4361972"/>
                  <a:ext cx="4574520" cy="16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E5596B-252D-EA7F-BABB-CD99AB50F3CA}"/>
                    </a:ext>
                  </a:extLst>
                </p14:cNvPr>
                <p14:cNvContentPartPr/>
                <p14:nvPr/>
              </p14:nvContentPartPr>
              <p14:xfrm>
                <a:off x="5705816" y="5018252"/>
                <a:ext cx="303840" cy="328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E5596B-252D-EA7F-BABB-CD99AB50F3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96816" y="5009612"/>
                  <a:ext cx="3214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66FE19-DE97-E76D-B1C3-720983B09A4A}"/>
                    </a:ext>
                  </a:extLst>
                </p14:cNvPr>
                <p14:cNvContentPartPr/>
                <p14:nvPr/>
              </p14:nvContentPartPr>
              <p14:xfrm>
                <a:off x="6056456" y="5013212"/>
                <a:ext cx="284760" cy="297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66FE19-DE97-E76D-B1C3-720983B09A4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47456" y="5004572"/>
                  <a:ext cx="3024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90DA74-8415-85E9-ACB6-C9753C33A846}"/>
                    </a:ext>
                  </a:extLst>
                </p14:cNvPr>
                <p14:cNvContentPartPr/>
                <p14:nvPr/>
              </p14:nvContentPartPr>
              <p14:xfrm>
                <a:off x="6407456" y="4984052"/>
                <a:ext cx="240120" cy="335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90DA74-8415-85E9-ACB6-C9753C33A8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98456" y="4975412"/>
                  <a:ext cx="257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2BF9B0-48A3-5A22-8DE9-FD7B2286F5B3}"/>
                    </a:ext>
                  </a:extLst>
                </p14:cNvPr>
                <p14:cNvContentPartPr/>
                <p14:nvPr/>
              </p14:nvContentPartPr>
              <p14:xfrm>
                <a:off x="5496296" y="5548172"/>
                <a:ext cx="978480" cy="123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2BF9B0-48A3-5A22-8DE9-FD7B2286F5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87296" y="5539172"/>
                  <a:ext cx="996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666914-56C3-282C-963F-5EBA42F4F24E}"/>
                    </a:ext>
                  </a:extLst>
                </p14:cNvPr>
                <p14:cNvContentPartPr/>
                <p14:nvPr/>
              </p14:nvContentPartPr>
              <p14:xfrm>
                <a:off x="5602496" y="5742932"/>
                <a:ext cx="727200" cy="51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666914-56C3-282C-963F-5EBA42F4F2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93856" y="5733932"/>
                  <a:ext cx="744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EAE22C-A5C8-9AFB-BD1C-0AEE623CB832}"/>
                    </a:ext>
                  </a:extLst>
                </p14:cNvPr>
                <p14:cNvContentPartPr/>
                <p14:nvPr/>
              </p14:nvContentPartPr>
              <p14:xfrm>
                <a:off x="5103896" y="4926452"/>
                <a:ext cx="127080" cy="369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EAE22C-A5C8-9AFB-BD1C-0AEE623CB83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94896" y="4917812"/>
                  <a:ext cx="1447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2A6896-7652-65BC-F635-AD1F8C766828}"/>
                    </a:ext>
                  </a:extLst>
                </p14:cNvPr>
                <p14:cNvContentPartPr/>
                <p14:nvPr/>
              </p14:nvContentPartPr>
              <p14:xfrm>
                <a:off x="5086256" y="5387252"/>
                <a:ext cx="32040" cy="20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2A6896-7652-65BC-F635-AD1F8C7668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77616" y="5378612"/>
                  <a:ext cx="49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FEC837-D945-96FA-37D8-3A4D3F8CC5BF}"/>
                    </a:ext>
                  </a:extLst>
                </p14:cNvPr>
                <p14:cNvContentPartPr/>
                <p14:nvPr/>
              </p14:nvContentPartPr>
              <p14:xfrm>
                <a:off x="4707176" y="4945172"/>
                <a:ext cx="180000" cy="349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FEC837-D945-96FA-37D8-3A4D3F8CC5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98176" y="4936532"/>
                  <a:ext cx="1976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B93E6F-5AF4-2558-B073-A0B5F3564363}"/>
                    </a:ext>
                  </a:extLst>
                </p14:cNvPr>
                <p14:cNvContentPartPr/>
                <p14:nvPr/>
              </p14:nvContentPartPr>
              <p14:xfrm>
                <a:off x="4746056" y="5387252"/>
                <a:ext cx="32040" cy="53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B93E6F-5AF4-2558-B073-A0B5F35643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37056" y="5378612"/>
                  <a:ext cx="49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C27A053-0A56-1393-2AC8-2F7FC91CA5CA}"/>
                    </a:ext>
                  </a:extLst>
                </p14:cNvPr>
                <p14:cNvContentPartPr/>
                <p14:nvPr/>
              </p14:nvContentPartPr>
              <p14:xfrm>
                <a:off x="4400816" y="4986212"/>
                <a:ext cx="107280" cy="323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C27A053-0A56-1393-2AC8-2F7FC91CA5C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92176" y="4977572"/>
                  <a:ext cx="1249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3A16F0-1B59-75C8-C256-7F960EB21171}"/>
                    </a:ext>
                  </a:extLst>
                </p14:cNvPr>
                <p14:cNvContentPartPr/>
                <p14:nvPr/>
              </p14:nvContentPartPr>
              <p14:xfrm>
                <a:off x="4420616" y="5453492"/>
                <a:ext cx="19440" cy="32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3A16F0-1B59-75C8-C256-7F960EB211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11616" y="5444492"/>
                  <a:ext cx="37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B2AF76-13FE-97B0-5854-E2489CCE5900}"/>
                    </a:ext>
                  </a:extLst>
                </p14:cNvPr>
                <p14:cNvContentPartPr/>
                <p14:nvPr/>
              </p14:nvContentPartPr>
              <p14:xfrm>
                <a:off x="382856" y="5218052"/>
                <a:ext cx="226080" cy="283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B2AF76-13FE-97B0-5854-E2489CCE59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3856" y="5209052"/>
                  <a:ext cx="243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E74932-5421-C455-3C85-4136037FE818}"/>
                    </a:ext>
                  </a:extLst>
                </p14:cNvPr>
                <p14:cNvContentPartPr/>
                <p14:nvPr/>
              </p14:nvContentPartPr>
              <p14:xfrm>
                <a:off x="664016" y="5227052"/>
                <a:ext cx="152280" cy="273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E74932-5421-C455-3C85-4136037FE8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5376" y="5218052"/>
                  <a:ext cx="169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9A36887-4606-4456-B36F-95525BB7713D}"/>
                    </a:ext>
                  </a:extLst>
                </p14:cNvPr>
                <p14:cNvContentPartPr/>
                <p14:nvPr/>
              </p14:nvContentPartPr>
              <p14:xfrm>
                <a:off x="634496" y="5192492"/>
                <a:ext cx="378000" cy="305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9A36887-4606-4456-B36F-95525BB771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5856" y="5183492"/>
                  <a:ext cx="3956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D72FB3-C379-9580-AB75-7451892E29A6}"/>
                    </a:ext>
                  </a:extLst>
                </p14:cNvPr>
                <p14:cNvContentPartPr/>
                <p14:nvPr/>
              </p14:nvContentPartPr>
              <p14:xfrm>
                <a:off x="144176" y="4947332"/>
                <a:ext cx="1173240" cy="961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D72FB3-C379-9580-AB75-7451892E29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5536" y="4938332"/>
                  <a:ext cx="11908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B999ADC-9943-2D30-5893-789CD71ADFDA}"/>
                    </a:ext>
                  </a:extLst>
                </p14:cNvPr>
                <p14:cNvContentPartPr/>
                <p14:nvPr/>
              </p14:nvContentPartPr>
              <p14:xfrm>
                <a:off x="481496" y="4585532"/>
                <a:ext cx="2820600" cy="2066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B999ADC-9943-2D30-5893-789CD71ADFD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2496" y="4576892"/>
                  <a:ext cx="2838240" cy="20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652BA9-EAF4-26C7-EB0E-B33433249FB6}"/>
                    </a:ext>
                  </a:extLst>
                </p14:cNvPr>
                <p14:cNvContentPartPr/>
                <p14:nvPr/>
              </p14:nvContentPartPr>
              <p14:xfrm>
                <a:off x="320576" y="4135172"/>
                <a:ext cx="1463760" cy="1199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652BA9-EAF4-26C7-EB0E-B33433249F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1936" y="4126172"/>
                  <a:ext cx="148140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F16B7D4-3261-E737-0508-F256C823958B}"/>
                    </a:ext>
                  </a:extLst>
                </p14:cNvPr>
                <p14:cNvContentPartPr/>
                <p14:nvPr/>
              </p14:nvContentPartPr>
              <p14:xfrm>
                <a:off x="986216" y="3864452"/>
                <a:ext cx="326160" cy="4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F16B7D4-3261-E737-0508-F256C82395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7576" y="3855452"/>
                  <a:ext cx="343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0A79E25-13EC-1B81-42CF-EE7A58CD71F8}"/>
                    </a:ext>
                  </a:extLst>
                </p14:cNvPr>
                <p14:cNvContentPartPr/>
                <p14:nvPr/>
              </p14:nvContentPartPr>
              <p14:xfrm>
                <a:off x="1078736" y="3841412"/>
                <a:ext cx="38880" cy="231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0A79E25-13EC-1B81-42CF-EE7A58CD71F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0096" y="3832772"/>
                  <a:ext cx="56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05441AF-27D4-0E6C-E878-6F92261397AD}"/>
                    </a:ext>
                  </a:extLst>
                </p14:cNvPr>
                <p14:cNvContentPartPr/>
                <p14:nvPr/>
              </p14:nvContentPartPr>
              <p14:xfrm>
                <a:off x="1243616" y="3909812"/>
                <a:ext cx="83880" cy="160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05441AF-27D4-0E6C-E878-6F92261397A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34616" y="3900812"/>
                  <a:ext cx="101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05DE72-AA38-541B-C2E9-BE4CA49B954B}"/>
                    </a:ext>
                  </a:extLst>
                </p14:cNvPr>
                <p14:cNvContentPartPr/>
                <p14:nvPr/>
              </p14:nvContentPartPr>
              <p14:xfrm>
                <a:off x="1407056" y="3880652"/>
                <a:ext cx="174600" cy="198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05DE72-AA38-541B-C2E9-BE4CA49B95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98056" y="3871652"/>
                  <a:ext cx="192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B3BD641-FD4A-7986-6FA8-D0CD835E9B1D}"/>
                    </a:ext>
                  </a:extLst>
                </p14:cNvPr>
                <p14:cNvContentPartPr/>
                <p14:nvPr/>
              </p14:nvContentPartPr>
              <p14:xfrm>
                <a:off x="1282496" y="3500132"/>
                <a:ext cx="229320" cy="249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B3BD641-FD4A-7986-6FA8-D0CD835E9B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73856" y="3491132"/>
                  <a:ext cx="246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78EF4D-8EB5-3779-797C-D7F1DB2B9EAE}"/>
                    </a:ext>
                  </a:extLst>
                </p14:cNvPr>
                <p14:cNvContentPartPr/>
                <p14:nvPr/>
              </p14:nvContentPartPr>
              <p14:xfrm>
                <a:off x="3466616" y="4827452"/>
                <a:ext cx="421200" cy="210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78EF4D-8EB5-3779-797C-D7F1DB2B9E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57976" y="4818812"/>
                  <a:ext cx="438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A264A8-74F5-2954-02DF-3EFD12F6964F}"/>
                    </a:ext>
                  </a:extLst>
                </p14:cNvPr>
                <p14:cNvContentPartPr/>
                <p14:nvPr/>
              </p14:nvContentPartPr>
              <p14:xfrm>
                <a:off x="3887456" y="4798292"/>
                <a:ext cx="10800" cy="37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A264A8-74F5-2954-02DF-3EFD12F6964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78816" y="4789292"/>
                  <a:ext cx="28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76FD0B-76D1-0A25-5610-6191B8C68F39}"/>
                    </a:ext>
                  </a:extLst>
                </p14:cNvPr>
                <p14:cNvContentPartPr/>
                <p14:nvPr/>
              </p14:nvContentPartPr>
              <p14:xfrm>
                <a:off x="3919856" y="4793612"/>
                <a:ext cx="142920" cy="290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76FD0B-76D1-0A25-5610-6191B8C68F3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10856" y="4784972"/>
                  <a:ext cx="1605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4B6572C-57E6-7254-EFFF-F0873C51F94F}"/>
                    </a:ext>
                  </a:extLst>
                </p14:cNvPr>
                <p14:cNvContentPartPr/>
                <p14:nvPr/>
              </p14:nvContentPartPr>
              <p14:xfrm>
                <a:off x="3585056" y="4358732"/>
                <a:ext cx="420480" cy="304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4B6572C-57E6-7254-EFFF-F0873C51F94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76416" y="4349732"/>
                  <a:ext cx="4381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A3CAB97-E9CD-823B-B740-FC561B1299B7}"/>
                    </a:ext>
                  </a:extLst>
                </p14:cNvPr>
                <p14:cNvContentPartPr/>
                <p14:nvPr/>
              </p14:nvContentPartPr>
              <p14:xfrm>
                <a:off x="2348816" y="6271052"/>
                <a:ext cx="64440" cy="246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A3CAB97-E9CD-823B-B740-FC561B1299B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39816" y="6262052"/>
                  <a:ext cx="82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63A8FE9-8FE0-D6DC-29C7-ACC9D154467F}"/>
                    </a:ext>
                  </a:extLst>
                </p14:cNvPr>
                <p14:cNvContentPartPr/>
                <p14:nvPr/>
              </p14:nvContentPartPr>
              <p14:xfrm>
                <a:off x="2301296" y="6273932"/>
                <a:ext cx="201960" cy="272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63A8FE9-8FE0-D6DC-29C7-ACC9D154467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92656" y="6264932"/>
                  <a:ext cx="2196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FB44C26-DB9F-DDB3-554F-E244D0AA3234}"/>
                    </a:ext>
                  </a:extLst>
                </p14:cNvPr>
                <p14:cNvContentPartPr/>
                <p14:nvPr/>
              </p14:nvContentPartPr>
              <p14:xfrm>
                <a:off x="2555456" y="6390212"/>
                <a:ext cx="188280" cy="174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FB44C26-DB9F-DDB3-554F-E244D0AA323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46456" y="6381212"/>
                  <a:ext cx="205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46E0DF-243E-0C38-5E9B-212A8BBED6F4}"/>
                    </a:ext>
                  </a:extLst>
                </p14:cNvPr>
                <p14:cNvContentPartPr/>
                <p14:nvPr/>
              </p14:nvContentPartPr>
              <p14:xfrm>
                <a:off x="2689016" y="6419012"/>
                <a:ext cx="319680" cy="198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46E0DF-243E-0C38-5E9B-212A8BBED6F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80376" y="6410012"/>
                  <a:ext cx="337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D5EFB4C-12C6-47EB-9EED-A941EC9479A4}"/>
                    </a:ext>
                  </a:extLst>
                </p14:cNvPr>
                <p14:cNvContentPartPr/>
                <p14:nvPr/>
              </p14:nvContentPartPr>
              <p14:xfrm>
                <a:off x="2802056" y="6076652"/>
                <a:ext cx="252720" cy="149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D5EFB4C-12C6-47EB-9EED-A941EC9479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93056" y="6068012"/>
                  <a:ext cx="270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7D5D76F-1918-7105-7457-8073E781F3DF}"/>
                    </a:ext>
                  </a:extLst>
                </p14:cNvPr>
                <p14:cNvContentPartPr/>
                <p14:nvPr/>
              </p14:nvContentPartPr>
              <p14:xfrm>
                <a:off x="3387776" y="3270092"/>
                <a:ext cx="304920" cy="303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7D5D76F-1918-7105-7457-8073E781F3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79136" y="3261092"/>
                  <a:ext cx="322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6760C6-E169-B2DD-8329-6E2A71A8B321}"/>
                    </a:ext>
                  </a:extLst>
                </p14:cNvPr>
                <p14:cNvContentPartPr/>
                <p14:nvPr/>
              </p14:nvContentPartPr>
              <p14:xfrm>
                <a:off x="3807896" y="3249932"/>
                <a:ext cx="204120" cy="308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6760C6-E169-B2DD-8329-6E2A71A8B32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98896" y="3240932"/>
                  <a:ext cx="2217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A8E5BA5-C98D-CDF3-1324-15125114808D}"/>
                    </a:ext>
                  </a:extLst>
                </p14:cNvPr>
                <p14:cNvContentPartPr/>
                <p14:nvPr/>
              </p14:nvContentPartPr>
              <p14:xfrm>
                <a:off x="3049016" y="2981012"/>
                <a:ext cx="1488240" cy="910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A8E5BA5-C98D-CDF3-1324-1512511480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40016" y="2972372"/>
                  <a:ext cx="1505880" cy="9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7D80417-5B44-F17A-DC89-380B06612FD5}"/>
                    </a:ext>
                  </a:extLst>
                </p14:cNvPr>
                <p14:cNvContentPartPr/>
                <p14:nvPr/>
              </p14:nvContentPartPr>
              <p14:xfrm>
                <a:off x="3634736" y="3696332"/>
                <a:ext cx="202680" cy="7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7D80417-5B44-F17A-DC89-380B06612F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26096" y="3687692"/>
                  <a:ext cx="220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BB0E8CC-C7C1-DCFA-1EC0-CB3780FC8DBF}"/>
                    </a:ext>
                  </a:extLst>
                </p14:cNvPr>
                <p14:cNvContentPartPr/>
                <p14:nvPr/>
              </p14:nvContentPartPr>
              <p14:xfrm>
                <a:off x="3700616" y="3775892"/>
                <a:ext cx="254520" cy="72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BB0E8CC-C7C1-DCFA-1EC0-CB3780FC8D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91616" y="3766892"/>
                  <a:ext cx="272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C40498-34B3-AE79-0B60-6378AE08353A}"/>
                    </a:ext>
                  </a:extLst>
                </p14:cNvPr>
                <p14:cNvContentPartPr/>
                <p14:nvPr/>
              </p14:nvContentPartPr>
              <p14:xfrm>
                <a:off x="842936" y="4794332"/>
                <a:ext cx="149400" cy="310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C40498-34B3-AE79-0B60-6378AE08353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4296" y="4785332"/>
                  <a:ext cx="167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0F84FA6-2891-F29E-68B6-FB134507DE1A}"/>
                    </a:ext>
                  </a:extLst>
                </p14:cNvPr>
                <p14:cNvContentPartPr/>
                <p14:nvPr/>
              </p14:nvContentPartPr>
              <p14:xfrm>
                <a:off x="802616" y="5039132"/>
                <a:ext cx="172800" cy="95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0F84FA6-2891-F29E-68B6-FB134507DE1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3616" y="5030132"/>
                  <a:ext cx="190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C984B39-FB1C-91B8-3F70-7C14EEBE3475}"/>
                    </a:ext>
                  </a:extLst>
                </p14:cNvPr>
                <p14:cNvContentPartPr/>
                <p14:nvPr/>
              </p14:nvContentPartPr>
              <p14:xfrm>
                <a:off x="1188896" y="5375012"/>
                <a:ext cx="462240" cy="25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C984B39-FB1C-91B8-3F70-7C14EEBE347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80256" y="5366372"/>
                  <a:ext cx="479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0365A8E-EC89-D29C-83FA-9F2C82949270}"/>
                    </a:ext>
                  </a:extLst>
                </p14:cNvPr>
                <p14:cNvContentPartPr/>
                <p14:nvPr/>
              </p14:nvContentPartPr>
              <p14:xfrm>
                <a:off x="1152536" y="5311292"/>
                <a:ext cx="126000" cy="139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0365A8E-EC89-D29C-83FA-9F2C829492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3896" y="5302292"/>
                  <a:ext cx="1436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E3BF6A7-9AB0-5549-233F-7EE0C4AEA886}"/>
                    </a:ext>
                  </a:extLst>
                </p14:cNvPr>
                <p14:cNvContentPartPr/>
                <p14:nvPr/>
              </p14:nvContentPartPr>
              <p14:xfrm>
                <a:off x="714776" y="5615492"/>
                <a:ext cx="127440" cy="116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E3BF6A7-9AB0-5549-233F-7EE0C4AEA88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6136" y="5606852"/>
                  <a:ext cx="145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804DEF-5CAA-E82B-EF91-505CA7483BAA}"/>
                    </a:ext>
                  </a:extLst>
                </p14:cNvPr>
                <p14:cNvContentPartPr/>
                <p14:nvPr/>
              </p14:nvContentPartPr>
              <p14:xfrm>
                <a:off x="786416" y="5657252"/>
                <a:ext cx="199800" cy="204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804DEF-5CAA-E82B-EF91-505CA7483BA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7416" y="5648612"/>
                  <a:ext cx="217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A8BE24-E5C9-D729-29B6-EF9419828D22}"/>
                    </a:ext>
                  </a:extLst>
                </p14:cNvPr>
                <p14:cNvContentPartPr/>
                <p14:nvPr/>
              </p14:nvContentPartPr>
              <p14:xfrm>
                <a:off x="1032656" y="4367732"/>
                <a:ext cx="139320" cy="172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A8BE24-E5C9-D729-29B6-EF9419828D2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4016" y="4359092"/>
                  <a:ext cx="156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FCDFB4-616D-4194-D21A-D0FC862CA36A}"/>
                    </a:ext>
                  </a:extLst>
                </p14:cNvPr>
                <p14:cNvContentPartPr/>
                <p14:nvPr/>
              </p14:nvContentPartPr>
              <p14:xfrm>
                <a:off x="1240376" y="4391852"/>
                <a:ext cx="66600" cy="167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FCDFB4-616D-4194-D21A-D0FC862CA3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31376" y="4382852"/>
                  <a:ext cx="84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862E3E3-37EF-DDDC-F66E-BF7DE606FD90}"/>
                    </a:ext>
                  </a:extLst>
                </p14:cNvPr>
                <p14:cNvContentPartPr/>
                <p14:nvPr/>
              </p14:nvContentPartPr>
              <p14:xfrm>
                <a:off x="2571656" y="5137052"/>
                <a:ext cx="128520" cy="154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862E3E3-37EF-DDDC-F66E-BF7DE606FD9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63016" y="5128052"/>
                  <a:ext cx="146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4F0E438-3058-1010-CE11-953EC049A2A8}"/>
                    </a:ext>
                  </a:extLst>
                </p14:cNvPr>
                <p14:cNvContentPartPr/>
                <p14:nvPr/>
              </p14:nvContentPartPr>
              <p14:xfrm>
                <a:off x="2781536" y="5145332"/>
                <a:ext cx="72000" cy="181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4F0E438-3058-1010-CE11-953EC049A2A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72536" y="5136692"/>
                  <a:ext cx="89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4518EDB-52E4-6E11-056F-EA452AE52A32}"/>
                    </a:ext>
                  </a:extLst>
                </p14:cNvPr>
                <p14:cNvContentPartPr/>
                <p14:nvPr/>
              </p14:nvContentPartPr>
              <p14:xfrm>
                <a:off x="1394456" y="6167732"/>
                <a:ext cx="173160" cy="137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4518EDB-52E4-6E11-056F-EA452AE52A3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385456" y="6158732"/>
                  <a:ext cx="190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A4A3052-3209-B54F-2DCC-0CDBFE67D078}"/>
                    </a:ext>
                  </a:extLst>
                </p14:cNvPr>
                <p14:cNvContentPartPr/>
                <p14:nvPr/>
              </p14:nvContentPartPr>
              <p14:xfrm>
                <a:off x="1670576" y="6139292"/>
                <a:ext cx="108720" cy="144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A4A3052-3209-B54F-2DCC-0CDBFE67D0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61576" y="6130652"/>
                  <a:ext cx="126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C6B7E07-B4D3-252B-7B76-EB6FB50A4B85}"/>
                    </a:ext>
                  </a:extLst>
                </p14:cNvPr>
                <p14:cNvContentPartPr/>
                <p14:nvPr/>
              </p14:nvContentPartPr>
              <p14:xfrm>
                <a:off x="6093176" y="3602012"/>
                <a:ext cx="251640" cy="260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C6B7E07-B4D3-252B-7B76-EB6FB50A4B8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84536" y="3593012"/>
                  <a:ext cx="2692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CC361A-AAB1-02AD-130F-81B015112882}"/>
                    </a:ext>
                  </a:extLst>
                </p14:cNvPr>
                <p14:cNvContentPartPr/>
                <p14:nvPr/>
              </p14:nvContentPartPr>
              <p14:xfrm>
                <a:off x="6428696" y="3641612"/>
                <a:ext cx="367200" cy="179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CC361A-AAB1-02AD-130F-81B01511288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19696" y="3632972"/>
                  <a:ext cx="384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5E1C22A-A265-C2D0-1057-E9C8A1359D83}"/>
                    </a:ext>
                  </a:extLst>
                </p14:cNvPr>
                <p14:cNvContentPartPr/>
                <p14:nvPr/>
              </p14:nvContentPartPr>
              <p14:xfrm>
                <a:off x="6874376" y="3707852"/>
                <a:ext cx="33120" cy="35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5E1C22A-A265-C2D0-1057-E9C8A1359D8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65376" y="3698852"/>
                  <a:ext cx="50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182FF20-998B-2228-5F38-531F1601369D}"/>
                    </a:ext>
                  </a:extLst>
                </p14:cNvPr>
                <p14:cNvContentPartPr/>
                <p14:nvPr/>
              </p14:nvContentPartPr>
              <p14:xfrm>
                <a:off x="6994256" y="3628652"/>
                <a:ext cx="143640" cy="173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182FF20-998B-2228-5F38-531F160136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85616" y="3620012"/>
                  <a:ext cx="161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5584A9D-3AD1-D8A2-50FA-2BD726473C8A}"/>
                    </a:ext>
                  </a:extLst>
                </p14:cNvPr>
                <p14:cNvContentPartPr/>
                <p14:nvPr/>
              </p14:nvContentPartPr>
              <p14:xfrm>
                <a:off x="7204136" y="3654572"/>
                <a:ext cx="361800" cy="106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5584A9D-3AD1-D8A2-50FA-2BD726473C8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95136" y="3645572"/>
                  <a:ext cx="379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40B31D1-5A07-CBFF-1F9F-B42A1EB2347D}"/>
                    </a:ext>
                  </a:extLst>
                </p14:cNvPr>
                <p14:cNvContentPartPr/>
                <p14:nvPr/>
              </p14:nvContentPartPr>
              <p14:xfrm>
                <a:off x="7623896" y="3610652"/>
                <a:ext cx="108720" cy="276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40B31D1-5A07-CBFF-1F9F-B42A1EB2347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15256" y="3601652"/>
                  <a:ext cx="126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58C88B6-81AE-F772-30A9-CEA93891582E}"/>
                    </a:ext>
                  </a:extLst>
                </p14:cNvPr>
                <p14:cNvContentPartPr/>
                <p14:nvPr/>
              </p14:nvContentPartPr>
              <p14:xfrm>
                <a:off x="7841336" y="3749252"/>
                <a:ext cx="360" cy="1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58C88B6-81AE-F772-30A9-CEA93891582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32336" y="3740612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7EF089F-1F25-00BE-733F-F2F9E88556EB}"/>
                    </a:ext>
                  </a:extLst>
                </p14:cNvPr>
                <p14:cNvContentPartPr/>
                <p14:nvPr/>
              </p14:nvContentPartPr>
              <p14:xfrm>
                <a:off x="7992896" y="3522092"/>
                <a:ext cx="14400" cy="265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7EF089F-1F25-00BE-733F-F2F9E88556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83896" y="3513092"/>
                  <a:ext cx="320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A13AC4-73DE-B1C6-A73A-628C5B1812AF}"/>
                    </a:ext>
                  </a:extLst>
                </p14:cNvPr>
                <p14:cNvContentPartPr/>
                <p14:nvPr/>
              </p14:nvContentPartPr>
              <p14:xfrm>
                <a:off x="7942496" y="3620012"/>
                <a:ext cx="224640" cy="132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A13AC4-73DE-B1C6-A73A-628C5B1812A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33856" y="3611372"/>
                  <a:ext cx="242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F148FF6-A7D8-B52C-42D4-1D5B4DAB4C5B}"/>
                    </a:ext>
                  </a:extLst>
                </p14:cNvPr>
                <p14:cNvContentPartPr/>
                <p14:nvPr/>
              </p14:nvContentPartPr>
              <p14:xfrm>
                <a:off x="8295296" y="3612452"/>
                <a:ext cx="140400" cy="128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F148FF6-A7D8-B52C-42D4-1D5B4DAB4C5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86656" y="3603452"/>
                  <a:ext cx="158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B92C92-1552-CD0D-E692-6AD7A3D8B375}"/>
                    </a:ext>
                  </a:extLst>
                </p14:cNvPr>
                <p14:cNvContentPartPr/>
                <p14:nvPr/>
              </p14:nvContentPartPr>
              <p14:xfrm>
                <a:off x="8486096" y="3652052"/>
                <a:ext cx="175320" cy="71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B92C92-1552-CD0D-E692-6AD7A3D8B37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77456" y="3643052"/>
                  <a:ext cx="192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D30A29E-0CE8-19BD-FF20-11E852B76F0C}"/>
                    </a:ext>
                  </a:extLst>
                </p14:cNvPr>
                <p14:cNvContentPartPr/>
                <p14:nvPr/>
              </p14:nvContentPartPr>
              <p14:xfrm>
                <a:off x="8750336" y="3701012"/>
                <a:ext cx="6120" cy="2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D30A29E-0CE8-19BD-FF20-11E852B76F0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41336" y="3692012"/>
                  <a:ext cx="23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78877A-C318-5CED-386C-0E620923D344}"/>
                    </a:ext>
                  </a:extLst>
                </p14:cNvPr>
                <p14:cNvContentPartPr/>
                <p14:nvPr/>
              </p14:nvContentPartPr>
              <p14:xfrm>
                <a:off x="8920616" y="3564212"/>
                <a:ext cx="160560" cy="37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78877A-C318-5CED-386C-0E620923D34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11616" y="3555212"/>
                  <a:ext cx="1782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B230FC6-B185-F6AB-4267-0F41B16B7C6F}"/>
                    </a:ext>
                  </a:extLst>
                </p14:cNvPr>
                <p14:cNvContentPartPr/>
                <p14:nvPr/>
              </p14:nvContentPartPr>
              <p14:xfrm>
                <a:off x="9117536" y="3605972"/>
                <a:ext cx="458640" cy="307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B230FC6-B185-F6AB-4267-0F41B16B7C6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08896" y="3596972"/>
                  <a:ext cx="476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5A3A6DE-141E-69AD-1B75-1F11A7994240}"/>
                    </a:ext>
                  </a:extLst>
                </p14:cNvPr>
                <p14:cNvContentPartPr/>
                <p14:nvPr/>
              </p14:nvContentPartPr>
              <p14:xfrm>
                <a:off x="9531896" y="3364412"/>
                <a:ext cx="77400" cy="128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5A3A6DE-141E-69AD-1B75-1F11A799424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23256" y="3355772"/>
                  <a:ext cx="95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4257099-A647-87BB-F6C1-1F6477B5AB37}"/>
                    </a:ext>
                  </a:extLst>
                </p14:cNvPr>
                <p14:cNvContentPartPr/>
                <p14:nvPr/>
              </p14:nvContentPartPr>
              <p14:xfrm>
                <a:off x="5902016" y="3190172"/>
                <a:ext cx="576000" cy="140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4257099-A647-87BB-F6C1-1F6477B5AB3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93016" y="3181172"/>
                  <a:ext cx="593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98AC884-3266-89E9-CBB1-CDC4904DB3C8}"/>
                    </a:ext>
                  </a:extLst>
                </p14:cNvPr>
                <p14:cNvContentPartPr/>
                <p14:nvPr/>
              </p14:nvContentPartPr>
              <p14:xfrm>
                <a:off x="6630656" y="3243092"/>
                <a:ext cx="1440" cy="2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98AC884-3266-89E9-CBB1-CDC4904DB3C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22016" y="3234092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3FD32B1-B5BD-3750-D4AE-75DF499E157D}"/>
                    </a:ext>
                  </a:extLst>
                </p14:cNvPr>
                <p14:cNvContentPartPr/>
                <p14:nvPr/>
              </p14:nvContentPartPr>
              <p14:xfrm>
                <a:off x="6778256" y="3049412"/>
                <a:ext cx="91440" cy="268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3FD32B1-B5BD-3750-D4AE-75DF499E157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69256" y="3040412"/>
                  <a:ext cx="109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921CAA3-0777-6D2A-7A85-4C70A3D3A31A}"/>
                    </a:ext>
                  </a:extLst>
                </p14:cNvPr>
                <p14:cNvContentPartPr/>
                <p14:nvPr/>
              </p14:nvContentPartPr>
              <p14:xfrm>
                <a:off x="6901016" y="3185132"/>
                <a:ext cx="90000" cy="112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921CAA3-0777-6D2A-7A85-4C70A3D3A31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892376" y="3176132"/>
                  <a:ext cx="107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94DF2E4-0CAA-06FF-D37A-3A7A442CC293}"/>
                    </a:ext>
                  </a:extLst>
                </p14:cNvPr>
                <p14:cNvContentPartPr/>
                <p14:nvPr/>
              </p14:nvContentPartPr>
              <p14:xfrm>
                <a:off x="7041416" y="3162452"/>
                <a:ext cx="119520" cy="159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94DF2E4-0CAA-06FF-D37A-3A7A442CC29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032776" y="3153812"/>
                  <a:ext cx="137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95A6AB4-D6F1-366F-EB8F-977CDA987B26}"/>
                    </a:ext>
                  </a:extLst>
                </p14:cNvPr>
                <p14:cNvContentPartPr/>
                <p14:nvPr/>
              </p14:nvContentPartPr>
              <p14:xfrm>
                <a:off x="7229696" y="3223292"/>
                <a:ext cx="21960" cy="7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95A6AB4-D6F1-366F-EB8F-977CDA987B2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20696" y="3214292"/>
                  <a:ext cx="39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9B03C0A-58BE-7BA5-5B9D-C17CE00E483E}"/>
                    </a:ext>
                  </a:extLst>
                </p14:cNvPr>
                <p14:cNvContentPartPr/>
                <p14:nvPr/>
              </p14:nvContentPartPr>
              <p14:xfrm>
                <a:off x="7322576" y="2963012"/>
                <a:ext cx="281160" cy="518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9B03C0A-58BE-7BA5-5B9D-C17CE00E483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313576" y="2954372"/>
                  <a:ext cx="29880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8BC014F-10CF-A933-56C6-02CD373F64C1}"/>
                    </a:ext>
                  </a:extLst>
                </p14:cNvPr>
                <p14:cNvContentPartPr/>
                <p14:nvPr/>
              </p14:nvContentPartPr>
              <p14:xfrm>
                <a:off x="7624256" y="3131852"/>
                <a:ext cx="41760" cy="111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8BC014F-10CF-A933-56C6-02CD373F64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615256" y="3122852"/>
                  <a:ext cx="59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666FE76-FD16-09F1-72F5-D87F47C1D951}"/>
                    </a:ext>
                  </a:extLst>
                </p14:cNvPr>
                <p14:cNvContentPartPr/>
                <p14:nvPr/>
              </p14:nvContentPartPr>
              <p14:xfrm>
                <a:off x="7657016" y="3212132"/>
                <a:ext cx="163080" cy="85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666FE76-FD16-09F1-72F5-D87F47C1D95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48376" y="3203132"/>
                  <a:ext cx="180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4BE736A-0CF6-5181-3064-8C3830E70DE1}"/>
                    </a:ext>
                  </a:extLst>
                </p14:cNvPr>
                <p14:cNvContentPartPr/>
                <p14:nvPr/>
              </p14:nvContentPartPr>
              <p14:xfrm>
                <a:off x="7906856" y="3257492"/>
                <a:ext cx="28800" cy="18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4BE736A-0CF6-5181-3064-8C3830E70DE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98216" y="3248852"/>
                  <a:ext cx="46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B613992-2ABF-2F71-2AC6-BE75AE834D75}"/>
                    </a:ext>
                  </a:extLst>
                </p14:cNvPr>
                <p14:cNvContentPartPr/>
                <p14:nvPr/>
              </p14:nvContentPartPr>
              <p14:xfrm>
                <a:off x="8007296" y="3077132"/>
                <a:ext cx="153000" cy="195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B613992-2ABF-2F71-2AC6-BE75AE834D7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998296" y="3068132"/>
                  <a:ext cx="170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7EE9B99-52E4-85C2-6282-2CDD43107D80}"/>
                    </a:ext>
                  </a:extLst>
                </p14:cNvPr>
                <p14:cNvContentPartPr/>
                <p14:nvPr/>
              </p14:nvContentPartPr>
              <p14:xfrm>
                <a:off x="8196296" y="3069212"/>
                <a:ext cx="117360" cy="219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7EE9B99-52E4-85C2-6282-2CDD43107D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87656" y="3060572"/>
                  <a:ext cx="135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2F306F6-2D9B-669B-26F1-B66C11FBFC5D}"/>
                    </a:ext>
                  </a:extLst>
                </p14:cNvPr>
                <p14:cNvContentPartPr/>
                <p14:nvPr/>
              </p14:nvContentPartPr>
              <p14:xfrm>
                <a:off x="6658376" y="3474572"/>
                <a:ext cx="495000" cy="25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2F306F6-2D9B-669B-26F1-B66C11FBFC5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49376" y="3465932"/>
                  <a:ext cx="512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7294BC7-933B-9DD4-AB42-3507FEC092AB}"/>
                    </a:ext>
                  </a:extLst>
                </p14:cNvPr>
                <p14:cNvContentPartPr/>
                <p14:nvPr/>
              </p14:nvContentPartPr>
              <p14:xfrm>
                <a:off x="6619136" y="4110692"/>
                <a:ext cx="484560" cy="173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7294BC7-933B-9DD4-AB42-3507FEC092A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10136" y="4101692"/>
                  <a:ext cx="502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0456650-B94F-2E2C-F9B8-DAEE5AC31D66}"/>
                    </a:ext>
                  </a:extLst>
                </p14:cNvPr>
                <p14:cNvContentPartPr/>
                <p14:nvPr/>
              </p14:nvContentPartPr>
              <p14:xfrm>
                <a:off x="7236176" y="4203212"/>
                <a:ext cx="360" cy="4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0456650-B94F-2E2C-F9B8-DAEE5AC31D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27176" y="4194572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5C9A655-F097-62CB-3448-39056E0B407C}"/>
                    </a:ext>
                  </a:extLst>
                </p14:cNvPr>
                <p14:cNvContentPartPr/>
                <p14:nvPr/>
              </p14:nvContentPartPr>
              <p14:xfrm>
                <a:off x="7303496" y="4125452"/>
                <a:ext cx="138960" cy="127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5C9A655-F097-62CB-3448-39056E0B40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94496" y="4116452"/>
                  <a:ext cx="156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9DEC6AD-8DCE-E11A-C5D5-DD4DA25B1B93}"/>
                    </a:ext>
                  </a:extLst>
                </p14:cNvPr>
                <p14:cNvContentPartPr/>
                <p14:nvPr/>
              </p14:nvContentPartPr>
              <p14:xfrm>
                <a:off x="7479536" y="4173692"/>
                <a:ext cx="268200" cy="97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9DEC6AD-8DCE-E11A-C5D5-DD4DA25B1B9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70896" y="4164692"/>
                  <a:ext cx="285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EDF8848-7F05-E944-248B-3D3541A5224B}"/>
                    </a:ext>
                  </a:extLst>
                </p14:cNvPr>
                <p14:cNvContentPartPr/>
                <p14:nvPr/>
              </p14:nvContentPartPr>
              <p14:xfrm>
                <a:off x="7814696" y="4229852"/>
                <a:ext cx="24840" cy="6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EDF8848-7F05-E944-248B-3D3541A522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806056" y="4220852"/>
                  <a:ext cx="42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67AF8D8-B328-93DD-18C4-34CE9C758889}"/>
                    </a:ext>
                  </a:extLst>
                </p14:cNvPr>
                <p14:cNvContentPartPr/>
                <p14:nvPr/>
              </p14:nvContentPartPr>
              <p14:xfrm>
                <a:off x="7987136" y="4073252"/>
                <a:ext cx="123840" cy="360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67AF8D8-B328-93DD-18C4-34CE9C7588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78496" y="4064252"/>
                  <a:ext cx="1414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EB4561B-69EB-58C2-9692-F20556AA498C}"/>
                    </a:ext>
                  </a:extLst>
                </p14:cNvPr>
                <p14:cNvContentPartPr/>
                <p14:nvPr/>
              </p14:nvContentPartPr>
              <p14:xfrm>
                <a:off x="7887056" y="4223372"/>
                <a:ext cx="253080" cy="98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EB4561B-69EB-58C2-9692-F20556AA498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878416" y="4214732"/>
                  <a:ext cx="270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D4F5237-36E0-B9EC-6D60-246185DDA367}"/>
                    </a:ext>
                  </a:extLst>
                </p14:cNvPr>
                <p14:cNvContentPartPr/>
                <p14:nvPr/>
              </p14:nvContentPartPr>
              <p14:xfrm>
                <a:off x="8195936" y="4150652"/>
                <a:ext cx="20520" cy="8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D4F5237-36E0-B9EC-6D60-246185DDA36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87296" y="4142012"/>
                  <a:ext cx="38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9D47E99-5B9E-6D74-18A7-9AACA6BF5F33}"/>
                    </a:ext>
                  </a:extLst>
                </p14:cNvPr>
                <p14:cNvContentPartPr/>
                <p14:nvPr/>
              </p14:nvContentPartPr>
              <p14:xfrm>
                <a:off x="8246696" y="4210052"/>
                <a:ext cx="143640" cy="57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9D47E99-5B9E-6D74-18A7-9AACA6BF5F3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38056" y="4201052"/>
                  <a:ext cx="161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D64F05B-951F-CF8B-6A5D-BF031D43BFFD}"/>
                    </a:ext>
                  </a:extLst>
                </p14:cNvPr>
                <p14:cNvContentPartPr/>
                <p14:nvPr/>
              </p14:nvContentPartPr>
              <p14:xfrm>
                <a:off x="8525336" y="4216532"/>
                <a:ext cx="4320" cy="4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D64F05B-951F-CF8B-6A5D-BF031D43BFF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516336" y="4207892"/>
                  <a:ext cx="21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0491E8B-3814-AE89-F5B4-9AE6E9E131F2}"/>
                    </a:ext>
                  </a:extLst>
                </p14:cNvPr>
                <p14:cNvContentPartPr/>
                <p14:nvPr/>
              </p14:nvContentPartPr>
              <p14:xfrm>
                <a:off x="8668976" y="4171172"/>
                <a:ext cx="165960" cy="1159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0491E8B-3814-AE89-F5B4-9AE6E9E131F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59976" y="4162172"/>
                  <a:ext cx="183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A4F7175-35C8-11C8-5D3C-0B415CA9CB36}"/>
                    </a:ext>
                  </a:extLst>
                </p14:cNvPr>
                <p14:cNvContentPartPr/>
                <p14:nvPr/>
              </p14:nvContentPartPr>
              <p14:xfrm>
                <a:off x="8828456" y="4167212"/>
                <a:ext cx="141480" cy="191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A4F7175-35C8-11C8-5D3C-0B415CA9CB3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819816" y="4158572"/>
                  <a:ext cx="159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29AF46-6C9C-6BB0-88A9-7BBC686327BB}"/>
                    </a:ext>
                  </a:extLst>
                </p14:cNvPr>
                <p14:cNvContentPartPr/>
                <p14:nvPr/>
              </p14:nvContentPartPr>
              <p14:xfrm>
                <a:off x="7499336" y="4301132"/>
                <a:ext cx="253080" cy="73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29AF46-6C9C-6BB0-88A9-7BBC686327B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90336" y="4292132"/>
                  <a:ext cx="270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E471169-9E38-BB57-E4E2-6532583CBCF1}"/>
                    </a:ext>
                  </a:extLst>
                </p14:cNvPr>
                <p14:cNvContentPartPr/>
                <p14:nvPr/>
              </p14:nvContentPartPr>
              <p14:xfrm>
                <a:off x="2165936" y="4135172"/>
                <a:ext cx="4744080" cy="2089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E471169-9E38-BB57-E4E2-6532583CBCF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56936" y="4126532"/>
                  <a:ext cx="4761720" cy="21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FD1C8FF-6382-5D07-A06F-2E52690D1272}"/>
                    </a:ext>
                  </a:extLst>
                </p14:cNvPr>
                <p14:cNvContentPartPr/>
                <p14:nvPr/>
              </p14:nvContentPartPr>
              <p14:xfrm>
                <a:off x="2104736" y="5934452"/>
                <a:ext cx="203400" cy="247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FD1C8FF-6382-5D07-A06F-2E52690D12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095736" y="5925812"/>
                  <a:ext cx="221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4AFAA3B-3850-5479-A462-54F2396AE9CF}"/>
                    </a:ext>
                  </a:extLst>
                </p14:cNvPr>
                <p14:cNvContentPartPr/>
                <p14:nvPr/>
              </p14:nvContentPartPr>
              <p14:xfrm>
                <a:off x="1498496" y="3210332"/>
                <a:ext cx="4408560" cy="1224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4AFAA3B-3850-5479-A462-54F2396AE9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89496" y="3201332"/>
                  <a:ext cx="4426200" cy="12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7E244B1-F786-9412-D5D9-2FC119CAE6D2}"/>
                    </a:ext>
                  </a:extLst>
                </p14:cNvPr>
                <p14:cNvContentPartPr/>
                <p14:nvPr/>
              </p14:nvContentPartPr>
              <p14:xfrm>
                <a:off x="1466816" y="4288892"/>
                <a:ext cx="209160" cy="235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7E244B1-F786-9412-D5D9-2FC119CAE6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57816" y="4280252"/>
                  <a:ext cx="226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2C38B74-AB73-DA64-0B77-B37E2EFFD6C7}"/>
                    </a:ext>
                  </a:extLst>
                </p14:cNvPr>
                <p14:cNvContentPartPr/>
                <p14:nvPr/>
              </p14:nvContentPartPr>
              <p14:xfrm>
                <a:off x="638096" y="5642132"/>
                <a:ext cx="54720" cy="21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2C38B74-AB73-DA64-0B77-B37E2EFFD6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29096" y="5633132"/>
                  <a:ext cx="72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F0F45A7-9CD4-0C9B-3AD4-7D7AD87B8DAE}"/>
                    </a:ext>
                  </a:extLst>
                </p14:cNvPr>
                <p14:cNvContentPartPr/>
                <p14:nvPr/>
              </p14:nvContentPartPr>
              <p14:xfrm>
                <a:off x="7463336" y="4354772"/>
                <a:ext cx="274320" cy="113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F0F45A7-9CD4-0C9B-3AD4-7D7AD87B8DA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454696" y="4345772"/>
                  <a:ext cx="29196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BA7CE57E-0155-C378-2562-E4C2740BAD49}"/>
                  </a:ext>
                </a:extLst>
              </p14:cNvPr>
              <p14:cNvContentPartPr/>
              <p14:nvPr/>
            </p14:nvContentPartPr>
            <p14:xfrm>
              <a:off x="6749456" y="3466652"/>
              <a:ext cx="455760" cy="518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BA7CE57E-0155-C378-2562-E4C2740BAD4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740456" y="3458012"/>
                <a:ext cx="47340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652ADB9-37AE-337E-21D6-7B8EC16FCF88}"/>
              </a:ext>
            </a:extLst>
          </p:cNvPr>
          <p:cNvGrpSpPr/>
          <p:nvPr/>
        </p:nvGrpSpPr>
        <p:grpSpPr>
          <a:xfrm>
            <a:off x="-216544" y="1735772"/>
            <a:ext cx="1852920" cy="1429560"/>
            <a:chOff x="-216544" y="1735772"/>
            <a:chExt cx="1852920" cy="14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10F7DE-39DE-FDBA-CD1C-9A2E7336812B}"/>
                    </a:ext>
                  </a:extLst>
                </p14:cNvPr>
                <p14:cNvContentPartPr/>
                <p14:nvPr/>
              </p14:nvContentPartPr>
              <p14:xfrm>
                <a:off x="261176" y="2569172"/>
                <a:ext cx="23040" cy="218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10F7DE-39DE-FDBA-CD1C-9A2E7336812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52176" y="2560172"/>
                  <a:ext cx="406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6D20D76-E04F-F641-05BE-98BC43D8A7CA}"/>
                    </a:ext>
                  </a:extLst>
                </p14:cNvPr>
                <p14:cNvContentPartPr/>
                <p14:nvPr/>
              </p14:nvContentPartPr>
              <p14:xfrm>
                <a:off x="262976" y="2517332"/>
                <a:ext cx="224280" cy="263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6D20D76-E04F-F641-05BE-98BC43D8A7C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3976" y="2508692"/>
                  <a:ext cx="241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FFB3ED0-83D4-26A7-3FD8-BE9236831DC7}"/>
                    </a:ext>
                  </a:extLst>
                </p14:cNvPr>
                <p14:cNvContentPartPr/>
                <p14:nvPr/>
              </p14:nvContentPartPr>
              <p14:xfrm>
                <a:off x="521456" y="2505812"/>
                <a:ext cx="161280" cy="270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FFB3ED0-83D4-26A7-3FD8-BE9236831DC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12816" y="2497172"/>
                  <a:ext cx="178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BBB2AF6-BC7F-7967-8F33-CF8A59E2743F}"/>
                    </a:ext>
                  </a:extLst>
                </p14:cNvPr>
                <p14:cNvContentPartPr/>
                <p14:nvPr/>
              </p14:nvContentPartPr>
              <p14:xfrm>
                <a:off x="1062536" y="2621732"/>
                <a:ext cx="179640" cy="16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BBB2AF6-BC7F-7967-8F33-CF8A59E274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53896" y="2612732"/>
                  <a:ext cx="197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F65EEC-B611-0EA7-0966-6F58C8AA67F4}"/>
                    </a:ext>
                  </a:extLst>
                </p14:cNvPr>
                <p14:cNvContentPartPr/>
                <p14:nvPr/>
              </p14:nvContentPartPr>
              <p14:xfrm>
                <a:off x="1155416" y="2534972"/>
                <a:ext cx="105840" cy="219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F65EEC-B611-0EA7-0966-6F58C8AA67F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6776" y="2525972"/>
                  <a:ext cx="123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C14D4DE-364F-D4FA-397F-32C90F62966A}"/>
                    </a:ext>
                  </a:extLst>
                </p14:cNvPr>
                <p14:cNvContentPartPr/>
                <p14:nvPr/>
              </p14:nvContentPartPr>
              <p14:xfrm>
                <a:off x="-216544" y="1735772"/>
                <a:ext cx="1852920" cy="1429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C14D4DE-364F-D4FA-397F-32C90F6296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-225544" y="1727132"/>
                  <a:ext cx="1870560" cy="144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0971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25297-E654-838B-E9DD-74EA66D9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431F-7DC6-4194-78AC-1EAB66B6F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5933028-AE14-889B-0C4C-320C5E5BBC65}"/>
                  </a:ext>
                </a:extLst>
              </p14:cNvPr>
              <p14:cNvContentPartPr/>
              <p14:nvPr/>
            </p14:nvContentPartPr>
            <p14:xfrm>
              <a:off x="4387496" y="642452"/>
              <a:ext cx="283320" cy="21441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5933028-AE14-889B-0C4C-320C5E5BBC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78496" y="633452"/>
                <a:ext cx="300960" cy="21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DAF6D4F3-69AA-ADA8-F719-129EC528FCD2}"/>
                  </a:ext>
                </a:extLst>
              </p14:cNvPr>
              <p14:cNvContentPartPr/>
              <p14:nvPr/>
            </p14:nvContentPartPr>
            <p14:xfrm>
              <a:off x="9512096" y="4632332"/>
              <a:ext cx="810360" cy="716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DAF6D4F3-69AA-ADA8-F719-129EC528FC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03456" y="4623332"/>
                <a:ext cx="8280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B372B35-AD6F-317D-C263-8DC207C5A113}"/>
                  </a:ext>
                </a:extLst>
              </p14:cNvPr>
              <p14:cNvContentPartPr/>
              <p14:nvPr/>
            </p14:nvContentPartPr>
            <p14:xfrm>
              <a:off x="2956496" y="736772"/>
              <a:ext cx="1661040" cy="16635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B372B35-AD6F-317D-C263-8DC207C5A1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47856" y="727772"/>
                <a:ext cx="1678680" cy="168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93D22D7C-D885-8B55-F45A-E2C5B867CE6A}"/>
              </a:ext>
            </a:extLst>
          </p:cNvPr>
          <p:cNvGrpSpPr/>
          <p:nvPr/>
        </p:nvGrpSpPr>
        <p:grpSpPr>
          <a:xfrm>
            <a:off x="363056" y="817052"/>
            <a:ext cx="12116160" cy="6014520"/>
            <a:chOff x="363056" y="817052"/>
            <a:chExt cx="12116160" cy="60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13C9872-1B11-3E90-F6BF-F71A617417F3}"/>
                    </a:ext>
                  </a:extLst>
                </p14:cNvPr>
                <p14:cNvContentPartPr/>
                <p14:nvPr/>
              </p14:nvContentPartPr>
              <p14:xfrm>
                <a:off x="363056" y="4765892"/>
                <a:ext cx="544320" cy="795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13C9872-1B11-3E90-F6BF-F71A617417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4416" y="4756892"/>
                  <a:ext cx="56196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9AF7F45-5173-B840-21B3-C8FB4F21D9B3}"/>
                    </a:ext>
                  </a:extLst>
                </p14:cNvPr>
                <p14:cNvContentPartPr/>
                <p14:nvPr/>
              </p14:nvContentPartPr>
              <p14:xfrm>
                <a:off x="462416" y="4655732"/>
                <a:ext cx="669240" cy="861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9AF7F45-5173-B840-21B3-C8FB4F21D9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3416" y="4646732"/>
                  <a:ext cx="68688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AA6E471-6DD2-5990-8245-7351823B6C03}"/>
                    </a:ext>
                  </a:extLst>
                </p14:cNvPr>
                <p14:cNvContentPartPr/>
                <p14:nvPr/>
              </p14:nvContentPartPr>
              <p14:xfrm>
                <a:off x="606416" y="5281052"/>
                <a:ext cx="113760" cy="127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AA6E471-6DD2-5990-8245-7351823B6C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416" y="5272052"/>
                  <a:ext cx="131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2A5582A-0AE3-3866-E3DC-50D4F4FA1089}"/>
                    </a:ext>
                  </a:extLst>
                </p14:cNvPr>
                <p14:cNvContentPartPr/>
                <p14:nvPr/>
              </p14:nvContentPartPr>
              <p14:xfrm>
                <a:off x="789296" y="4183772"/>
                <a:ext cx="366840" cy="272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2A5582A-0AE3-3866-E3DC-50D4F4FA10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0656" y="4174772"/>
                  <a:ext cx="3844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29CCBAB-3C7B-B9CD-0B93-79BA52C05EC9}"/>
                    </a:ext>
                  </a:extLst>
                </p14:cNvPr>
                <p14:cNvContentPartPr/>
                <p14:nvPr/>
              </p14:nvContentPartPr>
              <p14:xfrm>
                <a:off x="1222376" y="4122212"/>
                <a:ext cx="143280" cy="321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29CCBAB-3C7B-B9CD-0B93-79BA52C05E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13736" y="4113572"/>
                  <a:ext cx="160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DE9FD7D-DA1B-8C63-50FE-8F767A4F7DE6}"/>
                    </a:ext>
                  </a:extLst>
                </p14:cNvPr>
                <p14:cNvContentPartPr/>
                <p14:nvPr/>
              </p14:nvContentPartPr>
              <p14:xfrm>
                <a:off x="3304616" y="2466932"/>
                <a:ext cx="201960" cy="648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DE9FD7D-DA1B-8C63-50FE-8F767A4F7D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5616" y="2457932"/>
                  <a:ext cx="21960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7C1405B-7C72-C8AC-0338-9FD4CDBC8A16}"/>
                    </a:ext>
                  </a:extLst>
                </p14:cNvPr>
                <p14:cNvContentPartPr/>
                <p14:nvPr/>
              </p14:nvContentPartPr>
              <p14:xfrm>
                <a:off x="3169256" y="2956892"/>
                <a:ext cx="282960" cy="222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7C1405B-7C72-C8AC-0338-9FD4CDBC8A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60616" y="2948252"/>
                  <a:ext cx="300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D818DA2-4899-71BA-C247-AA272EA248FC}"/>
                    </a:ext>
                  </a:extLst>
                </p14:cNvPr>
                <p14:cNvContentPartPr/>
                <p14:nvPr/>
              </p14:nvContentPartPr>
              <p14:xfrm>
                <a:off x="2275016" y="3340652"/>
                <a:ext cx="233280" cy="299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D818DA2-4899-71BA-C247-AA272EA248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66376" y="3331652"/>
                  <a:ext cx="2509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1D25D1-E4DF-AFB6-DA7C-39C4A512EE59}"/>
                    </a:ext>
                  </a:extLst>
                </p14:cNvPr>
                <p14:cNvContentPartPr/>
                <p14:nvPr/>
              </p14:nvContentPartPr>
              <p14:xfrm>
                <a:off x="2539256" y="3393572"/>
                <a:ext cx="52560" cy="229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1D25D1-E4DF-AFB6-DA7C-39C4A512EE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30256" y="3384932"/>
                  <a:ext cx="70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6AB94BF-27BA-41C0-D10A-D6C09C6CFF36}"/>
                    </a:ext>
                  </a:extLst>
                </p14:cNvPr>
                <p14:cNvContentPartPr/>
                <p14:nvPr/>
              </p14:nvContentPartPr>
              <p14:xfrm>
                <a:off x="2698376" y="3384572"/>
                <a:ext cx="147960" cy="218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6AB94BF-27BA-41C0-D10A-D6C09C6CFF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89376" y="3375572"/>
                  <a:ext cx="165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74560B5-EFED-F2F6-3D31-8890DA13A560}"/>
                    </a:ext>
                  </a:extLst>
                </p14:cNvPr>
                <p14:cNvContentPartPr/>
                <p14:nvPr/>
              </p14:nvContentPartPr>
              <p14:xfrm>
                <a:off x="2755976" y="3387452"/>
                <a:ext cx="90000" cy="92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74560B5-EFED-F2F6-3D31-8890DA13A5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47336" y="3378452"/>
                  <a:ext cx="107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F90DBDC-5116-E663-96D3-787D7B73A370}"/>
                    </a:ext>
                  </a:extLst>
                </p14:cNvPr>
                <p14:cNvContentPartPr/>
                <p14:nvPr/>
              </p14:nvContentPartPr>
              <p14:xfrm>
                <a:off x="2964056" y="3486452"/>
                <a:ext cx="42840" cy="159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F90DBDC-5116-E663-96D3-787D7B73A3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55056" y="3477812"/>
                  <a:ext cx="60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56E71C5-A4D0-9495-0FFB-91E286886737}"/>
                    </a:ext>
                  </a:extLst>
                </p14:cNvPr>
                <p14:cNvContentPartPr/>
                <p14:nvPr/>
              </p14:nvContentPartPr>
              <p14:xfrm>
                <a:off x="3208136" y="3195932"/>
                <a:ext cx="276120" cy="677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56E71C5-A4D0-9495-0FFB-91E2868867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9496" y="3187292"/>
                  <a:ext cx="2937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65E924C-6724-E816-5F48-F016A6D6BDEC}"/>
                    </a:ext>
                  </a:extLst>
                </p14:cNvPr>
                <p14:cNvContentPartPr/>
                <p14:nvPr/>
              </p14:nvContentPartPr>
              <p14:xfrm>
                <a:off x="3124616" y="3535412"/>
                <a:ext cx="336960" cy="140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65E924C-6724-E816-5F48-F016A6D6BD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15616" y="3526412"/>
                  <a:ext cx="354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3A5B393-40D9-4AEA-C5CC-9643B56FC909}"/>
                    </a:ext>
                  </a:extLst>
                </p14:cNvPr>
                <p14:cNvContentPartPr/>
                <p14:nvPr/>
              </p14:nvContentPartPr>
              <p14:xfrm>
                <a:off x="3512696" y="3476372"/>
                <a:ext cx="36000" cy="69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3A5B393-40D9-4AEA-C5CC-9643B56FC9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04056" y="3467372"/>
                  <a:ext cx="53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7E1A6FD-FC0E-6C56-7D60-49CB8E3FD816}"/>
                    </a:ext>
                  </a:extLst>
                </p14:cNvPr>
                <p14:cNvContentPartPr/>
                <p14:nvPr/>
              </p14:nvContentPartPr>
              <p14:xfrm>
                <a:off x="3598376" y="3498332"/>
                <a:ext cx="323640" cy="153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7E1A6FD-FC0E-6C56-7D60-49CB8E3FD8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89376" y="3489692"/>
                  <a:ext cx="3412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7F1E52D-6D90-248F-D0E3-893C9B472F62}"/>
                    </a:ext>
                  </a:extLst>
                </p14:cNvPr>
                <p14:cNvContentPartPr/>
                <p14:nvPr/>
              </p14:nvContentPartPr>
              <p14:xfrm>
                <a:off x="3940376" y="3355412"/>
                <a:ext cx="22680" cy="65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7F1E52D-6D90-248F-D0E3-893C9B472F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31376" y="3346412"/>
                  <a:ext cx="40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D8A85E0-E006-CF12-E1DF-EE340C0E5A79}"/>
                    </a:ext>
                  </a:extLst>
                </p14:cNvPr>
                <p14:cNvContentPartPr/>
                <p14:nvPr/>
              </p14:nvContentPartPr>
              <p14:xfrm>
                <a:off x="2289416" y="4165772"/>
                <a:ext cx="25920" cy="154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D8A85E0-E006-CF12-E1DF-EE340C0E5A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80776" y="4156772"/>
                  <a:ext cx="43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01E9822-1BDB-8C11-3C02-56E58B77AD60}"/>
                    </a:ext>
                  </a:extLst>
                </p14:cNvPr>
                <p14:cNvContentPartPr/>
                <p14:nvPr/>
              </p14:nvContentPartPr>
              <p14:xfrm>
                <a:off x="2276096" y="4065332"/>
                <a:ext cx="255960" cy="282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1E9822-1BDB-8C11-3C02-56E58B77AD6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7096" y="4056332"/>
                  <a:ext cx="273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92E7AF-371D-6230-4B3E-E800DFB50618}"/>
                    </a:ext>
                  </a:extLst>
                </p14:cNvPr>
                <p14:cNvContentPartPr/>
                <p14:nvPr/>
              </p14:nvContentPartPr>
              <p14:xfrm>
                <a:off x="2601896" y="4150652"/>
                <a:ext cx="162000" cy="199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92E7AF-371D-6230-4B3E-E800DFB506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93256" y="4141652"/>
                  <a:ext cx="179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8AB620B-D790-C5FB-C8D0-CA5539C76C6E}"/>
                    </a:ext>
                  </a:extLst>
                </p14:cNvPr>
                <p14:cNvContentPartPr/>
                <p14:nvPr/>
              </p14:nvContentPartPr>
              <p14:xfrm>
                <a:off x="2655176" y="4256852"/>
                <a:ext cx="69480" cy="45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8AB620B-D790-C5FB-C8D0-CA5539C76C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46536" y="4248212"/>
                  <a:ext cx="87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2167DED-CDDF-47D0-71F1-4E74F6153AFC}"/>
                    </a:ext>
                  </a:extLst>
                </p14:cNvPr>
                <p14:cNvContentPartPr/>
                <p14:nvPr/>
              </p14:nvContentPartPr>
              <p14:xfrm>
                <a:off x="2913656" y="4117172"/>
                <a:ext cx="123840" cy="215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2167DED-CDDF-47D0-71F1-4E74F6153A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04656" y="4108532"/>
                  <a:ext cx="141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CA30D32-E2ED-9F81-FF35-B37888181C54}"/>
                    </a:ext>
                  </a:extLst>
                </p14:cNvPr>
                <p14:cNvContentPartPr/>
                <p14:nvPr/>
              </p14:nvContentPartPr>
              <p14:xfrm>
                <a:off x="2091776" y="4750052"/>
                <a:ext cx="465120" cy="361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CA30D32-E2ED-9F81-FF35-B37888181C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83136" y="4741412"/>
                  <a:ext cx="482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5964665-D4A0-0F7C-E072-F1C3077FB652}"/>
                    </a:ext>
                  </a:extLst>
                </p14:cNvPr>
                <p14:cNvContentPartPr/>
                <p14:nvPr/>
              </p14:nvContentPartPr>
              <p14:xfrm>
                <a:off x="2428376" y="4591292"/>
                <a:ext cx="244800" cy="240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5964665-D4A0-0F7C-E072-F1C3077FB6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9376" y="4582652"/>
                  <a:ext cx="262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4C92DCC-58A5-5C16-05E1-6F53D1A5AEB0}"/>
                    </a:ext>
                  </a:extLst>
                </p14:cNvPr>
                <p14:cNvContentPartPr/>
                <p14:nvPr/>
              </p14:nvContentPartPr>
              <p14:xfrm>
                <a:off x="2077016" y="5363492"/>
                <a:ext cx="984960" cy="297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4C92DCC-58A5-5C16-05E1-6F53D1A5AE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68376" y="5354492"/>
                  <a:ext cx="10026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D1B9B1D-9967-7D7D-7A07-480FA66AFBBE}"/>
                    </a:ext>
                  </a:extLst>
                </p14:cNvPr>
                <p14:cNvContentPartPr/>
                <p14:nvPr/>
              </p14:nvContentPartPr>
              <p14:xfrm>
                <a:off x="3085016" y="5332892"/>
                <a:ext cx="69120" cy="190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D1B9B1D-9967-7D7D-7A07-480FA66AFBB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76376" y="5324252"/>
                  <a:ext cx="86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6656780-4A2D-C1D5-0D0B-B655FEB4199C}"/>
                    </a:ext>
                  </a:extLst>
                </p14:cNvPr>
                <p14:cNvContentPartPr/>
                <p14:nvPr/>
              </p14:nvContentPartPr>
              <p14:xfrm>
                <a:off x="3262136" y="5426852"/>
                <a:ext cx="109440" cy="164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6656780-4A2D-C1D5-0D0B-B655FEB419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3496" y="5418212"/>
                  <a:ext cx="127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9A19711-5F39-72F8-D784-A597609AF07F}"/>
                    </a:ext>
                  </a:extLst>
                </p14:cNvPr>
                <p14:cNvContentPartPr/>
                <p14:nvPr/>
              </p14:nvContentPartPr>
              <p14:xfrm>
                <a:off x="3453656" y="5489492"/>
                <a:ext cx="116280" cy="68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9A19711-5F39-72F8-D784-A597609AF0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44656" y="5480492"/>
                  <a:ext cx="133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840F87B-18FC-8634-87F7-01C484D31DB4}"/>
                    </a:ext>
                  </a:extLst>
                </p14:cNvPr>
                <p14:cNvContentPartPr/>
                <p14:nvPr/>
              </p14:nvContentPartPr>
              <p14:xfrm>
                <a:off x="3510536" y="5440892"/>
                <a:ext cx="101160" cy="120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840F87B-18FC-8634-87F7-01C484D31D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01896" y="5431892"/>
                  <a:ext cx="118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7C6B3DD-B599-62BC-2EA7-565AB84771DE}"/>
                    </a:ext>
                  </a:extLst>
                </p14:cNvPr>
                <p14:cNvContentPartPr/>
                <p14:nvPr/>
              </p14:nvContentPartPr>
              <p14:xfrm>
                <a:off x="2022296" y="5984132"/>
                <a:ext cx="167040" cy="19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7C6B3DD-B599-62BC-2EA7-565AB84771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13296" y="5975492"/>
                  <a:ext cx="184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8892818-5EE1-6C9B-D016-4828861D2243}"/>
                    </a:ext>
                  </a:extLst>
                </p14:cNvPr>
                <p14:cNvContentPartPr/>
                <p14:nvPr/>
              </p14:nvContentPartPr>
              <p14:xfrm>
                <a:off x="2307776" y="5926892"/>
                <a:ext cx="117000" cy="312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8892818-5EE1-6C9B-D016-4828861D22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8776" y="5918252"/>
                  <a:ext cx="134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0507B27-A48C-9CC9-BB63-2EE746E8863E}"/>
                    </a:ext>
                  </a:extLst>
                </p14:cNvPr>
                <p14:cNvContentPartPr/>
                <p14:nvPr/>
              </p14:nvContentPartPr>
              <p14:xfrm>
                <a:off x="2623496" y="5958212"/>
                <a:ext cx="59040" cy="294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0507B27-A48C-9CC9-BB63-2EE746E8863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14856" y="5949572"/>
                  <a:ext cx="76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9E420A7-0341-41BE-01B6-29A69EEE37DA}"/>
                    </a:ext>
                  </a:extLst>
                </p14:cNvPr>
                <p14:cNvContentPartPr/>
                <p14:nvPr/>
              </p14:nvContentPartPr>
              <p14:xfrm>
                <a:off x="2807816" y="6073052"/>
                <a:ext cx="136800" cy="200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9E420A7-0341-41BE-01B6-29A69EEE37D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98816" y="6064412"/>
                  <a:ext cx="154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FED4B44-4648-F9B9-EDEF-F1FEAE6E5AC2}"/>
                    </a:ext>
                  </a:extLst>
                </p14:cNvPr>
                <p14:cNvContentPartPr/>
                <p14:nvPr/>
              </p14:nvContentPartPr>
              <p14:xfrm>
                <a:off x="3092216" y="5910332"/>
                <a:ext cx="667440" cy="351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FED4B44-4648-F9B9-EDEF-F1FEAE6E5AC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83576" y="5901332"/>
                  <a:ext cx="6850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AA70A4F-690C-06F6-22B7-D84E438461CE}"/>
                    </a:ext>
                  </a:extLst>
                </p14:cNvPr>
                <p14:cNvContentPartPr/>
                <p14:nvPr/>
              </p14:nvContentPartPr>
              <p14:xfrm>
                <a:off x="4148816" y="2768612"/>
                <a:ext cx="309240" cy="3665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AA70A4F-690C-06F6-22B7-D84E438461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40176" y="2759612"/>
                  <a:ext cx="326880" cy="36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DA5BB5-A5CC-8637-BE16-E42576B5A75C}"/>
                    </a:ext>
                  </a:extLst>
                </p14:cNvPr>
                <p14:cNvContentPartPr/>
                <p14:nvPr/>
              </p14:nvContentPartPr>
              <p14:xfrm>
                <a:off x="1929416" y="6395612"/>
                <a:ext cx="632160" cy="369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DA5BB5-A5CC-8637-BE16-E42576B5A7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0776" y="6386612"/>
                  <a:ext cx="6498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1FBC10A-E34F-8A5E-6C95-93569A052C8D}"/>
                    </a:ext>
                  </a:extLst>
                </p14:cNvPr>
                <p14:cNvContentPartPr/>
                <p14:nvPr/>
              </p14:nvContentPartPr>
              <p14:xfrm>
                <a:off x="2514776" y="6412892"/>
                <a:ext cx="248760" cy="331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1FBC10A-E34F-8A5E-6C95-93569A052C8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06136" y="6403892"/>
                  <a:ext cx="266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CB575EA-EB65-00BB-684F-3137F667CF74}"/>
                    </a:ext>
                  </a:extLst>
                </p14:cNvPr>
                <p14:cNvContentPartPr/>
                <p14:nvPr/>
              </p14:nvContentPartPr>
              <p14:xfrm>
                <a:off x="2829056" y="6569492"/>
                <a:ext cx="659160" cy="172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CB575EA-EB65-00BB-684F-3137F667CF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20416" y="6560492"/>
                  <a:ext cx="676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F743CC2-92ED-5AC6-7B91-87378D25E43D}"/>
                    </a:ext>
                  </a:extLst>
                </p14:cNvPr>
                <p14:cNvContentPartPr/>
                <p14:nvPr/>
              </p14:nvContentPartPr>
              <p14:xfrm>
                <a:off x="4721576" y="6552932"/>
                <a:ext cx="413640" cy="241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F743CC2-92ED-5AC6-7B91-87378D25E43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2576" y="6544292"/>
                  <a:ext cx="431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CDC62A5-B94E-BFF1-4F08-5B6A0481581F}"/>
                    </a:ext>
                  </a:extLst>
                </p14:cNvPr>
                <p14:cNvContentPartPr/>
                <p14:nvPr/>
              </p14:nvContentPartPr>
              <p14:xfrm>
                <a:off x="5216576" y="6497132"/>
                <a:ext cx="171360" cy="219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CDC62A5-B94E-BFF1-4F08-5B6A048158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07576" y="6488132"/>
                  <a:ext cx="189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724C418-8C2D-2FB0-EC8B-D18CEF53EF9E}"/>
                    </a:ext>
                  </a:extLst>
                </p14:cNvPr>
                <p14:cNvContentPartPr/>
                <p14:nvPr/>
              </p14:nvContentPartPr>
              <p14:xfrm>
                <a:off x="5644976" y="6617732"/>
                <a:ext cx="34200" cy="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724C418-8C2D-2FB0-EC8B-D18CEF53EF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35976" y="6609092"/>
                  <a:ext cx="51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E365927-C091-135C-C321-3515D40294EC}"/>
                    </a:ext>
                  </a:extLst>
                </p14:cNvPr>
                <p14:cNvContentPartPr/>
                <p14:nvPr/>
              </p14:nvContentPartPr>
              <p14:xfrm>
                <a:off x="5899856" y="6550772"/>
                <a:ext cx="237240" cy="223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E365927-C091-135C-C321-3515D40294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91216" y="6542132"/>
                  <a:ext cx="254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2D93606-5057-15BB-F8CD-F5FF65689563}"/>
                    </a:ext>
                  </a:extLst>
                </p14:cNvPr>
                <p14:cNvContentPartPr/>
                <p14:nvPr/>
              </p14:nvContentPartPr>
              <p14:xfrm>
                <a:off x="6195776" y="6615572"/>
                <a:ext cx="51480" cy="170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2D93606-5057-15BB-F8CD-F5FF656895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87136" y="6606572"/>
                  <a:ext cx="69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5DB90E5-4DAF-07CA-5A5D-D4F9EECFB95A}"/>
                    </a:ext>
                  </a:extLst>
                </p14:cNvPr>
                <p14:cNvContentPartPr/>
                <p14:nvPr/>
              </p14:nvContentPartPr>
              <p14:xfrm>
                <a:off x="6166976" y="6538892"/>
                <a:ext cx="151920" cy="218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5DB90E5-4DAF-07CA-5A5D-D4F9EECFB9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57976" y="6529892"/>
                  <a:ext cx="169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67A6034-9402-ADDB-37F3-59242F67AC41}"/>
                    </a:ext>
                  </a:extLst>
                </p14:cNvPr>
                <p14:cNvContentPartPr/>
                <p14:nvPr/>
              </p14:nvContentPartPr>
              <p14:xfrm>
                <a:off x="6367856" y="6554732"/>
                <a:ext cx="215640" cy="276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67A6034-9402-ADDB-37F3-59242F67AC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58856" y="6546092"/>
                  <a:ext cx="233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79ABBB-2DA2-5429-3079-E4084EA9819D}"/>
                    </a:ext>
                  </a:extLst>
                </p14:cNvPr>
                <p14:cNvContentPartPr/>
                <p14:nvPr/>
              </p14:nvContentPartPr>
              <p14:xfrm>
                <a:off x="3613496" y="979052"/>
                <a:ext cx="446400" cy="496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79ABBB-2DA2-5429-3079-E4084EA981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04496" y="970052"/>
                  <a:ext cx="4640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E23B13D-4267-6B25-5048-03173E2D730D}"/>
                    </a:ext>
                  </a:extLst>
                </p14:cNvPr>
                <p14:cNvContentPartPr/>
                <p14:nvPr/>
              </p14:nvContentPartPr>
              <p14:xfrm>
                <a:off x="3821576" y="1525892"/>
                <a:ext cx="20520" cy="374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E23B13D-4267-6B25-5048-03173E2D73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2576" y="1516892"/>
                  <a:ext cx="381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6946F4-BEF2-7819-4588-711D8A94B6C9}"/>
                    </a:ext>
                  </a:extLst>
                </p14:cNvPr>
                <p14:cNvContentPartPr/>
                <p14:nvPr/>
              </p14:nvContentPartPr>
              <p14:xfrm>
                <a:off x="3459056" y="1618052"/>
                <a:ext cx="323640" cy="174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6946F4-BEF2-7819-4588-711D8A94B6C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50416" y="1609052"/>
                  <a:ext cx="341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2289E8-D016-71D5-59CD-7F8F02E4B8BA}"/>
                    </a:ext>
                  </a:extLst>
                </p14:cNvPr>
                <p14:cNvContentPartPr/>
                <p14:nvPr/>
              </p14:nvContentPartPr>
              <p14:xfrm>
                <a:off x="3626816" y="1743332"/>
                <a:ext cx="155880" cy="145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2289E8-D016-71D5-59CD-7F8F02E4B8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18176" y="1734332"/>
                  <a:ext cx="173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5FDA0D-65B3-A7C0-7998-B8B2F3F9E0DA}"/>
                    </a:ext>
                  </a:extLst>
                </p14:cNvPr>
                <p14:cNvContentPartPr/>
                <p14:nvPr/>
              </p14:nvContentPartPr>
              <p14:xfrm>
                <a:off x="3933896" y="1631372"/>
                <a:ext cx="252720" cy="97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5FDA0D-65B3-A7C0-7998-B8B2F3F9E0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24896" y="1622732"/>
                  <a:ext cx="270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0B54DE-CF1C-460F-7F62-0B757EE0A15D}"/>
                    </a:ext>
                  </a:extLst>
                </p14:cNvPr>
                <p14:cNvContentPartPr/>
                <p14:nvPr/>
              </p14:nvContentPartPr>
              <p14:xfrm>
                <a:off x="3911576" y="1769252"/>
                <a:ext cx="106560" cy="11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0B54DE-CF1C-460F-7F62-0B757EE0A1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02936" y="1760612"/>
                  <a:ext cx="124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5FE01E-A854-AD61-DA53-8B2756F8D481}"/>
                    </a:ext>
                  </a:extLst>
                </p14:cNvPr>
                <p14:cNvContentPartPr/>
                <p14:nvPr/>
              </p14:nvContentPartPr>
              <p14:xfrm>
                <a:off x="1879016" y="1336172"/>
                <a:ext cx="81000" cy="288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5FE01E-A854-AD61-DA53-8B2756F8D4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70376" y="1327172"/>
                  <a:ext cx="986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9ADFF84-8B1F-6262-E96A-7DEA98FBF9DC}"/>
                    </a:ext>
                  </a:extLst>
                </p14:cNvPr>
                <p14:cNvContentPartPr/>
                <p14:nvPr/>
              </p14:nvContentPartPr>
              <p14:xfrm>
                <a:off x="1889456" y="1119452"/>
                <a:ext cx="344880" cy="380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9ADFF84-8B1F-6262-E96A-7DEA98FBF9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80816" y="1110812"/>
                  <a:ext cx="3625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288BDC-5EA2-5E10-22D0-5B08E685EAB1}"/>
                    </a:ext>
                  </a:extLst>
                </p14:cNvPr>
                <p14:cNvContentPartPr/>
                <p14:nvPr/>
              </p14:nvContentPartPr>
              <p14:xfrm>
                <a:off x="2183576" y="1440212"/>
                <a:ext cx="116640" cy="150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288BDC-5EA2-5E10-22D0-5B08E685EA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74576" y="1431572"/>
                  <a:ext cx="134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C22E11-649E-A6A1-6D49-6DE08CFBF6F4}"/>
                    </a:ext>
                  </a:extLst>
                </p14:cNvPr>
                <p14:cNvContentPartPr/>
                <p14:nvPr/>
              </p14:nvContentPartPr>
              <p14:xfrm>
                <a:off x="2343776" y="1427612"/>
                <a:ext cx="84240" cy="171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C22E11-649E-A6A1-6D49-6DE08CFBF6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35136" y="1418612"/>
                  <a:ext cx="101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0F3BD2-3875-0995-0927-71E305F437CA}"/>
                    </a:ext>
                  </a:extLst>
                </p14:cNvPr>
                <p14:cNvContentPartPr/>
                <p14:nvPr/>
              </p14:nvContentPartPr>
              <p14:xfrm>
                <a:off x="2578496" y="1463252"/>
                <a:ext cx="101160" cy="22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0F3BD2-3875-0995-0927-71E305F437C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69496" y="1454612"/>
                  <a:ext cx="118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098559-8DCA-43CD-05CB-DBE1E3F63EBC}"/>
                    </a:ext>
                  </a:extLst>
                </p14:cNvPr>
                <p14:cNvContentPartPr/>
                <p14:nvPr/>
              </p14:nvContentPartPr>
              <p14:xfrm>
                <a:off x="2780456" y="1324652"/>
                <a:ext cx="115200" cy="227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098559-8DCA-43CD-05CB-DBE1E3F63E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71816" y="1316012"/>
                  <a:ext cx="132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F21B4F-8057-8BC0-8041-72C4DC4A9A39}"/>
                    </a:ext>
                  </a:extLst>
                </p14:cNvPr>
                <p14:cNvContentPartPr/>
                <p14:nvPr/>
              </p14:nvContentPartPr>
              <p14:xfrm>
                <a:off x="2962256" y="1357772"/>
                <a:ext cx="110520" cy="120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F21B4F-8057-8BC0-8041-72C4DC4A9A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53616" y="1349132"/>
                  <a:ext cx="128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400E86-ACCF-757F-83E6-CB1D4B0639C8}"/>
                    </a:ext>
                  </a:extLst>
                </p14:cNvPr>
                <p14:cNvContentPartPr/>
                <p14:nvPr/>
              </p14:nvContentPartPr>
              <p14:xfrm>
                <a:off x="3110216" y="1178492"/>
                <a:ext cx="165960" cy="290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400E86-ACCF-757F-83E6-CB1D4B0639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01216" y="1169492"/>
                  <a:ext cx="183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BDFAD50-EE85-F616-BE94-B33C22ACDDD9}"/>
                    </a:ext>
                  </a:extLst>
                </p14:cNvPr>
                <p14:cNvContentPartPr/>
                <p14:nvPr/>
              </p14:nvContentPartPr>
              <p14:xfrm>
                <a:off x="3315416" y="1304852"/>
                <a:ext cx="141120" cy="169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BDFAD50-EE85-F616-BE94-B33C22ACDD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06776" y="1296212"/>
                  <a:ext cx="1587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32EF58-DCFF-20CD-7399-22D933C7FA91}"/>
                    </a:ext>
                  </a:extLst>
                </p14:cNvPr>
                <p14:cNvContentPartPr/>
                <p14:nvPr/>
              </p14:nvContentPartPr>
              <p14:xfrm>
                <a:off x="1956776" y="1888772"/>
                <a:ext cx="127800" cy="215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32EF58-DCFF-20CD-7399-22D933C7FA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48136" y="1879772"/>
                  <a:ext cx="1454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0DC6C9D-B78F-DD49-31FF-464F88A85E95}"/>
                    </a:ext>
                  </a:extLst>
                </p14:cNvPr>
                <p14:cNvContentPartPr/>
                <p14:nvPr/>
              </p14:nvContentPartPr>
              <p14:xfrm>
                <a:off x="2108336" y="1911452"/>
                <a:ext cx="141480" cy="177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0DC6C9D-B78F-DD49-31FF-464F88A85E9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99696" y="1902812"/>
                  <a:ext cx="159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1818575-D32B-A6B8-1502-1DB48BE09CF8}"/>
                    </a:ext>
                  </a:extLst>
                </p14:cNvPr>
                <p14:cNvContentPartPr/>
                <p14:nvPr/>
              </p14:nvContentPartPr>
              <p14:xfrm>
                <a:off x="2317496" y="1922252"/>
                <a:ext cx="51120" cy="118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1818575-D32B-A6B8-1502-1DB48BE09C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08496" y="1913612"/>
                  <a:ext cx="68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970D31-4BB4-24FF-F3B2-BD206BC43331}"/>
                    </a:ext>
                  </a:extLst>
                </p14:cNvPr>
                <p14:cNvContentPartPr/>
                <p14:nvPr/>
              </p14:nvContentPartPr>
              <p14:xfrm>
                <a:off x="2442056" y="1899932"/>
                <a:ext cx="103320" cy="10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970D31-4BB4-24FF-F3B2-BD206BC4333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33056" y="1891292"/>
                  <a:ext cx="120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4F33A2-3D3F-B65E-29A2-5F00027E39E3}"/>
                    </a:ext>
                  </a:extLst>
                </p14:cNvPr>
                <p14:cNvContentPartPr/>
                <p14:nvPr/>
              </p14:nvContentPartPr>
              <p14:xfrm>
                <a:off x="2618456" y="1805252"/>
                <a:ext cx="126360" cy="192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4F33A2-3D3F-B65E-29A2-5F00027E39E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09816" y="1796252"/>
                  <a:ext cx="144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331BF0-FF7F-3125-7B0B-A6D1C7BCB265}"/>
                    </a:ext>
                  </a:extLst>
                </p14:cNvPr>
                <p14:cNvContentPartPr/>
                <p14:nvPr/>
              </p14:nvContentPartPr>
              <p14:xfrm>
                <a:off x="2806016" y="1888052"/>
                <a:ext cx="72000" cy="11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331BF0-FF7F-3125-7B0B-A6D1C7BCB26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97016" y="1879412"/>
                  <a:ext cx="89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00D381-02B1-AEE9-F904-D792CAD733C6}"/>
                    </a:ext>
                  </a:extLst>
                </p14:cNvPr>
                <p14:cNvContentPartPr/>
                <p14:nvPr/>
              </p14:nvContentPartPr>
              <p14:xfrm>
                <a:off x="2968736" y="1848452"/>
                <a:ext cx="86400" cy="114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00D381-02B1-AEE9-F904-D792CAD733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59736" y="1839452"/>
                  <a:ext cx="104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806D11-73E0-6077-213C-FB5E819A36E6}"/>
                    </a:ext>
                  </a:extLst>
                </p14:cNvPr>
                <p14:cNvContentPartPr/>
                <p14:nvPr/>
              </p14:nvContentPartPr>
              <p14:xfrm>
                <a:off x="3091496" y="1797332"/>
                <a:ext cx="93600" cy="131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806D11-73E0-6077-213C-FB5E819A36E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82856" y="1788692"/>
                  <a:ext cx="111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D8E8769-FE6D-3AB7-B430-938795479796}"/>
                    </a:ext>
                  </a:extLst>
                </p14:cNvPr>
                <p14:cNvContentPartPr/>
                <p14:nvPr/>
              </p14:nvContentPartPr>
              <p14:xfrm>
                <a:off x="3749216" y="1318172"/>
                <a:ext cx="170640" cy="97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D8E8769-FE6D-3AB7-B430-93879547979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40576" y="1309532"/>
                  <a:ext cx="188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8DB7C0-AA45-1657-C3CB-3CBB178E8227}"/>
                    </a:ext>
                  </a:extLst>
                </p14:cNvPr>
                <p14:cNvContentPartPr/>
                <p14:nvPr/>
              </p14:nvContentPartPr>
              <p14:xfrm>
                <a:off x="3644096" y="1137812"/>
                <a:ext cx="146880" cy="75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8DB7C0-AA45-1657-C3CB-3CBB178E82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35096" y="1128812"/>
                  <a:ext cx="164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3AFD853-EF09-4E89-1451-BDA319EAC305}"/>
                    </a:ext>
                  </a:extLst>
                </p14:cNvPr>
                <p14:cNvContentPartPr/>
                <p14:nvPr/>
              </p14:nvContentPartPr>
              <p14:xfrm>
                <a:off x="3688376" y="1172372"/>
                <a:ext cx="81360" cy="41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3AFD853-EF09-4E89-1451-BDA319EAC30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79376" y="1163372"/>
                  <a:ext cx="99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6B5C67-A3F6-B9C8-6C01-6CB5446BBD54}"/>
                    </a:ext>
                  </a:extLst>
                </p14:cNvPr>
                <p14:cNvContentPartPr/>
                <p14:nvPr/>
              </p14:nvContentPartPr>
              <p14:xfrm>
                <a:off x="3683696" y="1195412"/>
                <a:ext cx="120600" cy="11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6B5C67-A3F6-B9C8-6C01-6CB5446BBD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74696" y="1186772"/>
                  <a:ext cx="1382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8BAA513-1AE0-C2E4-EE94-0EF890A41971}"/>
                    </a:ext>
                  </a:extLst>
                </p14:cNvPr>
                <p14:cNvContentPartPr/>
                <p14:nvPr/>
              </p14:nvContentPartPr>
              <p14:xfrm>
                <a:off x="3890696" y="1183892"/>
                <a:ext cx="17280" cy="4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8BAA513-1AE0-C2E4-EE94-0EF890A419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81696" y="1174892"/>
                  <a:ext cx="34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7CE3A87-E0E5-EDAD-18C6-2531391AB8D7}"/>
                    </a:ext>
                  </a:extLst>
                </p14:cNvPr>
                <p14:cNvContentPartPr/>
                <p14:nvPr/>
              </p14:nvContentPartPr>
              <p14:xfrm>
                <a:off x="3833816" y="1186052"/>
                <a:ext cx="134280" cy="130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7CE3A87-E0E5-EDAD-18C6-2531391AB8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25176" y="1177412"/>
                  <a:ext cx="151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A21FA7-F9A7-D409-8224-8B804C9A96F9}"/>
                    </a:ext>
                  </a:extLst>
                </p14:cNvPr>
                <p14:cNvContentPartPr/>
                <p14:nvPr/>
              </p14:nvContentPartPr>
              <p14:xfrm>
                <a:off x="3915176" y="1114052"/>
                <a:ext cx="131040" cy="83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A21FA7-F9A7-D409-8224-8B804C9A96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906536" y="1105412"/>
                  <a:ext cx="148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7753BBD-71C1-9183-1954-E3A1991C1381}"/>
                    </a:ext>
                  </a:extLst>
                </p14:cNvPr>
                <p14:cNvContentPartPr/>
                <p14:nvPr/>
              </p14:nvContentPartPr>
              <p14:xfrm>
                <a:off x="3795656" y="1190732"/>
                <a:ext cx="114120" cy="21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7753BBD-71C1-9183-1954-E3A1991C138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86656" y="1181732"/>
                  <a:ext cx="131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4AF185-BE8F-9DE9-A477-2ADF3381242E}"/>
                    </a:ext>
                  </a:extLst>
                </p14:cNvPr>
                <p14:cNvContentPartPr/>
                <p14:nvPr/>
              </p14:nvContentPartPr>
              <p14:xfrm>
                <a:off x="3762536" y="1223492"/>
                <a:ext cx="12240" cy="4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4AF185-BE8F-9DE9-A477-2ADF3381242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53896" y="1214492"/>
                  <a:ext cx="29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D3EAC4-112E-2359-5C58-0973C4506490}"/>
                    </a:ext>
                  </a:extLst>
                </p14:cNvPr>
                <p14:cNvContentPartPr/>
                <p14:nvPr/>
              </p14:nvContentPartPr>
              <p14:xfrm>
                <a:off x="3933896" y="1282532"/>
                <a:ext cx="144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D3EAC4-112E-2359-5C58-0973C450649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24896" y="1273892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9329DD6-D2F4-9C60-7F6C-5D0EADD1AA19}"/>
                    </a:ext>
                  </a:extLst>
                </p14:cNvPr>
                <p14:cNvContentPartPr/>
                <p14:nvPr/>
              </p14:nvContentPartPr>
              <p14:xfrm>
                <a:off x="2132816" y="2309972"/>
                <a:ext cx="5536080" cy="372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9329DD6-D2F4-9C60-7F6C-5D0EADD1AA1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24176" y="2301332"/>
                  <a:ext cx="55537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B764DA-E01A-3EAB-CC09-78853E597ADE}"/>
                    </a:ext>
                  </a:extLst>
                </p14:cNvPr>
                <p14:cNvContentPartPr/>
                <p14:nvPr/>
              </p14:nvContentPartPr>
              <p14:xfrm>
                <a:off x="3300296" y="2066972"/>
                <a:ext cx="214200" cy="217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B764DA-E01A-3EAB-CC09-78853E597AD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91296" y="2057972"/>
                  <a:ext cx="231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FC71E3-5BBA-AAFD-9532-83DF5FF30790}"/>
                    </a:ext>
                  </a:extLst>
                </p14:cNvPr>
                <p14:cNvContentPartPr/>
                <p14:nvPr/>
              </p14:nvContentPartPr>
              <p14:xfrm>
                <a:off x="3585056" y="2183972"/>
                <a:ext cx="77760" cy="9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FC71E3-5BBA-AAFD-9532-83DF5FF3079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76416" y="2174972"/>
                  <a:ext cx="95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70F3E04-1DA4-0E17-5269-9AA6228093BF}"/>
                    </a:ext>
                  </a:extLst>
                </p14:cNvPr>
                <p14:cNvContentPartPr/>
                <p14:nvPr/>
              </p14:nvContentPartPr>
              <p14:xfrm>
                <a:off x="3746696" y="2137532"/>
                <a:ext cx="48240" cy="41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70F3E04-1DA4-0E17-5269-9AA6228093B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37696" y="2128532"/>
                  <a:ext cx="65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4DDE84D-C1BD-C479-64FA-AD193239DC08}"/>
                    </a:ext>
                  </a:extLst>
                </p14:cNvPr>
                <p14:cNvContentPartPr/>
                <p14:nvPr/>
              </p14:nvContentPartPr>
              <p14:xfrm>
                <a:off x="3830576" y="2144372"/>
                <a:ext cx="37440" cy="152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4DDE84D-C1BD-C479-64FA-AD193239DC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21936" y="2135372"/>
                  <a:ext cx="55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0F233CC-5B23-D215-38B6-59B97599335F}"/>
                    </a:ext>
                  </a:extLst>
                </p14:cNvPr>
                <p14:cNvContentPartPr/>
                <p14:nvPr/>
              </p14:nvContentPartPr>
              <p14:xfrm>
                <a:off x="3907256" y="2223212"/>
                <a:ext cx="24840" cy="2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0F233CC-5B23-D215-38B6-59B97599335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98616" y="2214572"/>
                  <a:ext cx="4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4019F9A-8360-05BE-80E9-4F314F39174B}"/>
                    </a:ext>
                  </a:extLst>
                </p14:cNvPr>
                <p14:cNvContentPartPr/>
                <p14:nvPr/>
              </p14:nvContentPartPr>
              <p14:xfrm>
                <a:off x="765896" y="2427332"/>
                <a:ext cx="293040" cy="571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4019F9A-8360-05BE-80E9-4F314F39174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7256" y="2418332"/>
                  <a:ext cx="31068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FE25BDB-2FD5-FAF7-7301-93ED9135510C}"/>
                    </a:ext>
                  </a:extLst>
                </p14:cNvPr>
                <p14:cNvContentPartPr/>
                <p14:nvPr/>
              </p14:nvContentPartPr>
              <p14:xfrm>
                <a:off x="1170536" y="2557652"/>
                <a:ext cx="363600" cy="3506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FE25BDB-2FD5-FAF7-7301-93ED9135510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61896" y="2549012"/>
                  <a:ext cx="3812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A3DC0A4-D6D2-AF1C-9C7F-B64A1E961192}"/>
                    </a:ext>
                  </a:extLst>
                </p14:cNvPr>
                <p14:cNvContentPartPr/>
                <p14:nvPr/>
              </p14:nvContentPartPr>
              <p14:xfrm>
                <a:off x="1539536" y="2693732"/>
                <a:ext cx="216720" cy="2415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A3DC0A4-D6D2-AF1C-9C7F-B64A1E9611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30896" y="2684732"/>
                  <a:ext cx="234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6E4AD2A-21B7-4C1A-B95E-6DAB056B4903}"/>
                    </a:ext>
                  </a:extLst>
                </p14:cNvPr>
                <p14:cNvContentPartPr/>
                <p14:nvPr/>
              </p14:nvContentPartPr>
              <p14:xfrm>
                <a:off x="1773896" y="2655572"/>
                <a:ext cx="125640" cy="148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6E4AD2A-21B7-4C1A-B95E-6DAB056B490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65256" y="2646932"/>
                  <a:ext cx="143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5111216-94FC-2813-9940-C1CE0A9A5C8D}"/>
                    </a:ext>
                  </a:extLst>
                </p14:cNvPr>
                <p14:cNvContentPartPr/>
                <p14:nvPr/>
              </p14:nvContentPartPr>
              <p14:xfrm>
                <a:off x="1927616" y="2644412"/>
                <a:ext cx="95040" cy="307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5111216-94FC-2813-9940-C1CE0A9A5C8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18976" y="2635412"/>
                  <a:ext cx="1126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606C43B-4B1E-FA83-8D10-61373CFDD9D2}"/>
                    </a:ext>
                  </a:extLst>
                </p14:cNvPr>
                <p14:cNvContentPartPr/>
                <p14:nvPr/>
              </p14:nvContentPartPr>
              <p14:xfrm>
                <a:off x="1988456" y="2855372"/>
                <a:ext cx="143280" cy="1605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606C43B-4B1E-FA83-8D10-61373CFDD9D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79456" y="2846732"/>
                  <a:ext cx="160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DD12C97-9189-8F35-912C-2C2B6A52CEDF}"/>
                    </a:ext>
                  </a:extLst>
                </p14:cNvPr>
                <p14:cNvContentPartPr/>
                <p14:nvPr/>
              </p14:nvContentPartPr>
              <p14:xfrm>
                <a:off x="551696" y="3072092"/>
                <a:ext cx="2370600" cy="129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DD12C97-9189-8F35-912C-2C2B6A52CE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3056" y="3063452"/>
                  <a:ext cx="2388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AE6E11B-FC81-462E-9ACC-7B94261A1B27}"/>
                    </a:ext>
                  </a:extLst>
                </p14:cNvPr>
                <p14:cNvContentPartPr/>
                <p14:nvPr/>
              </p14:nvContentPartPr>
              <p14:xfrm>
                <a:off x="2118056" y="1557212"/>
                <a:ext cx="1062720" cy="140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AE6E11B-FC81-462E-9ACC-7B94261A1B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09056" y="1548212"/>
                  <a:ext cx="1080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45975BB-6593-DEAB-DB77-DF94126BDDFA}"/>
                    </a:ext>
                  </a:extLst>
                </p14:cNvPr>
                <p14:cNvContentPartPr/>
                <p14:nvPr/>
              </p14:nvContentPartPr>
              <p14:xfrm>
                <a:off x="2039576" y="1631372"/>
                <a:ext cx="905040" cy="331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45975BB-6593-DEAB-DB77-DF94126BDDF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30936" y="1622732"/>
                  <a:ext cx="922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3E18B7A-3C99-B45E-B370-C3047AFF8B87}"/>
                    </a:ext>
                  </a:extLst>
                </p14:cNvPr>
                <p14:cNvContentPartPr/>
                <p14:nvPr/>
              </p14:nvContentPartPr>
              <p14:xfrm>
                <a:off x="10172336" y="1352012"/>
                <a:ext cx="63360" cy="212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3E18B7A-3C99-B45E-B370-C3047AFF8B8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63696" y="1343012"/>
                  <a:ext cx="81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8E75B9-CB91-BD37-B769-E1C174AE42F0}"/>
                    </a:ext>
                  </a:extLst>
                </p14:cNvPr>
                <p14:cNvContentPartPr/>
                <p14:nvPr/>
              </p14:nvContentPartPr>
              <p14:xfrm>
                <a:off x="10104656" y="1506452"/>
                <a:ext cx="272160" cy="100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8E75B9-CB91-BD37-B769-E1C174AE42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96016" y="1497452"/>
                  <a:ext cx="289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CCBF9A6-6CFB-4B20-82CD-938913A08590}"/>
                    </a:ext>
                  </a:extLst>
                </p14:cNvPr>
                <p14:cNvContentPartPr/>
                <p14:nvPr/>
              </p14:nvContentPartPr>
              <p14:xfrm>
                <a:off x="10390856" y="1403132"/>
                <a:ext cx="218160" cy="22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CCBF9A6-6CFB-4B20-82CD-938913A0859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82216" y="1394492"/>
                  <a:ext cx="235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E5CEE03-89BD-89A0-D02A-1EE97A02C782}"/>
                    </a:ext>
                  </a:extLst>
                </p14:cNvPr>
                <p14:cNvContentPartPr/>
                <p14:nvPr/>
              </p14:nvContentPartPr>
              <p14:xfrm>
                <a:off x="10732856" y="1427252"/>
                <a:ext cx="88920" cy="198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E5CEE03-89BD-89A0-D02A-1EE97A02C78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23856" y="1418612"/>
                  <a:ext cx="106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F447B4-EC78-2126-9A55-D41737969693}"/>
                    </a:ext>
                  </a:extLst>
                </p14:cNvPr>
                <p14:cNvContentPartPr/>
                <p14:nvPr/>
              </p14:nvContentPartPr>
              <p14:xfrm>
                <a:off x="10781816" y="1436252"/>
                <a:ext cx="204840" cy="133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F447B4-EC78-2126-9A55-D4173796969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772816" y="1427252"/>
                  <a:ext cx="222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A050A0E-B9F3-7CAD-E964-4C99D8787604}"/>
                    </a:ext>
                  </a:extLst>
                </p14:cNvPr>
                <p14:cNvContentPartPr/>
                <p14:nvPr/>
              </p14:nvContentPartPr>
              <p14:xfrm>
                <a:off x="11032016" y="1437332"/>
                <a:ext cx="226800" cy="276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A050A0E-B9F3-7CAD-E964-4C99D878760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023376" y="1428692"/>
                  <a:ext cx="244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561D3A3-BC1C-AB4F-5D9C-8A456E7992AB}"/>
                    </a:ext>
                  </a:extLst>
                </p14:cNvPr>
                <p14:cNvContentPartPr/>
                <p14:nvPr/>
              </p14:nvContentPartPr>
              <p14:xfrm>
                <a:off x="10762376" y="1756292"/>
                <a:ext cx="14040" cy="412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561D3A3-BC1C-AB4F-5D9C-8A456E7992A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53376" y="1747652"/>
                  <a:ext cx="316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8C507EC-AE15-8CFE-0BAA-84DB67DF5B94}"/>
                    </a:ext>
                  </a:extLst>
                </p14:cNvPr>
                <p14:cNvContentPartPr/>
                <p14:nvPr/>
              </p14:nvContentPartPr>
              <p14:xfrm>
                <a:off x="10623056" y="2131052"/>
                <a:ext cx="236520" cy="100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8C507EC-AE15-8CFE-0BAA-84DB67DF5B9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14416" y="2122412"/>
                  <a:ext cx="254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A885BAF-5A81-7EEF-2AE6-DACF8D257E51}"/>
                    </a:ext>
                  </a:extLst>
                </p14:cNvPr>
                <p14:cNvContentPartPr/>
                <p14:nvPr/>
              </p14:nvContentPartPr>
              <p14:xfrm>
                <a:off x="10295096" y="2532452"/>
                <a:ext cx="65520" cy="331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A885BAF-5A81-7EEF-2AE6-DACF8D257E5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86456" y="2523452"/>
                  <a:ext cx="831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7949097-3BA2-816A-79C8-B3B4E66E6A87}"/>
                    </a:ext>
                  </a:extLst>
                </p14:cNvPr>
                <p14:cNvContentPartPr/>
                <p14:nvPr/>
              </p14:nvContentPartPr>
              <p14:xfrm>
                <a:off x="10089896" y="2259932"/>
                <a:ext cx="628560" cy="715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7949097-3BA2-816A-79C8-B3B4E66E6A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81256" y="2250932"/>
                  <a:ext cx="64620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F47E5B-1F86-CE90-F423-86C2C25D5CA1}"/>
                    </a:ext>
                  </a:extLst>
                </p14:cNvPr>
                <p14:cNvContentPartPr/>
                <p14:nvPr/>
              </p14:nvContentPartPr>
              <p14:xfrm>
                <a:off x="10722776" y="2757092"/>
                <a:ext cx="298080" cy="176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F47E5B-1F86-CE90-F423-86C2C25D5CA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713776" y="2748092"/>
                  <a:ext cx="315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773721-E219-B8B8-E053-911E5E6EE6F3}"/>
                    </a:ext>
                  </a:extLst>
                </p14:cNvPr>
                <p14:cNvContentPartPr/>
                <p14:nvPr/>
              </p14:nvContentPartPr>
              <p14:xfrm>
                <a:off x="11068376" y="2594012"/>
                <a:ext cx="3240" cy="17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A773721-E219-B8B8-E053-911E5E6EE6F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059736" y="2585372"/>
                  <a:ext cx="20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9327919-D37F-4871-2A79-134AFA4CB171}"/>
                    </a:ext>
                  </a:extLst>
                </p14:cNvPr>
                <p14:cNvContentPartPr/>
                <p14:nvPr/>
              </p14:nvContentPartPr>
              <p14:xfrm>
                <a:off x="11133176" y="2617772"/>
                <a:ext cx="79560" cy="261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9327919-D37F-4871-2A79-134AFA4CB17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24536" y="2609132"/>
                  <a:ext cx="97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255EDA5-809D-7064-3781-56D91E0BD828}"/>
                    </a:ext>
                  </a:extLst>
                </p14:cNvPr>
                <p14:cNvContentPartPr/>
                <p14:nvPr/>
              </p14:nvContentPartPr>
              <p14:xfrm>
                <a:off x="11262056" y="2558732"/>
                <a:ext cx="253080" cy="360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255EDA5-809D-7064-3781-56D91E0BD82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253416" y="2550092"/>
                  <a:ext cx="270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5BA65E-C4B3-9488-3493-7FE96CF1C735}"/>
                    </a:ext>
                  </a:extLst>
                </p14:cNvPr>
                <p14:cNvContentPartPr/>
                <p14:nvPr/>
              </p14:nvContentPartPr>
              <p14:xfrm>
                <a:off x="11586056" y="2748812"/>
                <a:ext cx="409680" cy="372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5BA65E-C4B3-9488-3493-7FE96CF1C7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577416" y="2740172"/>
                  <a:ext cx="4273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880C0B-F29E-C343-371B-49F2A2B71F15}"/>
                    </a:ext>
                  </a:extLst>
                </p14:cNvPr>
                <p14:cNvContentPartPr/>
                <p14:nvPr/>
              </p14:nvContentPartPr>
              <p14:xfrm>
                <a:off x="12018416" y="2729012"/>
                <a:ext cx="156240" cy="320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880C0B-F29E-C343-371B-49F2A2B71F1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2009776" y="2720372"/>
                  <a:ext cx="1738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5B9BDB4-0646-3093-B21F-94A82592F06B}"/>
                    </a:ext>
                  </a:extLst>
                </p14:cNvPr>
                <p14:cNvContentPartPr/>
                <p14:nvPr/>
              </p14:nvContentPartPr>
              <p14:xfrm>
                <a:off x="5061056" y="2554772"/>
                <a:ext cx="56520" cy="635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5B9BDB4-0646-3093-B21F-94A82592F06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416" y="2546132"/>
                  <a:ext cx="741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C98C341-BD76-6BAF-CF64-54919C8EB3D4}"/>
                    </a:ext>
                  </a:extLst>
                </p14:cNvPr>
                <p14:cNvContentPartPr/>
                <p14:nvPr/>
              </p14:nvContentPartPr>
              <p14:xfrm>
                <a:off x="4933616" y="3117812"/>
                <a:ext cx="196560" cy="158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C98C341-BD76-6BAF-CF64-54919C8EB3D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924976" y="3109172"/>
                  <a:ext cx="214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48CED59-8509-BE55-9D20-5BAFF6A0AEE1}"/>
                    </a:ext>
                  </a:extLst>
                </p14:cNvPr>
                <p14:cNvContentPartPr/>
                <p14:nvPr/>
              </p14:nvContentPartPr>
              <p14:xfrm>
                <a:off x="4746776" y="3514892"/>
                <a:ext cx="164160" cy="230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48CED59-8509-BE55-9D20-5BAFF6A0AEE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37776" y="3505892"/>
                  <a:ext cx="181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D5AD8B8-5376-2A08-0878-A5A960E6E66E}"/>
                    </a:ext>
                  </a:extLst>
                </p14:cNvPr>
                <p14:cNvContentPartPr/>
                <p14:nvPr/>
              </p14:nvContentPartPr>
              <p14:xfrm>
                <a:off x="4973576" y="3540092"/>
                <a:ext cx="105120" cy="165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D5AD8B8-5376-2A08-0878-A5A960E6E6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64576" y="3531452"/>
                  <a:ext cx="1227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0D6D06-3015-A32F-B444-003B539C125A}"/>
                    </a:ext>
                  </a:extLst>
                </p14:cNvPr>
                <p14:cNvContentPartPr/>
                <p14:nvPr/>
              </p14:nvContentPartPr>
              <p14:xfrm>
                <a:off x="5152136" y="3543332"/>
                <a:ext cx="210600" cy="175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0D6D06-3015-A32F-B444-003B539C125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43496" y="3534332"/>
                  <a:ext cx="228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1811B5E-9151-4B8A-F655-1CF2AC0D5A7F}"/>
                    </a:ext>
                  </a:extLst>
                </p14:cNvPr>
                <p14:cNvContentPartPr/>
                <p14:nvPr/>
              </p14:nvContentPartPr>
              <p14:xfrm>
                <a:off x="5494856" y="3571412"/>
                <a:ext cx="162720" cy="16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1811B5E-9151-4B8A-F655-1CF2AC0D5A7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486216" y="3562772"/>
                  <a:ext cx="180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F28591D-576C-D4A2-DAD4-58AC64B3275F}"/>
                    </a:ext>
                  </a:extLst>
                </p14:cNvPr>
                <p14:cNvContentPartPr/>
                <p14:nvPr/>
              </p14:nvContentPartPr>
              <p14:xfrm>
                <a:off x="5888696" y="3650612"/>
                <a:ext cx="79200" cy="16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F28591D-576C-D4A2-DAD4-58AC64B3275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79696" y="3641972"/>
                  <a:ext cx="96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1942F2-C7FB-9BD0-550F-2DE86491EF7A}"/>
                    </a:ext>
                  </a:extLst>
                </p14:cNvPr>
                <p14:cNvContentPartPr/>
                <p14:nvPr/>
              </p14:nvContentPartPr>
              <p14:xfrm>
                <a:off x="6109736" y="3434252"/>
                <a:ext cx="281520" cy="312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1942F2-C7FB-9BD0-550F-2DE86491EF7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101096" y="3425252"/>
                  <a:ext cx="2991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A7B07D0-2338-2FD5-89C0-85AD7670486A}"/>
                    </a:ext>
                  </a:extLst>
                </p14:cNvPr>
                <p14:cNvContentPartPr/>
                <p14:nvPr/>
              </p14:nvContentPartPr>
              <p14:xfrm>
                <a:off x="6448136" y="3592292"/>
                <a:ext cx="257760" cy="124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A7B07D0-2338-2FD5-89C0-85AD7670486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39136" y="3583652"/>
                  <a:ext cx="275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E41A0B6-BB48-D09B-EBEC-D70D64281AC5}"/>
                    </a:ext>
                  </a:extLst>
                </p14:cNvPr>
                <p14:cNvContentPartPr/>
                <p14:nvPr/>
              </p14:nvContentPartPr>
              <p14:xfrm>
                <a:off x="6759176" y="3396812"/>
                <a:ext cx="63000" cy="32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E41A0B6-BB48-D09B-EBEC-D70D64281AC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50176" y="3387812"/>
                  <a:ext cx="80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521A20C-6504-E1FF-48AE-A9FC06AF9227}"/>
                    </a:ext>
                  </a:extLst>
                </p14:cNvPr>
                <p14:cNvContentPartPr/>
                <p14:nvPr/>
              </p14:nvContentPartPr>
              <p14:xfrm>
                <a:off x="6825056" y="3526052"/>
                <a:ext cx="69120" cy="167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521A20C-6504-E1FF-48AE-A9FC06AF922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16416" y="3517052"/>
                  <a:ext cx="86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6887A40-67A5-C7C3-4B2C-158679707C08}"/>
                    </a:ext>
                  </a:extLst>
                </p14:cNvPr>
                <p14:cNvContentPartPr/>
                <p14:nvPr/>
              </p14:nvContentPartPr>
              <p14:xfrm>
                <a:off x="6929816" y="3504812"/>
                <a:ext cx="226080" cy="234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6887A40-67A5-C7C3-4B2C-158679707C0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21176" y="3495812"/>
                  <a:ext cx="243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4097B43-834B-A8E5-4B80-4EFC6169E9FD}"/>
                    </a:ext>
                  </a:extLst>
                </p14:cNvPr>
                <p14:cNvContentPartPr/>
                <p14:nvPr/>
              </p14:nvContentPartPr>
              <p14:xfrm>
                <a:off x="7303856" y="3476372"/>
                <a:ext cx="204840" cy="289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4097B43-834B-A8E5-4B80-4EFC6169E9F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94856" y="3467732"/>
                  <a:ext cx="222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B2C5D00-5373-A44B-85EE-C5E9B38FD2D3}"/>
                    </a:ext>
                  </a:extLst>
                </p14:cNvPr>
                <p14:cNvContentPartPr/>
                <p14:nvPr/>
              </p14:nvContentPartPr>
              <p14:xfrm>
                <a:off x="7401776" y="3611732"/>
                <a:ext cx="390960" cy="254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B2C5D00-5373-A44B-85EE-C5E9B38FD2D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393136" y="3603092"/>
                  <a:ext cx="408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06A2A2C-BB6F-AB00-DC8F-6069A1DB9A5F}"/>
                    </a:ext>
                  </a:extLst>
                </p14:cNvPr>
                <p14:cNvContentPartPr/>
                <p14:nvPr/>
              </p14:nvContentPartPr>
              <p14:xfrm>
                <a:off x="7794536" y="3599132"/>
                <a:ext cx="174240" cy="201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06A2A2C-BB6F-AB00-DC8F-6069A1DB9A5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85536" y="3590132"/>
                  <a:ext cx="19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7095E7-A1FD-4071-CB10-81DE5A54AB3A}"/>
                    </a:ext>
                  </a:extLst>
                </p14:cNvPr>
                <p14:cNvContentPartPr/>
                <p14:nvPr/>
              </p14:nvContentPartPr>
              <p14:xfrm>
                <a:off x="7792016" y="3580052"/>
                <a:ext cx="351000" cy="243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7095E7-A1FD-4071-CB10-81DE5A54AB3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783016" y="3571052"/>
                  <a:ext cx="368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01F44D9-5CCD-9920-6682-217DB26D4505}"/>
                    </a:ext>
                  </a:extLst>
                </p14:cNvPr>
                <p14:cNvContentPartPr/>
                <p14:nvPr/>
              </p14:nvContentPartPr>
              <p14:xfrm>
                <a:off x="4730576" y="4672292"/>
                <a:ext cx="380520" cy="339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01F44D9-5CCD-9920-6682-217DB26D450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21576" y="4663292"/>
                  <a:ext cx="3981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F8AF4F-2AF2-5004-2201-7C97B21A8BF8}"/>
                    </a:ext>
                  </a:extLst>
                </p14:cNvPr>
                <p14:cNvContentPartPr/>
                <p14:nvPr/>
              </p14:nvContentPartPr>
              <p14:xfrm>
                <a:off x="5062496" y="4876052"/>
                <a:ext cx="126000" cy="199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F8AF4F-2AF2-5004-2201-7C97B21A8BF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53856" y="4867052"/>
                  <a:ext cx="143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0020AB5-093A-995D-DAE2-E628B15A3657}"/>
                    </a:ext>
                  </a:extLst>
                </p14:cNvPr>
                <p14:cNvContentPartPr/>
                <p14:nvPr/>
              </p14:nvContentPartPr>
              <p14:xfrm>
                <a:off x="5538776" y="4966772"/>
                <a:ext cx="49320" cy="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0020AB5-093A-995D-DAE2-E628B15A365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29776" y="4957772"/>
                  <a:ext cx="66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59E1537-B33F-169C-67BE-C28218792B9E}"/>
                    </a:ext>
                  </a:extLst>
                </p14:cNvPr>
                <p14:cNvContentPartPr/>
                <p14:nvPr/>
              </p14:nvContentPartPr>
              <p14:xfrm>
                <a:off x="5716616" y="4953452"/>
                <a:ext cx="8712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59E1537-B33F-169C-67BE-C28218792B9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07616" y="4944452"/>
                  <a:ext cx="104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2DAE95D-4C99-4158-44C9-4964A1F6D49F}"/>
                    </a:ext>
                  </a:extLst>
                </p14:cNvPr>
                <p14:cNvContentPartPr/>
                <p14:nvPr/>
              </p14:nvContentPartPr>
              <p14:xfrm>
                <a:off x="4823456" y="5379692"/>
                <a:ext cx="380880" cy="293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2DAE95D-4C99-4158-44C9-4964A1F6D49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14816" y="5371052"/>
                  <a:ext cx="398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7DDE84E-23A8-CFCC-24CD-4AEFF5FE1807}"/>
                    </a:ext>
                  </a:extLst>
                </p14:cNvPr>
                <p14:cNvContentPartPr/>
                <p14:nvPr/>
              </p14:nvContentPartPr>
              <p14:xfrm>
                <a:off x="5209016" y="5435132"/>
                <a:ext cx="27360" cy="5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7DDE84E-23A8-CFCC-24CD-4AEFF5FE180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00376" y="5426132"/>
                  <a:ext cx="45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3B23C74-904C-E877-22ED-804188AF4796}"/>
                    </a:ext>
                  </a:extLst>
                </p14:cNvPr>
                <p14:cNvContentPartPr/>
                <p14:nvPr/>
              </p14:nvContentPartPr>
              <p14:xfrm>
                <a:off x="5262656" y="5480132"/>
                <a:ext cx="472680" cy="240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3B23C74-904C-E877-22ED-804188AF479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254016" y="5471132"/>
                  <a:ext cx="490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21A791-F4AC-F01B-3629-5C2F6B88B150}"/>
                    </a:ext>
                  </a:extLst>
                </p14:cNvPr>
                <p14:cNvContentPartPr/>
                <p14:nvPr/>
              </p14:nvContentPartPr>
              <p14:xfrm>
                <a:off x="5814896" y="5400572"/>
                <a:ext cx="23400" cy="194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21A791-F4AC-F01B-3629-5C2F6B88B1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06256" y="5391932"/>
                  <a:ext cx="41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80FC845-FC0A-8B2C-BF65-06E023BF8295}"/>
                    </a:ext>
                  </a:extLst>
                </p14:cNvPr>
                <p14:cNvContentPartPr/>
                <p14:nvPr/>
              </p14:nvContentPartPr>
              <p14:xfrm>
                <a:off x="5874296" y="5473292"/>
                <a:ext cx="174240" cy="109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80FC845-FC0A-8B2C-BF65-06E023BF829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65656" y="5464292"/>
                  <a:ext cx="191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9DC35A3-78BE-2C7B-E817-36EC4EE56120}"/>
                    </a:ext>
                  </a:extLst>
                </p14:cNvPr>
                <p14:cNvContentPartPr/>
                <p14:nvPr/>
              </p14:nvContentPartPr>
              <p14:xfrm>
                <a:off x="4961696" y="5950292"/>
                <a:ext cx="357120" cy="293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9DC35A3-78BE-2C7B-E817-36EC4EE561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53056" y="5941292"/>
                  <a:ext cx="3747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E4473AC-7986-F48F-D737-85A36BDEAA99}"/>
                    </a:ext>
                  </a:extLst>
                </p14:cNvPr>
                <p14:cNvContentPartPr/>
                <p14:nvPr/>
              </p14:nvContentPartPr>
              <p14:xfrm>
                <a:off x="5428256" y="5973332"/>
                <a:ext cx="552240" cy="223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E4473AC-7986-F48F-D737-85A36BDEAA9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19616" y="5964692"/>
                  <a:ext cx="569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B304213-3CD9-E682-3412-7D664F559879}"/>
                    </a:ext>
                  </a:extLst>
                </p14:cNvPr>
                <p14:cNvContentPartPr/>
                <p14:nvPr/>
              </p14:nvContentPartPr>
              <p14:xfrm>
                <a:off x="6567296" y="5951012"/>
                <a:ext cx="230400" cy="246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B304213-3CD9-E682-3412-7D664F55987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58656" y="5942372"/>
                  <a:ext cx="248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99C9EA1-B68F-B3A8-FBB3-D4C9437051FB}"/>
                    </a:ext>
                  </a:extLst>
                </p14:cNvPr>
                <p14:cNvContentPartPr/>
                <p14:nvPr/>
              </p14:nvContentPartPr>
              <p14:xfrm>
                <a:off x="6867536" y="5941652"/>
                <a:ext cx="143280" cy="210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99C9EA1-B68F-B3A8-FBB3-D4C9437051F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58536" y="5933012"/>
                  <a:ext cx="160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22E401E-763B-AAA5-AC99-D7C1BC57FA5F}"/>
                    </a:ext>
                  </a:extLst>
                </p14:cNvPr>
                <p14:cNvContentPartPr/>
                <p14:nvPr/>
              </p14:nvContentPartPr>
              <p14:xfrm>
                <a:off x="7092176" y="5951012"/>
                <a:ext cx="175320" cy="222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22E401E-763B-AAA5-AC99-D7C1BC57FA5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083536" y="5942012"/>
                  <a:ext cx="192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6A646C4-0579-98D8-BB0B-49DD9CBD6482}"/>
                    </a:ext>
                  </a:extLst>
                </p14:cNvPr>
                <p14:cNvContentPartPr/>
                <p14:nvPr/>
              </p14:nvContentPartPr>
              <p14:xfrm>
                <a:off x="7878416" y="3024572"/>
                <a:ext cx="756000" cy="3312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6A646C4-0579-98D8-BB0B-49DD9CBD648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69416" y="3015572"/>
                  <a:ext cx="773640" cy="33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7791550-FAC1-2882-C206-2BAF4832695D}"/>
                    </a:ext>
                  </a:extLst>
                </p14:cNvPr>
                <p14:cNvContentPartPr/>
                <p14:nvPr/>
              </p14:nvContentPartPr>
              <p14:xfrm>
                <a:off x="8609216" y="4350452"/>
                <a:ext cx="709200" cy="77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7791550-FAC1-2882-C206-2BAF4832695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00216" y="4341452"/>
                  <a:ext cx="726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31FEE96-6BA6-BD74-133D-81C26A0C6629}"/>
                    </a:ext>
                  </a:extLst>
                </p14:cNvPr>
                <p14:cNvContentPartPr/>
                <p14:nvPr/>
              </p14:nvContentPartPr>
              <p14:xfrm>
                <a:off x="9047696" y="4223732"/>
                <a:ext cx="282240" cy="3722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31FEE96-6BA6-BD74-133D-81C26A0C662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38696" y="4215092"/>
                  <a:ext cx="2998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02CC2A3-3B89-F63F-A0FD-2E4427B5471C}"/>
                    </a:ext>
                  </a:extLst>
                </p14:cNvPr>
                <p14:cNvContentPartPr/>
                <p14:nvPr/>
              </p14:nvContentPartPr>
              <p14:xfrm>
                <a:off x="9691376" y="4063532"/>
                <a:ext cx="214920" cy="434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02CC2A3-3B89-F63F-A0FD-2E4427B547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82736" y="4054532"/>
                  <a:ext cx="2325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B809564-62D6-8BC0-AFFA-1D41D84D2DFF}"/>
                    </a:ext>
                  </a:extLst>
                </p14:cNvPr>
                <p14:cNvContentPartPr/>
                <p14:nvPr/>
              </p14:nvContentPartPr>
              <p14:xfrm>
                <a:off x="9980096" y="4235972"/>
                <a:ext cx="156960" cy="262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B809564-62D6-8BC0-AFFA-1D41D84D2DF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71456" y="4227332"/>
                  <a:ext cx="174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5B3A906-C1AA-CC6D-779E-5FAF33AE8480}"/>
                    </a:ext>
                  </a:extLst>
                </p14:cNvPr>
                <p14:cNvContentPartPr/>
                <p14:nvPr/>
              </p14:nvContentPartPr>
              <p14:xfrm>
                <a:off x="10248296" y="4146332"/>
                <a:ext cx="226440" cy="367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5B3A906-C1AA-CC6D-779E-5FAF33AE848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39296" y="4137332"/>
                  <a:ext cx="2440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18274E9-DE67-43FD-A686-CA79A66FD398}"/>
                    </a:ext>
                  </a:extLst>
                </p14:cNvPr>
                <p14:cNvContentPartPr/>
                <p14:nvPr/>
              </p14:nvContentPartPr>
              <p14:xfrm>
                <a:off x="9315176" y="3668612"/>
                <a:ext cx="1766160" cy="1225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18274E9-DE67-43FD-A686-CA79A66FD39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306176" y="3659612"/>
                  <a:ext cx="1783800" cy="12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BF12B84-E6CE-4A62-16D9-7ECB49A5B113}"/>
                    </a:ext>
                  </a:extLst>
                </p14:cNvPr>
                <p14:cNvContentPartPr/>
                <p14:nvPr/>
              </p14:nvContentPartPr>
              <p14:xfrm>
                <a:off x="11023736" y="3082532"/>
                <a:ext cx="245520" cy="2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BF12B84-E6CE-4A62-16D9-7ECB49A5B11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14736" y="3073532"/>
                  <a:ext cx="263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C3B5B9D-C3FB-3B42-C922-DFDC57F08A3F}"/>
                    </a:ext>
                  </a:extLst>
                </p14:cNvPr>
                <p14:cNvContentPartPr/>
                <p14:nvPr/>
              </p14:nvContentPartPr>
              <p14:xfrm>
                <a:off x="11109776" y="3011252"/>
                <a:ext cx="27720" cy="289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C3B5B9D-C3FB-3B42-C922-DFDC57F08A3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00776" y="3002612"/>
                  <a:ext cx="453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0FBAE40-B80B-93A8-5E4D-C0D1C67FDD22}"/>
                    </a:ext>
                  </a:extLst>
                </p14:cNvPr>
                <p14:cNvContentPartPr/>
                <p14:nvPr/>
              </p14:nvContentPartPr>
              <p14:xfrm>
                <a:off x="10610096" y="3393572"/>
                <a:ext cx="237240" cy="315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0FBAE40-B80B-93A8-5E4D-C0D1C67FDD2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01456" y="3384932"/>
                  <a:ext cx="2548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C1088ED-17EF-C818-3C24-92BDEC25AD08}"/>
                    </a:ext>
                  </a:extLst>
                </p14:cNvPr>
                <p14:cNvContentPartPr/>
                <p14:nvPr/>
              </p14:nvContentPartPr>
              <p14:xfrm>
                <a:off x="10952816" y="3439292"/>
                <a:ext cx="168120" cy="332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C1088ED-17EF-C818-3C24-92BDEC25AD0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44176" y="3430292"/>
                  <a:ext cx="1857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D0FA898-70ED-A973-09A8-DD46168CE88F}"/>
                    </a:ext>
                  </a:extLst>
                </p14:cNvPr>
                <p14:cNvContentPartPr/>
                <p14:nvPr/>
              </p14:nvContentPartPr>
              <p14:xfrm>
                <a:off x="11229296" y="3449732"/>
                <a:ext cx="239400" cy="334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D0FA898-70ED-A973-09A8-DD46168CE88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20296" y="3440732"/>
                  <a:ext cx="2570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E4C7B59-E4F1-F2C5-AC20-23A658D11984}"/>
                    </a:ext>
                  </a:extLst>
                </p14:cNvPr>
                <p14:cNvContentPartPr/>
                <p14:nvPr/>
              </p14:nvContentPartPr>
              <p14:xfrm>
                <a:off x="11321456" y="3548732"/>
                <a:ext cx="239760" cy="102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E4C7B59-E4F1-F2C5-AC20-23A658D119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12456" y="3540092"/>
                  <a:ext cx="2574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8EF1DE7-D355-6442-C975-822BA519B74B}"/>
                    </a:ext>
                  </a:extLst>
                </p14:cNvPr>
                <p14:cNvContentPartPr/>
                <p14:nvPr/>
              </p14:nvContentPartPr>
              <p14:xfrm>
                <a:off x="9888296" y="2167772"/>
                <a:ext cx="2590920" cy="2294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8EF1DE7-D355-6442-C975-822BA519B74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79296" y="2158772"/>
                  <a:ext cx="2608560" cy="23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A7363DA-5EDF-E686-D1EA-140B41EE09F8}"/>
                    </a:ext>
                  </a:extLst>
                </p14:cNvPr>
                <p14:cNvContentPartPr/>
                <p14:nvPr/>
              </p14:nvContentPartPr>
              <p14:xfrm>
                <a:off x="9486536" y="3323732"/>
                <a:ext cx="447120" cy="396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A7363DA-5EDF-E686-D1EA-140B41EE09F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77536" y="3314732"/>
                  <a:ext cx="464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3B1ADC-3E09-B66C-74E4-36EBC10B1D50}"/>
                    </a:ext>
                  </a:extLst>
                </p14:cNvPr>
                <p14:cNvContentPartPr/>
                <p14:nvPr/>
              </p14:nvContentPartPr>
              <p14:xfrm>
                <a:off x="9341096" y="3630812"/>
                <a:ext cx="271440" cy="167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3B1ADC-3E09-B66C-74E4-36EBC10B1D5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332096" y="3622172"/>
                  <a:ext cx="289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A439D2D-B64E-F12D-FA43-188D512A23D0}"/>
                    </a:ext>
                  </a:extLst>
                </p14:cNvPr>
                <p14:cNvContentPartPr/>
                <p14:nvPr/>
              </p14:nvContentPartPr>
              <p14:xfrm>
                <a:off x="5822096" y="1169132"/>
                <a:ext cx="295560" cy="724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A439D2D-B64E-F12D-FA43-188D512A23D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813456" y="1160132"/>
                  <a:ext cx="31320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A4EF8D8-8E78-2C17-A5C9-B3F185D19951}"/>
                    </a:ext>
                  </a:extLst>
                </p14:cNvPr>
                <p14:cNvContentPartPr/>
                <p14:nvPr/>
              </p14:nvContentPartPr>
              <p14:xfrm>
                <a:off x="5834696" y="1537052"/>
                <a:ext cx="229680" cy="160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A4EF8D8-8E78-2C17-A5C9-B3F185D1995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826056" y="1528052"/>
                  <a:ext cx="247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7A8EF5-6B2A-6A30-C9DE-714DAC54DF96}"/>
                    </a:ext>
                  </a:extLst>
                </p14:cNvPr>
                <p14:cNvContentPartPr/>
                <p14:nvPr/>
              </p14:nvContentPartPr>
              <p14:xfrm>
                <a:off x="6098216" y="1571612"/>
                <a:ext cx="100080" cy="125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7A8EF5-6B2A-6A30-C9DE-714DAC54DF9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089216" y="1562612"/>
                  <a:ext cx="117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7B47A1-E249-FC7E-CCBD-C1EAA152D933}"/>
                    </a:ext>
                  </a:extLst>
                </p14:cNvPr>
                <p14:cNvContentPartPr/>
                <p14:nvPr/>
              </p14:nvContentPartPr>
              <p14:xfrm>
                <a:off x="6322136" y="1466852"/>
                <a:ext cx="138960" cy="22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7B47A1-E249-FC7E-CCBD-C1EAA152D93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313136" y="1457852"/>
                  <a:ext cx="156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25C94E3-DCE5-77DA-47B2-19D63F3CA5FA}"/>
                    </a:ext>
                  </a:extLst>
                </p14:cNvPr>
                <p14:cNvContentPartPr/>
                <p14:nvPr/>
              </p14:nvContentPartPr>
              <p14:xfrm>
                <a:off x="6479816" y="1588532"/>
                <a:ext cx="100440" cy="41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25C94E3-DCE5-77DA-47B2-19D63F3CA5F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470816" y="1579892"/>
                  <a:ext cx="118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320F34A-3F56-4FEC-8D4C-77D22B28B77A}"/>
                    </a:ext>
                  </a:extLst>
                </p14:cNvPr>
                <p14:cNvContentPartPr/>
                <p14:nvPr/>
              </p14:nvContentPartPr>
              <p14:xfrm>
                <a:off x="6657296" y="1539212"/>
                <a:ext cx="144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320F34A-3F56-4FEC-8D4C-77D22B28B7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48296" y="1530572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D18077-287E-9814-8AAF-6002C7C99486}"/>
                    </a:ext>
                  </a:extLst>
                </p14:cNvPr>
                <p14:cNvContentPartPr/>
                <p14:nvPr/>
              </p14:nvContentPartPr>
              <p14:xfrm>
                <a:off x="6668816" y="1565492"/>
                <a:ext cx="324360" cy="123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D18077-287E-9814-8AAF-6002C7C9948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660176" y="1556492"/>
                  <a:ext cx="342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183E67-65C4-E9C8-DCEF-3EF1872EFE05}"/>
                    </a:ext>
                  </a:extLst>
                </p14:cNvPr>
                <p14:cNvContentPartPr/>
                <p14:nvPr/>
              </p14:nvContentPartPr>
              <p14:xfrm>
                <a:off x="4928936" y="2224652"/>
                <a:ext cx="216720" cy="261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183E67-65C4-E9C8-DCEF-3EF1872EFE0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919936" y="2216012"/>
                  <a:ext cx="234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C56A0F-C7FE-D18D-F281-CB42916E3ABF}"/>
                    </a:ext>
                  </a:extLst>
                </p14:cNvPr>
                <p14:cNvContentPartPr/>
                <p14:nvPr/>
              </p14:nvContentPartPr>
              <p14:xfrm>
                <a:off x="5184536" y="2307812"/>
                <a:ext cx="149760" cy="132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C56A0F-C7FE-D18D-F281-CB42916E3AB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175896" y="2298812"/>
                  <a:ext cx="167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75E8DA-F282-4B2E-6543-15FF0B67EAFD}"/>
                    </a:ext>
                  </a:extLst>
                </p14:cNvPr>
                <p14:cNvContentPartPr/>
                <p14:nvPr/>
              </p14:nvContentPartPr>
              <p14:xfrm>
                <a:off x="5400176" y="2290892"/>
                <a:ext cx="72720" cy="9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75E8DA-F282-4B2E-6543-15FF0B67EAF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391176" y="2281892"/>
                  <a:ext cx="90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D8C8840-3100-6274-ADE7-E36704EB0491}"/>
                    </a:ext>
                  </a:extLst>
                </p14:cNvPr>
                <p14:cNvContentPartPr/>
                <p14:nvPr/>
              </p14:nvContentPartPr>
              <p14:xfrm>
                <a:off x="5528696" y="2312852"/>
                <a:ext cx="80280" cy="214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D8C8840-3100-6274-ADE7-E36704EB049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520056" y="2304212"/>
                  <a:ext cx="97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8B4F3E-5D6A-B10E-9A1C-F90A04FDED2A}"/>
                    </a:ext>
                  </a:extLst>
                </p14:cNvPr>
                <p14:cNvContentPartPr/>
                <p14:nvPr/>
              </p14:nvContentPartPr>
              <p14:xfrm>
                <a:off x="5664776" y="2407532"/>
                <a:ext cx="37080" cy="86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8B4F3E-5D6A-B10E-9A1C-F90A04FDED2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655776" y="2398532"/>
                  <a:ext cx="54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B1401F-621F-6533-3CA9-EC2FBF93FAF3}"/>
                    </a:ext>
                  </a:extLst>
                </p14:cNvPr>
                <p14:cNvContentPartPr/>
                <p14:nvPr/>
              </p14:nvContentPartPr>
              <p14:xfrm>
                <a:off x="4811576" y="1005692"/>
                <a:ext cx="459360" cy="55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B1401F-621F-6533-3CA9-EC2FBF93FAF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802576" y="997052"/>
                  <a:ext cx="4770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3AF3E1A-33C5-E12F-748A-CAB2A0ABCE99}"/>
                    </a:ext>
                  </a:extLst>
                </p14:cNvPr>
                <p14:cNvContentPartPr/>
                <p14:nvPr/>
              </p14:nvContentPartPr>
              <p14:xfrm>
                <a:off x="4972856" y="1578812"/>
                <a:ext cx="112680" cy="450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3AF3E1A-33C5-E12F-748A-CAB2A0ABCE9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964216" y="1569812"/>
                  <a:ext cx="1303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FCE0C8-E597-4A3B-FF20-6EE0B98009E6}"/>
                    </a:ext>
                  </a:extLst>
                </p14:cNvPr>
                <p14:cNvContentPartPr/>
                <p14:nvPr/>
              </p14:nvContentPartPr>
              <p14:xfrm>
                <a:off x="4848296" y="1737212"/>
                <a:ext cx="184320" cy="115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FCE0C8-E597-4A3B-FF20-6EE0B98009E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839656" y="1728212"/>
                  <a:ext cx="201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1ED53F-F9C4-6A1E-1DBC-BAE95AB16CF8}"/>
                    </a:ext>
                  </a:extLst>
                </p14:cNvPr>
                <p14:cNvContentPartPr/>
                <p14:nvPr/>
              </p14:nvContentPartPr>
              <p14:xfrm>
                <a:off x="4932536" y="1940612"/>
                <a:ext cx="97920" cy="108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1ED53F-F9C4-6A1E-1DBC-BAE95AB16CF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923536" y="1931612"/>
                  <a:ext cx="115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D4BA06-4602-FBAF-D77E-25A377C21761}"/>
                    </a:ext>
                  </a:extLst>
                </p14:cNvPr>
                <p14:cNvContentPartPr/>
                <p14:nvPr/>
              </p14:nvContentPartPr>
              <p14:xfrm>
                <a:off x="5121176" y="1749452"/>
                <a:ext cx="222840" cy="233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D4BA06-4602-FBAF-D77E-25A377C2176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112536" y="1740812"/>
                  <a:ext cx="240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EABBEB6-4925-B41F-FD47-A2D6DA5C2A09}"/>
                    </a:ext>
                  </a:extLst>
                </p14:cNvPr>
                <p14:cNvContentPartPr/>
                <p14:nvPr/>
              </p14:nvContentPartPr>
              <p14:xfrm>
                <a:off x="5122976" y="1973372"/>
                <a:ext cx="102960" cy="108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EABBEB6-4925-B41F-FD47-A2D6DA5C2A0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113976" y="1964732"/>
                  <a:ext cx="120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91071A-AFC0-5DAE-23BC-9DB1C680176D}"/>
                    </a:ext>
                  </a:extLst>
                </p14:cNvPr>
                <p14:cNvContentPartPr/>
                <p14:nvPr/>
              </p14:nvContentPartPr>
              <p14:xfrm>
                <a:off x="4986176" y="1387652"/>
                <a:ext cx="165600" cy="111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91071A-AFC0-5DAE-23BC-9DB1C680176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977536" y="1379012"/>
                  <a:ext cx="183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9D4EB30-6DAE-1D97-1D45-FBCEE540D27C}"/>
                    </a:ext>
                  </a:extLst>
                </p14:cNvPr>
                <p14:cNvContentPartPr/>
                <p14:nvPr/>
              </p14:nvContentPartPr>
              <p14:xfrm>
                <a:off x="4955216" y="1241492"/>
                <a:ext cx="29160" cy="44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9D4EB30-6DAE-1D97-1D45-FBCEE540D27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946216" y="1232492"/>
                  <a:ext cx="46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3D324B-8D29-B6D0-B96F-F07A5EB7BE42}"/>
                    </a:ext>
                  </a:extLst>
                </p14:cNvPr>
                <p14:cNvContentPartPr/>
                <p14:nvPr/>
              </p14:nvContentPartPr>
              <p14:xfrm>
                <a:off x="5098136" y="1211972"/>
                <a:ext cx="34920" cy="41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3D324B-8D29-B6D0-B96F-F07A5EB7BE4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089496" y="1203332"/>
                  <a:ext cx="52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C7B952-713D-5751-06A2-61741D1FE519}"/>
                    </a:ext>
                  </a:extLst>
                </p14:cNvPr>
                <p14:cNvContentPartPr/>
                <p14:nvPr/>
              </p14:nvContentPartPr>
              <p14:xfrm>
                <a:off x="4972856" y="817052"/>
                <a:ext cx="321120" cy="301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C7B952-713D-5751-06A2-61741D1FE51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963856" y="808412"/>
                  <a:ext cx="338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0DA2877-18BA-250C-2AA3-4C3E908C9C09}"/>
                    </a:ext>
                  </a:extLst>
                </p14:cNvPr>
                <p14:cNvContentPartPr/>
                <p14:nvPr/>
              </p14:nvContentPartPr>
              <p14:xfrm>
                <a:off x="4999496" y="928652"/>
                <a:ext cx="230760" cy="117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0DA2877-18BA-250C-2AA3-4C3E908C9C0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90496" y="920012"/>
                  <a:ext cx="248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A01DB78-C583-740F-93C4-050075C22DA6}"/>
                    </a:ext>
                  </a:extLst>
                </p14:cNvPr>
                <p14:cNvContentPartPr/>
                <p14:nvPr/>
              </p14:nvContentPartPr>
              <p14:xfrm>
                <a:off x="6025856" y="2133212"/>
                <a:ext cx="270360" cy="27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A01DB78-C583-740F-93C4-050075C22DA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016856" y="2124212"/>
                  <a:ext cx="288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8FD8A3-CFCC-9F5C-E6AB-3354BC9348CB}"/>
                    </a:ext>
                  </a:extLst>
                </p14:cNvPr>
                <p14:cNvContentPartPr/>
                <p14:nvPr/>
              </p14:nvContentPartPr>
              <p14:xfrm>
                <a:off x="6374336" y="2255972"/>
                <a:ext cx="360" cy="119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38FD8A3-CFCC-9F5C-E6AB-3354BC9348C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365696" y="2247332"/>
                  <a:ext cx="18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8AE41D-1634-6008-8A7B-9BF9C558DFAA}"/>
                    </a:ext>
                  </a:extLst>
                </p14:cNvPr>
                <p14:cNvContentPartPr/>
                <p14:nvPr/>
              </p14:nvContentPartPr>
              <p14:xfrm>
                <a:off x="6400616" y="2156252"/>
                <a:ext cx="3240" cy="12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8AE41D-1634-6008-8A7B-9BF9C558DFA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391616" y="2147252"/>
                  <a:ext cx="20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29046E5-A934-4A60-21F3-4AD4B676B740}"/>
                    </a:ext>
                  </a:extLst>
                </p14:cNvPr>
                <p14:cNvContentPartPr/>
                <p14:nvPr/>
              </p14:nvContentPartPr>
              <p14:xfrm>
                <a:off x="6452816" y="2162372"/>
                <a:ext cx="52920" cy="215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29046E5-A934-4A60-21F3-4AD4B676B74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443816" y="2153732"/>
                  <a:ext cx="70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DFEDA4-EDC5-7DAB-9046-D83FDFEDD770}"/>
                    </a:ext>
                  </a:extLst>
                </p14:cNvPr>
                <p14:cNvContentPartPr/>
                <p14:nvPr/>
              </p14:nvContentPartPr>
              <p14:xfrm>
                <a:off x="6467936" y="2264252"/>
                <a:ext cx="150840" cy="44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DFEDA4-EDC5-7DAB-9046-D83FDFEDD77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458936" y="2255252"/>
                  <a:ext cx="168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E42925-EB05-AD07-46ED-80C16272F004}"/>
                    </a:ext>
                  </a:extLst>
                </p14:cNvPr>
                <p14:cNvContentPartPr/>
                <p14:nvPr/>
              </p14:nvContentPartPr>
              <p14:xfrm>
                <a:off x="6563336" y="2262812"/>
                <a:ext cx="28440" cy="107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E42925-EB05-AD07-46ED-80C16272F00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554696" y="2253812"/>
                  <a:ext cx="46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7F26036-81D0-A3C0-0787-A5401226EC56}"/>
                    </a:ext>
                  </a:extLst>
                </p14:cNvPr>
                <p14:cNvContentPartPr/>
                <p14:nvPr/>
              </p14:nvContentPartPr>
              <p14:xfrm>
                <a:off x="6609416" y="2142212"/>
                <a:ext cx="15480" cy="35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7F26036-81D0-A3C0-0787-A5401226EC5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600416" y="2133212"/>
                  <a:ext cx="33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E371CA-7E29-FF10-DF3E-79CE40756775}"/>
                    </a:ext>
                  </a:extLst>
                </p14:cNvPr>
                <p14:cNvContentPartPr/>
                <p14:nvPr/>
              </p14:nvContentPartPr>
              <p14:xfrm>
                <a:off x="6626696" y="2241932"/>
                <a:ext cx="110880" cy="17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E371CA-7E29-FF10-DF3E-79CE4075677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618056" y="2232932"/>
                  <a:ext cx="128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841E32C-FE39-D770-99C8-26FBD97FC7FB}"/>
                    </a:ext>
                  </a:extLst>
                </p14:cNvPr>
                <p14:cNvContentPartPr/>
                <p14:nvPr/>
              </p14:nvContentPartPr>
              <p14:xfrm>
                <a:off x="6677096" y="2264972"/>
                <a:ext cx="227160" cy="118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841E32C-FE39-D770-99C8-26FBD97FC7F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668096" y="2256332"/>
                  <a:ext cx="244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F70D92-E084-98E4-2D1C-F5A9993577BA}"/>
                    </a:ext>
                  </a:extLst>
                </p14:cNvPr>
                <p14:cNvContentPartPr/>
                <p14:nvPr/>
              </p14:nvContentPartPr>
              <p14:xfrm>
                <a:off x="6966536" y="2274332"/>
                <a:ext cx="243360" cy="126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F70D92-E084-98E4-2D1C-F5A9993577B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957536" y="2265692"/>
                  <a:ext cx="261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8CD5D0-E54C-4F81-72A1-259E3542C381}"/>
                    </a:ext>
                  </a:extLst>
                </p14:cNvPr>
                <p14:cNvContentPartPr/>
                <p14:nvPr/>
              </p14:nvContentPartPr>
              <p14:xfrm>
                <a:off x="6135656" y="2453252"/>
                <a:ext cx="1217880" cy="13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8CD5D0-E54C-4F81-72A1-259E3542C38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127016" y="2444252"/>
                  <a:ext cx="1235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4CE9E3-CD04-24D9-94E6-05730375248C}"/>
                    </a:ext>
                  </a:extLst>
                </p14:cNvPr>
                <p14:cNvContentPartPr/>
                <p14:nvPr/>
              </p14:nvContentPartPr>
              <p14:xfrm>
                <a:off x="7555496" y="2295212"/>
                <a:ext cx="86400" cy="141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CE9E3-CD04-24D9-94E6-05730375248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546856" y="2286212"/>
                  <a:ext cx="104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0CB42EC-521C-A514-F371-C98B6AB87B87}"/>
                    </a:ext>
                  </a:extLst>
                </p14:cNvPr>
                <p14:cNvContentPartPr/>
                <p14:nvPr/>
              </p14:nvContentPartPr>
              <p14:xfrm>
                <a:off x="7257056" y="1821092"/>
                <a:ext cx="843840" cy="616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0CB42EC-521C-A514-F371-C98B6AB87B8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248056" y="1812092"/>
                  <a:ext cx="86148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94D1A98-612A-0B10-E22A-7E47A75AAA10}"/>
                    </a:ext>
                  </a:extLst>
                </p14:cNvPr>
                <p14:cNvContentPartPr/>
                <p14:nvPr/>
              </p14:nvContentPartPr>
              <p14:xfrm>
                <a:off x="8119976" y="2262092"/>
                <a:ext cx="171360" cy="217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94D1A98-612A-0B10-E22A-7E47A75AAA1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110976" y="2253092"/>
                  <a:ext cx="189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55F6DF-18BB-B24D-DF41-9FD03AA99008}"/>
                    </a:ext>
                  </a:extLst>
                </p14:cNvPr>
                <p14:cNvContentPartPr/>
                <p14:nvPr/>
              </p14:nvContentPartPr>
              <p14:xfrm>
                <a:off x="8334896" y="2299172"/>
                <a:ext cx="198000" cy="116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55F6DF-18BB-B24D-DF41-9FD03AA9900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325896" y="2290172"/>
                  <a:ext cx="215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CE3F71A-E26A-4B3C-7521-1F3B12A0F558}"/>
                    </a:ext>
                  </a:extLst>
                </p14:cNvPr>
                <p14:cNvContentPartPr/>
                <p14:nvPr/>
              </p14:nvContentPartPr>
              <p14:xfrm>
                <a:off x="8630816" y="2165252"/>
                <a:ext cx="267480" cy="271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CE3F71A-E26A-4B3C-7521-1F3B12A0F55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622176" y="2156612"/>
                  <a:ext cx="285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16F4869-6886-CAC0-8106-16477EB2631B}"/>
                    </a:ext>
                  </a:extLst>
                </p14:cNvPr>
                <p14:cNvContentPartPr/>
                <p14:nvPr/>
              </p14:nvContentPartPr>
              <p14:xfrm>
                <a:off x="9001256" y="2248412"/>
                <a:ext cx="375120" cy="333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16F4869-6886-CAC0-8106-16477EB2631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992256" y="2239412"/>
                  <a:ext cx="3927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65BF03D-7458-6B67-7A71-5FEBA03784C6}"/>
                    </a:ext>
                  </a:extLst>
                </p14:cNvPr>
                <p14:cNvContentPartPr/>
                <p14:nvPr/>
              </p14:nvContentPartPr>
              <p14:xfrm>
                <a:off x="9475736" y="2302052"/>
                <a:ext cx="191880" cy="235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65BF03D-7458-6B67-7A71-5FEBA03784C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466736" y="2293052"/>
                  <a:ext cx="209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4C64B24-9EAB-9B77-198F-C01E7807FE72}"/>
                    </a:ext>
                  </a:extLst>
                </p14:cNvPr>
                <p14:cNvContentPartPr/>
                <p14:nvPr/>
              </p14:nvContentPartPr>
              <p14:xfrm>
                <a:off x="8540456" y="1528052"/>
                <a:ext cx="1209960" cy="636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4C64B24-9EAB-9B77-198F-C01E7807FE7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531816" y="1519052"/>
                  <a:ext cx="122760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5A7802-2AD3-3AFD-2598-C6B3C836891E}"/>
                    </a:ext>
                  </a:extLst>
                </p14:cNvPr>
                <p14:cNvContentPartPr/>
                <p14:nvPr/>
              </p14:nvContentPartPr>
              <p14:xfrm>
                <a:off x="9549176" y="1394132"/>
                <a:ext cx="310320" cy="242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5A7802-2AD3-3AFD-2598-C6B3C836891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540176" y="1385492"/>
                  <a:ext cx="327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FEA5294-2827-198A-C472-60ACABD0EBFB}"/>
                    </a:ext>
                  </a:extLst>
                </p14:cNvPr>
                <p14:cNvContentPartPr/>
                <p14:nvPr/>
              </p14:nvContentPartPr>
              <p14:xfrm>
                <a:off x="6025856" y="1888412"/>
                <a:ext cx="135720" cy="72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FEA5294-2827-198A-C472-60ACABD0EBF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016856" y="1879772"/>
                  <a:ext cx="153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4F3203A-81B7-F325-0301-E8291B2862F5}"/>
                    </a:ext>
                  </a:extLst>
                </p14:cNvPr>
                <p14:cNvContentPartPr/>
                <p14:nvPr/>
              </p14:nvContentPartPr>
              <p14:xfrm>
                <a:off x="6096416" y="1981292"/>
                <a:ext cx="80640" cy="54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4F3203A-81B7-F325-0301-E8291B2862F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087776" y="1972652"/>
                  <a:ext cx="98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07505C1-9F3B-F9CA-0344-723DE840389F}"/>
                    </a:ext>
                  </a:extLst>
                </p14:cNvPr>
                <p14:cNvContentPartPr/>
                <p14:nvPr/>
              </p14:nvContentPartPr>
              <p14:xfrm>
                <a:off x="6308456" y="3856532"/>
                <a:ext cx="815040" cy="105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07505C1-9F3B-F9CA-0344-723DE840389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299816" y="3847892"/>
                  <a:ext cx="832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8A6548D-C891-1592-732B-63BF9FAB3CB4}"/>
                    </a:ext>
                  </a:extLst>
                </p14:cNvPr>
                <p14:cNvContentPartPr/>
                <p14:nvPr/>
              </p14:nvContentPartPr>
              <p14:xfrm>
                <a:off x="6559016" y="3953372"/>
                <a:ext cx="512280" cy="1818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8A6548D-C891-1592-732B-63BF9FAB3CB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550016" y="3944732"/>
                  <a:ext cx="529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79F0DDA-035B-4CC9-8752-A7BA80A5A68E}"/>
                    </a:ext>
                  </a:extLst>
                </p14:cNvPr>
                <p14:cNvContentPartPr/>
                <p14:nvPr/>
              </p14:nvContentPartPr>
              <p14:xfrm>
                <a:off x="3161696" y="3900092"/>
                <a:ext cx="3834000" cy="7120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79F0DDA-035B-4CC9-8752-A7BA80A5A68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152696" y="3891092"/>
                  <a:ext cx="38516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0EB8FE4-27F3-3C28-FCD6-57CC547F3623}"/>
                    </a:ext>
                  </a:extLst>
                </p14:cNvPr>
                <p14:cNvContentPartPr/>
                <p14:nvPr/>
              </p14:nvContentPartPr>
              <p14:xfrm>
                <a:off x="3107336" y="3834572"/>
                <a:ext cx="182880" cy="221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0EB8FE4-27F3-3C28-FCD6-57CC547F362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098336" y="3825932"/>
                  <a:ext cx="200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4B6C5EB-691B-B425-10DA-59A8190292E6}"/>
                    </a:ext>
                  </a:extLst>
                </p14:cNvPr>
                <p14:cNvContentPartPr/>
                <p14:nvPr/>
              </p14:nvContentPartPr>
              <p14:xfrm>
                <a:off x="7741976" y="1038092"/>
                <a:ext cx="226440" cy="379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4B6C5EB-691B-B425-10DA-59A8190292E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732976" y="1029092"/>
                  <a:ext cx="2440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20E7F0-269D-10AE-578F-CCC33A4DD2E8}"/>
                    </a:ext>
                  </a:extLst>
                </p14:cNvPr>
                <p14:cNvContentPartPr/>
                <p14:nvPr/>
              </p14:nvContentPartPr>
              <p14:xfrm>
                <a:off x="7861136" y="1040972"/>
                <a:ext cx="813600" cy="3301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B20E7F0-269D-10AE-578F-CCC33A4DD2E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852136" y="1031972"/>
                  <a:ext cx="8312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AE04309-A5C1-8E3B-224D-E72D5840F70C}"/>
                    </a:ext>
                  </a:extLst>
                </p14:cNvPr>
                <p14:cNvContentPartPr/>
                <p14:nvPr/>
              </p14:nvContentPartPr>
              <p14:xfrm>
                <a:off x="8251376" y="1512212"/>
                <a:ext cx="339840" cy="364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AE04309-A5C1-8E3B-224D-E72D5840F70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242376" y="1503212"/>
                  <a:ext cx="3574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4033FBC-A4A2-8FE0-CE0D-3712DD36BF36}"/>
                    </a:ext>
                  </a:extLst>
                </p14:cNvPr>
                <p14:cNvContentPartPr/>
                <p14:nvPr/>
              </p14:nvContentPartPr>
              <p14:xfrm>
                <a:off x="8494016" y="1741532"/>
                <a:ext cx="148680" cy="2055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4033FBC-A4A2-8FE0-CE0D-3712DD36BF3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485016" y="1732532"/>
                  <a:ext cx="166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7EF5B3B-1F6D-023D-428E-D3BF15048CC3}"/>
                    </a:ext>
                  </a:extLst>
                </p14:cNvPr>
                <p14:cNvContentPartPr/>
                <p14:nvPr/>
              </p14:nvContentPartPr>
              <p14:xfrm>
                <a:off x="8791736" y="1789412"/>
                <a:ext cx="102600" cy="2379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7EF5B3B-1F6D-023D-428E-D3BF15048CC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782736" y="1780412"/>
                  <a:ext cx="120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F44F655-E9F5-B162-7700-313FAAF3E400}"/>
                    </a:ext>
                  </a:extLst>
                </p14:cNvPr>
                <p14:cNvContentPartPr/>
                <p14:nvPr/>
              </p14:nvContentPartPr>
              <p14:xfrm>
                <a:off x="8860856" y="1762412"/>
                <a:ext cx="288360" cy="276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F44F655-E9F5-B162-7700-313FAAF3E40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852216" y="1753772"/>
                  <a:ext cx="306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98962F5-E50F-65AF-044F-2A522491B4B5}"/>
                    </a:ext>
                  </a:extLst>
                </p14:cNvPr>
                <p14:cNvContentPartPr/>
                <p14:nvPr/>
              </p14:nvContentPartPr>
              <p14:xfrm>
                <a:off x="9221936" y="1785452"/>
                <a:ext cx="132480" cy="2473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98962F5-E50F-65AF-044F-2A522491B4B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212936" y="1776452"/>
                  <a:ext cx="150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19EDC7D-08E5-EA44-ADC2-31D7E2FD1B44}"/>
                    </a:ext>
                  </a:extLst>
                </p14:cNvPr>
                <p14:cNvContentPartPr/>
                <p14:nvPr/>
              </p14:nvContentPartPr>
              <p14:xfrm>
                <a:off x="9422816" y="1849532"/>
                <a:ext cx="161280" cy="1767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19EDC7D-08E5-EA44-ADC2-31D7E2FD1B4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413816" y="1840892"/>
                  <a:ext cx="178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004DA20-00E5-C559-C105-A7CFD3D50A8F}"/>
                    </a:ext>
                  </a:extLst>
                </p14:cNvPr>
                <p14:cNvContentPartPr/>
                <p14:nvPr/>
              </p14:nvContentPartPr>
              <p14:xfrm>
                <a:off x="9189896" y="1749452"/>
                <a:ext cx="8280" cy="196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004DA20-00E5-C559-C105-A7CFD3D50A8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181256" y="1740812"/>
                  <a:ext cx="25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FF7023E-3A57-D955-55CD-0323C298E131}"/>
                    </a:ext>
                  </a:extLst>
                </p14:cNvPr>
                <p14:cNvContentPartPr/>
                <p14:nvPr/>
              </p14:nvContentPartPr>
              <p14:xfrm>
                <a:off x="9707936" y="1770692"/>
                <a:ext cx="147240" cy="298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FF7023E-3A57-D955-55CD-0323C298E13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699296" y="1761692"/>
                  <a:ext cx="1648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2A173E7-8D18-C368-82A8-E4B41A8ABCA0}"/>
                    </a:ext>
                  </a:extLst>
                </p14:cNvPr>
                <p14:cNvContentPartPr/>
                <p14:nvPr/>
              </p14:nvContentPartPr>
              <p14:xfrm>
                <a:off x="8512376" y="2078852"/>
                <a:ext cx="1477080" cy="45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2A173E7-8D18-C368-82A8-E4B41A8ABCA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503376" y="2070212"/>
                  <a:ext cx="1494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9DEAB29-A6AF-BAC1-D097-1BD767F7F8FE}"/>
                    </a:ext>
                  </a:extLst>
                </p14:cNvPr>
                <p14:cNvContentPartPr/>
                <p14:nvPr/>
              </p14:nvContentPartPr>
              <p14:xfrm>
                <a:off x="4671896" y="1999652"/>
                <a:ext cx="1248840" cy="820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9DEAB29-A6AF-BAC1-D097-1BD767F7F8F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663256" y="1991012"/>
                  <a:ext cx="126648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01F9AB4-693E-090C-1C20-0F1C256C267D}"/>
                    </a:ext>
                  </a:extLst>
                </p14:cNvPr>
                <p14:cNvContentPartPr/>
                <p14:nvPr/>
              </p14:nvContentPartPr>
              <p14:xfrm>
                <a:off x="1197176" y="1591052"/>
                <a:ext cx="312480" cy="5788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01F9AB4-693E-090C-1C20-0F1C256C267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88176" y="1582412"/>
                  <a:ext cx="33012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C72104A-0F90-C42D-20B0-CF48D7C93D6A}"/>
                    </a:ext>
                  </a:extLst>
                </p14:cNvPr>
                <p14:cNvContentPartPr/>
                <p14:nvPr/>
              </p14:nvContentPartPr>
              <p14:xfrm>
                <a:off x="1393376" y="2168852"/>
                <a:ext cx="169920" cy="658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C72104A-0F90-C42D-20B0-CF48D7C93D6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384376" y="2160212"/>
                  <a:ext cx="187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C82858D-2F7F-F811-065E-9BD754C3B314}"/>
                    </a:ext>
                  </a:extLst>
                </p14:cNvPr>
                <p14:cNvContentPartPr/>
                <p14:nvPr/>
              </p14:nvContentPartPr>
              <p14:xfrm>
                <a:off x="409856" y="1448132"/>
                <a:ext cx="170280" cy="377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C82858D-2F7F-F811-065E-9BD754C3B31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00856" y="1439492"/>
                  <a:ext cx="1879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CAED2FF-9E20-7931-BAA3-684089335788}"/>
                    </a:ext>
                  </a:extLst>
                </p14:cNvPr>
                <p14:cNvContentPartPr/>
                <p14:nvPr/>
              </p14:nvContentPartPr>
              <p14:xfrm>
                <a:off x="512816" y="1656572"/>
                <a:ext cx="25560" cy="475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CAED2FF-9E20-7931-BAA3-68408933578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03816" y="1647932"/>
                  <a:ext cx="4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862232F-1258-0551-51D5-E30B97AB5634}"/>
                    </a:ext>
                  </a:extLst>
                </p14:cNvPr>
                <p14:cNvContentPartPr/>
                <p14:nvPr/>
              </p14:nvContentPartPr>
              <p14:xfrm>
                <a:off x="657896" y="1415732"/>
                <a:ext cx="45720" cy="405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862232F-1258-0551-51D5-E30B97AB563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48896" y="1407092"/>
                  <a:ext cx="633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26148DA-A6B1-3620-775E-5B2A09569055}"/>
                    </a:ext>
                  </a:extLst>
                </p14:cNvPr>
                <p14:cNvContentPartPr/>
                <p14:nvPr/>
              </p14:nvContentPartPr>
              <p14:xfrm>
                <a:off x="751856" y="1424372"/>
                <a:ext cx="215640" cy="6289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26148DA-A6B1-3620-775E-5B2A0956905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42856" y="1415732"/>
                  <a:ext cx="23328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7B67558-8391-B49A-FE3B-55C1C15508FB}"/>
                    </a:ext>
                  </a:extLst>
                </p14:cNvPr>
                <p14:cNvContentPartPr/>
                <p14:nvPr/>
              </p14:nvContentPartPr>
              <p14:xfrm>
                <a:off x="1005656" y="1490252"/>
                <a:ext cx="441000" cy="252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7B67558-8391-B49A-FE3B-55C1C15508F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97016" y="1481612"/>
                  <a:ext cx="458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C6325FD-A03D-24D9-97B3-25F5C8403604}"/>
                    </a:ext>
                  </a:extLst>
                </p14:cNvPr>
                <p14:cNvContentPartPr/>
                <p14:nvPr/>
              </p14:nvContentPartPr>
              <p14:xfrm>
                <a:off x="369536" y="1908212"/>
                <a:ext cx="1212120" cy="83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C6325FD-A03D-24D9-97B3-25F5C840360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60536" y="1899212"/>
                  <a:ext cx="1229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1D97B6E-BC14-5566-F239-15EE953153BF}"/>
                    </a:ext>
                  </a:extLst>
                </p14:cNvPr>
                <p14:cNvContentPartPr/>
                <p14:nvPr/>
              </p14:nvContentPartPr>
              <p14:xfrm>
                <a:off x="7783016" y="3314012"/>
                <a:ext cx="2067120" cy="153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1D97B6E-BC14-5566-F239-15EE953153B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774016" y="3305012"/>
                  <a:ext cx="2084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742436-4CC3-523A-317B-8F4A1041EDF8}"/>
                    </a:ext>
                  </a:extLst>
                </p14:cNvPr>
                <p14:cNvContentPartPr/>
                <p14:nvPr/>
              </p14:nvContentPartPr>
              <p14:xfrm>
                <a:off x="7925936" y="3141572"/>
                <a:ext cx="244800" cy="329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742436-4CC3-523A-317B-8F4A1041EDF8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916936" y="3132572"/>
                  <a:ext cx="2624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DDFF88D-925F-545A-0351-B512EC1C5944}"/>
                    </a:ext>
                  </a:extLst>
                </p14:cNvPr>
                <p14:cNvContentPartPr/>
                <p14:nvPr/>
              </p14:nvContentPartPr>
              <p14:xfrm>
                <a:off x="8422016" y="1492412"/>
                <a:ext cx="1397880" cy="9716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DDFF88D-925F-545A-0351-B512EC1C594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413016" y="1483772"/>
                  <a:ext cx="1415520" cy="9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1AC0FE5-6FBA-DF40-8D01-97848A9F75E6}"/>
                    </a:ext>
                  </a:extLst>
                </p14:cNvPr>
                <p14:cNvContentPartPr/>
                <p14:nvPr/>
              </p14:nvContentPartPr>
              <p14:xfrm>
                <a:off x="7531376" y="1439492"/>
                <a:ext cx="1028160" cy="277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1AC0FE5-6FBA-DF40-8D01-97848A9F75E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522376" y="1430492"/>
                  <a:ext cx="1045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849B7E3-3A9A-3CA0-AF82-4099D921F336}"/>
                    </a:ext>
                  </a:extLst>
                </p14:cNvPr>
                <p14:cNvContentPartPr/>
                <p14:nvPr/>
              </p14:nvContentPartPr>
              <p14:xfrm>
                <a:off x="7943936" y="1479812"/>
                <a:ext cx="263160" cy="70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849B7E3-3A9A-3CA0-AF82-4099D921F33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934936" y="1471172"/>
                  <a:ext cx="28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E417E6B-2147-10D3-A6D4-BB9D162A8CC0}"/>
                    </a:ext>
                  </a:extLst>
                </p14:cNvPr>
                <p14:cNvContentPartPr/>
                <p14:nvPr/>
              </p14:nvContentPartPr>
              <p14:xfrm>
                <a:off x="4851176" y="2640812"/>
                <a:ext cx="674640" cy="65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E417E6B-2147-10D3-A6D4-BB9D162A8CC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842536" y="2631812"/>
                  <a:ext cx="692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B419948-4F8B-EFA2-5086-A3593E52F767}"/>
                    </a:ext>
                  </a:extLst>
                </p14:cNvPr>
                <p14:cNvContentPartPr/>
                <p14:nvPr/>
              </p14:nvContentPartPr>
              <p14:xfrm>
                <a:off x="4983296" y="2736572"/>
                <a:ext cx="474840" cy="133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B419948-4F8B-EFA2-5086-A3593E52F76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974296" y="2727572"/>
                  <a:ext cx="492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EF2E487-2783-D443-C66D-3E122314BDCB}"/>
                    </a:ext>
                  </a:extLst>
                </p14:cNvPr>
                <p14:cNvContentPartPr/>
                <p14:nvPr/>
              </p14:nvContentPartPr>
              <p14:xfrm>
                <a:off x="5301896" y="2637572"/>
                <a:ext cx="334080" cy="788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EF2E487-2783-D443-C66D-3E122314BDC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292896" y="2628932"/>
                  <a:ext cx="351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23280DC-58D3-0AA5-5DEB-EDF486930289}"/>
                    </a:ext>
                  </a:extLst>
                </p14:cNvPr>
                <p14:cNvContentPartPr/>
                <p14:nvPr/>
              </p14:nvContentPartPr>
              <p14:xfrm>
                <a:off x="8423816" y="2163812"/>
                <a:ext cx="1170360" cy="1083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23280DC-58D3-0AA5-5DEB-EDF48693028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415176" y="2155172"/>
                  <a:ext cx="1188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F511823-15EF-A677-0BE2-88C322C1CC88}"/>
                    </a:ext>
                  </a:extLst>
                </p14:cNvPr>
                <p14:cNvContentPartPr/>
                <p14:nvPr/>
              </p14:nvContentPartPr>
              <p14:xfrm>
                <a:off x="458816" y="1916492"/>
                <a:ext cx="1209240" cy="1425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F511823-15EF-A677-0BE2-88C322C1CC88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49816" y="1907852"/>
                  <a:ext cx="1226880" cy="16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7868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BD17-8CB5-B496-E321-82F57EC6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60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A1E3-1061-9152-3664-B5853A32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Annotations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DECE2-D25A-FF88-8E92-CC3FD5BA41F0}"/>
              </a:ext>
            </a:extLst>
          </p:cNvPr>
          <p:cNvSpPr txBox="1"/>
          <p:nvPr/>
        </p:nvSpPr>
        <p:spPr>
          <a:xfrm>
            <a:off x="189756" y="1124744"/>
            <a:ext cx="11881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@UI.SelectionField – selection fields</a:t>
            </a:r>
          </a:p>
          <a:p>
            <a:r>
              <a:rPr lang="en-IN" b="1" dirty="0">
                <a:solidFill>
                  <a:schemeClr val="bg1"/>
                </a:solidFill>
              </a:rPr>
              <a:t>@UI.HeaderInfo – for title of the table</a:t>
            </a:r>
          </a:p>
          <a:p>
            <a:r>
              <a:rPr lang="en-IN" b="1" dirty="0">
                <a:solidFill>
                  <a:schemeClr val="bg1"/>
                </a:solidFill>
              </a:rPr>
              <a:t>@UI.LineItem – Create columns of the table</a:t>
            </a:r>
          </a:p>
        </p:txBody>
      </p:sp>
    </p:spTree>
    <p:extLst>
      <p:ext uri="{BB962C8B-B14F-4D97-AF65-F5344CB8AC3E}">
        <p14:creationId xmlns:p14="http://schemas.microsoft.com/office/powerpoint/2010/main" val="2549067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14:cNvPr>
              <p14:cNvContentPartPr/>
              <p14:nvPr/>
            </p14:nvContentPartPr>
            <p14:xfrm>
              <a:off x="1216914" y="318487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914" y="316723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049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24649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1573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394C-02D6-961A-12AE-A53DB19C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5851135-43BA-C846-CB6F-075204CE917E}"/>
              </a:ext>
            </a:extLst>
          </p:cNvPr>
          <p:cNvGrpSpPr/>
          <p:nvPr/>
        </p:nvGrpSpPr>
        <p:grpSpPr>
          <a:xfrm>
            <a:off x="1736217" y="1006154"/>
            <a:ext cx="9057960" cy="5128200"/>
            <a:chOff x="1736217" y="1006154"/>
            <a:chExt cx="9057960" cy="51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7F0CE0-F4ED-D072-CE42-CB7889E52D1C}"/>
                    </a:ext>
                  </a:extLst>
                </p14:cNvPr>
                <p14:cNvContentPartPr/>
                <p14:nvPr/>
              </p14:nvContentPartPr>
              <p14:xfrm>
                <a:off x="2982177" y="2442194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7F0CE0-F4ED-D072-CE42-CB7889E52D1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64537" y="242419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1A0507-F1C7-5DE5-1CEC-7EEBDD6B0D1B}"/>
                    </a:ext>
                  </a:extLst>
                </p14:cNvPr>
                <p14:cNvContentPartPr/>
                <p14:nvPr/>
              </p14:nvContentPartPr>
              <p14:xfrm>
                <a:off x="3679137" y="4619474"/>
                <a:ext cx="2416320" cy="524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1A0507-F1C7-5DE5-1CEC-7EEBDD6B0D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61497" y="4601474"/>
                  <a:ext cx="2451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378E29-6949-F690-23A2-C68AD00B1962}"/>
                    </a:ext>
                  </a:extLst>
                </p14:cNvPr>
                <p14:cNvContentPartPr/>
                <p14:nvPr/>
              </p14:nvContentPartPr>
              <p14:xfrm>
                <a:off x="3618657" y="4907834"/>
                <a:ext cx="2653200" cy="1226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378E29-6949-F690-23A2-C68AD00B19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1017" y="4890194"/>
                  <a:ext cx="2688840" cy="12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355A6A-1954-2DA6-DED9-FACA6AC5DC9D}"/>
                    </a:ext>
                  </a:extLst>
                </p14:cNvPr>
                <p14:cNvContentPartPr/>
                <p14:nvPr/>
              </p14:nvContentPartPr>
              <p14:xfrm>
                <a:off x="6346017" y="5123114"/>
                <a:ext cx="252360" cy="391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355A6A-1954-2DA6-DED9-FACA6AC5DC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28017" y="5105474"/>
                  <a:ext cx="2880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718342-8311-B9E7-38E9-B0D33CBAFC7E}"/>
                    </a:ext>
                  </a:extLst>
                </p14:cNvPr>
                <p14:cNvContentPartPr/>
                <p14:nvPr/>
              </p14:nvContentPartPr>
              <p14:xfrm>
                <a:off x="6637617" y="5172434"/>
                <a:ext cx="233640" cy="487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718342-8311-B9E7-38E9-B0D33CBAFC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19977" y="5154434"/>
                  <a:ext cx="2692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948C8E-15EC-9FE8-1D1D-0236ACA335B4}"/>
                    </a:ext>
                  </a:extLst>
                </p14:cNvPr>
                <p14:cNvContentPartPr/>
                <p14:nvPr/>
              </p14:nvContentPartPr>
              <p14:xfrm>
                <a:off x="6934977" y="5098274"/>
                <a:ext cx="37440" cy="36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948C8E-15EC-9FE8-1D1D-0236ACA335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6977" y="5080634"/>
                  <a:ext cx="73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6993E0-9979-6494-216B-0BC820B7689E}"/>
                    </a:ext>
                  </a:extLst>
                </p14:cNvPr>
                <p14:cNvContentPartPr/>
                <p14:nvPr/>
              </p14:nvContentPartPr>
              <p14:xfrm>
                <a:off x="7071777" y="5070914"/>
                <a:ext cx="63720" cy="318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6993E0-9979-6494-216B-0BC820B768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54137" y="5053274"/>
                  <a:ext cx="993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B7C4C2-5C1D-2217-33E2-FF26477A1D56}"/>
                    </a:ext>
                  </a:extLst>
                </p14:cNvPr>
                <p14:cNvContentPartPr/>
                <p14:nvPr/>
              </p14:nvContentPartPr>
              <p14:xfrm>
                <a:off x="7197417" y="5104394"/>
                <a:ext cx="11520" cy="23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B7C4C2-5C1D-2217-33E2-FF26477A1D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79417" y="5086754"/>
                  <a:ext cx="47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58A5E1F-C440-5B5F-245D-328B8C868E45}"/>
                    </a:ext>
                  </a:extLst>
                </p14:cNvPr>
                <p14:cNvContentPartPr/>
                <p14:nvPr/>
              </p14:nvContentPartPr>
              <p14:xfrm>
                <a:off x="7174377" y="5113034"/>
                <a:ext cx="265680" cy="25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58A5E1F-C440-5B5F-245D-328B8C868E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56737" y="5095394"/>
                  <a:ext cx="301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560147-6C89-A1E8-4565-DA3F666714ED}"/>
                    </a:ext>
                  </a:extLst>
                </p14:cNvPr>
                <p14:cNvContentPartPr/>
                <p14:nvPr/>
              </p14:nvContentPartPr>
              <p14:xfrm>
                <a:off x="5213097" y="1006154"/>
                <a:ext cx="2132640" cy="94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560147-6C89-A1E8-4565-DA3F666714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5097" y="988514"/>
                  <a:ext cx="2168280" cy="9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F6DA24-3304-4A47-817C-0295F8281F56}"/>
                    </a:ext>
                  </a:extLst>
                </p14:cNvPr>
                <p14:cNvContentPartPr/>
                <p14:nvPr/>
              </p14:nvContentPartPr>
              <p14:xfrm>
                <a:off x="5690817" y="1256354"/>
                <a:ext cx="183600" cy="37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F6DA24-3304-4A47-817C-0295F8281F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72817" y="1238714"/>
                  <a:ext cx="2192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536FFC9-BBB7-2811-1E87-F7DEB91DEBA3}"/>
                    </a:ext>
                  </a:extLst>
                </p14:cNvPr>
                <p14:cNvContentPartPr/>
                <p14:nvPr/>
              </p14:nvContentPartPr>
              <p14:xfrm>
                <a:off x="5912217" y="1205234"/>
                <a:ext cx="666720" cy="333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536FFC9-BBB7-2811-1E87-F7DEB91DEB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94217" y="1187594"/>
                  <a:ext cx="702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4B56DC-5C80-2A35-27C5-37977EB545D4}"/>
                    </a:ext>
                  </a:extLst>
                </p14:cNvPr>
                <p14:cNvContentPartPr/>
                <p14:nvPr/>
              </p14:nvContentPartPr>
              <p14:xfrm>
                <a:off x="6620337" y="1172114"/>
                <a:ext cx="271440" cy="33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4B56DC-5C80-2A35-27C5-37977EB545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02697" y="1154474"/>
                  <a:ext cx="3070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9D1A7E-370A-FFDE-D421-8819D1A21B7F}"/>
                    </a:ext>
                  </a:extLst>
                </p14:cNvPr>
                <p14:cNvContentPartPr/>
                <p14:nvPr/>
              </p14:nvContentPartPr>
              <p14:xfrm>
                <a:off x="5147577" y="1890314"/>
                <a:ext cx="1287000" cy="2905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9D1A7E-370A-FFDE-D421-8819D1A21B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29577" y="1872674"/>
                  <a:ext cx="1322640" cy="29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BF6C20-8782-3598-0161-4363D7B1BD59}"/>
                    </a:ext>
                  </a:extLst>
                </p14:cNvPr>
                <p14:cNvContentPartPr/>
                <p14:nvPr/>
              </p14:nvContentPartPr>
              <p14:xfrm>
                <a:off x="5003217" y="4612274"/>
                <a:ext cx="272880" cy="146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BF6C20-8782-3598-0161-4363D7B1BD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5577" y="4594634"/>
                  <a:ext cx="308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9F6C55-7EB8-371A-3E9F-38EAC1FD2950}"/>
                    </a:ext>
                  </a:extLst>
                </p14:cNvPr>
                <p14:cNvContentPartPr/>
                <p14:nvPr/>
              </p14:nvContentPartPr>
              <p14:xfrm>
                <a:off x="5510457" y="3735674"/>
                <a:ext cx="524160" cy="42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9F6C55-7EB8-371A-3E9F-38EAC1FD29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92817" y="3718034"/>
                  <a:ext cx="5598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4D4AA8-F9C0-52C8-1E1E-42B29344CF42}"/>
                    </a:ext>
                  </a:extLst>
                </p14:cNvPr>
                <p14:cNvContentPartPr/>
                <p14:nvPr/>
              </p14:nvContentPartPr>
              <p14:xfrm>
                <a:off x="6097257" y="3739634"/>
                <a:ext cx="20520" cy="25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4D4AA8-F9C0-52C8-1E1E-42B29344CF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79617" y="3721994"/>
                  <a:ext cx="56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E94C02-15CD-8E66-962B-E112DDD39233}"/>
                    </a:ext>
                  </a:extLst>
                </p14:cNvPr>
                <p14:cNvContentPartPr/>
                <p14:nvPr/>
              </p14:nvContentPartPr>
              <p14:xfrm>
                <a:off x="6199497" y="3797594"/>
                <a:ext cx="420480" cy="43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E94C02-15CD-8E66-962B-E112DDD392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81857" y="3779594"/>
                  <a:ext cx="4561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109D50-1080-6802-877F-58EF2ADC340F}"/>
                    </a:ext>
                  </a:extLst>
                </p14:cNvPr>
                <p14:cNvContentPartPr/>
                <p14:nvPr/>
              </p14:nvContentPartPr>
              <p14:xfrm>
                <a:off x="4586337" y="5361794"/>
                <a:ext cx="549000" cy="49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109D50-1080-6802-877F-58EF2ADC34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68697" y="5343794"/>
                  <a:ext cx="5846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BAFCC4-B7AB-71F8-B90B-0170D81293B9}"/>
                    </a:ext>
                  </a:extLst>
                </p14:cNvPr>
                <p14:cNvContentPartPr/>
                <p14:nvPr/>
              </p14:nvContentPartPr>
              <p14:xfrm>
                <a:off x="5185017" y="5417954"/>
                <a:ext cx="458280" cy="46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BAFCC4-B7AB-71F8-B90B-0170D81293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67017" y="5399954"/>
                  <a:ext cx="4939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37C53D-4A13-4832-DAD7-6BE77C4D4203}"/>
                    </a:ext>
                  </a:extLst>
                </p14:cNvPr>
                <p14:cNvContentPartPr/>
                <p14:nvPr/>
              </p14:nvContentPartPr>
              <p14:xfrm>
                <a:off x="5689377" y="5484554"/>
                <a:ext cx="353520" cy="43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37C53D-4A13-4832-DAD7-6BE77C4D42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71377" y="5466914"/>
                  <a:ext cx="3891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8F0DBE-0D11-E86B-4EAD-25160C1AF1C7}"/>
                    </a:ext>
                  </a:extLst>
                </p14:cNvPr>
                <p14:cNvContentPartPr/>
                <p14:nvPr/>
              </p14:nvContentPartPr>
              <p14:xfrm>
                <a:off x="2269017" y="1253834"/>
                <a:ext cx="217440" cy="232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8F0DBE-0D11-E86B-4EAD-25160C1AF1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51017" y="1236194"/>
                  <a:ext cx="253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198CF3-FF92-AC97-189A-6D200DF4AC97}"/>
                    </a:ext>
                  </a:extLst>
                </p14:cNvPr>
                <p14:cNvContentPartPr/>
                <p14:nvPr/>
              </p14:nvContentPartPr>
              <p14:xfrm>
                <a:off x="2491857" y="1272554"/>
                <a:ext cx="173880" cy="206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198CF3-FF92-AC97-189A-6D200DF4AC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73857" y="1254914"/>
                  <a:ext cx="209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73B7CB-39CB-B848-B1E2-C77AC678BBB9}"/>
                    </a:ext>
                  </a:extLst>
                </p14:cNvPr>
                <p14:cNvContentPartPr/>
                <p14:nvPr/>
              </p14:nvContentPartPr>
              <p14:xfrm>
                <a:off x="2687337" y="1258514"/>
                <a:ext cx="137880" cy="192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73B7CB-39CB-B848-B1E2-C77AC678BB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9697" y="1240514"/>
                  <a:ext cx="173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C76F50-3F8C-4825-517C-0418DD51BAFA}"/>
                    </a:ext>
                  </a:extLst>
                </p14:cNvPr>
                <p14:cNvContentPartPr/>
                <p14:nvPr/>
              </p14:nvContentPartPr>
              <p14:xfrm>
                <a:off x="2521377" y="1541114"/>
                <a:ext cx="264600" cy="334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C76F50-3F8C-4825-517C-0418DD51BA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03377" y="1523114"/>
                  <a:ext cx="3002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8970D6-6252-8868-76F1-D93DE452597F}"/>
                    </a:ext>
                  </a:extLst>
                </p14:cNvPr>
                <p14:cNvContentPartPr/>
                <p14:nvPr/>
              </p14:nvContentPartPr>
              <p14:xfrm>
                <a:off x="2829897" y="1609514"/>
                <a:ext cx="239760" cy="416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8970D6-6252-8868-76F1-D93DE45259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12257" y="1591874"/>
                  <a:ext cx="2754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8F9C6E-C5D6-46A8-7E45-EB52BAD17C18}"/>
                    </a:ext>
                  </a:extLst>
                </p14:cNvPr>
                <p14:cNvContentPartPr/>
                <p14:nvPr/>
              </p14:nvContentPartPr>
              <p14:xfrm>
                <a:off x="3072177" y="1693394"/>
                <a:ext cx="64800" cy="227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8F9C6E-C5D6-46A8-7E45-EB52BAD17C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54177" y="1675754"/>
                  <a:ext cx="1004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A70EA1-67D5-04A8-250E-F70136995A4F}"/>
                    </a:ext>
                  </a:extLst>
                </p14:cNvPr>
                <p14:cNvContentPartPr/>
                <p14:nvPr/>
              </p14:nvContentPartPr>
              <p14:xfrm>
                <a:off x="3170817" y="1730114"/>
                <a:ext cx="6480" cy="17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A70EA1-67D5-04A8-250E-F70136995A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52817" y="1712114"/>
                  <a:ext cx="42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5E511E-B960-EBB0-046C-79FCEDD63918}"/>
                    </a:ext>
                  </a:extLst>
                </p14:cNvPr>
                <p14:cNvContentPartPr/>
                <p14:nvPr/>
              </p14:nvContentPartPr>
              <p14:xfrm>
                <a:off x="3211137" y="1761794"/>
                <a:ext cx="113040" cy="12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5E511E-B960-EBB0-046C-79FCEDD639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93497" y="1744154"/>
                  <a:ext cx="148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28BB72-F33E-93E9-F331-10C31D5BEF4E}"/>
                    </a:ext>
                  </a:extLst>
                </p14:cNvPr>
                <p14:cNvContentPartPr/>
                <p14:nvPr/>
              </p14:nvContentPartPr>
              <p14:xfrm>
                <a:off x="3364497" y="1709954"/>
                <a:ext cx="123480" cy="178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28BB72-F33E-93E9-F331-10C31D5BEF4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46857" y="1692314"/>
                  <a:ext cx="159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514CBCE-180E-8884-3C3C-851217C054D1}"/>
                    </a:ext>
                  </a:extLst>
                </p14:cNvPr>
                <p14:cNvContentPartPr/>
                <p14:nvPr/>
              </p14:nvContentPartPr>
              <p14:xfrm>
                <a:off x="3146697" y="2080034"/>
                <a:ext cx="44280" cy="154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514CBCE-180E-8884-3C3C-851217C054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28697" y="2062034"/>
                  <a:ext cx="79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290D15-7CFD-D203-BD42-BC4D6D6EA803}"/>
                    </a:ext>
                  </a:extLst>
                </p14:cNvPr>
                <p14:cNvContentPartPr/>
                <p14:nvPr/>
              </p14:nvContentPartPr>
              <p14:xfrm>
                <a:off x="3224817" y="2335994"/>
                <a:ext cx="121680" cy="23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290D15-7CFD-D203-BD42-BC4D6D6EA8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06817" y="2317994"/>
                  <a:ext cx="157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05BDEB-3940-21B4-67E2-0D0F95EB694D}"/>
                    </a:ext>
                  </a:extLst>
                </p14:cNvPr>
                <p14:cNvContentPartPr/>
                <p14:nvPr/>
              </p14:nvContentPartPr>
              <p14:xfrm>
                <a:off x="3407337" y="2683034"/>
                <a:ext cx="316440" cy="37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05BDEB-3940-21B4-67E2-0D0F95EB69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89697" y="2665034"/>
                  <a:ext cx="3520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876B6F-B9AA-4A50-C0D6-51B2D488BA5B}"/>
                    </a:ext>
                  </a:extLst>
                </p14:cNvPr>
                <p14:cNvContentPartPr/>
                <p14:nvPr/>
              </p14:nvContentPartPr>
              <p14:xfrm>
                <a:off x="3771657" y="3149234"/>
                <a:ext cx="492120" cy="683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876B6F-B9AA-4A50-C0D6-51B2D488BA5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54017" y="3131234"/>
                  <a:ext cx="52776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04C660-BE2B-861E-E1EC-7F5EEDD865B5}"/>
                    </a:ext>
                  </a:extLst>
                </p14:cNvPr>
                <p14:cNvContentPartPr/>
                <p14:nvPr/>
              </p14:nvContentPartPr>
              <p14:xfrm>
                <a:off x="4405257" y="4115114"/>
                <a:ext cx="226800" cy="326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04C660-BE2B-861E-E1EC-7F5EEDD865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87257" y="4097474"/>
                  <a:ext cx="262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4B3B39-A144-6916-CCA9-1C394B61899B}"/>
                    </a:ext>
                  </a:extLst>
                </p14:cNvPr>
                <p14:cNvContentPartPr/>
                <p14:nvPr/>
              </p14:nvContentPartPr>
              <p14:xfrm>
                <a:off x="4666617" y="4682834"/>
                <a:ext cx="143280" cy="56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4B3B39-A144-6916-CCA9-1C394B6189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48617" y="4665194"/>
                  <a:ext cx="178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FE7172-6D0E-9263-2C46-12CE6056EDED}"/>
                    </a:ext>
                  </a:extLst>
                </p14:cNvPr>
                <p14:cNvContentPartPr/>
                <p14:nvPr/>
              </p14:nvContentPartPr>
              <p14:xfrm>
                <a:off x="4697217" y="5227874"/>
                <a:ext cx="152280" cy="80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FE7172-6D0E-9263-2C46-12CE6056ED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79217" y="5209874"/>
                  <a:ext cx="187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145758-E4EF-E3A6-58D3-706B183B4E27}"/>
                    </a:ext>
                  </a:extLst>
                </p14:cNvPr>
                <p14:cNvContentPartPr/>
                <p14:nvPr/>
              </p14:nvContentPartPr>
              <p14:xfrm>
                <a:off x="4816377" y="4835834"/>
                <a:ext cx="492120" cy="53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145758-E4EF-E3A6-58D3-706B183B4E2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98737" y="4817834"/>
                  <a:ext cx="5277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08FB15-C13C-6625-BC6F-7CB3594B879C}"/>
                    </a:ext>
                  </a:extLst>
                </p14:cNvPr>
                <p14:cNvContentPartPr/>
                <p14:nvPr/>
              </p14:nvContentPartPr>
              <p14:xfrm>
                <a:off x="5206257" y="5375474"/>
                <a:ext cx="178920" cy="48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08FB15-C13C-6625-BC6F-7CB3594B87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88617" y="5357834"/>
                  <a:ext cx="214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2CAF68-0267-B9F7-363C-43BBAD66FE10}"/>
                    </a:ext>
                  </a:extLst>
                </p14:cNvPr>
                <p14:cNvContentPartPr/>
                <p14:nvPr/>
              </p14:nvContentPartPr>
              <p14:xfrm>
                <a:off x="4855257" y="4828634"/>
                <a:ext cx="948600" cy="55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2CAF68-0267-B9F7-363C-43BBAD66FE1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37617" y="4810994"/>
                  <a:ext cx="9842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F5B9B2-95D2-7FA1-D058-FDDE7A414C58}"/>
                    </a:ext>
                  </a:extLst>
                </p14:cNvPr>
                <p14:cNvContentPartPr/>
                <p14:nvPr/>
              </p14:nvContentPartPr>
              <p14:xfrm>
                <a:off x="5759577" y="5384834"/>
                <a:ext cx="100080" cy="63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F5B9B2-95D2-7FA1-D058-FDDE7A414C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41937" y="5367194"/>
                  <a:ext cx="135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769BBE-0D95-26CB-3EDD-FAE6CF6F07A9}"/>
                    </a:ext>
                  </a:extLst>
                </p14:cNvPr>
                <p14:cNvContentPartPr/>
                <p14:nvPr/>
              </p14:nvContentPartPr>
              <p14:xfrm>
                <a:off x="9007137" y="2815154"/>
                <a:ext cx="115920" cy="310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769BBE-0D95-26CB-3EDD-FAE6CF6F07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89137" y="2797154"/>
                  <a:ext cx="1515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6F55D0-6E9A-97B1-6496-3930BA12BC21}"/>
                    </a:ext>
                  </a:extLst>
                </p14:cNvPr>
                <p14:cNvContentPartPr/>
                <p14:nvPr/>
              </p14:nvContentPartPr>
              <p14:xfrm>
                <a:off x="8953497" y="2768714"/>
                <a:ext cx="1840680" cy="514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6F55D0-6E9A-97B1-6496-3930BA12BC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35497" y="2750714"/>
                  <a:ext cx="187632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1B0C01C-1F1A-B074-2430-0D1076FEF839}"/>
                    </a:ext>
                  </a:extLst>
                </p14:cNvPr>
                <p14:cNvContentPartPr/>
                <p14:nvPr/>
              </p14:nvContentPartPr>
              <p14:xfrm>
                <a:off x="3728817" y="2197754"/>
                <a:ext cx="5338080" cy="98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1B0C01C-1F1A-B074-2430-0D1076FEF83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10817" y="2180114"/>
                  <a:ext cx="537372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280FA8-CC1F-3711-8705-54287EC49B38}"/>
                    </a:ext>
                  </a:extLst>
                </p14:cNvPr>
                <p14:cNvContentPartPr/>
                <p14:nvPr/>
              </p14:nvContentPartPr>
              <p14:xfrm>
                <a:off x="3557097" y="2058074"/>
                <a:ext cx="272880" cy="30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280FA8-CC1F-3711-8705-54287EC49B3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39457" y="2040074"/>
                  <a:ext cx="3085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76924C-CA78-C477-1B0F-A21840773E68}"/>
                    </a:ext>
                  </a:extLst>
                </p14:cNvPr>
                <p14:cNvContentPartPr/>
                <p14:nvPr/>
              </p14:nvContentPartPr>
              <p14:xfrm>
                <a:off x="4264497" y="2279114"/>
                <a:ext cx="350640" cy="59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76924C-CA78-C477-1B0F-A21840773E6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46497" y="2261474"/>
                  <a:ext cx="3862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5F9D71-3813-BC87-52E7-43DEE81FD5D4}"/>
                    </a:ext>
                  </a:extLst>
                </p14:cNvPr>
                <p14:cNvContentPartPr/>
                <p14:nvPr/>
              </p14:nvContentPartPr>
              <p14:xfrm>
                <a:off x="4048137" y="2379554"/>
                <a:ext cx="540720" cy="48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5F9D71-3813-BC87-52E7-43DEE81FD5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30137" y="2361554"/>
                  <a:ext cx="5763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8345C9-59B5-FDA4-9382-D8EF1DDF14E8}"/>
                    </a:ext>
                  </a:extLst>
                </p14:cNvPr>
                <p14:cNvContentPartPr/>
                <p14:nvPr/>
              </p14:nvContentPartPr>
              <p14:xfrm>
                <a:off x="1986777" y="2049074"/>
                <a:ext cx="27720" cy="31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8345C9-59B5-FDA4-9382-D8EF1DDF14E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69137" y="2031434"/>
                  <a:ext cx="63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C34713-4FEE-7C07-AF42-94DF0C930BFA}"/>
                    </a:ext>
                  </a:extLst>
                </p14:cNvPr>
                <p14:cNvContentPartPr/>
                <p14:nvPr/>
              </p14:nvContentPartPr>
              <p14:xfrm>
                <a:off x="1845657" y="1927034"/>
                <a:ext cx="241920" cy="402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C34713-4FEE-7C07-AF42-94DF0C930BF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28017" y="1909394"/>
                  <a:ext cx="2775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DD3E6D9-6758-685E-6D00-776F05CD5927}"/>
                    </a:ext>
                  </a:extLst>
                </p14:cNvPr>
                <p14:cNvContentPartPr/>
                <p14:nvPr/>
              </p14:nvContentPartPr>
              <p14:xfrm>
                <a:off x="2088297" y="2056274"/>
                <a:ext cx="263160" cy="278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DD3E6D9-6758-685E-6D00-776F05CD592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70297" y="2038274"/>
                  <a:ext cx="2988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4203885-54C9-B975-40C0-9040BD9E2586}"/>
                    </a:ext>
                  </a:extLst>
                </p14:cNvPr>
                <p14:cNvContentPartPr/>
                <p14:nvPr/>
              </p14:nvContentPartPr>
              <p14:xfrm>
                <a:off x="2220057" y="2167514"/>
                <a:ext cx="216360" cy="112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4203885-54C9-B975-40C0-9040BD9E25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02417" y="2149874"/>
                  <a:ext cx="252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07884A4-C061-84CC-E395-0D24560B55B2}"/>
                    </a:ext>
                  </a:extLst>
                </p14:cNvPr>
                <p14:cNvContentPartPr/>
                <p14:nvPr/>
              </p14:nvContentPartPr>
              <p14:xfrm>
                <a:off x="2382057" y="2064554"/>
                <a:ext cx="34200" cy="63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07884A4-C061-84CC-E395-0D24560B55B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64057" y="2046554"/>
                  <a:ext cx="69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46AD79-DEA9-F20E-1055-3449F7090BFA}"/>
                    </a:ext>
                  </a:extLst>
                </p14:cNvPr>
                <p14:cNvContentPartPr/>
                <p14:nvPr/>
              </p14:nvContentPartPr>
              <p14:xfrm>
                <a:off x="2464857" y="1915514"/>
                <a:ext cx="270000" cy="41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46AD79-DEA9-F20E-1055-3449F7090B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46857" y="1897874"/>
                  <a:ext cx="3056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1E1005-CFDA-C58F-1323-FF19A72341F8}"/>
                    </a:ext>
                  </a:extLst>
                </p14:cNvPr>
                <p14:cNvContentPartPr/>
                <p14:nvPr/>
              </p14:nvContentPartPr>
              <p14:xfrm>
                <a:off x="1736217" y="2463074"/>
                <a:ext cx="1428480" cy="102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1E1005-CFDA-C58F-1323-FF19A72341F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18217" y="2445074"/>
                  <a:ext cx="1464120" cy="13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2106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DD29-DCD4-6465-0DD6-A4261A35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74D1A5-C8FC-E942-69D5-7859B8CDA6B2}"/>
                  </a:ext>
                </a:extLst>
              </p14:cNvPr>
              <p14:cNvContentPartPr/>
              <p14:nvPr/>
            </p14:nvContentPartPr>
            <p14:xfrm>
              <a:off x="2822697" y="2332034"/>
              <a:ext cx="360" cy="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74D1A5-C8FC-E942-69D5-7859B8CDA6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4697" y="2314034"/>
                <a:ext cx="360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73C5149-E483-174D-5CB8-F22D929DEFFA}"/>
              </a:ext>
            </a:extLst>
          </p:cNvPr>
          <p:cNvGrpSpPr/>
          <p:nvPr/>
        </p:nvGrpSpPr>
        <p:grpSpPr>
          <a:xfrm>
            <a:off x="551817" y="1342394"/>
            <a:ext cx="10847160" cy="4749120"/>
            <a:chOff x="551817" y="1342394"/>
            <a:chExt cx="10847160" cy="47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5B265C-9F15-6BFB-6435-1EBC824F6134}"/>
                    </a:ext>
                  </a:extLst>
                </p14:cNvPr>
                <p14:cNvContentPartPr/>
                <p14:nvPr/>
              </p14:nvContentPartPr>
              <p14:xfrm>
                <a:off x="1378737" y="2486114"/>
                <a:ext cx="591840" cy="124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5B265C-9F15-6BFB-6435-1EBC824F61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737" y="2468474"/>
                  <a:ext cx="627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11670C-E9A9-60D5-5240-85BB01D1D793}"/>
                    </a:ext>
                  </a:extLst>
                </p14:cNvPr>
                <p14:cNvContentPartPr/>
                <p14:nvPr/>
              </p14:nvContentPartPr>
              <p14:xfrm>
                <a:off x="1899297" y="2114234"/>
                <a:ext cx="55404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11670C-E9A9-60D5-5240-85BB01D1D7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81657" y="2096594"/>
                  <a:ext cx="5896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181666-DF37-CA5D-A174-C42F2D1B8FA9}"/>
                    </a:ext>
                  </a:extLst>
                </p14:cNvPr>
                <p14:cNvContentPartPr/>
                <p14:nvPr/>
              </p14:nvContentPartPr>
              <p14:xfrm>
                <a:off x="2471697" y="2416634"/>
                <a:ext cx="666360" cy="4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181666-DF37-CA5D-A174-C42F2D1B8F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54057" y="2398634"/>
                  <a:ext cx="702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988039-D23E-A9A6-E83C-2EE9D8026ABC}"/>
                    </a:ext>
                  </a:extLst>
                </p14:cNvPr>
                <p14:cNvContentPartPr/>
                <p14:nvPr/>
              </p14:nvContentPartPr>
              <p14:xfrm>
                <a:off x="2986497" y="2134754"/>
                <a:ext cx="685440" cy="39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988039-D23E-A9A6-E83C-2EE9D8026A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68857" y="2117114"/>
                  <a:ext cx="7210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CB5F59-5357-4C3A-7EDB-7190BB04A415}"/>
                    </a:ext>
                  </a:extLst>
                </p14:cNvPr>
                <p14:cNvContentPartPr/>
                <p14:nvPr/>
              </p14:nvContentPartPr>
              <p14:xfrm>
                <a:off x="1310697" y="1342394"/>
                <a:ext cx="3507120" cy="120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CB5F59-5357-4C3A-7EDB-7190BB04A4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2697" y="1324754"/>
                  <a:ext cx="3542760" cy="12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F8E991F-0AE5-8479-2583-F1F834B1D249}"/>
                    </a:ext>
                  </a:extLst>
                </p14:cNvPr>
                <p14:cNvContentPartPr/>
                <p14:nvPr/>
              </p14:nvContentPartPr>
              <p14:xfrm>
                <a:off x="2075697" y="2299994"/>
                <a:ext cx="339480" cy="338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F8E991F-0AE5-8479-2583-F1F834B1D2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58057" y="2282354"/>
                  <a:ext cx="375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3676DA-2DC6-08FC-B1AF-CB136541067B}"/>
                    </a:ext>
                  </a:extLst>
                </p14:cNvPr>
                <p14:cNvContentPartPr/>
                <p14:nvPr/>
              </p14:nvContentPartPr>
              <p14:xfrm>
                <a:off x="3080457" y="2260034"/>
                <a:ext cx="437400" cy="388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3676DA-2DC6-08FC-B1AF-CB13654106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62457" y="2242034"/>
                  <a:ext cx="4730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B102C1-2620-BACD-84BE-70EE49DC18D5}"/>
                    </a:ext>
                  </a:extLst>
                </p14:cNvPr>
                <p14:cNvContentPartPr/>
                <p14:nvPr/>
              </p14:nvContentPartPr>
              <p14:xfrm>
                <a:off x="1310337" y="3082274"/>
                <a:ext cx="1018800" cy="1082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B102C1-2620-BACD-84BE-70EE49DC18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2697" y="3064274"/>
                  <a:ext cx="1054440" cy="11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8FEABB-C000-F44B-63C7-3746C1D87AEA}"/>
                    </a:ext>
                  </a:extLst>
                </p14:cNvPr>
                <p14:cNvContentPartPr/>
                <p14:nvPr/>
              </p14:nvContentPartPr>
              <p14:xfrm>
                <a:off x="1657017" y="3921434"/>
                <a:ext cx="102960" cy="92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8FEABB-C000-F44B-63C7-3746C1D87A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39377" y="3903434"/>
                  <a:ext cx="13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75D372-D870-F47A-C40F-16FEE7131316}"/>
                    </a:ext>
                  </a:extLst>
                </p14:cNvPr>
                <p14:cNvContentPartPr/>
                <p14:nvPr/>
              </p14:nvContentPartPr>
              <p14:xfrm>
                <a:off x="1426257" y="2948714"/>
                <a:ext cx="144000" cy="188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75D372-D870-F47A-C40F-16FEE71313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08257" y="2930714"/>
                  <a:ext cx="179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8E6E5F-B2F8-E530-E854-C5CA0B0C5507}"/>
                    </a:ext>
                  </a:extLst>
                </p14:cNvPr>
                <p14:cNvContentPartPr/>
                <p14:nvPr/>
              </p14:nvContentPartPr>
              <p14:xfrm>
                <a:off x="1642977" y="2923874"/>
                <a:ext cx="112320" cy="16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8E6E5F-B2F8-E530-E854-C5CA0B0C55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25337" y="2906234"/>
                  <a:ext cx="147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58CB57-C851-1ED1-1E32-B381E644FAA9}"/>
                    </a:ext>
                  </a:extLst>
                </p14:cNvPr>
                <p14:cNvContentPartPr/>
                <p14:nvPr/>
              </p14:nvContentPartPr>
              <p14:xfrm>
                <a:off x="1791297" y="2911994"/>
                <a:ext cx="79560" cy="166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58CB57-C851-1ED1-1E32-B381E644FA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73657" y="2893994"/>
                  <a:ext cx="115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23774C-2D4B-2A75-0689-1A4B44E9A323}"/>
                    </a:ext>
                  </a:extLst>
                </p14:cNvPr>
                <p14:cNvContentPartPr/>
                <p14:nvPr/>
              </p14:nvContentPartPr>
              <p14:xfrm>
                <a:off x="1792737" y="2887874"/>
                <a:ext cx="13320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23774C-2D4B-2A75-0689-1A4B44E9A3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75097" y="2870234"/>
                  <a:ext cx="168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A76580-E95D-CB9C-179D-A6B4C31C77A8}"/>
                    </a:ext>
                  </a:extLst>
                </p14:cNvPr>
                <p14:cNvContentPartPr/>
                <p14:nvPr/>
              </p14:nvContentPartPr>
              <p14:xfrm>
                <a:off x="1961217" y="2883194"/>
                <a:ext cx="83160" cy="13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A76580-E95D-CB9C-179D-A6B4C31C77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43577" y="2865554"/>
                  <a:ext cx="118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B57FD9-05F3-3563-6291-2867E2516B7C}"/>
                    </a:ext>
                  </a:extLst>
                </p14:cNvPr>
                <p14:cNvContentPartPr/>
                <p14:nvPr/>
              </p14:nvContentPartPr>
              <p14:xfrm>
                <a:off x="1759617" y="3335714"/>
                <a:ext cx="173520" cy="92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B57FD9-05F3-3563-6291-2867E2516B7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41617" y="3318074"/>
                  <a:ext cx="20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6CC225-0288-2ABF-90F3-E1315929B15E}"/>
                    </a:ext>
                  </a:extLst>
                </p14:cNvPr>
                <p14:cNvContentPartPr/>
                <p14:nvPr/>
              </p14:nvContentPartPr>
              <p14:xfrm>
                <a:off x="1762857" y="3430034"/>
                <a:ext cx="191160" cy="167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6CC225-0288-2ABF-90F3-E1315929B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44857" y="3412034"/>
                  <a:ext cx="226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B5AE20-2CF6-791A-A6B0-C3C1BDCF78A9}"/>
                    </a:ext>
                  </a:extLst>
                </p14:cNvPr>
                <p14:cNvContentPartPr/>
                <p14:nvPr/>
              </p14:nvContentPartPr>
              <p14:xfrm>
                <a:off x="1748097" y="3637394"/>
                <a:ext cx="167400" cy="51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B5AE20-2CF6-791A-A6B0-C3C1BDCF78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30097" y="3619394"/>
                  <a:ext cx="203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D5924B-9E1C-BB0C-0929-1F2AE06D675E}"/>
                    </a:ext>
                  </a:extLst>
                </p14:cNvPr>
                <p14:cNvContentPartPr/>
                <p14:nvPr/>
              </p14:nvContentPartPr>
              <p14:xfrm>
                <a:off x="2651697" y="3533714"/>
                <a:ext cx="356760" cy="81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D5924B-9E1C-BB0C-0929-1F2AE06D67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34057" y="3516074"/>
                  <a:ext cx="392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F184DF6-DBF2-15BF-7179-A0568DC5EBBD}"/>
                    </a:ext>
                  </a:extLst>
                </p14:cNvPr>
                <p14:cNvContentPartPr/>
                <p14:nvPr/>
              </p14:nvContentPartPr>
              <p14:xfrm>
                <a:off x="2636577" y="3556034"/>
                <a:ext cx="390600" cy="83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F184DF6-DBF2-15BF-7179-A0568DC5EB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18577" y="3538034"/>
                  <a:ext cx="426240" cy="8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79054DF-D924-CD43-AE5C-A924A34F1794}"/>
                    </a:ext>
                  </a:extLst>
                </p14:cNvPr>
                <p14:cNvContentPartPr/>
                <p14:nvPr/>
              </p14:nvContentPartPr>
              <p14:xfrm>
                <a:off x="1581057" y="3185954"/>
                <a:ext cx="632160" cy="625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79054DF-D924-CD43-AE5C-A924A34F17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63057" y="3167954"/>
                  <a:ext cx="6678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BD2CAEB-1960-5DDE-3A39-24A88ABB0216}"/>
                    </a:ext>
                  </a:extLst>
                </p14:cNvPr>
                <p14:cNvContentPartPr/>
                <p14:nvPr/>
              </p14:nvContentPartPr>
              <p14:xfrm>
                <a:off x="4524777" y="2788154"/>
                <a:ext cx="2799720" cy="127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BD2CAEB-1960-5DDE-3A39-24A88ABB02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06777" y="2770514"/>
                  <a:ext cx="2835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27563D-BE60-6FC6-8F8F-595B335409E4}"/>
                    </a:ext>
                  </a:extLst>
                </p14:cNvPr>
                <p14:cNvContentPartPr/>
                <p14:nvPr/>
              </p14:nvContentPartPr>
              <p14:xfrm>
                <a:off x="7054857" y="2626874"/>
                <a:ext cx="351360" cy="35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27563D-BE60-6FC6-8F8F-595B335409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36857" y="2609234"/>
                  <a:ext cx="3870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41C917-14A9-E88C-EEF3-869C09B476A4}"/>
                    </a:ext>
                  </a:extLst>
                </p14:cNvPr>
                <p14:cNvContentPartPr/>
                <p14:nvPr/>
              </p14:nvContentPartPr>
              <p14:xfrm>
                <a:off x="8044137" y="2252474"/>
                <a:ext cx="1792800" cy="867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41C917-14A9-E88C-EEF3-869C09B476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26497" y="2234834"/>
                  <a:ext cx="182844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EF15570-CF8E-3183-8326-5D985FB15272}"/>
                    </a:ext>
                  </a:extLst>
                </p14:cNvPr>
                <p14:cNvContentPartPr/>
                <p14:nvPr/>
              </p14:nvContentPartPr>
              <p14:xfrm>
                <a:off x="8076177" y="3083354"/>
                <a:ext cx="1056240" cy="486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EF15570-CF8E-3183-8326-5D985FB152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58177" y="3065714"/>
                  <a:ext cx="109188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7EC078-8B48-10B0-C363-5FC814F75293}"/>
                    </a:ext>
                  </a:extLst>
                </p14:cNvPr>
                <p14:cNvContentPartPr/>
                <p14:nvPr/>
              </p14:nvContentPartPr>
              <p14:xfrm>
                <a:off x="7508817" y="3783194"/>
                <a:ext cx="2257560" cy="408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7EC078-8B48-10B0-C363-5FC814F752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90817" y="3765194"/>
                  <a:ext cx="22932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3E05D0-AB6B-E492-704C-C2CF617C3E0F}"/>
                    </a:ext>
                  </a:extLst>
                </p14:cNvPr>
                <p14:cNvContentPartPr/>
                <p14:nvPr/>
              </p14:nvContentPartPr>
              <p14:xfrm>
                <a:off x="8552817" y="2586194"/>
                <a:ext cx="142920" cy="22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3E05D0-AB6B-E492-704C-C2CF617C3E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34817" y="2568554"/>
                  <a:ext cx="178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EF66CB0-697F-0F34-2B71-B9FB9EB18005}"/>
                    </a:ext>
                  </a:extLst>
                </p14:cNvPr>
                <p14:cNvContentPartPr/>
                <p14:nvPr/>
              </p14:nvContentPartPr>
              <p14:xfrm>
                <a:off x="8797257" y="2554154"/>
                <a:ext cx="189720" cy="18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EF66CB0-697F-0F34-2B71-B9FB9EB180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79617" y="2536514"/>
                  <a:ext cx="225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1E164B-6B20-DC9D-BACA-DC3D641D4CB4}"/>
                    </a:ext>
                  </a:extLst>
                </p14:cNvPr>
                <p14:cNvContentPartPr/>
                <p14:nvPr/>
              </p14:nvContentPartPr>
              <p14:xfrm>
                <a:off x="9032337" y="2521394"/>
                <a:ext cx="96120" cy="223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1E164B-6B20-DC9D-BACA-DC3D641D4C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14337" y="2503394"/>
                  <a:ext cx="131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B55352-937A-DA05-550E-9104D6AECB78}"/>
                    </a:ext>
                  </a:extLst>
                </p14:cNvPr>
                <p14:cNvContentPartPr/>
                <p14:nvPr/>
              </p14:nvContentPartPr>
              <p14:xfrm>
                <a:off x="9045297" y="2510954"/>
                <a:ext cx="178200" cy="170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B55352-937A-DA05-550E-9104D6AECB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27657" y="2492954"/>
                  <a:ext cx="213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76F7A8-E114-F844-E71A-62B3B646C8C3}"/>
                    </a:ext>
                  </a:extLst>
                </p14:cNvPr>
                <p14:cNvContentPartPr/>
                <p14:nvPr/>
              </p14:nvContentPartPr>
              <p14:xfrm>
                <a:off x="9273537" y="2526434"/>
                <a:ext cx="79920" cy="17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76F7A8-E114-F844-E71A-62B3B646C8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55537" y="2508794"/>
                  <a:ext cx="115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B9FB4B-DA99-89C9-7A08-4D3F8C3BAF1E}"/>
                    </a:ext>
                  </a:extLst>
                </p14:cNvPr>
                <p14:cNvContentPartPr/>
                <p14:nvPr/>
              </p14:nvContentPartPr>
              <p14:xfrm>
                <a:off x="10001817" y="2537954"/>
                <a:ext cx="9000" cy="24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B9FB4B-DA99-89C9-7A08-4D3F8C3BAF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83817" y="2520314"/>
                  <a:ext cx="44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75E7FD-0222-2217-C3B0-EEF355509AAB}"/>
                    </a:ext>
                  </a:extLst>
                </p14:cNvPr>
                <p14:cNvContentPartPr/>
                <p14:nvPr/>
              </p14:nvContentPartPr>
              <p14:xfrm>
                <a:off x="9885177" y="2478554"/>
                <a:ext cx="272880" cy="330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75E7FD-0222-2217-C3B0-EEF355509A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67177" y="2460554"/>
                  <a:ext cx="3085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9CC15D-936E-F7A9-55F2-19D5C08ECF1B}"/>
                    </a:ext>
                  </a:extLst>
                </p14:cNvPr>
                <p14:cNvContentPartPr/>
                <p14:nvPr/>
              </p14:nvContentPartPr>
              <p14:xfrm>
                <a:off x="10222137" y="2550194"/>
                <a:ext cx="114840" cy="169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9CC15D-936E-F7A9-55F2-19D5C08ECF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04497" y="2532554"/>
                  <a:ext cx="150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C13264-8A55-7A3A-074E-652A6B92E872}"/>
                    </a:ext>
                  </a:extLst>
                </p14:cNvPr>
                <p14:cNvContentPartPr/>
                <p14:nvPr/>
              </p14:nvContentPartPr>
              <p14:xfrm>
                <a:off x="10348857" y="2536514"/>
                <a:ext cx="134280" cy="201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C13264-8A55-7A3A-074E-652A6B92E8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30857" y="2518874"/>
                  <a:ext cx="169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9E3F88-15C6-88F5-A333-748725E16B11}"/>
                    </a:ext>
                  </a:extLst>
                </p14:cNvPr>
                <p14:cNvContentPartPr/>
                <p14:nvPr/>
              </p14:nvContentPartPr>
              <p14:xfrm>
                <a:off x="10515177" y="2427434"/>
                <a:ext cx="166680" cy="430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9E3F88-15C6-88F5-A333-748725E16B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97177" y="2409794"/>
                  <a:ext cx="2023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B27E5E1-1110-DF07-ED23-DCAB3CB5776F}"/>
                    </a:ext>
                  </a:extLst>
                </p14:cNvPr>
                <p14:cNvContentPartPr/>
                <p14:nvPr/>
              </p14:nvContentPartPr>
              <p14:xfrm>
                <a:off x="10758177" y="2482154"/>
                <a:ext cx="55800" cy="258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B27E5E1-1110-DF07-ED23-DCAB3CB577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40177" y="2464514"/>
                  <a:ext cx="914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C960E9-7E17-A1C0-CACB-B5209FDBFBA3}"/>
                    </a:ext>
                  </a:extLst>
                </p14:cNvPr>
                <p14:cNvContentPartPr/>
                <p14:nvPr/>
              </p14:nvContentPartPr>
              <p14:xfrm>
                <a:off x="10768617" y="2552714"/>
                <a:ext cx="151200" cy="17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C960E9-7E17-A1C0-CACB-B5209FDBFB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50617" y="2534714"/>
                  <a:ext cx="186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268EDD1-E0CD-EA38-728C-C5AA421548D7}"/>
                    </a:ext>
                  </a:extLst>
                </p14:cNvPr>
                <p14:cNvContentPartPr/>
                <p14:nvPr/>
              </p14:nvContentPartPr>
              <p14:xfrm>
                <a:off x="10619577" y="2989754"/>
                <a:ext cx="707400" cy="62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268EDD1-E0CD-EA38-728C-C5AA421548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601577" y="2972114"/>
                  <a:ext cx="7430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6C0236-56C5-375A-9439-38E6FD78EA64}"/>
                    </a:ext>
                  </a:extLst>
                </p14:cNvPr>
                <p14:cNvContentPartPr/>
                <p14:nvPr/>
              </p14:nvContentPartPr>
              <p14:xfrm>
                <a:off x="10664217" y="2936834"/>
                <a:ext cx="734760" cy="66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6C0236-56C5-375A-9439-38E6FD78EA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46577" y="2918834"/>
                  <a:ext cx="77040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63379DE-2960-8861-3EFD-6067384EC1A2}"/>
                    </a:ext>
                  </a:extLst>
                </p14:cNvPr>
                <p14:cNvContentPartPr/>
                <p14:nvPr/>
              </p14:nvContentPartPr>
              <p14:xfrm>
                <a:off x="10838817" y="3085874"/>
                <a:ext cx="188280" cy="7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63379DE-2960-8861-3EFD-6067384EC1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21177" y="3068234"/>
                  <a:ext cx="223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F928A0-2846-8F1F-BAA3-7784CD67B143}"/>
                    </a:ext>
                  </a:extLst>
                </p14:cNvPr>
                <p14:cNvContentPartPr/>
                <p14:nvPr/>
              </p14:nvContentPartPr>
              <p14:xfrm>
                <a:off x="10867257" y="3162914"/>
                <a:ext cx="1522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F928A0-2846-8F1F-BAA3-7784CD67B14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49257" y="3144914"/>
                  <a:ext cx="187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8E6843-21F9-E658-A0D6-C53B60C21AEB}"/>
                    </a:ext>
                  </a:extLst>
                </p14:cNvPr>
                <p14:cNvContentPartPr/>
                <p14:nvPr/>
              </p14:nvContentPartPr>
              <p14:xfrm>
                <a:off x="10884537" y="3212594"/>
                <a:ext cx="187560" cy="10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8E6843-21F9-E658-A0D6-C53B60C21A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66897" y="3194594"/>
                  <a:ext cx="223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CF55A9-DF21-6BDA-D5F3-FF1168CD0A1D}"/>
                    </a:ext>
                  </a:extLst>
                </p14:cNvPr>
                <p14:cNvContentPartPr/>
                <p14:nvPr/>
              </p14:nvContentPartPr>
              <p14:xfrm>
                <a:off x="9792297" y="3610754"/>
                <a:ext cx="819360" cy="469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CF55A9-DF21-6BDA-D5F3-FF1168CD0A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74657" y="3593114"/>
                  <a:ext cx="8550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2C736D-0F2E-9CE0-A3C2-08AF79C583AA}"/>
                    </a:ext>
                  </a:extLst>
                </p14:cNvPr>
                <p14:cNvContentPartPr/>
                <p14:nvPr/>
              </p14:nvContentPartPr>
              <p14:xfrm>
                <a:off x="10504737" y="3569714"/>
                <a:ext cx="159840" cy="190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2C736D-0F2E-9CE0-A3C2-08AF79C583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86737" y="3552074"/>
                  <a:ext cx="195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0619BA-5384-4513-25E8-6C465633DAAE}"/>
                    </a:ext>
                  </a:extLst>
                </p14:cNvPr>
                <p14:cNvContentPartPr/>
                <p14:nvPr/>
              </p14:nvContentPartPr>
              <p14:xfrm>
                <a:off x="10480257" y="3563594"/>
                <a:ext cx="576000" cy="764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0619BA-5384-4513-25E8-6C465633DA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62617" y="3545594"/>
                  <a:ext cx="61164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3A4062-7E45-5193-AD60-2442ABB48427}"/>
                    </a:ext>
                  </a:extLst>
                </p14:cNvPr>
                <p14:cNvContentPartPr/>
                <p14:nvPr/>
              </p14:nvContentPartPr>
              <p14:xfrm>
                <a:off x="10436337" y="4133834"/>
                <a:ext cx="106200" cy="209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3A4062-7E45-5193-AD60-2442ABB484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18697" y="4116194"/>
                  <a:ext cx="141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4B37B3-5247-980C-D3D3-7DA286C7E0D6}"/>
                    </a:ext>
                  </a:extLst>
                </p14:cNvPr>
                <p14:cNvContentPartPr/>
                <p14:nvPr/>
              </p14:nvContentPartPr>
              <p14:xfrm>
                <a:off x="9985977" y="4291154"/>
                <a:ext cx="292320" cy="258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4B37B3-5247-980C-D3D3-7DA286C7E0D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68337" y="4273154"/>
                  <a:ext cx="327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4CC48EE-4EFC-4C31-A62B-2F5A70D359D7}"/>
                    </a:ext>
                  </a:extLst>
                </p14:cNvPr>
                <p14:cNvContentPartPr/>
                <p14:nvPr/>
              </p14:nvContentPartPr>
              <p14:xfrm>
                <a:off x="9478377" y="4558634"/>
                <a:ext cx="520920" cy="221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4CC48EE-4EFC-4C31-A62B-2F5A70D359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60377" y="4540634"/>
                  <a:ext cx="55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D70284-789C-75A5-E51F-CDE76591E902}"/>
                    </a:ext>
                  </a:extLst>
                </p14:cNvPr>
                <p14:cNvContentPartPr/>
                <p14:nvPr/>
              </p14:nvContentPartPr>
              <p14:xfrm>
                <a:off x="9450657" y="4663394"/>
                <a:ext cx="124920" cy="161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D70284-789C-75A5-E51F-CDE76591E9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32657" y="4645394"/>
                  <a:ext cx="160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D6DE67-C38E-520F-A2ED-E44EEB98021B}"/>
                    </a:ext>
                  </a:extLst>
                </p14:cNvPr>
                <p14:cNvContentPartPr/>
                <p14:nvPr/>
              </p14:nvContentPartPr>
              <p14:xfrm>
                <a:off x="8761617" y="4749074"/>
                <a:ext cx="252360" cy="153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D6DE67-C38E-520F-A2ED-E44EEB9802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43617" y="4731074"/>
                  <a:ext cx="288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D14D62-4F38-2124-92B6-1E7793CF79F5}"/>
                    </a:ext>
                  </a:extLst>
                </p14:cNvPr>
                <p14:cNvContentPartPr/>
                <p14:nvPr/>
              </p14:nvContentPartPr>
              <p14:xfrm>
                <a:off x="8682777" y="4560434"/>
                <a:ext cx="611640" cy="43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D14D62-4F38-2124-92B6-1E7793CF79F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65137" y="4542794"/>
                  <a:ext cx="6472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5A6850-5887-5317-011D-1D13B27BA675}"/>
                    </a:ext>
                  </a:extLst>
                </p14:cNvPr>
                <p14:cNvContentPartPr/>
                <p14:nvPr/>
              </p14:nvContentPartPr>
              <p14:xfrm>
                <a:off x="3322017" y="4221314"/>
                <a:ext cx="544680" cy="126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5A6850-5887-5317-011D-1D13B27BA6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04377" y="4203314"/>
                  <a:ext cx="580320" cy="13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E8D0E18-C926-9590-5773-0D85C6E8A8D9}"/>
                    </a:ext>
                  </a:extLst>
                </p14:cNvPr>
                <p14:cNvContentPartPr/>
                <p14:nvPr/>
              </p14:nvContentPartPr>
              <p14:xfrm>
                <a:off x="3927897" y="4734674"/>
                <a:ext cx="558720" cy="115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E8D0E18-C926-9590-5773-0D85C6E8A8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09897" y="4717034"/>
                  <a:ext cx="594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DDD72B1-1D14-9B3E-CD6D-8EEAFD2EC909}"/>
                    </a:ext>
                  </a:extLst>
                </p14:cNvPr>
                <p14:cNvContentPartPr/>
                <p14:nvPr/>
              </p14:nvContentPartPr>
              <p14:xfrm>
                <a:off x="551817" y="4649714"/>
                <a:ext cx="1166760" cy="93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DDD72B1-1D14-9B3E-CD6D-8EEAFD2EC90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3817" y="4631714"/>
                  <a:ext cx="120240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7F43B69-4969-FD32-5FDF-D813888015BC}"/>
                    </a:ext>
                  </a:extLst>
                </p14:cNvPr>
                <p14:cNvContentPartPr/>
                <p14:nvPr/>
              </p14:nvContentPartPr>
              <p14:xfrm>
                <a:off x="850977" y="4520834"/>
                <a:ext cx="1248120" cy="858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7F43B69-4969-FD32-5FDF-D813888015B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2977" y="4503194"/>
                  <a:ext cx="128376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EDA8DE-EBB7-9770-3A9B-62E83EC82CBC}"/>
                    </a:ext>
                  </a:extLst>
                </p14:cNvPr>
                <p14:cNvContentPartPr/>
                <p14:nvPr/>
              </p14:nvContentPartPr>
              <p14:xfrm>
                <a:off x="1197297" y="5352794"/>
                <a:ext cx="113760" cy="100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EDA8DE-EBB7-9770-3A9B-62E83EC82CB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79657" y="5334794"/>
                  <a:ext cx="149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13B284-44FA-5D2C-13C1-FE6568DA7E55}"/>
                    </a:ext>
                  </a:extLst>
                </p14:cNvPr>
                <p14:cNvContentPartPr/>
                <p14:nvPr/>
              </p14:nvContentPartPr>
              <p14:xfrm>
                <a:off x="2373417" y="4553954"/>
                <a:ext cx="683640" cy="872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13B284-44FA-5D2C-13C1-FE6568DA7E5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55777" y="4535954"/>
                  <a:ext cx="719280" cy="90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F03FDE-C699-675A-C3C4-770468D23DDE}"/>
                    </a:ext>
                  </a:extLst>
                </p14:cNvPr>
                <p14:cNvContentPartPr/>
                <p14:nvPr/>
              </p14:nvContentPartPr>
              <p14:xfrm>
                <a:off x="2711457" y="5228954"/>
                <a:ext cx="96480" cy="123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F03FDE-C699-675A-C3C4-770468D23DD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93457" y="5210954"/>
                  <a:ext cx="132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9725F0-0A3E-87FE-77C9-44EA72D8F556}"/>
                    </a:ext>
                  </a:extLst>
                </p14:cNvPr>
                <p14:cNvContentPartPr/>
                <p14:nvPr/>
              </p14:nvContentPartPr>
              <p14:xfrm>
                <a:off x="1620297" y="5368634"/>
                <a:ext cx="429480" cy="82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9725F0-0A3E-87FE-77C9-44EA72D8F5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02297" y="5350994"/>
                  <a:ext cx="465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20625E9-F784-C854-80CE-8997F4C4085F}"/>
                    </a:ext>
                  </a:extLst>
                </p14:cNvPr>
                <p14:cNvContentPartPr/>
                <p14:nvPr/>
              </p14:nvContentPartPr>
              <p14:xfrm>
                <a:off x="2663217" y="4708394"/>
                <a:ext cx="108720" cy="39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20625E9-F784-C854-80CE-8997F4C408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45577" y="4690754"/>
                  <a:ext cx="144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72F8585-3904-7CFF-17FD-28317B042AF4}"/>
                    </a:ext>
                  </a:extLst>
                </p14:cNvPr>
                <p14:cNvContentPartPr/>
                <p14:nvPr/>
              </p14:nvContentPartPr>
              <p14:xfrm>
                <a:off x="2708217" y="4812074"/>
                <a:ext cx="125640" cy="23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72F8585-3904-7CFF-17FD-28317B042AF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90577" y="4794074"/>
                  <a:ext cx="161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57FF2B-BC76-5179-FC3F-F6A256ED3CF7}"/>
                    </a:ext>
                  </a:extLst>
                </p14:cNvPr>
                <p14:cNvContentPartPr/>
                <p14:nvPr/>
              </p14:nvContentPartPr>
              <p14:xfrm>
                <a:off x="2691297" y="4900634"/>
                <a:ext cx="122400" cy="28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57FF2B-BC76-5179-FC3F-F6A256ED3CF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3297" y="4882994"/>
                  <a:ext cx="158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8963CD2-FA71-F70A-F81C-F7C84717F40A}"/>
                    </a:ext>
                  </a:extLst>
                </p14:cNvPr>
                <p14:cNvContentPartPr/>
                <p14:nvPr/>
              </p14:nvContentPartPr>
              <p14:xfrm>
                <a:off x="1108017" y="4756634"/>
                <a:ext cx="87840" cy="30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8963CD2-FA71-F70A-F81C-F7C84717F4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0017" y="4738994"/>
                  <a:ext cx="1234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4D2BE5-34B9-70B1-298A-1072D0550AA9}"/>
                    </a:ext>
                  </a:extLst>
                </p14:cNvPr>
                <p14:cNvContentPartPr/>
                <p14:nvPr/>
              </p14:nvContentPartPr>
              <p14:xfrm>
                <a:off x="1089297" y="4861394"/>
                <a:ext cx="145800" cy="115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4D2BE5-34B9-70B1-298A-1072D0550AA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1657" y="4843754"/>
                  <a:ext cx="181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A4ED8EA-9DD3-FAA0-DF3D-E9789152D955}"/>
                    </a:ext>
                  </a:extLst>
                </p14:cNvPr>
                <p14:cNvContentPartPr/>
                <p14:nvPr/>
              </p14:nvContentPartPr>
              <p14:xfrm>
                <a:off x="1091457" y="5069114"/>
                <a:ext cx="173520" cy="12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A4ED8EA-9DD3-FAA0-DF3D-E9789152D9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3817" y="5051114"/>
                  <a:ext cx="20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24AB54-E067-8481-227E-2C958A2F4634}"/>
                    </a:ext>
                  </a:extLst>
                </p14:cNvPr>
                <p14:cNvContentPartPr/>
                <p14:nvPr/>
              </p14:nvContentPartPr>
              <p14:xfrm>
                <a:off x="1448217" y="4758434"/>
                <a:ext cx="68400" cy="23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24AB54-E067-8481-227E-2C958A2F463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30217" y="4740434"/>
                  <a:ext cx="104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C47094F-0B0F-D1C9-56DF-E6ADD952447A}"/>
                    </a:ext>
                  </a:extLst>
                </p14:cNvPr>
                <p14:cNvContentPartPr/>
                <p14:nvPr/>
              </p14:nvContentPartPr>
              <p14:xfrm>
                <a:off x="1428057" y="4877594"/>
                <a:ext cx="175680" cy="147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C47094F-0B0F-D1C9-56DF-E6ADD95244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10057" y="4859954"/>
                  <a:ext cx="211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052DE07-2734-CD38-5D29-253CF5A61924}"/>
                    </a:ext>
                  </a:extLst>
                </p14:cNvPr>
                <p14:cNvContentPartPr/>
                <p14:nvPr/>
              </p14:nvContentPartPr>
              <p14:xfrm>
                <a:off x="1531737" y="5246234"/>
                <a:ext cx="4855320" cy="716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052DE07-2734-CD38-5D29-253CF5A6192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13737" y="5228594"/>
                  <a:ext cx="48909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243818-3C34-36D7-6CC0-318D60FF2C5B}"/>
                    </a:ext>
                  </a:extLst>
                </p14:cNvPr>
                <p14:cNvContentPartPr/>
                <p14:nvPr/>
              </p14:nvContentPartPr>
              <p14:xfrm>
                <a:off x="6158457" y="5127074"/>
                <a:ext cx="200880" cy="310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243818-3C34-36D7-6CC0-318D60FF2C5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40817" y="5109434"/>
                  <a:ext cx="2365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C481E65-FFC5-635C-6C16-2F4F89116A38}"/>
                    </a:ext>
                  </a:extLst>
                </p14:cNvPr>
                <p14:cNvContentPartPr/>
                <p14:nvPr/>
              </p14:nvContentPartPr>
              <p14:xfrm>
                <a:off x="6446097" y="4858154"/>
                <a:ext cx="1377360" cy="830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C481E65-FFC5-635C-6C16-2F4F89116A3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28097" y="4840154"/>
                  <a:ext cx="141300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00428AC-DF81-5685-0498-D665016D0543}"/>
                    </a:ext>
                  </a:extLst>
                </p14:cNvPr>
                <p14:cNvContentPartPr/>
                <p14:nvPr/>
              </p14:nvContentPartPr>
              <p14:xfrm>
                <a:off x="6499737" y="5709554"/>
                <a:ext cx="781200" cy="38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00428AC-DF81-5685-0498-D665016D05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82097" y="5691554"/>
                  <a:ext cx="8168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DAA462E-69E5-F774-684E-30683F2EDC6B}"/>
                    </a:ext>
                  </a:extLst>
                </p14:cNvPr>
                <p14:cNvContentPartPr/>
                <p14:nvPr/>
              </p14:nvContentPartPr>
              <p14:xfrm>
                <a:off x="6817257" y="5108714"/>
                <a:ext cx="164160" cy="4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DAA462E-69E5-F774-684E-30683F2EDC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9617" y="5090714"/>
                  <a:ext cx="199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07448C0-8C1E-2300-C180-BBEF6F1168F7}"/>
                    </a:ext>
                  </a:extLst>
                </p14:cNvPr>
                <p14:cNvContentPartPr/>
                <p14:nvPr/>
              </p14:nvContentPartPr>
              <p14:xfrm>
                <a:off x="6801777" y="5278634"/>
                <a:ext cx="151920" cy="14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07448C0-8C1E-2300-C180-BBEF6F1168F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84137" y="5260994"/>
                  <a:ext cx="18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EF17CC-266A-B89F-D7D7-D12F9DC60FC3}"/>
                    </a:ext>
                  </a:extLst>
                </p14:cNvPr>
                <p14:cNvContentPartPr/>
                <p14:nvPr/>
              </p14:nvContentPartPr>
              <p14:xfrm>
                <a:off x="6803577" y="5333714"/>
                <a:ext cx="182880" cy="188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EF17CC-266A-B89F-D7D7-D12F9DC60F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85577" y="5316074"/>
                  <a:ext cx="218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A3656E-C59D-8C01-A452-4EF87557FF0C}"/>
                    </a:ext>
                  </a:extLst>
                </p14:cNvPr>
                <p14:cNvContentPartPr/>
                <p14:nvPr/>
              </p14:nvContentPartPr>
              <p14:xfrm>
                <a:off x="4495257" y="3726314"/>
                <a:ext cx="769320" cy="218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A3656E-C59D-8C01-A452-4EF87557FF0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77257" y="3708314"/>
                  <a:ext cx="804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35C1EFF-CC64-790E-0AE2-92E87B346E4F}"/>
                    </a:ext>
                  </a:extLst>
                </p14:cNvPr>
                <p14:cNvContentPartPr/>
                <p14:nvPr/>
              </p14:nvContentPartPr>
              <p14:xfrm>
                <a:off x="4575537" y="3801554"/>
                <a:ext cx="741600" cy="60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35C1EFF-CC64-790E-0AE2-92E87B346E4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57537" y="3783554"/>
                  <a:ext cx="77724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B7DCE8-3209-C4E7-084A-7845EE457F9F}"/>
                    </a:ext>
                  </a:extLst>
                </p14:cNvPr>
                <p14:cNvContentPartPr/>
                <p14:nvPr/>
              </p14:nvContentPartPr>
              <p14:xfrm>
                <a:off x="5209137" y="3864554"/>
                <a:ext cx="3816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B7DCE8-3209-C4E7-084A-7845EE457F9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91497" y="3846914"/>
                  <a:ext cx="73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8CF6CD2-582C-4C4E-3072-7E40C2C66685}"/>
                    </a:ext>
                  </a:extLst>
                </p14:cNvPr>
                <p14:cNvContentPartPr/>
                <p14:nvPr/>
              </p14:nvContentPartPr>
              <p14:xfrm>
                <a:off x="4517217" y="3375314"/>
                <a:ext cx="91440" cy="19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8CF6CD2-582C-4C4E-3072-7E40C2C6668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99577" y="3357674"/>
                  <a:ext cx="127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D2DA49B-50CE-285A-7F1C-A445FE05DF84}"/>
                    </a:ext>
                  </a:extLst>
                </p14:cNvPr>
                <p14:cNvContentPartPr/>
                <p14:nvPr/>
              </p14:nvContentPartPr>
              <p14:xfrm>
                <a:off x="4489497" y="3441194"/>
                <a:ext cx="276480" cy="133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D2DA49B-50CE-285A-7F1C-A445FE05DF8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71497" y="3423194"/>
                  <a:ext cx="312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A28B719-1FB4-036D-485D-1E4F0FCAB234}"/>
                    </a:ext>
                  </a:extLst>
                </p14:cNvPr>
                <p14:cNvContentPartPr/>
                <p14:nvPr/>
              </p14:nvContentPartPr>
              <p14:xfrm>
                <a:off x="4802697" y="3429314"/>
                <a:ext cx="258480" cy="115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A28B719-1FB4-036D-485D-1E4F0FCAB23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84697" y="3411674"/>
                  <a:ext cx="294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353623-67E5-C88E-1202-BEFEA5EF910F}"/>
                    </a:ext>
                  </a:extLst>
                </p14:cNvPr>
                <p14:cNvContentPartPr/>
                <p14:nvPr/>
              </p14:nvContentPartPr>
              <p14:xfrm>
                <a:off x="5102577" y="3369914"/>
                <a:ext cx="111240" cy="230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353623-67E5-C88E-1202-BEFEA5EF910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84577" y="3352274"/>
                  <a:ext cx="146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3A39B6E-8B84-F619-30AC-0C4BC0D2495A}"/>
                    </a:ext>
                  </a:extLst>
                </p14:cNvPr>
                <p14:cNvContentPartPr/>
                <p14:nvPr/>
              </p14:nvContentPartPr>
              <p14:xfrm>
                <a:off x="4790097" y="3994154"/>
                <a:ext cx="155880" cy="28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3A39B6E-8B84-F619-30AC-0C4BC0D249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2097" y="3976514"/>
                  <a:ext cx="191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8555B18-52A1-5802-D53E-24528B92296F}"/>
                    </a:ext>
                  </a:extLst>
                </p14:cNvPr>
                <p14:cNvContentPartPr/>
                <p14:nvPr/>
              </p14:nvContentPartPr>
              <p14:xfrm>
                <a:off x="4835097" y="4065794"/>
                <a:ext cx="145800" cy="91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8555B18-52A1-5802-D53E-24528B92296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17097" y="4048154"/>
                  <a:ext cx="181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E1DD107-77CD-4032-8ACC-763DA5B45544}"/>
                    </a:ext>
                  </a:extLst>
                </p14:cNvPr>
                <p14:cNvContentPartPr/>
                <p14:nvPr/>
              </p14:nvContentPartPr>
              <p14:xfrm>
                <a:off x="4852017" y="4210154"/>
                <a:ext cx="150480" cy="24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E1DD107-77CD-4032-8ACC-763DA5B455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34377" y="4192514"/>
                  <a:ext cx="186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CE384D-73E7-40C5-133D-EB82A0B2A919}"/>
                    </a:ext>
                  </a:extLst>
                </p14:cNvPr>
                <p14:cNvContentPartPr/>
                <p14:nvPr/>
              </p14:nvContentPartPr>
              <p14:xfrm>
                <a:off x="5542857" y="3161114"/>
                <a:ext cx="154440" cy="204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CE384D-73E7-40C5-133D-EB82A0B2A9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24857" y="3143114"/>
                  <a:ext cx="1900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27E163D-05DD-C585-2D3E-E0E7B2937BB1}"/>
                    </a:ext>
                  </a:extLst>
                </p14:cNvPr>
                <p14:cNvContentPartPr/>
                <p14:nvPr/>
              </p14:nvContentPartPr>
              <p14:xfrm>
                <a:off x="5714937" y="3193154"/>
                <a:ext cx="114480" cy="124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27E163D-05DD-C585-2D3E-E0E7B2937BB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97297" y="3175514"/>
                  <a:ext cx="150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58D5EA-D430-18AE-13BB-4E778D90CCC5}"/>
                    </a:ext>
                  </a:extLst>
                </p14:cNvPr>
                <p14:cNvContentPartPr/>
                <p14:nvPr/>
              </p14:nvContentPartPr>
              <p14:xfrm>
                <a:off x="5845257" y="3131954"/>
                <a:ext cx="207720" cy="153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58D5EA-D430-18AE-13BB-4E778D90CC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27617" y="3113954"/>
                  <a:ext cx="243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5C7AB03-CEFB-05D3-E8FC-0F08585DF4B0}"/>
                    </a:ext>
                  </a:extLst>
                </p14:cNvPr>
                <p14:cNvContentPartPr/>
                <p14:nvPr/>
              </p14:nvContentPartPr>
              <p14:xfrm>
                <a:off x="5182137" y="4000274"/>
                <a:ext cx="552600" cy="104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5C7AB03-CEFB-05D3-E8FC-0F08585DF4B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64497" y="3982274"/>
                  <a:ext cx="588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1B2A1D9-077B-A613-045D-D33F36C3F998}"/>
                    </a:ext>
                  </a:extLst>
                </p14:cNvPr>
                <p14:cNvContentPartPr/>
                <p14:nvPr/>
              </p14:nvContentPartPr>
              <p14:xfrm>
                <a:off x="5635737" y="3918554"/>
                <a:ext cx="110160" cy="140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1B2A1D9-077B-A613-045D-D33F36C3F99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17737" y="3900914"/>
                  <a:ext cx="145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940253-7274-8605-B866-9747D73F7657}"/>
                    </a:ext>
                  </a:extLst>
                </p14:cNvPr>
                <p14:cNvContentPartPr/>
                <p14:nvPr/>
              </p14:nvContentPartPr>
              <p14:xfrm>
                <a:off x="5929497" y="3889034"/>
                <a:ext cx="118080" cy="134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940253-7274-8605-B866-9747D73F765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11857" y="3871394"/>
                  <a:ext cx="153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91C645-E4E1-F088-A2BE-5A06A006ECD0}"/>
                    </a:ext>
                  </a:extLst>
                </p14:cNvPr>
                <p14:cNvContentPartPr/>
                <p14:nvPr/>
              </p14:nvContentPartPr>
              <p14:xfrm>
                <a:off x="5776137" y="3766994"/>
                <a:ext cx="39060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91C645-E4E1-F088-A2BE-5A06A006ECD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58137" y="3748994"/>
                  <a:ext cx="4262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F76D4C-CF40-0C52-99EA-FD08DF5D20BA}"/>
                    </a:ext>
                  </a:extLst>
                </p14:cNvPr>
                <p14:cNvContentPartPr/>
                <p14:nvPr/>
              </p14:nvContentPartPr>
              <p14:xfrm>
                <a:off x="6220017" y="3874994"/>
                <a:ext cx="388440" cy="7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F76D4C-CF40-0C52-99EA-FD08DF5D20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02017" y="3856994"/>
                  <a:ext cx="424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0D8087C-52C9-B572-6C86-21B7DC5B8F01}"/>
                    </a:ext>
                  </a:extLst>
                </p14:cNvPr>
                <p14:cNvContentPartPr/>
                <p14:nvPr/>
              </p14:nvContentPartPr>
              <p14:xfrm>
                <a:off x="6492537" y="3827474"/>
                <a:ext cx="119880" cy="151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0D8087C-52C9-B572-6C86-21B7DC5B8F0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74897" y="3809834"/>
                  <a:ext cx="155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610DF4-1496-1BE8-D363-1416E1E1A839}"/>
                    </a:ext>
                  </a:extLst>
                </p14:cNvPr>
                <p14:cNvContentPartPr/>
                <p14:nvPr/>
              </p14:nvContentPartPr>
              <p14:xfrm>
                <a:off x="6660297" y="3575474"/>
                <a:ext cx="447120" cy="691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610DF4-1496-1BE8-D363-1416E1E1A8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42657" y="3557474"/>
                  <a:ext cx="48276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210AEF1-C345-8E81-5C79-D15C3F7FB248}"/>
                    </a:ext>
                  </a:extLst>
                </p14:cNvPr>
                <p14:cNvContentPartPr/>
                <p14:nvPr/>
              </p14:nvContentPartPr>
              <p14:xfrm>
                <a:off x="6560937" y="3465674"/>
                <a:ext cx="1020960" cy="800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210AEF1-C345-8E81-5C79-D15C3F7FB24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42937" y="3448034"/>
                  <a:ext cx="105660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B6ABF4-0133-1021-7726-7BA8E3610CFD}"/>
                    </a:ext>
                  </a:extLst>
                </p14:cNvPr>
                <p14:cNvContentPartPr/>
                <p14:nvPr/>
              </p14:nvContentPartPr>
              <p14:xfrm>
                <a:off x="6654177" y="3525434"/>
                <a:ext cx="832680" cy="235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B6ABF4-0133-1021-7726-7BA8E3610C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36537" y="3507434"/>
                  <a:ext cx="868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3723448-6AF0-D1A0-2B16-CDD918295737}"/>
                    </a:ext>
                  </a:extLst>
                </p14:cNvPr>
                <p14:cNvContentPartPr/>
                <p14:nvPr/>
              </p14:nvContentPartPr>
              <p14:xfrm>
                <a:off x="6823377" y="3191714"/>
                <a:ext cx="16200" cy="224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3723448-6AF0-D1A0-2B16-CDD91829573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05377" y="3173714"/>
                  <a:ext cx="51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580720A-8A94-1D04-6D3A-75653CE7DC51}"/>
                    </a:ext>
                  </a:extLst>
                </p14:cNvPr>
                <p14:cNvContentPartPr/>
                <p14:nvPr/>
              </p14:nvContentPartPr>
              <p14:xfrm>
                <a:off x="6753177" y="3135194"/>
                <a:ext cx="162360" cy="133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580720A-8A94-1D04-6D3A-75653CE7DC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35177" y="3117554"/>
                  <a:ext cx="1980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C93240-A567-CBCB-EDED-38F6A6590069}"/>
                    </a:ext>
                  </a:extLst>
                </p14:cNvPr>
                <p14:cNvContentPartPr/>
                <p14:nvPr/>
              </p14:nvContentPartPr>
              <p14:xfrm>
                <a:off x="6950817" y="3205754"/>
                <a:ext cx="94680" cy="173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C93240-A567-CBCB-EDED-38F6A659006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32817" y="3187754"/>
                  <a:ext cx="130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915E179-7B1F-8C86-2401-09FA613EB2EC}"/>
                    </a:ext>
                  </a:extLst>
                </p14:cNvPr>
                <p14:cNvContentPartPr/>
                <p14:nvPr/>
              </p14:nvContentPartPr>
              <p14:xfrm>
                <a:off x="7104177" y="3218354"/>
                <a:ext cx="102240" cy="132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915E179-7B1F-8C86-2401-09FA613EB2E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86177" y="3200354"/>
                  <a:ext cx="137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0B0DCCB-4781-1CBA-E4AA-D384AF9407FF}"/>
                    </a:ext>
                  </a:extLst>
                </p14:cNvPr>
                <p14:cNvContentPartPr/>
                <p14:nvPr/>
              </p14:nvContentPartPr>
              <p14:xfrm>
                <a:off x="7292097" y="3109994"/>
                <a:ext cx="75960" cy="380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0B0DCCB-4781-1CBA-E4AA-D384AF9407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74457" y="3092354"/>
                  <a:ext cx="1116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E6E8904-12F7-9C97-DCD0-DDB162698EDE}"/>
                    </a:ext>
                  </a:extLst>
                </p14:cNvPr>
                <p14:cNvContentPartPr/>
                <p14:nvPr/>
              </p14:nvContentPartPr>
              <p14:xfrm>
                <a:off x="6627897" y="3444794"/>
                <a:ext cx="807480" cy="64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E6E8904-12F7-9C97-DCD0-DDB162698ED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09897" y="3427154"/>
                  <a:ext cx="843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D51E90-1A8E-4FE2-F828-D3B3821C424E}"/>
                    </a:ext>
                  </a:extLst>
                </p14:cNvPr>
                <p14:cNvContentPartPr/>
                <p14:nvPr/>
              </p14:nvContentPartPr>
              <p14:xfrm>
                <a:off x="3874977" y="3157874"/>
                <a:ext cx="434880" cy="1828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D51E90-1A8E-4FE2-F828-D3B3821C424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57337" y="3140234"/>
                  <a:ext cx="470520" cy="18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177AA36-74AA-96B6-498E-5A49EE3A6836}"/>
                    </a:ext>
                  </a:extLst>
                </p14:cNvPr>
                <p14:cNvContentPartPr/>
                <p14:nvPr/>
              </p14:nvContentPartPr>
              <p14:xfrm>
                <a:off x="6987537" y="3064994"/>
                <a:ext cx="537840" cy="1416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177AA36-74AA-96B6-498E-5A49EE3A683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69537" y="3047354"/>
                  <a:ext cx="573480" cy="145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6498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1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7535</TotalTime>
  <Words>720</Words>
  <Application>Microsoft Office PowerPoint</Application>
  <PresentationFormat>Custom</PresentationFormat>
  <Paragraphs>107</Paragraphs>
  <Slides>33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9</vt:lpstr>
      <vt:lpstr>Generic Handlers in CAP</vt:lpstr>
      <vt:lpstr>Hands on: Generic Handlers</vt:lpstr>
      <vt:lpstr>PowerPoint Presentation</vt:lpstr>
      <vt:lpstr>Syntax</vt:lpstr>
      <vt:lpstr>SAP Fiori elements boosts SAP Fiori development efficiency </vt:lpstr>
      <vt:lpstr>SAP Fiori elements provides enterprise-ready apps out of the box</vt:lpstr>
      <vt:lpstr>SAP Fiori elements application architecture provides flexibility</vt:lpstr>
      <vt:lpstr>SAP Fiori elements prioritizes efficiency over flexibility </vt:lpstr>
      <vt:lpstr>Hands on : Fiori App</vt:lpstr>
      <vt:lpstr>PowerPoint Presentation</vt:lpstr>
      <vt:lpstr>namespace</vt:lpstr>
      <vt:lpstr>PowerPoint Presentation</vt:lpstr>
      <vt:lpstr>PowerPoint Presentation</vt:lpstr>
      <vt:lpstr>Annotations</vt:lpstr>
      <vt:lpstr>Create Fiori App using Annotation</vt:lpstr>
      <vt:lpstr>Association v.s Composition</vt:lpstr>
      <vt:lpstr>Hands on: Create &amp; F4 Enablement for app</vt:lpstr>
      <vt:lpstr>Hands on : Fiori App</vt:lpstr>
      <vt:lpstr>Create Fiori App using Annotation</vt:lpstr>
      <vt:lpstr>Association v.s Composition</vt:lpstr>
      <vt:lpstr>PowerPoint Presentation</vt:lpstr>
      <vt:lpstr>PowerPoint Presentation</vt:lpstr>
      <vt:lpstr>Hands on: Create &amp; F4 Enablement for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270</cp:revision>
  <dcterms:created xsi:type="dcterms:W3CDTF">2013-09-12T13:05:01Z</dcterms:created>
  <dcterms:modified xsi:type="dcterms:W3CDTF">2025-05-05T05:39:07Z</dcterms:modified>
</cp:coreProperties>
</file>