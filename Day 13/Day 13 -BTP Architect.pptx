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6" r:id="rId2"/>
    <p:sldId id="4122" r:id="rId3"/>
    <p:sldId id="277" r:id="rId4"/>
    <p:sldId id="4813" r:id="rId5"/>
    <p:sldId id="4814" r:id="rId6"/>
    <p:sldId id="4815" r:id="rId7"/>
    <p:sldId id="4820" r:id="rId8"/>
    <p:sldId id="4821" r:id="rId9"/>
    <p:sldId id="4816" r:id="rId10"/>
    <p:sldId id="4731" r:id="rId11"/>
    <p:sldId id="4732" r:id="rId12"/>
    <p:sldId id="282" r:id="rId13"/>
    <p:sldId id="280" r:id="rId14"/>
    <p:sldId id="4711"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02" d="100"/>
          <a:sy n="102" d="100"/>
        </p:scale>
        <p:origin x="640" y="460"/>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7T06:08:20.486"/>
    </inkml:context>
    <inkml:brush xml:id="br0">
      <inkml:brushProperty name="width" value="0.05" units="cm"/>
      <inkml:brushProperty name="height" value="0.05" units="cm"/>
      <inkml:brushProperty name="color" value="#FFC114"/>
    </inkml:brush>
  </inkml:definitions>
  <inkml:trace contextRef="#ctx0" brushRef="#br0">0 86 24575,'10'-5'0,"11"-1"0,12 0 0,10 2 0,11-9 0,6-2 0,2 2 0,5 3 0,-5 3 0,1 3 0,-6 2 0,-12 1-8191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7T06:08:20.886"/>
    </inkml:context>
    <inkml:brush xml:id="br0">
      <inkml:brushProperty name="width" value="0.05" units="cm"/>
      <inkml:brushProperty name="height" value="0.05" units="cm"/>
      <inkml:brushProperty name="color" value="#FFC114"/>
    </inkml:brush>
  </inkml:definitions>
  <inkml:trace contextRef="#ctx0" brushRef="#br0">1 1 24575,'4'0'0,"12"0"0,16 0 0,22 0 0,15 0 0,15 0 0,2 0 0,10 0 0,2 0 0,-1 0 0,-13 0 0,-16 0 0,-19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14.665"/>
    </inkml:context>
    <inkml:brush xml:id="br0">
      <inkml:brushProperty name="width" value="0.05" units="cm"/>
      <inkml:brushProperty name="height" value="0.05" units="cm"/>
      <inkml:brushProperty name="color" value="#FF0066"/>
    </inkml:brush>
  </inkml:definitions>
  <inkml:trace contextRef="#ctx0" brushRef="#br0">1 31 24575,'0'-2'0,"6"-2"0,11 0 0,20 1 0,27 1 0,33 1 0,41 0 0,51 1 0,40 0 0,28 0-1608,13 0 1608,-5 0 0,-18 0 0,-33 1 0,-40-1-434,-43-6 434,-42-2-6149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18.397"/>
    </inkml:context>
    <inkml:brush xml:id="br0">
      <inkml:brushProperty name="width" value="0.05" units="cm"/>
      <inkml:brushProperty name="height" value="0.05" units="cm"/>
      <inkml:brushProperty name="color" value="#FF0066"/>
    </inkml:brush>
  </inkml:definitions>
  <inkml:trace contextRef="#ctx0" brushRef="#br0">0 1 24575,'6'0'0,"14"0"0,20 0 0,35 0 0,26 6 0,22 2 0,24-1 0,20-1 0,5-2 0,-9-1 0,-20-2 0,-32 0 0,-34-1-8191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5:11:36.939"/>
    </inkml:context>
    <inkml:brush xml:id="br0">
      <inkml:brushProperty name="width" value="0.05" units="cm"/>
      <inkml:brushProperty name="height" value="0.05" units="cm"/>
      <inkml:brushProperty name="color" value="#FF0066"/>
    </inkml:brush>
  </inkml:definitions>
  <inkml:trace contextRef="#ctx0" brushRef="#br0">2025 160 24575,'0'-2'0,"-1"0"0,1 0 0,-1 0 0,0 0 0,1 0 0,-1 1 0,0-1 0,0 0 0,0 0 0,0 1 0,0-1 0,-1 0 0,1 1 0,0 0 0,-1-1 0,1 1 0,-1 0 0,-1-2 0,-3-1 0,1 0 0,-1 1 0,0 0 0,-7-3 0,-22-6 0,0 2 0,0 2 0,-41-5 0,24 4 0,-98-14 0,-1 5 0,-234 4 0,366 14 0,0 1 0,-1 1 0,1 1 0,0 0 0,0 2 0,1 0 0,-1 1 0,1 0 0,0 2 0,1 0 0,-32 20 0,-282 227 0,24 29 0,289-267 0,1 1 0,0 1 0,2 0 0,0 1 0,-16 30 0,23-36 0,2 1 0,0 0 0,1 0 0,0 0 0,1 1 0,1 0 0,0-1 0,1 1 0,1 22 0,7 261 0,-6-283 0,1 1 0,0-1 0,1 0 0,1 0 0,9 28 0,-8-33 0,1-1 0,0 0 0,0-1 0,1 1 0,0-1 0,0 0 0,1 0 0,0-1 0,12 11 0,-5-8 0,0 0 0,1-1 0,0-1 0,0 0 0,1-1 0,0-1 0,1 0 0,29 7 0,13-1 0,73 8 0,-95-16 0,259 27 0,483-9 0,-743-24 0,0-1 0,50-9 0,-75 9 0,0-1 0,-1 0 0,1-1 0,-1 0 0,0-1 0,0 0 0,-1 0 0,1-1 0,-1 0 0,0-1 0,-1 0 0,10-10 0,36-50 0,-3 1 0,-21 34 0,1 1 0,2 1 0,1 2 0,72-45 0,-100 69 0,25-14 0,51-41 0,-74 53 0,0-1 0,-1 0 0,0-1 0,0 0 0,-1 0 0,1 0 0,-2-1 0,0 0 0,0 0 0,0-1 0,3-10 0,16-62 0,47-130 0,-60 185 0,-1-1 0,-1 0 0,-1 0 0,-1-1 0,-2 0 0,-1 0 0,-1-1 0,-2-41 0,-1-4 0,1 45 0,-1-1 0,-1 0 0,-2 1 0,-8-35 0,10 60 0,0 1 0,-1 0 0,1 0 0,-1 0 0,0 0 0,0 0 0,0 0 0,-1 0 0,0 0 0,1 1 0,-1 0 0,0-1 0,-1 1 0,-6-5 0,0 2 0,0 1 0,0 0 0,-1 1 0,-17-5 0,25 8 0,-22-8 0,13 4 0,-1 1 0,-24-5 0,32 9 0,1-1 0,0 1 0,0 0 0,0 0 0,-1 0 0,1 1 0,0 0 0,0 0 0,0 0 0,0 0 0,0 0 0,0 1 0,-5 2 0,-16 12 0,12-9 0,0 1 0,0-1 0,-15 5 0,-17 5 239,15-6-1041,-40 11 0,48-17-6024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04.874"/>
    </inkml:context>
    <inkml:brush xml:id="br0">
      <inkml:brushProperty name="width" value="0.05" units="cm"/>
      <inkml:brushProperty name="height" value="0.05" units="cm"/>
      <inkml:brushProperty name="color" value="#FF0066"/>
    </inkml:brush>
  </inkml:definitions>
  <inkml:trace contextRef="#ctx0" brushRef="#br0">563 1 24575,'4'0'0,"0"1"0,0-1 0,0 1 0,0 0 0,0 0 0,0 1 0,0-1 0,0 1 0,-1 0 0,1 0 0,-1 0 0,1 0 0,-1 1 0,0-1 0,0 1 0,4 4 0,5 6 0,-1 1 0,14 23 0,-12-18 0,23 34 0,-2 2 0,-3 1 0,-3 1 0,-2 1 0,-2 2 0,-3 0 0,15 74 0,168 1126 0,-198-1192 0,-2 72 0,-5-112 0,-1 0 0,-2-1 0,-1 1 0,-1-1 0,-14 38 0,-9 7 0,-4-1 0,-80 128 0,-109 115 0,73-108 0,-89 169 0,230-361 0,-1-1 0,-1 0 0,0 0 0,0-1 0,-2-1 0,-15 14 0,-79 50 0,60-45 0,38-24-151,1 0-1,0 0 0,0 0 0,0 1 1,0 0-1,1 1 0,1-1 1,-7 12-1,-2 6-6674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05.453"/>
    </inkml:context>
    <inkml:brush xml:id="br0">
      <inkml:brushProperty name="width" value="0.05" units="cm"/>
      <inkml:brushProperty name="height" value="0.05" units="cm"/>
      <inkml:brushProperty name="color" value="#FF0066"/>
    </inkml:brush>
  </inkml:definitions>
  <inkml:trace contextRef="#ctx0" brushRef="#br0">1 0 24575,'2'3'0,"-1"0"0,1 0 0,-1-1 0,1 1 0,-1 0 0,0 0 0,0 1 0,0-1 0,0 0 0,-1 0 0,1 5 0,2 6 0,8 24 0,2-1 0,2 0 0,31 55 0,-36-72 0,-7-16 0,0 0 0,-1 0 0,1 0 0,1-1 0,-1 0 0,0 1 0,1-1 0,0 0 0,0 0 0,-1-1 0,2 1 0,-1-1 0,0 0 0,0 0 0,1 0 0,-1-1 0,1 1 0,0-1 0,-1 0 0,1-1 0,9 1 0,5 0 0,1-2 0,-1 0 0,0-1 0,20-5 0,-3 0 69,-1-3-1,0-1 0,-1-1 0,40-22 1,-18 5-923,82-59 1,-86 50-5973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06.325"/>
    </inkml:context>
    <inkml:brush xml:id="br0">
      <inkml:brushProperty name="width" value="0.05" units="cm"/>
      <inkml:brushProperty name="height" value="0.05" units="cm"/>
      <inkml:brushProperty name="color" value="#FF0066"/>
    </inkml:brush>
  </inkml:definitions>
  <inkml:trace contextRef="#ctx0" brushRef="#br0">3619 1 24575,'3'7'0,"0"1"0,-1 0 0,0-1 0,0 1 0,-1 0 0,0 1 0,0 10 0,1 11 0,10 83 0,-5 186 0,-10-250 0,-2 0 0,-3 0 0,-1-1 0,-2-1 0,-3 1 0,-28 64 0,15-54 0,-2-1 0,-3-2 0,-2-1 0,-61 74 0,-473 511 0,397-453 0,82-94 0,-4-3 0,-137 100 0,82-84 0,-171 89 0,-126 49 0,-18-27 0,358-172 65,-227 86 190,261-106-817,-2-3 1,-127 18-1,162-35-6264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06.812"/>
    </inkml:context>
    <inkml:brush xml:id="br0">
      <inkml:brushProperty name="width" value="0.05" units="cm"/>
      <inkml:brushProperty name="height" value="0.05" units="cm"/>
      <inkml:brushProperty name="color" value="#FF0066"/>
    </inkml:brush>
  </inkml:definitions>
  <inkml:trace contextRef="#ctx0" brushRef="#br0">238 1 24575,'-1'28'0,"-2"1"0,0-1 0,-2 0 0,-1 0 0,-2 0 0,0-1 0,-2 0 0,-13 27 0,-18 24 0,-62 91 0,92-153 0,9-14 0,1 1 0,-1-1 0,0 1 0,1 0 0,-1 0 0,1-1 0,0 1 0,0 0 0,0 0 0,0 0 0,0 6 0,1-8 0,0-1 0,0 1 0,1-1 0,-1 1 0,0-1 0,0 1 0,1-1 0,-1 1 0,0-1 0,0 1 0,1-1 0,-1 1 0,1-1 0,-1 1 0,0-1 0,1 0 0,-1 1 0,1-1 0,-1 0 0,1 1 0,-1-1 0,1 0 0,-1 0 0,1 1 0,2-1 0,0 1 0,0-1 0,-1 1 0,1-1 0,0 0 0,0 0 0,4-1 0,322-39-1365,-243 33-5461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5:11:24.614"/>
    </inkml:context>
    <inkml:brush xml:id="br0">
      <inkml:brushProperty name="width" value="0.05" units="cm"/>
      <inkml:brushProperty name="height" value="0.05" units="cm"/>
      <inkml:brushProperty name="color" value="#FF0066"/>
    </inkml:brush>
  </inkml:definitions>
  <inkml:trace contextRef="#ctx0" brushRef="#br0">1 1820 24575,'2'-5'0,"0"0"0,0 0 0,0 0 0,1 1 0,0-1 0,0 1 0,0 0 0,0 0 0,1 0 0,6-6 0,104-104-125,5 5 0,207-146 0,300-150-250,-215 167 366,19 32-1340,484-101 959,-760 270 99,2 7 1,249-16-1,315 29-1034,-662 17 1201,57 0 126,618 19 73,-620-9-63,-1 6 0,-1 4 0,-1 5 1,156 58-1,332 191-12,-317-138 0,-100-52 214,167 80 757,-296-137-385,84 59-1,-107-65-139,-2 2 0,0 1-1,-2 1 1,29 35 0,63 94-356,91 108-63,-167-217-32,2-1 0,1-3-1,73 53 1,-101-83-450,1 0 0,23 10 0,-15-11-6371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5:11:25.276"/>
    </inkml:context>
    <inkml:brush xml:id="br0">
      <inkml:brushProperty name="width" value="0.05" units="cm"/>
      <inkml:brushProperty name="height" value="0.05" units="cm"/>
      <inkml:brushProperty name="color" value="#FF0066"/>
    </inkml:brush>
  </inkml:definitions>
  <inkml:trace contextRef="#ctx0" brushRef="#br0">391 9 24575,'1'-1'0,"0"1"0,-1-1 0,1 0 0,0 1 0,0-1 0,0 0 0,0 1 0,0-1 0,0 1 0,0-1 0,0 1 0,0 0 0,0-1 0,0 1 0,0 0 0,0 0 0,0 0 0,0-1 0,0 1 0,0 0 0,0 1 0,0-1 0,0 0 0,0 0 0,0 0 0,0 1 0,0-1 0,0 0 0,0 1 0,0-1 0,0 1 0,0-1 0,0 1 0,0-1 0,-1 1 0,1 0 0,0-1 0,0 1 0,-1 0 0,2 1 0,4 5 0,0 0 0,-1 1 0,10 15 0,-6-9 0,73 103 0,5-4 0,183 181 0,-251-275 0,-6-8 0,0 2 0,-1 0 0,16 22 0,-26-32 0,0 0 0,0 0 0,-1 0 0,1 0 0,-1 0 0,1 0 0,-1 0 0,0 1 0,-1-1 0,1 0 0,0 1 0,-1-1 0,0 1 0,0-1 0,0 0 0,0 1 0,0-1 0,-1 1 0,1-1 0,-1 0 0,0 1 0,0-1 0,-3 6 0,-1-2 0,-1 0 0,0 0 0,0-1 0,0 1 0,-1-1 0,0-1 0,0 1 0,-1-1 0,1-1 0,-1 1 0,0-1 0,-11 4 0,-64 25 0,-1-4 0,-104 23 0,108-32 0,-47 13 0,-172 49 0,261-67 0,38-15-22,0 0 0,0 0 0,-1 0 0,1 0 0,0 0 0,0 0 0,0 1 0,-1-1 0,1 0 0,0 0 0,0 0 0,0 0 0,0 0 0,-1 0 0,1 1 0,0-1 0,0 0 0,0 0 0,0 0 0,0 0 0,0 1 0,0-1 0,-1 0 0,1 0 0,0 0 0,0 1 0,0-1 0,0 0 0,0 0 0,0 0 0,0 1 0,0-1 0,0 0 0,0 0 0,0 0 0,0 1-1,0-1 1,0 0 0,0 0 0,0 0 0,0 1 0,1-1 0,-1 0 0,0 0 0,0 0 0,0 1 0,0-1 0,0 0 0,0 0 0,0 0 0,1 0 0,-1 1 0,0-1 0,0 0 0,0 0 0,0 0 0,1 0 0,-1 0 0,0 0 0,0 0 0,1 1 0,19 4-6804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5:11:46.310"/>
    </inkml:context>
    <inkml:brush xml:id="br0">
      <inkml:brushProperty name="width" value="0.05" units="cm"/>
      <inkml:brushProperty name="height" value="0.05" units="cm"/>
      <inkml:brushProperty name="color" value="#FF0066"/>
    </inkml:brush>
  </inkml:definitions>
  <inkml:trace contextRef="#ctx0" brushRef="#br0">3453 311 24575,'-330'-44'-543,"1"28"-511,289 15 934,-792-2-302,696 11 549,1 6-1,1 6 0,0 6 0,-145 48 0,238-59-7,1 2 1,-61 35-1,-66 54-18,161-101-109,-60 40 125,2 3 1,2 3-1,3 2 1,2 3-1,2 3 1,3 2-1,3 2 1,-81 136-1,127-193-117,-102 208 0,95-191 0,2 0 0,1 1 0,1 1 0,1-1 0,1 1 0,1 0 0,0 38 0,5-46 0,0 1 0,1-1 0,1 0 0,1 0 0,0-1 0,1 1 0,1-1 0,14 24 0,1-3 0,2-2 0,38 45 0,-37-50 0,1-2 0,1 0 0,2-2 0,1-1 0,1-1 0,0-2 0,55 28 0,-23-20-116,1-3-1,79 21 0,145 22-532,-6-20-434,435 22 1,295-53-783,181-74 578,-904 21 831,-3-12 0,306-91-1,-517 115 793,-1-2-1,102-49 0,-163 67-187,-1-1 0,0 0 0,0-1 0,0-1 1,20-18-1,-28 22-35,0 0-1,0 0 1,0-1 0,-1 1 0,0-1 0,0 0 0,0 0 0,-1 0 0,0 0-1,0 0 1,0-1 0,-1 1 0,0 0 0,0-14 0,-1-6 231,-2 0 1,0 0-1,-2 1 1,-1-1-1,-1 1 1,-15-40-1,-73-146 1342,-104-163-1849,-37 18-139,193 303 288,-1 1 1,-4 2 0,-1 2-1,-2 2 1,-2 2 0,-75-46-1,22 27-145,-3 5 0,-3 5 0,-1 4-1,-3 6 1,-224-54 0,177 65 63,-2 7 1,-1 8-1,-312 6 1,-479 105 95,531-32-1050,266-37-4195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00.236"/>
    </inkml:context>
    <inkml:brush xml:id="br0">
      <inkml:brushProperty name="width" value="0.05" units="cm"/>
      <inkml:brushProperty name="height" value="0.05" units="cm"/>
      <inkml:brushProperty name="color" value="#FF0066"/>
    </inkml:brush>
  </inkml:definitions>
  <inkml:trace contextRef="#ctx0" brushRef="#br0">5 80 24575,'-3'0'0,"2"0"0,7 0 0,9 0 0,10-3 0,10-1 0,11-2 0,9-1 0,8-2 0,4 1 0,0-2 0,-2 1 0,-7 0 0,-8 0 0,-11 3-8191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03.482"/>
    </inkml:context>
    <inkml:brush xml:id="br0">
      <inkml:brushProperty name="width" value="0.05" units="cm"/>
      <inkml:brushProperty name="height" value="0.05" units="cm"/>
      <inkml:brushProperty name="color" value="#FF0066"/>
    </inkml:brush>
  </inkml:definitions>
  <inkml:trace contextRef="#ctx0" brushRef="#br0">0 667 24575,'18'-24'0,"2"-7"0,2 0 0,0 2 0,2 1 0,1 0 0,50-41 0,-37 40 0,1 1 0,2 2 0,0 2 0,46-20 0,9 5-391,1 3 0,203-45 1,214 4-783,-196 48 1120,2 15 0,459 38 1,-753-22 46,-2-1 22,0 1 1,0 1-1,0 2 1,-1 0-1,33 12 1,-39-7 449,-17-10-493,1 0 0,-1 0 1,0 0-1,1 1 0,-1-1 0,0 0 0,1 1 1,-1-1-1,0 0 0,1 1 0,-1-1 0,0 0 1,0 1-1,0-1 0,0 1 0,1-1 0,-1 0 1,0 1-1,0-1 0,0 1 0,0-1 0,0 0 1,0 1-1,0-1 0,0 1 0,0-1 0,0 0 1,0 1-1,0-1 0,0 1 0,0-1 0,0 1 1,-1 0-1,-7 6-5309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38.194"/>
    </inkml:context>
    <inkml:brush xml:id="br0">
      <inkml:brushProperty name="width" value="0.05" units="cm"/>
      <inkml:brushProperty name="height" value="0.05" units="cm"/>
      <inkml:brushProperty name="color" value="#FF0066"/>
    </inkml:brush>
  </inkml:definitions>
  <inkml:trace contextRef="#ctx0" brushRef="#br0">0 1 24360,'0'1590'0,"7570"-1590"0,-7570-1590 0,-7570 1590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1.285"/>
    </inkml:context>
    <inkml:brush xml:id="br0">
      <inkml:brushProperty name="width" value="0.05" units="cm"/>
      <inkml:brushProperty name="height" value="0.05" units="cm"/>
      <inkml:brushProperty name="color" value="#FF0066"/>
    </inkml:brush>
  </inkml:definitions>
  <inkml:trace contextRef="#ctx0" brushRef="#br0">1863 21 24575,'-1'-1'0,"-18"-17"0,18 18 0,1 0 0,0 0 0,-1-1 0,1 1 0,0 0 0,-1 0 0,1 0 0,0 0 0,-1 0 0,1-1 0,-1 1 0,1 0 0,0 0 0,-1 0 0,1 0 0,0 0 0,-1 0 0,1 0 0,-1 0 0,1 0 0,0 1 0,-1-1 0,1 0 0,0 0 0,-1 0 0,1 0 0,0 0 0,-1 1 0,1-1 0,0 0 0,-1 0 0,1 1 0,0-1 0,0 0 0,-1 0 0,1 1 0,0-1 0,0 0 0,-1 1 0,1-1 0,0 0 0,0 1 0,0-1 0,0 0 0,0 1 0,-1-1 0,1 0 0,0 1 0,0-1 0,0 1 0,0-1 0,0 0 0,0 1 0,0-1 0,0 0 0,1 1 0,-4 119 0,2-31 0,-5 17 0,-20 580 0,27 3 0,-1-679 0,0-3 0,0 1 0,0-1 0,1 0 0,-1 0 0,5 14 0,-4-19 0,-1 0 0,1-1 0,0 1 0,0 0 0,1 0 0,-1 0 0,0-1 0,0 1 0,1-1 0,-1 1 0,1-1 0,0 1 0,-1-1 0,1 0 0,0 0 0,0 0 0,-1 0 0,1 0 0,0 0 0,0-1 0,0 1 0,0 0 0,0-1 0,0 0 0,3 1 0,34 1 0,1 0 0,74-9 0,-51 2 0,1419-19-4966,5 84-599,-1360-54 5513,2273 147-2449,-4 50-220,680 109 3997,-2959-299-1270,322 32 1557,-149-25 4273,-275-19-4724,27 0 705,-40-1-1655,0 0 1,-1 0-1,1 0 1,0 0-1,0-1 1,0 1-1,0-1 1,0 1-1,0-1 1,-1 0-1,1 0 1,0 1 0,-1-1-1,1-1 1,0 1-1,1-1 1,-3 1-130,0 0 0,1 0 1,-1 0-1,0 0 0,0 0 1,1 0-1,-1 0 0,0 0 1,0 0-1,0 0 0,0 0 1,0 0-1,0 0 0,-1 0 1,1 0-1,0 0 0,0 0 1,-1 1-1,1-1 0,-1 0 1,1 0-1,-1 0 0,1 0 1,-1 0-1,1 1 0,-2-2 1,-21-26 442,14 19-420,-17-25-56,1-2 0,1 0 0,2-2 0,-18-43 0,16 23 0,2-1 0,-16-75 0,9-14 0,-16-230 0,18-90 0,-7-81 0,32 522 0,1 12 0,0 0 0,-1 0 0,0 0 0,-1 0 0,-1 0 0,0 1 0,-7-17 0,7 26 0,0 0 0,0 0 0,0 0 0,-1 0 0,0 1 0,1 0 0,-2 0 0,1 0 0,0 0 0,-1 1 0,1 0 0,-1 0 0,0 1 0,-9-3 0,-12-3 0,0 1 0,-28-3 0,35 7 0,-378-46-567,-6 24-149,322 21 685,-1592-47-5671,-4 48 581,-1109 48 3508,-112 0 1228,2892-45 383,-1525-10-477,8-84 4458,1427 84-3509,-131-17-131,172 19 1298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2.703"/>
    </inkml:context>
    <inkml:brush xml:id="br0">
      <inkml:brushProperty name="width" value="0.05" units="cm"/>
      <inkml:brushProperty name="height" value="0.05" units="cm"/>
      <inkml:brushProperty name="color" value="#FF0066"/>
    </inkml:brush>
  </inkml:definitions>
  <inkml:trace contextRef="#ctx0" brushRef="#br0">655 259 24575,'2'-48'0,"-1"31"0,0 0 0,-1 0 0,-1-1 0,0 1 0,-2 0 0,-6-28 0,7 41 0,1 1 0,-1-1 0,1 1 0,-1 0 0,0-1 0,0 1 0,-1 0 0,1 0 0,-1 0 0,1 1 0,-1-1 0,0 1 0,0-1 0,0 1 0,0 0 0,-6-3 0,4 3 0,-1 0 0,0 0 0,1 1 0,-1 0 0,0 0 0,0 0 0,1 1 0,-1 0 0,-11 1 0,-2 2 0,0 0 0,1 2 0,-1 0 0,1 2 0,-28 13 0,16-5 0,0 2 0,1 1 0,1 1 0,1 1 0,0 2 0,-38 41 0,46-43 0,2 1 0,1 0 0,0 2 0,2-1 0,0 2 0,2 0 0,0 0 0,-15 51 0,25-66 0,0 0 0,0 1 0,1-1 0,0 1 0,1-1 0,0 1 0,0-1 0,1 1 0,0-1 0,4 15 0,-3-17 0,1 0 0,-1-1 0,1 1 0,1 0 0,0-1 0,-1 0 0,2 0 0,-1 0 0,1 0 0,0-1 0,0 1 0,1-1 0,-1-1 0,8 6 0,1-2 0,1 0 0,0 0 0,0-2 0,0 0 0,1-1 0,0 0 0,0-1 0,33 3 0,-5-3 0,1-3 0,50-4 0,-20-3 0,-1-4 0,0-3 0,-1-3 0,0-3 0,-2-4 0,0-2 0,-2-4 0,112-63 0,-149 72 0,56-43 0,-80 56 0,-1 0 0,1 0 0,-1 0 0,-1-1 0,1 0 0,-1 0 0,-1-1 0,1 0 0,-1 0 0,-1 0 0,7-20 0,-10 26 0,-1-1 0,1 1 0,-1-1 0,1 0 0,-1 1 0,0-1 0,-1 1 0,1-1 0,-1 0 0,1 1 0,-1-1 0,0 1 0,0-1 0,-1 1 0,-2-6 0,1 4 0,-1 0 0,1 0 0,-1 1 0,0-1 0,0 1 0,-1 0 0,1 0 0,-11-6 0,3 3 0,-1 0 0,-1 1 0,1 0 0,-1 1 0,0 1 0,-29-6 0,32 8 0,0 1 0,-1 0 0,1 1 0,0 1 0,0-1 0,0 2 0,0-1 0,0 2 0,0-1 0,0 1 0,1 1 0,-1 0 0,-14 8 0,14-5 0,1 0 0,-1 1 0,1 0 0,0 1 0,1 0 0,0 0 0,0 1 0,1 0 0,1 0 0,0 1 0,-8 16 0,6-10 0,1 1 0,0-1 0,-9 38 0,16-48 0,-1-1 0,1 1 0,0 0 0,1 0 0,0 1 0,0-1 0,0 0 0,1 0 0,0 0 0,0 0 0,1-1 0,0 1 0,0 0 0,4 7 0,-5-11 0,1 0 0,0 0 0,0 0 0,0 0 0,1-1 0,-1 1 0,1 0 0,-1-1 0,1 0 0,0 1 0,0-1 0,0 0 0,0-1 0,0 1 0,0 0 0,7 1 0,-4-1 0,-1-1 0,1 0 0,0-1 0,0 1 0,0-1 0,0-1 0,0 1 0,0-1 0,8-2 0,0 0 0,0-2 0,0 0 0,-1 0 0,0-1 0,0-1 0,-1 0 0,20-15 0,-17 8 0,0 0 0,-1 0 0,-1-1 0,0-1 0,13-21 0,-5 2 0,26-59 0,-46 92 0,10-21 0,-11 22 0,0 1 0,0-1 0,1 0 0,-1 1 0,0-1 0,1 0 0,-1 1 0,1-1 0,-1 0 0,0 1 0,1-1 0,0 1 0,-1-1 0,1 1 0,-1-1 0,1 1 0,-1 0 0,1-1 0,0 1 0,-1 0 0,1-1 0,0 1 0,1 0 0,-1 2 0,0 0 0,0 0 0,0 0 0,-1 0 0,1 0 0,-1 1 0,1-1 0,-1 0 0,1 0 0,-1 1 0,0-1 0,0 0 0,-1 1 0,1 1 0,0 5 0,1 3 0,0 0 0,1 0 0,0 0 0,1 0 0,1-1 0,0 1 0,0-1 0,1 0 0,1 0 0,-1 0 0,9 9 0,-11-14 0,1-2 0,1 1 0,-1 0 0,1-1 0,-1 0 0,1 0 0,0 0 0,1-1 0,-1 1 0,1-1 0,-1-1 0,1 1 0,0-1 0,0 0 0,0 0 0,0-1 0,0 1 0,1-1 0,-1-1 0,0 1 0,1-1 0,11-2 0,-9 1 0,0-1 0,0-1 0,0 1 0,-1-2 0,1 1 0,-1-1 0,0 0 0,0-1 0,0 0 0,0-1 0,-1 1 0,0-1 0,0 0 0,-1-1 0,1 0 0,-1 0 0,-1 0 0,1-1 0,-2 0 0,1 0 0,-1 0 0,0 0 0,0-1 0,-1 0 0,0 0 0,-1 0 0,0 0 0,-1 0 0,2-17 0,-12 122 0,1-14 0,5-42 0,-1 89 0,4-108 0,1 0 0,1-1 0,2 1 0,5 21 0,5-12 0,-14-30 0,0 1 0,0-1 0,0 1 0,0-1 0,1 0 0,-1 1 0,0-1 0,0 1 0,1-1 0,-1 0 0,0 1 0,0-1 0,1 0 0,-1 1 0,0-1 0,1 0 0,-1 0 0,1 1 0,-1-1 0,0 0 0,1 0 0,-1 0 0,1 0 0,-1 0 0,1 1 0,-1-1 0,0 0 0,1 0 0,-1 0 0,1 0 0,-1 0 0,1 0 0,-1 0 0,1 0 0,-1-1 0,0 1 0,1 0 0,-1 0 0,1 0 0,-1 0 0,0-1 0,1 1 0,-1 0 0,1 0 0,-1-1 0,0 1 0,1 0 0,-1 0 0,0-1 0,1 1 0,-1 0 0,0-1 0,0 1 0,0-1 0,1 1 0,-1 0 0,0-1 0,0 1 0,0-1 0,0 1 0,1-1 0,-1 1 0,0 0 0,0-1 0,0 1 0,0-1 0,6-23 0,-1 1 0,0-1 0,-2 0 0,-1 0 0,-1-39 0,-1 33 0,0-91 0,-2 59 0,3 1 0,11-77 0,-10 129 0,0-1 0,0 1 0,1 0 0,0-1 0,1 1 0,8-15 0,-11 22 0,1-1 0,0 1 0,-1-1 0,1 1 0,0 0 0,0-1 0,1 1 0,-1 0 0,0 1 0,1-1 0,-1 0 0,1 1 0,0-1 0,-1 1 0,1 0 0,0 0 0,0 0 0,0 0 0,0 1 0,0-1 0,0 1 0,0-1 0,0 1 0,0 0 0,5 1 0,1 1 0,-1 0 0,1 1 0,-1 0 0,1 1 0,-1 0 0,0 0 0,0 0 0,-1 1 0,1 0 0,-1 1 0,0 0 0,-1 0 0,1 0 0,-1 1 0,-1 0 0,7 9 0,-4-4 0,0-1 0,-1 2 0,0-1 0,-1 1 0,-1 0 0,0 0 0,0 0 0,-2 1 0,5 24 0,-8-31 0,1 1 0,-1-1 0,0 0 0,-1 1 0,0-1 0,0 0 0,-1 0 0,0 0 0,0 0 0,0 0 0,-1 0 0,0-1 0,0 1 0,-1-1 0,0 0 0,0 0 0,-6 7 0,4-7 0,0-1 0,0 1 0,0-1 0,-1 0 0,0-1 0,0 1 0,0-1 0,0-1 0,-1 0 0,0 0 0,0 0 0,0-1 0,0 0 0,-16 2 0,-18-3-1365,2-3-5461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3.402"/>
    </inkml:context>
    <inkml:brush xml:id="br0">
      <inkml:brushProperty name="width" value="0.05" units="cm"/>
      <inkml:brushProperty name="height" value="0.05" units="cm"/>
      <inkml:brushProperty name="color" value="#FF0066"/>
    </inkml:brush>
  </inkml:definitions>
  <inkml:trace contextRef="#ctx0" brushRef="#br0">350 243 24575,'16'-16'0,"-1"-1"0,0 0 0,-1-1 0,-1-1 0,0 0 0,12-28 0,-24 45 0,1-1 0,-1 0 0,0 0 0,-1 0 0,1 0 0,0 0 0,-1 0 0,0 0 0,1 0 0,-1 0 0,0 0 0,-1 0 0,1 0 0,-1 0 0,1 0 0,-1 0 0,0 0 0,0 0 0,0 0 0,-2-3 0,2 4 0,-1 0 0,0 0 0,0 0 0,0 1 0,0-1 0,0 0 0,0 1 0,0-1 0,-1 1 0,1 0 0,0 0 0,-1 0 0,1 0 0,-1 0 0,0 1 0,1-1 0,-1 1 0,1-1 0,-1 1 0,0 0 0,1 0 0,-1 0 0,-4 1 0,-4 1 0,0 0 0,0 1 0,0 0 0,0 1 0,1 0 0,-1 1 0,1 0 0,0 0 0,-13 11 0,-3 3 0,2 1 0,-26 26 0,32-26 0,0 0 0,1 0 0,1 2 0,0 0 0,2 1 0,-17 38 0,26-49 0,0 1 0,1-1 0,1 1 0,0 0 0,1 0 0,-1 22 0,2-27 0,2 1 0,-1-1 0,2 1 0,-1-1 0,1 1 0,0-1 0,0 0 0,1 0 0,0 0 0,1 0 0,5 8 0,-4-9 0,0 0 0,1-1 0,-1 0 0,1 0 0,1 0 0,-1 0 0,1-1 0,0 0 0,0-1 0,1 0 0,-1 0 0,1 0 0,13 3 0,-16-5 0,1 0 0,-1 0 0,1-1 0,0 0 0,-1 0 0,1-1 0,0 0 0,0 0 0,0 0 0,-1 0 0,1-1 0,0 0 0,0 0 0,-1-1 0,1 0 0,-1 0 0,0 0 0,1 0 0,-1-1 0,8-5 0,-11 6 0,0 1 0,0-1 0,1 0 0,-1 0 0,0 0 0,-1-1 0,1 1 0,0 0 0,-1-1 0,1 1 0,-1-1 0,0 0 0,0 1 0,0-1 0,0 0 0,0 0 0,0 0 0,-1 0 0,0 1 0,1-1 0,-1 0 0,0 0 0,-1 0 0,1 0 0,0 0 0,-1 0 0,1 0 0,-1 1 0,0-1 0,0 0 0,0 0 0,-3-3 0,2 2 0,-1-1 0,0 1 0,0 0 0,-1 0 0,1 0 0,-1 1 0,0-1 0,0 1 0,0 0 0,0 0 0,0 0 0,-1 0 0,1 1 0,-1 0 0,0 0 0,0 0 0,-8-1 0,6 2 0,0 0 0,0 1 0,0 0 0,0 0 0,0 0 0,0 1 0,0 0 0,1 1 0,-1-1 0,0 1 0,0 1 0,1-1 0,-12 7 0,9-4 0,1 1 0,-1 0 0,1 0 0,1 1 0,-1 0 0,1 0 0,0 1 0,1-1 0,-8 13 0,9-13 0,1 1 0,0-1 0,0 1 0,1 0 0,0 0 0,0 1 0,1-1 0,0 1 0,1-1 0,-2 18 0,3-20 0,1 0 0,-1 0 0,1 0 0,0 0 0,1 0 0,-1 0 0,1 0 0,0 0 0,1-1 0,0 1 0,-1-1 0,2 1 0,-1-1 0,0 0 0,1 0 0,6 5 0,-2-2 38,1-1 0,0 0 0,0-1 0,0 0 0,1-1 0,-1 0 0,1 0 0,21 6 0,-8-5-465,0 0 0,1-2 1,24 2-1,19-2-6399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3.936"/>
    </inkml:context>
    <inkml:brush xml:id="br0">
      <inkml:brushProperty name="width" value="0.05" units="cm"/>
      <inkml:brushProperty name="height" value="0.05" units="cm"/>
      <inkml:brushProperty name="color" value="#FF0066"/>
    </inkml:brush>
  </inkml:definitions>
  <inkml:trace contextRef="#ctx0" brushRef="#br0">104 151 24575,'-11'-19'0,"-1"0"0,-22-26 0,-9-14 0,40 51 0,8 8 0,10 11 0,-1 4 0,0 1 0,-1 0 0,-1 1 0,0 0 0,-1 1 0,-1 0 0,-1 1 0,-1-1 0,0 2 0,-1-1 0,-1 1 0,-1 1 0,-1-1 0,-1 0 0,-1 1 0,0 0 0,-2 27 0,0-44 0,0-1 0,0 1 0,-1 0 0,1-1 0,-1 1 0,1 0 0,-1-1 0,0 1 0,-1-1 0,1 1 0,-1-1 0,1 0 0,-1 1 0,0-1 0,-4 5 0,6-8 0,-1 0 0,1 0 0,0 0 0,-1 0 0,1 1 0,0-1 0,-1 0 0,1 0 0,-1 0 0,1 0 0,0 0 0,-1 0 0,1 0 0,0 0 0,-1 0 0,1 0 0,-1-1 0,1 1 0,0 0 0,-1 0 0,1 0 0,0 0 0,-1 0 0,1-1 0,0 1 0,-1 0 0,1 0 0,0-1 0,-1 1 0,1 0 0,0 0 0,0-1 0,-1 1 0,1 0 0,0-1 0,0 1 0,0 0 0,0-1 0,-1 1 0,1 0 0,0-1 0,0 1 0,0-1 0,0 1 0,0 0 0,0-1 0,0 1 0,0 0 0,0-1 0,-4-22 0,4 5 0,1 0 0,0 1 0,2-1 0,0 0 0,7-25 0,0 11 0,2 1 0,15-32 0,-20 50 0,0 0 0,1 0 0,13-17 0,-19 27 0,0 1 0,0-1 0,0 1 0,0 0 0,0 0 0,0 0 0,1 0 0,-1 0 0,1 0 0,-1 1 0,1-1 0,0 1 0,-1 0 0,1 0 0,0 0 0,0 0 0,0 0 0,0 1 0,0-1 0,0 1 0,0 0 0,0 0 0,0 0 0,4 0 0,-4 1 0,-1 1 0,1-1 0,-1 0 0,1 1 0,-1-1 0,0 1 0,0 0 0,0 0 0,0 0 0,0 0 0,0 0 0,0 0 0,-1 0 0,1 1 0,-1-1 0,0 1 0,1-1 0,-1 1 0,0 0 0,0 3 0,4 8 0,-2 1 0,3 22 0,-4-26 0,7 75 0,-9-77 0,0 1 0,0-1 0,-1 0 0,0 0 0,-1 1 0,1-1 0,-5 9 0,70-159 0,-51 117 0,1 1 0,1 0 0,1 1 0,22-24 0,-34 42 0,0 0 0,0 1 0,0-1 0,0 1 0,1 0 0,-1 0 0,1 0 0,0 1 0,7-3 0,-11 4 0,1 1 0,0-1 0,-1 1 0,1 0 0,0 0 0,-1 0 0,1 0 0,0 0 0,-1 0 0,1 1 0,0-1 0,-1 0 0,1 1 0,-1-1 0,1 1 0,0 0 0,-1 0 0,1-1 0,-1 1 0,0 0 0,1 0 0,-1 0 0,0 1 0,1-1 0,-1 0 0,0 0 0,0 1 0,0-1 0,0 0 0,0 1 0,-1-1 0,1 1 0,1 2 0,4 14 16,0-1-1,-1 2 1,0-1-1,-2 0 1,0 1-1,1 35 1,1 12-1490,-1-42-5352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4.343"/>
    </inkml:context>
    <inkml:brush xml:id="br0">
      <inkml:brushProperty name="width" value="0.05" units="cm"/>
      <inkml:brushProperty name="height" value="0.05" units="cm"/>
      <inkml:brushProperty name="color" value="#FF0066"/>
    </inkml:brush>
  </inkml:definitions>
  <inkml:trace contextRef="#ctx0" brushRef="#br0">1 194 24575,'1'-2'0,"1"0"0,-1 0 0,0 0 0,1 0 0,-1 0 0,0-1 0,-1 1 0,1 0 0,0-1 0,0-3 0,-1 4 0,1 0 0,-1 0 0,1 0 0,-1 0 0,1 0 0,0 0 0,0 0 0,0 1 0,0-1 0,0 0 0,0 0 0,0 1 0,2-3 0,-2 4 0,-1 0 0,1-1 0,-1 1 0,0 0 0,1 0 0,-1-1 0,1 1 0,-1 0 0,1 0 0,-1 0 0,1 0 0,-1 0 0,1 0 0,-1 0 0,1 0 0,-1 0 0,1 0 0,-1 0 0,1 0 0,-1 0 0,1 0 0,-1 0 0,1 0 0,-1 1 0,1-1 0,-1 0 0,1 0 0,-1 0 0,0 1 0,1-1 0,-1 0 0,1 1 0,-1-1 0,0 0 0,1 1 0,-1-1 0,0 1 0,1-1 0,-1 1 0,0-1 0,0 0 0,1 2 0,9 21 0,-10-23 0,13 45 0,-3 0 0,-2 1 0,4 81 0,-4-36 0,-4-56 0,7 101 0,-13-119 0,2-16 0,0-1 0,0 0 0,0 0 0,0 0 0,0 0 0,0 0 0,0 0 0,0 1 0,0-1 0,0 0 0,-1 0 0,1 0 0,0 0 0,0 0 0,0 0 0,0 0 0,0 0 0,0 0 0,0 0 0,-1 0 0,1 0 0,0 1 0,0-1 0,0 0 0,0 0 0,0 0 0,0 0 0,-1 0 0,1 0 0,0 0 0,0 0 0,0 0 0,0 0 0,0 0 0,0-1 0,-1 1 0,1 0 0,0 0 0,0 0 0,0 0 0,0 0 0,0 0 0,0 0 0,0 0 0,-1 0 0,1 0 0,0 0 0,0 0 0,0-1 0,0 1 0,0 0 0,0 0 0,-2-3 0,0 0 0,0 0 0,0-1 0,1 1 0,-1 0 0,-1-7 0,-6-21 0,2-1 0,1 0 0,2 0 0,-1-53 0,6 18 0,11-82 0,-8 119 0,2 0 0,10-35 0,-13 55 0,0 0 0,1 1 0,0-1 0,1 1 0,0 0 0,0 1 0,1-1 0,0 1 0,0 0 0,11-10 0,-15 16 0,1 0 0,-1 0 0,1 0 0,-1 1 0,1-1 0,0 1 0,0-1 0,-1 1 0,1 0 0,0 0 0,0 0 0,0 1 0,0-1 0,0 1 0,0-1 0,1 1 0,-1 0 0,0 0 0,5 1 0,-3 1 0,0-1 0,0 1 0,-1 0 0,1 0 0,-1 1 0,1-1 0,-1 1 0,0 0 0,0 0 0,0 0 0,4 5 0,2 4 0,0 0 0,-1 0 0,-1 0 0,0 1 0,0 1 0,-2-1 0,8 18 0,-11-22 0,0 1 0,-1-1 0,0 0 0,0 1 0,-1-1 0,-1 1 0,1 0 0,-1-1 0,-1 1 0,0-1 0,0 1 0,-3 10 0,2-14 0,0 0 0,-1 0 0,0 0 0,1 0 0,-2 0 0,1-1 0,-1 1 0,0-1 0,0 0 0,0 0 0,-1-1 0,0 1 0,0-1 0,0 0 0,0 0 0,-1 0 0,0-1 0,-9 5 0,7-5-80,0-1 0,0 1-1,0-1 1,0 0 0,0-1-1,0 0 1,-1 0 0,1-1-1,0 0 1,-1 0 0,1-1 0,0 0-1,0-1 1,0 0 0,0 0-1,-14-6 1,-8-7-6746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4.556"/>
    </inkml:context>
    <inkml:brush xml:id="br0">
      <inkml:brushProperty name="width" value="0.05" units="cm"/>
      <inkml:brushProperty name="height" value="0.05" units="cm"/>
      <inkml:brushProperty name="color" value="#FF0066"/>
    </inkml:brush>
  </inkml:definitions>
  <inkml:trace contextRef="#ctx0" brushRef="#br0">0 14 24575,'4'-2'0,"0"0"0,0 0 0,0 1 0,-1 0 0,1-1 0,0 1 0,1 0 0,-1 1 0,0-1 0,0 1 0,0 0 0,0 0 0,1 0 0,6 2 0,-8-1 0,0 0 0,-1 0 0,1 0 0,-1 0 0,0 1 0,1-1 0,-1 1 0,0 0 0,0 0 0,0 0 0,0 0 0,0 0 0,0 0 0,0 0 0,-1 1 0,1-1 0,-1 0 0,0 1 0,0 0 0,0-1 0,0 1 0,1 4 0,5 28 0,-1 0 0,-2 0 0,0 47 0,-1-15 0,24 264-1365,-22-280-5461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5.357"/>
    </inkml:context>
    <inkml:brush xml:id="br0">
      <inkml:brushProperty name="width" value="0.05" units="cm"/>
      <inkml:brushProperty name="height" value="0.05" units="cm"/>
      <inkml:brushProperty name="color" value="#FF0066"/>
    </inkml:brush>
  </inkml:definitions>
  <inkml:trace contextRef="#ctx0" brushRef="#br0">1 104 24575,'5'-4'0,"0"0"0,0 0 0,-1-1 0,0 0 0,6-8 0,11-11 0,-21 24 0,0 0 0,0 0 0,0-1 0,0 1 0,0 0 0,0 0 0,0 0 0,0 0 0,1 0 0,-1 0 0,0 0 0,0 0 0,0-1 0,0 1 0,0 0 0,0 0 0,0 0 0,0 0 0,0 0 0,0 0 0,1 0 0,-1 0 0,0 0 0,0 0 0,0 0 0,0 0 0,0 0 0,0 0 0,0 0 0,1 0 0,-1-1 0,0 1 0,0 0 0,0 0 0,0 1 0,0-1 0,0 0 0,0 0 0,1 0 0,-1 0 0,0 0 0,0 0 0,0 0 0,0 0 0,0 0 0,0 0 0,0 0 0,1 0 0,-1 0 0,0 0 0,0 0 0,0 0 0,0 0 0,0 1 0,0-1 0,0 0 0,0 0 0,0 0 0,0 0 0,0 0 0,0 0 0,0 0 0,0 1 0,0-1 0,1 0 0,-1 0 0,0 0 0,-2 14 0,-10 24 0,11-33 0,-12 37 0,-12 66 0,22-87 0,1-1 0,0 0 0,2 1 0,0-1 0,6 33 0,-6-50 0,1 0 0,-1 1 0,1-1 0,0 0 0,0 0 0,1 0 0,-1 0 0,1 0 0,-1 0 0,1 0 0,0 0 0,0 0 0,0-1 0,1 1 0,-1-1 0,0 0 0,6 4 0,-6-5 0,1 0 0,-1 0 0,1 0 0,-1 0 0,1-1 0,-1 1 0,1-1 0,0 0 0,-1 1 0,1-1 0,-1 0 0,1-1 0,0 1 0,-1 0 0,1-1 0,-1 0 0,1 1 0,-1-1 0,1 0 0,-1 0 0,0 0 0,1-1 0,2-1 0,5-4 0,1-1 0,-1 0 0,-1-1 0,0 0 0,0-1 0,-1 1 0,0-2 0,-1 1 0,0-1 0,0 0 0,-1 0 0,-1-1 0,6-16 0,-5 10 0,0-1 0,-1 0 0,-1 0 0,-1 0 0,-1 0 0,-1 0 0,0-1 0,-3-22 0,1 35 0,0 0 0,0 0 0,-1 1 0,0-1 0,0 1 0,0-1 0,-1 1 0,0 0 0,0 0 0,-1 0 0,0 0 0,-4-5 0,6 9 0,0 0 0,0 1 0,0-1 0,0 0 0,0 1 0,0-1 0,-1 1 0,1 0 0,0-1 0,-1 1 0,1 0 0,-1 1 0,1-1 0,-1 0 0,0 1 0,1 0 0,-1-1 0,0 1 0,1 0 0,-1 0 0,0 0 0,1 1 0,-1-1 0,0 1 0,1 0 0,-1-1 0,1 1 0,-1 0 0,1 0 0,-1 1 0,1-1 0,-4 3 0,2-2 0,1 0 0,0 0 0,0 0 0,0 1 0,0-1 0,0 1 0,0-1 0,1 1 0,-1 0 0,1 0 0,0 0 0,0 1 0,0-1 0,0 0 0,1 1 0,-1-1 0,1 1 0,0 0 0,0-1 0,0 1 0,1 0 0,-1 0 0,1 0 0,0-1 0,0 1 0,0 0 0,0 0 0,1 0 0,0-1 0,-1 1 0,1 0 0,1-1 0,-1 1 0,0 0 0,1-1 0,0 0 0,0 1 0,0-1 0,0 0 0,1 0 0,4 5 0,-1-2 0,0 0 0,1 0 0,-1 0 0,1-1 0,1 0 0,-1 0 0,1-1 0,0 0 0,0 0 0,0-1 0,16 5 0,-12-6 0,0 0 0,0 0 0,0-1 0,0-1 0,0 0 0,0 0 0,0-1 0,17-4 0,-17 2 0,0 0 0,0-1 0,-1 0 0,1-1 0,-1 0 0,0-1 0,0 0 0,11-9 0,-15 9 0,0 0 0,0 0 0,-1 0 0,0-1 0,0 0 0,0 0 0,-1-1 0,0 0 0,-1 0 0,1 0 0,3-12 0,-6 14 0,0 0 0,-1 0 0,0 0 0,0 0 0,0-12 0,-15 55 0,10-22 0,0 0 0,0 1 0,1-1 0,1 1 0,-2 29 0,4-43 0,0 1 0,0-1 0,0 1 0,1 0 0,-1-1 0,1 1 0,-1-1 0,1 1 0,0-1 0,0 1 0,0-1 0,0 1 0,1-1 0,-1 0 0,0 0 0,1 0 0,0 0 0,-1 0 0,1 0 0,0 0 0,0 0 0,0-1 0,0 1 0,0-1 0,1 1 0,-1-1 0,0 0 0,1 0 0,-1 0 0,1 0 0,-1-1 0,1 1 0,-1 0 0,1-1 0,0 0 0,4 0 0,-2 0 0,0 0 0,0-1 0,1 0 0,-1 0 0,0 0 0,0-1 0,0 0 0,0 0 0,-1 0 0,1-1 0,0 1 0,-1-1 0,0 0 0,1 0 0,-1-1 0,0 1 0,3-5 0,7-8 0,0 0 0,20-33 0,-34 49 0,21-27 0,-9 19 0,-12 9 0,0-1 0,1 0 0,-1 0 0,1 1 0,-1-1 0,0 0 0,1 0 0,-1 1 0,0-1 0,1 0 0,-1 1 0,0-1 0,0 0 0,1 1 0,-1-1 0,0 1 0,0-1 0,0 0 0,0 1 0,1-1 0,-1 1 0,0-1 0,0 1 0,0-1 0,0 0 0,0 1 0,0-1 0,0 1 0,0-1 0,0 1 0,0 0 0,-1 23 0,-1-1 0,0 1 0,-9 34 0,1-5 0,-32 279 0,25-178 0,15-140 0,2-9 0,0 0 0,0 0 0,-1-1 0,1 1 0,-1 0 0,0-1 0,-1 1 0,1-1 0,-1 1 0,0-1 0,0 0 0,-4 6 0,6-10 0,-1 0 0,1 0 0,-1 0 0,1 1 0,-1-1 0,1 0 0,-1 0 0,1 0 0,-1 0 0,1 0 0,-1 0 0,0 0 0,1 0 0,-1 0 0,1 0 0,-1-1 0,1 1 0,-1 0 0,1 0 0,-1 0 0,1-1 0,-1 1 0,1 0 0,-1 0 0,1-1 0,-1 1 0,1-1 0,0 1 0,-1 0 0,1-1 0,0 1 0,-1-1 0,1 1 0,0-1 0,-1 1 0,1-1 0,0 1 0,0-1 0,-14-23 0,13 22 0,-12-27-682,-19-58-1,21 45-6143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5.749"/>
    </inkml:context>
    <inkml:brush xml:id="br0">
      <inkml:brushProperty name="width" value="0.05" units="cm"/>
      <inkml:brushProperty name="height" value="0.05" units="cm"/>
      <inkml:brushProperty name="color" value="#FF0066"/>
    </inkml:brush>
  </inkml:definitions>
  <inkml:trace contextRef="#ctx0" brushRef="#br0">137 223 24575,'-32'-1'0,"19"0"0,-1 1 0,1 0 0,0 1 0,-18 3 0,31-4 0,0 0 0,-1 0 0,1 0 0,0 0 0,-1 0 0,1 0 0,0 0 0,0 0 0,-1 0 0,1 0 0,0 0 0,0 0 0,-1 0 0,1 0 0,0 0 0,0 0 0,-1 0 0,1 0 0,0 0 0,0 1 0,-1-1 0,1 0 0,0 0 0,0 0 0,0 0 0,-1 1 0,1-1 0,0 0 0,0 0 0,0 0 0,0 1 0,-1-1 0,1 0 0,0 0 0,0 1 0,0-1 0,0 0 0,0 0 0,0 1 0,12 3 0,21 0 0,-17-3 0,0-1 0,1-1 0,-1-1 0,0 0 0,-1-1 0,1-1 0,22-7 0,-33 9 0,-1 0 0,1 0 0,0 0 0,-1-1 0,1 0 0,-1 1 0,0-2 0,0 1 0,0 0 0,0-1 0,0 0 0,-1 1 0,0-2 0,0 1 0,0 0 0,0 0 0,-1-1 0,1 0 0,-1 1 0,0-1 0,-1 0 0,1 0 0,-1 0 0,0 0 0,0 0 0,0-11 0,-1 12 0,0 0 0,-1-1 0,1 1 0,-1 0 0,0 0 0,0 0 0,0 0 0,0-1 0,-1 1 0,0 1 0,0-1 0,0 0 0,0 0 0,-1 1 0,1-1 0,-1 1 0,0 0 0,0 0 0,0 0 0,0 0 0,0 0 0,-1 1 0,1 0 0,-1-1 0,0 1 0,0 1 0,0-1 0,0 0 0,-4 0 0,3 0 0,-1 1 0,1 0 0,-1 1 0,0-1 0,1 1 0,-1 0 0,1 1 0,-1-1 0,1 1 0,-1 0 0,1 0 0,-1 1 0,1 0 0,0 0 0,-1 0 0,1 0 0,0 1 0,1 0 0,-1 0 0,0 0 0,1 1 0,-5 3 0,0 4 0,0 0 0,1 1 0,0-1 0,0 1 0,1 1 0,1 0 0,0 0 0,1 0 0,-7 24 0,8-20 0,1-1 0,0 1 0,1-1 0,1 1 0,0 0 0,2 0 0,4 33 0,-4-42-72,1 0 1,0-1-1,1 1 0,0 0 0,0-1 0,1 1 0,0-1 0,0 0 1,1 0-1,-1-1 0,2 1 0,-1-1 0,1 0 0,-1-1 0,2 1 1,-1-1-1,1 0 0,10 6 0,16 4-6754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06.105"/>
    </inkml:context>
    <inkml:brush xml:id="br0">
      <inkml:brushProperty name="width" value="0.05" units="cm"/>
      <inkml:brushProperty name="height" value="0.05" units="cm"/>
      <inkml:brushProperty name="color" value="#FF0066"/>
    </inkml:brush>
  </inkml:definitions>
  <inkml:trace contextRef="#ctx0" brushRef="#br0">70 188 24575,'0'-8'0,"0"1"0,-1 0 0,0 0 0,0-1 0,-1 1 0,0 0 0,0 0 0,-1 1 0,0-1 0,0 0 0,0 1 0,-1 0 0,0-1 0,0 2 0,-9-11 0,13 16 0,-1-1 0,1 1 0,0 0 0,-1-1 0,1 1 0,-1 0 0,1-1 0,0 1 0,-1 0 0,1-1 0,-1 1 0,1 0 0,-1 0 0,1 0 0,-1 0 0,1-1 0,-1 1 0,1 0 0,-1 0 0,1 0 0,-1 0 0,1 0 0,-1 0 0,1 0 0,-1 0 0,1 1 0,-1-1 0,1 0 0,-1 0 0,1 0 0,-1 0 0,1 1 0,-1-1 0,1 0 0,-1 0 0,1 1 0,0-1 0,-1 0 0,1 1 0,-1-1 0,1 1 0,0-1 0,-1 0 0,1 1 0,0-1 0,0 1 0,-1-1 0,1 1 0,0-1 0,0 1 0,0-1 0,0 1 0,0-1 0,0 1 0,-1-1 0,1 1 0,0-1 0,1 2 0,-2 1 0,0 1 0,1 0 0,0 0 0,0 0 0,0 0 0,1 6 0,1-3 0,1-1 0,-1 1 0,1 0 0,0-1 0,1 1 0,0-1 0,0 0 0,0 0 0,1 0 0,-1-1 0,1 0 0,1 0 0,-1 0 0,1 0 0,0-1 0,0 0 0,0 0 0,11 4 0,-12-6 0,-1 0 0,1 0 0,0-1 0,0 1 0,0-1 0,-1 0 0,1-1 0,0 1 0,0-1 0,0 0 0,0 0 0,0-1 0,0 1 0,0-1 0,0 0 0,0-1 0,0 1 0,-1-1 0,1 0 0,-1 0 0,1 0 0,-1-1 0,0 1 0,0-1 0,0 0 0,0-1 0,5-4 0,-3 0 0,0 1 0,-1 0 0,0-1 0,-1 0 0,0 0 0,0-1 0,-1 1 0,4-13 0,-5 16 0,-1 0 0,0-1 0,0 1 0,0-1 0,-1 0 0,1 1 0,-1-1 0,-1 0 0,1 1 0,-1-1 0,0 1 0,0-1 0,-1 1 0,-3-10 0,5 14 0,-1 0 0,0 0 0,1 0 0,-1-1 0,0 1 0,1 0 0,-1 0 0,0 0 0,0 0 0,0 0 0,0 0 0,0 1 0,0-1 0,0 0 0,0 0 0,-1 1 0,1-1 0,0 1 0,0-1 0,0 1 0,-1-1 0,1 1 0,0 0 0,-2-1 0,0 2 0,1-1 0,0 1 0,0-1 0,0 1 0,0-1 0,0 1 0,0 0 0,0 0 0,0 0 0,0 1 0,0-1 0,0 0 0,-2 2 0,-4 5 0,0 1 0,1-1 0,0 1 0,-9 14 0,0 3 0,-24 56 0,34-66 0,0-1 0,1 1 0,1 1 0,1-1 0,-3 22 0,6-32 22,0 0-1,0 0 0,0 1 1,1-1-1,0 0 0,0 0 1,1 0-1,0 0 0,0 0 1,0 0-1,0 0 0,1-1 1,0 1-1,1-1 0,6 9 1,-5-8-165,1 0 1,0-1 0,0 1 0,1-1-1,-1-1 1,1 1 0,0-1 0,1 0 0,-1-1-1,0 0 1,12 3 0,26 6-6684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4.602"/>
    </inkml:context>
    <inkml:brush xml:id="br0">
      <inkml:brushProperty name="width" value="0.05" units="cm"/>
      <inkml:brushProperty name="height" value="0.05" units="cm"/>
      <inkml:brushProperty name="color" value="#FF0066"/>
    </inkml:brush>
  </inkml:definitions>
  <inkml:trace contextRef="#ctx0" brushRef="#br0">104 124 24575,'-5'-9'0,"1"0"0,1 0 0,-1 0 0,-1-12 0,4 18 0,0 0 0,1-1 0,0 1 0,0-1 0,0 1 0,0 0 0,1-1 0,-1 1 0,1 0 0,0 0 0,0-1 0,0 1 0,0 0 0,1 0 0,2-5 0,-3 7 0,-1 1 0,0-1 0,1 0 0,-1 1 0,0-1 0,1 1 0,-1-1 0,1 1 0,-1-1 0,1 1 0,-1-1 0,1 1 0,-1 0 0,1-1 0,-1 1 0,1-1 0,0 1 0,-1 0 0,1 0 0,1-1 0,-2 1 0,1 0 0,-1 1 0,1-1 0,-1 0 0,0 0 0,1 1 0,-1-1 0,0 0 0,1 0 0,-1 1 0,0-1 0,1 0 0,-1 1 0,0-1 0,1 0 0,-1 1 0,0-1 0,0 1 0,0-1 0,1 0 0,-1 1 0,0 0 0,1 3 0,0 0 0,0 0 0,-1 0 0,1 0 0,-1 8 0,-8 50 0,-2 0 0,-3-1 0,-25 72 0,2-5 0,34-120 0,-1-1 0,2 0 0,-1 0 0,1 0 0,0 0 0,0 10 0,1-15 0,1-1 0,-1 1 0,0-1 0,0 1 0,1-1 0,-1 1 0,1-1 0,-1 1 0,1-1 0,0 0 0,-1 1 0,1-1 0,0 0 0,0 0 0,0 1 0,0-1 0,0 0 0,0 0 0,0 0 0,1 0 0,-1 0 0,0-1 0,1 1 0,-1 0 0,0 0 0,1-1 0,-1 1 0,1-1 0,-1 1 0,1-1 0,1 0 0,23 3 0,0-1 0,0-1 0,48-5 0,-32 1 0,48-4-682,91-18-1,-138 17-6143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5.268"/>
    </inkml:context>
    <inkml:brush xml:id="br0">
      <inkml:brushProperty name="width" value="0.05" units="cm"/>
      <inkml:brushProperty name="height" value="0.05" units="cm"/>
      <inkml:brushProperty name="color" value="#FF0066"/>
    </inkml:brush>
  </inkml:definitions>
  <inkml:trace contextRef="#ctx0" brushRef="#br0">171 187 24575,'3'-4'0,"-1"0"0,0 0 0,-1 0 0,1 0 0,-1-1 0,0 1 0,0-1 0,0 1 0,0-1 0,-1 1 0,0-1 0,0-5 0,0-1 0,1 3 0,-1 1 0,0-1 0,-1 1 0,0 0 0,0-1 0,0 1 0,-1 0 0,-3-7 0,5 12 0,-1 1 0,0 0 0,1-1 0,-1 1 0,0 0 0,1 0 0,-1 0 0,0 0 0,0-1 0,0 1 0,0 1 0,0-1 0,0 0 0,-1 0 0,1 0 0,0 0 0,0 1 0,-1-1 0,0 0 0,0 1 0,0 0 0,0 0 0,0 0 0,1 0 0,-1 1 0,0-1 0,0 0 0,0 1 0,1-1 0,-1 1 0,0 0 0,1 0 0,-1 0 0,1-1 0,-1 1 0,1 1 0,-1-1 0,1 0 0,-2 2 0,-8 7 0,1 1 0,0 0 0,1 1 0,1 0 0,0 0 0,0 1 0,-7 16 0,7-11 0,1 1 0,0 0 0,1 0 0,-5 36 0,10-51 0,0 1 0,1-1 0,-1 1 0,1-1 0,0 1 0,1-1 0,-1 1 0,1-1 0,0 1 0,0-1 0,0 0 0,0 1 0,1-1 0,0 0 0,0 0 0,0 0 0,0 0 0,1 0 0,-1-1 0,1 1 0,0-1 0,0 1 0,0-1 0,1 0 0,-1 0 0,1-1 0,0 1 0,-1-1 0,1 1 0,0-1 0,0-1 0,1 1 0,-1 0 0,0-1 0,1 0 0,-1 0 0,1 0 0,-1-1 0,1 1 0,7-2 0,-5 1 0,0 0 0,0-1 0,0 0 0,0-1 0,0 0 0,0 0 0,0 0 0,-1-1 0,1 0 0,-1 0 0,0-1 0,0 1 0,0-1 0,0-1 0,-1 1 0,0-1 0,0 0 0,0 0 0,0 0 0,-1-1 0,0 0 0,0 0 0,0 0 0,-1 0 0,0 0 0,2-9 0,-2 9 0,0-1 0,-1 0 0,0 0 0,-1 0 0,1 0 0,-1-1 0,-1 1 0,1 0 0,-1 0 0,-1-1 0,1 1 0,-1 0 0,-1 0 0,1 0 0,-1 0 0,0 0 0,-1 0 0,1 0 0,-1 1 0,-1-1 0,1 1 0,-1 0 0,-1 0 0,1 0 0,-8-7 0,-6 1 0,16 11 0,8 1 0,1 0 0,4 1 0,-1-2 0,1 1 0,-1-2 0,0 1 0,20-7 0,52-21 0,-14 4 0,-62 23 0,1 0 0,-1 1 0,0-1 0,1 1 0,-1 1 0,1-1 0,0 1 0,-1 1 0,1-1 0,10 3 0,-14-2 0,0 0 0,0 0 0,-1 0 0,1 0 0,0 1 0,0 0 0,-1-1 0,1 1 0,-1 0 0,1 0 0,-1 1 0,0-1 0,0 0 0,0 1 0,0-1 0,0 1 0,0 0 0,-1 0 0,1-1 0,-1 1 0,0 0 0,0 0 0,1 7 0,0 0 0,-1 1 0,0 0 0,-1 0 0,0 0 0,-1-1 0,0 1 0,-4 18 0,1-9 0,4-20 0,0 1 0,0 0 0,0-1 0,-1 1 0,1-1 0,0 1 0,0 0 0,0-1 0,0 1 0,0-1 0,0 1 0,1 0 0,-1-1 0,0 1 0,0-1 0,0 1 0,0-1 0,1 1 0,-1-1 0,0 1 0,1-1 0,0 2 0,-1-2 0,1 0 0,-1 0 0,1 1 0,-1-1 0,1 0 0,-1 0 0,1 0 0,-1 0 0,1 0 0,0 0 0,-1 0 0,1 0 0,-1-1 0,1 1 0,-1 0 0,1 0 0,-1 0 0,1-1 0,-1 1 0,1 0 0,28-21 0,-24 17 0,64-57 0,17-14 0,-75 67 0,0 0 0,1 1 0,0 0 0,0 1 0,1 0 0,14-4 0,-24 9 0,0 0 0,0 1 0,0-1 0,0 1 0,0-1 0,0 1 0,0 0 0,0 0 0,0 0 0,0 0 0,0 1 0,0-1 0,0 1 0,0 0 0,-1 0 0,1 0 0,0 0 0,4 3 0,-4-2 0,1 1 0,-2 0 0,1-1 0,0 1 0,0 1 0,-1-1 0,0 0 0,1 1 0,-1-1 0,0 1 0,-1-1 0,2 6 0,2 7 0,-1 0 0,-1 1 0,0-1 0,-1 1 0,-1 25 0,-3 9-1365,-2-4-5461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5.986"/>
    </inkml:context>
    <inkml:brush xml:id="br0">
      <inkml:brushProperty name="width" value="0.05" units="cm"/>
      <inkml:brushProperty name="height" value="0.05" units="cm"/>
      <inkml:brushProperty name="color" value="#FF0066"/>
    </inkml:brush>
  </inkml:definitions>
  <inkml:trace contextRef="#ctx0" brushRef="#br0">85 164 24575,'-3'47'0,"-1"1"0,-3-1 0,-1 0 0,-3 0 0,-18 49 0,29-95 0,0 0 0,-1 0 0,1 0 0,0 0 0,-1 0 0,1 0 0,0 0 0,-1-1 0,1 1 0,-1 0 0,0 0 0,1 0 0,-1-1 0,1 1 0,-1 0 0,-1 0 0,2-1 0,0 0 0,-1 0 0,1 0 0,0 0 0,-1 0 0,1 0 0,0-1 0,0 1 0,-1 0 0,1 0 0,0 0 0,-1 0 0,1-1 0,0 1 0,0 0 0,-1 0 0,1 0 0,0-1 0,0 1 0,0 0 0,-1 0 0,1-1 0,0 1 0,0 0 0,0 0 0,0-1 0,0 1 0,0 0 0,-1-1 0,1 1 0,-6-32 0,6 15 0,1 0 0,1 0 0,0 1 0,1-1 0,11-30 0,-2 13 0,28-55 0,-29 68 0,1 0 0,2 1 0,-1 0 0,2 1 0,29-29 0,-37 41 0,0 1 0,1-1 0,0 1 0,0 0 0,1 1 0,0 0 0,-1 1 0,2 0 0,-1 0 0,0 0 0,1 1 0,0 1 0,-1 0 0,1 0 0,0 1 0,14 0 0,-21 1 0,0 0 0,0 0 0,-1 1 0,1-1 0,0 1 0,0 0 0,0 0 0,-1 0 0,1 0 0,0 0 0,-1 0 0,1 1 0,-1-1 0,1 1 0,-1 0 0,0 0 0,0 0 0,0 0 0,0 0 0,0 0 0,0 1 0,0-1 0,-1 1 0,1-1 0,-1 1 0,0-1 0,0 1 0,0 0 0,0 0 0,0-1 0,-1 1 0,1 0 0,-1 0 0,0 0 0,0 0 0,0 0 0,0 0 0,0 0 0,0-1 0,-1 1 0,0 0 0,1 0 0,-1 0 0,0 0 0,-1-1 0,-1 5 0,-3 3 0,-1 0 0,0 0 0,0-1 0,-1 0 0,0 0 0,-1-1 0,-11 8 0,-71 45 0,37-28 0,51-31 0,1 0 0,-1 0 0,0 0 0,1 0 0,-1 0 0,1 1 0,0-1 0,0 1 0,0-1 0,0 1 0,0 0 0,0 0 0,1 0 0,0 0 0,-2 5 0,3-6 0,-1 0 0,1 1 0,0-1 0,0 1 0,0-1 0,1 1 0,-1-1 0,1 0 0,-1 1 0,1-1 0,0 0 0,0 1 0,0-1 0,0 0 0,0 0 0,0 0 0,1 0 0,-1 0 0,1 0 0,-1 0 0,3 2 0,15 12 0,0-1 0,1 0 0,0-2 0,1-1 0,31 15 0,-39-21 0,18 9-1365,-3-4-5461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6.575"/>
    </inkml:context>
    <inkml:brush xml:id="br0">
      <inkml:brushProperty name="width" value="0.05" units="cm"/>
      <inkml:brushProperty name="height" value="0.05" units="cm"/>
      <inkml:brushProperty name="color" value="#FF0066"/>
    </inkml:brush>
  </inkml:definitions>
  <inkml:trace contextRef="#ctx0" brushRef="#br0">53 195 24575,'-9'-14'0,"-3"-6"0,12 20 0,0 0 0,0 0 0,-1 0 0,1 0 0,0 0 0,0 0 0,0 0 0,0-1 0,0 1 0,-1 0 0,1 0 0,0 0 0,0 0 0,0 0 0,0 0 0,-1 0 0,1 0 0,0 0 0,0 0 0,0 0 0,0 0 0,0 0 0,-1 0 0,1 0 0,0 0 0,0 1 0,0-1 0,0 0 0,0 0 0,-1 0 0,1 0 0,0 0 0,0 0 0,0 0 0,0 0 0,0 0 0,0 1 0,0-1 0,-1 0 0,-3 14 0,-4 83 0,5-38 0,-7 113 0,15-247 0,21-99 0,-21 148 0,1 1 0,1-1 0,1 2 0,13-29 0,-16 44 0,-1 0 0,1 1 0,1 0 0,0 0 0,0 1 0,9-10 0,-11 14 0,1-1 0,-1 0 0,1 1 0,0 0 0,0 0 0,0 1 0,0-1 0,1 1 0,-1 0 0,0 1 0,11-3 0,-10 4 0,0 0 0,0 0 0,0 1 0,0 0 0,-1 0 0,1 0 0,0 0 0,0 1 0,-1 0 0,1 1 0,-1-1 0,1 1 0,-1 0 0,0 0 0,0 1 0,0-1 0,-1 1 0,1 0 0,-1 0 0,0 1 0,0-1 0,-1 1 0,6 8 0,-6-9 0,-1 1 0,1 0 0,-1 0 0,1 1 0,-2-1 0,1 0 0,0 1 0,-1-1 0,0 1 0,0-1 0,-1 8 0,0-9 0,0 0 0,-1 0 0,1 0 0,-1 0 0,0 0 0,0-1 0,0 1 0,-1 0 0,0-1 0,1 1 0,-1-1 0,0 1 0,-1-1 0,1 0 0,0 0 0,-1 0 0,-3 3 0,-12 9 0,14-13 0,0 1 0,0 0 0,0 1 0,1-1 0,-1 0 0,1 1 0,0 0 0,-3 4 0,6-7 0,-1 0 0,1 0 0,0 0 0,-1 0 0,1 1 0,0-1 0,0 0 0,0 0 0,0 0 0,0 0 0,0 0 0,0 0 0,0 0 0,0 1 0,0-1 0,1 1 0,0 1 0,0-1 0,1 0 0,-1 0 0,0 0 0,1 0 0,-1 0 0,1 0 0,0-1 0,0 1 0,2 2 0,14 8 0,1 0 0,0 0 0,33 13 0,-35-18 0,-1 0 0,0 2 0,0 0 0,-1 0 0,0 2 0,18 16 0,-31-26 0,-1 0 0,1 1 0,-1-1 0,0 1 0,1 0 0,-1-1 0,0 1 0,0 0 0,0 0 0,0 0 0,0 0 0,-1 0 0,1 0 0,-1 0 0,1 0 0,-1 0 0,0 0 0,1 0 0,-1 0 0,-1 4 0,1-3 0,-1-1 0,0 1 0,0-1 0,0 0 0,-1 0 0,1 1 0,-1-1 0,1 0 0,-1 0 0,1-1 0,-1 1 0,0 0 0,0 0 0,-4 2 0,-5 3 0,-1-1 0,1 0 0,-2-1 0,1 0 0,-17 4 0,-11 2-195,-1-3 0,0-1 0,0-2 0,-1-1 0,0-3 0,-82-7 0,76-1-6631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6.860"/>
    </inkml:context>
    <inkml:brush xml:id="br0">
      <inkml:brushProperty name="width" value="0.05" units="cm"/>
      <inkml:brushProperty name="height" value="0.05" units="cm"/>
      <inkml:brushProperty name="color" value="#FF0066"/>
    </inkml:brush>
  </inkml:definitions>
  <inkml:trace contextRef="#ctx0" brushRef="#br0">0 119 24575,'13'-4'0,"-2"1"0,-1 0 0,0-1 0,0 0 0,17-11 0,-25 13 0,0 1 0,0 0 0,-1 0 0,1-1 0,-1 1 0,1-1 0,-1 0 0,1 1 0,-1-1 0,0 0 0,0 0 0,0 1 0,0-1 0,0 0 0,0 0 0,-1 0 0,1 0 0,-1 0 0,1-1 0,-1 1 0,0 0 0,0 0 0,0 0 0,0 0 0,0 0 0,0 0 0,0 0 0,-1-1 0,1 1 0,-1 0 0,-1-2 0,2 2 0,-1 1 0,1 0 0,-1-1 0,0 1 0,0 0 0,1 0 0,-1-1 0,0 1 0,0 0 0,0 0 0,0 0 0,0 0 0,0 0 0,-1 0 0,1 0 0,0 1 0,0-1 0,-1 0 0,1 1 0,0-1 0,-1 1 0,1-1 0,-1 1 0,1 0 0,0-1 0,-1 1 0,1 0 0,-1 0 0,1 0 0,-1 0 0,1 0 0,-1 1 0,1-1 0,0 0 0,-1 1 0,1-1 0,-1 1 0,1-1 0,0 1 0,-1 0 0,1-1 0,0 1 0,0 0 0,0 0 0,-1 0 0,1 0 0,0 0 0,0 0 0,1 0 0,-1 0 0,0 1 0,0-1 0,0 0 0,1 0 0,-1 1 0,1-1 0,-1 0 0,1 1 0,-1-1 0,1 4 0,-1 3 0,0 0 0,1 0 0,0 0 0,0 1 0,1-1 0,1 0 0,-1 0 0,1 0 0,0 0 0,1 0 0,0-1 0,5 12 0,8 10 0,30 45 0,-45-73 0,34 47 0,-16-23 0,27 48 0,-45-70 0,0-1 0,0 0 0,0 0 0,0 0 0,0 1 0,0-1 0,-1 0 0,1 1 0,-1-1 0,1 0 0,-1 1 0,0-1 0,0 1 0,0-1 0,0 1 0,0-1 0,-1 0 0,1 1 0,-1-1 0,0 0 0,0 1 0,-1 3 0,-1-3 0,1 0 0,-1 0 0,0-1 0,0 1 0,0-1 0,0 0 0,0 0 0,-1 0 0,1 0 0,0 0 0,-1-1 0,0 0 0,1 0 0,-8 2 0,-48 7-1365,-6-3-5461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0.477"/>
    </inkml:context>
    <inkml:brush xml:id="br0">
      <inkml:brushProperty name="width" value="0.05" units="cm"/>
      <inkml:brushProperty name="height" value="0.05" units="cm"/>
      <inkml:brushProperty name="color" value="#FF0066"/>
    </inkml:brush>
  </inkml:definitions>
  <inkml:trace contextRef="#ctx0" brushRef="#br0">417 261 24575,'1'-1'0,"0"0"0,0 0 0,0-1 0,0 1 0,-1-1 0,1 1 0,0-1 0,0 1 0,-1-1 0,1 1 0,-1-1 0,0 1 0,1-1 0,-1 0 0,0 1 0,0-1 0,0 0 0,0 1 0,0-1 0,-1 0 0,1 1 0,0-1 0,-1 1 0,1-1 0,-1 0 0,0 1 0,1-1 0,-1 1 0,0 0 0,0-1 0,0 1 0,-1-2 0,-2-2 0,0 0 0,0 0 0,0 0 0,-1 1 0,1-1 0,-1 1 0,-6-3 0,5 3 0,1 0 0,-1 1 0,-1 0 0,1 1 0,0-1 0,-1 1 0,1 0 0,-1 1 0,1 0 0,-1 0 0,0 0 0,1 1 0,-1 0 0,0 0 0,0 1 0,1-1 0,-1 1 0,0 1 0,1 0 0,-1 0 0,-9 4 0,5 0 0,0 0 0,1 0 0,0 1 0,0 1 0,1 0 0,0 0 0,0 0 0,1 1 0,0 1 0,0 0 0,-7 12 0,0 4 0,0 1 0,2 1 0,1 0 0,1 0 0,1 1 0,2 1 0,-6 35 0,11-46 0,0 0 0,2 1 0,0-1 0,1 1 0,1-1 0,1 1 0,1-1 0,0 0 0,2 0 0,0 0 0,1-1 0,11 25 0,-12-33 0,1 0 0,0-1 0,0 0 0,1 0 0,0-1 0,0 0 0,1 0 0,0 0 0,1-1 0,0-1 0,0 1 0,0-1 0,12 5 0,-9-6 0,1 0 0,0-1 0,0 0 0,0-1 0,0 0 0,1-1 0,-1-1 0,1 0 0,23-2 0,-15-1 0,0-1 0,0-2 0,0 0 0,0-1 0,-1-1 0,0-1 0,-1-1 0,0-1 0,0-1 0,-1 0 0,0-1 0,30-27 0,-31 21 0,0-1 0,-1-1 0,-1-1 0,-1 0 0,0-1 0,-2-1 0,-1 0 0,-1 0 0,-1-1 0,-1-1 0,0 0 0,7-45 0,-12 47 0,-1-1 0,-1 0 0,-1 0 0,-1 0 0,-1 0 0,-1 0 0,-1 1 0,-1-1 0,-1 1 0,-1-1 0,-2 2 0,0-1 0,-1 1 0,-13-22 0,17 36 27,0-1-1,0 1 0,-1 1 0,-1-1 1,1 1-1,-1 0 0,0 0 0,-1 1 1,1 0-1,-1 1 0,-1-1 0,-13-6 1,16 10-113,0 0 1,0 0 0,0 0-1,-1 1 1,1 0 0,0 0-1,-1 0 1,1 1 0,-1 0-1,1 0 1,-1 1 0,1 0-1,-1 0 1,1 1 0,0-1-1,0 1 1,-1 0 0,1 1-1,-7 4 1,-19 13-6741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1.035"/>
    </inkml:context>
    <inkml:brush xml:id="br0">
      <inkml:brushProperty name="width" value="0.05" units="cm"/>
      <inkml:brushProperty name="height" value="0.05" units="cm"/>
      <inkml:brushProperty name="color" value="#FF0066"/>
    </inkml:brush>
  </inkml:definitions>
  <inkml:trace contextRef="#ctx0" brushRef="#br0">255 41 24575,'0'-3'0,"0"0"0,0 0 0,-1 0 0,1 0 0,-1 0 0,0 0 0,0 0 0,0 0 0,-2-3 0,3 5 0,0 1 0,-1-1 0,1 1 0,0-1 0,-1 1 0,1 0 0,0-1 0,-1 1 0,1-1 0,-1 1 0,1 0 0,0 0 0,-1-1 0,1 1 0,-1 0 0,1 0 0,-1-1 0,1 1 0,-1 0 0,1 0 0,-1 0 0,0 0 0,0 0 0,0 0 0,0 1 0,0-1 0,0 0 0,0 1 0,0-1 0,0 1 0,0-1 0,0 1 0,1-1 0,-1 1 0,0 0 0,0-1 0,1 1 0,-1 0 0,-1 1 0,-14 22 0,0 0 0,2 0 0,1 2 0,-13 32 0,0-1 0,6-15 0,-63 146 0,81-185 0,1 0 0,0-1 0,1 1 0,-1 0 0,0 0 0,1 0 0,0 0 0,-1 0 0,1 0 0,0 0 0,1 0 0,-1 0 0,0 0 0,1 0 0,1 3 0,-1-3 0,0-1 0,1 0 0,0 0 0,-1 0 0,1 0 0,0 0 0,0 0 0,0 0 0,0-1 0,0 1 0,0 0 0,1-1 0,-1 0 0,0 0 0,1 0 0,-1 0 0,5 1 0,26 8 0,1-2 0,0-1 0,46 3 0,106-1 0,-171-9 0,33 2 0,94-2 0,-122-1 0,1-1 0,-1-1 0,0-1 0,35-11 0,-50 13 0,-1 1 0,1-1 0,-1 0 0,0 0 0,0-1 0,0 1 0,0-1 0,-1 0 0,1 0 0,-1 0 0,1-1 0,-1 1 0,0-1 0,0 0 0,-1 1 0,1-1 0,-1-1 0,4-7 0,-5 6 0,0 1 0,0-1 0,0 0 0,0 0 0,-1 1 0,0-1 0,0 0 0,-1 0 0,0 0 0,0 1 0,0-1 0,0 0 0,-1 1 0,-4-10 0,-21-40 0,-2 2 0,-66-91 0,54 86 0,21 24-1365,12 20-5461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4.190"/>
    </inkml:context>
    <inkml:brush xml:id="br0">
      <inkml:brushProperty name="width" value="0.05" units="cm"/>
      <inkml:brushProperty name="height" value="0.05" units="cm"/>
      <inkml:brushProperty name="color" value="#FF0066"/>
    </inkml:brush>
  </inkml:definitions>
  <inkml:trace contextRef="#ctx0" brushRef="#br0">0 56 24575,'1'0'0,"0"1"0,0 0 0,0 0 0,0 0 0,0-1 0,0 1 0,0 0 0,-1 0 0,1 0 0,0 1 0,-1-1 0,1 0 0,-1 0 0,1 0 0,-1 0 0,1 1 0,-1-1 0,0 0 0,0 0 0,1 1 0,-1-1 0,0 2 0,6 44 0,-5-32 0,7 42 0,2-1 0,25 78 0,-26-109 0,0 0 0,2-1 0,1 0 0,0 0 0,2-1 0,1-1 0,25 29 0,-35-45 0,0-1 0,1 0 0,-1 0 0,1 0 0,0-1 0,1 1 0,-1-2 0,1 1 0,0-1 0,0 0 0,0 0 0,0-1 0,0 0 0,1 0 0,-1-1 0,16 1 0,-14-2 0,-1 0 0,1-1 0,0-1 0,-1 1 0,1-1 0,-1-1 0,1 0 0,-1 0 0,0 0 0,0-1 0,0-1 0,-1 1 0,0-1 0,9-7 0,4-6 0,-1 1 0,-2-2 0,0 0 0,0-2 0,-2 1 0,-1-2 0,0 0 0,-2-1 0,-1 0 0,0 0 0,-2-1 0,0-1 0,-2 0 0,-1 0 0,-1 0 0,-1-1 0,-1 1 0,-2-1 0,-2-43 0,0 60 0,0 0 0,-1 1 0,0-1 0,0 1 0,-1-1 0,0 1 0,-1 0 0,0 0 0,-8-12 0,11 18 0,-1 0 0,1 0 0,-1 0 0,0 0 0,0 0 0,0 1 0,1-1 0,-2 0 0,1 1 0,0 0 0,0-1 0,0 1 0,-1 0 0,1 0 0,-1 0 0,1 0 0,-1 1 0,1-1 0,-1 1 0,1-1 0,-1 1 0,1 0 0,-1 0 0,0 0 0,1 1 0,-1-1 0,1 0 0,-1 1 0,1 0 0,-1-1 0,1 1 0,-1 0 0,1 0 0,0 1 0,-1-1 0,-2 2 0,-14 12-1365,3 0-5461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4.627"/>
    </inkml:context>
    <inkml:brush xml:id="br0">
      <inkml:brushProperty name="width" value="0.05" units="cm"/>
      <inkml:brushProperty name="height" value="0.05" units="cm"/>
      <inkml:brushProperty name="color" value="#FF0066"/>
    </inkml:brush>
  </inkml:definitions>
  <inkml:trace contextRef="#ctx0" brushRef="#br0">509 139 24575,'0'-5'0,"0"0"0,0 0 0,0 0 0,-1 0 0,0 0 0,0 0 0,0 0 0,0 0 0,-1 0 0,0 0 0,0 1 0,0-1 0,0 1 0,-1-1 0,0 1 0,0 0 0,0 0 0,0 0 0,-1 0 0,1 1 0,-1-1 0,0 1 0,0 0 0,-1 0 0,1 1 0,0-1 0,-9-3 0,1 2 0,0 1 0,0-1 0,0 2 0,-1 0 0,1 0 0,-1 1 0,1 1 0,-1 0 0,1 1 0,-1 0 0,-23 5 0,23-3 0,1 1 0,-1 0 0,1 0 0,0 1 0,1 1 0,-1 0 0,1 0 0,0 1 0,0 1 0,1 0 0,-14 14 0,20-19 0,1 0 0,1 1 0,-1 0 0,0-1 0,1 1 0,0 0 0,0 0 0,0 0 0,0 1 0,1-1 0,-1 0 0,1 1 0,0-1 0,0 1 0,1-1 0,0 1 0,0 6 0,0-6 0,1 0 0,1 0 0,-1 0 0,1 0 0,0 0 0,0 0 0,0-1 0,0 1 0,1-1 0,0 1 0,0-1 0,0 0 0,1 0 0,-1-1 0,6 5 0,3 3 0,1-1 0,0-1 0,1 0 0,24 11 0,64 22 0,-72-32 0,0 2 0,-1 1 0,35 22 0,-60-33 0,-1 0 0,0 1 0,0-1 0,0 0 0,-1 1 0,1 0 0,-1 0 0,1 0 0,-1 0 0,0 0 0,0 0 0,3 6 0,-5-7 0,1 0 0,-1 0 0,0 0 0,0 0 0,0 0 0,0 0 0,0 1 0,0-1 0,0 0 0,-1 0 0,1 0 0,-1 0 0,1 0 0,-1 0 0,0 0 0,0-1 0,0 1 0,0 0 0,0 0 0,0-1 0,-1 1 0,1 0 0,0-1 0,-4 3 0,-4 4 0,0 0 0,-1-1 0,0 0 0,-1-1 0,1 0 0,-1 0 0,0-1 0,-21 6 0,1-2 0,-1-2 0,-34 5 0,1-6-682,-79-1-1,109-6-6143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1.088"/>
    </inkml:context>
    <inkml:brush xml:id="br0">
      <inkml:brushProperty name="width" value="0.05" units="cm"/>
      <inkml:brushProperty name="height" value="0.05" units="cm"/>
      <inkml:brushProperty name="color" value="#FF0066"/>
    </inkml:brush>
  </inkml:definitions>
  <inkml:trace contextRef="#ctx0" brushRef="#br0">21 1 24575,'-7'41'0,"0"-4"0,0 289 0,24 2 0,41 1103-652,-74-541 652,12-499 652,7-391-652,-1 0 0,0 0 0,0 0 0,0 0 0,0-1 0,0 1 0,1-1 0,-1 1 0,0-1 0,0 0 0,0 0 0,2-2 0,2 1 0,12-4 0,0 2 0,0 0 0,1 0 0,18 0 0,77 1 0,-65 3 0,828-1-1597,-450 2 727,504 9 560,-71-1 333,-113 7-552,-733-16 542,-10 0 70,0 0 1,1 1-1,-1-1 0,0 1 1,0 0-1,0 0 0,0 0 1,5 2-1,-9-3-32,0 1 0,0-1 0,0 1 0,0-1-1,0 1 1,-1-1 0,1 0 0,0 1 0,0-1 0,0 1 0,-1-1-1,1 0 1,0 1 0,-1-1 0,1 0 0,0 1 0,-1-1 0,1 0 0,-1 0-1,1 1 1,0-1 0,-1 0 0,1 0 0,-1 0 0,1 0 0,0 1-1,-1-1 1,1 0 0,-1 0 0,0 0 0,-17 7 385,18-7-439,-7 3 36,1-1 1,-1 1-1,1 0 0,-1 1 0,1-1 0,1 1 0,-1 1 0,0-1 1,-6 8-1,9-9-23,0 1 1,1 0-1,0 0 1,-1-1-1,1 1 1,1 1-1,-1-1 1,1 0-1,-1 0 1,1 1-1,0-1 1,1 0-1,-1 1 1,1-1-1,0 1 1,0 6-1,35 227-10,-16-130 0,98 883 0,-112-917 0,16 179 0,-12-186 0,30 114 0,-38-175 18,16 40 300,-16-44-386,-1-1 0,1 1 0,0-1 0,-1 1 0,1-1 0,0 0 0,0 1 0,0-1 0,0 0 0,0 0 0,1 0 0,-1 0 0,0 0 0,0 0 0,1 0-1,-1 0 1,1 0 0,-1 0 0,0-1 0,1 1 0,0-1 0,-1 1 0,1-1 0,2 1 0,6-4-6758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1.309"/>
    </inkml:context>
    <inkml:brush xml:id="br0">
      <inkml:brushProperty name="width" value="0.05" units="cm"/>
      <inkml:brushProperty name="height" value="0.05" units="cm"/>
      <inkml:brushProperty name="color" value="#FF0066"/>
    </inkml:brush>
  </inkml:definitions>
  <inkml:trace contextRef="#ctx0" brushRef="#br0">27 1 24575,'-3'0'0,"-4"0"0,-1 2 0,2 5 0,3 4 0,7 3 0,4 1 0,5 5 0,2 5 0,3 4 0,0 0 0,0 1 0,1 1 0,-1-1 0,0-1 0,0-1 0,-3-6-8191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1.510"/>
    </inkml:context>
    <inkml:brush xml:id="br0">
      <inkml:brushProperty name="width" value="0.05" units="cm"/>
      <inkml:brushProperty name="height" value="0.05" units="cm"/>
      <inkml:brushProperty name="color" value="#FF0066"/>
    </inkml:brush>
  </inkml:definitions>
  <inkml:trace contextRef="#ctx0" brushRef="#br0">319 38 24575,'3'-3'0,"4"-4"0,4-3 0,3-1 0,-5 5 0,-5 6 0,-7 7 0,-10 7 0,-7 8 0,-7 6 0,-8 3 0,-3 4 0,-1 1 0,-4 0 0,1 0 0,0-3 0,6-4 0,8-7-8191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4.872"/>
    </inkml:context>
    <inkml:brush xml:id="br0">
      <inkml:brushProperty name="width" value="0.05" units="cm"/>
      <inkml:brushProperty name="height" value="0.05" units="cm"/>
      <inkml:brushProperty name="color" value="#FF0066"/>
    </inkml:brush>
  </inkml:definitions>
  <inkml:trace contextRef="#ctx0" brushRef="#br0">4228 5987 24575,'-13'-525'0,"-96"-469"0,-56 79 0,58 356 0,27 195 0,77 357 0,2 0 0,-1 1 0,0 0 0,0 0 0,-1 0 0,0 1 0,-4-8 0,6 13 0,0 0 0,0-1 0,0 1 0,0 0 0,0 0 0,0 0 0,0 0 0,0 1 0,0-1 0,0 0 0,0 0 0,0 0 0,0 1 0,0-1 0,0 1 0,0-1 0,0 1 0,0-1 0,0 1 0,1-1 0,-3 2 0,-3 2 0,-12 1 0,1 0 0,-1-1 0,-33 3 0,15-3 0,-468 44 32,-3-31-130,402-14 35,-478 3-643,-126 4 769,653-8-34,-366 2 714,360-11-743,49 4 0,0 1 0,0 1 0,0 0 0,0 1 0,0 0 0,-21 3 0,16 1 0,0-1 0,0-1 0,0 0 0,-25-2 0,33 0 0,0-2 0,0 1 0,0-1 0,0-1 0,0 0 0,1 0 0,-1-1 0,1 0 0,-12-7 0,13 6 0,1-1 0,0 0 0,0 0 0,0 0 0,1-1 0,-1 0 0,2-1 0,-1 1 0,1-1 0,0 0 0,1 0 0,0 0 0,0-1 0,1 0 0,0 1 0,0-1 0,-1-12 0,-1-14 0,1-1 0,2 1 0,3-44 0,0 35 0,1-144 0,-10-496 0,-67 124 0,-1-3 0,69 464 270,-3-82-1905,10 165-5191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5.184"/>
    </inkml:context>
    <inkml:brush xml:id="br0">
      <inkml:brushProperty name="width" value="0.05" units="cm"/>
      <inkml:brushProperty name="height" value="0.05" units="cm"/>
      <inkml:brushProperty name="color" value="#FF0066"/>
    </inkml:brush>
  </inkml:definitions>
  <inkml:trace contextRef="#ctx0" brushRef="#br0">323 0 24575,'-17'21'0,"1"0"0,-24 41 0,18-26 0,-3 4 0,-163 234 0,179-263 0,4-2 0,8-15 0,19-27-1365,-9 14-5461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5.400"/>
    </inkml:context>
    <inkml:brush xml:id="br0">
      <inkml:brushProperty name="width" value="0.05" units="cm"/>
      <inkml:brushProperty name="height" value="0.05" units="cm"/>
      <inkml:brushProperty name="color" value="#FF0066"/>
    </inkml:brush>
  </inkml:definitions>
  <inkml:trace contextRef="#ctx0" brushRef="#br0">1 143 24575,'20'-46'0,"-14"31"0,1-1 0,1 1 0,15-23 0,-23 37 0,1 0 0,0 0 0,0 0 0,-1 1 0,1-1 0,0 0 0,0 0 0,0 1 0,0-1 0,0 0 0,0 1 0,0-1 0,0 1 0,0-1 0,0 1 0,0 0 0,0-1 0,0 1 0,0 0 0,0 0 0,0 0 0,1-1 0,-1 1 0,0 1 0,0-1 0,0 0 0,0 0 0,0 0 0,1 0 0,-1 1 0,0-1 0,0 1 0,0-1 0,0 1 0,0-1 0,0 1 0,0-1 0,0 1 0,0 0 0,-1 0 0,1-1 0,0 1 0,0 0 0,-1 0 0,2 1 0,5 6 0,-1 1 0,0-1 0,9 20 0,-10-20 0,15 28 0,24 45 0,3-2 0,76 95 0,-110-160-1365,-2-4-5461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6.193"/>
    </inkml:context>
    <inkml:brush xml:id="br0">
      <inkml:brushProperty name="width" value="0.05" units="cm"/>
      <inkml:brushProperty name="height" value="0.05" units="cm"/>
      <inkml:brushProperty name="color" value="#FF0066"/>
    </inkml:brush>
  </inkml:definitions>
  <inkml:trace contextRef="#ctx0" brushRef="#br0">1 148 24575,'1'-6'0,"0"0"0,1 0 0,0 0 0,1 0 0,0 0 0,-1 0 0,9-10 0,-6 7 0,1-1 0,0 1 0,1-1 0,10-10 0,-14 17 0,0 0 0,0 0 0,0 0 0,0 1 0,0-1 0,0 1 0,1 0 0,-1 0 0,1 1 0,-1-1 0,1 0 0,0 1 0,4-1 0,-8 2 0,0 0 0,0 0 0,1 0 0,-1 0 0,0 0 0,0 0 0,1 0 0,-1 0 0,0 0 0,1 0 0,-1 0 0,0 0 0,0 0 0,1 0 0,-1 0 0,0 0 0,0 1 0,1-1 0,-1 0 0,0 0 0,0 0 0,0 0 0,1 1 0,-1-1 0,0 0 0,0 0 0,0 0 0,1 1 0,-1-1 0,0 0 0,0 0 0,0 1 0,0-1 0,0 12 0,-11 18 0,8-23 0,-33 78 0,21-55 0,2 1 0,1 1 0,2 0 0,-10 51 0,19-78 22,0 0-1,1-1 0,0 1 1,0 0-1,0-1 0,1 1 1,-1-1-1,1 1 0,0-1 1,0 1-1,1-1 0,0 1 1,-1-1-1,1 0 0,4 5 1,-4-5-123,1-1 1,0 0-1,0 0 1,1 0 0,-1 0-1,0-1 1,1 1-1,0-1 1,-1 0 0,1 0-1,0-1 1,0 1 0,0-1-1,0 1 1,1-1-1,4 0 1,18 3-6726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6.356"/>
    </inkml:context>
    <inkml:brush xml:id="br0">
      <inkml:brushProperty name="width" value="0.05" units="cm"/>
      <inkml:brushProperty name="height" value="0.05" units="cm"/>
      <inkml:brushProperty name="color" value="#FF0066"/>
    </inkml:brush>
  </inkml:definitions>
  <inkml:trace contextRef="#ctx0" brushRef="#br0">73 62 24575,'-3'-6'0,"-4"-5"0,-3-3 0,-4 0 0,-2 3 0,2 6 0,6 4 0,7 5 0,4 5 0,2 1-8191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6.818"/>
    </inkml:context>
    <inkml:brush xml:id="br0">
      <inkml:brushProperty name="width" value="0.05" units="cm"/>
      <inkml:brushProperty name="height" value="0.05" units="cm"/>
      <inkml:brushProperty name="color" value="#FF0066"/>
    </inkml:brush>
  </inkml:definitions>
  <inkml:trace contextRef="#ctx0" brushRef="#br0">222 406 24575,'0'-3'0,"0"1"0,0-1 0,-1 1 0,1-1 0,0 1 0,-1-1 0,1 1 0,-1 0 0,0-1 0,0 1 0,0 0 0,0-1 0,0 1 0,-3-3 0,3 4 0,0 0 0,0 0 0,0 1 0,-1-1 0,1 0 0,0 0 0,-1 1 0,1-1 0,0 1 0,-1 0 0,1-1 0,0 1 0,-1 0 0,1 0 0,-1 0 0,1-1 0,-1 2 0,1-1 0,-1 0 0,1 0 0,0 0 0,-1 1 0,1-1 0,-1 1 0,1-1 0,0 1 0,-2 0 0,-10 6 0,0 0 0,1 1 0,0 0 0,0 1 0,1 0 0,0 1 0,1 0 0,0 0 0,0 2 0,1-1 0,1 1 0,0 0 0,0 1 0,-6 16 0,12-26 0,1 1 0,0-1 0,-1 1 0,1 0 0,1-1 0,-1 1 0,0 0 0,1 0 0,0-1 0,0 1 0,0 0 0,0 0 0,1 0 0,0-1 0,-1 1 0,1 0 0,3 6 0,-2-7 0,0 0 0,0 0 0,0 0 0,0-1 0,0 1 0,0-1 0,1 1 0,-1-1 0,1 0 0,0 0 0,0 0 0,0 0 0,0-1 0,0 1 0,0-1 0,0 0 0,0 0 0,1 0 0,-1 0 0,5 0 0,0 0 0,0-1 0,0 0 0,0 0 0,0-1 0,0 0 0,0 0 0,0-1 0,0 0 0,-1 0 0,1-1 0,-1 0 0,15-8 0,-11 5 0,-1 0 0,0-1 0,0-1 0,-1 1 0,1-2 0,-2 1 0,16-20 0,-15 14 0,0-1 0,-2 0 0,0-1 0,0 1 0,-1-1 0,-1-1 0,-1 1 0,0-1 0,1-19 0,1-23 0,-4-74 0,-2 113 0,1-14 0,0 22 0,0-1 0,-1 0 0,-1 0 0,0 1 0,-1-1 0,0 0 0,-5-14 0,7 27 0,0 0 0,0 0 0,0 0 0,0 0 0,0 0 0,0 0 0,0 0 0,0 1 0,0-1 0,0 0 0,0 0 0,0 0 0,0 0 0,-1 0 0,1 0 0,0 0 0,0 0 0,0 1 0,0-1 0,0 0 0,0 0 0,0 0 0,0 0 0,0 0 0,0 0 0,-1 0 0,1 0 0,0 0 0,0 0 0,0 0 0,0 0 0,0 0 0,0 0 0,0 0 0,-1 0 0,1 0 0,0 0 0,0 0 0,0 0 0,0 0 0,0 0 0,0 0 0,0 0 0,-1 0 0,1 0 0,0 0 0,0 0 0,0 0 0,0 0 0,0 0 0,0 0 0,0 0 0,0 0 0,-1-1 0,1 1 0,0 0 0,0 0 0,0 0 0,0 0 0,0 0 0,0 0 0,0-1 0,-3 14 0,-1 35 0,1 0 0,6 61 0,21 98 0,3-73-1365,-13-82-5461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7.352"/>
    </inkml:context>
    <inkml:brush xml:id="br0">
      <inkml:brushProperty name="width" value="0.05" units="cm"/>
      <inkml:brushProperty name="height" value="0.05" units="cm"/>
      <inkml:brushProperty name="color" value="#FF0066"/>
    </inkml:brush>
  </inkml:definitions>
  <inkml:trace contextRef="#ctx0" brushRef="#br0">12 170 24575,'-2'-2'0,"1"0"0,0 0 0,0 0 0,0 0 0,0-1 0,0 1 0,0 0 0,0 0 0,1-1 0,-1 1 0,1 0 0,0-1 0,-1 1 0,1 0 0,0-1 0,1 1 0,-1-1 0,0 1 0,1 0 0,-1-1 0,1 1 0,0 0 0,-1 0 0,1-1 0,0 1 0,2-3 0,3-5 0,0-1 0,0 1 0,15-17 0,-17 22 0,0 0 0,0 1 0,0-1 0,1 1 0,0 0 0,0 1 0,0-1 0,0 1 0,10-5 0,-12 8 0,-1-1 0,0 0 0,0 1 0,0 0 0,0-1 0,0 1 0,0 0 0,1 0 0,-1 0 0,0 0 0,0 1 0,0-1 0,0 1 0,0-1 0,0 1 0,0 0 0,0 0 0,0-1 0,0 1 0,0 1 0,0-1 0,0 0 0,-1 0 0,1 1 0,0-1 0,-1 1 0,1-1 0,-1 1 0,0 0 0,0 0 0,2 2 0,5 9 0,-1 0 0,0 0 0,-1 1 0,-1 0 0,0 1 0,-1-1 0,0 1 0,1 17 0,-2-4 0,0 0 0,-2 0 0,-4 43 0,-6-17 0,8-51 0,0 1 0,0-1 0,0 0 0,-1 0 0,1 1 0,-1-1 0,0 0 0,0 0 0,0-1 0,0 1 0,0 0 0,-6 4 0,8-6 0,-1-1 0,1 0 0,0 1 0,-1-1 0,1 0 0,-1 1 0,1-1 0,-1 0 0,1 1 0,-1-1 0,1 0 0,-1 0 0,1 1 0,-1-1 0,1 0 0,-1 0 0,1 0 0,-1 0 0,0 0 0,1 0 0,-1 0 0,1 0 0,-1 0 0,1 0 0,-1 0 0,1 0 0,-1 0 0,0 0 0,1-1 0,-1 1 0,1 0 0,-1 0 0,1-1 0,-1 1 0,1 0 0,-1-1 0,1 1 0,0 0 0,-1-1 0,1 1 0,-1-1 0,1 1 0,0-1 0,0 1 0,-1-1 0,1 1 0,0-1 0,0 1 0,-1-1 0,1 1 0,0-1 0,0 1 0,0-1 0,0 0 0,-1-4 0,0 0 0,0 0 0,1 1 0,0-1 0,0-6 0,2-4 0,1 0 0,0 1 0,1 0 0,0 0 0,1 0 0,1 0 0,14-25 0,-9 22 0,0 0 0,1 0 0,0 1 0,2 1 0,18-18 0,-28 30 0,0-1 0,1 1 0,-1 0 0,0 0 0,1 0 0,0 1 0,0 0 0,-1 0 0,1 0 0,1 0 0,-1 1 0,0-1 0,0 1 0,6 0 0,-6 1 0,-1 1 0,1-1 0,-1 1 0,0 0 0,1 0 0,-1 0 0,0 0 0,0 1 0,0 0 0,0 0 0,0 0 0,0 0 0,-1 1 0,1-1 0,-1 1 0,1 0 0,3 4 0,1 3 31,0 0 0,-1 0 0,0 0 0,-1 1 0,0 0 0,0 1 0,-1-1 0,-1 1 1,0 0-1,4 16 0,-2 5-600,-1 0 0,1 55 0,-5-56-6257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7.757"/>
    </inkml:context>
    <inkml:brush xml:id="br0">
      <inkml:brushProperty name="width" value="0.05" units="cm"/>
      <inkml:brushProperty name="height" value="0.05" units="cm"/>
      <inkml:brushProperty name="color" value="#FF0066"/>
    </inkml:brush>
  </inkml:definitions>
  <inkml:trace contextRef="#ctx0" brushRef="#br0">211 208 24575,'3'-4'0,"0"0"0,0 0 0,0 0 0,0-1 0,-1 1 0,1-1 0,-1 1 0,-1-1 0,1 0 0,-1 0 0,1 0 0,-1 0 0,-1 0 0,1 0 0,-1 0 0,0 0 0,0 0 0,0 0 0,-1 0 0,1 0 0,-1 0 0,-1 0 0,-2-7 0,3 7 0,-1 0 0,0 0 0,-1 0 0,1 0 0,-1 0 0,0 0 0,0 1 0,-1 0 0,1-1 0,-1 1 0,0 0 0,0 1 0,0-1 0,0 1 0,-1 0 0,0 0 0,1 0 0,-1 1 0,0-1 0,0 1 0,-10-2 0,13 4 0,-1 0 0,0 0 0,0 0 0,1 0 0,-1 0 0,0 1 0,0 0 0,1-1 0,-1 1 0,0 0 0,1 0 0,-1 1 0,1-1 0,0 0 0,-1 1 0,1 0 0,0-1 0,0 1 0,0 0 0,0 0 0,0 0 0,0 0 0,1 1 0,-4 3 0,-4 8 0,1 1 0,-13 29 0,17-35 0,-6 13 0,-11 42 0,19-58 0,0 0 0,1 0 0,0 1 0,0-1 0,1 1 0,0-1 0,0 0 0,0 1 0,1-1 0,0 0 0,3 13 0,-3-17 0,0-1 0,-1 1 0,1-1 0,0 1 0,0-1 0,0 0 0,0 1 0,0-1 0,0 0 0,0 0 0,1 0 0,-1 0 0,0 0 0,0 0 0,1 0 0,-1 0 0,1 0 0,-1-1 0,1 1 0,-1-1 0,1 1 0,0-1 0,-1 1 0,1-1 0,-1 0 0,1 0 0,0 0 0,-1 0 0,1 0 0,0 0 0,-1 0 0,1-1 0,-1 1 0,1-1 0,2 0 0,6-3 0,1 0 0,-1 0 0,0-1 0,11-8 0,-4 3 0,-15 9 11,-1 1 0,0-1 0,1 0 0,-1 1 0,0 0 0,1-1 0,-1 1 1,1 0-1,-1-1 0,1 1 0,-1 0 0,1 0 0,-1 0 0,1 1 0,-1-1 0,0 0 0,1 0 0,-1 1 0,1-1 0,-1 1 0,0-1 0,1 1 0,-1 0 0,0-1 0,3 3 0,0 1-67,1 0 1,0 1-1,-1 0 0,7 10 1,7 7-1319,-8-13-5452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18.644"/>
    </inkml:context>
    <inkml:brush xml:id="br0">
      <inkml:brushProperty name="width" value="0.05" units="cm"/>
      <inkml:brushProperty name="height" value="0.05" units="cm"/>
      <inkml:brushProperty name="color" value="#FF0066"/>
    </inkml:brush>
  </inkml:definitions>
  <inkml:trace contextRef="#ctx0" brushRef="#br0">1 177 24575,'4'-5'0,"-1"0"0,0 0 0,0 0 0,0 0 0,3-11 0,8-13 0,-12 26 0,0 0 0,0 1 0,0-1 0,0 0 0,0 1 0,0 0 0,1 0 0,-1-1 0,1 1 0,-1 1 0,5-4 0,-6 5 0,0 0 0,-1 0 0,1 0 0,0-1 0,-1 1 0,1 0 0,0 0 0,-1 0 0,1 0 0,0 0 0,-1 0 0,1 1 0,0-1 0,-1 0 0,1 0 0,-1 0 0,1 0 0,0 1 0,-1-1 0,1 0 0,-1 1 0,2 0 0,-1 0 0,1 1 0,-1-1 0,0 1 0,0-1 0,0 1 0,0 0 0,0 0 0,0-1 0,-1 1 0,1 0 0,0 3 0,5 18 0,3 48 0,-4-27 0,-2-5 0,0-4 0,-1-28 0,0-10 0,7-21 0,1 1 0,0 0 0,2 1 0,23-34 0,-25 42 0,1 0 0,0 1 0,1 1 0,0 0 0,1 0 0,1 1 0,24-15 0,-34 24 0,-1 0 0,0 1 0,0-1 0,1 1 0,-1-1 0,1 1 0,-1 0 0,1 1 0,0-1 0,-1 1 0,5-1 0,-7 1 0,1 1 0,0-1 0,-1 0 0,1 1 0,-1-1 0,1 1 0,-1-1 0,1 1 0,-1 0 0,0 0 0,1 0 0,-1 0 0,0 0 0,0 0 0,1 0 0,-1 0 0,0 0 0,0 0 0,0 1 0,0-1 0,-1 0 0,1 1 0,0-1 0,0 1 0,-1-1 0,2 4 0,-2-4 0,0 0 0,0 1 0,1-1 0,-1 0 0,1 1 0,0-1 0,-1 0 0,1 1 0,0-1 0,0 0 0,-1 0 0,1 0 0,0 0 0,0 0 0,0 0 0,1 0 0,-1 0 0,0 0 0,0-1 0,0 1 0,1 0 0,-1-1 0,0 1 0,0-1 0,2 1 0,1-1 0,-1 0 0,1-1 0,-1 1 0,1-1 0,-1 0 0,0 0 0,1 0 0,-1 0 0,3-2 0,-5 3 0,0 0 0,-1-1 0,1 1 0,0 0 0,-1 0 0,1 0 0,0 0 0,-1 0 0,1-1 0,0 1 0,0 1 0,-1-1 0,1 0 0,0 0 0,-1 0 0,1 0 0,0 0 0,-1 1 0,1-1 0,0 0 0,-1 1 0,1-1 0,-1 0 0,1 1 0,1 0 0,-1 1 0,0-1 0,1 1 0,-1 0 0,0-1 0,0 1 0,0 0 0,0 0 0,1 4 0,8 40 0,-10-46 0,2 32 0,-2-22 0,1 0 0,-1 0 0,2 0 0,0 0 0,4 14 0,-5-22 0,0 0 0,0 0 0,0 0 0,0 0 0,0 0 0,0 0 0,1 0 0,-1-1 0,1 1 0,-1 0 0,1-1 0,0 1 0,0-1 0,0 0 0,-1 0 0,1 0 0,0 0 0,0 0 0,0 0 0,1 0 0,-1-1 0,0 1 0,0-1 0,0 1 0,1-1 0,-1 0 0,0 0 0,0 0 0,0 0 0,3 0 0,1-1 0,0-1 0,1 1 0,-1-1 0,0 0 0,-1 0 0,1 0 0,0-1 0,-1 0 0,1 0 0,-1-1 0,0 1 0,0-1 0,0-1 0,7-6 0,5-9 0,-1 0 0,18-28 0,-15 20 0,-11 16 0,24-36 0,-29 43 0,0 0 0,-1 1 0,1-1 0,-1-1 0,0 1 0,-1 0 0,2-10 0,-3 14 0,0 0 0,1 1 0,-1-1 0,0 0 0,0 0 0,0 0 0,-1 0 0,1 1 0,0-1 0,0 0 0,0 0 0,0 0 0,-1 1 0,1-1 0,0 0 0,-1 0 0,1 1 0,-1-1 0,1 0 0,-1 1 0,1-1 0,-1 0 0,0 1 0,1-1 0,-2 0 0,1 0 0,-1 1 0,1 0 0,0-1 0,-1 1 0,1 0 0,-1-1 0,1 1 0,-1 0 0,1 0 0,-1 0 0,1 0 0,-1 1 0,-1-1 0,-2 2 0,0-1 0,-1 1 0,1 0 0,1 0 0,-1 0 0,0 1 0,-4 3 0,0 1 0,1 1 0,1 1 0,-1 0 0,1 0 0,1 0 0,0 0 0,0 1 0,1 0 0,0 1 0,1-1 0,-6 20 0,7-19 0,0 0 0,1 1 0,0-1 0,0 1 0,2-1 0,-1 1 0,2-1 0,-1 1 0,1-1 0,1 1 0,5 16 0,-6-24-50,0 0-1,1 0 1,0-1-1,0 1 0,0 0 1,0-1-1,0 0 1,1 0-1,-1 1 1,1-2-1,0 1 0,0 0 1,0 0-1,0-1 1,0 0-1,1 1 1,-1-1-1,1-1 0,0 1 1,-1 0-1,1-1 1,0 0-1,0 0 1,0 0-1,0 0 1,4 0-1,12 0-6775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4.074"/>
    </inkml:context>
    <inkml:brush xml:id="br0">
      <inkml:brushProperty name="width" value="0.05" units="cm"/>
      <inkml:brushProperty name="height" value="0.05" units="cm"/>
      <inkml:brushProperty name="color" value="#FF0066"/>
    </inkml:brush>
  </inkml:definitions>
  <inkml:trace contextRef="#ctx0" brushRef="#br0">35 53 24575,'1'0'0,"0"0"0,-1-1 0,1 1 0,0 0 0,0-1 0,-1 1 0,1-1 0,0 1 0,-1-1 0,1 1 0,-1-1 0,1 1 0,0-1 0,-1 0 0,1 1 0,-1-1 0,0 0 0,1 1 0,-1-1 0,0 0 0,1 0 0,-1 1 0,0-1 0,0 0 0,1 0 0,-1 0 0,0-1 0,3-25 0,-3 23 0,0 0 0,-2 8 0,-6 20 0,-8 36 0,5 6 0,2-1 0,4 2 0,4 98 0,2-171 0,1 1 0,-1 0 0,1 0 0,0 0 0,0 0 0,1 0 0,4-6 0,27-41 0,-21 34 0,1 0 0,0 1 0,2 0 0,0 2 0,1 0 0,19-14 0,-29 24 0,1 1 0,-1 0 0,0 0 0,1 1 0,0 0 0,0 0 0,0 1 0,13-3 0,-15 5 0,-1-1 0,1 1 0,0 1 0,-1-1 0,0 1 0,1 0 0,-1 0 0,1 0 0,-1 1 0,0 0 0,0 0 0,0 0 0,0 1 0,6 3 0,-6-3 0,-1 0 0,1 0 0,-1 1 0,0-1 0,0 1 0,0 0 0,-1 0 0,1 0 0,-1 1 0,0-1 0,0 1 0,-1 0 0,1-1 0,-1 1 0,0 0 0,-1 1 0,1-1 0,-1 0 0,0 0 0,0 1 0,0-1 0,-1 1 0,0-1 0,0 0 0,0 1 0,-1-1 0,0 1 0,0-1 0,-2 6 0,0-2 0,-1 1 0,0-1 0,0 0 0,-1 0 0,0-1 0,0 0 0,-1 0 0,0 0 0,-1 0 0,0-1 0,0 0 0,0-1 0,-1 1 0,0-2 0,-10 7 0,6-6 49,0 0 0,1-1 0,-2-1-1,1 0 1,0 0 0,-22 2 0,27-5-171,0 0 0,0 0 0,0-1 0,0 0 0,-1-1 0,1 0 0,1 0 0,-1 0 0,0-1 1,0 0-1,0 0 0,1-1 0,-11-5 0,-4-7-6704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4.508"/>
    </inkml:context>
    <inkml:brush xml:id="br0">
      <inkml:brushProperty name="width" value="0.05" units="cm"/>
      <inkml:brushProperty name="height" value="0.05" units="cm"/>
      <inkml:brushProperty name="color" value="#FF0066"/>
    </inkml:brush>
  </inkml:definitions>
  <inkml:trace contextRef="#ctx0" brushRef="#br0">241 152 24575,'1'-27'0,"0"19"0,0-1 0,-1 0 0,0 0 0,-1 0 0,0 1 0,0-1 0,-1 0 0,0 1 0,0-1 0,-6-12 0,7 20 0,1 0 0,-1 0 0,0 0 0,0 0 0,1 0 0,-1 0 0,0 0 0,0 0 0,0 0 0,0 1 0,0-1 0,0 0 0,0 0 0,0 1 0,0-1 0,0 1 0,-1-1 0,1 1 0,0 0 0,0-1 0,0 1 0,-1 0 0,-1 0 0,0 0 0,1 1 0,-1-1 0,1 1 0,0 0 0,-1-1 0,1 1 0,-1 1 0,1-1 0,0 0 0,0 0 0,-2 3 0,-6 3 0,1 2 0,0 0 0,-12 15 0,20-23 0,-14 17 0,1 0 0,1 1 0,1 1 0,0 0 0,2 1 0,0 0 0,2 0 0,0 1 0,-9 41 0,17-60 0,-1 1 0,1 0 0,0 0 0,0 0 0,0-1 0,0 1 0,1 0 0,-1 0 0,1-1 0,0 1 0,0 0 0,1-1 0,-1 1 0,1-1 0,-1 0 0,4 6 0,-3-7 0,0 0 0,0-1 0,0 1 0,0 0 0,0-1 0,0 1 0,1-1 0,-1 0 0,0 1 0,1-1 0,-1 0 0,1-1 0,-1 1 0,1 0 0,0-1 0,-1 1 0,1-1 0,0 0 0,-1 0 0,1 0 0,-1 0 0,1 0 0,0-1 0,3 0 0,2-1 0,0-1 0,1 0 0,-1-1 0,-1 1 0,1-2 0,0 1 0,-1-1 0,0 0 0,0 0 0,0-1 0,11-13 0,5-7 0,32-49 0,-38 51 0,-8 10 0,-4 6 0,1 0 0,0 0 0,0 1 0,12-11 0,-18 18 0,0-1 0,1 1 0,-1 0 0,0-1 0,1 1 0,-1 0 0,1 0 0,-1-1 0,0 1 0,1 0 0,-1 0 0,1 0 0,-1-1 0,0 1 0,1 0 0,-1 0 0,1 0 0,-1 0 0,1 0 0,-1 0 0,0 0 0,1 0 0,-1 0 0,1 0 0,-1 0 0,1 0 0,-1 0 0,1 0 0,-1 1 0,0-1 0,2 0 0,4 15 0,-5 28 0,-1-38 0,-1 55-1365,0-33-5461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4.885"/>
    </inkml:context>
    <inkml:brush xml:id="br0">
      <inkml:brushProperty name="width" value="0.05" units="cm"/>
      <inkml:brushProperty name="height" value="0.05" units="cm"/>
      <inkml:brushProperty name="color" value="#FF0066"/>
    </inkml:brush>
  </inkml:definitions>
  <inkml:trace contextRef="#ctx0" brushRef="#br0">1 93 24575,'11'-35'0,"-8"23"0,1 59 0,-2 21 0,-1-20 0,-1-1 0,-10 75 0,19-136 0,6-15 0,60-129 0,-62 135 0,1 0 0,2 1 0,0 0 0,28-28 0,-39 45 0,-1 1 0,1 0 0,0 1 0,0-1 0,0 1 0,0 0 0,10-4 0,-14 6 0,1 1 0,-1-1 0,1 1 0,0-1 0,-1 1 0,1 0 0,0 0 0,-1 0 0,1 0 0,0 0 0,-1 0 0,1 0 0,0 0 0,-1 1 0,1-1 0,0 1 0,-1-1 0,1 1 0,-1 0 0,1-1 0,-1 1 0,1 0 0,-1 0 0,0 0 0,1 0 0,-1 1 0,0-1 0,0 0 0,0 0 0,0 1 0,2 1 0,0 4 0,1 0 0,-1 1 0,0-1 0,0 1 0,-1-1 0,0 1 0,-1 0 0,0 0 0,1 16 0,-2 8 0,-5 35 0,3-49 0,-9 110-1365,9-100-5461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5.332"/>
    </inkml:context>
    <inkml:brush xml:id="br0">
      <inkml:brushProperty name="width" value="0.05" units="cm"/>
      <inkml:brushProperty name="height" value="0.05" units="cm"/>
      <inkml:brushProperty name="color" value="#FF0066"/>
    </inkml:brush>
  </inkml:definitions>
  <inkml:trace contextRef="#ctx0" brushRef="#br0">20 1 24575,'0'12'0,"-2"-1"0,-3 18 0,-2 14 0,2 271 0,6-208 0,-1-102 0,3 33 0,-3-37 0,0 1 0,0-1 0,1 0 0,-1 1 0,0-1 0,0 0 0,0 1 0,0-1 0,0 0 0,0 1 0,1-1 0,-1 0 0,0 0 0,0 1 0,1-1 0,-1 0 0,0 0 0,0 1 0,1-1 0,-1 0 0,0 0 0,1 0 0,-1 1 0,0-1 0,0 0 0,1 0 0,-1 0 0,1 0 0,-1 0 0,1 0 0,0 0 0,0-1 0,0 1 0,0-1 0,0 1 0,0-1 0,-1 1 0,1-1 0,0 0 0,0 0 0,0 0 0,0 1 0,-1-1 0,1 0 0,0 0 0,0-1 0,22-34 0,27-59 0,-9 17 0,-28 52 0,-13 26 0,0-1 0,1 1 0,-1 0 0,0 0 0,0 0 0,0 0 0,0 0 0,0 0 0,0-1 0,0 1 0,0 0 0,0 0 0,0 0 0,0 0 0,0 0 0,0-1 0,0 1 0,0 0 0,0 0 0,0 0 0,0 0 0,0 0 0,0-1 0,0 1 0,0 0 0,0 0 0,0 0 0,0 0 0,0 0 0,0 0 0,0-1 0,0 1 0,0 0 0,-1 0 0,1 0 0,0 0 0,0 0 0,0 0 0,0 0 0,0 0 0,0-1 0,0 1 0,-1 0 0,1 0 0,-12 8 0,-29 25 0,24-20 0,0 0 0,1 1 0,-25 29 0,40-42 0,0 0 0,0 0 0,0 0 0,1 1 0,-1-1 0,0 0 0,1 1 0,-1-1 0,1 0 0,-1 1 0,1-1 0,0 1 0,-1-1 0,1 1 0,0-1 0,0 1 0,0-1 0,0 1 0,0-1 0,1 1 0,-1-1 0,0 0 0,1 1 0,-1-1 0,1 1 0,-1-1 0,1 0 0,0 1 0,-1-1 0,1 0 0,0 0 0,0 1 0,0-1 0,0 0 0,0 0 0,2 1 0,4 4 0,1 0 0,0-1 0,0 0 0,16 6 0,-7-3 0,14 10-273,0 1 0,-2 2 0,0 0 0,31 31 0,-42-33-6553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5.567"/>
    </inkml:context>
    <inkml:brush xml:id="br0">
      <inkml:brushProperty name="width" value="0.05" units="cm"/>
      <inkml:brushProperty name="height" value="0.05" units="cm"/>
      <inkml:brushProperty name="color" value="#FF0066"/>
    </inkml:brush>
  </inkml:definitions>
  <inkml:trace contextRef="#ctx0" brushRef="#br0">156 15 24575,'0'-3'0,"0"-4"0,-3 2 0,-4 5 0,0 6 0,-3 7 0,-2 10 0,-2 8 0,-2 7 0,-1 6 0,0 2 0,2-2 0,1-2 0,3-2 0,3-5 0,4-9-8191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5.883"/>
    </inkml:context>
    <inkml:brush xml:id="br0">
      <inkml:brushProperty name="width" value="0.05" units="cm"/>
      <inkml:brushProperty name="height" value="0.05" units="cm"/>
      <inkml:brushProperty name="color" value="#FF0066"/>
    </inkml:brush>
  </inkml:definitions>
  <inkml:trace contextRef="#ctx0" brushRef="#br0">0 357 24575,'4'-22'0,"2"-1"0,0 1 0,1 1 0,1-1 0,1 1 0,1 1 0,18-27 0,-28 45 0,1 1 0,0 0 0,0 0 0,-1 0 0,1 0 0,0 0 0,0 0 0,0 1 0,0-1 0,0 0 0,0 0 0,1 1 0,-1-1 0,0 0 0,0 1 0,0-1 0,1 1 0,-1 0 0,0-1 0,0 1 0,1 0 0,1 0 0,-1 0 0,-1 1 0,1-1 0,-1 1 0,1-1 0,-1 1 0,1 0 0,-1 0 0,0 0 0,1 0 0,-1 0 0,0 0 0,0 0 0,0 0 0,0 0 0,2 3 0,3 6 0,0 1 0,-1-1 0,0 1 0,4 12 0,-6-16 0,17 51 0,20 47 0,-34-92 0,1 1 0,0-1 0,2 0 0,-1 0 0,12 12 0,-18-23 0,-1 0 0,0-1 0,0 1 0,1-1 0,-1 1 0,1-1 0,0 0 0,-1 1 0,1-1 0,0 0 0,0 0 0,-1 0 0,1 0 0,0-1 0,0 1 0,0 0 0,0-1 0,0 0 0,0 1 0,0-1 0,0 0 0,0 0 0,0 0 0,1 0 0,-1 0 0,0 0 0,0-1 0,0 1 0,0-1 0,0 0 0,0 1 0,-1-1 0,1 0 0,0 0 0,0 0 0,0 0 0,-1-1 0,1 1 0,2-2 0,2-4 0,0 0 0,0-1 0,0 0 0,-1 0 0,0 0 0,0 0 0,4-12 0,4-13 0,-2 0 0,0-1 0,9-62 0,-12 35 0,0-79 0,-9 122 171,-2 14 0,2 6-342,0 0 0,0 0 1,0 0-1,0-1 0,0 1 1,1 0-1,-1 1 0,1-1 1,-1 3-1,-3 17-6655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6.235"/>
    </inkml:context>
    <inkml:brush xml:id="br0">
      <inkml:brushProperty name="width" value="0.05" units="cm"/>
      <inkml:brushProperty name="height" value="0.05" units="cm"/>
      <inkml:brushProperty name="color" value="#FF0066"/>
    </inkml:brush>
  </inkml:definitions>
  <inkml:trace contextRef="#ctx0" brushRef="#br0">88 301 24575,'11'-17'0,"-2"0"0,0-1 0,-1 0 0,0-1 0,-2 1 0,0-1 0,-1-1 0,-1 1 0,-1-1 0,-1 0 0,-1 0 0,-1-22 0,0 40 0,1 0 0,-2 0 0,1 0 0,0 0 0,0 1 0,0-1 0,-1 0 0,1 0 0,-1 1 0,0-1 0,1 0 0,-1 1 0,0-1 0,0 0 0,-2-2 0,2 4 0,1 0 0,0-1 0,-1 1 0,1 0 0,-1 0 0,1 0 0,-1-1 0,1 1 0,0 0 0,-1 0 0,1 0 0,-1 0 0,1 0 0,-1 0 0,1 0 0,-1 0 0,1 0 0,-1 0 0,1 0 0,-1 0 0,1 0 0,-1 1 0,-15 11 0,1 6 0,1 1 0,1 1 0,1 0 0,0 0 0,1 1 0,2 1 0,0 0 0,1 0 0,1 1 0,-4 27 0,10-47 0,1 1 0,-1 0 0,1 0 0,0 0 0,0 0 0,0 0 0,1 0 0,-1 0 0,1 0 0,0-1 0,2 6 0,-3-8 0,1 0 0,-1 0 0,1 0 0,-1-1 0,1 1 0,0 0 0,-1 0 0,1 0 0,0-1 0,0 1 0,0 0 0,0-1 0,0 1 0,-1-1 0,1 1 0,0-1 0,2 1 0,-1 0 0,0-1 0,0 0 0,0 0 0,0 0 0,0 0 0,0 0 0,0 0 0,-1-1 0,1 1 0,0-1 0,0 1 0,0-1 0,1 0 0,8-4 0,-7 3 0,1 0 0,0 0 0,0 0 0,1 1 0,8-2 0,-12 3 0,0 0 0,0 0 0,0 0 0,0 1 0,0-1 0,0 1 0,0-1 0,0 1 0,0 0 0,0 0 0,0-1 0,0 1 0,-1 0 0,1 1 0,0-1 0,-1 0 0,1 0 0,2 4 0,25 24-1365,-19-23-5461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6.953"/>
    </inkml:context>
    <inkml:brush xml:id="br0">
      <inkml:brushProperty name="width" value="0.05" units="cm"/>
      <inkml:brushProperty name="height" value="0.05" units="cm"/>
      <inkml:brushProperty name="color" value="#FF0066"/>
    </inkml:brush>
  </inkml:definitions>
  <inkml:trace contextRef="#ctx0" brushRef="#br0">10 268 24575,'0'-88'0,"1"137"0,0-3 0,-2 1 0,-10 64 0,38-164 0,39-76 0,-54 109 0,1 1 0,1 0 0,0 0 0,21-19 0,-32 35 0,0 0 0,0 1 0,1-1 0,-1 1 0,1-1 0,5-1 0,-8 3 0,-1 1 0,1 0 0,0 0 0,0-1 0,-1 1 0,1 0 0,0 0 0,-1 0 0,1 0 0,0 0 0,0 0 0,-1 0 0,1 0 0,0 0 0,0 0 0,-1 0 0,1 0 0,0 1 0,0-1 0,-1 0 0,1 1 0,0-1 0,-1 0 0,1 1 0,-1-1 0,1 1 0,0-1 0,-1 1 0,1-1 0,-1 1 0,1-1 0,-1 1 0,1-1 0,-1 1 0,0 0 0,1-1 0,-1 1 0,0 0 0,1 0 0,-1-1 0,0 1 0,0 1 0,3 12 0,-1-1 0,-1 1 0,0 0 0,-1 0 0,0 0 0,-2 0 0,1-1 0,-6 21 0,3-9 0,-2 29 0,6-53 0,0 1 0,0-1 0,0 1 0,0-1 0,0 1 0,0 0 0,1-1 0,-1 1 0,0-1 0,1 1 0,-1-1 0,1 1 0,0-1 0,0 0 0,-1 1 0,1-1 0,0 0 0,0 1 0,2 0 0,-2-1 0,0-1 0,-1 0 0,1 1 0,0-1 0,0 0 0,0 0 0,0 1 0,0-1 0,0 0 0,0 0 0,0 0 0,0-1 0,0 1 0,0 0 0,0 0 0,0 0 0,0-1 0,0 1 0,0 0 0,0-1 0,-1 1 0,1-1 0,0 1 0,0-1 0,0 1 0,-1-1 0,1 0 0,0 1 0,-1-1 0,1 0 0,0 0 0,0-1 0,10-11 0,0-1 0,-1-1 0,12-21 0,-16 24 0,0 1 0,1-1 0,0 2 0,1-1 0,0 1 0,1 0 0,17-14 0,-25 23 0,-1 1 0,1-1 0,-1 1 0,1-1 0,-1 1 0,1-1 0,0 1 0,-1-1 0,1 1 0,0 0 0,-1-1 0,1 1 0,0 0 0,-1 0 0,1 0 0,0-1 0,0 1 0,-1 0 0,1 0 0,0 0 0,0 0 0,-1 0 0,1 0 0,0 0 0,0 1 0,-1-1 0,1 0 0,0 0 0,0 0 0,-1 1 0,1-1 0,0 0 0,-1 1 0,1-1 0,0 1 0,-1-1 0,1 1 0,-1-1 0,1 1 0,-1-1 0,1 1 0,-1 0 0,1-1 0,-1 1 0,0-1 0,1 1 0,-1 0 0,0 0 0,1-1 0,-1 1 0,0 0 0,0 0 0,0-1 0,0 1 0,0 0 0,0 0 0,0-1 0,0 2 0,1 7 0,0 0 0,-1 0 0,-2 15 0,2-22 0,-26 168 0,26-168 0,0 1 0,0 0 0,0 0 0,0-1 0,0 1 0,1 0 0,-1-1 0,1 1 0,0 0 0,-1-1 0,1 1 0,1-1 0,0 3 0,-1-4 0,0 0 0,0 0 0,-1 0 0,1 0 0,0 0 0,0-1 0,0 1 0,0 0 0,0-1 0,0 1 0,0-1 0,0 1 0,0-1 0,0 0 0,1 1 0,-1-1 0,0 0 0,0 0 0,0 0 0,0 0 0,1 0 0,-1 0 0,0 0 0,0 0 0,0 0 0,0 0 0,0-1 0,1 1 0,-1-1 0,0 1 0,0 0 0,2-2 0,8-4 0,1-1 0,-1 0 0,-1 0 0,1-1 0,-1-1 0,-1 1 0,11-13 0,2-5 0,29-45 0,-29 37 0,28-61 0,-41 75 0,-1-1 0,-2 1 0,1-1 0,4-38 0,-10 58 0,-1-1 0,0 1 0,1-1 0,-1 0 0,0 1 0,0-1 0,0 0 0,0 0 0,-1 1 0,1-1 0,0 0 0,-1 1 0,1-1 0,-1 1 0,1-1 0,-1 1 0,0-1 0,0 1 0,-1-3 0,1 4 0,1-1 0,-1 1 0,1 0 0,-1 0 0,1-1 0,-1 1 0,1 0 0,-1 0 0,1 0 0,-1 0 0,0 0 0,1 0 0,-1 0 0,1 0 0,-1 0 0,1 0 0,-1 0 0,0 0 0,1 0 0,-2 1 0,-16 11 0,2 3 0,2 2 0,0 0 0,1 0 0,0 1 0,2 1 0,0 0 0,1 0 0,1 1 0,1 1 0,0-1 0,-4 27 0,9-37-114,2 0 1,-1 0-1,2 1 0,-1-1 0,1 0 1,1 1-1,0-1 0,0 0 0,1 0 1,0 1-1,6 13 0,6 8-6712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2.695"/>
    </inkml:context>
    <inkml:brush xml:id="br0">
      <inkml:brushProperty name="width" value="0.05" units="cm"/>
      <inkml:brushProperty name="height" value="0.05" units="cm"/>
      <inkml:brushProperty name="color" value="#FF0066"/>
    </inkml:brush>
  </inkml:definitions>
  <inkml:trace contextRef="#ctx0" brushRef="#br0">223 185 24575,'0'-2'0,"0"1"0,0-1 0,-1 1 0,1-1 0,0 1 0,-1-1 0,1 1 0,-1-1 0,0 1 0,1-1 0,-1 1 0,0 0 0,0 0 0,-1-2 0,1 2 0,1 1 0,0 0 0,-1-1 0,1 1 0,-1-1 0,1 1 0,-1 0 0,1 0 0,-1-1 0,1 1 0,-1 0 0,1 0 0,-1 0 0,1-1 0,-1 1 0,1 0 0,-1 0 0,1 0 0,-1 0 0,1 0 0,-1 0 0,0 0 0,1 0 0,-1 0 0,1 0 0,-1 1 0,1-1 0,-1 0 0,1 0 0,-1 0 0,1 1 0,-1-1 0,1 0 0,-1 1 0,1-1 0,0 0 0,-1 1 0,1-1 0,-1 0 0,1 1 0,0-1 0,-1 1 0,-8 11 0,1 0 0,0 1 0,-7 17 0,-4 6 0,-47 93 0,16-27 0,49-101 0,1 1 0,-1-1 0,0 1 0,1-1 0,-1 0 0,0 0 0,0 0 0,0 1 0,0-1 0,0 0 0,0 0 0,-2 1 0,3-2 0,-1 0 0,1 0 0,0-1 0,-1 1 0,1 0 0,0 0 0,0 0 0,-1 0 0,1-1 0,0 1 0,0 0 0,0 0 0,-1 0 0,1-1 0,0 1 0,0 0 0,0 0 0,0-1 0,0 1 0,-1 0 0,1-1 0,0 1 0,0 0 0,0 0 0,0-1 0,0 1 0,0 0 0,0-1 0,0 1 0,0 0 0,0-1 0,0 1 0,0 0 0,0-1 0,5-41 0,8-9 0,3 0 0,1 0 0,3 2 0,51-92 0,-64 129 0,0 2 0,1-1 0,0 1 0,1 0 0,0 1 0,0 0 0,1 0 0,0 1 0,13-8 0,-19 14 0,0 0 0,0 0 0,0 0 0,1 0 0,-1 1 0,1 0 0,-1 0 0,1 0 0,0 0 0,-1 1 0,1-1 0,0 1 0,-1 0 0,1 1 0,0-1 0,-1 1 0,1 0 0,0 0 0,-1 1 0,0-1 0,1 1 0,-1 0 0,0 0 0,0 0 0,0 1 0,0 0 0,0-1 0,4 6 0,0 0 0,0 0 0,-1 1 0,0 0 0,-1 0 0,0 0 0,0 1 0,-1 0 0,0 0 0,-1 1 0,0-1 0,0 1 0,1 13 0,3 14 0,-2 0 0,0 46 0,-4-52-341,-2 1 0,-2-1-1,-6 38 1,0-27-6485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2.848"/>
    </inkml:context>
    <inkml:brush xml:id="br0">
      <inkml:brushProperty name="width" value="0.05" units="cm"/>
      <inkml:brushProperty name="height" value="0.05" units="cm"/>
      <inkml:brushProperty name="color" value="#FF0066"/>
    </inkml:brush>
  </inkml:definitions>
  <inkml:trace contextRef="#ctx0" brushRef="#br0">1 255 24575,'0'-6'0,"0"-5"0,0-3 0,3-6 0,4-2 0,3 0 0,4 0 0,5 2 0,5 0 0,4 1 0,7 2 0,6 2 0,5 2 0,6-1 0,3 3 0,-7 3-8191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3.177"/>
    </inkml:context>
    <inkml:brush xml:id="br0">
      <inkml:brushProperty name="width" value="0.05" units="cm"/>
      <inkml:brushProperty name="height" value="0.05" units="cm"/>
      <inkml:brushProperty name="color" value="#FF0066"/>
    </inkml:brush>
  </inkml:definitions>
  <inkml:trace contextRef="#ctx0" brushRef="#br0">23 53 24575,'0'-11'0,"-1"8"0,1 0 0,0 1 0,0-1 0,0 0 0,0 0 0,1 0 0,-1 1 0,1-1 0,1-4 0,-2 7 0,0 0 0,0 0 0,0 0 0,0 0 0,0-1 0,0 1 0,0 0 0,1 0 0,-1 0 0,0 0 0,0 0 0,0 0 0,0 0 0,0 0 0,0 0 0,0 0 0,0 0 0,0 0 0,0-1 0,0 1 0,0 0 0,1 0 0,-1 0 0,0 0 0,0 0 0,0 0 0,0 0 0,0 0 0,0 0 0,0 0 0,0 0 0,0 0 0,1 0 0,-1 0 0,0 0 0,0 0 0,0 0 0,0 0 0,0 0 0,0 0 0,0 0 0,0 0 0,0 0 0,1 0 0,-1 1 0,0-1 0,0 0 0,0 0 0,0 0 0,0 0 0,0 0 0,0 0 0,0 0 0,0 0 0,0 0 0,0 0 0,0 0 0,0 1 0,0-1 0,1 0 0,-1 0 0,0 0 0,0 0 0,4 11 0,0 14 0,-4-4 0,0 0 0,-2 0 0,0 0 0,-2 0 0,0-1 0,-1 1 0,-2-1 0,-8 20 0,34-68 0,0 0 0,2 1 0,1 1 0,1 0 0,35-28 0,-47 46 0,1 0 0,0 0 0,0 1 0,0 1 0,1 0 0,0 1 0,19-5 0,-27 8 0,0 1 0,0 1 0,0-1 0,0 1 0,0 0 0,0 0 0,0 0 0,0 1 0,0 0 0,7 1 0,-9 0 0,0-1 0,1 0 0,-1 1 0,0 0 0,0 0 0,0 0 0,-1 0 0,1 0 0,0 1 0,-1-1 0,0 1 0,1-1 0,-1 1 0,0 0 0,0 0 0,2 4 0,0 3-227,-1-1-1,0 1 1,0-1-1,-1 1 1,2 17-1,0 13-6598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8.740"/>
    </inkml:context>
    <inkml:brush xml:id="br0">
      <inkml:brushProperty name="width" value="0.05" units="cm"/>
      <inkml:brushProperty name="height" value="0.05" units="cm"/>
      <inkml:brushProperty name="color" value="#FF0066"/>
    </inkml:brush>
  </inkml:definitions>
  <inkml:trace contextRef="#ctx0" brushRef="#br0">149 147 24575,'0'0'0,"0"-1"0,1 0 0,-1 1 0,0-1 0,0 1 0,0-1 0,0 0 0,-1 1 0,1-1 0,0 1 0,0-1 0,0 0 0,0 1 0,-1-1 0,1 1 0,0-1 0,0 1 0,-1-1 0,1 1 0,-1-2 0,-6 8 0,-6 21 0,-3 25 0,-12 69 0,9-35 0,19-85 0,0 0 0,0 0 0,0 0 0,0 0 0,-1 0 0,1 0 0,0-1 0,-1 1 0,1 0 0,0 0 0,-1 0 0,1-1 0,-1 1 0,1 0 0,-1-1 0,0 1 0,0 1 0,0-2 0,1-1 0,0 1 0,-1 0 0,1 0 0,-1 0 0,1 0 0,0 0 0,-1 0 0,1-1 0,0 1 0,0 0 0,-1 0 0,1-1 0,0 1 0,-1 0 0,1 0 0,0-1 0,0 1 0,0 0 0,-1-1 0,1 1 0,0 0 0,0-1 0,0 1 0,0 0 0,-1-1 0,-9-33 0,6 14 0,1-1 0,0 0 0,1 0 0,2 0 0,0 0 0,1 0 0,1 0 0,1 0 0,7-23 0,-7 35 0,-1 0 0,2 0 0,-1 1 0,1-1 0,0 1 0,1 0 0,0 0 0,0 1 0,1-1 0,0 1 0,0 1 0,1-1 0,0 1 0,0 0 0,0 0 0,1 1 0,-1 0 0,1 1 0,1-1 0,-1 1 0,1 1 0,-1 0 0,10-2 0,2 0 0,1 2 0,33-2 0,-46 4 0,0 1 0,1 0 0,-1 1 0,0 0 0,1 1 0,-1-1 0,0 1 0,0 1 0,9 3 0,-15-5 0,0 0 0,0 0 0,-1 0 0,1 0 0,0 1 0,-1-1 0,1 0 0,0 1 0,-1-1 0,0 1 0,1-1 0,-1 1 0,0 0 0,0 0 0,0-1 0,0 1 0,0 0 0,0 0 0,-1 0 0,2 4 0,-2-3 0,0 0 0,0 0 0,0 0 0,-1 0 0,1-1 0,-1 1 0,0 0 0,1 0 0,-1 0 0,-1 0 0,1-1 0,0 1 0,-2 2 0,-4 5 0,0-1 0,0 0 0,0-1 0,-1 0 0,-1 0 0,-12 9 0,-21 12 0,20-14 0,-29 24 0,50-38 0,1-1 0,-1 1 0,0 0 0,1-1 0,-1 1 0,1 0 0,-1-1 0,1 1 0,-1 0 0,1 0 0,-1-1 0,1 1 0,0 0 0,-1 0 0,1 0 0,0 0 0,0 0 0,0-1 0,0 1 0,0 0 0,0 0 0,0 0 0,0 0 0,0 0 0,0 0 0,0-1 0,0 1 0,0 0 0,1 0 0,-1 0 0,0 0 0,1-1 0,-1 1 0,1 0 0,-1 0 0,1-1 0,-1 1 0,1 0 0,0-1 0,-1 1 0,1 0 0,0-1 0,-1 1 0,1-1 0,0 1 0,1 0 0,5 3 0,0 0 0,0 0 0,16 5 0,-18-7 0,10 4 0,0 0 0,1 0 0,-1 1 0,20 12 0,-33-17 0,1 0 0,0-1 0,-1 1 0,1 0 0,-1 0 0,0 1 0,1-1 0,-1 0 0,0 1 0,-1-1 0,1 1 0,0 0 0,-1 0 0,1 0 0,-1-1 0,0 1 0,0 0 0,0 1 0,0-1 0,-1 0 0,1 0 0,-1 0 0,0 0 0,0 4 0,-1-4 0,0 0 0,0 0 0,0 0 0,0 0 0,-1 0 0,1-1 0,-1 1 0,0-1 0,0 1 0,0-1 0,0 0 0,0 1 0,-1-1 0,1 0 0,-1-1 0,1 1 0,-1 0 0,0-1 0,0 1 0,1-1 0,-7 2 0,-5 2 0,0-1 0,0 0 0,-18 2 0,-9-1-341,0-2 0,-1-1-1,-78-9 1,81 3-6485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9.128"/>
    </inkml:context>
    <inkml:brush xml:id="br0">
      <inkml:brushProperty name="width" value="0.05" units="cm"/>
      <inkml:brushProperty name="height" value="0.05" units="cm"/>
      <inkml:brushProperty name="color" value="#FF0066"/>
    </inkml:brush>
  </inkml:definitions>
  <inkml:trace contextRef="#ctx0" brushRef="#br0">207 25 24575,'1'-8'0,"-2"-9"0,-2 17 0,-4 9 0,-7 22 0,1 0 0,-14 45 0,5-11 0,14-43 27,-17 46-723,-48 93 0,58-135-6130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9.440"/>
    </inkml:context>
    <inkml:brush xml:id="br0">
      <inkml:brushProperty name="width" value="0.05" units="cm"/>
      <inkml:brushProperty name="height" value="0.05" units="cm"/>
      <inkml:brushProperty name="color" value="#FF0066"/>
    </inkml:brush>
  </inkml:definitions>
  <inkml:trace contextRef="#ctx0" brushRef="#br0">1 189 24575,'5'-8'0,"34"-47"0,-35 50 0,1 0 0,0 0 0,-1 0 0,2 1 0,-1 0 0,0 0 0,10-5 0,-14 8 0,-1 1 0,1 0 0,0-1 0,0 1 0,-1 0 0,1-1 0,0 1 0,0 0 0,-1 0 0,1 0 0,0 0 0,0 0 0,0 0 0,-1 0 0,1 0 0,0 0 0,0 0 0,0 0 0,-1 0 0,1 1 0,0-1 0,0 0 0,-1 1 0,1-1 0,0 0 0,0 1 0,-1-1 0,1 1 0,0-1 0,-1 1 0,1-1 0,-1 1 0,1-1 0,-1 1 0,1 0 0,-1-1 0,1 1 0,-1 0 0,0 0 0,1-1 0,-1 1 0,0 0 0,0 0 0,1 1 0,1 4 0,-1 2 0,0-1 0,0 0 0,0 9 0,0-4 0,1 14 0,2-1 0,1 1 0,11 34 0,-14-54 0,0 1 0,1 0 0,0-1 0,0 1 0,0-1 0,1 0 0,0 0 0,0 0 0,1-1 0,-1 0 0,1 0 0,1 0 0,-1 0 0,1-1 0,-1 1 0,1-2 0,10 6 0,-12-8 0,-1 1 0,1-2 0,0 1 0,0 0 0,-1-1 0,1 1 0,0-1 0,0 0 0,-1-1 0,1 1 0,0-1 0,0 1 0,-1-1 0,1 0 0,-1 0 0,1-1 0,-1 1 0,1-1 0,-1 0 0,0 1 0,1-2 0,-1 1 0,0 0 0,-1-1 0,1 1 0,0-1 0,2-3 0,5-6 0,0 0 0,-1-1 0,-1 0 0,0 0 0,7-19 0,16-42 0,31-111 0,-59 174-1365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29.812"/>
    </inkml:context>
    <inkml:brush xml:id="br0">
      <inkml:brushProperty name="width" value="0.05" units="cm"/>
      <inkml:brushProperty name="height" value="0.05" units="cm"/>
      <inkml:brushProperty name="color" value="#FF0066"/>
    </inkml:brush>
  </inkml:definitions>
  <inkml:trace contextRef="#ctx0" brushRef="#br0">0 59 24575,'0'-6'0,"0"1"0,0 0 0,0 0 0,1 0 0,-1 0 0,1 0 0,0 0 0,3-10 0,-1 13 0,0 8 0,0 8 0,-2 10 0,0-7 0,0-1 0,1 1 0,8 29 0,-9-44 0,-1 1 0,1 0 0,0 0 0,0-1 0,1 1 0,-1 0 0,0-1 0,1 0 0,0 1 0,-1-1 0,1 0 0,0 0 0,0 1 0,0-2 0,1 1 0,-1 0 0,0 0 0,1-1 0,-1 1 0,1-1 0,-1 0 0,1 0 0,0 0 0,-1 0 0,1 0 0,0 0 0,0-1 0,4 1 0,-4-1 0,1 0 0,0-1 0,-1 1 0,1-1 0,0 0 0,-1 0 0,1 0 0,-1 0 0,1-1 0,-1 1 0,0-1 0,0 0 0,1 0 0,-1 0 0,0 0 0,-1-1 0,1 1 0,4-6 0,2-3 0,0-1 0,-1-1 0,10-20 0,-13 22 0,0 1 0,1 0 0,0 0 0,14-14 0,-20 24 0,0-1 0,0 1 0,0 0 0,0 0 0,1-1 0,-1 1 0,0 0 0,0 0 0,0 0 0,1-1 0,-1 1 0,0 0 0,0 0 0,1 0 0,-1 0 0,0 0 0,1 0 0,-1-1 0,0 1 0,0 0 0,1 0 0,-1 0 0,0 0 0,1 0 0,-1 0 0,0 0 0,0 0 0,1 0 0,-1 0 0,0 1 0,1-1 0,-1 0 0,0 0 0,4 10 0,-4 17 0,-29 157 0,13-103 0,-23 121-1365,19-109-5461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0.479"/>
    </inkml:context>
    <inkml:brush xml:id="br0">
      <inkml:brushProperty name="width" value="0.05" units="cm"/>
      <inkml:brushProperty name="height" value="0.05" units="cm"/>
      <inkml:brushProperty name="color" value="#FF0066"/>
    </inkml:brush>
  </inkml:definitions>
  <inkml:trace contextRef="#ctx0" brushRef="#br0">343 232 24575,'11'-7'0,"0"-1"0,-1 0 0,0 0 0,15-17 0,-9 10 0,-6 5 0,0-1 0,-1 0 0,11-16 0,-17 22 0,0 1 0,0-1 0,-1 0 0,0 0 0,0 0 0,0 0 0,-1 0 0,1 0 0,-1 0 0,0 0 0,-1-1 0,1-5 0,-1 9 0,-1 1 0,1-1 0,-1 1 0,1 0 0,-1-1 0,1 1 0,-1 0 0,0-1 0,0 1 0,1 0 0,-1 0 0,0 0 0,0 0 0,0 0 0,-1 0 0,1 0 0,0 0 0,0 0 0,0 0 0,-1 1 0,1-1 0,0 0 0,-1 1 0,1-1 0,0 1 0,-1 0 0,1-1 0,-1 1 0,-1 0 0,-5-1 0,0 0 0,-1 0 0,-14 2 0,6 1 0,1 0 0,0 2 0,0 0 0,0 1 0,1 0 0,0 1 0,0 1 0,0 0 0,0 1 0,1 1 0,1 0 0,0 1 0,0 0 0,1 1 0,0 1 0,1 0 0,-17 22 0,24-28 0,1-1 0,0 1 0,0 0 0,1-1 0,0 1 0,0 1 0,0-1 0,0 0 0,1 0 0,0 1 0,0-1 0,1 0 0,0 1 0,0-1 0,1 1 0,-1-1 0,1 0 0,1 1 0,-1-1 0,1 0 0,5 11 0,-1-6 0,0 0 0,1 0 0,0 0 0,1-1 0,0 0 0,1 0 0,0-1 0,0-1 0,21 16 0,8-1 0,-28-18 0,-1 1 0,0 0 0,0 0 0,-1 1 0,0 0 0,10 10 0,-17-16 0,-1 0 0,1 0 0,0 0 0,-1 0 0,1 0 0,0 0 0,-1 1 0,1-1 0,-1 0 0,0 0 0,1 0 0,-1 0 0,0 1 0,0-1 0,0 0 0,0 0 0,0 0 0,0 1 0,0-1 0,0 0 0,-1 3 0,0-2 0,0 0 0,0 0 0,-1 0 0,1 0 0,0-1 0,-1 1 0,1 0 0,-1 0 0,1-1 0,-1 1 0,-2 0 0,-6 5 0,0-1 0,-1 0 0,-18 6 0,21-8 0,-12 5 0,0-1 0,-1-1 0,0-1 0,-1 0 0,1-2 0,-1-1 0,0 0 0,-24-1 0,19-6-1365,9-3-5461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0.855"/>
    </inkml:context>
    <inkml:brush xml:id="br0">
      <inkml:brushProperty name="width" value="0.05" units="cm"/>
      <inkml:brushProperty name="height" value="0.05" units="cm"/>
      <inkml:brushProperty name="color" value="#FF0066"/>
    </inkml:brush>
  </inkml:definitions>
  <inkml:trace contextRef="#ctx0" brushRef="#br0">0 213 24575,'36'-21'0,"-24"14"0,0 0 0,18-8 0,-29 15 0,-1 0 0,1 0 0,-1 0 0,1 0 0,-1 0 0,1 0 0,-1 0 0,1 0 0,0 0 0,-1 0 0,1 0 0,-1 0 0,1 0 0,-1 0 0,1 0 0,-1 1 0,1-1 0,-1 0 0,1 0 0,-1 1 0,1-1 0,-1 0 0,1 1 0,-1-1 0,0 1 0,1-1 0,-1 0 0,1 1 0,-1-1 0,0 1 0,0-1 0,1 1 0,-1-1 0,0 1 0,0-1 0,0 1 0,1-1 0,-1 1 0,0-1 0,0 1 0,0 0 0,0-1 0,0 1 0,2 31 0,-2-27 0,-4 375 0,-1-392 0,-1-14 0,3-7 0,2 0 0,1-1 0,1 1 0,2 0 0,2 0 0,9-36 0,-8 46 0,1 0 0,0 1 0,2 0 0,1 0 0,1 1 0,0 0 0,2 1 0,0 0 0,22-23 0,-31 38 0,1 0 0,0 0 0,0 1 0,0 0 0,0 0 0,1 1 0,0-1 0,-1 1 0,1 1 0,1-1 0,7-2 0,-9 4 0,0 0 0,-1 1 0,1-1 0,0 1 0,0 0 0,-1 0 0,1 1 0,0 0 0,-1-1 0,1 2 0,-1-1 0,1 0 0,-1 1 0,0 0 0,1 0 0,5 4 0,11 9-1365,-2 0-5461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30.997"/>
    </inkml:context>
    <inkml:brush xml:id="br0">
      <inkml:brushProperty name="width" value="0.05" units="cm"/>
      <inkml:brushProperty name="height" value="0.05" units="cm"/>
      <inkml:brushProperty name="color" value="#FF0066"/>
    </inkml:brush>
  </inkml:definitions>
  <inkml:trace contextRef="#ctx0" brushRef="#br0">71 1 24575,'-6'0'0,"-8"3"0,-5 1 0,2 2 0,6 1 0,8-1 0,10-2 0,10-1 0,8-1 0,9-1 0,7-4 0,9-1 0,1 0 0,-7 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8.765"/>
    </inkml:context>
    <inkml:brush xml:id="br0">
      <inkml:brushProperty name="width" value="0.05" units="cm"/>
      <inkml:brushProperty name="height" value="0.05" units="cm"/>
      <inkml:brushProperty name="color" value="#FF0066"/>
    </inkml:brush>
  </inkml:definitions>
  <inkml:trace contextRef="#ctx0" brushRef="#br0">0 323 24575,'2'0'0,"-1"0"0,1 1 0,-1-1 0,1 1 0,-1 0 0,0-1 0,1 1 0,-1 0 0,0 0 0,1 0 0,-1 0 0,0 0 0,0 0 0,0 0 0,0 0 0,0 1 0,0-1 0,0 0 0,0 1 0,-1-1 0,1 0 0,0 1 0,0 2 0,12 37 0,-12-37 0,25 98 0,-26-100 0,0-1 0,0 0 0,0 0 0,0-1 0,1 1 0,-1 0 0,0 0 0,1 0 0,-1 0 0,1 0 0,-1 0 0,1 0 0,-1 0 0,1-1 0,0 1 0,-1 0 0,1 0 0,0-1 0,-1 1 0,1 0 0,0-1 0,0 1 0,0-1 0,0 1 0,0-1 0,0 0 0,0 1 0,0-1 0,0 0 0,-1 1 0,1-1 0,0 0 0,0 0 0,1 0 0,-1 0 0,0 0 0,0 0 0,0 0 0,0-1 0,0 1 0,-1 0 0,1 0 0,0-1 0,0 1 0,0-1 0,0 1 0,0-1 0,0 1 0,0-1 0,-1 1 0,2-2 0,8-5 0,-1 0 0,0-1 0,14-14 0,-12 11 0,87-81 0,5 5 0,3 4 0,145-85 0,-241 162 77,-7 4-173,0-1 0,0 1-1,1 0 1,-1 0 0,1 0 0,-1 1 0,1-1 0,0 1 0,-1 0 0,1 0-1,0 0 1,0 1 0,0-1 0,6 1 0,-2 4-6730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59.734"/>
    </inkml:context>
    <inkml:brush xml:id="br0">
      <inkml:brushProperty name="width" value="0.05" units="cm"/>
      <inkml:brushProperty name="height" value="0.05" units="cm"/>
      <inkml:brushProperty name="color" value="#FF0066"/>
    </inkml:brush>
  </inkml:definitions>
  <inkml:trace contextRef="#ctx0" brushRef="#br0">0 352 24575,'2'-13'0,"3"17"0,4 20 0,-6 9 0,-2-21 0,0 1 0,1 0 0,0 0 0,1-1 0,0 1 0,1-1 0,7 15 0,-11-26 0,0-1 0,1 1 0,-1 0 0,0-1 0,1 1 0,-1-1 0,1 1 0,-1-1 0,1 1 0,-1-1 0,1 1 0,0-1 0,-1 1 0,1-1 0,-1 0 0,1 1 0,0-1 0,-1 0 0,1 1 0,0-1 0,0 0 0,-1 0 0,1 0 0,0 0 0,0 0 0,-1 0 0,1 0 0,0 0 0,-1 0 0,1 0 0,0 0 0,0 0 0,-1-1 0,1 1 0,0 0 0,-1 0 0,1-1 0,0 1 0,-1 0 0,1-1 0,-1 1 0,1-1 0,0 1 0,0-2 0,27-27 0,-23 24 0,70-79 0,4 4 0,3 3 0,4 4 0,123-81 0,-208 154 5,2-2-142,-1 0 0,1 0 0,0 0 0,0 1 0,0-1 0,1 1 0,-1 0 0,0 0 0,5-1 0,0 3-6689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24.254"/>
    </inkml:context>
    <inkml:brush xml:id="br0">
      <inkml:brushProperty name="width" value="0.05" units="cm"/>
      <inkml:brushProperty name="height" value="0.05" units="cm"/>
      <inkml:brushProperty name="color" value="#FF0066"/>
    </inkml:brush>
  </inkml:definitions>
  <inkml:trace contextRef="#ctx0" brushRef="#br0">423 1276 24575,'-36'0'0,"13"0"0,45 0 0,556-27-980,-370 14 463,1593-63-6088,8 37 2633,-41 1 2882,-5-34 3002,-1680 67-1793,280-26 4073,-324 22-2043,-39 9-2087,1 0-1,-1 0 1,1 0 0,-1 0 0,1 0-1,-1-1 1,1 1 0,-1 0 0,1 0-1,-1 0 1,1-1 0,-1 1 0,1 0-1,-1 0 1,0-1 0,1 1-1,-1 0 1,1-1 0,-1 1 0,0-1-1,1 1 1,-1 0 0,0-1 0,0 1-1,1-1 1,-1 1 0,0-1-1,1 0 1,-13-5 1327,-24 0-6,19 5-1259,6 1-97,0-1 0,1 0 0,-1 0 0,0-1 0,-11-4 0,20 5-29,0 0 0,-1 0 0,1 0 0,0 0 0,0-1 0,0 1 0,0-1-1,0 1 1,0-1 0,0 0 0,0 0 0,0 0 0,1 0 0,-1 0 0,1 0 0,0 0 0,-1 0 0,1 0 0,0-1 0,0 1 0,1-1 0,-1 1-1,0-1 1,1 1 0,0-1 0,-1-4 0,-3-40 2,-15-64 0,11 70 0,1-1 0,-1-54 0,11 35 0,3 0 0,21-99 0,6-42 0,-33 199 0,1 1 0,-1-1 0,0 1 0,0 0 0,0-1 0,0 1 0,-1-1 0,1 1 0,-1-1 0,1 1 0,-1 0 0,0-1 0,0 1 0,-2-4 0,2 5 0,-1-1 0,1 1 0,-1-1 0,0 1 0,0 0 0,1 0 0,-1 0 0,0 0 0,0 0 0,0 1 0,0-1 0,0 1 0,0-1 0,0 1 0,0-1 0,0 1 0,0 0 0,-3 0 0,-48-1 0,-71 9 0,30-1 0,-1734 22-3888,572-18 967,-788 60 228,505-14 1523,363-41 1630,1126-17 374,-135-4 31,151 3-223,0-3 0,0 0 0,-39-13-1,68 16-420,0 1-1,0-1 0,0-1 0,0 1 0,1-1 0,-1 0 0,1 0 0,-1 0 0,-5-7 0,9 9-134,0 0-1,0 1 1,1-1 0,-1 0-1,1 0 1,-1 0-1,0 0 1,1 0 0,0-1-1,-1 1 1,1 0-1,0 0 1,-1 0 0,1 0-1,0 0 1,0-1-1,0 1 1,0 0-1,0-1 1,1 0-12,-1 1 0,1-1 0,0 1-1,0-1 1,-1 1 0,1 0 0,0-1 0,0 1-1,0 0 1,1 0 0,-1 0 0,0 0 0,0 0-1,1 0 1,-1 0 0,0 0 0,3-1 0,0 0 8,1 0 0,-1 1 1,0 0-1,1-1 1,-1 1-1,1 1 1,-1-1-1,10 1 1,-13 0-87,0 0 1,0 0 0,0 0-1,-1 0 1,1 0 0,0 0 0,0 1-1,0-1 1,0 0 0,0 1-1,0-1 1,0 0 0,0 1 0,-1 0-1,1-1 1,0 1 0,0-1-1,1 2 1,-2-1 4,0 0 0,1 0 0,-1 0 0,0 0 1,0 0-1,1 0 0,-1 0 0,0 1 0,0-1 0,0 0 0,-1 0 0,1 0 0,0 0 0,0 0 0,0 0 1,-1 0-1,1 0 0,0 0 0,-1 0 0,1-1 0,-1 1 0,0 1 0,-35 55-1,27-45 0,1 1 0,0 0 0,1 0 0,0 0 0,-9 29 0,10-10 0,1 0 0,2 1 0,1-1 0,5 60 0,-1-20 0,-1 52 0,6 0 0,33 185 0,-36-288 0,-1-4 0,0 1 0,1-1 0,1 0 0,1-1 0,1 1 0,11 21 0,-16-36 0,0 1 0,1 0 0,-1-1 0,1 0 0,-1 0 0,1 0 0,0 0 0,0 0 0,0 0 0,0-1 0,0 1 0,0-1 0,1 0 0,-1 0 0,0 0 0,1-1 0,-1 1 0,0-1 0,1 0 0,3 0 0,9 0 0,0-1 0,-1-1 0,17-3 0,-15 2 0,186-30-1365,-132 23-5461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25.535"/>
    </inkml:context>
    <inkml:brush xml:id="br0">
      <inkml:brushProperty name="width" value="0.05" units="cm"/>
      <inkml:brushProperty name="height" value="0.05" units="cm"/>
      <inkml:brushProperty name="color" value="#FF0066"/>
    </inkml:brush>
  </inkml:definitions>
  <inkml:trace contextRef="#ctx0" brushRef="#br0">51 308 24575,'-11'-1'0,"10"1"0,1-1 0,-1 1 0,1 0 0,0 0 0,-1 0 0,1-1 0,-1 1 0,1 0 0,0 0 0,-1 0 0,1 0 0,-1 0 0,1 0 0,0 0 0,-1 0 0,1 0 0,-1 0 0,1 0 0,-1 0 0,1 0 0,0 0 0,-1 0 0,1 0 0,-1 1 0,1-1 0,0 0 0,-1 0 0,1 1 0,0-1 0,-1 0 0,1 0 0,0 1 0,-1-1 0,1 0 0,0 1 0,-1-1 0,1 0 0,0 1 0,0-1 0,0 0 0,-1 1 0,1-1 0,0 1 0,0-1 0,0 0 0,0 1 0,0-1 0,0 1 0,0-1 0,0 1 0,0-1 0,0 0 0,0 1 0,0-1 0,0 1 0,0-1 0,0 1 0,0-1 0,5 46 0,-3-1 0,-2 0 0,-2 0 0,-14 88 0,12-118 0,2-6 0,0-1 0,0 1 0,1-1 0,0 1 0,1 15 0,0-22 0,0 0 0,1 0 0,-1 0 0,1 0 0,0 0 0,-1 0 0,1-1 0,0 1 0,0 0 0,0 0 0,0 0 0,0-1 0,1 1 0,-1-1 0,0 1 0,1-1 0,-1 1 0,1-1 0,0 0 0,-1 0 0,1 0 0,0 0 0,0 0 0,0 0 0,0 0 0,-1 0 0,1-1 0,0 1 0,4 0 0,23 3 0,0-1 0,1-2 0,44-3 0,-41 1 0,435-22-577,-9 0 22,2246 13-6645,-1308 35 6984,704 16-183,-2007-39 276,259-1 2726,-333-1-1781,-12 0-482,0 0-1,-1 0 0,1-1 0,0 0 1,0 0-1,0-1 0,-1 1 0,1-2 0,-1 1 1,14-8-1,-19 8-270,0 0-1,0-1 1,0 1 0,0-1-1,-1 1 1,0-1 0,1 1-1,-1-1 1,0 0 0,0 0-1,0 0 1,-1 1 0,1-1 0,-1 0-1,1 0 1,-1 0 0,0-4-1,-3-54 605,2 57-669,-5-39-4,4 28 0,0 0 0,0 0 0,1-1 0,3-27 0,29-102 0,-4 21 0,-23 104 0,-2-1 0,-1 0 0,0 1 0,-3-22 0,2 40 0,0 1 0,0-1 0,-1 1 0,1-1 0,-1 1 0,1-1 0,-1 1 0,1-1 0,-1 1 0,0-1 0,0 1 0,0 0 0,0-1 0,0 1 0,0 0 0,0 0 0,0 0 0,0 0 0,0 0 0,-1 0 0,1 0 0,-1 0 0,1 0 0,0 1 0,-1-1 0,1 1 0,-3-1 0,-4-1 0,1 1 0,-1 0 0,0 0 0,-12 1 0,-4-1 0,-510-30 17,299 20-200,-1406-4-4653,-1 107 2016,1521-82 2813,-1003 73 25,1-32-146,1090-50-20,-354 2-51,6-27 570,309 13-647</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0.460"/>
    </inkml:context>
    <inkml:brush xml:id="br0">
      <inkml:brushProperty name="width" value="0.05" units="cm"/>
      <inkml:brushProperty name="height" value="0.05" units="cm"/>
      <inkml:brushProperty name="color" value="#FF0066"/>
    </inkml:brush>
  </inkml:definitions>
  <inkml:trace contextRef="#ctx0" brushRef="#br0">0 15 24575,'0'-3'0,"0"-4"0,0 2 0,3 6 0,4 4 0,0 8 0,3 8 0,2 5 0,-1 6 0,1 5 0,-2 2 0,-2 4 0,-3 1 0,-2 1 0,-2-1 0,-1-8-8191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0.637"/>
    </inkml:context>
    <inkml:brush xml:id="br0">
      <inkml:brushProperty name="width" value="0.05" units="cm"/>
      <inkml:brushProperty name="height" value="0.05" units="cm"/>
      <inkml:brushProperty name="color" value="#FF0066"/>
    </inkml:brush>
  </inkml:definitions>
  <inkml:trace contextRef="#ctx0" brushRef="#br0">11 145 24575,'-3'-3'0,"-1"-4"0,0-4 0,4-2 0,8-3 0,8 2 0,11 0 0,9 2 0,10 1 0,10 2 0,7 0 0,4 0 0,0 0 0,-12 1-8191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0.821"/>
    </inkml:context>
    <inkml:brush xml:id="br0">
      <inkml:brushProperty name="width" value="0.05" units="cm"/>
      <inkml:brushProperty name="height" value="0.05" units="cm"/>
      <inkml:brushProperty name="color" value="#FF0066"/>
    </inkml:brush>
  </inkml:definitions>
  <inkml:trace contextRef="#ctx0" brushRef="#br0">38 194 24575,'-3'-3'0,"-7"-7"0,-1-8 0,0-3 0,9-5 0,10 0 0,10 1 0,13 4 0,11 4 0,7 4 0,4 5 0,2 3 0,0 6 0,0 5 0,-4 5 0,-10 1-8191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1.064"/>
    </inkml:context>
    <inkml:brush xml:id="br0">
      <inkml:brushProperty name="width" value="0.05" units="cm"/>
      <inkml:brushProperty name="height" value="0.05" units="cm"/>
      <inkml:brushProperty name="color" value="#FF0066"/>
    </inkml:brush>
  </inkml:definitions>
  <inkml:trace contextRef="#ctx0" brushRef="#br0">240 67 24575,'3'-2'0,"-1"0"0,0 0 0,0-1 0,-1 1 0,1-1 0,0 1 0,-1-1 0,0 0 0,0 1 0,1-1 0,-2 0 0,1 0 0,1-6 0,-2 8 0,0 0 0,0 0 0,0 0 0,-1 0 0,1 0 0,0 0 0,0 0 0,-1 0 0,1 0 0,-1 0 0,1 0 0,-1 0 0,1 0 0,-1 0 0,0 1 0,1-1 0,-1 0 0,0 0 0,0 1 0,1-1 0,-1 0 0,0 1 0,0-1 0,0 1 0,0-1 0,0 1 0,0-1 0,0 1 0,0 0 0,0-1 0,0 1 0,0 0 0,0 0 0,0 0 0,0 0 0,0 0 0,0 0 0,0 0 0,-1 0 0,0 0 0,-11 1 0,1 0 0,-1 1 0,1 0 0,0 1 0,-1 0 0,1 1 0,0 1 0,-20 10 0,24-11 0,1 0 0,0 0 0,0 1 0,0 0 0,0 1 0,1 0 0,0 0 0,0 0 0,1 0 0,0 1 0,0 0 0,0 0 0,1 0 0,-4 10 0,6-13 0,1-1 0,0 1 0,0 0 0,1 0 0,-1 0 0,1 0 0,-1 0 0,1 0 0,1 0 0,-1 0 0,0 0 0,1-1 0,0 1 0,0 0 0,0 0 0,2 4 0,0-2 0,0-1 0,1 1 0,-1 0 0,1-1 0,1 0 0,-1 0 0,1 0 0,9 8 0,0-3 0,0-1 0,0 0 0,1-1 0,0 0 0,1-2 0,28 10 0,11-4-1365,-5-4-5461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2.152"/>
    </inkml:context>
    <inkml:brush xml:id="br0">
      <inkml:brushProperty name="width" value="0.05" units="cm"/>
      <inkml:brushProperty name="height" value="0.05" units="cm"/>
      <inkml:brushProperty name="color" value="#FF0066"/>
    </inkml:brush>
  </inkml:definitions>
  <inkml:trace contextRef="#ctx0" brushRef="#br0">45 61 24575,'1'-9'0,"0"0"0,1 0 0,0 0 0,6-15 0,-5 69 0,-40 277 64,19-203-1493,11-68-5397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2.375"/>
    </inkml:context>
    <inkml:brush xml:id="br0">
      <inkml:brushProperty name="width" value="0.05" units="cm"/>
      <inkml:brushProperty name="height" value="0.05" units="cm"/>
      <inkml:brushProperty name="color" value="#FF0066"/>
    </inkml:brush>
  </inkml:definitions>
  <inkml:trace contextRef="#ctx0" brushRef="#br0">22 161 24575,'-3'-3'0,"-4"-4"0,0-3 0,3-4 0,12-2 0,12-1 0,16 3 0,13-1 0,11 1 0,8-1 0,6 2 0,-1 1 0,-13 2-8191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2.542"/>
    </inkml:context>
    <inkml:brush xml:id="br0">
      <inkml:brushProperty name="width" value="0.05" units="cm"/>
      <inkml:brushProperty name="height" value="0.05" units="cm"/>
      <inkml:brushProperty name="color" value="#FF0066"/>
    </inkml:brush>
  </inkml:definitions>
  <inkml:trace contextRef="#ctx0" brushRef="#br0">0 210 24575,'0'-9'0,"3"-9"0,4-6 0,4-7 0,6 1 0,6 1 0,4 3 0,8 6 0,6 7 0,5 5 0,3 6 0,-6 5-8191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2.843"/>
    </inkml:context>
    <inkml:brush xml:id="br0">
      <inkml:brushProperty name="width" value="0.05" units="cm"/>
      <inkml:brushProperty name="height" value="0.05" units="cm"/>
      <inkml:brushProperty name="color" value="#FF0066"/>
    </inkml:brush>
  </inkml:definitions>
  <inkml:trace contextRef="#ctx0" brushRef="#br0">450 121 24575,'-1'-7'0,"-1"1"0,1 0 0,-1-1 0,0 1 0,-1 0 0,0 0 0,0 0 0,0 1 0,0-1 0,-1 1 0,-6-7 0,7 8 0,-1 1 0,1-1 0,-1 1 0,0-1 0,0 1 0,0 1 0,0-1 0,-1 0 0,1 1 0,-1 0 0,1 0 0,-1 0 0,-6-1 0,3 2 0,1 0 0,-1 0 0,0 1 0,1 0 0,-1 0 0,0 1 0,1 0 0,-9 2 0,-1 2 0,0 0 0,1 1 0,-1 1 0,1 1 0,1 0 0,-28 20 0,31-20 0,0 1 0,1 1 0,1 0 0,0 1 0,0 0 0,1 0 0,0 1 0,1 0 0,0 0 0,-10 24 0,16-29 0,-1-1 0,1 1 0,0 0 0,1 0 0,0 0 0,0 0 0,0 0 0,1 0 0,0 0 0,0 0 0,1 0 0,0 0 0,0 0 0,1-1 0,0 1 0,0 0 0,0-1 0,1 1 0,0-1 0,0 0 0,1 0 0,-1 0 0,1 0 0,7 7 0,-2-4 43,0 0 0,1 0-1,0-1 1,1 0 0,0 0-1,0-2 1,21 11 0,-10-8-470,0-1 0,0-1 1,33 6-1,-12-6-6399</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3.136"/>
    </inkml:context>
    <inkml:brush xml:id="br0">
      <inkml:brushProperty name="width" value="0.05" units="cm"/>
      <inkml:brushProperty name="height" value="0.05" units="cm"/>
      <inkml:brushProperty name="color" value="#FF0066"/>
    </inkml:brush>
  </inkml:definitions>
  <inkml:trace contextRef="#ctx0" brushRef="#br0">19 77 24575,'3'-3'0,"1"-7"0,2-5 0,1-3 0,-1 0 0,-1 7 0,-2 10 0,-2 13 0,-3 11 0,-2 13 0,-3 9 0,-3 9 0,0 4 0,2 2 0,1-2 0,4-3 0,0-13-8191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3.482"/>
    </inkml:context>
    <inkml:brush xml:id="br0">
      <inkml:brushProperty name="width" value="0.05" units="cm"/>
      <inkml:brushProperty name="height" value="0.05" units="cm"/>
      <inkml:brushProperty name="color" value="#FF0066"/>
    </inkml:brush>
  </inkml:definitions>
  <inkml:trace contextRef="#ctx0" brushRef="#br0">11 389 24575,'-2'-6'0,"0"0"0,0 0 0,1-1 0,-1 1 0,1 0 0,0-8 0,1 12 0,1 1 0,-1-1 0,0 1 0,0-1 0,1 1 0,-1-1 0,0 1 0,1 0 0,0-1 0,-1 1 0,1 0 0,0-1 0,-1 1 0,1 0 0,0 0 0,0-1 0,0 1 0,0 0 0,0 0 0,1 0 0,-1 0 0,0 0 0,0 1 0,1-1 0,-1 0 0,0 1 0,1-1 0,-1 1 0,1-1 0,-1 1 0,4-1 0,21-3 0,1 2 0,35 0 0,13 0 0,-27-3 0,56-13 0,-81 12 0,-1 0 0,0-1 0,0-2 0,33-17 0,-50 23 0,1 0 0,-1-1 0,-1 0 0,1 1 0,0-2 0,-1 1 0,0 0 0,0-1 0,0 0 0,-1 0 0,1 0 0,-1 0 0,0-1 0,-1 1 0,4-11 0,-3 6 0,-1 0 0,-1-1 0,0 1 0,0 0 0,-1-1 0,0 1 0,0 0 0,-4-16 0,4 24 0,-1 0 0,1-1 0,-1 1 0,0 0 0,0 0 0,0-1 0,0 1 0,-2-2 0,-4 0 0,-1 14 0,2 6 0,0 0 0,1 0 0,1 0 0,1 0 0,-2 27 0,1 84 0,7-88-1365,0-6-5461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3.628"/>
    </inkml:context>
    <inkml:brush xml:id="br0">
      <inkml:brushProperty name="width" value="0.05" units="cm"/>
      <inkml:brushProperty name="height" value="0.05" units="cm"/>
      <inkml:brushProperty name="color" value="#FF0066"/>
    </inkml:brush>
  </inkml:definitions>
  <inkml:trace contextRef="#ctx0" brushRef="#br0">1 23 24575,'3'-6'0,"3"-5"0,2 6 0,-1 6 0,-2 9 0,-2 12 0,-1 8 0,-4 7 0,-1 4 0,-1 4 0,-2-3 0,0-3 0,0-7-8191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3.878"/>
    </inkml:context>
    <inkml:brush xml:id="br0">
      <inkml:brushProperty name="width" value="0.05" units="cm"/>
      <inkml:brushProperty name="height" value="0.05" units="cm"/>
      <inkml:brushProperty name="color" value="#FF0066"/>
    </inkml:brush>
  </inkml:definitions>
  <inkml:trace contextRef="#ctx0" brushRef="#br0">1 280 24575,'0'-17'0,"1"0"0,0 0 0,2 0 0,0 0 0,1 0 0,0 1 0,1 0 0,1 0 0,12-22 0,-15 31 0,1 1 0,0 0 0,0 0 0,0 1 0,1-1 0,0 1 0,0 0 0,0 0 0,1 0 0,0 1 0,-1 0 0,1 0 0,1 1 0,-1-1 0,1 1 0,-1 1 0,1-1 0,0 1 0,0 0 0,0 1 0,0-1 0,0 2 0,0-1 0,13 1 0,-9 1 0,1 1 0,-1 1 0,0 0 0,0 0 0,-1 1 0,1 0 0,-1 1 0,1 1 0,-2-1 0,1 1 0,-1 1 0,0 0 0,0 0 0,14 15 0,-15-13 0,0-1 0,-1 1 0,0 1 0,0-1 0,-1 1 0,-1 0 0,1 1 0,-1-1 0,-1 1 0,0 0 0,-1 0 0,0 1 0,-1-1 0,2 17 0,-4-21 12,0-1 1,0 1-1,-1 0 0,0-1 0,0 1 0,-1-1 1,0 0-1,0 1 0,0-1 0,-1 0 0,0 0 1,0 0-1,-7 9 0,3-7 7,0-1 0,0 0 0,0 0 0,-1 0 0,0-1 0,0 0 0,-1 0 0,-10 5 0,-4-1-263,0-1 0,-1 0 0,0-2 0,0-1 1,-1-1-1,-34 3 0,7-4-6582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4.206"/>
    </inkml:context>
    <inkml:brush xml:id="br0">
      <inkml:brushProperty name="width" value="0.05" units="cm"/>
      <inkml:brushProperty name="height" value="0.05" units="cm"/>
      <inkml:brushProperty name="color" value="#FF0066"/>
    </inkml:brush>
  </inkml:definitions>
  <inkml:trace contextRef="#ctx0" brushRef="#br0">0 281 24575,'2'-1'0,"0"1"0,0 0 0,0 0 0,0 1 0,0-1 0,0 0 0,0 1 0,0-1 0,-1 1 0,1-1 0,0 1 0,0 0 0,0 0 0,-1 0 0,1 0 0,-1 0 0,1 0 0,-1 1 0,1-1 0,-1 0 0,3 4 0,-2-2 0,0 1 0,-1 0 0,1 0 0,-1 0 0,0 0 0,0 1 0,0-1 0,-1 0 0,1 6 0,1 201 0,-5-105 0,4-100 0,-1-4 0,0 0 0,0 0 0,1 1 0,-1-1 0,-1 0 0,1 0 0,0 1 0,0-1 0,-1 0 0,0 0 0,1 0 0,-1 0 0,0 0 0,0 0 0,-2 4 0,3-6 0,-1 0 0,1 0 0,-1 0 0,1 0 0,-1 0 0,1 0 0,-1 0 0,1 0 0,-1 0 0,1 0 0,0-1 0,-1 1 0,1 0 0,-1 0 0,1 0 0,0-1 0,-1 1 0,1 0 0,-1 0 0,1-1 0,0 1 0,-1 0 0,1-1 0,0 1 0,0 0 0,-1-1 0,1 1 0,0-1 0,0 1 0,-1 0 0,1-1 0,0 1 0,0-1 0,0 1 0,0-1 0,0 1 0,0 0 0,0-2 0,-7-19 0,3-6 0,1-1 0,1 1 0,1-1 0,2 0 0,0 0 0,2 0 0,1 1 0,14-51 0,-9 49 0,2-1 0,1 1 0,0 1 0,3 0 0,0 1 0,1 1 0,35-42 0,-40 56 38,0 1 0,0 0 0,2 1 0,-1 0 0,1 1 0,1 0 0,-1 1 0,24-10 0,-30 16-73,-1-1 1,1 2 0,-1-1 0,1 1 0,0-1 0,-1 2 0,1-1 0,0 1-1,13 1 1,-16 0-46,0 0 0,1 0-1,-1 1 1,0-1 0,1 1-1,-1 0 1,0 0 0,0 1-1,-1-1 1,1 1 0,0-1 0,-1 1-1,0 1 1,1-1 0,-1 0-1,2 4 1,12 19-6746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4.373"/>
    </inkml:context>
    <inkml:brush xml:id="br0">
      <inkml:brushProperty name="width" value="0.05" units="cm"/>
      <inkml:brushProperty name="height" value="0.05" units="cm"/>
      <inkml:brushProperty name="color" value="#FF0066"/>
    </inkml:brush>
  </inkml:definitions>
  <inkml:trace contextRef="#ctx0" brushRef="#br0">19 9 24575,'-6'0'0,"-2"3"0,3 1 0,6 0 0,8-1 0,9-1 0,10-1 0,9-3 0,10-2 0,7-2 0,4-2 0,-6 2-8191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4.690"/>
    </inkml:context>
    <inkml:brush xml:id="br0">
      <inkml:brushProperty name="width" value="0.05" units="cm"/>
      <inkml:brushProperty name="height" value="0.05" units="cm"/>
      <inkml:brushProperty name="color" value="#FF0066"/>
    </inkml:brush>
  </inkml:definitions>
  <inkml:trace contextRef="#ctx0" brushRef="#br0">154 1 24575,'-2'5'0,"-1"1"0,0-1 0,0 0 0,0 0 0,-1 0 0,-6 7 0,-3 5 0,12-14 0,-24 30 0,-26 51 0,45-73 0,1-1 0,0 2 0,1-1 0,0 0 0,1 1 0,0-1 0,1 1 0,0 0 0,0 19 0,2-27 12,0 1 1,1-1-1,0 1 0,0-1 0,0 0 0,0 1 1,1-1-1,-1 0 0,1 0 0,0 0 0,0 0 1,1 0-1,-1-1 0,1 1 0,0 0 0,0-1 0,0 0 1,0 0-1,0 0 0,1 0 0,0-1 0,-1 1 1,1-1-1,0 0 0,0 0 0,0 0 0,5 1 1,5 1-257,0 0 0,0-1 0,1-1 0,-1 0 1,1-1-1,27-1 0,14-4-6582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5.447"/>
    </inkml:context>
    <inkml:brush xml:id="br0">
      <inkml:brushProperty name="width" value="0.05" units="cm"/>
      <inkml:brushProperty name="height" value="0.05" units="cm"/>
      <inkml:brushProperty name="color" value="#FF0066"/>
    </inkml:brush>
  </inkml:definitions>
  <inkml:trace contextRef="#ctx0" brushRef="#br0">2 303 24575,'-1'-15'0,"1"8"0,0 1 0,0-1 0,0 1 0,1-1 0,2-8 0,-3 15 0,0-1 0,0 1 0,0 0 0,0-1 0,0 1 0,0 0 0,0 0 0,0-1 0,0 1 0,1 0 0,-1-1 0,0 1 0,0 0 0,0 0 0,0-1 0,1 1 0,-1 0 0,0 0 0,0 0 0,1-1 0,-1 1 0,0 0 0,0 0 0,1 0 0,-1 0 0,0 0 0,1-1 0,-1 1 0,0 0 0,0 0 0,1 0 0,8 7 0,5 17 0,-13-22 0,2 5 0,1 1 0,1 0 0,-1 1 0,1-2 0,1 1 0,8 10 0,-13-17 0,1 1 0,-1-1 0,1 0 0,0 1 0,-1-1 0,1 0 0,0 0 0,0 0 0,0 0 0,0-1 0,0 1 0,0 0 0,0-1 0,0 0 0,0 1 0,0-1 0,0 0 0,0 0 0,0 0 0,0 0 0,0 0 0,0-1 0,0 1 0,0-1 0,0 1 0,0-1 0,0 0 0,0 1 0,0-1 0,2-2 0,201-135 0,-67 41 0,-92 66 0,55-32 0,-99 62 0,0 0 0,0 0 0,0 0 0,0 0 0,0 0 0,0 1 0,0-1 0,1 1 0,-1-1 0,0 1 0,0 0 0,0 0 0,1 0 0,-1 0 0,4 1 0,-5 0 0,1-1 0,-1 1 0,1 0 0,-1 0 0,1 0 0,-1 0 0,0 0 0,1 0 0,-1 0 0,0 1 0,0-1 0,0 0 0,0 1 0,0-1 0,0 1 0,0-1 0,-1 1 0,1-1 0,0 1 0,0 2 0,4 15-210,-1 0-1,4 34 1,-7-42-524,3 27-6092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15.875"/>
    </inkml:context>
    <inkml:brush xml:id="br0">
      <inkml:brushProperty name="width" value="0.05" units="cm"/>
      <inkml:brushProperty name="height" value="0.05" units="cm"/>
      <inkml:brushProperty name="color" value="#FF0066"/>
    </inkml:brush>
  </inkml:definitions>
  <inkml:trace contextRef="#ctx0" brushRef="#br0">0 502 24575,'8'-18'0,"-1"-1"0,-1-1 0,6-28 0,0-2 0,-5 25 0,-2 2 0,2 1 0,0 0 0,2 1 0,18-36 0,-20 50 0,-5 12 0,-3 16 0,-19 89 0,13-80 0,1 1 0,1 0 0,2 0 0,1 0 0,2 39 0,0-66 0,1 0 0,-1-1 0,1 1 0,0 0 0,0-1 0,0 1 0,0-1 0,1 1 0,-1-1 0,1 0 0,0 0 0,0 1 0,0-1 0,1-1 0,2 4 0,-3-5 0,0 1 0,0-1 0,0 0 0,0 0 0,1 0 0,-1 0 0,0 0 0,0-1 0,1 1 0,-1-1 0,1 0 0,-1 1 0,0-1 0,1 0 0,-1 0 0,1-1 0,-1 1 0,0 0 0,1-1 0,-1 0 0,0 1 0,1-1 0,-1 0 0,3-2 0,14-7 0,-1-1 0,-1-1 0,0 0 0,0-2 0,-1 0 0,20-24 0,-15 18 0,136-149 0,-88 91 0,92-81 0,-122 128-1365,-8 9-5461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27.104"/>
    </inkml:context>
    <inkml:brush xml:id="br0">
      <inkml:brushProperty name="width" value="0.05" units="cm"/>
      <inkml:brushProperty name="height" value="0.05" units="cm"/>
      <inkml:brushProperty name="color" value="#FF0066"/>
    </inkml:brush>
  </inkml:definitions>
  <inkml:trace contextRef="#ctx0" brushRef="#br0">704 220 24575,'-21'71'0,"-10"92"0,7 1 0,-4 204 0,26-343 0,1-11 0,0 0 0,1 1 0,2 14 0,-2-26 0,0 0 0,1-1 0,-1 1 0,1 0 0,-1-1 0,1 1 0,0-1 0,0 1 0,0-1 0,1 0 0,-1 1 0,1-1 0,-1 0 0,1 0 0,-1 0 0,1 0 0,0 0 0,0-1 0,0 1 0,0 0 0,1-1 0,2 2 0,4 0 0,0 0 0,0-1 0,0 0 0,0 0 0,0-1 0,15 0 0,60-5 0,-66 2 0,228-18-299,521-34-1991,491 34-1527,-349 10 1807,302-29 1271,-3-39 292,-876 44 2864,-114-2 1980,-215 35-4281,0 1 0,1-1 0,-1 0 1,0 0-1,0 0 0,0-1 0,0 1 0,0-1 0,0 1 1,0-1-1,0 0 0,-1 0 0,1 0 0,-1 0 1,1-1-1,-1 1 0,0-1 0,0 0 0,0 1 1,0-1-1,0 0 0,-1 0 0,3-6 0,4-4-116,1 1 0,0-1 0,12-11 0,-10 12 0,-1 0 0,0-1 0,7-13 0,16-40 0,-3-1 0,41-136 0,-61 171 0,5-39 0,-13 61 0,-1 1 0,0-1 0,-1 0 0,0 0 0,0 1 0,-1-1 0,-1 1 0,-4-18 0,5 23 0,-1 0 0,0 0 0,0 1 0,-1-1 0,1 1 0,-1-1 0,1 1 0,-1 0 0,0 0 0,-1 0 0,1 0 0,0 1 0,-1-1 0,1 1 0,-1 0 0,0 0 0,0 0 0,0 1 0,-4-2 0,-10-2 0,0 0 0,0 1 0,-20-1 0,34 5 0,-273-12 0,158 10 0,-186-7-158,-980-22-2724,-1 32 0,-1521 139 489,2569-121 3074,-540 56 2907,760-73-7733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28.210"/>
    </inkml:context>
    <inkml:brush xml:id="br0">
      <inkml:brushProperty name="width" value="0.05" units="cm"/>
      <inkml:brushProperty name="height" value="0.05" units="cm"/>
      <inkml:brushProperty name="color" value="#FF0066"/>
    </inkml:brush>
  </inkml:definitions>
  <inkml:trace contextRef="#ctx0" brushRef="#br0">0 347 24575,'1'0'0,"0"0"0,0 1 0,0-1 0,0 0 0,0 1 0,0-1 0,0 1 0,0-1 0,-1 1 0,1 0 0,0-1 0,0 1 0,-1 0 0,1-1 0,0 1 0,-1 0 0,1 0 0,-1 0 0,1 0 0,-1 0 0,1 1 0,8 21 0,1 20 0,-3 1 0,-1 0 0,-3 0 0,-1 0 0,-2 0 0,-2 0 0,-2 0 0,-12 54 0,12-80 0,1-5 0,0 1 0,1 0 0,0-1 0,1 15 0,1-25 0,0 0 0,0 0 0,0 0 0,1 0 0,0 0 0,-1 0 0,1 0 0,0 0 0,0-1 0,1 1 0,-1 0 0,0 0 0,1-1 0,0 1 0,-1-1 0,1 0 0,0 1 0,1-1 0,-1 0 0,0 0 0,0 0 0,1 0 0,4 2 0,4 1 0,0-1 0,0 0 0,1-1 0,-1 0 0,1-1 0,12 1 0,76 1 0,-67-4 0,885 2-2342,-444-5 956,754-2-646,1-29 655,-1054 26 1346,538-28-403,-4-26 510,-698 61-113,189-31 3740,-194 31-3362,0-1 0,-1 1 1,1-1-1,-1 0 0,8-5 1,-12 7-307,-1 0 1,1-1 0,0 1-1,-1-1 1,1 1 0,0-1-1,-1 1 1,1-1 0,-1 1-1,1-1 1,-1 0 0,1 1-1,-1-1 1,0 0 0,1 1-1,-1-1 1,0 0-1,1 0 1,-1 1 0,0-1-1,0 0 1,0 0 0,0 0-1,0 1 1,0-1 0,0 0-1,0 0 1,0 0 0,0 1-1,0-1 1,0 0-1,0 0 1,-1 1 0,1-1-1,0 0 1,-1 0 0,1 1-1,-1-1 1,1 0 0,0 1-1,-1-1 1,1 0 0,-1 1-1,0-1 1,1 1 0,-2-1-1,-16-18 6,14 15-35,0 1 1,0-1-1,0 0 1,1 0-1,-1 0 0,1-1 1,0 1-1,0-1 1,1 0-1,-1 0 1,1 0-1,0 0 0,1 0 1,-2-6-1,1-4-6,1 1 0,1-1 0,0 1 0,4-26 0,17-59 0,-8 39 0,8-48 0,9-127 0,-29 231 0,-1 0 0,0 0 0,0 0 0,0 0 0,-1 0 0,1 0 0,-1 1 0,0-1 0,0 0 0,0 0 0,0 1 0,-1-1 0,0 1 0,0-1 0,0 1 0,-2-4 0,1 4 0,0 1 0,0-1 0,0 1 0,-1 0 0,1 0 0,-1 0 0,1 0 0,-1 1 0,0-1 0,0 1 0,1 0 0,-1 0 0,0 0 0,0 1 0,-7-1 0,-75-2 0,-114 10 0,73-1 0,-982 4-3093,794-11 2655,-1003-9-1235,-2 1-384,1121 9 1328,-676-15 2691,858 15 547,24 2-111,10 4-3344,2 1-5178</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6.545"/>
    </inkml:context>
    <inkml:brush xml:id="br0">
      <inkml:brushProperty name="width" value="0.05" units="cm"/>
      <inkml:brushProperty name="height" value="0.05" units="cm"/>
      <inkml:brushProperty name="color" value="#FF0066"/>
    </inkml:brush>
  </inkml:definitions>
  <inkml:trace contextRef="#ctx0" brushRef="#br0">576 71 24575,'0'-3'0,"0"0"0,-1 0 0,1 1 0,-1-1 0,0 0 0,0 0 0,0 1 0,0-1 0,0 0 0,0 1 0,-1-1 0,0 1 0,1 0 0,-1-1 0,0 1 0,0 0 0,0 0 0,0 0 0,-1 0 0,1 1 0,0-1 0,-1 0 0,1 1 0,-1 0 0,0 0 0,1 0 0,-1 0 0,0 0 0,-5-1 0,-2 0 0,-1 0 0,0 0 0,1 1 0,-1 1 0,0 0 0,-19 2 0,15 1 0,0 1 0,1 0 0,0 1 0,0 1 0,0 0 0,1 1 0,-1 0 0,2 1 0,-1 0 0,1 1 0,0 1 0,1 0 0,-17 19 0,3 1 0,1 0 0,2 1 0,2 2 0,-21 41 0,24-40 0,2 1 0,1 0 0,2 1 0,-9 48 0,17-62 0,0 0 0,2 1 0,0-1 0,2 1 0,0 0 0,2-1 0,0 1 0,9 31 0,-8-43 0,0-1 0,1 1 0,1-1 0,-1 0 0,2-1 0,-1 1 0,1-1 0,1 0 0,0 0 0,0-1 0,0 0 0,1 0 0,0-1 0,1 0 0,16 11 0,-11-11 0,1 0 0,-1 0 0,1-2 0,0 0 0,1 0 0,-1-1 0,1-1 0,-1-1 0,1 0 0,22-1 0,-7-2 0,0-2 0,0-1 0,-1-1 0,0-2 0,0-1 0,-1-1 0,0-2 0,39-19 0,-29 9 0,0-1 0,-2-2 0,0-2 0,-2-1 0,40-39 0,-54 44 0,0-1 0,-1 0 0,-2-2 0,0 0 0,-2-1 0,-1-1 0,-1 0 0,12-33 0,-21 44 0,0 0 0,-1 0 0,-1 0 0,0-1 0,-1 1 0,-1-1 0,-1-18 0,-1 22 0,-1 1 0,0 0 0,0 0 0,-1 0 0,-1 0 0,0 0 0,-1 1 0,0-1 0,-1 1 0,-10-15 0,8 15 0,-1 1 0,0 0 0,-1 1 0,0 0 0,0 0 0,-1 1 0,0 1 0,0-1 0,-1 2 0,0 0 0,0 0 0,-1 1 0,0 0 0,-24-4 0,14 4 0,-1 1 0,0 1 0,0 1 0,1 1 0,-1 2 0,0 0 0,-37 7 0,45-4-273,1 0 0,-1 1 0,1 0 0,-26 14 0,2 4-6553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7.186"/>
    </inkml:context>
    <inkml:brush xml:id="br0">
      <inkml:brushProperty name="width" value="0.05" units="cm"/>
      <inkml:brushProperty name="height" value="0.05" units="cm"/>
      <inkml:brushProperty name="color" value="#FF0066"/>
    </inkml:brush>
  </inkml:definitions>
  <inkml:trace contextRef="#ctx0" brushRef="#br0">220 107 24575,'0'-11'0,"-1"-9"0,-1 20 0,-2 13 0,-32 93 0,-77 158 0,58-145 0,54-116 0,-1-1 0,1 1 0,0 0 0,0 0 0,1 0 0,-1 0 0,0 0 0,1 0 0,0 0 0,0 4 0,0-6 0,0 0 0,1 0 0,-1 0 0,1 0 0,-1 0 0,1 0 0,-1 0 0,1 0 0,0 0 0,0 0 0,-1 0 0,1-1 0,0 1 0,0 0 0,0-1 0,0 1 0,0 0 0,0-1 0,0 1 0,0-1 0,0 1 0,0-1 0,0 0 0,0 0 0,0 1 0,0-1 0,0 0 0,0 0 0,0 0 0,1 0 0,0 0 0,169-1 0,-38-2 0,-4 12 0,-68-3 0,70-3 0,-127-3 0,0 0 0,-1-1 0,1 1 0,0-1 0,-1 0 0,1 1 0,-1-2 0,1 1 0,-1 0 0,1-1 0,-1 1 0,0-1 0,0 0 0,5-4 0,-6 3 0,0 1 0,0-1 0,0 0 0,0 1 0,-1-1 0,1 0 0,-1 0 0,0 0 0,0 0 0,0 0 0,0 0 0,-1 0 0,1 0 0,-1-1 0,0 1 0,0 0 0,0-5 0,-2-8 0,0 1 0,0-1 0,-2 1 0,0 0 0,-10-26 0,-40-72 0,25 56 0,-87-197 0,114 249 75,1 3-206,0 0 0,1 0 0,-1 1 0,-1-1 1,1 0-1,0 0 0,0 1 0,-1-1 0,1 0 0,-3-1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8.337"/>
    </inkml:context>
    <inkml:brush xml:id="br0">
      <inkml:brushProperty name="width" value="0.05" units="cm"/>
      <inkml:brushProperty name="height" value="0.05" units="cm"/>
      <inkml:brushProperty name="color" value="#FF0066"/>
    </inkml:brush>
  </inkml:definitions>
  <inkml:trace contextRef="#ctx0" brushRef="#br0">53 46 24575,'2'-2'0,"-1"0"0,1 0 0,-1 0 0,1 0 0,-1 0 0,0-1 0,0 1 0,1-5 0,8-12 0,-10 19 0,0 0 0,1 0 0,-1-1 0,0 1 0,0 0 0,0 0 0,0 0 0,0 0 0,1 0 0,-1-1 0,0 1 0,0 0 0,0 0 0,0 0 0,1 0 0,-1 0 0,0 0 0,0 0 0,0 0 0,1 0 0,-1 0 0,0 0 0,0 0 0,0 0 0,1 0 0,-1 0 0,0 0 0,0 0 0,0 0 0,1 0 0,-1 0 0,0 0 0,0 0 0,0 0 0,1 0 0,-1 0 0,0 0 0,0 0 0,0 1 0,0-1 0,1 0 0,-1 0 0,0 0 0,0 0 0,0 0 0,0 1 0,0-1 0,1 0 0,-1 0 0,0 0 0,0 1 0,0-1 0,0 0 0,0 0 0,0 0 0,0 1 0,0-1 0,0 0 0,0 0 0,0 0 0,0 1 0,0-1 0,0 0 0,2 16 0,-3 14 0,-2-1 0,-1 0 0,-16 57 0,6-28 0,4-14 131,-22 121-1627,29-137-5330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8.605"/>
    </inkml:context>
    <inkml:brush xml:id="br0">
      <inkml:brushProperty name="width" value="0.05" units="cm"/>
      <inkml:brushProperty name="height" value="0.05" units="cm"/>
      <inkml:brushProperty name="color" value="#FF0066"/>
    </inkml:brush>
  </inkml:definitions>
  <inkml:trace contextRef="#ctx0" brushRef="#br0">96 28 24575,'5'-5'0,"14"-16"0,-13 19 0,-6 15 0,-11 28 0,-27 68 0,10-31 0,23-63 83,1-3-324,1-1 0,-2 0-1,1-1 1,-1 1-1,-9 13 1,5-14-6585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7:48.919"/>
    </inkml:context>
    <inkml:brush xml:id="br0">
      <inkml:brushProperty name="width" value="0.05" units="cm"/>
      <inkml:brushProperty name="height" value="0.05" units="cm"/>
      <inkml:brushProperty name="color" value="#FF0066"/>
    </inkml:brush>
  </inkml:definitions>
  <inkml:trace contextRef="#ctx0" brushRef="#br0">1 297 24575,'6'-15'0,"1"1"0,1 0 0,1 0 0,0 0 0,0 1 0,1 1 0,1-1 0,13-10 0,-23 21 0,1 1 0,-1-1 0,1 1 0,0 0 0,-1 0 0,1 0 0,0 0 0,0 0 0,0 0 0,0 0 0,0 0 0,0 1 0,0-1 0,0 1 0,2-1 0,-3 1 0,1 1 0,-1-1 0,0 0 0,0 1 0,0-1 0,0 1 0,0-1 0,0 1 0,0-1 0,0 1 0,0 0 0,0-1 0,0 1 0,0 0 0,0 0 0,0 0 0,0-1 0,-1 1 0,1 0 0,0 0 0,-1 0 0,1 1 0,-1-1 0,1 0 0,-1 0 0,1 2 0,5 17 0,-1 1 0,4 24 0,6 26 0,-10-54 0,3 11 0,16 38 0,-21-60 0,1 1 0,-1 0 0,1-1 0,0 0 0,0 0 0,1 0 0,0 0 0,0-1 0,0 0 0,12 9 0,-15-13 0,0 1 0,1-1 0,-1 0 0,1 0 0,0 0 0,-1 0 0,1-1 0,0 1 0,0 0 0,-1-1 0,1 0 0,0 0 0,0 0 0,0 0 0,-1 0 0,1-1 0,0 1 0,0-1 0,-1 0 0,1 1 0,0-1 0,-1 0 0,1-1 0,-1 1 0,1 0 0,-1-1 0,0 0 0,1 1 0,-1-1 0,0 0 0,0 0 0,2-3 0,5-5 0,-2 0 0,1 0 0,-1-1 0,-1 0 0,10-22 0,-5 7 0,-2-1 0,0-1 0,-2 1 0,-1-1 0,2-29 0,-4-2 0,-4-83 0,0 141 30,1 0-94,-1 0 1,0 0 0,0 1-1,0-1 1,0 0-1,0 0 1,0 1 0,0-1-1,0 0 1,-1 0-1,1 1 1,0-1 0,0 0-1,0 0 1,-1 1-1,1-1 1,-1 0 0,1 1-1,0-1 1,-1 1-1,0-2 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3.080"/>
    </inkml:context>
    <inkml:brush xml:id="br0">
      <inkml:brushProperty name="width" value="0.05" units="cm"/>
      <inkml:brushProperty name="height" value="0.05" units="cm"/>
      <inkml:brushProperty name="color" value="#FF0066"/>
    </inkml:brush>
  </inkml:definitions>
  <inkml:trace contextRef="#ctx0" brushRef="#br0">2142 25 24575,'0'-20'0,"1"15"0,-3 18 0,-64 1058 0,59-946 0,0 388 0,12-446 0,1 9 0,-5 122 0,-1-196 0,0-1 0,0 1 0,0-1 0,0 1 0,-1-1 0,1 1 0,-1-1 0,1 0 0,-1 1 0,1-1 0,-1 1 0,0-1 0,1 0 0,-1 0 0,0 1 0,0-1 0,0 0 0,0 0 0,0 0 0,0 0 0,0 0 0,-1 0 0,1 0 0,0 0 0,0-1 0,-1 1 0,1 0 0,-1-1 0,1 1 0,0-1 0,-1 1 0,1-1 0,-3 0 0,-4 0 0,0 0 0,1 0 0,-1-1 0,0 0 0,-11-4 0,2 1 0,-66-9 0,-1 4 0,-165 2 0,-169 38 0,373-27 0,-91 8 0,-416 52 0,525-59 0,9-3 0,0 1 0,1 0 0,0 2 0,-1 0 0,-20 10 0,37-14 0,-1 0 0,0 0 0,1 1 0,-1-1 0,0 0 0,1 1 0,0 0 0,-1-1 0,1 1 0,0 0 0,0 0 0,0-1 0,0 1 0,0 0 0,0 0 0,1 0 0,-1 0 0,1 0 0,-1 0 0,1 1 0,0-1 0,-1 0 0,1 0 0,1 2 0,-1 8 0,2 0 0,-1-1 0,5 16 0,0-1 0,9 117-86,-5-1-1,-12 176 0,-48 287-275,31-412 328,-106 936 34,111-1022 46,-37 398 455,50-494-418,0 22-31,1-31-54,0-1 1,1 1-1,-1-1 1,0 1-1,0-1 1,1 1-1,-1-1 1,1 1-1,-1-1 1,1 0-1,0 1 1,-1-1-1,1 0 1,0 1-1,0-1 1,2 2-1,-3-3-34,0 0 0,1 0 0,-1 0 1,1 1-1,-1-1 0,1 0 0,-1 0 0,1 0 0,-1 0 0,1 0 0,-1 0 0,1 0 0,-1-1 0,1 1 0,-1 0 0,0 0 0,1 0 1,-1 0-1,1 0 0,-1-1 0,1 1 0,-1 0 0,0 0 0,1-1 0,-1 1 0,0 0 0,1-1 0,-1 1 0,0 0 0,1-1 0,-1 1 1,0-1-1,0 1 0,1 0 0,-1-1 0,0 1 0,0-1 0,6-10-6790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3.345"/>
    </inkml:context>
    <inkml:brush xml:id="br0">
      <inkml:brushProperty name="width" value="0.05" units="cm"/>
      <inkml:brushProperty name="height" value="0.05" units="cm"/>
      <inkml:brushProperty name="color" value="#FF0066"/>
    </inkml:brush>
  </inkml:definitions>
  <inkml:trace contextRef="#ctx0" brushRef="#br0">1 8 24575,'3'0'0,"4"0"0,0-3 0,3-1 0,-1 4 0,1 3 0,-1 6 0,1 3 0,2 3 0,1 2 0,2 1 0,1 4 0,4 0 0,-1-3-8191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3.529"/>
    </inkml:context>
    <inkml:brush xml:id="br0">
      <inkml:brushProperty name="width" value="0.05" units="cm"/>
      <inkml:brushProperty name="height" value="0.05" units="cm"/>
      <inkml:brushProperty name="color" value="#FF0066"/>
    </inkml:brush>
  </inkml:definitions>
  <inkml:trace contextRef="#ctx0" brushRef="#br0">289 30 24575,'3'-3'0,"4"-3"0,1-5 0,-2 3 0,-3 6 0,-7 4 0,-7 6 0,-9 6 0,-6 3 0,-5 4 0,-3 2 0,-4 0 0,-2 2 0,-1 0 0,2-2 0,7-5-8191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4.247"/>
    </inkml:context>
    <inkml:brush xml:id="br0">
      <inkml:brushProperty name="width" value="0.05" units="cm"/>
      <inkml:brushProperty name="height" value="0.05" units="cm"/>
      <inkml:brushProperty name="color" value="#FF0066"/>
    </inkml:brush>
  </inkml:definitions>
  <inkml:trace contextRef="#ctx0" brushRef="#br0">17 2650 24575,'-1'0'0,"0"-1"0,0 1 0,0-1 0,0 1 0,1-1 0,-1 1 0,0-1 0,0 0 0,1 1 0,-1-1 0,0 0 0,1 0 0,-1 1 0,1-1 0,-1 0 0,1 0 0,-1 0 0,1 0 0,0 0 0,-1 0 0,1 0 0,0 0 0,0 1 0,0-1 0,0 0 0,0 0 0,0-2 0,-2-28 0,4 5 0,2-1 0,0 1 0,14-42 0,3-12 0,26-174 0,-11-2 0,3-270 0,-31 257 0,3-390 0,-22 460 342,7 167-684,-2-1 1,-1 1 0,-2 1-1,-12-33 1,15 50-6485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4.674"/>
    </inkml:context>
    <inkml:brush xml:id="br0">
      <inkml:brushProperty name="width" value="0.05" units="cm"/>
      <inkml:brushProperty name="height" value="0.05" units="cm"/>
      <inkml:brushProperty name="color" value="#FF0066"/>
    </inkml:brush>
  </inkml:definitions>
  <inkml:trace contextRef="#ctx0" brushRef="#br0">6 124 24575,'0'0'0,"0"0"0,1 0 0,-1 0 0,0-1 0,0 1 0,0 0 0,0 0 0,0 0 0,0 0 0,0-1 0,0 1 0,0 0 0,0 0 0,1 0 0,-1 0 0,0-1 0,0 1 0,0 0 0,0 0 0,0 0 0,0 0 0,0-1 0,-1 1 0,1 0 0,0 0 0,0 0 0,0-1 0,0 1 0,0 0 0,0 0 0,0 0 0,0 0 0,0 0 0,0-1 0,0 1 0,-1 0 0,1 0 0,0 0 0,0 0 0,0 0 0,0 0 0,0-1 0,-1 1 0,1 0 0,0 0 0,0 0 0,0 0 0,0 0 0,-1 0 0,1 0 0,0 0 0,0 0 0,0 0 0,0 0 0,-1 0 0,1 0 0,0 0 0,0 0 0,0 0 0,-1 0 0,1 0 0,0 0 0,0 0 0,0 0 0,0 0 0,-1 0 0,1 1 0,0-1 0,14-8 0,32 4 0,0 1 0,51 4 0,-23 1 0,232-1 0,516-9 0,-781 6 0,59-2 0,138-23 0,-234 26 0,0 0 0,0 0 0,1 0 0,-1 0 0,0-1 0,0 0 0,0 0 0,4-2 0,-8 3 0,0 1 0,1 0 0,-1 0 0,0-1 0,1 1 0,-1 0 0,0-1 0,0 1 0,1 0 0,-1-1 0,0 1 0,0 0 0,0-1 0,0 1 0,1-1 0,-1 1 0,0 0 0,0-1 0,0 1 0,0-1 0,0 1 0,0 0 0,0-1 0,0 1 0,0-1 0,0 1 0,0-1 0,0 1 0,-1 0 0,1-1 0,-1-1 0,0 1 0,0 0 0,0-1 0,-1 1 0,1 0 0,0 0 0,-1 0 0,1-1 0,-1 2 0,1-1 0,-3-1 0,-5-2-195,0 0 0,0 1 0,0 0 0,0 0 0,-1 1 0,-14-1 0,7 1-6631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5.257"/>
    </inkml:context>
    <inkml:brush xml:id="br0">
      <inkml:brushProperty name="width" value="0.05" units="cm"/>
      <inkml:brushProperty name="height" value="0.05" units="cm"/>
      <inkml:brushProperty name="color" value="#FF0066"/>
    </inkml:brush>
  </inkml:definitions>
  <inkml:trace contextRef="#ctx0" brushRef="#br0">0 0 24575,'10'168'0,"-3"-79"0,27 361-126,17 426-505,-50-680 496,-8 0 0,-49 286 0,50-449 86,2-14 8,0 0 1,1 0 0,2 1 0,0 20 0,3-23-6739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05.991"/>
    </inkml:context>
    <inkml:brush xml:id="br0">
      <inkml:brushProperty name="width" value="0.05" units="cm"/>
      <inkml:brushProperty name="height" value="0.05" units="cm"/>
      <inkml:brushProperty name="color" value="#FF0066"/>
    </inkml:brush>
  </inkml:definitions>
  <inkml:trace contextRef="#ctx0" brushRef="#br0">122 194 24575,'-1'-11'0,"-2"21"0,-1 6 0,-1 0 0,-2 0 0,0 0 0,-1-1 0,0-1 0,-1 1 0,-1-1 0,0-1 0,-19 20 0,28-32 0,1 0 0,0-1 0,-1 1 0,1-1 0,-1 1 0,1-1 0,-1 1 0,1-1 0,-1 1 0,1-1 0,-1 0 0,0 1 0,1-1 0,-1 0 0,0 1 0,1-1 0,-1 0 0,0 0 0,1 0 0,-1 0 0,0 0 0,1 1 0,-1-1 0,0 0 0,0 0 0,0-1 0,0 1 0,1-1 0,-1 0 0,1 0 0,0 1 0,-1-1 0,1 0 0,0 0 0,0 0 0,-1 1 0,1-1 0,0 0 0,0 0 0,0 0 0,0 0 0,0 1 0,0-1 0,1-2 0,9-39 0,4 2 0,35-71 0,-39 91 0,2 2 0,-1-1 0,2 2 0,1-1 0,22-22 0,-33 38 0,0-1 0,0 0 0,0 1 0,1-1 0,-1 1 0,1 0 0,-1 0 0,1 1 0,0-1 0,0 1 0,-1 0 0,1 0 0,6-1 0,-7 2 0,0 0 0,0 0 0,0 0 0,-1 1 0,1-1 0,0 1 0,0 0 0,-1 0 0,1 0 0,0 0 0,-1 0 0,0 1 0,1-1 0,-1 1 0,0-1 0,1 1 0,-1 0 0,0 0 0,0 0 0,2 3 0,17 24-9,-1 1 0,-1 1 0,25 56 0,-16-31-1320,-5-12-5497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4.551"/>
    </inkml:context>
    <inkml:brush xml:id="br0">
      <inkml:brushProperty name="width" value="0.05" units="cm"/>
      <inkml:brushProperty name="height" value="0.05" units="cm"/>
      <inkml:brushProperty name="color" value="#FF0066"/>
    </inkml:brush>
  </inkml:definitions>
  <inkml:trace contextRef="#ctx0" brushRef="#br0">302 313 24575,'85'-62'0,"115"-93"0,-193 149 0,-1 0 0,1-1 0,-1 0 0,9-14 0,-14 20 0,0 0 0,-1 0 0,1 0 0,0 0 0,-1 0 0,1 0 0,-1 0 0,0 0 0,1 0 0,-1 0 0,0 0 0,0 0 0,1 0 0,-1 0 0,0 0 0,0-1 0,0 1 0,0 0 0,-1 0 0,1 0 0,0 0 0,0 0 0,-1 0 0,1 0 0,-1 0 0,1 0 0,-1 0 0,1 0 0,-1 0 0,1 0 0,-1 0 0,0 0 0,0 0 0,1 0 0,-1 1 0,0-1 0,0 0 0,0 1 0,0-1 0,0 0 0,0 1 0,0-1 0,0 1 0,0 0 0,0-1 0,0 1 0,0 0 0,0 0 0,-2-1 0,-10-1 0,1 0 0,0 1 0,-1 0 0,1 1 0,0 0 0,-1 1 0,-23 5 0,-87 27 0,97-24 0,0 0 0,1 2 0,0 1 0,1 1 0,1 1 0,0 0 0,0 2 0,-38 37 0,50-42 0,1 0 0,0 1 0,1 0 0,0 1 0,0 0 0,2 1 0,0-1 0,0 1 0,1 1 0,1-1 0,1 1 0,0 0 0,0 0 0,2 1 0,0-1 0,0 0 0,2 20 0,2-13 0,1 0 0,1 0 0,1-1 0,1 1 0,1-1 0,0-1 0,2 1 0,0-1 0,2-1 0,0 0 0,1 0 0,23 27 0,-8-14 0,3-1 0,0-2 0,2 0 0,1-3 0,60 39 0,-49-39 0,1-2 0,2-2 0,0-2 0,1-2 0,92 22 0,-104-33 0,0-1 0,1-1 0,-1-3 0,1 0 0,0-3 0,0-1 0,0-2 0,68-16 0,-87 15 0,0 0 0,0-2 0,0-1 0,-1 0 0,-1-1 0,1 0 0,-1-2 0,-1 0 0,0 0 0,-1-2 0,0 0 0,-1 0 0,0-1 0,-1-1 0,-1 0 0,0-1 0,-1 0 0,-1 0 0,0-1 0,-1 0 0,9-32 0,-8 18 0,-2 0 0,-2-1 0,-1 0 0,-1 0 0,-1 0 0,-2 0 0,-2 0 0,0 0 0,-3 0 0,0 0 0,-2 1 0,-15-42 0,14 51 0,-2 0 0,0 1 0,-1 0 0,-1 0 0,-1 2 0,-1-1 0,-25-26 0,25 33 0,0 0 0,-1 1 0,0 0 0,-1 1 0,0 1 0,0 0 0,-1 1 0,-1 1 0,0 1 0,-18-5 0,9 5-151,0 1-1,-1 2 0,1 1 0,-1 1 1,0 1-1,1 2 0,-1 1 1,-36 7-1,-18 7-6674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5.121"/>
    </inkml:context>
    <inkml:brush xml:id="br0">
      <inkml:brushProperty name="width" value="0.05" units="cm"/>
      <inkml:brushProperty name="height" value="0.05" units="cm"/>
      <inkml:brushProperty name="color" value="#FF0066"/>
    </inkml:brush>
  </inkml:definitions>
  <inkml:trace contextRef="#ctx0" brushRef="#br0">190 120 24575,'5'-5'0,"5"-5"0,1 0 0,1 1 0,14-10 0,-23 17 0,-1 1 0,1-1 0,-1 1 0,1 0 0,0-1 0,-1 1 0,1 0 0,0 1 0,0-1 0,0 1 0,0-1 0,-1 1 0,1 0 0,0 0 0,0 0 0,0 0 0,0 1 0,0-1 0,0 1 0,0-1 0,-1 1 0,6 2 0,-6-1 0,-1-1 0,1 0 0,-1 1 0,0-1 0,1 1 0,-1-1 0,0 1 0,0-1 0,0 1 0,0 0 0,0 0 0,0 0 0,-1-1 0,1 1 0,-1 0 0,1 0 0,-1 0 0,0 0 0,1 0 0,-1 0 0,0 0 0,0 0 0,-1 4 0,0 5 0,-1 1 0,-6 20 0,7-28 0,-13 38 0,-2 1 0,-1-2 0,-25 43 0,-78 116 0,36-65 0,83-134 0,-5 8 0,1 1 0,0 0 0,0 1 0,1-1 0,-3 11 0,6-19 0,1 0 0,-1-1 0,1 1 0,0 0 0,0 0 0,-1-1 0,1 1 0,0 0 0,1 0 0,-1-1 0,0 1 0,0 0 0,1-1 0,-1 1 0,1 0 0,-1-1 0,1 1 0,0-1 0,0 1 0,0-1 0,0 1 0,0-1 0,0 1 0,0-1 0,0 0 0,0 0 0,1 1 0,-1-1 0,0 0 0,1 0 0,-1-1 0,1 1 0,0 0 0,-1 0 0,1-1 0,-1 1 0,1-1 0,0 1 0,-1-1 0,1 0 0,2 1 0,24 1 0,0 0 0,0-2 0,0-1 0,30-5 0,-30 3 0,108-15 0,227-62 0,-275 55 0,115-50 0,-194 71 0,0 0 0,0-1 0,0 0 0,0 0 0,10-9 0,-17 12 0,0 0 0,0 0 0,0 0 0,0-1 0,0 1 0,0 0 0,-1-1 0,1 1 0,-1-1 0,0 0 0,0 1 0,0-1 0,0 0 0,0 0 0,-1 0 0,1 0 0,-1 0 0,0 1 0,1-1 0,-1 0 0,-1 0 0,0-5 0,-1-3 0,-1 1 0,0 0 0,-1 0 0,-1 0 0,1 1 0,-11-16 0,-43-53 0,31 44 0,-162-195 0,163 198 0,17 20 53,1 0 37,-1 1 1,-17-15-1,25 24-160,-1-1 0,1 1-1,-1-1 1,0 1-1,0 0 1,0 0 0,1 0-1,-1 0 1,0 0 0,0 0-1,-1 0 1,1 1-1,0-1 1,0 1 0,0 0-1,0-1 1,0 1-1,-1 0 1,1 0 0,0 1-1,0-1 1,0 0-1,-3 1 1,-6 6-6756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7.655"/>
    </inkml:context>
    <inkml:brush xml:id="br0">
      <inkml:brushProperty name="width" value="0.05" units="cm"/>
      <inkml:brushProperty name="height" value="0.05" units="cm"/>
      <inkml:brushProperty name="color" value="#FF0066"/>
    </inkml:brush>
  </inkml:definitions>
  <inkml:trace contextRef="#ctx0" brushRef="#br0">4942 1 24575,'8'11'0,"-1"0"0,1 1 0,-2 0 0,0 0 0,0 0 0,-1 1 0,5 20 0,-2-9 0,10 30 0,-2 1 0,-2 0 0,11 110 0,-22-125 0,-3 0 0,0 1 0,-3-1 0,-2 0 0,-1-1 0,-16 55 0,9-53 0,-2-1 0,-1-1 0,-3 0 0,0-2 0,-28 39 0,12-28 0,-2-1 0,-1-2 0,-51 44 0,0-12 0,-4-4 0,-2-5 0,-123 67 0,111-78-100,-3-5 0,-202 68 1,-247 35-314,387-111 376,-172 42 27,-250 69 33,18 50-178,488-165 303,3 4 1,1 4 0,2 3-1,3 4 1,-140 125-1,181-141-148,2 0 0,2 3 0,2 1 0,-48 82 0,46-60 0,3 2 0,-44 136 0,-204 718 0,160-486 0,67-156-1365,50-263-5461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8.013"/>
    </inkml:context>
    <inkml:brush xml:id="br0">
      <inkml:brushProperty name="width" value="0.05" units="cm"/>
      <inkml:brushProperty name="height" value="0.05" units="cm"/>
      <inkml:brushProperty name="color" value="#FF0066"/>
    </inkml:brush>
  </inkml:definitions>
  <inkml:trace contextRef="#ctx0" brushRef="#br0">1 1 24575,'1'6'0,"0"1"0,1 0 0,0 0 0,0-1 0,1 0 0,6 12 0,0 2 0,6 18 0,1-1 0,2-1 0,40 62 0,-53-91 0,1-1 0,0 1 0,0-1 0,1 0 0,0 0 0,0-1 0,0 0 0,1 0 0,-1-1 0,1 0 0,0 0 0,1-1 0,-1 0 0,0 0 0,1-1 0,0 0 0,-1-1 0,1 0 0,0 0 0,9-1 0,-6 0 0,-1-1 0,0-1 0,1 0 0,-1-1 0,0 0 0,0 0 0,0-1 0,-1-1 0,1 0 0,-1 0 0,0-1 0,0 0 0,-1-1 0,17-15 0,-9 3 0,-1 0 0,0-1 0,14-25 0,-13 19 0,25-29 0,-40 53 0,-2 3 0,-5 9 0,-10 15 0,-5 2-1365,-1 0-5461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38.817"/>
    </inkml:context>
    <inkml:brush xml:id="br0">
      <inkml:brushProperty name="width" value="0.05" units="cm"/>
      <inkml:brushProperty name="height" value="0.05" units="cm"/>
      <inkml:brushProperty name="color" value="#FF0066"/>
    </inkml:brush>
  </inkml:definitions>
  <inkml:trace contextRef="#ctx0" brushRef="#br0">14 126 24575,'-7'-34'0,"1"8"0,6 21 0,-1 1 0,1-1 0,0 1 0,0-1 0,1 1 0,0 0 0,-1-1 0,1 1 0,3-8 0,-3 11 0,-1 0 0,1 0 0,-1 0 0,0 1 0,1-1 0,0 0 0,-1 0 0,1 1 0,0-1 0,-1 0 0,1 1 0,0-1 0,-1 1 0,1-1 0,0 1 0,0-1 0,0 1 0,0-1 0,0 1 0,1-1 0,0 1 0,-1 1 0,1-1 0,-1 0 0,1 0 0,0 0 0,-1 1 0,1-1 0,-1 1 0,1 0 0,-1-1 0,1 1 0,-1 0 0,1 0 0,-1 0 0,0 0 0,2 1 0,6 6 0,0 1 0,-1 0 0,0 0 0,0 1 0,10 17 0,30 61 0,-37-66 0,155 362 342,-32 13-2049,-124-362-5119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39.039"/>
    </inkml:context>
    <inkml:brush xml:id="br0">
      <inkml:brushProperty name="width" value="0.05" units="cm"/>
      <inkml:brushProperty name="height" value="0.05" units="cm"/>
      <inkml:brushProperty name="color" value="#FF0066"/>
    </inkml:brush>
  </inkml:definitions>
  <inkml:trace contextRef="#ctx0" brushRef="#br0">313 106 24575,'0'-36'0,"-1"-33"0,0 68 0,-1 5 0,-1 12 0,-72 415 0,-31-4 0,0-127-1365,88-257-5461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39.232"/>
    </inkml:context>
    <inkml:brush xml:id="br0">
      <inkml:brushProperty name="width" value="0.05" units="cm"/>
      <inkml:brushProperty name="height" value="0.05" units="cm"/>
      <inkml:brushProperty name="color" value="#FF0066"/>
    </inkml:brush>
  </inkml:definitions>
  <inkml:trace contextRef="#ctx0" brushRef="#br0">50 0 24575,'0'3'0,"0"4"0,0 7 0,0 6 0,-3 7 0,-1 4 0,-2 2 0,-1 6 0,-2 1 0,0 0 0,3 2 0,1-4 0,5-1 0,2-5 0,2-7-8191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39.374"/>
    </inkml:context>
    <inkml:brush xml:id="br0">
      <inkml:brushProperty name="width" value="0.05" units="cm"/>
      <inkml:brushProperty name="height" value="0.05" units="cm"/>
      <inkml:brushProperty name="color" value="#FF0066"/>
    </inkml:brush>
  </inkml:definitions>
  <inkml:trace contextRef="#ctx0" brushRef="#br0">16 85 24575,'0'-9'0,"0"-9"0,0-4 0,-3 1 0,-1 8 0,1 12 0,0 8 0,1 4-8191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0.206"/>
    </inkml:context>
    <inkml:brush xml:id="br0">
      <inkml:brushProperty name="width" value="0.05" units="cm"/>
      <inkml:brushProperty name="height" value="0.05" units="cm"/>
      <inkml:brushProperty name="color" value="#FF0066"/>
    </inkml:brush>
  </inkml:definitions>
  <inkml:trace contextRef="#ctx0" brushRef="#br0">46 458 24575,'-2'0'0,"1"0"0,0 0 0,-1 0 0,1 1 0,0-1 0,-1 0 0,1 1 0,0-1 0,-1 1 0,1-1 0,0 1 0,0 0 0,-1 0 0,1-1 0,0 1 0,0 0 0,0 0 0,0 0 0,0 0 0,0 0 0,0 0 0,0 0 0,1 1 0,-1-1 0,0 0 0,1 0 0,-1 1 0,1-1 0,-1 2 0,0 0 0,1 0 0,-1 0 0,1 0 0,-1 0 0,1-1 0,0 1 0,0 0 0,1 0 0,-1 0 0,1 0 0,-1 0 0,3 5 0,-1-3 0,1 0 0,-1 0 0,1-1 0,1 1 0,-1-1 0,0 1 0,1-1 0,0 0 0,0 0 0,0-1 0,1 1 0,-1-1 0,1 0 0,0 0 0,0-1 0,7 4 0,-9-5 0,1 0 0,-1 0 0,0 0 0,1-1 0,-1 1 0,0-1 0,1 0 0,-1 0 0,0 0 0,1 0 0,-1-1 0,0 1 0,1-1 0,-1 0 0,0 0 0,0 0 0,0-1 0,0 1 0,0-1 0,0 1 0,0-1 0,0 0 0,-1 0 0,1 0 0,-1 0 0,1-1 0,-1 1 0,3-4 0,1-3 0,-1 0 0,0 0 0,-1 0 0,1-1 0,-2 1 0,0-1 0,0 0 0,0 0 0,-1 0 0,-1-1 0,1-10 0,-1 4 0,-1-1 0,-1 1 0,0 0 0,-1 0 0,-8-32 0,9 46 0,0 0 0,0 0 0,0 0 0,0 0 0,-1 0 0,1 1 0,-1-1 0,0 0 0,0 1 0,0-1 0,-4-4 0,5 7 0,-1-1 0,1 0 0,0 0 0,-1 1 0,1-1 0,0 1 0,-1-1 0,1 1 0,-1 0 0,1-1 0,-1 1 0,1 0 0,-1 0 0,1 0 0,-1 0 0,1 0 0,0 0 0,-1 1 0,1-1 0,-1 0 0,1 1 0,-1-1 0,1 1 0,0 0 0,-1-1 0,1 1 0,-2 1 0,-6 4 0,1 1 0,-1 0 0,1 0 0,1 1 0,0 0 0,0 0 0,0 1 0,1-1 0,-9 18 0,3-2 0,1 0 0,-14 47 0,21-60 0,1 1 0,1 0 0,0 0 0,1-1 0,0 1 0,1 0 0,0 0 0,1 0 0,0 0 0,1 0 0,4 15 0,-5-22 0,1 1 0,1-1 0,-1 0 0,1 1 0,-1-1 0,2 0 0,-1-1 0,0 1 0,1 0 0,0-1 0,0 0 0,0 0 0,1 0 0,-1-1 0,1 1 0,0-1 0,0 0 0,0 0 0,0-1 0,1 0 0,-1 0 0,1 0 0,-1 0 0,13 1 0,-12-2 0,0-1 0,0 1 0,0-1 0,1-1 0,-1 1 0,0-1 0,0 0 0,0-1 0,0 1 0,0-1 0,9-4 0,-6 1 0,-1 0 0,1 0 0,-1-1 0,1 0 0,-2 0 0,11-12 0,-1 0 0,-2-2 0,0 1 0,-2-2 0,0 0 0,10-23 0,51-138 0,-31 73 0,-34 94 0,-9 15 0,0 0 0,1 1 0,-1-1 0,0 0 0,0 0 0,0 0 0,1 0 0,-1 1 0,0-1 0,0 0 0,0 0 0,1 1 0,-1-1 0,0 0 0,0 0 0,0 1 0,0-1 0,0 0 0,0 0 0,1 1 0,-1-1 0,0 0 0,0 1 0,0-1 0,0 0 0,0 0 0,0 1 0,0-1 0,0 1 0,-1 35 0,-5 15 0,1-15 0,1 0 0,2 1 0,2-1 0,6 54 0,-6-85 0,2-1 0,-1 1 0,0-1 0,1 1 0,0-1 0,0 1 0,0-1 0,4 5 0,-5-8 0,-1 0 0,1 0 0,-1-1 0,1 1 0,0 0 0,-1-1 0,1 1 0,0 0 0,0-1 0,0 1 0,0-1 0,-1 1 0,1-1 0,0 0 0,0 1 0,0-1 0,0 0 0,0 0 0,0 1 0,0-1 0,0 0 0,0 0 0,0 0 0,0 0 0,0 0 0,0 0 0,0-1 0,0 1 0,0 0 0,0 0 0,0-1 0,-1 1 0,1-1 0,0 1 0,0-1 0,0 1 0,0-1 0,-1 1 0,1-1 0,0 0 0,0 1 0,-1-1 0,1 0 0,0 0 0,-1 1 0,1-3 0,6-5 0,-1-1 0,0 1 0,-1-2 0,1 1 0,-2-1 0,5-12 0,17-66 0,-13 42 0,-8 26 0,11-32 0,-15 50 0,0-1 0,0 0 0,0 1 0,1-1 0,-1 1 0,1-1 0,-1 1 0,1 0 0,0 0 0,0 0 0,0 0 0,0 0 0,1 0 0,2-2 0,-4 4 0,-1 0 0,1 0 0,0-1 0,-1 1 0,1 0 0,0 0 0,0 0 0,0 0 0,-1 0 0,1 0 0,0 0 0,0 1 0,-1-1 0,1 0 0,0 0 0,-1 0 0,1 1 0,0-1 0,-1 0 0,1 1 0,0-1 0,-1 1 0,1-1 0,0 1 0,-1-1 0,1 1 0,-1-1 0,1 1 0,-1-1 0,1 1 0,-1 0 0,0-1 0,1 2 0,11 25 0,-11-26 0,29 110 0,-24-83 0,0-1 0,2-1 0,1 1 0,17 33 0,-24-56 0,0 0 0,1 0 0,-1-1 0,1 1 0,0-1 0,0 1 0,0-1 0,1 0 0,-1 0 0,1 0 0,0-1 0,6 4 0,-8-5 0,1 0 0,-1 0 0,1 0 0,0-1 0,-1 1 0,1-1 0,0 0 0,-1 0 0,1 0 0,0 0 0,-1 0 0,1-1 0,0 1 0,-1-1 0,1 1 0,0-1 0,-1 0 0,1 0 0,-1 0 0,0-1 0,1 1 0,2-3 0,5-4 0,0 0 0,-1-1 0,0 0 0,-1 0 0,0-1 0,0 0 0,-1-1 0,-1 0 0,11-21 0,-2-4 0,21-71 0,-25 68 0,-1 0 0,-2-1 0,-2 0 0,-2 0 0,-1-69 0,-9 71-1365,-1 11-5461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0.593"/>
    </inkml:context>
    <inkml:brush xml:id="br0">
      <inkml:brushProperty name="width" value="0.05" units="cm"/>
      <inkml:brushProperty name="height" value="0.05" units="cm"/>
      <inkml:brushProperty name="color" value="#FF0066"/>
    </inkml:brush>
  </inkml:definitions>
  <inkml:trace contextRef="#ctx0" brushRef="#br0">107 172 24575,'-9'0'0,"-27"1"0,34-1 0,1 1 0,-1-1 0,1 0 0,-1 1 0,1-1 0,0 1 0,-1-1 0,1 1 0,-1 0 0,1 0 0,0-1 0,0 1 0,0 0 0,-1 0 0,1 0 0,0 0 0,0 0 0,0 1 0,-1 1 0,2-2 0,0 0 0,-1 0 0,1 0 0,0 0 0,0 0 0,0 0 0,1 0 0,-1 0 0,0 0 0,0 0 0,0 0 0,1 1 0,-1-2 0,0 1 0,1 0 0,-1 0 0,1 0 0,0 0 0,-1 0 0,1 0 0,-1 0 0,1-1 0,0 1 0,0 0 0,0 0 0,-1-1 0,1 1 0,0-1 0,0 1 0,0-1 0,1 1 0,32 15 0,-30-14 0,1-1 0,0 1 0,-1-1 0,1 0 0,0-1 0,0 1 0,0-1 0,0 0 0,0 0 0,0-1 0,-1 1 0,1-1 0,0 0 0,0-1 0,-1 1 0,1-1 0,6-3 0,-7 3 0,0-1 0,0 0 0,-1 0 0,1-1 0,-1 1 0,0-1 0,0 1 0,0-1 0,0 0 0,-1 0 0,0-1 0,0 1 0,0 0 0,0-1 0,-1 1 0,1-1 0,1-9 0,-2 6 0,0 0 0,-1-1 0,0 1 0,0-1 0,0 1 0,-1 0 0,-1-1 0,-4-14 0,6 19 0,-1 1 0,-1 0 0,1-1 0,0 1 0,-1 0 0,0 0 0,1 0 0,-1 0 0,0 0 0,-1 0 0,1 1 0,0-1 0,-1 1 0,0 0 0,1 0 0,-1-1 0,0 2 0,0-1 0,0 0 0,0 1 0,-1-1 0,1 1 0,-7-2 0,7 3 0,-1 0 0,1 0 0,-1 1 0,1-1 0,-1 1 0,1 0 0,-1 0 0,1 0 0,0 0 0,0 1 0,-1-1 0,1 1 0,0 0 0,0 0 0,0 0 0,1 0 0,-1 1 0,0-1 0,1 1 0,0-1 0,-3 5 0,-4 4 0,1 0 0,0 1 0,-12 24 0,13-19 49,0 1 0,0-1 0,2 1-1,0 1 1,1-1 0,-2 35 0,5-43-171,1 1 0,0-1 0,1 1 0,0-1 0,0 0 0,1 1 0,1-1 0,0 0 0,0 0 1,1-1-1,0 1 0,0-1 0,11 16 0,7 1-6704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8:40.907"/>
    </inkml:context>
    <inkml:brush xml:id="br0">
      <inkml:brushProperty name="width" value="0.05" units="cm"/>
      <inkml:brushProperty name="height" value="0.05" units="cm"/>
      <inkml:brushProperty name="color" value="#FF0066"/>
    </inkml:brush>
  </inkml:definitions>
  <inkml:trace contextRef="#ctx0" brushRef="#br0">1 271 24575,'0'-34'0,"-1"7"0,5-41 0,0 55 0,1 11 0,-4 4 0,1-1 0,-1 1 0,0 0 0,0 0 0,1-1 0,-1 1 0,-1 0 0,1 0 0,1 3 0,21 61 0,-2 0 0,-4 2 0,16 118 0,-32-174 0,1-5 0,-1 1 0,0-1 0,-1 1 0,1-1 0,-2 1 0,1-1 0,-1 0 0,0 1 0,0-1 0,-5 13 0,6-20 0,0 1 0,0 0 0,-1-1 0,1 1 0,0 0 0,-1-1 0,1 1 0,0 0 0,-1-1 0,1 1 0,-1-1 0,1 1 0,-1-1 0,1 1 0,-1-1 0,1 1 0,-1-1 0,0 1 0,1-1 0,-1 0 0,0 1 0,1-1 0,-1 0 0,0 0 0,1 0 0,-1 1 0,0-1 0,0 0 0,1 0 0,-1 0 0,0 0 0,0 0 0,1 0 0,-1 0 0,0-1 0,1 1 0,-1 0 0,0 0 0,0 0 0,1-1 0,-1 1 0,0 0 0,1-1 0,-1 1 0,1-1 0,-1 1 0,0-1 0,0 0 0,-2-2 0,1 0 0,-1 1 0,1-2 0,-1 1 0,1 0 0,0 0 0,0-1 0,-2-4 0,-1-9 0,0 0 0,0 0 0,2-1 0,0 0 0,1 1 0,1-1 0,1 0 0,0 0 0,1 0 0,7-31 0,-3 23 0,2-1 0,0 1 0,2 0 0,1 1 0,1 0 0,21-33 0,-22 42 0,1 0 0,0 1 0,1 1 0,1 0 0,0 0 0,1 2 0,0-1 0,23-13 0,-30 21 0,1 1 0,0-1 0,0 2 0,0-1 0,1 1 0,-1 0 0,1 1 0,0 0 0,0 0 0,-1 1 0,1 0 0,0 1 0,0 0 0,0 0 0,0 1 0,0 0 0,0 0 0,0 1 0,12 5 0,23 15-1365,-9 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07.835"/>
    </inkml:context>
    <inkml:brush xml:id="br0">
      <inkml:brushProperty name="width" value="0.05" units="cm"/>
      <inkml:brushProperty name="height" value="0.05" units="cm"/>
      <inkml:brushProperty name="color" value="#FF0066"/>
    </inkml:brush>
  </inkml:definitions>
  <inkml:trace contextRef="#ctx0" brushRef="#br0">9 193 24575,'-8'2'0,"23"1"0,29 3 0,71-2-21,180-18 0,-202 7-167,743-52-2110,661-42-56,-1077 75 2703,-400 25-4007</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0.139"/>
    </inkml:context>
    <inkml:brush xml:id="br0">
      <inkml:brushProperty name="width" value="0.05" units="cm"/>
      <inkml:brushProperty name="height" value="0.05" units="cm"/>
      <inkml:brushProperty name="color" value="#FF0066"/>
    </inkml:brush>
  </inkml:definitions>
  <inkml:trace contextRef="#ctx0" brushRef="#br0">930 200 24575,'0'-5'0,"-1"0"0,1 0 0,-1-1 0,-1 1 0,1 0 0,-1 0 0,0 0 0,0 1 0,0-1 0,-1 0 0,1 1 0,-1-1 0,0 1 0,0 0 0,-1 0 0,0 0 0,1 0 0,-7-4 0,-7-5 0,-1 1 0,0 1 0,-24-11 0,30 15 0,-1 0 0,-2 0 0,1 1 0,-1 1 0,0 0 0,0 1 0,-16-2 0,21 4 0,0 2 0,0-1 0,1 2 0,-1-1 0,0 1 0,0 1 0,1-1 0,-1 2 0,1-1 0,-18 8 0,10-1 0,-1 1 0,1 1 0,1 0 0,0 1 0,1 0 0,0 2 0,1 0 0,0 0 0,1 1 0,1 1 0,0 0 0,1 1 0,-13 27 0,16-28 0,1 0 0,0 0 0,1 1 0,1 0 0,1 0 0,0 1 0,1-1 0,1 1 0,1-1 0,0 1 0,2 0 0,0-1 0,0 1 0,2 0 0,6 23 0,-6-32 0,0 0 0,1 0 0,0-1 0,1 1 0,0-1 0,0 0 0,1-1 0,0 1 0,0-1 0,0 0 0,1-1 0,0 1 0,1-1 0,-1-1 0,1 0 0,0 0 0,1 0 0,-1-1 0,12 4 0,-3-2 0,0-1 0,1-1 0,-1-1 0,1 0 0,-1-2 0,1 0 0,0 0 0,-1-2 0,27-4 0,-33 4 0,0-1 0,0-1 0,14-5 0,-22 7 0,-1 1 0,0-1 0,0 0 0,0 0 0,0 0 0,0 0 0,0-1 0,0 1 0,0-1 0,0 1 0,0-1 0,-1 1 0,1-1 0,-1 0 0,1 0 0,-1 0 0,0 0 0,0 0 0,0 0 0,0 0 0,0 0 0,1-4 0,-2 5 0,0 0 0,0-1 0,0 1 0,0 0 0,0 0 0,0-1 0,0 1 0,-1 0 0,1 0 0,-1 0 0,1-1 0,-1 1 0,1 0 0,-1 0 0,0 0 0,1 0 0,-1 0 0,0 0 0,0 0 0,-1 0 0,0-2 0,-1 1 0,0 0 0,0 1 0,0-1 0,0 0 0,0 1 0,-4-2 0,-5 0 0,0 0 0,0 1 0,-16-2 0,1 3 0,1 1 0,0 2 0,-1 0 0,1 2 0,0 1 0,0 1 0,1 1 0,-27 10 0,15-2 0,0 2 0,2 1 0,0 2 0,-54 40 0,75-49 0,1 0 0,0 1 0,0 1 0,1 0 0,1 1 0,-14 21 0,21-29 0,1-1 0,1 1 0,-1 0 0,1 0 0,0 0 0,0 1 0,1-1 0,-1 0 0,1 8 0,1-9 0,0-1 0,0 0 0,1 1 0,-1-1 0,1 0 0,0 1 0,1-1 0,-1 0 0,1 0 0,0 0 0,0 0 0,0-1 0,0 1 0,0 0 0,4 3 0,1 0 26,0-1 1,1 1-1,-1-1 0,1 0 0,1-1 0,-1 0 1,1 0-1,0-1 0,0 0 0,0-1 0,1 1 1,15 2-1,14 1-771,68 4 1,-100-10 527,81 3-6609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0.622"/>
    </inkml:context>
    <inkml:brush xml:id="br0">
      <inkml:brushProperty name="width" value="0.05" units="cm"/>
      <inkml:brushProperty name="height" value="0.05" units="cm"/>
      <inkml:brushProperty name="color" value="#FF0066"/>
    </inkml:brush>
  </inkml:definitions>
  <inkml:trace contextRef="#ctx0" brushRef="#br0">276 501 24575,'16'-14'0,"-12"12"0,-1-1 0,1 0 0,-1 0 0,0 0 0,0 0 0,0 0 0,0-1 0,-1 0 0,1 1 0,-1-1 0,0 0 0,3-6 0,-5 9 0,0 1 0,0 0 0,0-1 0,0 1 0,0 0 0,0 0 0,0-1 0,0 1 0,0 0 0,0-1 0,0 1 0,0 0 0,0 0 0,0-1 0,0 1 0,-1 0 0,1-1 0,0 1 0,0 0 0,0 0 0,0-1 0,0 1 0,-1 0 0,1 0 0,0-1 0,0 1 0,0 0 0,-1 0 0,1 0 0,0-1 0,0 1 0,-1 0 0,1 0 0,0 0 0,-1 0 0,1 0 0,0 0 0,0 0 0,-1 0 0,1-1 0,0 1 0,-1 0 0,1 0 0,0 0 0,0 0 0,-1 0 0,1 1 0,0-1 0,-1 0 0,1 0 0,0 0 0,-1 0 0,1 0 0,0 0 0,-1 1 0,-18 5 0,2 3 0,0 1 0,1 1 0,0 0 0,-26 24 0,-51 61 0,83-85 0,-9 10 0,-21 30 0,36-45 0,0 0 0,0 0 0,1 0 0,0 1 0,0-1 0,1 1 0,0 0 0,0 0 0,0 0 0,-1 10 0,3-15 0,0-1 0,0 1 0,0 0 0,0-1 0,1 1 0,-1 0 0,0-1 0,1 1 0,-1-1 0,1 1 0,-1-1 0,1 1 0,0-1 0,0 1 0,0-1 0,0 1 0,0-1 0,0 0 0,0 1 0,0-1 0,2 1 0,0 0 0,-1 0 0,1-1 0,0 0 0,0 0 0,0 0 0,0 0 0,0 0 0,0 0 0,0-1 0,6 1 0,1-1 0,-1 0 0,1-1 0,0 0 0,-1-1 0,1 0 0,13-5 0,-7 1 0,-1-1 0,1-1 0,-2 0 0,1-1 0,-1 0 0,-1-1 0,0-1 0,21-22 0,-18 15 0,-2 0 0,0-1 0,-1-1 0,-1 0 0,16-37 0,-10 9 0,-2-2 0,-2 0 0,-2 0 0,-2-1 0,2-56 0,-11 100 0,2-13 0,-1 1 0,-2 0 0,1 0 0,-2-1 0,-1 1 0,-4-21 0,6 37 0,-1 0 0,0 1 0,0-1 0,0 1 0,0 0 0,0-1 0,-1 1 0,1 0 0,-1-1 0,-2-2 0,4 5 0,-1-1 0,0 1 0,1 0 0,-1-1 0,0 1 0,1 0 0,-1-1 0,0 1 0,0 0 0,1 0 0,-1 0 0,0-1 0,0 1 0,1 0 0,-1 0 0,0 0 0,0 0 0,1 1 0,-1-1 0,0 0 0,0 0 0,1 0 0,-1 0 0,0 1 0,0-1 0,1 0 0,-1 1 0,0-1 0,1 1 0,-1-1 0,1 1 0,-1-1 0,1 1 0,-1-1 0,1 1 0,-1-1 0,1 1 0,-2 1 0,-4 6 0,0 0 0,1 0 0,0 1 0,0 0 0,0 0 0,-5 18 0,-16 64 0,22-73 0,-9 43 0,2 1 0,3 1 0,3 0 0,3 79 0,3-125 114,0 1 0,7 33 0,-7-47-215,0 0 1,0 1-1,1-1 1,-1 0 0,1 0-1,0 0 1,0 0-1,0 0 1,1 0 0,-1-1-1,1 1 1,0-1 0,0 0-1,0 0 1,1 0-1,7 5 1,7 0-6726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0.782"/>
    </inkml:context>
    <inkml:brush xml:id="br0">
      <inkml:brushProperty name="width" value="0.05" units="cm"/>
      <inkml:brushProperty name="height" value="0.05" units="cm"/>
      <inkml:brushProperty name="color" value="#FF0066"/>
    </inkml:brush>
  </inkml:definitions>
  <inkml:trace contextRef="#ctx0" brushRef="#br0">0 26 24575,'6'-6'0,"5"-5"0,0 3 0,-7 17 0,-4 13 0,-6 8 0,-1 3 0,0 1 0,2-2 0,1-3 0,1-7-8191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0.928"/>
    </inkml:context>
    <inkml:brush xml:id="br0">
      <inkml:brushProperty name="width" value="0.05" units="cm"/>
      <inkml:brushProperty name="height" value="0.05" units="cm"/>
      <inkml:brushProperty name="color" value="#FF0066"/>
    </inkml:brush>
  </inkml:definitions>
  <inkml:trace contextRef="#ctx0" brushRef="#br0">79 36 24575,'-3'-6'0,"-1"-5"0,-3 0 0,-3 4 0,0 7 0,-1 9 0,-2 6 0,1 6 0,4 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1.109"/>
    </inkml:context>
    <inkml:brush xml:id="br0">
      <inkml:brushProperty name="width" value="0.05" units="cm"/>
      <inkml:brushProperty name="height" value="0.05" units="cm"/>
      <inkml:brushProperty name="color" value="#FF0066"/>
    </inkml:brush>
  </inkml:definitions>
  <inkml:trace contextRef="#ctx0" brushRef="#br0">88 72 24575,'3'-6'0,"-1"-2"0,0 1 0,0 0 0,0 0 0,0-11 0,0-1 0,0 93 0,-10 56-455,-6 0 0,-56 230 0,58-313-6371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1.776"/>
    </inkml:context>
    <inkml:brush xml:id="br0">
      <inkml:brushProperty name="width" value="0.05" units="cm"/>
      <inkml:brushProperty name="height" value="0.05" units="cm"/>
      <inkml:brushProperty name="color" value="#FF0066"/>
    </inkml:brush>
  </inkml:definitions>
  <inkml:trace contextRef="#ctx0" brushRef="#br0">13 595 24575,'-1'-8'0,"-3"-7"0,1-1 0,1 1 0,1-1 0,0 0 0,2-21 0,-1 35 0,0 0 0,1 1 0,-1-1 0,1 0 0,0 0 0,-1 1 0,1-1 0,0 1 0,0-1 0,0 1 0,0-1 0,0 1 0,0-1 0,1 1 0,-1 0 0,0 0 0,1-1 0,-1 1 0,1 0 0,-1 0 0,1 1 0,0-1 0,-1 0 0,1 0 0,2 0 0,4-1 0,1 0 0,-1 1 0,1 0 0,10 0 0,3 0 0,46-7 0,0-3 0,-1-3 0,0-3 0,107-42 0,-171 58 0,24-12 0,-26 12 0,0 1 0,0 0 0,0-1 0,0 1 0,-1-1 0,1 1 0,0-1 0,0 1 0,-1-1 0,1 0 0,0 1 0,-1-1 0,1 0 0,-1 0 0,1 1 0,-1-1 0,1 0 0,-1 0 0,1 0 0,-1 0 0,0 0 0,1 0 0,-1-1 0,0 2 0,-1-1 0,1 1 0,-1-1 0,0 1 0,1-1 0,-1 1 0,1-1 0,-1 1 0,0 0 0,1-1 0,-1 1 0,0 0 0,1 0 0,-1-1 0,0 1 0,0 0 0,1 0 0,-1 0 0,0 0 0,1 0 0,-1 0 0,0 0 0,0 0 0,1 0 0,-1 0 0,0 1 0,0-1 0,0 1 0,-25 5 0,6 2 0,0 1 0,0 1 0,1 0 0,0 1 0,1 1 0,0 1 0,-24 23 0,30-25 0,1 1 0,-1 0 0,2 1 0,0 0 0,0 1 0,2 0 0,0 1 0,0 0 0,1 0 0,-7 24 0,13-34 0,-1-1 0,1 1 0,1 0 0,-1-1 0,1 1 0,0 0 0,0 0 0,0-1 0,1 1 0,-1 0 0,1-1 0,0 1 0,1 0 0,2 7 0,-2-9 0,0 0 0,0 0 0,0 0 0,1 0 0,-1 0 0,1-1 0,0 1 0,0-1 0,0 1 0,0-1 0,0 0 0,0 0 0,0 0 0,1-1 0,-1 1 0,1-1 0,-1 0 0,8 2 0,0-2 0,1 1 0,-1-2 0,1 1 0,0-2 0,-1 1 0,1-2 0,-1 0 0,0 0 0,0-1 0,1 0 0,-2-1 0,22-9 0,-16 4 0,0 1 0,-1-2 0,0 0 0,0-1 0,-1 0 0,-1-1 0,20-22 0,-26 24 0,0 0 0,0 0 0,-1 0 0,0-1 0,-1 1 0,0-2 0,-1 1 0,-1 0 0,1-1 0,-2 0 0,3-16 0,-4 18 0,-1 0 0,0 0 0,0 0 0,-1 1 0,0-1 0,0 0 0,-1 0 0,-1 0 0,0 1 0,0-1 0,-1 1 0,0 0 0,-9-16 0,4 8 0,9 17 0,0 0 0,0 0 0,0 0 0,0 0 0,0-1 0,0 1 0,0 0 0,0 0 0,0 0 0,0 0 0,0-1 0,0 1 0,0 0 0,0 0 0,0 0 0,0 0 0,0-1 0,0 1 0,0 0 0,0 0 0,1 0 0,-1 0 0,0-1 0,0 1 0,0 0 0,0 0 0,0 0 0,0 0 0,1 0 0,-1 0 0,0 0 0,0-1 0,0 1 0,0 0 0,0 0 0,1 0 0,-1 0 0,0 0 0,0 0 0,0 0 0,0 0 0,1 0 0,28 9 0,-14-4 0,19 6 0,11 4 0,56 27 0,-89-37 0,0 1 0,-1 1 0,0 0 0,0 1 0,-1 0 0,0 1 0,0 0 0,-1 0 0,13 18 0,-18-22 0,-1 0 0,-1 1 0,1-1 0,-1 1 0,0 0 0,0-1 0,0 1 0,-1 0 0,0 0 0,0 0 0,0 0 0,-1 0 0,0 0 0,0 0 0,-3 12 0,2-14 0,0 1 0,0-1 0,0 1 0,-1-1 0,0 1 0,0-1 0,0 0 0,-1 0 0,1 0 0,-1 0 0,0 0 0,0-1 0,0 1 0,-1-1 0,1 0 0,-1 0 0,0 0 0,0 0 0,0-1 0,-7 4 0,10-6 0,0 1 0,0-1 0,0 1 0,0-1 0,0 1 0,0-1 0,0 0 0,0 0 0,0 1 0,0-1 0,0 0 0,0 0 0,0 0 0,0 0 0,0 0 0,0-1 0,0 1 0,0 0 0,0 0 0,0-1 0,0 1 0,-2-1 0,3 0 0,-1 0 0,0 0 0,1 0 0,-1 1 0,0-1 0,1 0 0,-1 0 0,1 0 0,0 0 0,-1 0 0,1 0 0,0 0 0,0-1 0,-1 1 0,1 0 0,0 0 0,0-2 0,1-4 0,0-1 0,0 1 0,1-1 0,0 1 0,2-8 0,8-12 0,0 0 0,1 1 0,30-43 0,61-65 0,-65 89 0,53-48 0,-75 78 0,1 1 0,0 1 0,0 0 0,1 1 0,1 1 0,29-11 0,-42 19 57,-1 1 0,1 0 0,0 0 0,0 1 0,8-1 0,-13 2-143,0 0 1,0 0 0,1 0-1,-1 0 1,0 1 0,0-1-1,0 1 1,0-1 0,0 1-1,0 0 1,0-1 0,0 1-1,0 0 1,0 1 0,0-1-1,0 0 1,-1 0 0,1 1-1,2 2 1,8 16-6741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3.936"/>
    </inkml:context>
    <inkml:brush xml:id="br0">
      <inkml:brushProperty name="width" value="0.05" units="cm"/>
      <inkml:brushProperty name="height" value="0.05" units="cm"/>
      <inkml:brushProperty name="color" value="#FF0066"/>
    </inkml:brush>
  </inkml:definitions>
  <inkml:trace contextRef="#ctx0" brushRef="#br0">656 308 24575,'7'-9'0,"-1"0"0,1 0 0,-1-1 0,-1 1 0,0-1 0,0-1 0,-1 1 0,-1 0 0,5-21 0,-6 25 0,-1-1 0,0 0 0,-1 1 0,1-1 0,-1 1 0,0-1 0,-1 0 0,0 1 0,0-1 0,0 1 0,-1-1 0,0 1 0,0 0 0,-1-1 0,0 1 0,0 0 0,0 1 0,0-1 0,-6-5 0,4 5 0,0 1 0,0 0 0,-1 1 0,1-1 0,-1 1 0,0 0 0,-1 0 0,1 1 0,-1 0 0,1 0 0,-1 1 0,0-1 0,0 1 0,0 1 0,-1 0 0,1 0 0,-10 0 0,4 1 0,1 0 0,-1 1 0,1 1 0,0 0 0,-1 1 0,1 0 0,0 1 0,1 0 0,-1 1 0,1 1 0,0-1 0,0 2 0,0-1 0,1 2 0,0-1 0,1 1 0,-1 1 0,-14 17 0,17-17 0,0 1 0,0 0 0,0 0 0,1 0 0,1 1 0,0-1 0,0 1 0,1 1 0,1-1 0,0 1 0,0-1 0,1 1 0,0 0 0,1 0 0,1 0 0,0-1 0,0 1 0,2 0 0,3 22 0,0-17 0,1 0 0,1-1 0,0 1 0,1-1 0,1-1 0,0 1 0,1-2 0,1 1 0,23 24 0,5-2 0,86 61 0,-1-1 0,-116-90 0,-1-1 0,0 1 0,-1 1 0,1-1 0,5 11 0,-11-16 0,1 0 0,-1 0 0,0 0 0,0 0 0,-1 0 0,1 1 0,0-1 0,-1 0 0,1 1 0,-1-1 0,0 0 0,0 1 0,0-1 0,0 0 0,0 1 0,0-1 0,-1 0 0,1 1 0,-1-1 0,1 0 0,-1 1 0,0-1 0,0 0 0,0 0 0,0 0 0,-3 3 0,-2 2 0,0 0 0,-1 0 0,0-1 0,-1 0 0,1-1 0,-1 1 0,0-1 0,0-1 0,-15 6 0,-10 3 0,-41 10 0,16-7 0,0-3 0,-1-3 0,0-2 0,-95 0 0,138-8-273,1-1 0,0-1 0,-1 0 0,-20-7 0,8-2-6553</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4.175"/>
    </inkml:context>
    <inkml:brush xml:id="br0">
      <inkml:brushProperty name="width" value="0.05" units="cm"/>
      <inkml:brushProperty name="height" value="0.05" units="cm"/>
      <inkml:brushProperty name="color" value="#FF0066"/>
    </inkml:brush>
  </inkml:definitions>
  <inkml:trace contextRef="#ctx0" brushRef="#br0">263 20 24575,'1'0'0,"0"-1"0,0 1 0,0-1 0,0 1 0,0-1 0,0 1 0,-1-1 0,1 1 0,0-1 0,0 0 0,-1 1 0,1-1 0,-1 0 0,1 0 0,0 0 0,-1 1 0,1-1 0,-1 0 0,0 0 0,1 0 0,-1 0 0,1-2 0,-2 3 0,0 0 0,-1 0 0,1-1 0,0 1 0,0 0 0,0 0 0,0 0 0,0 0 0,0 0 0,0 0 0,0 0 0,0 1 0,0-1 0,-1 0 0,1 0 0,0 1 0,0-1 0,0 1 0,1-1 0,-1 1 0,-2 1 0,-16 7 0,1 2 0,0 0 0,0 1 0,1 0 0,0 2 0,2 0 0,-1 1 0,2 0 0,0 1 0,-13 21 0,19-26 0,1 0 0,0 1 0,1-1 0,0 1 0,1 1 0,0-1 0,1 1 0,0 0 0,1 0 0,1 0 0,0 0 0,1 1 0,0-1 0,1 1 0,1-1 0,0 0 0,3 18 0,-2-25 20,0 1 0,0-1 0,0 0 1,1 0-1,0 0 0,0 0 0,1-1 0,-1 1 0,1-1 0,0 0 0,1 0 0,-1 0 0,1 0 0,0-1 0,0 0 0,10 6 1,-5-5-211,1 0 0,-1 0 1,1-1-1,0-1 0,0 0 1,0 0-1,0-1 1,21 1-1,9-2-6636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4.915"/>
    </inkml:context>
    <inkml:brush xml:id="br0">
      <inkml:brushProperty name="width" value="0.05" units="cm"/>
      <inkml:brushProperty name="height" value="0.05" units="cm"/>
      <inkml:brushProperty name="color" value="#FF0066"/>
    </inkml:brush>
  </inkml:definitions>
  <inkml:trace contextRef="#ctx0" brushRef="#br0">140 425 24575,'5'-13'0,"-1"2"0,0 0 0,-1 0 0,-1-1 0,1 0 0,0-13 0,-3 25 0,0-1 0,0 1 0,0-1 0,0 1 0,0-1 0,0 1 0,0-1 0,0 1 0,0-1 0,0 1 0,0-1 0,0 1 0,0-1 0,-1 1 0,1 0 0,0-1 0,0 1 0,0-1 0,-1 1 0,1-1 0,0 1 0,-1 0 0,1-1 0,0 1 0,-1 0 0,1-1 0,0 1 0,-1 0 0,0-1 0,-11 7 0,-11 20 0,1 3 0,2 1 0,-21 42 0,35-59 0,-1 0 0,2 1 0,0 0 0,1 0 0,0 1 0,1-1 0,0 1 0,0 21 0,3-33 0,0 0 0,0 0 0,1 0 0,-1 0 0,1 0 0,-1 0 0,1 0 0,0 0 0,0 0 0,0-1 0,1 1 0,-1 0 0,1-1 0,-1 1 0,1 0 0,0-1 0,0 0 0,0 1 0,4 2 0,-2-3 0,0 1 0,0-1 0,1 0 0,-1 0 0,0 0 0,1 0 0,0-1 0,-1 0 0,1 0 0,0 0 0,7 0 0,0-1 0,0 0 0,0-1 0,0 0 0,0-1 0,-1 0 0,1-1 0,0 0 0,-1-1 0,14-7 0,-19 9 0,-1-1 0,0 0 0,0-1 0,0 1 0,0-1 0,0 0 0,-1 0 0,0 0 0,0-1 0,0 0 0,0 1 0,-1-1 0,0-1 0,0 1 0,0 0 0,-1-1 0,1 0 0,-1 1 0,-1-1 0,1 0 0,-1 0 0,0 0 0,0 0 0,-1 0 0,0 0 0,0 0 0,0 0 0,-1 0 0,0 0 0,0 0 0,0 0 0,-1 0 0,0 0 0,0 1 0,0-1 0,-1 0 0,-4-6 0,2 3 0,-1-1 0,-1 1 0,1 0 0,-2 0 0,1 1 0,-1 0 0,0 1 0,-1-1 0,0 1 0,0 1 0,0 0 0,-1 0 0,0 1 0,-14-6 0,23 11 0,1 0 0,-1-1 0,0 1 0,0 0 0,1 0 0,-1-1 0,0 1 0,0 0 0,0 0 0,1 0 0,-1 0 0,0 0 0,0 0 0,0 0 0,1 0 0,-1 1 0,0-1 0,0 0 0,0 0 0,1 1 0,-1-1 0,0 0 0,0 1 0,1-1 0,-1 1 0,0-1 0,0 2 0,1-2 0,0 1 0,0 0 0,0 0 0,0 0 0,0 0 0,0 0 0,0-1 0,0 1 0,0 0 0,1 0 0,-1 0 0,0 0 0,1-1 0,-1 1 0,1 0 0,-1 0 0,1-1 0,-1 1 0,1 0 0,-1-1 0,1 1 0,0-1 0,-1 1 0,1-1 0,0 1 0,1 0 0,8 7 0,1-1 0,1-1 0,-1 0 0,1 0 0,0-1 0,1 0 0,-1-1 0,1-1 0,-1 0 0,1 0 0,0-2 0,0 1 0,20-2 0,-11 0 0,0-2 0,0-1 0,-1 0 0,1-2 0,-1 0 0,1-1 0,24-12 0,-32 11 0,0-1 0,0 0 0,-1-1 0,15-14 0,-24 20 0,-3 3 0,-1-1 0,1 0 0,0 1 0,-1-1 0,1 1 0,0-1 0,0 1 0,-1-1 0,1 1 0,0 0 0,0-1 0,0 1 0,0 0 0,0 0 0,-1 0 0,1-1 0,0 1 0,1 0 0,-1 1 0,-1-1 0,1 0 0,-1 0 0,0 1 0,1-1 0,-1 0 0,0 1 0,1-1 0,-1 0 0,0 1 0,1-1 0,-1 0 0,0 1 0,0-1 0,1 1 0,-1-1 0,0 1 0,0-1 0,0 1 0,0-1 0,0 1 0,0-1 0,0 1 0,1 0 0,-4 38 0,1-29 0,-31 501 0,33-503 0,0-4 0,0 1 0,0-1 0,0 0 0,0 1 0,-3 6 0,3-11 0,0-1 0,-1 1 0,1 0 0,-1 0 0,1-1 0,0 1 0,-1 0 0,1-1 0,0 1 0,-1 0 0,1-1 0,0 1 0,0-1 0,-1 1 0,1 0 0,0-1 0,0 1 0,0-1 0,-1 1 0,1-1 0,0 1 0,0-1 0,0 1 0,0-1 0,0 1 0,0-1 0,-6-20 0,-1-17 0,2 1 0,2-1 0,1 0 0,7-73 0,4 36 0,28-109 0,16 4 0,-44 156 0,1 0 0,1 1 0,1 0 0,1 0 0,20-24 0,-30 43 0,1-1 0,-1 1 0,1 0 0,1 1 0,-1-1 0,0 1 0,1 0 0,0 0 0,-1 0 0,1 0 0,1 1 0,-1 0 0,11-3 0,-14 4 0,1 1 0,0 0 0,0 0 0,0 0 0,0 0 0,0 1 0,0-1 0,0 1 0,0-1 0,0 1 0,-1 0 0,1 0 0,0 0 0,-1 1 0,1-1 0,0 1 0,-1-1 0,0 1 0,1 0 0,-1 0 0,0 0 0,0 0 0,0 0 0,0 1 0,0-1 0,-1 0 0,1 1 0,0 2 0,4 6 0,-2 0 0,0 0 0,0 0 0,-1 0 0,0 1 0,-1-1 0,0 1 0,-1 0 0,0 0 0,-1-1 0,0 1 0,-1 0 0,0 0 0,-5 16 0,3-12 0,-1-1 0,-1 1 0,0-1 0,-1 0 0,-1 0 0,0-1 0,-2 0 0,1 0 0,-1-1 0,-12 13 0,8-13-455,0 0 0,-28 19 0,11-12-6371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5.290"/>
    </inkml:context>
    <inkml:brush xml:id="br0">
      <inkml:brushProperty name="width" value="0.05" units="cm"/>
      <inkml:brushProperty name="height" value="0.05" units="cm"/>
      <inkml:brushProperty name="color" value="#FF0066"/>
    </inkml:brush>
  </inkml:definitions>
  <inkml:trace contextRef="#ctx0" brushRef="#br0">184 305 24575,'0'3'0,"-1"0"0,0-1 0,1 1 0,-1 0 0,0-1 0,0 1 0,0-1 0,-1 1 0,1-1 0,-1 0 0,1 1 0,-1-1 0,0 0 0,1 0 0,-1 0 0,0 0 0,-1-1 0,1 1 0,0 0 0,-4 1 0,-17 17 0,25-18 0,7-4 0,9-4 0,3-5 0,-1-1 0,0-1 0,0-1 0,-1 0 0,-1-2 0,0 0 0,-2-1 0,0-1 0,0-1 0,-2 0 0,0 0 0,-2-2 0,13-26 0,-22 41 0,0-1 0,0 0 0,-1 0 0,0 0 0,-1 0 0,0-1 0,0 1 0,0-12 0,-1 17 0,0 0 0,-1 1 0,1-1 0,0 1 0,-1-1 0,1 0 0,-1 1 0,0-1 0,1 1 0,-1-1 0,0 1 0,0-1 0,0 1 0,0 0 0,0 0 0,0-1 0,-2 0 0,1 0 0,0 1 0,0 0 0,-1 0 0,1 1 0,0-1 0,0 0 0,-1 1 0,1-1 0,0 1 0,-1 0 0,1 0 0,0 0 0,-1 0 0,1 0 0,-5 1 0,-3 1 0,0 1 0,0 0 0,1 0 0,-1 1 0,1 0 0,0 1 0,0 0 0,0 0 0,-12 10 0,-2 4 0,1 1 0,-21 24 0,20-18 0,0 2 0,2 0 0,0 2 0,-15 32 0,28-47 0,1 0 0,0 0 0,1 1 0,1-1 0,1 1 0,0 0 0,1 1 0,0-1 0,2 1 0,0 31 0,2-40 17,0-1 0,0 1 0,1-1 1,0 0-1,1 0 0,0 0 0,0 0 0,0 0 0,1 0 0,-1-1 0,2 1 0,-1-1 0,1 0 0,0-1 0,0 1 0,1-1 0,-1 0 0,1 0 1,10 5-1,-6-4-160,1 0 1,0-1 0,0-1 0,0 1-1,1-2 1,-1 0 0,1 0 0,0-1 0,0 0-1,0-1 1,17-1 0,26-4-6684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6.067"/>
    </inkml:context>
    <inkml:brush xml:id="br0">
      <inkml:brushProperty name="width" value="0.05" units="cm"/>
      <inkml:brushProperty name="height" value="0.05" units="cm"/>
      <inkml:brushProperty name="color" value="#FF0066"/>
    </inkml:brush>
  </inkml:definitions>
  <inkml:trace contextRef="#ctx0" brushRef="#br0">156 687 24575,'-1'-1'0,"0"1"0,0-1 0,0 0 0,0 1 0,0-1 0,1 0 0,-1 0 0,0 0 0,0 0 0,0 1 0,1-1 0,-1 0 0,0-1 0,0 0 0,-9-11 0,6 15 0,0 9 0,0 25 0,2 66 0,0-5 0,-37 212 0,38-299 0,-1 0 0,0-1 0,-1 1 0,-7 18 0,10-28 0,0 1 0,0-1 0,0 0 0,0 1 0,0-1 0,-1 1 0,1-1 0,0 0 0,0 1 0,0-1 0,-1 0 0,1 1 0,0-1 0,0 0 0,-1 0 0,1 1 0,0-1 0,-1 0 0,1 0 0,0 1 0,-1-1 0,1 0 0,0 0 0,-1 0 0,1 1 0,0-1 0,-1 0 0,1 0 0,-1 0 0,1 0 0,0 0 0,-1 0 0,1 0 0,-1 0 0,1 0 0,-1 0 0,1 0 0,0 0 0,-1 0 0,1-1 0,0 1 0,-1 0 0,1 0 0,-1 0 0,1 0 0,0-1 0,-1 1 0,1 0 0,0 0 0,-1-1 0,1 1 0,0 0 0,0-1 0,-1 1 0,1 0 0,0-1 0,0 1 0,0 0 0,-1-1 0,1 1 0,0 0 0,0-1 0,0 1 0,0-1 0,0 1 0,0-1 0,-11-29 0,1-20 0,1 1 0,-3-99 0,12 68 0,12-91 0,-2 96 0,3 0 0,32-104 0,-33 140 0,3 0 0,1 1 0,2 0 0,1 2 0,2 0 0,28-35 0,-39 58 0,1 0 0,0 1 0,1 1 0,0 0 0,1 0 0,0 1 0,1 1 0,22-12 0,-30 18 0,0 0 0,1 1 0,-1 0 0,1 0 0,0 0 0,-1 1 0,1 0 0,0 0 0,0 0 0,0 1 0,0 0 0,0 1 0,-1-1 0,1 1 0,0 1 0,0-1 0,-1 1 0,1 0 0,-1 1 0,1 0 0,-1 0 0,11 7 0,-11-5 0,1 0 0,-1 0 0,1 1 0,-2 0 0,1 0 0,-1 0 0,0 1 0,0 0 0,0 0 0,-1 0 0,6 16 0,-6-11 0,0 0 0,-1 0 0,-1 0 0,0 1 0,0-1 0,-1 1 0,-1 15 0,-3 1 0,-1 0 0,-1 0 0,-1-1 0,-1 0 0,-2 0 0,-15 32 0,2-13 0,-2-1 0,-2-1 0,-2-2 0,-64 77 0,51-74 0,-2-2 0,-2-2 0,-91 65 0,109-92 0,16-8 0,15-9 0,20-7 0,1 1 0,0 1 0,0 1 0,0 1 0,0 1 0,1 1 0,0 1 0,49 4 0,-54 0 0,0 0 0,0 2 0,0 0 0,0 2 0,-1 0 0,0 1 0,0 1 0,-1 1 0,0 1 0,0 0 0,20 16 0,-31-20-151,-1 1-1,1 0 0,-1 0 0,0 1 1,-1 0-1,0 0 0,0 0 1,8 16-1,-5-1-6674</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6.384"/>
    </inkml:context>
    <inkml:brush xml:id="br0">
      <inkml:brushProperty name="width" value="0.05" units="cm"/>
      <inkml:brushProperty name="height" value="0.05" units="cm"/>
      <inkml:brushProperty name="color" value="#FF0066"/>
    </inkml:brush>
  </inkml:definitions>
  <inkml:trace contextRef="#ctx0" brushRef="#br0">51 227 24575,'2'-6'0,"1"-1"0,-1 1 0,0-1 0,-1 0 0,2-14 0,-5 21 0,-2 7 0,-6 12 0,0 5 0,2 0 0,0 1 0,2-1 0,0 1 0,2 1 0,1-1 0,1 0 0,2 36 0,0-57 0,1 0 0,-1 0 0,1 1 0,0-1 0,0 0 0,0 0 0,1 0 0,0 0 0,0 0 0,0 0 0,0 0 0,0 0 0,1-1 0,0 1 0,-1-1 0,1 0 0,6 5 0,-6-6 0,0-1 0,0 1 0,0-1 0,0 1 0,0-1 0,1 0 0,-1 0 0,0 0 0,0-1 0,1 1 0,-1-1 0,1 0 0,-1 0 0,0 0 0,1-1 0,-1 1 0,0-1 0,1 1 0,-1-1 0,0 0 0,0 0 0,0-1 0,5-1 0,1-3 0,0 1 0,0-1 0,-1-1 0,0 0 0,0 0 0,-1 0 0,0-1 0,0 0 0,0-1 0,-1 1 0,-1-1 0,10-19 0,-3 1 0,-1 0 0,-1-1 0,8-42 0,-12 46 0,-2 0 0,3-50 0,-7 65 0,0 1 0,-1-1 0,0 1 0,0 0 0,0-1 0,-1 1 0,0 0 0,-1 0 0,0 0 0,0 1 0,-1-1 0,-7-11 0,10 17 0,-1 0 0,1 0 0,-1 0 0,0 0 0,1 0 0,-1 0 0,0 1 0,0-1 0,0 1 0,-1-1 0,1 1 0,0 0 0,0 0 0,-1 0 0,1 0 0,-1 0 0,1 0 0,-1 1 0,-4-1 0,4 1 0,0 1 0,0-1 0,0 1 0,1-1 0,-1 1 0,0 0 0,0 0 0,0 1 0,1-1 0,-1 1 0,0-1 0,1 1 0,0 0 0,-4 3 0,-1 2 0,0 0 0,1 0 0,0 1 0,0 0 0,1 1 0,-1-1 0,2 1 0,-8 18 0,10-20-227,0 0-1,1 0 1,-1 0-1,1 0 1,0 14-1,3 1-6598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6.553"/>
    </inkml:context>
    <inkml:brush xml:id="br0">
      <inkml:brushProperty name="width" value="0.05" units="cm"/>
      <inkml:brushProperty name="height" value="0.05" units="cm"/>
      <inkml:brushProperty name="color" value="#FF0066"/>
    </inkml:brush>
  </inkml:definitions>
  <inkml:trace contextRef="#ctx0" brushRef="#br0">33 137 24575,'0'-30'0,"-4"-15"0,0 3 0,1 23 0,-3 50 0,-1 35 0,2 21 0,1 11 0,5 0 0,2-17-8191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6.919"/>
    </inkml:context>
    <inkml:brush xml:id="br0">
      <inkml:brushProperty name="width" value="0.05" units="cm"/>
      <inkml:brushProperty name="height" value="0.05" units="cm"/>
      <inkml:brushProperty name="color" value="#FF0066"/>
    </inkml:brush>
  </inkml:definitions>
  <inkml:trace contextRef="#ctx0" brushRef="#br0">1 321 24575,'11'-15'0,"-10"15"0,-1 0 0,1 0 0,-1 0 0,0 0 0,1-1 0,-1 1 0,1 0 0,-1 0 0,0 0 0,1 0 0,-1 0 0,1 0 0,-1 0 0,0 0 0,1 0 0,-1 0 0,1 0 0,-1 1 0,0-1 0,1 0 0,-1 0 0,1 0 0,-1 0 0,0 1 0,1-1 0,0 1 0,1 1 0,-1-1 0,0 1 0,0-1 0,0 1 0,0-1 0,-1 1 0,1 0 0,0-1 0,-1 1 0,1 0 0,-1-1 0,1 1 0,-1 0 0,0 3 0,0-4 0,1 9 0,0-1 0,0 0 0,1 1 0,0-1 0,6 13 0,-8-20 0,1 0 0,1 0 0,-1 0 0,0 0 0,0 0 0,1 0 0,-1-1 0,1 1 0,0 0 0,-1-1 0,1 1 0,0-1 0,0 0 0,0 1 0,0-1 0,0 0 0,0 0 0,0 0 0,0-1 0,1 1 0,-1 0 0,0-1 0,0 1 0,1-1 0,-1 0 0,0 0 0,1 0 0,2 0 0,-1-1 0,1 1 0,0-1 0,-1 0 0,1 0 0,-1 0 0,1 0 0,-1-1 0,0 0 0,0 0 0,1 0 0,-1 0 0,-1-1 0,1 0 0,5-5 0,-4 4 0,-1-1 0,0 0 0,0-1 0,-1 1 0,1-1 0,-1 1 0,0-1 0,-1 0 0,3-9 0,-1 0 0,-1-1 0,0 1 0,-1 0 0,-1-1 0,-1 1 0,0-1 0,-5-30 0,2 25 0,-2 0 0,0 1 0,-9-24 0,12 38 0,-1 1 0,1-1 0,-1 0 0,0 1 0,-1 0 0,1 0 0,-1 0 0,0 0 0,0 0 0,-1 1 0,1 0 0,-1 0 0,0 0 0,0 0 0,-7-3 0,10 6 0,0 0 0,1 0 0,-1 1 0,0-1 0,0 1 0,0-1 0,0 1 0,0 0 0,0 0 0,0 0 0,0 0 0,0 0 0,0 0 0,0 1 0,0-1 0,0 1 0,0-1 0,0 1 0,-2 0 0,1 1 0,0 0 0,0 0 0,0 0 0,0 1 0,1-1 0,-1 1 0,1-1 0,0 1 0,-5 6 0,1 2 0,0 0 0,1 0 0,0 1 0,1 0 0,-4 13 0,4-4 34,0 0 1,1 0-1,1 0 0,1 0 0,0 0 0,2 1 0,1-1 0,0 0 0,10 34 1,-9-42-78,1-1 0,1 0 1,0 0-1,1 0 0,0 0 1,1-1-1,10 13 0,-11-16-81,1-1 0,-1-1 0,1 0 0,0 1 0,1-2 0,-1 1-1,1-1 1,0-1 0,1 1 0,16 5 0,17 2-6702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7.062"/>
    </inkml:context>
    <inkml:brush xml:id="br0">
      <inkml:brushProperty name="width" value="0.05" units="cm"/>
      <inkml:brushProperty name="height" value="0.05" units="cm"/>
      <inkml:brushProperty name="color" value="#FF0066"/>
    </inkml:brush>
  </inkml:definitions>
  <inkml:trace contextRef="#ctx0" brushRef="#br0">85 164 24575,'0'-30'0,"0"-15"0,-3 0 0,-4 13 0,-1 21 0,-1 21 0,-3 24 0,1 21 0,-1 16 0,2 11 0,2 5 0,3 4 0,5 1 0,3-16-8191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7.390"/>
    </inkml:context>
    <inkml:brush xml:id="br0">
      <inkml:brushProperty name="width" value="0.05" units="cm"/>
      <inkml:brushProperty name="height" value="0.05" units="cm"/>
      <inkml:brushProperty name="color" value="#FF0066"/>
    </inkml:brush>
  </inkml:definitions>
  <inkml:trace contextRef="#ctx0" brushRef="#br0">23 529 24575,'0'-6'0,"-1"0"0,0 0 0,0 0 0,-1 1 0,0-1 0,-2-6 0,1 6 0,1 1 0,0-1 0,1 0 0,0 0 0,-2-8 0,3 12 0,0 0 0,1-1 0,-1 1 0,0 0 0,1 0 0,-1-1 0,1 1 0,0 0 0,0 0 0,0 0 0,0 0 0,0 0 0,0 0 0,0 0 0,1 0 0,-1 0 0,1 0 0,1-1 0,4-3 0,1 0 0,0 0 0,-1 1 0,2 0 0,-1 0 0,13-5 0,59-18 0,-51 19 0,0-1 0,2 1 0,0-3 0,42-20 0,-66 28 0,1 0 0,-1-1 0,-1 1 0,1-1 0,-1-1 0,1 1 0,-2-1 0,1 0 0,-1 0 0,0-1 0,0 0 0,0 0 0,-1 0 0,0 0 0,3-8 0,-6 9 0,0 0 0,0 0 0,0 0 0,-1 0 0,0 0 0,0 0 0,0 0 0,-1 0 0,0 0 0,0 0 0,0 0 0,-4-8 0,4 10 0,-1 0 0,1 0 0,-1 0 0,0 0 0,0 0 0,0 0 0,-1 0 0,0 1 0,1-1 0,-1 1 0,0 0 0,-1 0 0,1 0 0,0 0 0,-1 1 0,0-1 0,-6-2 0,8 4 0,1 1 0,-1-1 0,0 1 0,0-1 0,1 1 0,-1 0 0,0 0 0,0 0 0,0 0 0,1 0 0,-1 0 0,0 1 0,0-1 0,1 0 0,-1 1 0,0-1 0,0 1 0,1 0 0,-3 1 0,1 0 0,1 0 0,-1 0 0,0 1 0,1-1 0,-1 1 0,1-1 0,0 1 0,-1 0 0,-1 4 0,-2 6 0,-1 1 0,2 0 0,-7 23 0,11-36 0,-9 36 0,2 0 0,2 0 0,1 1 0,2 0 0,1 0 0,2 1 0,9 68 0,-7-95-227,1 0-1,0 0 1,0 0-1,2 0 1,7 16-1,5 0-6598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7.749"/>
    </inkml:context>
    <inkml:brush xml:id="br0">
      <inkml:brushProperty name="width" value="0.05" units="cm"/>
      <inkml:brushProperty name="height" value="0.05" units="cm"/>
      <inkml:brushProperty name="color" value="#FF0066"/>
    </inkml:brush>
  </inkml:definitions>
  <inkml:trace contextRef="#ctx0" brushRef="#br0">1 62 24575,'3'-16'0,"-3"13"0,0 0 0,0 0 0,1 0 0,-1 0 0,1 1 0,0-1 0,0 0 0,0 0 0,0 1 0,0-1 0,1 0 0,-1 1 0,1-1 0,0 1 0,1-2 0,-2 4 0,0 0 0,-1 0 0,1 0 0,-1 0 0,1 0 0,0 1 0,-1-1 0,1 0 0,-1 1 0,1-1 0,-1 0 0,1 1 0,-1-1 0,1 1 0,-1-1 0,0 0 0,1 1 0,-1-1 0,0 1 0,1-1 0,-1 1 0,0 0 0,1-1 0,-1 1 0,0-1 0,0 1 0,0-1 0,0 1 0,1 0 0,-1 0 0,7 24 0,-6-23 0,6 26 0,-3-9 0,1 0 0,1-1 0,1 1 0,0-1 0,1 0 0,1-1 0,11 17 0,-19-34 0,-1 1 0,0 0 0,1-1 0,-1 1 0,1 0 0,-1-1 0,1 1 0,0-1 0,-1 1 0,1-1 0,0 1 0,-1-1 0,1 0 0,0 1 0,-1-1 0,1 0 0,0 1 0,0-1 0,-1 0 0,1 0 0,0 0 0,0 1 0,0-1 0,-1 0 0,1 0 0,0 0 0,0 0 0,0-1 0,-1 1 0,1 0 0,0 0 0,0 0 0,-1-1 0,1 1 0,0 0 0,0-1 0,-1 1 0,1-1 0,0 1 0,-1-1 0,1 1 0,0-1 0,-1 1 0,1-1 0,0 0 0,3-5 0,1 0 0,-1 0 0,-1 0 0,5-9 0,0 0 0,4-5 0,-3 5 0,0 0 0,1 1 0,1-1 0,0 2 0,1 0 0,14-13 0,-25 25 0,0 0 0,0 1 0,0-1 0,0 0 0,0 1 0,0-1 0,0 0 0,0 1 0,0-1 0,1 1 0,-1 0 0,0-1 0,0 1 0,0 0 0,1 0 0,-1-1 0,0 1 0,0 0 0,0 0 0,1 1 0,-1-1 0,0 0 0,0 0 0,0 0 0,2 1 0,-1 1 0,-1-1 0,1 0 0,-1 0 0,0 1 0,0-1 0,0 1 0,0-1 0,0 1 0,0-1 0,0 1 0,0 0 0,0-1 0,-1 1 0,2 3 0,1 8 0,-1 0 0,-1 0 0,1 21 0,-2-30 0,-1 121-1365,1-87-5461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3.957"/>
    </inkml:context>
    <inkml:brush xml:id="br0">
      <inkml:brushProperty name="width" value="0.05" units="cm"/>
      <inkml:brushProperty name="height" value="0.05" units="cm"/>
      <inkml:brushProperty name="color" value="#FF0066"/>
    </inkml:brush>
  </inkml:definitions>
  <inkml:trace contextRef="#ctx0" brushRef="#br0">41 200 24575,'0'-200'0,"11"1138"-127,-10-885 90,-2 1004-562,-7-910-20,-29 153 0,30-266-5571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4.327"/>
    </inkml:context>
    <inkml:brush xml:id="br0">
      <inkml:brushProperty name="width" value="0.05" units="cm"/>
      <inkml:brushProperty name="height" value="0.05" units="cm"/>
      <inkml:brushProperty name="color" value="#FF0066"/>
    </inkml:brush>
  </inkml:definitions>
  <inkml:trace contextRef="#ctx0" brushRef="#br0">11 1 24575,'0'0'0,"-1"0"0,1 0 0,0 0 0,-1 0 0,1 0 0,-1 0 0,1 0 0,0 0 0,-1 0 0,1 1 0,-1-1 0,1 0 0,0 0 0,-1 1 0,1-1 0,0 0 0,-1 0 0,1 1 0,0-1 0,-1 0 0,1 1 0,0-1 0,0 0 0,-1 1 0,1-1 0,0 0 0,0 1 0,0-1 0,0 1 0,-2 17 0,10 16 0,-8-33 0,11 32 0,1-1 0,1-1 0,32 56 0,-32-66 0,1-1 0,0 0 0,2-1 0,0-1 0,1-1 0,23 20 0,-31-31 0,0 1 0,0-1 0,0-1 0,1 0 0,-1 0 0,1-1 0,0-1 0,1 1 0,-1-1 0,1-1 0,14 2 0,-16-4 0,0 0 0,-1 0 0,1-1 0,0 0 0,0 0 0,-1-1 0,1 0 0,-1-1 0,0 0 0,0 0 0,0-1 0,0 0 0,0 0 0,9-8 0,12-12 0,-2-1 0,0-1 0,-2-1 0,-1-2 0,-1 0 0,-2-2 0,21-38 0,-33 51 0,-9 18 0,-1 0 0,1 0 0,0 0 0,0 1 0,0-1 0,0 0 0,0 0 0,0 0 0,0 0 0,0 0 0,0 0 0,0 0 0,0 0 0,0 0 0,0 0 0,0 0 0,0 0 0,0 0 0,-1 0 0,1 0 0,0 0 0,0 0 0,0 0 0,0 0 0,0 0 0,0 0 0,0 0 0,0 0 0,0 0 0,0 0 0,-1 0 0,1 0 0,0 0 0,0 0 0,0 0 0,0 0 0,0 0 0,0 0 0,0 0 0,0 0 0,0 0 0,0 0 0,0 0 0,0 0 0,0 0 0,-1 0 0,1 0 0,0 0 0,0 0 0,0-1 0,0 1 0,0 0 0,0 0 0,0 0 0,0 0 0,0 0 0,0 0 0,0 0 0,0 0 0,0 0 0,-24 26 0,-78 104-1365,63-81-5461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5.042"/>
    </inkml:context>
    <inkml:brush xml:id="br0">
      <inkml:brushProperty name="width" value="0.05" units="cm"/>
      <inkml:brushProperty name="height" value="0.05" units="cm"/>
      <inkml:brushProperty name="color" value="#FF0066"/>
    </inkml:brush>
  </inkml:definitions>
  <inkml:trace contextRef="#ctx0" brushRef="#br0">124 577 24575,'-1'-4'0,"1"0"0,-1 1 0,0-1 0,0 0 0,-1 1 0,1-1 0,-1 0 0,1 1 0,-1 0 0,0-1 0,-1 1 0,1 0 0,0 0 0,-1 0 0,-4-4 0,7 7 0,-1 0 0,1-1 0,0 1 0,-1 0 0,1 0 0,-1-1 0,1 1 0,0 0 0,-1 0 0,1 0 0,-1-1 0,1 1 0,0 0 0,-1 0 0,1 0 0,-1 0 0,1 0 0,-1 0 0,1 0 0,-1 0 0,1 0 0,-1 0 0,1 0 0,0 0 0,-1 0 0,1 0 0,-1 1 0,1-1 0,-1 0 0,1 0 0,0 0 0,-1 1 0,1-1 0,0 0 0,-1 1 0,1-1 0,0 0 0,-1 0 0,1 1 0,0-1 0,-1 1 0,1-1 0,0 0 0,0 1 0,0-1 0,-1 1 0,1-1 0,0 0 0,0 1 0,0-1 0,0 1 0,0-1 0,0 1 0,0-1 0,0 1 0,0 0 0,-4 32 0,4-30 0,-6 132 0,-22 252 0,28-382 0,-2 8 0,0-1 0,0 0 0,-6 17 0,1-20 0,2-14 0,0-19 0,0-45 0,8-138 0,32-70 0,20 32 0,-43 206 0,2 0 0,1 1 0,2 0 0,23-37 0,-33 64 0,0 0 0,1 1 0,0 0 0,1 0 0,0 0 0,17-12 0,-22 19 0,-1 0 0,1 0 0,0 1 0,0 0 0,1 0 0,-1 0 0,0 0 0,1 1 0,-1 0 0,1 0 0,0 0 0,-1 0 0,1 1 0,-1-1 0,1 1 0,0 1 0,-1-1 0,1 0 0,0 1 0,-1 0 0,8 3 0,-5-1 0,1 1 0,-1 0 0,0 0 0,-1 1 0,1-1 0,-1 2 0,0-1 0,0 1 0,-1 0 0,1 0 0,-1 0 0,0 1 0,-1 0 0,0 0 0,0 0 0,5 13 0,-3-2 0,0-1 0,-1 1 0,0-1 0,-2 1 0,0 1 0,0 26 0,-4-22 0,0-1 0,-2 1 0,0-1 0,-2 1 0,0-1 0,-2-1 0,0 1 0,-1-1 0,-2 0 0,0-1 0,-1 0 0,-22 30 0,11-21 0,-1-2 0,-1 0 0,-1-2 0,-1 0 0,-1-2 0,-1-1 0,-42 24 0,53-36 0,0-1 0,-1-1 0,-24 8 0,48-16 0,0 0 0,1 0 0,-1 0 0,0 1 0,0-1 0,0 2 0,0-1 0,0 1 0,0 0 0,9 4 0,-2-1 0,-1 1 0,0 0 0,0 0 0,0 1 0,13 12 0,-5 1-24,0 0 0,-2 2-1,-1 0 1,21 36-1,-11-17-1218,-3-6-5583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5.388"/>
    </inkml:context>
    <inkml:brush xml:id="br0">
      <inkml:brushProperty name="width" value="0.05" units="cm"/>
      <inkml:brushProperty name="height" value="0.05" units="cm"/>
      <inkml:brushProperty name="color" value="#FF0066"/>
    </inkml:brush>
  </inkml:definitions>
  <inkml:trace contextRef="#ctx0" brushRef="#br0">151 207 24575,'-19'-84'0,"17"77"0,0-1 0,-1 1 0,0 0 0,0 0 0,-1 0 0,0 0 0,0 1 0,-9-11 0,12 16 0,0 0 0,0 1 0,0-1 0,0 0 0,0 0 0,0 1 0,0-1 0,0 1 0,0-1 0,0 1 0,0-1 0,0 1 0,0 0 0,-1 0 0,1-1 0,0 1 0,0 0 0,0 0 0,0 0 0,-1 0 0,1 0 0,0 0 0,0 1 0,0-1 0,0 0 0,-1 1 0,1-1 0,0 1 0,0-1 0,0 1 0,0-1 0,0 1 0,0 0 0,0-1 0,0 1 0,0 0 0,1 0 0,-1 0 0,0 0 0,0 0 0,0 1 0,-4 4 0,0 1 0,1 0 0,0-1 0,-6 15 0,6-8 0,0-1 0,0 1 0,1 0 0,1 0 0,0 0 0,1 0 0,0 0 0,1 0 0,2 18 0,-2-25 0,1 0 0,1 0 0,-1 0 0,1 0 0,1 0 0,-1 0 0,1 0 0,0-1 0,5 9 0,-5-10 0,0-1 0,0 0 0,0 0 0,0 0 0,1 0 0,-1 0 0,1-1 0,0 0 0,-1 1 0,1-1 0,0-1 0,1 1 0,-1-1 0,9 3 0,-9-3 0,1-1 0,0 1 0,-1-1 0,1 0 0,0 0 0,0 0 0,0 0 0,-1-1 0,1 0 0,0 0 0,-1 0 0,1-1 0,-1 1 0,1-1 0,6-5 0,-4 3 0,-1 0 0,-1-1 0,1 0 0,-1 0 0,0-1 0,0 1 0,0-1 0,-1 0 0,5-9 0,-1 0 0,-1 0 0,-1 0 0,0-1 0,-1 0 0,-1 0 0,0 0 0,-2 0 0,2-25 0,-4 33 0,0 0 0,0 1 0,-1-1 0,0 0 0,-1 1 0,0-1 0,0 1 0,-1-1 0,-6-12 0,8 18 0,0 0 0,0 0 0,0 1 0,0-1 0,-1 1 0,1-1 0,-1 1 0,1-1 0,-1 1 0,1 0 0,-1 0 0,0 0 0,0 0 0,1 0 0,-1 0 0,0 0 0,-2 0 0,1 1 0,1 0 0,-1 0 0,1 0 0,-1 0 0,1 0 0,0 1 0,-1-1 0,1 1 0,-1 0 0,1 0 0,0 0 0,0 0 0,-1 0 0,1 0 0,0 0 0,0 1 0,-3 2 0,-4 4-97,1-1-1,0 2 1,1-1-1,0 1 1,0 0-1,1 1 1,0 0-1,0 0 1,1 0-1,1 0 1,-1 1-1,2 0 0,-4 15 1,3 2-6729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5.588"/>
    </inkml:context>
    <inkml:brush xml:id="br0">
      <inkml:brushProperty name="width" value="0.05" units="cm"/>
      <inkml:brushProperty name="height" value="0.05" units="cm"/>
      <inkml:brushProperty name="color" value="#FF0066"/>
    </inkml:brush>
  </inkml:definitions>
  <inkml:trace contextRef="#ctx0" brushRef="#br0">69 83 24575,'0'-5'0,"-2"-36"0,2 38 0,0 1 0,-1 0 0,1-1 0,-1 1 0,0 0 0,0-1 0,0 1 0,0 0 0,0 0 0,0 0 0,0 0 0,-1 0 0,-2-3 0,4 4 0,-1 1 0,1 0 0,0 0 0,0 0 0,-1-1 0,1 1 0,0 0 0,0 0 0,-1 0 0,1 0 0,0 0 0,-1 0 0,1-1 0,0 1 0,0 0 0,-1 0 0,1 0 0,0 0 0,-1 0 0,1 0 0,0 0 0,-1 0 0,1 0 0,0 0 0,0 1 0,-1-1 0,1 0 0,0 0 0,-1 0 0,1 0 0,0 0 0,-1 1 0,-6 10 0,-1 17 0,7-27 0,-9 58 85,2 0 0,3 0 0,2 82 0,26 178-1470,-20-292 1065,2 25-6506</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6.182"/>
    </inkml:context>
    <inkml:brush xml:id="br0">
      <inkml:brushProperty name="width" value="0.05" units="cm"/>
      <inkml:brushProperty name="height" value="0.05" units="cm"/>
      <inkml:brushProperty name="color" value="#FF0066"/>
    </inkml:brush>
  </inkml:definitions>
  <inkml:trace contextRef="#ctx0" brushRef="#br0">53 1 24575,'2'0'0,"-1"0"0,0 0 0,1 1 0,-1-1 0,0 1 0,1-1 0,-1 1 0,0-1 0,0 1 0,0 0 0,0-1 0,0 1 0,0 0 0,0 0 0,0 0 0,0 0 0,0 0 0,0 0 0,0 0 0,0 0 0,-1 0 0,1 1 0,-1-1 0,1 0 0,-1 0 0,1 1 0,-1-1 0,0 0 0,1 0 0,-1 1 0,0-1 0,0 0 0,0 3 0,1 3 0,-1 0 0,0-1 0,-1 1 0,1 0 0,-3 8 0,-30 93 0,-1 4 0,30-98 0,2 0 0,0 0 0,1 0 0,0 0 0,1 0 0,2 16 0,-1-25 0,0 0 0,0 0 0,0 0 0,1 0 0,0 0 0,0 0 0,0-1 0,1 1 0,0-1 0,-1 1 0,2-1 0,-1 0 0,0 0 0,1-1 0,4 5 0,-6-6 0,1 0 0,-1-1 0,1 1 0,-1-1 0,1 0 0,-1 0 0,1 0 0,0 0 0,-1 0 0,1 0 0,0-1 0,0 1 0,0-1 0,0 0 0,-1 0 0,1 0 0,0 0 0,0 0 0,0-1 0,0 1 0,-1-1 0,1 0 0,0 0 0,0 0 0,-1 0 0,1 0 0,-1-1 0,5-2 0,27-22 0,37-35 0,-44 37 0,-14 12 0,0-1 0,-1 0 0,0 0 0,-2-1 0,1-1 0,9-17 0,-17 26 0,0 0 0,0 1 0,-1-1 0,0 0 0,0-1 0,0 1 0,-1 0 0,0 0 0,0-1 0,0 1 0,-1-1 0,0 1 0,0-1 0,-1 1 0,0 0 0,0-1 0,0 1 0,-1 0 0,0 0 0,-3-8 0,3 10 0,0 1 0,0 0 0,0 0 0,-1 0 0,1 0 0,-1 0 0,0 0 0,0 1 0,0-1 0,0 1 0,0 0 0,0 0 0,0 0 0,-1 0 0,1 1 0,-1-1 0,1 1 0,-1 0 0,0 0 0,0 0 0,1 1 0,-1-1 0,0 1 0,0 0 0,0 0 0,0 0 0,1 1 0,-1-1 0,-4 2 0,-3 0 0,0 1 0,0 1 0,1-1 0,0 2 0,0-1 0,0 1 0,0 1 0,-17 13 0,15-9 19,1 2 0,0-1 0,1 2 0,0-1 0,1 1 0,0 1 0,1 0 0,1 0 0,0 0 0,1 1 0,0 0 0,1 0 0,1 1 0,1-1 0,0 1 0,1 0 0,-1 26 0,3-28-57,1 0 0,0 1 0,1-1 0,0-1 0,1 1 0,1 0 0,0-1 0,12 26 0,-11-29-67,0-1 0,1 0 0,0 0 0,1-1 0,0 0 0,0 0 0,1 0 0,0-1 0,0 0 0,0-1 0,1 0 0,14 8 0,16 3-6721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6.574"/>
    </inkml:context>
    <inkml:brush xml:id="br0">
      <inkml:brushProperty name="width" value="0.05" units="cm"/>
      <inkml:brushProperty name="height" value="0.05" units="cm"/>
      <inkml:brushProperty name="color" value="#FF0066"/>
    </inkml:brush>
  </inkml:definitions>
  <inkml:trace contextRef="#ctx0" brushRef="#br0">449 208 24575,'-1'-16'0,"-1"-1"0,-4-20 0,-1 0 0,7 31 0,-1 1 0,-1-1 0,1 0 0,-1 1 0,0-1 0,0 1 0,0 0 0,-1-1 0,0 1 0,0 0 0,0 1 0,-5-6 0,5 7 0,0 0 0,0 1 0,0 0 0,0 0 0,0 0 0,0 0 0,0 0 0,-1 0 0,1 1 0,-1 0 0,1 0 0,-1 0 0,1 0 0,-1 0 0,0 1 0,0 0 0,1-1 0,-1 1 0,0 1 0,-4 0 0,-3 1 0,0 1 0,0 0 0,1 1 0,-1 0 0,1 1 0,0 0 0,0 0 0,1 1 0,-1 1 0,1-1 0,1 2 0,-1-1 0,1 1 0,-8 10 0,-6 8 0,2 2 0,0 0 0,-22 42 0,31-50 0,1 1 0,1 0 0,1 1 0,0 0 0,2 0 0,1 1 0,-5 40 0,9-53 0,1 0 0,1 0 0,-1 1 0,2-1 0,-1 0 0,1 0 0,1 0 0,6 15 0,-6-18 0,1 0 0,-1 0 0,2 0 0,-1 0 0,1-1 0,0 0 0,1 0 0,-1 0 0,1-1 0,0 0 0,1 0 0,7 5 0,1-3-136,-1 0-1,1 0 1,0-2-1,1 0 1,-1-1-1,1 0 1,0-1-1,0-1 0,25 0 1,22-1-6690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6.915"/>
    </inkml:context>
    <inkml:brush xml:id="br0">
      <inkml:brushProperty name="width" value="0.05" units="cm"/>
      <inkml:brushProperty name="height" value="0.05" units="cm"/>
      <inkml:brushProperty name="color" value="#FF0066"/>
    </inkml:brush>
  </inkml:definitions>
  <inkml:trace contextRef="#ctx0" brushRef="#br0">154 224 24575,'9'-26'0,"8"-40"0,-15 57 0,-1 0 0,0 0 0,0 1 0,-1-1 0,-1 0 0,1 0 0,-1 0 0,-3-13 0,3 20 0,1 0 0,0 0 0,-1 0 0,0 1 0,1-1 0,-1 0 0,0 0 0,0 1 0,0-1 0,0 0 0,0 1 0,0-1 0,-1 1 0,1-1 0,0 1 0,-1 0 0,1 0 0,-1-1 0,1 1 0,-1 0 0,0 0 0,1 1 0,-1-1 0,0 0 0,0 0 0,0 1 0,1-1 0,-1 1 0,0 0 0,0 0 0,0-1 0,0 1 0,0 0 0,0 0 0,0 1 0,0-1 0,0 0 0,-3 2 0,-1 0 0,1 0 0,0 0 0,-1 1 0,1 0 0,0 0 0,0 0 0,0 1 0,1 0 0,-1 0 0,1 0 0,-6 7 0,3-1 0,1 0 0,0 0 0,0 0 0,1 1 0,0 0 0,1 0 0,0 0 0,1 0 0,0 1 0,1-1 0,0 1 0,1 0 0,0-1 0,2 22 0,-1-26 0,1-1 0,0 1 0,1 0 0,-1-1 0,1 1 0,1-1 0,-1 0 0,1 0 0,0 0 0,0 0 0,1 0 0,0 0 0,0-1 0,0 0 0,0 0 0,1 0 0,0 0 0,0-1 0,0 0 0,1 0 0,0 0 0,-1-1 0,1 1 0,0-1 0,1-1 0,11 4 0,-9-3 0,-1-2 0,0 1 0,1-1 0,-1 0 0,0-1 0,1 0 0,-1 0 0,1-1 0,-1 0 0,0-1 0,1 0 0,-1 0 0,0 0 0,0-1 0,0 0 0,-1-1 0,1 0 0,-1 0 0,0-1 0,0 0 0,0 0 0,-1 0 0,0-1 0,0 0 0,0 0 0,0-1 0,-1 1 0,0-1 0,-1 0 0,0-1 0,0 1 0,0-1 0,3-12 0,-3 6 0,-1-1 0,0 1 0,-2-1 0,1 0 0,-2 0 0,-2-26 0,2 35 0,0 0 0,-1 0 0,0 0 0,-1 1 0,0-1 0,1 0 0,-2 0 0,1 1 0,-1-1 0,1 1 0,-2 0 0,1 0 0,0 0 0,-1 0 0,0 1 0,0-1 0,-1 1 0,1 0 0,-6-4 0,8 7 0,0 0 0,0 0 0,0 0 0,0 0 0,-1 0 0,1 1 0,0-1 0,0 0 0,-1 1 0,1 0 0,0 0 0,0 0 0,-1 0 0,1 0 0,0 0 0,-1 0 0,1 1 0,0-1 0,-5 2 0,4 0 0,-1 0 0,1 0 0,0 0 0,-1 0 0,1 1 0,0-1 0,0 1 0,0 0 0,1 0 0,-1 0 0,-1 3 0,0 0 0,0 0 0,1 0 0,0 0 0,0 0 0,0 0 0,1 1 0,0-1 0,0 1 0,1 0 0,-1-1 0,2 1 0,-1 0 0,1 10 0,1-14-62,-1 1 0,1-1 0,1 0 0,-1 0 0,0 0 0,1 1 0,-1-1 0,1-1 0,0 1 0,0 0 0,0 0 0,1-1-1,-1 1 1,1-1 0,-1 0 0,1 1 0,0-1 0,0-1 0,0 1 0,0 0 0,4 1 0,18 7-6764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7.108"/>
    </inkml:context>
    <inkml:brush xml:id="br0">
      <inkml:brushProperty name="width" value="0.05" units="cm"/>
      <inkml:brushProperty name="height" value="0.05" units="cm"/>
      <inkml:brushProperty name="color" value="#FF0066"/>
    </inkml:brush>
  </inkml:definitions>
  <inkml:trace contextRef="#ctx0" brushRef="#br0">74 230 24575,'1'-65'0,"1"35"0,-2 0 0,-1 0 0,-5-32 0,6 62 0,1-1 0,-1 1 0,0-1 0,0 1 0,0-1 0,-1 1 0,1-1 0,0 1 0,0-1 0,0 1 0,0-1 0,0 1 0,-1-1 0,1 1 0,0-1 0,0 1 0,-1-1 0,1 1 0,0-1 0,-1 1 0,1 0 0,0-1 0,-1 1 0,1 0 0,-1-1 0,1 1 0,-1 0 0,1 0 0,-1-1 0,0 1 0,0 1 0,1-1 0,-1 1 0,0 0 0,1-1 0,-1 1 0,1-1 0,-1 1 0,1 0 0,-1 0 0,1-1 0,-1 1 0,1 0 0,-1 0 0,1 1 0,-15 39 0,15-39 0,-11 38 0,2 0 0,-7 66 0,14-78 0,1 1 0,1-1 0,2 0 0,8 48 0,1-38-1365,0-7-5461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7.257"/>
    </inkml:context>
    <inkml:brush xml:id="br0">
      <inkml:brushProperty name="width" value="0.05" units="cm"/>
      <inkml:brushProperty name="height" value="0.05" units="cm"/>
      <inkml:brushProperty name="color" value="#FF0066"/>
    </inkml:brush>
  </inkml:definitions>
  <inkml:trace contextRef="#ctx0" brushRef="#br0">28 335 24575,'6'-24'0,"2"-19"0,2-12 0,0-5 0,-2 2 0,1 7 0,-1 19 0,-3 21 0,-4 23 0,-6 22 0,-1 20 0,-4 16 0,-2 13 0,-2 11 0,1 7 0,-1 4 0,3 1 0,3-16-8191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8.530"/>
    </inkml:context>
    <inkml:brush xml:id="br0">
      <inkml:brushProperty name="width" value="0.05" units="cm"/>
      <inkml:brushProperty name="height" value="0.05" units="cm"/>
      <inkml:brushProperty name="color" value="#FF0066"/>
    </inkml:brush>
  </inkml:definitions>
  <inkml:trace contextRef="#ctx0" brushRef="#br0">130 88 24575,'-22'1'0,"11"-1"0,-1 1 0,1-2 0,0 1 0,-1-2 0,1 1 0,-18-6 0,28 6 0,0 1 0,1 0 0,-1 0 0,1 0 0,-1-1 0,0 1 0,1 0 0,-1-1 0,1 1 0,-1-1 0,1 1 0,-1 0 0,1-1 0,-1 1 0,1-1 0,-1 1 0,1-1 0,-1-1 0,6-5 0,23-4 0,46-2-15,0 3 0,100-1 0,-117 8-96,1242-12-2261,-1142 16 2301,-137-1-861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8.886"/>
    </inkml:context>
    <inkml:brush xml:id="br0">
      <inkml:brushProperty name="width" value="0.05" units="cm"/>
      <inkml:brushProperty name="height" value="0.05" units="cm"/>
      <inkml:brushProperty name="color" value="#FF0066"/>
    </inkml:brush>
  </inkml:definitions>
  <inkml:trace contextRef="#ctx0" brushRef="#br0">1 20 24575,'0'3'0,"0"0"0,0 0 0,0 0 0,1 0 0,-1 1 0,1-1 0,0 0 0,-1 0 0,2 0 0,-1 0 0,0 0 0,2 2 0,-1-3 0,0 0 0,-1 0 0,1 0 0,0 0 0,0-1 0,0 1 0,1-1 0,-1 0 0,0 0 0,0 0 0,1 0 0,-1 0 0,1 0 0,-1 0 0,5 0 0,18 3 0,0-1 0,1-1 0,35-2 0,77-13 0,-57 4 0,1552-61-3105,-1613 70 3105,123 4 0,-105 3 113,-37-7-101,-1 0-1,0 0 1,1 0-1,-1 0 1,1 0-1,-1 0 1,0 0 0,1 1-1,-1-1 1,1 0-1,-1 0 1,0 0 0,1 0-1,-1 1 1,0-1-1,1 0 1,-1 0 0,0 1-1,1-1 1,-1 0-1,0 1 1,0-1-1,1 0 1,-1 1 0,0-1-1,0 0 1,1 1-1,-1-1 1,0 1 0,0-1-1,0 0 1,0 1-1,0-1 1,0 1 0,0-1-1,0 0 1,0 1-1,0-1 1,0 1-1,0-1 1,0 0 0,0 2-1,-14 9-904,-12 2-3911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49.198"/>
    </inkml:context>
    <inkml:brush xml:id="br0">
      <inkml:brushProperty name="width" value="0.05" units="cm"/>
      <inkml:brushProperty name="height" value="0.05" units="cm"/>
      <inkml:brushProperty name="color" value="#FF0066"/>
    </inkml:brush>
  </inkml:definitions>
  <inkml:trace contextRef="#ctx0" brushRef="#br0">17 0 24575,'-2'6'0,"-1"-1"0,1 0 0,0 1 0,0-1 0,0 1 0,-1 11 0,3-15 0,0-1 0,0 1 0,0-1 0,0 0 0,0 1 0,0-1 0,0 0 0,1 1 0,-1-1 0,0 0 0,1 0 0,-1 1 0,1-1 0,0 0 0,-1 0 0,1 0 0,0 1 0,0-1 0,0 0 0,0 0 0,0 0 0,0-1 0,0 1 0,0 0 0,0 0 0,0 0 0,0-1 0,1 1 0,-1-1 0,0 1 0,0-1 0,1 1 0,-1-1 0,0 0 0,2 1 0,24 2 0,-1 0 0,1-2 0,36-2 0,-14-1 0,541-8 0,226 0 0,-803 10 0,3 0 0,30-3 0,-35-1 342,-11 4-385,0 0 0,0 0 1,0 0-1,0-1 0,0 1 1,0 0-1,0 0 0,0 0 1,0-1-1,0 1 0,0 0 1,0 0-1,0-1 0,0 1 1,0 0-1,0 0 0,0 0 1,0-1-1,0 1 0,0 0 1,0 0-1,0 0 0,-1 0 1,1-1-1,0 1 0,0 0 1,0 0-1,0 0 0,0 0 1,-1-1-1,1 1 0,0 0 1,0 0-1,0 0 0,0 0 1,-1 0-1,1 0 0,0 0 1,-1-1-1,-10-6-6783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2.270"/>
    </inkml:context>
    <inkml:brush xml:id="br0">
      <inkml:brushProperty name="width" value="0.05" units="cm"/>
      <inkml:brushProperty name="height" value="0.05" units="cm"/>
      <inkml:brushProperty name="color" value="#FF0066"/>
    </inkml:brush>
  </inkml:definitions>
  <inkml:trace contextRef="#ctx0" brushRef="#br0">53 151 24575,'0'-6'0,"0"4"0,0 1 0,1-1 0,-1 0 0,0 1 0,0-1 0,0 0 0,-1 1 0,1-1 0,0 1 0,-1-1 0,1 0 0,-1 1 0,1-1 0,-1 1 0,0-1 0,0 1 0,-1-3 0,2 4 0,-1 0 0,1 0 0,-1 0 0,1 0 0,0 0 0,-1 0 0,1 0 0,0 0 0,-1 0 0,1 0 0,0 0 0,-1 0 0,1 1 0,0-1 0,-1 0 0,1 0 0,0 0 0,0 0 0,-1 1 0,1-1 0,0 0 0,0 0 0,-1 0 0,1 1 0,0-1 0,0 0 0,-1 1 0,1-1 0,0 0 0,0 0 0,0 1 0,0-1 0,0 0 0,-1 1 0,1-1 0,-6 15 0,5-14 0,-5 17 0,0 0 0,1 1 0,1 0 0,1 0 0,1 0 0,0 1 0,2-1 0,2 37 0,-1-46 0,1 1 0,-1-1 0,2 1 0,-1-1 0,2 0 0,-1 0 0,1 0 0,1 0 0,0-1 0,0 1 0,1-1 0,0 0 0,0-1 0,1 0 0,0 0 0,1 0 0,13 10 0,-15-14 0,0 0 0,0-1 0,0 0 0,0 0 0,0 0 0,1-1 0,-1 0 0,1 0 0,0-1 0,-1 0 0,1 0 0,0 0 0,0-1 0,11-1 0,-9-1 0,0 1 0,0-2 0,-1 1 0,1-1 0,-1 0 0,1-1 0,-1 0 0,0-1 0,-1 1 0,9-8 0,-3 2 0,-1-1 0,0-1 0,-1 0 0,0 0 0,-1-1 0,0-1 0,-1 0 0,-1 0 0,0 0 0,-1-1 0,10-29 0,-10 18 0,-2 0 0,0-1 0,-2 0 0,-1 0 0,-1 0 0,-1 0 0,-5-33 0,4 52 57,0 1 0,-1-1 0,0 1 0,-1-1 0,-4-10 0,6 17-96,1 0 0,0 0 0,-1 0 0,1 0 1,-1 0-1,0 0 0,1 0 0,-1 0 1,0 0-1,0 0 0,1 0 0,-1 0 0,0 1 1,0-1-1,0 0 0,0 1 0,0-1 0,0 0 1,0 1-1,0-1 0,-1 1 0,1 0 1,0-1-1,0 1 0,0 0 0,0 0 0,-1-1 1,1 1-1,0 0 0,0 0 0,0 1 0,-1-1 1,1 0-1,0 0 0,0 0 0,0 1 0,0-1 1,0 1-1,-1-1 0,1 1 0,0-1 1,0 1-1,-1 1 0,-10 7-6787</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2.549"/>
    </inkml:context>
    <inkml:brush xml:id="br0">
      <inkml:brushProperty name="width" value="0.05" units="cm"/>
      <inkml:brushProperty name="height" value="0.05" units="cm"/>
      <inkml:brushProperty name="color" value="#FF0066"/>
    </inkml:brush>
  </inkml:definitions>
  <inkml:trace contextRef="#ctx0" brushRef="#br0">89 213 24575,'5'-7'0,"0"-1"0,0 1 0,-1-1 0,0 1 0,0-1 0,-1 0 0,0-1 0,-1 1 0,1 0 0,-2-1 0,1 0 0,-1 1 0,0-12 0,-1 15 0,0 1 0,-1-1 0,0 0 0,1 1 0,-1-1 0,-1 1 0,1-1 0,-1 1 0,0 0 0,0 0 0,0 0 0,0 0 0,-5-6 0,6 8 0,-1 0 0,0 1 0,1-1 0,-1 0 0,0 1 0,0-1 0,0 1 0,0 0 0,0 0 0,0 0 0,0 0 0,0 0 0,-1 0 0,1 0 0,0 1 0,-1-1 0,1 1 0,0 0 0,-1-1 0,1 1 0,0 0 0,-1 1 0,1-1 0,0 0 0,-1 1 0,1-1 0,0 1 0,-3 1 0,2-1 0,0 1 0,0-1 0,1 1 0,-1 0 0,0 0 0,1 0 0,0 0 0,-1 1 0,1-1 0,0 1 0,0 0 0,0-1 0,1 1 0,-1 0 0,1 0 0,0 0 0,-1 0 0,1 0 0,0 0 0,1 0 0,-1 0 0,1 1 0,-1-1 0,1 4 0,-1 3 0,1 1 0,0 0 0,1 0 0,0 0 0,5 21 0,3-8 0,0 1 0,2-2 0,1 0 0,0 0 0,32 41 0,17 32 0,-58-91 0,0 1 0,0-1 0,-1 1 0,0 0 0,0 0 0,0 0 0,-1 0 0,1 13 0,-2-17 0,0 1 0,0-1 0,0 1 0,-1-1 0,1 1 0,-1-1 0,0 1 0,0-1 0,0 1 0,0-1 0,0 0 0,0 1 0,-1-1 0,1 0 0,-1 0 0,1 0 0,-1 0 0,0 0 0,0-1 0,0 1 0,0 0 0,0-1 0,0 1 0,-3 0 0,-2 2-136,0-1-1,-1 0 1,1-1-1,0 0 1,-1 0-1,0-1 1,1 1-1,-1-2 0,-14 1 1,-6-3-6690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2.927"/>
    </inkml:context>
    <inkml:brush xml:id="br0">
      <inkml:brushProperty name="width" value="0.05" units="cm"/>
      <inkml:brushProperty name="height" value="0.05" units="cm"/>
      <inkml:brushProperty name="color" value="#FF0066"/>
    </inkml:brush>
  </inkml:definitions>
  <inkml:trace contextRef="#ctx0" brushRef="#br0">90 297 24575,'7'-4'0,"1"1"0,-1 0 0,15-3 0,-21 5 0,0 1 0,0 0 0,0 0 0,0 0 0,0 0 0,0 0 0,0 0 0,0 0 0,0 0 0,0 0 0,-1 0 0,1 0 0,0 1 0,0-1 0,0 0 0,0 1 0,2 0 0,-3 0 0,0-1 0,1 1 0,-1 0 0,0 0 0,1-1 0,-1 1 0,0 0 0,0 0 0,0 0 0,0 0 0,1-1 0,-1 1 0,0 0 0,-1 0 0,1 0 0,0 0 0,0-1 0,0 1 0,0 0 0,-1 0 0,1 0 0,0-1 0,-1 1 0,1 0 0,-1 1 0,-8 15 0,-1-1 0,0 0 0,-1 0 0,-17 18 0,-22 32 0,45-58 0,1 0 0,-1 0 0,1 1 0,1 0 0,-1-1 0,-2 16 0,5-23 0,1 0 0,-1 1 0,1-1 0,0 1 0,0-1 0,-1 0 0,1 1 0,0-1 0,0 1 0,0-1 0,1 1 0,-1-1 0,0 1 0,0-1 0,1 0 0,-1 1 0,1-1 0,-1 0 0,1 1 0,0-1 0,-1 0 0,1 0 0,0 0 0,0 1 0,0-1 0,0 0 0,2 2 0,-1-3 0,-1 0 0,1 0 0,-1 0 0,1 0 0,-1 0 0,1 0 0,-1 0 0,1 0 0,0 0 0,-1-1 0,1 1 0,-1 0 0,0-1 0,1 0 0,-1 1 0,1-1 0,-1 0 0,0 0 0,1 0 0,-1 0 0,0 0 0,0 0 0,0 0 0,0 0 0,0 0 0,1-2 0,16-19 0,-1-1 0,-2-1 0,0 0 0,17-42 0,-3 9 0,58-99 0,-63 117 0,54-67 0,-73 100 0,0 0 0,0 1 0,0 0 0,1 0 0,0 1 0,0-1 0,10-5 0,-15 10 0,1-1 0,-1 1 0,1-1 0,-1 1 0,1-1 0,-1 1 0,1 0 0,-1 0 0,1 0 0,-1 0 0,1 0 0,-1 0 0,1 0 0,0 0 0,-1 1 0,3 0 0,-2 0 0,0 0 0,-1 0 0,1 0 0,0 1 0,0-1 0,-1 1 0,1-1 0,-1 1 0,0-1 0,1 1 0,-1 0 0,0 0 0,0 0 0,0 0 0,1 2 0,5 12 0,-1 1 0,-1 1 0,0-1 0,-2 1 0,4 31 0,-2 96 0,-5-105 0,0-19 0,-3 322 0,0-314-1365,-1-9-5461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3.070"/>
    </inkml:context>
    <inkml:brush xml:id="br0">
      <inkml:brushProperty name="width" value="0.05" units="cm"/>
      <inkml:brushProperty name="height" value="0.05" units="cm"/>
      <inkml:brushProperty name="color" value="#FF0066"/>
    </inkml:brush>
  </inkml:definitions>
  <inkml:trace contextRef="#ctx0" brushRef="#br0">61 250 24575,'-5'-6'0,"-6"-8"0,-4-10 0,2-7 0,2-4 0,6 0 0,7 1 0,9 7 0,8 6 0,8 9 0,4 5 0,3 4 0,2 5 0,-2 9 0,-8 2-8191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3.422"/>
    </inkml:context>
    <inkml:brush xml:id="br0">
      <inkml:brushProperty name="width" value="0.05" units="cm"/>
      <inkml:brushProperty name="height" value="0.05" units="cm"/>
      <inkml:brushProperty name="color" value="#FF0066"/>
    </inkml:brush>
  </inkml:definitions>
  <inkml:trace contextRef="#ctx0" brushRef="#br0">1 121 24575,'35'-38'0,"-21"22"0,22-21 0,-32 34 0,-1-1 0,1 1 0,0 1 0,0-1 0,0 1 0,1-1 0,-1 1 0,1 1 0,-1-1 0,1 1 0,7-2 0,-10 3 0,0 0 0,0 0 0,0 0 0,-1 0 0,1 0 0,0 1 0,0-1 0,0 1 0,-1-1 0,1 1 0,0 0 0,0 0 0,-1 0 0,1 0 0,-1 0 0,1 0 0,-1 0 0,1 0 0,-1 0 0,0 1 0,0-1 0,1 1 0,-1-1 0,0 1 0,0-1 0,-1 1 0,1 0 0,0-1 0,0 1 0,-1 0 0,1 0 0,-1 0 0,0-1 0,1 3 0,1 8 0,0 0 0,-1 1 0,0 22 0,-1-32 0,-1 29 103,-2 1 0,-13 59 1,-25 62-632,21-84-619,8-26-5679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3.919"/>
    </inkml:context>
    <inkml:brush xml:id="br0">
      <inkml:brushProperty name="width" value="0.05" units="cm"/>
      <inkml:brushProperty name="height" value="0.05" units="cm"/>
      <inkml:brushProperty name="color" value="#FF0066"/>
    </inkml:brush>
  </inkml:definitions>
  <inkml:trace contextRef="#ctx0" brushRef="#br0">105 119 24575,'0'0'0,"0"0"0,1-1 0,-1 1 0,1 0 0,-1 0 0,1-1 0,-1 1 0,1 0 0,-1 0 0,1 0 0,-1-1 0,1 1 0,-1 0 0,1 0 0,-1 0 0,1 0 0,-1 0 0,1 0 0,0 0 0,-1 0 0,1 0 0,-1 1 0,1-1 0,-1 0 0,2 1 0,-2-1 0,0 1 0,0-1 0,0 1 0,1 0 0,-1-1 0,0 1 0,0 0 0,0-1 0,0 1 0,0 0 0,0-1 0,0 1 0,-1-1 0,1 1 0,0 0 0,0-1 0,0 1 0,-1 0 0,-18 38 0,13-28 0,-13 29 0,1 1 0,2 2 0,2-1 0,-10 55 0,23-79 0,5-23 0,10-31 0,-10 25 0,79-174 0,-62 145 0,1 1 0,42-53 0,-59 85 0,1 0 0,-1 1 0,15-11 0,-20 16 0,1 0 0,0 0 0,0 0 0,0 1 0,0-1 0,0 0 0,0 1 0,0-1 0,1 1 0,-1-1 0,0 1 0,0-1 0,0 1 0,1 0 0,-1 0 0,0 0 0,0-1 0,1 1 0,-1 0 0,0 0 0,0 1 0,1-1 0,-1 0 0,0 0 0,0 1 0,0-1 0,1 1 0,-1-1 0,0 1 0,0-1 0,0 1 0,0-1 0,0 1 0,0 0 0,0 0 0,1 1 0,1 2 0,0 1 0,0 0 0,0 0 0,-1 0 0,1 0 0,-1 1 0,2 10 0,7 45 0,-6-26 0,27 100 0,-26-114 0,1 0 0,1-1 0,1-1 0,16 26 0,-23-41 0,0-1 0,1 0 0,-1 0 0,1 0 0,-1 0 0,1-1 0,0 1 0,0-1 0,5 4 0,-7-5 0,1-1 0,-1 1 0,1-1 0,-1 1 0,0-1 0,1 0 0,-1 0 0,1 1 0,-1-1 0,1 0 0,-1 0 0,1 0 0,-1 0 0,0-1 0,1 1 0,-1 0 0,1-1 0,-1 1 0,0-1 0,1 1 0,-1-1 0,0 0 0,1 1 0,-1-1 0,0 0 0,0 0 0,2-1 0,3-5 0,0 1 0,0-1 0,-1 0 0,0 0 0,0 0 0,-1-1 0,0 0 0,0 0 0,3-9 0,3-14 0,7-34 0,-16 60 0,39-234-1365,-37 212-5461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4.855"/>
    </inkml:context>
    <inkml:brush xml:id="br0">
      <inkml:brushProperty name="width" value="0.05" units="cm"/>
      <inkml:brushProperty name="height" value="0.05" units="cm"/>
      <inkml:brushProperty name="color" value="#FF0066"/>
    </inkml:brush>
  </inkml:definitions>
  <inkml:trace contextRef="#ctx0" brushRef="#br0">70 87 24575,'-7'0'0,"0"-1"0,1 0 0,-1-1 0,0 1 0,1-1 0,-1-1 0,-7-3 0,13 6 0,1 0 0,-1 0 0,1 0 0,0 0 0,-1 0 0,1-1 0,0 1 0,-1 0 0,1 0 0,0 0 0,-1-1 0,1 1 0,0 0 0,-1 0 0,1-1 0,0 1 0,-1 0 0,1 0 0,0-1 0,0 1 0,0 0 0,-1-1 0,1 1 0,0-1 0,0 1 0,0 0 0,0-1 0,0 1 0,-1 0 0,1-1 0,0 1 0,0-1 0,0 1 0,0 0 0,0-1 0,0 1 0,0-1 0,1 1 0,-1 0 0,0-1 0,0 1 0,0-1 0,0 1 0,0 0 0,1-1 0,-1 1 0,0 0 0,0-1 0,0 1 0,1 0 0,-1-1 0,0 1 0,1 0 0,-1 0 0,0-1 0,1 1 0,-1 0 0,0 0 0,1 0 0,-1-1 0,0 1 0,1 0 0,-1 0 0,1 0 0,-1 0 0,0 0 0,1 0 0,30-10 0,35-2 0,122-4 0,-107 11 0,-33 2 0,13-2 0,71 3 0,-120 6 0,-14 5 0,-20 10 0,15-13 0,-1 2 0,-14 9 0,1 2 0,1 1 0,1 0 0,1 1 0,1 1 0,-18 29 0,24-30 0,1 1 0,-11 34 0,17-44 0,1 0 0,0 0 0,1 0 0,1 0 0,0 1 0,1 19 0,0-27 0,1 0 0,0 0 0,0 0 0,0-1 0,1 1 0,0 0 0,-1-1 0,6 8 0,-5-12 0,-2-4 0,-1-8 0,-1 5 0,0 0 0,-1 1 0,0-1 0,0 1 0,0 0 0,-1 0 0,0 0 0,0 0 0,-1 1 0,1-1 0,-1 1 0,0 0 0,-1 1 0,1-1 0,-1 1 0,0 0 0,-10-5 0,8 6 0,0 0 0,0 0 0,-1 1 0,1 0 0,-1 1 0,1 0 0,-1 0 0,0 0 0,0 1 0,1 1 0,-1 0 0,0 0 0,-16 4 0,17-3-97,1 0-1,-1 1 1,0 0-1,1 0 1,0 1-1,-1 0 1,1 0-1,1 1 1,-1-1-1,1 1 1,0 1-1,0-1 0,-6 9 1,-2 5-6729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5.272"/>
    </inkml:context>
    <inkml:brush xml:id="br0">
      <inkml:brushProperty name="width" value="0.05" units="cm"/>
      <inkml:brushProperty name="height" value="0.05" units="cm"/>
      <inkml:brushProperty name="color" value="#FF0066"/>
    </inkml:brush>
  </inkml:definitions>
  <inkml:trace contextRef="#ctx0" brushRef="#br0">71 292 24575,'0'-14'0,"1"11"0,-1-1 0,1 0 0,-1 1 0,0-1 0,-1 0 0,1 1 0,0-1 0,-1 0 0,0 1 0,0-1 0,0 1 0,-1-1 0,1 1 0,-3-5 0,4 8 0,0 0 0,-1-1 0,1 1 0,0 0 0,0 0 0,0 0 0,-1-1 0,1 1 0,0 0 0,0 0 0,-1 0 0,1 0 0,0 0 0,0-1 0,-1 1 0,1 0 0,0 0 0,0 0 0,-1 0 0,1 0 0,0 0 0,-1 0 0,1 0 0,0 0 0,0 0 0,-1 0 0,1 0 0,0 0 0,-1 0 0,1 1 0,0-1 0,0 0 0,-1 0 0,1 0 0,-7 11 0,-2 17 0,8-25 0,-10 47 0,2 0 0,2 1 0,0 88 0,10-105 0,-3-33 0,0 1 0,0 0 0,1 0 0,0 0 0,-1 0 0,1-1 0,0 1 0,0 0 0,-1-1 0,2 1 0,-1-1 0,0 1 0,0-1 0,0 1 0,2 1 0,-2-3 0,-1 0 0,1 0 0,-1 0 0,1 1 0,-1-1 0,1 0 0,-1 0 0,1 0 0,-1 0 0,1 0 0,0 0 0,-1 0 0,1 0 0,-1 0 0,1 0 0,-1 0 0,1 0 0,-1 0 0,1-1 0,-1 1 0,1 0 0,-1 0 0,1-1 0,-1 1 0,1 0 0,-1-1 0,1 1 0,-1 0 0,1-1 0,-1 1 0,0-1 0,1 1 0,-1 0 0,0-1 0,1 1 0,-1-1 0,0 0 0,11-21 0,6-28 0,15-71 0,-5 12 0,-23 96 0,39-119 0,-36 113 0,2 0 0,0 0 0,1 1 0,18-26 0,-25 40 0,-1 1 0,1 0 0,-1 1 0,1-1 0,0 0 0,0 1 0,0 0 0,0-1 0,0 1 0,1 0 0,-1 1 0,0-1 0,1 1 0,0-1 0,-1 1 0,1 0 0,6-1 0,-7 2 0,1 1 0,-1-1 0,0 0 0,0 1 0,1 0 0,-1 0 0,0 0 0,0 0 0,0 0 0,0 1 0,0-1 0,0 1 0,0 0 0,-1 0 0,1 0 0,-1 0 0,1 0 0,-1 0 0,0 1 0,4 4 0,2 4 0,-1 1 0,-1-1 0,0 1 0,0 0 0,-1 1 0,0-1 0,-2 1 0,1 0 0,-1 0 0,-1 0 0,0 0 0,-1 23 0,-1-26 0,0 0 0,-1 0 0,0 0 0,0 0 0,-2 0 0,1 0 0,-1 0 0,0-1 0,-1 0 0,0 1 0,-1-1 0,0-1 0,0 1 0,-1-1 0,0 0 0,0 0 0,-10 10 0,3-9-227,1 0-1,-1 0 1,-1-1-1,0-1 1,-14 7-1,-21 5-6598</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5.869"/>
    </inkml:context>
    <inkml:brush xml:id="br0">
      <inkml:brushProperty name="width" value="0.05" units="cm"/>
      <inkml:brushProperty name="height" value="0.05" units="cm"/>
      <inkml:brushProperty name="color" value="#FF0066"/>
    </inkml:brush>
  </inkml:definitions>
  <inkml:trace contextRef="#ctx0" brushRef="#br0">121 20 24575,'0'0'0,"0"-1"0,0 0 0,0 0 0,0 1 0,0-1 0,0 0 0,-1 0 0,1 1 0,0-1 0,0 0 0,-1 0 0,1 1 0,0-1 0,-1 0 0,1 1 0,0-1 0,-1 0 0,1 1 0,-1-1 0,1 1 0,-1-1 0,0 1 0,1-1 0,-1 1 0,1-1 0,-1 1 0,0-1 0,1 1 0,-1 0 0,0-1 0,0 1 0,1 0 0,-1 0 0,0 0 0,0 0 0,1 0 0,-1-1 0,0 1 0,-1 1 0,0-1 0,0 0 0,0 0 0,-1 1 0,1-1 0,0 1 0,0-1 0,0 1 0,0 0 0,0 0 0,0 0 0,0 0 0,-3 3 0,-1 2 0,1 0 0,-1 1 0,1-1 0,0 1 0,1 1 0,0-1 0,0 0 0,0 1 0,1 0 0,1 0 0,-3 9 0,-1 5 0,2 1 0,-3 43 0,7-52 0,0 1 0,1 0 0,0 0 0,1 0 0,1-1 0,0 1 0,1-1 0,0 0 0,8 16 0,-10-25 0,0 0 0,1-1 0,0 1 0,0 0 0,0-1 0,0 0 0,1 1 0,0-1 0,0 0 0,0-1 0,0 1 0,0-1 0,1 0 0,0 0 0,-1 0 0,1-1 0,0 0 0,0 0 0,1 0 0,-1 0 0,0-1 0,1 0 0,-1 0 0,0 0 0,1-1 0,-1 1 0,9-2 0,-6 0 0,0 0 0,-1-1 0,1 1 0,-1-2 0,0 1 0,0-1 0,0 0 0,0 0 0,0-1 0,0 0 0,10-8 0,-9 4 0,1 0 0,-1-1 0,0 1 0,-1-1 0,0-1 0,-1 0 0,6-11 0,-1-1 0,-1-1 0,-1-1 0,-1 0 0,-2 0 0,0-1 0,4-37 0,-9 22 315,-1 27-875,1 1 0,3-18 0,-1 18-6266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6.287"/>
    </inkml:context>
    <inkml:brush xml:id="br0">
      <inkml:brushProperty name="width" value="0.05" units="cm"/>
      <inkml:brushProperty name="height" value="0.05" units="cm"/>
      <inkml:brushProperty name="color" value="#FF0066"/>
    </inkml:brush>
  </inkml:definitions>
  <inkml:trace contextRef="#ctx0" brushRef="#br0">40 1 24575,'-1'4'0,"1"-1"0,-1 1 0,0-1 0,0 1 0,0-1 0,-1 0 0,-3 6 0,-3 12 0,1 10 0,2 1 0,1-1 0,2 1 0,1 0 0,3 34 0,-1-12 0,-1-40 0,3 59 0,-2-67 0,0 0 0,0 0 0,0 0 0,1 0 0,0 0 0,0-1 0,0 1 0,1-1 0,4 8 0,-6-12 0,0 0 0,-1-1 0,1 1 0,0 0 0,-1 0 0,1 0 0,0-1 0,0 1 0,0 0 0,0-1 0,0 1 0,0-1 0,0 1 0,0-1 0,0 1 0,0-1 0,0 0 0,0 0 0,0 1 0,0-1 0,0 0 0,0 0 0,1 0 0,0-1 0,0 1 0,0-1 0,0 1 0,0-1 0,0 0 0,0 0 0,0 0 0,-1 0 0,1 0 0,0 0 0,2-3 0,3-3 0,0-1 0,0 0 0,10-15 0,-16 21 0,31-51 0,34-75 0,-41 75 0,52-82 0,-60 116 0,-9 14 0,-8 5 0,0 0 0,1 0 0,-1 0 0,0 1 0,0-1 0,0 0 0,0 0 0,0 0 0,0 0 0,1 1 0,-1-1 0,0 0 0,0 0 0,0 0 0,0 0 0,0 1 0,0-1 0,0 0 0,0 0 0,0 0 0,0 1 0,0-1 0,0 0 0,0 0 0,0 0 0,0 1 0,0-1 0,0 0 0,0 0 0,0 0 0,0 1 0,0-1 0,0 0 0,-1 0 0,1 0 0,0 0 0,0 1 0,0-1 0,0 0 0,-12 27 0,0 0 0,-1-1 0,-34 48 0,31-49 0,4-7 0,1-3 0,1 1 0,1 0 0,0 1 0,1 0 0,-9 27 0,17-41 0,-1-1 0,1 1 0,0-1 0,0 1 0,0-1 0,0 1 0,0-1 0,0 1 0,1-1 0,-1 1 0,1-1 0,0 1 0,0-1 0,0 0 0,0 1 0,0-1 0,0 0 0,1 0 0,-1 0 0,1 0 0,-1 0 0,1 0 0,0 0 0,0-1 0,0 1 0,0 0 0,0-1 0,0 0 0,4 2 0,7 4 0,1 0 0,0-2 0,29 9 0,-14-5 0,34 19-1365,-39-15-5461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56.488"/>
    </inkml:context>
    <inkml:brush xml:id="br0">
      <inkml:brushProperty name="width" value="0.05" units="cm"/>
      <inkml:brushProperty name="height" value="0.05" units="cm"/>
      <inkml:brushProperty name="color" value="#FF0066"/>
    </inkml:brush>
  </inkml:definitions>
  <inkml:trace contextRef="#ctx0" brushRef="#br0">18 0 24575,'-9'0'0,"1"0"0,12 3 0,24 1 0,31 0 0,38-1 0,41-1 0,35 0 0,30-2-1689,25 1 1689,11-1 0,2 0-2397,-8-1 2397,-18 1 0,-27 0-1280,-45 0-1545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16.917"/>
    </inkml:context>
    <inkml:brush xml:id="br0">
      <inkml:brushProperty name="width" value="0.05" units="cm"/>
      <inkml:brushProperty name="height" value="0.05" units="cm"/>
      <inkml:brushProperty name="color" value="#FF0066"/>
    </inkml:brush>
  </inkml:definitions>
  <inkml:trace contextRef="#ctx0" brushRef="#br0">4323 221 24575,'-944'1'-871,"-1211"-3"-2205,1269-20 1076,879 21 2028,-142-11 947,119 8-175,0-1 0,-51-17 0,78 22-701,1-1-1,-1 0 0,1 0 0,-1 0 0,1 0 0,0 0 0,-1-1 0,1 1 0,0-1 0,0 1 0,0-1 0,0 0 0,0 0 0,1 0 0,-1 0 0,1 0 1,-3-3-1,4 3-67,-1 0 0,1 0 0,0 0 1,0 0-1,0 0 0,0 0 0,1 0 0,-1 1 1,0-1-1,1 0 0,-1 0 0,1 0 1,0 0-1,0 1 0,-1-1 0,1 0 1,0 0-1,0 1 0,1-1 0,-1 1 0,0-1 1,1 1-1,1-2 0,62-59-1367,-44 44-5490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17.261"/>
    </inkml:context>
    <inkml:brush xml:id="br0">
      <inkml:brushProperty name="width" value="0.05" units="cm"/>
      <inkml:brushProperty name="height" value="0.05" units="cm"/>
      <inkml:brushProperty name="color" value="#FF0066"/>
    </inkml:brush>
  </inkml:definitions>
  <inkml:trace contextRef="#ctx0" brushRef="#br0">505 82 24575,'20'-27'0,"-17"24"0,0 0 0,-1 1 0,1-1 0,-1 0 0,0 0 0,0-1 0,0 1 0,-1 0 0,1-1 0,-1 1 0,0-1 0,2-5 0,-3 9 0,0 0 0,0-1 0,0 1 0,0 0 0,0-1 0,0 1 0,0 0 0,0-1 0,0 1 0,0 0 0,-1 0 0,1-1 0,0 1 0,0 0 0,0-1 0,0 1 0,0 0 0,-1 0 0,1 0 0,0-1 0,0 1 0,-1 0 0,1 0 0,0-1 0,0 1 0,-1 0 0,1 0 0,0 0 0,0 0 0,-1 0 0,1 0 0,0-1 0,-1 1 0,1 0 0,0 0 0,0 0 0,-1 0 0,1 0 0,0 0 0,-1 0 0,1 0 0,0 0 0,-1 0 0,1 0 0,0 1 0,0-1 0,-1 0 0,1 0 0,0 0 0,-1 0 0,-17 9 0,17-8 0,-157 105 0,63-40 0,64-45 0,-163 116 0,189-133 0,1 0 0,0 0 0,0 0 0,0 0 0,0 0 0,0 1 0,1 0 0,-4 7 0,6-10 0,0 1 0,0-1 0,1 1 0,-1-1 0,1 1 0,-1-1 0,1 1 0,0-1 0,0 1 0,0-1 0,1 1 0,-1-1 0,0 1 0,1-1 0,0 1 0,0-1 0,-1 0 0,1 1 0,1-1 0,-1 0 0,3 4 0,9 10 0,0 0 0,1-1 0,1-1 0,1 0 0,0-1 0,21 14 0,-10-8 0,33 26-1365,-4-4-5461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17.890"/>
    </inkml:context>
    <inkml:brush xml:id="br0">
      <inkml:brushProperty name="width" value="0.05" units="cm"/>
      <inkml:brushProperty name="height" value="0.05" units="cm"/>
      <inkml:brushProperty name="color" value="#FF0066"/>
    </inkml:brush>
  </inkml:definitions>
  <inkml:trace contextRef="#ctx0" brushRef="#br0">373 211 24575,'1'-4'0,"-2"0"0,1 1 0,0-1 0,-1 0 0,1 1 0,-1-1 0,0 1 0,0-1 0,-1 1 0,1 0 0,-1-1 0,1 1 0,-1 0 0,0 0 0,0 0 0,-1 0 0,1 0 0,-3-2 0,2 3 0,0 0 0,1 1 0,-1-1 0,0 1 0,0-1 0,0 1 0,0 0 0,0 0 0,0 0 0,-1 1 0,1-1 0,0 1 0,0-1 0,0 1 0,-1 0 0,1 0 0,0 1 0,0-1 0,-1 1 0,-4 1 0,-6 2 0,1 2 0,-1-1 0,1 2 0,0-1 0,0 2 0,1 0 0,0 0 0,0 1 0,-12 13 0,8-6 0,1 0 0,0 1 0,1 1 0,1 1 0,-14 25 0,21-32 0,1-1 0,0 1 0,1 1 0,0-1 0,0 1 0,2-1 0,-1 1 0,2 0 0,0 0 0,0 0 0,1 0 0,1 0 0,0 0 0,1 0 0,0-1 0,1 1 0,0 0 0,1-1 0,0 0 0,1 0 0,1 0 0,0-1 0,0 1 0,1-1 0,1-1 0,0 0 0,0 0 0,1 0 0,0-1 0,1 0 0,0-1 0,0 0 0,1 0 0,0-2 0,12 7 0,-7-5 0,1-1 0,1-1 0,-1-1 0,1 0 0,0-1 0,0-1 0,0 0 0,1-2 0,-1 0 0,0-1 0,29-4 0,-25 1 0,1-2 0,-1 0 0,0-1 0,-1-2 0,0 0 0,0-1 0,0-1 0,36-25 0,-40 23 0,0-1 0,0-1 0,-2-1 0,0 0 0,0-1 0,-1-1 0,-1 0 0,-1-1 0,14-27 0,-18 29 0,-1 0 0,-1 0 0,-1 0 0,0-1 0,-1 0 0,-1 0 0,0 0 0,-2 0 0,0 0 0,0 0 0,-2 0 0,-3-26 0,1 27 29,-1 0-1,0 0 1,-1 0-1,0 0 0,-1 1 1,-1 0-1,-1 0 1,0 1-1,-1 0 1,0 0-1,-14-15 1,15 21-124,0 0 0,0 1 0,0 0 0,-1 0 1,0 1-1,-1 0 0,1 1 0,-1 0 0,0 0 0,0 1 1,-1 0-1,1 1 0,-1 0 0,0 1 0,0 0 1,0 1-1,-18 0 0,-19 4-6731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18.400"/>
    </inkml:context>
    <inkml:brush xml:id="br0">
      <inkml:brushProperty name="width" value="0.05" units="cm"/>
      <inkml:brushProperty name="height" value="0.05" units="cm"/>
      <inkml:brushProperty name="color" value="#FF0066"/>
    </inkml:brush>
  </inkml:definitions>
  <inkml:trace contextRef="#ctx0" brushRef="#br0">277 9 24575,'0'8'0,"-1"-1"0,0 0 0,-1 0 0,0 1 0,0-1 0,-5 12 0,-24 42 0,22-44 0,-22 37 0,-49 61 0,-14 24 0,92-135 0,0-1 0,0 1 0,0 0 0,0 0 0,1 0 0,-1 0 0,1 0 0,0 0 0,0 0 0,1 0 0,-1 5 0,1-7 0,1 0 0,-1-1 0,1 1 0,-1 0 0,1 0 0,0-1 0,0 1 0,-1-1 0,1 1 0,0-1 0,0 1 0,1-1 0,-1 1 0,0-1 0,0 0 0,1 0 0,-1 0 0,0 0 0,1 0 0,0 0 0,-1 0 0,1 0 0,-1 0 0,1-1 0,0 1 0,-1-1 0,1 1 0,2-1 0,45 11 0,1-3 0,-1-2 0,56 0 0,-63-4 0,96 7 0,-40 0 0,121-7 0,-208-2 0,1-1 0,-1-1 0,0 0 0,0 0 0,0-1 0,11-4 0,-19 6 0,0-1 0,0 0 0,0 1 0,0-1 0,0 0 0,0 0 0,-1 0 0,1-1 0,-1 1 0,0-1 0,1 1 0,-1-1 0,0 0 0,-1 0 0,1 0 0,0 0 0,-1 0 0,0 0 0,0 0 0,0-1 0,0 1 0,0 0 0,0-1 0,-1-3 0,1-10 0,-1 0 0,-1 0 0,0 0 0,-2 0 0,-6-28 0,-33-84 0,26 84 0,2 4 0,9 20 0,-2 1 0,0 0 0,-2 1 0,0 0 0,-14-22 0,21 38 49,0 1 0,0-1 0,-1 0-1,1 1 1,-1 0 0,-5-5 0,7 7-131,0-1 1,0 0 0,0 1 0,-1-1-1,1 1 1,0 0 0,0-1-1,-1 1 1,1 0 0,0 0 0,-1 0-1,1 0 1,0 0 0,-1 0 0,1 0-1,0 0 1,-1 0 0,1 0 0,0 1-1,-2 0 1,-12 7-6745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22.722"/>
    </inkml:context>
    <inkml:brush xml:id="br0">
      <inkml:brushProperty name="width" value="0.05" units="cm"/>
      <inkml:brushProperty name="height" value="0.05" units="cm"/>
      <inkml:brushProperty name="color" value="#FF0066"/>
    </inkml:brush>
  </inkml:definitions>
  <inkml:trace contextRef="#ctx0" brushRef="#br0">142 137 24575,'1'-2'0,"0"-1"0,0 1 0,0 0 0,1 0 0,-1 0 0,1-1 0,-1 1 0,1 1 0,0-1 0,0 0 0,2-2 0,3-2 0,-5 4 0,1-1 0,0 0 0,0-1 0,0 1 0,-1 0 0,1-1 0,-1 0 0,0 1 0,0-1 0,0 0 0,0 0 0,1-5 0,-3 8 0,0 1 0,0 0 0,0 0 0,0 0 0,0-1 0,0 1 0,0 0 0,0 0 0,0-1 0,0 1 0,0 0 0,0 0 0,0 0 0,-1-1 0,1 1 0,0 0 0,0 0 0,0 0 0,0-1 0,0 1 0,0 0 0,0 0 0,-1 0 0,1 0 0,0-1 0,0 1 0,0 0 0,0 0 0,-1 0 0,1 0 0,0 0 0,0-1 0,0 1 0,-1 0 0,1 0 0,0 0 0,0 0 0,-1 0 0,1 0 0,0 0 0,0 0 0,-1 0 0,-12 4 0,-13 11 0,12-5 0,1 0 0,1 1 0,-1 1 0,2 0 0,0 1 0,0 0 0,1 1 0,-14 24 0,18-27 0,1 0 0,0 1 0,1 0 0,0 0 0,0 0 0,1 0 0,1 0 0,0 1 0,1-1 0,0 1 0,1-1 0,2 17 0,-1-22 0,0 0 0,1-1 0,0 1 0,0-1 0,0 1 0,1-1 0,0 0 0,0 0 0,0 0 0,1-1 0,0 1 0,0-1 0,7 7 0,-4-6 0,1 1 0,0-1 0,0 0 0,0-1 0,1 0 0,-1-1 0,1 1 0,14 3 0,-6-3 0,1 0 0,-1-2 0,1 0 0,0-1 0,0-1 0,1 0 0,-1-1 0,0-1 0,28-6 0,-30 3 0,1 0 0,-1-1 0,0-1 0,0 0 0,-1-2 0,0 0 0,0 0 0,0-1 0,-1-1 0,-1 0 0,0-1 0,22-24 0,-27 26 0,-1-1 0,1 0 0,-2-1 0,0 1 0,0-1 0,-1 0 0,0 0 0,-1-1 0,0 0 0,-1 0 0,0 0 0,-1 0 0,0 0 0,-1 0 0,0 0 0,-1-1 0,-1 1 0,-2-19 0,1 19 38,-1 0 0,0 1 0,-1-1 0,0 0 0,-1 1 0,0 0 0,-1 0 0,-13-19 0,16 27-104,0-1 0,0 0 1,0 1-1,0 0 0,-1-1 1,1 1-1,-1 1 0,0-1 1,0 0-1,0 1 1,0 0-1,-1 0 0,1 0 1,0 1-1,-1-1 0,1 1 1,-1 0-1,0 0 0,1 1 1,-1-1-1,0 1 1,0 0-1,1 0 0,-1 1 1,-6 1-1,-13 4-6760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23.226"/>
    </inkml:context>
    <inkml:brush xml:id="br0">
      <inkml:brushProperty name="width" value="0.05" units="cm"/>
      <inkml:brushProperty name="height" value="0.05" units="cm"/>
      <inkml:brushProperty name="color" value="#FF0066"/>
    </inkml:brush>
  </inkml:definitions>
  <inkml:trace contextRef="#ctx0" brushRef="#br0">519 17 24575,'-12'0'0,"9"-1"0,-1 1 0,1 0 0,-1 0 0,1 0 0,0 0 0,-1 1 0,1-1 0,-1 1 0,1 0 0,0 0 0,0 0 0,-1 0 0,1 1 0,0-1 0,0 1 0,0 0 0,0 0 0,1 0 0,-1 0 0,-2 3 0,-30 32 0,-52 77 0,45-57 0,-19 22 0,-121 175 0,177-246 0,0 0 0,0 0 0,1 1 0,-5 16 0,9-23 0,-1-1 0,1 0 0,-1 1 0,1-1 0,0 0 0,0 1 0,0-1 0,0 0 0,0 1 0,0-1 0,0 0 0,0 1 0,1-1 0,-1 0 0,0 1 0,1-1 0,-1 0 0,1 1 0,0-1 0,-1 0 0,1 0 0,0 0 0,0 0 0,-1 0 0,1 0 0,0 0 0,0 0 0,0 0 0,0 0 0,1 0 0,-1 0 0,0-1 0,0 1 0,0 0 0,1-1 0,-1 1 0,0-1 0,0 0 0,1 1 0,-1-1 0,0 0 0,2 0 0,22 2 0,-1 0 0,0-2 0,0-1 0,37-7 0,0 1 0,145-2 0,99-12 0,-294 20 0,-1-1 0,0-1 0,1 0 0,-1 0 0,0-1 0,0 0 0,-1-1 0,1 0 0,-1 0 0,0-1 0,-1 0 0,1-1 0,-1 0 0,0 0 0,-1-1 0,0 0 0,0 0 0,-1 0 0,0-1 0,0 0 0,-1-1 0,7-17 0,-7 14 0,0 0 0,-1 0 0,-1-1 0,0 1 0,-1-1 0,-1 0 0,0 1 0,-1-1 0,0 0 0,-1 0 0,0 1 0,-2-1 0,1 0 0,-7-16 0,2 8 0,-2-1 0,0 2 0,-2-1 0,0 2 0,-2-1 0,0 2 0,-24-29 0,29 39 114,-1 0 0,-19-17 0,23 23-285,1 0 0,0 1 1,-1-1-1,1 1 0,-1-1 1,0 1-1,0 1 0,0-1 1,-9-1-1,-3 3-6655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23.917"/>
    </inkml:context>
    <inkml:brush xml:id="br0">
      <inkml:brushProperty name="width" value="0.05" units="cm"/>
      <inkml:brushProperty name="height" value="0.05" units="cm"/>
      <inkml:brushProperty name="color" value="#FF0066"/>
    </inkml:brush>
  </inkml:definitions>
  <inkml:trace contextRef="#ctx0" brushRef="#br0">3229 32 24575,'0'-1'0,"0"-1"0,0 1 0,0-1 0,0 1 0,-1 0 0,1-1 0,0 1 0,-1 0 0,0 0 0,1-1 0,-1 1 0,0 0 0,1 0 0,-1 0 0,0 0 0,0 0 0,0 0 0,0 0 0,0 0 0,0 0 0,0 0 0,0 1 0,0-1 0,-1 0 0,1 1 0,0-1 0,0 1 0,-1-1 0,1 1 0,0-1 0,-1 1 0,1 0 0,0 0 0,-1 0 0,1 0 0,0 0 0,-1 0 0,-1 0 0,-9 1 0,1 0 0,-1 1 0,-17 4 0,17-3 0,-510 124 0,-322 57-1116,-417 97-1123,913-186 2206,230-62 1211,98-29-736,20-4-432,-1 0-1,1 0 1,0 0 0,0 0 0,0 0-1,0 0 1,0-1 0,0 1-1,-1 0 1,1 0 0,0 0 0,0 0-1,0 0 1,0 0 0,0 0 0,0 0-1,0 0 1,0-1 0,0 1 0,0 0-1,0 0 1,0 0 0,-1 0 0,1 0-1,0 0 1,0-1 0,0 1 0,0 0-1,0 0 1,0 0 0,0 0 0,0 0-1,0 0 1,0-1 0,0 1 0,0 0-1,1 0 1,-1 0 0,0 0-1,0 0 1,0 0 0,0-1 0,0 1-1,0 0 1,0 0 0,0 0 0,0 0-1,0 0 1,0 0 0,0 0 0,1 0-1,-1 0 1,0-1 0,0 1 0,0 0-1,0 0 1,0 0 0,0 0 0,29-23 1006,-16 13-839,12-9-1542,-13 10-5461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24.210"/>
    </inkml:context>
    <inkml:brush xml:id="br0">
      <inkml:brushProperty name="width" value="0.05" units="cm"/>
      <inkml:brushProperty name="height" value="0.05" units="cm"/>
      <inkml:brushProperty name="color" value="#FF0066"/>
    </inkml:brush>
  </inkml:definitions>
  <inkml:trace contextRef="#ctx0" brushRef="#br0">1 47 24575,'1'-3'0,"1"0"0,0 0 0,0 0 0,0 1 0,0-1 0,0 1 0,1-1 0,-1 1 0,1 0 0,-1 0 0,5-3 0,-3 2 0,-3 2 0,-1 0 0,1 0 0,0 1 0,0-1 0,0 0 0,-1 1 0,1-1 0,0 0 0,0 1 0,0-1 0,0 1 0,0-1 0,0 1 0,0 0 0,0 0 0,0-1 0,0 1 0,0 0 0,1 0 0,-1 0 0,1 0 0,-1 1 0,-1-1 0,1 1 0,-1-1 0,0 1 0,1 0 0,-1-1 0,0 1 0,0 0 0,1 0 0,-1-1 0,0 1 0,0 0 0,0-1 0,0 1 0,0 0 0,0 0 0,0-1 0,0 1 0,0 0 0,0 0 0,0-1 0,-1 2 0,-15 50 0,16-51 0,-11 26 0,5-15 0,1 0 0,1 1 0,0-1 0,-3 21 0,6-29 0,1 0 0,0-1 0,0 1 0,0 0 0,1 0 0,-1 0 0,1 0 0,0-1 0,0 1 0,0 0 0,0-1 0,1 1 0,-1-1 0,1 1 0,0-1 0,0 0 0,1 0 0,-1 0 0,0 0 0,5 4 0,2 0-136,1-1-1,0 1 1,1-2-1,-1 1 1,1-1-1,0-1 1,0 0-1,1-1 0,19 4 1,8 1-6690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48.186"/>
    </inkml:context>
    <inkml:brush xml:id="br0">
      <inkml:brushProperty name="width" value="0.05" units="cm"/>
      <inkml:brushProperty name="height" value="0.05" units="cm"/>
      <inkml:brushProperty name="color" value="#FF0066"/>
    </inkml:brush>
  </inkml:definitions>
  <inkml:trace contextRef="#ctx0" brushRef="#br0">0 744 24575,'1'-1'0,"0"0"0,0-1 0,0 1 0,0 0 0,0 0 0,0 0 0,0 0 0,0 0 0,1 0 0,-1 0 0,0 0 0,1 1 0,-1-1 0,0 0 0,1 1 0,-1-1 0,1 1 0,2-1 0,6-3 0,39-25 0,-1-1 0,64-55 0,-34 25 0,52-35 0,207-115 0,-272 176 0,1 4 0,1 2 0,1 3 0,2 3 0,123-22 0,174 13-307,7 34-263,-138 13-75,0 10 0,402 99 0,448 193 238,-564-155 487,-393-125-116,518 172-426,-616-199 513,-1 2 0,57 32-1,-82-41 36,0 0 0,0 0 0,-1 0 0,1 1 0,-1-1 0,0 1 0,0 0-1,0 0 1,-1 1 0,0-1 0,0 1 0,0 0 0,-1 0 0,0 0-1,0 0 1,2 8 0,-1 8 366,0 1 1,-2-1-1,-1 29 0,0-8-236,2-7-216,1 1 0,2 0 0,1-1 0,20 62 0,-20-73 109,0 1-1,2 29 1,6 28-1800,-9-62-5135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49.018"/>
    </inkml:context>
    <inkml:brush xml:id="br0">
      <inkml:brushProperty name="width" value="0.05" units="cm"/>
      <inkml:brushProperty name="height" value="0.05" units="cm"/>
      <inkml:brushProperty name="color" value="#FF0066"/>
    </inkml:brush>
  </inkml:definitions>
  <inkml:trace contextRef="#ctx0" brushRef="#br0">1 30 24575,'267'186'0,"-243"-168"0,-18-14 0,1 1 0,-1-1 0,0 0 0,1 0 0,0 0 0,0-1 0,0 0 0,14 3 0,-16-4 0,1-1 0,-1 0 0,0-1 0,1 1 0,-1-1 0,0 0 0,1 0 0,-1-1 0,1 1 0,-1-1 0,0-1 0,0 1 0,1-1 0,-1 1 0,0-2 0,0 1 0,-1 0 0,1-1 0,0 0 0,-1 0 0,0 0 0,0-1 0,0 1 0,0-1 0,5-7 0,13-19-273,-2 0 0,0-2 0,-3 0 0,20-48 0,-29 58-6553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1.909"/>
    </inkml:context>
    <inkml:brush xml:id="br0">
      <inkml:brushProperty name="width" value="0.05" units="cm"/>
      <inkml:brushProperty name="height" value="0.05" units="cm"/>
      <inkml:brushProperty name="color" value="#FF0066"/>
    </inkml:brush>
  </inkml:definitions>
  <inkml:trace contextRef="#ctx0" brushRef="#br0">62 147 24575,'-1'1'0,"0"0"0,1-1 0,-1 1 0,0-1 0,0 1 0,1-1 0,-1 0 0,0 1 0,0-1 0,0 0 0,0 0 0,0 1 0,1-1 0,-1 0 0,0 0 0,0 0 0,0 0 0,0 0 0,0 0 0,0 0 0,0 0 0,0-1 0,1 1 0,-1 0 0,0 0 0,0-1 0,0 1 0,1-1 0,-1 1 0,0-1 0,0 1 0,1-1 0,-1 1 0,0-1 0,-1-1 0,-24-28 0,21 24 0,6 2 0,8 3 0,16 3 0,-19-2 0,434-4-2,-297-1-263,858-18-2675,302-10 158,-1249 31 2728,-17 1 597,-1-1 1,44-8 0,-80 10-458,1 0 1,0 0 0,0-1 0,-1 1-1,1 0 1,0 0 0,-1 0 0,1 0-1,0 0 1,-1-1 0,1 1-1,-1 0 1,1-1 0,0 1 0,-1 0-1,1-1 1,-1 1 0,1-1 0,-1 1-1,2-2 1,-13-3 1267,-31-2-1232,37 6-768,-31-4-5784</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3.702"/>
    </inkml:context>
    <inkml:brush xml:id="br0">
      <inkml:brushProperty name="width" value="0.05" units="cm"/>
      <inkml:brushProperty name="height" value="0.05" units="cm"/>
      <inkml:brushProperty name="color" value="#FF0066"/>
    </inkml:brush>
  </inkml:definitions>
  <inkml:trace contextRef="#ctx0" brushRef="#br0">68 150 24575,'-6'-14'0,"1"0"0,-5-21 0,8 26 0,0 0 0,-1 0 0,0-1 0,-1 2 0,0-1 0,0 0 0,-9-12 0,13 21 0,0 0 0,0 0 0,0 0 0,0-1 0,0 1 0,0 0 0,0 0 0,0 0 0,0 0 0,-1-1 0,1 1 0,0 0 0,0 0 0,0 0 0,0 0 0,0 0 0,-1 0 0,1 0 0,0 0 0,0-1 0,0 1 0,-1 0 0,1 0 0,0 0 0,0 0 0,0 0 0,0 0 0,-1 0 0,1 0 0,0 0 0,0 0 0,0 0 0,-1 0 0,1 0 0,0 0 0,0 0 0,0 0 0,0 1 0,-1-1 0,1 0 0,-3 9 0,2 14 0,2 808 0,-2-821 0,0-5 0,1 0 0,-1 0 0,1 0 0,1 0 0,-1 0 0,2 6 0,-2-11 0,0 0 0,0 1 0,0-1 0,0 0 0,0 1 0,1-1 0,-1 0 0,0 1 0,0-1 0,1 0 0,-1 0 0,0 1 0,0-1 0,1 0 0,-1 0 0,0 0 0,1 1 0,-1-1 0,0 0 0,1 0 0,-1 0 0,0 0 0,1 0 0,-1 1 0,0-1 0,1 0 0,-1 0 0,0 0 0,1 0 0,-1 0 0,1 0 0,-1 0 0,0 0 0,1-1 0,-1 1 0,0 0 0,1 0 0,-1 0 0,0 0 0,1 0 0,-1-1 0,0 1 0,1 0 0,-1 0 0,0 0 0,0-1 0,1 1 0,-1 0 0,0 0 0,0-1 0,1 1 0,-1 0 0,0-1 0,0 0 0,17-17 0,-17 17 0,43-56 0,61-78 0,-89 119 0,0 1 0,1 0 0,1 1 0,0 0 0,32-18 0,-44 29 0,0 0 0,0 0 0,0 1 0,1 0 0,-1 0 0,1 0 0,-1 1 0,1-1 0,0 1 0,-1 1 0,1-1 0,0 1 0,0 0 0,-1 0 0,1 1 0,0 0 0,0 0 0,-1 0 0,1 1 0,-1-1 0,1 1 0,-1 1 0,0-1 0,1 1 0,-1 0 0,-1 0 0,1 0 0,0 1 0,-1 0 0,0 0 0,1 0 0,-2 0 0,1 0 0,0 1 0,-1 0 0,0 0 0,3 6 0,-1-2 0,-1-1 0,0 1 0,-1 0 0,0 1 0,0-1 0,-1 0 0,0 1 0,-1 0 0,0-1 0,0 1 0,-1 0 0,-1 11 0,0-14 0,0 0 0,-1 0 0,1 0 0,-1 0 0,-1-1 0,0 1 0,1-1 0,-2 1 0,1-1 0,-1 0 0,0-1 0,0 1 0,-1 0 0,0-1 0,0 0 0,0 0 0,-9 6 0,1-3-76,-1-1 1,1 0-1,-1-1 0,0 0 0,-1-1 0,1-1 0,-1 0 0,0-1 1,0-1-1,0 0 0,-1-1 0,1 0 0,0-2 0,0 0 1,-1 0-1,1-2 0,-24-6 0,10-3-6750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4.120"/>
    </inkml:context>
    <inkml:brush xml:id="br0">
      <inkml:brushProperty name="width" value="0.05" units="cm"/>
      <inkml:brushProperty name="height" value="0.05" units="cm"/>
      <inkml:brushProperty name="color" value="#FF0066"/>
    </inkml:brush>
  </inkml:definitions>
  <inkml:trace contextRef="#ctx0" brushRef="#br0">212 203 24575,'2'-3'0,"0"1"0,0-1 0,-1 0 0,1 0 0,-1 0 0,0 0 0,0 0 0,0 0 0,0 0 0,0 0 0,-1 0 0,1 0 0,-1 0 0,0 0 0,0-1 0,0 1 0,0 0 0,-2-4 0,0-8 0,-1-1 0,-7-18 0,8 27 0,1 2 0,-1-1 0,1 1 0,-2 0 0,1 1 0,0-1 0,-1 0 0,0 1 0,0-1 0,0 1 0,-6-6 0,7 8 0,1 1 0,-1 0 0,0 0 0,0 0 0,0 0 0,0 0 0,0 0 0,0 1 0,0-1 0,0 0 0,0 1 0,0 0 0,0-1 0,0 1 0,0 0 0,0 0 0,-1 0 0,1 1 0,0-1 0,0 0 0,0 1 0,0-1 0,0 1 0,0 0 0,0 0 0,0-1 0,0 2 0,0-1 0,-2 1 0,-2 3 0,0 0 0,0 0 0,0 0 0,1 1 0,0 0 0,0 0 0,0 0 0,1 1 0,-1 0 0,2-1 0,-1 1 0,-3 10 0,-3 10 0,2-1 0,-6 30 0,8-31 0,2 1 0,1-1 0,1 0 0,2 43 0,0-66 0,0 1 0,0-1 0,1 1 0,-1-1 0,1 0 0,-1 1 0,1-1 0,0 0 0,0 0 0,0 1 0,0-1 0,1 0 0,-1 0 0,0 0 0,3 1 0,-3-2 0,0 0 0,0 0 0,0-1 0,0 1 0,0-1 0,1 1 0,-1-1 0,0 0 0,0 1 0,1-1 0,-1 0 0,0 0 0,1 0 0,-1 0 0,0 0 0,1 0 0,-1 0 0,0 0 0,0-1 0,1 1 0,-1 0 0,0-1 0,0 1 0,0-1 0,1 0 0,-1 1 0,0-1 0,0 0 0,1-1 0,15-10 0,-1-1 0,0-1 0,-1 0 0,20-25 0,-25 26 0,1 0 0,1 1 0,0 0 0,0 1 0,2 0 0,-1 1 0,26-14 0,-38 23 0,0 0 0,1 1 0,-1-1 0,1 0 0,-1 1 0,1-1 0,-1 1 0,1-1 0,-1 1 0,1 0 0,-1 0 0,1 0 0,0 0 0,-1 0 0,1 0 0,-1 0 0,1 0 0,-1 1 0,1-1 0,-1 0 0,1 1 0,-1 0 0,1-1 0,-1 1 0,1 0 0,-1 0 0,0-1 0,0 1 0,1 0 0,-1 0 0,0 1 0,0-1 0,0 0 0,0 0 0,0 0 0,0 1 0,0-1 0,-1 0 0,1 1 0,0-1 0,-1 1 0,1-1 0,-1 1 0,0-1 0,1 1 0,-1 1 0,2 8 0,-1 0 0,0-1 0,0 1 0,-1 0 0,-2 15 0,-10 76-1365,9-74-5461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4.527"/>
    </inkml:context>
    <inkml:brush xml:id="br0">
      <inkml:brushProperty name="width" value="0.05" units="cm"/>
      <inkml:brushProperty name="height" value="0.05" units="cm"/>
      <inkml:brushProperty name="color" value="#FF0066"/>
    </inkml:brush>
  </inkml:definitions>
  <inkml:trace contextRef="#ctx0" brushRef="#br0">1 82 24575,'0'-19'0,"-1"12"0,1 0 0,0 0 0,1 0 0,-1 1 0,4-13 0,-4 19 0,0-1 0,0 1 0,0 0 0,0-1 0,0 1 0,0 0 0,0-1 0,1 1 0,-1 0 0,0-1 0,0 1 0,0 0 0,1-1 0,-1 1 0,0 0 0,0 0 0,1-1 0,-1 1 0,0 0 0,1 0 0,-1 0 0,0-1 0,1 1 0,-1 0 0,0 0 0,1 0 0,-1 0 0,0 0 0,1 0 0,-1 0 0,0 0 0,1 0 0,-1 0 0,1 0 0,-1 0 0,0 0 0,1 0 0,-1 0 0,0 0 0,1 0 0,-1 0 0,0 0 0,1 1 0,-1-1 0,0 0 0,1 0 0,-1 0 0,0 0 0,0 1 0,1-1 0,-1 0 0,0 1 0,0-1 0,1 0 0,-1 0 0,0 1 0,0-1 0,0 0 0,1 1 0,13 19 0,-1 6 0,-2 0 0,-1 0 0,-1 2 0,-1-1 0,-1 1 0,-2 0 0,3 35 0,-8-63 0,0 0 0,0 0 0,0 0 0,0-1 0,0 1 0,0 0 0,0 0 0,0 0 0,1 0 0,-1 0 0,0 0 0,0 0 0,0 0 0,0 0 0,0 0 0,0 0 0,0 0 0,0 0 0,0 0 0,0 0 0,0 0 0,0 0 0,0 0 0,0 0 0,1 0 0,-1 0 0,0 0 0,0 0 0,0 0 0,0 0 0,0 0 0,0 0 0,0 0 0,0 0 0,0 0 0,0 0 0,0 0 0,0 0 0,1 0 0,-1 0 0,0 0 0,0 0 0,0 0 0,0 0 0,0 0 0,0 0 0,0 0 0,0 0 0,0 0 0,0 0 0,0 1 0,0-1 0,0 0 0,0 0 0,0 0 0,0 0 0,0 0 0,0 0 0,0 0 0,0 0 0,0 0 0,7-11 0,5-17 0,-6 13 0,40-91 0,-38 90 0,1 1 0,0 0 0,1 0 0,18-19 0,-26 31 0,0 1 0,0 0 0,1 0 0,-1 0 0,1 0 0,-1 0 0,1 1 0,0-1 0,0 1 0,-1 0 0,1-1 0,6 0 0,-8 2 0,1 0 0,-1 0 0,1 0 0,-1 0 0,1 0 0,-1 0 0,0 1 0,1-1 0,-1 0 0,0 1 0,1-1 0,-1 1 0,0 0 0,0-1 0,1 1 0,-1 0 0,0 0 0,0 0 0,0 0 0,0 0 0,0 0 0,0 0 0,0 0 0,0 0 0,-1 0 0,1 1 0,0-1 0,-1 0 0,2 3 0,2 5 0,-1 1 0,0 0 0,-1 0 0,0 0 0,0 1 0,0 11 0,-2 68 0,-1-56 0,1-2 116,-1-11-412,0 1 0,2-1 0,1 0-1,5 23 1,0-20-6530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4.978"/>
    </inkml:context>
    <inkml:brush xml:id="br0">
      <inkml:brushProperty name="width" value="0.05" units="cm"/>
      <inkml:brushProperty name="height" value="0.05" units="cm"/>
      <inkml:brushProperty name="color" value="#FF0066"/>
    </inkml:brush>
  </inkml:definitions>
  <inkml:trace contextRef="#ctx0" brushRef="#br0">64 127 24575,'8'-38'0,"-6"27"0,0 0 0,0 1 0,1 0 0,1 0 0,8-19 0,-4 21 0,-3 13 0,-3 17 0,-7 38 0,-2 0 0,-25 95 0,12-65 0,4-15 0,-15 82 0,31-153 0,0-1 0,-1 0 0,1 1 0,0-1 0,1 1 0,-1-1 0,2 7 0,-2-10 0,0 1 0,1-1 0,-1 1 0,0-1 0,0 1 0,1-1 0,-1 1 0,0-1 0,1 1 0,-1-1 0,0 0 0,1 1 0,-1-1 0,0 0 0,1 1 0,-1-1 0,1 0 0,-1 1 0,1-1 0,-1 0 0,2 0 0,-2 0 0,1 0 0,0 0 0,0 0 0,0 0 0,0 0 0,0 0 0,0 0 0,0-1 0,0 1 0,0 0 0,-1-1 0,1 1 0,0-1 0,0 1 0,0-1 0,1 0 0,11-11 0,0-1 0,0 0 0,-2-1 0,19-26 0,7-9 0,-16 24 0,34-42 0,-61 74 0,0-1 0,0 0 0,-1 1 0,1-2 0,-9 6 0,-51 33 0,22-15 0,39-25 0,-2 1 0,0-1 0,1 1 0,-1 1 0,1-1 0,-7 9 0,13-13 0,-1 0 0,0 0 0,0 0 0,1 0 0,-1 0 0,1 0 0,-1 0 0,1 0 0,0 0 0,-1 1 0,1-1 0,0 0 0,0 0 0,-1 0 0,1 0 0,0 1 0,0-1 0,1 0 0,-1 0 0,0 0 0,0 1 0,0-1 0,1 0 0,-1 0 0,1 0 0,-1 0 0,1 0 0,-1 0 0,1 0 0,0 0 0,-1 0 0,1 0 0,0 0 0,0 0 0,0 0 0,0 0 0,0-1 0,0 1 0,0 0 0,0-1 0,0 1 0,0-1 0,0 1 0,1 0 0,22 10 0,1 0 0,38 11 0,13 6 0,-51-17 114,-4-2-607,1 0 0,40 11 0,-46-17-6333</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5.167"/>
    </inkml:context>
    <inkml:brush xml:id="br0">
      <inkml:brushProperty name="width" value="0.05" units="cm"/>
      <inkml:brushProperty name="height" value="0.05" units="cm"/>
      <inkml:brushProperty name="color" value="#FF0066"/>
    </inkml:brush>
  </inkml:definitions>
  <inkml:trace contextRef="#ctx0" brushRef="#br0">16 174 24575,'2'-16'0,"-1"0"0,2 0 0,9-29 0,-3 12 0,-9 30 0,7-23 0,-7 24 0,1 1 0,-1 0 0,0 0 0,0 0 0,1 1 0,-1-1 0,1 0 0,-1 0 0,1 0 0,-1 0 0,1 0 0,-1 0 0,1 0 0,0 1 0,-1-1 0,1 0 0,0 1 0,0-1 0,1 0 0,-2 2 0,1-1 0,-1 1 0,1 0 0,-1 0 0,1 0 0,-1 0 0,0 0 0,1 0 0,-1 0 0,0 0 0,0 0 0,0 0 0,0 0 0,0 0 0,0 0 0,0 0 0,0 0 0,0 0 0,0 0 0,-1 1 0,1 0 0,-35 222 0,22-150 0,0-4-1365,10-46-5461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5.320"/>
    </inkml:context>
    <inkml:brush xml:id="br0">
      <inkml:brushProperty name="width" value="0.05" units="cm"/>
      <inkml:brushProperty name="height" value="0.05" units="cm"/>
      <inkml:brushProperty name="color" value="#FF0066"/>
    </inkml:brush>
  </inkml:definitions>
  <inkml:trace contextRef="#ctx0" brushRef="#br0">22 109 24575,'0'-9'0,"3"-9"0,1-7 0,-3 0 0,-5 5 0,-2 9 0,1 11 0,-3 10 0,1 3-8191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6.338"/>
    </inkml:context>
    <inkml:brush xml:id="br0">
      <inkml:brushProperty name="width" value="0.05" units="cm"/>
      <inkml:brushProperty name="height" value="0.05" units="cm"/>
      <inkml:brushProperty name="color" value="#FF0066"/>
    </inkml:brush>
  </inkml:definitions>
  <inkml:trace contextRef="#ctx0" brushRef="#br0">2 19 24575,'-1'8'0,"1"-6"0,0-1 0,0 0 0,0 0 0,0 0 0,0 1 0,0-1 0,0 0 0,0 0 0,0 1 0,0-1 0,1 0 0,0 2 0,9 30 0,-2 1 0,-1 0 0,4 57 0,-11-88 0,1 1 0,-1-1 0,1 1 0,0 0 0,0-1 0,0 0 0,0 1 0,1-1 0,3 6 0,-4-8 0,-1 0 0,1-1 0,0 1 0,0 0 0,-1-1 0,1 1 0,0-1 0,0 1 0,0-1 0,0 1 0,0-1 0,-1 0 0,1 1 0,0-1 0,0 0 0,0 0 0,0 1 0,0-1 0,0 0 0,0 0 0,0 0 0,0-1 0,0 1 0,0 0 0,0 0 0,0 0 0,0-1 0,0 1 0,0 0 0,0-1 0,0 1 0,0-1 0,-1 1 0,1-1 0,0 0 0,0 1 0,-1-1 0,1 0 0,0 1 0,0-2 0,13-11 0,0-2 0,-1 1 0,-1-1 0,19-32 0,-19 29 0,0 0 0,2 0 0,23-24 0,-35 41 0,-1-1 0,1 1 0,0-1 0,0 1 0,-1 0 0,1-1 0,0 1 0,1 0 0,-1 0 0,0 1 0,0-1 0,0 0 0,0 1 0,1-1 0,-1 1 0,0 0 0,0-1 0,3 1 0,-3 1 0,0-1 0,0 1 0,0 0 0,-1 0 0,1-1 0,0 1 0,-1 0 0,1 0 0,-1 0 0,1 1 0,-1-1 0,1 0 0,-1 1 0,0-1 0,0 1 0,1-1 0,-1 1 0,0-1 0,0 1 0,-1 0 0,1-1 0,1 4 0,1 5 0,0 0 0,-1 1 0,0 0 0,0 0 0,-1-1 0,-1 16 0,0-17 0,0-1 0,0 1 0,1-1 0,0 1 0,0-1 0,1 1 0,0-1 0,1 0 0,0 0 0,0 0 0,5 8 0,-5-12 0,-1-2 0,1 1 0,0 0 0,1-1 0,-1 1 0,0-1 0,1 0 0,-1 0 0,1 0 0,-1-1 0,1 1 0,0-1 0,0 0 0,0 0 0,0 0 0,-1 0 0,1-1 0,0 0 0,6 0 0,11 0 0,-1-2 0,32-5 0,-38 5 0,4 0 0,-1-2 0,1 1 0,-1-2 0,1-1 0,-2 0 0,1-1 0,-1 0 0,0-2 0,0 0 0,27-21 0,-27 16 0,-1 0 0,-1-1 0,0-1 0,0-1 0,20-34 0,-33 49 0,0 1 0,0-1 0,-1 1 0,1-1 0,0 0 0,-1 1 0,1-1 0,-1 0 0,1 1 0,-1-1 0,0 0 0,0 0 0,0 0 0,0 1 0,0-1 0,0 0 0,0 0 0,-1 1 0,1-1 0,-1 0 0,1 0 0,-2-2 0,0 2 0,1-1 0,-1 1 0,0-1 0,-1 1 0,1 0 0,0 0 0,-1 0 0,1 0 0,-1 0 0,1 0 0,-7-2 0,-2-1 0,0 1 0,0 1 0,0-1 0,-1 2 0,-21-3 0,26 5 0,-1 0 0,1 0 0,0 1 0,0 0 0,0 1 0,0-1 0,0 1 0,0 1 0,1-1 0,-1 1 0,1 0 0,0 1 0,-1 0 0,1 0 0,1 0 0,-1 0 0,-6 8 0,4-5 0,1 1 0,0 0 0,1 0 0,0 1 0,0 0 0,1 0 0,0 0 0,1 0 0,0 1 0,0 0 0,-3 15 0,7-24 0,-1 1 0,1 0 0,0 0 0,-1 0 0,1 0 0,0 0 0,0 0 0,0 0 0,1 0 0,-1 0 0,0 0 0,1 0 0,-1 0 0,1-1 0,0 1 0,0 0 0,-1 0 0,1-1 0,0 1 0,3 3 0,-2-4 0,0 1 0,0 0 0,0-1 0,1 1 0,-1-1 0,0 0 0,1 0 0,-1 0 0,1 0 0,-1 0 0,1 0 0,0-1 0,3 1 0,5 0 0,1-1 0,-1 0 0,1-1 0,-1 0 0,22-6 0,-19 3 0,-1-1 0,1 0 0,12-8 0,-16 7 0,1 1 0,1 0 0,-1 1 0,16-4 0,-26 7 0,0 1 0,0 0 0,0 0 0,0 0 0,0 0 0,0 0 0,0 0 0,0 0 0,0 0 0,1 1 0,-1-1 0,0 0 0,0 1 0,0-1 0,0 0 0,0 1 0,0 0 0,-1-1 0,1 1 0,0-1 0,0 1 0,0 0 0,0 0 0,-1-1 0,1 1 0,0 0 0,-1 0 0,1 0 0,-1 0 0,1 0 0,-1 0 0,1 0 0,-1 0 0,0 0 0,1 0 0,-1 1 0,1 4 0,0 0 0,0-1 0,0 1 0,-1 0 0,-1 10 0,-9 62 0,-38 148 0,38-183 0,-18 68 0,-5-2 0,-61 141 0,84-230 0,1-1 0,-2 0 0,-1-1 0,0 0 0,-27 30 0,34-43 0,1-1 0,-1 0 0,0 0 0,-1 0 0,1-1 0,0 0 0,-1 0 0,0 0 0,0 0 0,-10 2 0,12-4 0,-1-1 0,1 1 0,-1-1 0,1 0 0,0 0 0,-1-1 0,1 1 0,-1-1 0,1 0 0,0 0 0,-1 0 0,1-1 0,0 1 0,0-1 0,0 0 0,-7-5 0,2 0 0,0-1 0,1 0 0,-1 0 0,2 0 0,-1-1 0,1 0 0,1-1 0,-1 1 0,2-1 0,-1-1 0,1 1 0,1-1 0,0 0 0,1 0 0,0 0 0,-2-14 0,1-1 0,1 0 0,1 0 0,1 0 0,1 0 0,2 0 0,5-31 0,0 26 0,0 0 0,2 1 0,2 0 0,0 0 0,2 1 0,1 1 0,2 0 0,35-48 0,-35 55 0,1 1 0,1 0 0,1 2 0,0 0 0,2 1 0,0 1 0,0 1 0,1 1 0,1 1 0,1 1 0,28-10 0,-39 17-341,0 1 0,0 1-1,16-2 1,-6 3-6485</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6.920"/>
    </inkml:context>
    <inkml:brush xml:id="br0">
      <inkml:brushProperty name="width" value="0.05" units="cm"/>
      <inkml:brushProperty name="height" value="0.05" units="cm"/>
      <inkml:brushProperty name="color" value="#FF0066"/>
    </inkml:brush>
  </inkml:definitions>
  <inkml:trace contextRef="#ctx0" brushRef="#br0">204 238 24575,'-9'-10'0,"-16"-16"0,23 24 0,0 1 0,1 0 0,-1-1 0,0 1 0,0 0 0,0 0 0,0 0 0,0 0 0,0 0 0,0 1 0,0-1 0,-4 0 0,5 1 0,0 0 0,0 0 0,0 1 0,0-1 0,0 0 0,0 1 0,0-1 0,0 1 0,0-1 0,0 1 0,0-1 0,1 1 0,-1 0 0,0-1 0,0 1 0,1 0 0,-1 0 0,0 0 0,1-1 0,-1 1 0,1 0 0,-1 0 0,1 0 0,-1 0 0,1 0 0,0 0 0,-1 0 0,1 0 0,0 0 0,0 2 0,-4 37 0,3-35 0,-1 44 0,-2 0 0,-3-1 0,-1 1 0,-3-2 0,-2 0 0,-34 82 0,33-107 0,7-18 0,6-15 0,5-7 0,0 1 0,1 0 0,13-25 0,-5 9 0,36-96 0,129-238 0,-173 359 0,-2 3 0,-1 0 0,1 0 0,0 0 0,1 0 0,0 1 0,-1-1 0,1 1 0,1 0 0,-1 0 0,10-7 0,-14 11 0,1 0 0,-1 0 0,1 0 0,0 0 0,-1 0 0,1 0 0,-1-1 0,1 2 0,0-1 0,-1 0 0,1 0 0,-1 0 0,1 0 0,0 0 0,-1 0 0,1 0 0,-1 1 0,1-1 0,-1 0 0,1 1 0,-1-1 0,1 0 0,-1 1 0,1-1 0,-1 0 0,1 1 0,-1-1 0,0 1 0,1-1 0,-1 1 0,0-1 0,1 1 0,-1-1 0,0 1 0,0-1 0,1 1 0,-1-1 0,0 1 0,0 0 0,0-1 0,0 1 0,0-1 0,0 1 0,0 1 0,3 31 0,-3-30 0,0 14 0,9 122 0,-7-122 0,2 0 0,0-1 0,0 0 0,2 1 0,0-2 0,11 21 0,4 4-227,-1 1-1,-2 1 1,-2 1-1,-2 0 1,14 74-1,-25-96-6598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7.110"/>
    </inkml:context>
    <inkml:brush xml:id="br0">
      <inkml:brushProperty name="width" value="0.05" units="cm"/>
      <inkml:brushProperty name="height" value="0.05" units="cm"/>
      <inkml:brushProperty name="color" value="#FF0066"/>
    </inkml:brush>
  </inkml:definitions>
  <inkml:trace contextRef="#ctx0" brushRef="#br0">8 128 24575,'-3'-3'0,"-1"-4"0,6-4 0,9-3 0,8 1 0,7 0 0,8 2 0,7 0 0,5 1 0,1 4 0,1-2 0,-1 2 0,-3-2 0,-9 1-8191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8.775"/>
    </inkml:context>
    <inkml:brush xml:id="br0">
      <inkml:brushProperty name="width" value="0.05" units="cm"/>
      <inkml:brushProperty name="height" value="0.05" units="cm"/>
      <inkml:brushProperty name="color" value="#FF0066"/>
    </inkml:brush>
  </inkml:definitions>
  <inkml:trace contextRef="#ctx0" brushRef="#br0">207 600 24575,'2'-1'0,"-1"0"0,0 0 0,0 0 0,0 0 0,0-1 0,0 1 0,0 0 0,0-1 0,0 1 0,0-1 0,-1 1 0,1-1 0,-1 1 0,1-1 0,-1 1 0,1-1 0,-1 1 0,0-1 0,0 0 0,0 1 0,0-1 0,0 0 0,0 1 0,0-1 0,-1 1 0,1-1 0,-1 0 0,1 1 0,-1-1 0,1 1 0,-1-1 0,0 1 0,0 0 0,-1-3 0,0 3 0,1-1 0,-1 1 0,1 0 0,-1-1 0,0 1 0,1 0 0,-1 0 0,0 1 0,0-1 0,0 0 0,0 1 0,0-1 0,0 1 0,0-1 0,0 1 0,0 0 0,0 0 0,0 0 0,0 0 0,0 0 0,0 0 0,0 1 0,0-1 0,0 1 0,0-1 0,0 1 0,-3 1 0,-6 4 0,0 1 0,0 0 0,0 1 0,1 0 0,0 0 0,1 1 0,0 0 0,0 1 0,1 0 0,0 0 0,1 1 0,0 0 0,1 0 0,0 1 0,-7 21 0,10-26 0,1-1 0,0 1 0,1 0 0,0 0 0,0 0 0,0 0 0,1 0 0,-1 0 0,2 0 0,-1 0 0,1 0 0,0-1 0,1 1 0,0 0 0,0 0 0,0-1 0,1 1 0,0-1 0,0 1 0,0-1 0,1 0 0,0-1 0,0 1 0,1-1 0,-1 1 0,1-2 0,0 1 0,1 0 0,-1-1 0,7 4 0,1-1 0,0 0 0,1-1 0,0 0 0,0-1 0,0-1 0,1 0 0,-1-1 0,1 0 0,28 0 0,-13-2 0,1-2 0,-1-1 0,56-11 0,-63 7 0,0 0 0,-1-1 0,0-1 0,0-1 0,-1-1 0,0-1 0,35-24 0,-48 29 0,0-1 0,-1 0 0,1 0 0,-1-1 0,-1 0 0,1 0 0,-1-1 0,8-15 0,-11 17 0,0 0 0,-1-1 0,0 1 0,0 0 0,0-1 0,-1 1 0,0-1 0,-1 1 0,1-1 0,-2 0 0,1 1 0,-1-1 0,-2-8 0,3 12 0,-1 1 0,-1-1 0,1 1 0,0-1 0,-1 1 0,0-1 0,1 1 0,-1 0 0,-1 0 0,1 0 0,0 0 0,-1 0 0,1 0 0,-1 1 0,0-1 0,0 1 0,0 0 0,0 0 0,-1 0 0,1 0 0,0 0 0,-1 1 0,1 0 0,-7-2 0,6 2 0,-1 0 0,0 1 0,1-1 0,-1 1 0,1 0 0,-1 0 0,0 1 0,1-1 0,-1 1 0,1 0 0,-1 1 0,1-1 0,-1 1 0,1-1 0,0 1 0,0 1 0,0-1 0,0 0 0,-7 7 0,1 1 0,0 0 0,1 1 0,0 0 0,0 1 0,1-1 0,-8 19 0,11-21 0,1 0 0,0 0 0,1 1 0,0 0 0,0-1 0,1 1 0,0 0 0,1 0 0,-1 17 0,3-23 0,-1 0 0,1 0 0,-1 0 0,1 0 0,0 0 0,0 0 0,1-1 0,-1 1 0,1 0 0,0-1 0,0 1 0,0-1 0,0 0 0,1 0 0,3 4 0,-2-3 0,1-1 0,-1 1 0,1-1 0,0 0 0,0 0 0,0 0 0,0-1 0,1 0 0,8 2 0,4 0 0,-1-1 0,1-1 0,0-1 0,0 0 0,32-3 0,-25-2 0,0 0 0,-1-1 0,1-1 0,-1-1 0,-1-2 0,1 0 0,-1-2 0,22-13 0,-26 13 0,-2-1 0,1 0 0,-1-1 0,-1-1 0,0-1 0,-2 0 0,1-1 0,-2 0 0,22-34 0,-19 14 0,-16 35 0,1 0 0,-1 0 0,1 0 0,-1 0 0,0 0 0,1 0 0,-1 0 0,0-1 0,0 1 0,0 0 0,0 0 0,0 0 0,0 0 0,0 0 0,0 0 0,0 0 0,-1-1 0,1 1 0,0 0 0,-1 0 0,1 0 0,-1 0 0,1 0 0,-1 0 0,1 0 0,-1 0 0,0 1 0,1-1 0,-2-1 0,1 2 0,0-1 0,0 1 0,0 0 0,1 0 0,-1 0 0,0 0 0,0 0 0,0 0 0,0 0 0,1 1 0,-1-1 0,0 0 0,0 0 0,0 1 0,1-1 0,-1 0 0,0 1 0,1-1 0,-1 1 0,0-1 0,1 1 0,-1-1 0,0 1 0,1-1 0,-1 1 0,0 1 0,-16 21 0,14-18 0,-56 87 0,54-81 0,-1 0 0,2 0 0,-1 0 0,2 1 0,0-1 0,-4 25 0,7-33 0,-1-1 0,1 1 0,0-1 0,0 1 0,1 0 0,-1-1 0,0 1 0,1-1 0,0 1 0,-1-1 0,1 1 0,0-1 0,0 0 0,0 1 0,1-1 0,-1 0 0,1 0 0,-1 0 0,3 3 0,-1-3 0,0 0 0,0 0 0,0 0 0,0 0 0,1 0 0,-1-1 0,1 1 0,-1-1 0,1 0 0,-1 0 0,1 0 0,3 0 0,6 0 0,-1-1 0,1 0 0,-1-1 0,0 0 0,1-1 0,22-6 0,-26 5 0,0-1 0,0 0 0,-1 0 0,0-1 0,1 0 0,-2 0 0,1-1 0,-1 0 0,1 0 0,-2-1 0,1 0 0,-1 0 0,0-1 0,-1 1 0,1-1 0,-2 0 0,1-1 0,-1 1 0,0-1 0,4-17 0,-5 18 0,-1 0 0,-1 0 0,1 0 0,-1 0 0,-1 0 0,0-1 0,0 1 0,0 0 0,-1 0 0,0-1 0,-1 1 0,0 0 0,0 0 0,-1 1 0,0-1 0,0 0 0,0 1 0,-1-1 0,-1 1 0,1 0 0,-1 1 0,0-1 0,-1 1 0,-7-7 0,11 11 0,0 0 0,0 0 0,0 0 0,0 1 0,-1-1 0,1 0 0,-1 1 0,1 0 0,-1 0 0,0 0 0,1 0 0,-1 0 0,0 0 0,0 1 0,1-1 0,-1 1 0,0 0 0,0 0 0,0 0 0,0 0 0,1 0 0,-1 1 0,0-1 0,0 1 0,1 0 0,-1 0 0,0 0 0,1 0 0,-1 0 0,1 1 0,-1-1 0,1 1 0,-1-1 0,1 1 0,0 0 0,0 0 0,0 0 0,-2 3 0,1-1 0,0 0 0,0 0 0,1 0 0,-1 0 0,1 1 0,0-1 0,0 0 0,1 1 0,-1 0 0,1-1 0,0 1 0,1 0 0,-1 0 0,1-1 0,0 1 0,0 0 0,0 0 0,0-1 0,1 1 0,0 0 0,0 0 0,3 6 0,-2-6 0,1 1 0,0-1 0,0 0 0,1 0 0,0 0 0,0 0 0,0 0 0,0-1 0,0 0 0,1 0 0,0 0 0,0-1 0,0 1 0,6 2 0,-2-2 0,-1-1 0,1 0 0,0 0 0,1-1 0,-1 0 0,0 0 0,1-1 0,13 0 0,-5-2 0,0 0 0,0-1 0,0-1 0,0-1 0,0 0 0,-1-1 0,0-1 0,0-1 0,16-9 0,-28 14 0,0-1 0,-1 1 0,1 0 0,0 0 0,8-2 0,-13 4 0,1 0 0,-1 0 0,1 0 0,-1 0 0,1 0 0,0 0 0,-1 0 0,1 0 0,-1 0 0,1 0 0,-1 0 0,1 1 0,-1-1 0,1 0 0,-1 0 0,1 0 0,-1 1 0,1-1 0,-1 0 0,1 1 0,-1-1 0,1 0 0,0 1 0,-1 1 0,1-1 0,-1 0 0,0 0 0,1 0 0,-1 0 0,0 0 0,0 1 0,0-1 0,0 0 0,0 0 0,0 0 0,0 1 0,0-1 0,0 0 0,0 0 0,-1 2 0,-18 57 0,15-48 0,-1 0 0,2 0 0,-1 0 0,2 0 0,0 1 0,0-1 0,1 1 0,1 19 0,0-30 0,0 0 0,0-1 0,1 1 0,-1 0 0,1 0 0,-1 0 0,1-1 0,0 1 0,0 0 0,0-1 0,0 1 0,0 0 0,0-1 0,0 1 0,0-1 0,1 0 0,-1 1 0,1-1 0,-1 0 0,1 0 0,-1 0 0,3 1 0,-1-1 0,0 0 0,0 0 0,0-1 0,0 1 0,1-1 0,-1 1 0,0-1 0,0 0 0,1-1 0,-1 1 0,6-2 0,2-1 0,0 0 0,0-1 0,-1 0 0,1-1 0,-1 0 0,13-10 0,40-35 0,-42 32 0,43-28 0,-63 45 0,1 0 0,-1 0 0,0 0 0,1 1 0,-1-1 0,1 0 0,-1 1 0,1-1 0,-1 1 0,1 0 0,-1 0 0,1-1 0,0 1 0,-1 0 0,3 0 0,-4 1 0,1-1 0,-1 0 0,1 0 0,-1 1 0,1-1 0,0 1 0,-1-1 0,1 0 0,-1 1 0,0-1 0,1 1 0,-1-1 0,1 1 0,-1-1 0,0 1 0,1-1 0,-1 1 0,0 0 0,0-1 0,1 1 0,-1-1 0,0 1 0,0 0 0,0-1 0,0 2 0,0 5 0,0 1 0,0 0 0,-1-1 0,0 1 0,-2 7 0,-1 6 0,4-18 0,-1 0 0,1 0 0,0 0 0,0 0 0,0-1 0,1 1 0,-1 0 0,1 0 0,-1 0 0,1 0 0,0-1 0,0 1 0,0 0 0,0-1 0,1 1 0,-1-1 0,3 4 0,-2-4 0,1 0 0,-1 0 0,1 0 0,0 0 0,-1 0 0,1-1 0,0 1 0,0-1 0,0 0 0,0 0 0,0 0 0,0 0 0,0-1 0,1 1 0,4 0 0,4-1 0,-1-1 0,1 1 0,0-2 0,-1 1 0,1-2 0,-1 0 0,1 0 0,-1-1 0,0 0 0,-1-1 0,1 0 0,-1-1 0,0 0 0,13-10 0,-1-1 0,-1-1 0,0-1 0,-1-1 0,31-43 0,-49 61 0,1-2 0,1 0 0,-1 0 0,0 0 0,0-1 0,-1 0 0,1 1 0,-1-1 0,0 0 0,0 0 0,-1 0 0,2-7 0,-3 11 0,0 1 0,0 0 0,0-1 0,0 1 0,0-1 0,0 1 0,0 0 0,0-1 0,0 1 0,0 0 0,0-1 0,0 1 0,0 0 0,-1-1 0,1 1 0,0-1 0,0 1 0,0 0 0,0 0 0,-1-1 0,1 1 0,0 0 0,0-1 0,-1 1 0,1 0 0,0 0 0,-1-1 0,1 1 0,0 0 0,0 0 0,-1 0 0,0-1 0,-12 5 0,-11 15 0,14-8 0,1-1 0,0 2 0,0-1 0,-8 17 0,15-24 0,0 0 0,0 0 0,0 0 0,0 0 0,1 0 0,-1 0 0,1 0 0,0 0 0,1 1 0,-1-1 0,1 0 0,-1 1 0,1-1 0,1 0 0,-1 1 0,1-1 0,-1 0 0,3 7 0,-2-9 0,1 1 0,-1-1 0,0 0 0,1 0 0,0 1 0,-1-1 0,1 0 0,0-1 0,0 1 0,0 0 0,1 0 0,-1-1 0,0 1 0,1-1 0,-1 0 0,0 0 0,1 0 0,0 0 0,-1 0 0,1 0 0,0-1 0,-1 1 0,1-1 0,0 0 0,-1 0 0,1 0 0,0 0 0,0 0 0,-1-1 0,6 0 0,0-1 0,0 0 0,0-1 0,-1 0 0,1 0 0,-1-1 0,0 1 0,0-2 0,0 1 0,8-8 0,0-2 0,-1-1 0,0-1 0,-1 0 0,-1 0 0,0-2 0,15-31 0,43-119 0,-34 58 0,-4-2 0,19-127 0,-48 223 0,-1 12 0,-1 0 0,-1-1 0,1 1 0,0 0 0,-1 0 0,0-1 0,0 1 0,-1-7 0,-1 10 0,-1 6 0,-7 22 0,2 1 0,1 0 0,-5 47 0,5-35 0,4-23 8,-53 341-1381,48-299-5453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0:58.912"/>
    </inkml:context>
    <inkml:brush xml:id="br0">
      <inkml:brushProperty name="width" value="0.05" units="cm"/>
      <inkml:brushProperty name="height" value="0.05" units="cm"/>
      <inkml:brushProperty name="color" value="#FF0066"/>
    </inkml:brush>
  </inkml:definitions>
  <inkml:trace contextRef="#ctx0" brushRef="#br0">0 263 24575,'3'-6'0,"7"-11"0,7-9 0,11-5 0,11-6 0,11-1 0,10 1 0,8 7 0,5 8 0,-1 8 0,-4 10 0,-7 10 0,-12 9 0,-14 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8.518"/>
    </inkml:context>
    <inkml:brush xml:id="br0">
      <inkml:brushProperty name="width" value="0.05" units="cm"/>
      <inkml:brushProperty name="height" value="0.05" units="cm"/>
      <inkml:brushProperty name="color" value="#FF0066"/>
    </inkml:brush>
  </inkml:definitions>
  <inkml:trace contextRef="#ctx0" brushRef="#br0">21 130 24575,'-21'1'0,"21"-1"0,1 0 0,-1 0 0,0 0 0,0 0 0,0 0 0,0 0 0,0 0 0,0 1 0,0-1 0,0 0 0,0 0 0,0 0 0,0 0 0,0 0 0,1 0 0,-1 0 0,0 0 0,0 0 0,0 0 0,0 0 0,0 0 0,0 0 0,0 0 0,0 0 0,0 0 0,0 0 0,0 0 0,0 1 0,0-1 0,0 0 0,0 0 0,0 0 0,0 0 0,0 0 0,0 0 0,0 0 0,0 0 0,0 0 0,0 0 0,0 0 0,0 0 0,0 1 0,0-1 0,0 0 0,0 0 0,0 0 0,0 0 0,0 0 0,0 0 0,0 0 0,0 0 0,0 0 0,38 6 0,94 1 0,211-17 0,130-47 0,-397 45-682,124-36-1,-143 28-6143</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8.749"/>
    </inkml:context>
    <inkml:brush xml:id="br0">
      <inkml:brushProperty name="width" value="0.05" units="cm"/>
      <inkml:brushProperty name="height" value="0.05" units="cm"/>
      <inkml:brushProperty name="color" value="#FF0066"/>
    </inkml:brush>
  </inkml:definitions>
  <inkml:trace contextRef="#ctx0" brushRef="#br0">0 1 24575,'65'-1'0,"165"8"0,-202-4 0,-1 1 0,0 1 0,0 1 0,0 2 0,-1 1 0,30 14 0,-47-19 0,-1 1 0,0 0 0,0 0 0,0 1 0,0 0 0,-1 0 0,0 1 0,6 7 0,-10-10 0,-1-1 0,1 1 0,-1-1 0,0 1 0,0 0 0,0 0 0,-1 0 0,1 0 0,-1 0 0,0 1 0,0-1 0,-1 0 0,1 0 0,-1 1 0,0-1 0,0 0 0,0 1 0,-1-1 0,1 0 0,-2 5 0,-2 0 0,1 1 0,-1-1 0,-1 0 0,0-1 0,0 1 0,-1-1 0,0 0 0,0 0 0,-1-1 0,0 0 0,-12 9 0,-8 6 0,-59 35 0,9-14-1365,4-6-5461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9.315"/>
    </inkml:context>
    <inkml:brush xml:id="br0">
      <inkml:brushProperty name="width" value="0.05" units="cm"/>
      <inkml:brushProperty name="height" value="0.05" units="cm"/>
      <inkml:brushProperty name="color" value="#FF0066"/>
    </inkml:brush>
  </inkml:definitions>
  <inkml:trace contextRef="#ctx0" brushRef="#br0">52 321 24575,'-4'-5'0,"0"0"0,0 0 0,0-1 0,1 1 0,0-1 0,0 1 0,1-1 0,-1 0 0,1 0 0,-1-7 0,-2-11 0,-3-28 0,8 51 0,-2-17 0,1-35 0,1 47 0,0 0 0,1 0 0,0 0 0,0 0 0,1 0 0,0 0 0,0 1 0,0-1 0,4-6 0,-5 11 0,-1 0 0,1 0 0,-1 0 0,1 0 0,-1 1 0,1-1 0,-1 0 0,1 1 0,0-1 0,0 0 0,-1 1 0,1-1 0,0 1 0,0-1 0,0 1 0,-1-1 0,1 1 0,0 0 0,0-1 0,0 1 0,0 0 0,0 0 0,0-1 0,0 1 0,0 0 0,0 0 0,0 0 0,0 0 0,-1 1 0,1-1 0,0 0 0,0 0 0,0 0 0,0 1 0,0-1 0,0 1 0,0-1 0,-1 0 0,1 1 0,0-1 0,0 1 0,0 0 0,-1-1 0,1 1 0,0 0 0,-1-1 0,1 1 0,-1 0 0,2 1 0,3 5 0,1 1 0,-1-1 0,8 17 0,5 15 0,-1 2 0,-2 0 0,13 58 0,16 134 0,-33-167 0,-6-37 0,3 21 0,3 0 0,17 53 0,-26-98 0,-1-1 0,1 0 0,0 0 0,0 0 0,0-1 0,6 7 0,-8-9 0,1 0 0,-1-1 0,1 1 0,0-1 0,-1 0 0,1 1 0,-1-1 0,1 1 0,0-1 0,0 0 0,-1 0 0,1 1 0,0-1 0,-1 0 0,1 0 0,0 0 0,0 0 0,-1 0 0,1 0 0,0 0 0,0 0 0,0 0 0,-1 0 0,1 0 0,0-1 0,-1 1 0,1 0 0,0 0 0,0-1 0,-1 1 0,1 0 0,-1-1 0,1 1 0,0-1 0,-1 1 0,1-1 0,-1 1 0,1-1 0,-1 1 0,1-1 0,-1 0 0,1 1 0,-1-1 0,1-1 0,8-12 0,-1-1 0,0-1 0,-1 1 0,0-1 0,-1 0 0,4-20 0,0 3 0,114-424 0,-72 251 0,-49 197 120,-3 6-244,0 1 0,1-1 0,0 1 1,-1-1-1,1 1 0,0 0 1,0-1-1,1 1 0,-1 0 0,0 0 1,3-3-1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9.500"/>
    </inkml:context>
    <inkml:brush xml:id="br0">
      <inkml:brushProperty name="width" value="0.05" units="cm"/>
      <inkml:brushProperty name="height" value="0.05" units="cm"/>
      <inkml:brushProperty name="color" value="#FF0066"/>
    </inkml:brush>
  </inkml:definitions>
  <inkml:trace contextRef="#ctx0" brushRef="#br0">17 0 24575,'0'3'0,"3"1"0,1 3 0,0 3 0,-1 6 0,0 3 0,-5 4 0,-1 4 0,-1 1 0,-2 1 0,0 2 0,1 1 0,1-1 0,2-4 0,0-6-8191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19.641"/>
    </inkml:context>
    <inkml:brush xml:id="br0">
      <inkml:brushProperty name="width" value="0.05" units="cm"/>
      <inkml:brushProperty name="height" value="0.05" units="cm"/>
      <inkml:brushProperty name="color" value="#FF0066"/>
    </inkml:brush>
  </inkml:definitions>
  <inkml:trace contextRef="#ctx0" brushRef="#br0">0 259 24575,'3'-12'0,"1"-16"0,0-11 0,2-6 0,0-1 0,2 5 0,3 12 0,-1 14 0,1 12 0,-2 13 0,-1 4-8191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0.466"/>
    </inkml:context>
    <inkml:brush xml:id="br0">
      <inkml:brushProperty name="width" value="0.05" units="cm"/>
      <inkml:brushProperty name="height" value="0.05" units="cm"/>
      <inkml:brushProperty name="color" value="#FF0066"/>
    </inkml:brush>
  </inkml:definitions>
  <inkml:trace contextRef="#ctx0" brushRef="#br0">1 243 24575,'0'1'0,"0"-1"0,1 1 0,-1 0 0,0-1 0,1 1 0,-1 0 0,0-1 0,1 1 0,-1 0 0,1-1 0,-1 1 0,1-1 0,-1 1 0,1-1 0,-1 1 0,1-1 0,0 0 0,-1 1 0,1-1 0,-1 1 0,1-1 0,0 0 0,0 0 0,-1 0 0,1 1 0,0-1 0,1 0 0,25 4 0,-19-3 0,26 5 0,-19-3 0,-1 0 0,1-1 0,0-1 0,0 0 0,21-2 0,-32 0 0,0 1 0,0-1 0,-1 0 0,1 0 0,-1-1 0,1 1 0,-1-1 0,1 0 0,-1 0 0,0 0 0,0 0 0,0 0 0,0-1 0,0 1 0,0-1 0,-1 0 0,0 0 0,1 0 0,-1 0 0,0 0 0,0 0 0,0-1 0,-1 1 0,1-1 0,-1 1 0,1-7 0,0 2 0,-1 1 0,0-1 0,0 0 0,-1 0 0,0 0 0,0 0 0,-1 0 0,0 0 0,-2-9 0,2 12 0,-1-1 0,1 1 0,-1 0 0,0-1 0,-1 1 0,1 0 0,-1 0 0,0 0 0,0 1 0,0-1 0,-1 1 0,0 0 0,-7-7 0,10 10 0,0 0 0,0 0 0,-1 1 0,1-1 0,0 0 0,0 1 0,-1-1 0,1 0 0,-1 1 0,1 0 0,0-1 0,-1 1 0,1 0 0,-1 0 0,1 0 0,-1 0 0,1 0 0,-1 0 0,1 0 0,0 0 0,-1 1 0,1-1 0,-3 1 0,1 1 0,1-1 0,-1 1 0,1 0 0,0 0 0,-1 0 0,1 0 0,0 0 0,0 1 0,0-1 0,1 0 0,-2 4 0,-4 7 0,0 0 0,2 0 0,-7 24 0,12-37 0,-7 22 0,2 0 0,1 0 0,1 0 0,0 1 0,2 35 0,1-47 0,1 0 0,0 0 0,1-1 0,0 1 0,1 0 0,0-1 0,0 0 0,1 0 0,1 0 0,0 0 0,0-1 0,0 1 0,13 14 0,-15-21 0,-1 0 0,1-1 0,0 1 0,-1-1 0,1 0 0,0 1 0,0-1 0,1-1 0,-1 1 0,0 0 0,1-1 0,-1 0 0,1 1 0,-1-1 0,1-1 0,-1 1 0,1-1 0,0 1 0,-1-1 0,1 0 0,0 0 0,-1 0 0,7-2 0,-4 0 0,0 0 0,0 0 0,-1-1 0,1 0 0,-1 0 0,0 0 0,0-1 0,0 0 0,0 0 0,-1 0 0,1 0 0,-1-1 0,6-8 0,2-5 0,0-1 0,-1-1 0,-1 0 0,-1 0 0,10-32 0,22-112 0,-29 107 0,-10 49 0,-2 4 0,1 1 0,0 0 0,0-1 0,0 1 0,0 0 0,3-5 0,-4 8 0,1 0 0,-1 0 0,0 0 0,0 1 0,1-1 0,-1 0 0,0 0 0,0 0 0,1 1 0,-1-1 0,0 0 0,0 0 0,0 1 0,1-1 0,-1 0 0,0 1 0,0-1 0,0 0 0,0 0 0,0 1 0,0-1 0,0 0 0,0 1 0,0-1 0,1 0 0,-1 1 0,0-1 0,-1 0 0,1 1 0,0-1 0,0 0 0,0 1 0,0-1 0,2 16 0,-2-2 0,2 0 0,0 0 0,0-1 0,1 1 0,1-1 0,7 20 0,5 1 0,23 38 0,-31-56 0,0 2 0,10 31 0,-13-32 0,1 0 0,16 32 0,-20-47 0,-1 1 0,0-1 0,1 0 0,0 1 0,0-1 0,0 0 0,0 0 0,0 0 0,0 0 0,0-1 0,0 1 0,1-1 0,-1 1 0,1-1 0,-1 0 0,1 0 0,0 0 0,-1 0 0,4 1 0,-2-2 0,0 0 0,0 0 0,0 0 0,0 0 0,0-1 0,-1 0 0,1 0 0,0 0 0,0 0 0,0 0 0,-1-1 0,5-2 0,5-4 0,1-1 0,-1 0 0,-1-1 0,0-1 0,18-19 0,-20 18 0,0-1 0,-1-1 0,0 1 0,-1-2 0,0 1 0,-1-1 0,-1 0 0,0 0 0,-1-1 0,3-19 0,-3 8 0,-1-1 0,-2-1 0,0 1 0,-2 0 0,-4-29 0,4 56 0,0 0 0,0-1 0,0 1 0,0 0 0,0 0 0,0 0 0,0 0 0,0 0 0,-1 0 0,1 0 0,0 0 0,-1 0 0,1 0 0,-1 0 0,1 0 0,-1 0 0,1 0 0,-2-1 0,1 2 0,0 1 0,1-1 0,-1 0 0,1 0 0,-1 1 0,1-1 0,-1 1 0,1-1 0,-1 0 0,1 1 0,-1-1 0,1 1 0,0-1 0,-1 1 0,1-1 0,0 1 0,-1 0 0,1-1 0,0 1 0,0-1 0,-1 2 0,-13 41 0,8 0-1365,4-24-5461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1.325"/>
    </inkml:context>
    <inkml:brush xml:id="br0">
      <inkml:brushProperty name="width" value="0.05" units="cm"/>
      <inkml:brushProperty name="height" value="0.05" units="cm"/>
      <inkml:brushProperty name="color" value="#FF0066"/>
    </inkml:brush>
  </inkml:definitions>
  <inkml:trace contextRef="#ctx0" brushRef="#br0">94 342 24575,'-2'-7'0,"1"1"0,-1 0 0,-1 0 0,1 0 0,-1 0 0,0 0 0,0 0 0,-1 1 0,0 0 0,-5-7 0,2 2 0,4 6 0,-15-18 0,17 21 0,0 0 0,0 0 0,0 0 0,0 0 0,0 0 0,0 1 0,0-1 0,0 0 0,0 1 0,0-1 0,-1 1 0,1-1 0,0 1 0,0 0 0,-1-1 0,1 1 0,0 0 0,-2 0 0,3 0 0,-1 0 0,1 0 0,0 1 0,-1-1 0,1 0 0,0 0 0,-1 1 0,1-1 0,0 0 0,-1 0 0,1 1 0,0-1 0,0 0 0,-1 1 0,1-1 0,0 0 0,0 1 0,0-1 0,-1 1 0,1-1 0,0 0 0,0 1 0,0-1 0,0 0 0,0 1 0,0-1 0,0 1 0,0-1 0,0 1 0,0-1 0,0 0 0,0 1 0,0-1 0,0 0 0,1 1 0,3 19 0,-3-17 0,78 235 0,-63-201 0,1-1 0,1 0 0,2-1 0,31 40 0,-46-69 0,0 0 0,1 0 0,0 0 0,0 0 0,0-1 0,0 0 0,1-1 0,0 1 0,7 2 0,-11-5 0,0-1 0,-1 0 0,1 0 0,0 0 0,0-1 0,0 1 0,0-1 0,0 0 0,0 0 0,0 0 0,0 0 0,-1 0 0,1 0 0,0-1 0,0 1 0,0-1 0,0 0 0,0 0 0,-1 0 0,1 0 0,0-1 0,-1 1 0,1-1 0,-1 1 0,0-1 0,1 0 0,2-4 0,3-2 0,-1-1 0,-1 0 0,1 0 0,-2-1 0,1 0 0,5-15 0,21-68 0,-27 77 0,67-294 0,-23 83 0,-42 204 0,-2 16 0,-5 7 0,0 0 0,1 0 0,-1 0 0,0 0 0,0 0 0,0 0 0,0 0 0,1 0 0,-1 0 0,0 0 0,0 1 0,0-1 0,0 0 0,0 0 0,1 0 0,-1 0 0,0 0 0,0 0 0,0 1 0,0-1 0,0 0 0,0 0 0,1 0 0,-1 0 0,0 1 0,0-1 0,0 0 0,0 0 0,0 0 0,0 0 0,0 1 0,0-1 0,0 0 0,0 0 0,0 0 0,0 1 0,0-1 0,0 0 0,0 0 0,2 18-1365,-1 4-5461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2.370"/>
    </inkml:context>
    <inkml:brush xml:id="br0">
      <inkml:brushProperty name="width" value="0.05" units="cm"/>
      <inkml:brushProperty name="height" value="0.05" units="cm"/>
      <inkml:brushProperty name="color" value="#FF0066"/>
    </inkml:brush>
  </inkml:definitions>
  <inkml:trace contextRef="#ctx0" brushRef="#br0">119 328 24575,'-7'-14'0,"5"12"0,8 9 0,-3-3 0,1-1 0,0 0 0,0 1 0,0-1 0,0-1 0,0 1 0,0 0 0,1-1 0,-1 0 0,1 0 0,0 0 0,-1-1 0,1 0 0,0 0 0,0 0 0,0 0 0,0-1 0,0 0 0,0 0 0,0 0 0,0 0 0,0-1 0,0 0 0,7-2 0,-3 0 0,1-1 0,-1-1 0,1 1 0,-1-1 0,-1-1 0,1 0 0,-1 0 0,0 0 0,0-1 0,-1 0 0,8-10 0,-7 7 0,0-1 0,-1 0 0,-1-1 0,1 1 0,-2-1 0,0-1 0,0 1 0,-1-1 0,0 1 0,-2-1 0,3-14 0,-5 22 0,1 0 0,-1 0 0,-1 0 0,1-1 0,-1 1 0,1 0 0,-1 0 0,-1 0 0,1 0 0,-1 0 0,0 0 0,0 0 0,-3-5 0,2 7 0,0-1 0,0 1 0,0 0 0,0 0 0,-1 0 0,1 0 0,-1 1 0,0-1 0,1 1 0,-1 0 0,0 0 0,0 0 0,-1 1 0,1 0 0,0-1 0,0 1 0,-9 0 0,3 0 0,0 1 0,0 0 0,0 0 0,0 1 0,0 0 0,0 1 0,0 0 0,1 1 0,-1 0 0,1 1 0,0-1 0,0 2 0,0-1 0,0 1 0,1 1 0,-14 10 0,9-5 0,0 1 0,1 0 0,0 1 0,1 0 0,1 1 0,0 0 0,0 0 0,-13 31 0,16-30 34,2 1 1,0-1-1,0 1 0,1 0 0,1-1 0,1 2 0,0-1 0,1 0 0,3 32 1,-2-41-101,1-1 0,1 1 1,-1 0-1,1 0 0,0-1 1,1 1-1,0-1 0,0 0 1,0 0-1,0 0 1,1 0-1,0 0 0,1-1 1,-1 0-1,1 1 0,0-2 1,0 1-1,0-1 0,1 0 1,0 0-1,0 0 1,0-1-1,0 1 0,0-2 1,10 4-1,19 3-6760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2.699"/>
    </inkml:context>
    <inkml:brush xml:id="br0">
      <inkml:brushProperty name="width" value="0.05" units="cm"/>
      <inkml:brushProperty name="height" value="0.05" units="cm"/>
      <inkml:brushProperty name="color" value="#FF0066"/>
    </inkml:brush>
  </inkml:definitions>
  <inkml:trace contextRef="#ctx0" brushRef="#br0">0 350 24575,'6'-46'0,"-4"23"0,1 0 0,2 1 0,0-1 0,12-32 0,-17 53 0,1-1 0,0 1 0,0 0 0,0 0 0,0 0 0,0 0 0,1 0 0,-1 0 0,1 0 0,-1 1 0,1-1 0,0 0 0,-1 1 0,1-1 0,0 1 0,0 0 0,0 0 0,0 0 0,0 0 0,0 0 0,0 0 0,1 0 0,3 0 0,-3 1 0,-1 0 0,1 1 0,0-1 0,0 1 0,-1 0 0,1-1 0,0 1 0,-1 1 0,1-1 0,-1 0 0,1 1 0,-1-1 0,0 1 0,1 0 0,-1 0 0,0 0 0,0 0 0,0 0 0,2 3 0,9 13 0,0 1 0,-1 0 0,-1 1 0,-1 0 0,9 25 0,-2 1 0,13 63 0,-5 34 0,-22-119 0,-2 0 0,0 1 0,-6 45 0,4-66 0,0 0 0,0 0 0,0 1 0,-1-1 0,1 0 0,-1 0 0,0-1 0,0 1 0,0 0 0,-5 6 0,6-9 0,0 0 0,0-1 0,0 1 0,0 0 0,0 0 0,0 0 0,0-1 0,-1 1 0,1 0 0,0-1 0,0 1 0,-1-1 0,1 0 0,0 1 0,-1-1 0,1 0 0,0 0 0,-1 0 0,1 0 0,0 0 0,-1 0 0,1 0 0,0 0 0,-1 0 0,1-1 0,0 1 0,-1-1 0,1 1 0,0-1 0,0 1 0,-1-1 0,1 0 0,0 1 0,0-1 0,0 0 0,-2-2 0,-2-2 0,-1-1 0,1 1 0,0-1 0,0-1 0,1 1 0,0-1 0,0 1 0,1-1 0,0 0 0,0 0 0,0-1 0,1 1 0,0-1 0,1 1 0,-1-1 0,1-9 0,0-3 0,0 0 0,2-1 0,0 1 0,8-40 0,0 25 0,1 1 0,1 1 0,2 0 0,1 0 0,2 2 0,24-38 0,-24 45 0,1 0 0,1 1 0,1 1 0,1 1 0,1 1 0,1 1 0,1 0 0,25-15 0,-38 28 43,0 0 0,0 1-1,1 1 1,-1-1 0,1 1-1,0 1 1,15-3 0,-23 6-97,0-1 1,0 1 0,0 0-1,0 0 1,0 0 0,0 0-1,0 0 1,0 1 0,0-1-1,0 1 1,0 0 0,0 0-1,0 0 1,0 0 0,0 1-1,-1-1 1,1 1 0,0-1-1,-1 1 1,0 0 0,1 0-1,-1 0 1,0 0 0,0 1-1,0-1 1,0 1 0,0-1-1,-1 1 1,1 0 0,-1-1-1,2 4 1,6 24-6773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3.493"/>
    </inkml:context>
    <inkml:brush xml:id="br0">
      <inkml:brushProperty name="width" value="0.05" units="cm"/>
      <inkml:brushProperty name="height" value="0.05" units="cm"/>
      <inkml:brushProperty name="color" value="#FF0066"/>
    </inkml:brush>
  </inkml:definitions>
  <inkml:trace contextRef="#ctx0" brushRef="#br0">32 63 24575,'-27'5'0,"23"0"0,18-1 0,31-1 0,0-2 0,77-7 0,-58 1 0,328-39 0,-379 42-341,0-1 0,0 0-1,16-7 1,-16 3-6485</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3.647"/>
    </inkml:context>
    <inkml:brush xml:id="br0">
      <inkml:brushProperty name="width" value="0.05" units="cm"/>
      <inkml:brushProperty name="height" value="0.05" units="cm"/>
      <inkml:brushProperty name="color" value="#FF0066"/>
    </inkml:brush>
  </inkml:definitions>
  <inkml:trace contextRef="#ctx0" brushRef="#br0">43 64 24575,'-6'0'0,"-5"-3"0,0-4 0,1-3 0,6-1 0,9-1 0,6 2 0,9 2 0,5 5 0,2 10 0,0 9 0,-3 8 0,-1 9 0,-6 10 0,-8 10 0,-9 8 0,-7 5 0,-2-9-8191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4.563"/>
    </inkml:context>
    <inkml:brush xml:id="br0">
      <inkml:brushProperty name="width" value="0.05" units="cm"/>
      <inkml:brushProperty name="height" value="0.05" units="cm"/>
      <inkml:brushProperty name="color" value="#FF0066"/>
    </inkml:brush>
  </inkml:definitions>
  <inkml:trace contextRef="#ctx0" brushRef="#br0">17 588 24575,'0'-11'0,"-2"-1"0,-4-19 0,4 24 0,0 0 0,1 0 0,0 0 0,0 0 0,0 0 0,1 0 0,0-1 0,0 1 0,3-9 0,-3 15 0,0 1 0,0-1 0,0 1 0,0-1 0,0 1 0,0-1 0,1 1 0,-1 0 0,0-1 0,0 1 0,1 0 0,-1-1 0,0 1 0,0-1 0,1 1 0,-1 0 0,0 0 0,1-1 0,-1 1 0,0 0 0,1-1 0,-1 1 0,1 0 0,-1 0 0,1 0 0,-1 0 0,0-1 0,1 1 0,-1 0 0,1 0 0,-1 0 0,1 0 0,14 9 0,9 20 0,-4 1 0,-2 0 0,-1 2 0,-1 0 0,-2 0 0,16 55 0,-29-84 0,0-1 0,-1 1 0,1 0 0,-1-1 0,1 1 0,-1 0 0,0 0 0,0-1 0,-1 1 0,1 0 0,-2 4 0,2-6 0,0-1 0,0 1 0,0-1 0,-1 1 0,1-1 0,0 0 0,-1 1 0,1-1 0,0 0 0,-1 1 0,1-1 0,0 0 0,-1 1 0,1-1 0,-1 0 0,1 1 0,-1-1 0,1 0 0,-1 0 0,1 0 0,-1 0 0,1 1 0,0-1 0,-2 0 0,1 0 0,-1-1 0,0 1 0,1 0 0,-1 0 0,1-1 0,-1 1 0,1-1 0,-1 0 0,1 1 0,-1-1 0,-1-2 0,-4-2 0,0 0 0,1 0 0,0-1 0,0 0 0,0-1 0,1 1 0,0-1 0,0 0 0,1 0 0,0-1 0,0 1 0,1-1 0,-4-10 0,0-5 0,1-1 0,1 1 0,-3-35 0,6 31 0,1 0 0,2 0 0,0 0 0,2 0 0,1 0 0,1 1 0,1 0 0,19-51 0,-18 60 0,1 1 0,0-1 0,1 1 0,1 0 0,0 1 0,1 1 0,1-1 0,0 2 0,1-1 0,0 2 0,1 0 0,0 0 0,1 2 0,17-10 0,-25 16 0,0 1 0,0 0 0,0 1 0,1-1 0,-1 2 0,1-1 0,-1 1 0,1 0 0,-1 0 0,1 1 0,0 0 0,-1 0 0,1 1 0,0 0 0,-1 1 0,1-1 0,-1 1 0,14 6 0,-16-5 0,0-1 0,0 1 0,0 1 0,0-1 0,0 1 0,0 0 0,-1 0 0,0 0 0,0 1 0,0-1 0,0 1 0,-1 0 0,0 0 0,0 1 0,0-1 0,-1 0 0,0 1 0,0 0 0,0-1 0,0 1 0,-1 0 0,0 0 0,0 0 0,-1 9 0,-1 2 0,0 1 0,-1-1 0,-1 0 0,-1 0 0,0 0 0,-1 0 0,-1-1 0,-1 0 0,-14 26 0,-9 9 0,-52 67 0,80-115 0,-3 2 0,1 1 0,0 1 0,0-1 0,1 0 0,-3 8 0,6-13 0,-1 0 0,1 0 0,-1 0 0,1 0 0,0 0 0,0 0 0,-1 0 0,1 0 0,0 0 0,0 1 0,0-1 0,0 0 0,1 0 0,-1 0 0,0 0 0,0 0 0,1 0 0,-1 0 0,0 0 0,1 0 0,-1 0 0,1 0 0,-1 0 0,1 0 0,0 0 0,-1 0 0,1-1 0,0 1 0,0 0 0,0 0 0,-1-1 0,1 1 0,0 0 0,0-1 0,0 1 0,0-1 0,0 1 0,0-1 0,0 0 0,0 1 0,0-1 0,2 0 0,7 2 0,0-2 0,0 1 0,0-1 0,0 0 0,0-1 0,0-1 0,16-3 0,13-2 0,-29 6 0,5-1 0,31 0 0,-42 2 0,-1 0 0,1 1 0,0-1 0,-1 1 0,1 0 0,0 0 0,-1 0 0,1 0 0,-1 1 0,0-1 0,1 1 0,-1 0 0,5 4 0,-7-5 0,0 0 0,0 0 0,0-1 0,-1 1 0,1 0 0,0 0 0,-1 0 0,1 0 0,-1 0 0,1 1 0,-1-1 0,0 0 0,1 0 0,-1 0 0,0 0 0,0 0 0,0 1 0,0-1 0,0 0 0,0 0 0,0 0 0,0 0 0,0 1 0,-1-1 0,1 0 0,0 0 0,-1 0 0,1 0 0,-1 0 0,1 0 0,-1 0 0,1 0 0,-1 0 0,0 0 0,0 0 0,1 0 0,-1 0 0,0-1 0,0 1 0,0 0 0,-1 0 0,-4 4 0,-1 0 0,1-1 0,0 1 0,-15 5 0,-4 0 0,0-1 0,-1-1 0,0-2 0,-48 7 0,33-10 0,-1 0 0,-56-6 0,75 0-1365,8-1-5461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5.065"/>
    </inkml:context>
    <inkml:brush xml:id="br0">
      <inkml:brushProperty name="width" value="0.05" units="cm"/>
      <inkml:brushProperty name="height" value="0.05" units="cm"/>
      <inkml:brushProperty name="color" value="#FF0066"/>
    </inkml:brush>
  </inkml:definitions>
  <inkml:trace contextRef="#ctx0" brushRef="#br0">297 243 24575,'3'-3'0,"-1"-1"0,0 1 0,0 0 0,0-1 0,0 1 0,0-1 0,-1 0 0,0 0 0,2-6 0,5-36 0,-7 40 0,-1-1 0,0 1 0,0-1 0,-1 1 0,1 0 0,-1-1 0,-1 1 0,1 0 0,-1 0 0,0-1 0,-1 2 0,1-1 0,-1 0 0,0 0 0,-1 1 0,1 0 0,-1-1 0,-8-7 0,8 10 0,1 0 0,-1-1 0,0 2 0,0-1 0,0 0 0,-1 1 0,1 0 0,-1 0 0,1 0 0,-1 0 0,0 1 0,0 0 0,1 0 0,-1 0 0,0 1 0,0-1 0,0 1 0,0 0 0,0 1 0,0-1 0,0 1 0,0 0 0,1 0 0,-10 4 0,4-1 0,1 1 0,-1 1 0,1-1 0,0 2 0,0-1 0,1 1 0,0 0 0,0 1 0,1 0 0,0 0 0,0 1 0,1 0 0,0 0 0,1 0 0,-7 15 0,7-12 0,0-1 0,1 1 0,0 0 0,1 0 0,0 1 0,1-1 0,1 0 0,-1 1 0,2-1 0,0 1 0,1-1 0,0 1 0,3 14 0,-2-22 0,-1 0 0,1 0 0,0 0 0,0 0 0,0-1 0,0 1 0,1-1 0,0 0 0,0 1 0,0-1 0,1-1 0,-1 1 0,1 0 0,0-1 0,0 0 0,0 0 0,1 0 0,-1 0 0,1-1 0,-1 1 0,1-1 0,0 0 0,0-1 0,0 1 0,0-1 0,0 0 0,0 0 0,0-1 0,0 0 0,0 1 0,0-2 0,1 1 0,-1-1 0,0 1 0,0-1 0,0-1 0,0 1 0,0-1 0,0 0 0,-1 0 0,1 0 0,6-5 0,2-1 0,-1-1 0,1 0 0,-2-1 0,1-1 0,-2 0 0,1 0 0,13-20 0,3-10 0,22-45 0,-41 70 0,-7 15 0,19-29 0,-20 29 0,0 1 0,1 0 0,-1-1 0,1 1 0,-1-1 0,1 1 0,-1-1 0,1 1 0,-1 0 0,1-1 0,-1 1 0,1 0 0,-1 0 0,1 0 0,-1-1 0,1 1 0,0 0 0,-1 0 0,2 0 0,-2 0 0,1 0 0,-1 1 0,1-1 0,-1 0 0,1 1 0,-1-1 0,1 1 0,-1-1 0,0 1 0,1-1 0,-1 1 0,0-1 0,1 1 0,-1-1 0,0 1 0,1-1 0,-1 1 0,0-1 0,0 1 0,0 0 0,0-1 0,0 1 0,1-1 0,-1 2 0,3 20 0,-1-1 0,-1 1 0,-2 37 0,1 26 0,3-49-1365,1-7-5461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5.828"/>
    </inkml:context>
    <inkml:brush xml:id="br0">
      <inkml:brushProperty name="width" value="0.05" units="cm"/>
      <inkml:brushProperty name="height" value="0.05" units="cm"/>
      <inkml:brushProperty name="color" value="#FF0066"/>
    </inkml:brush>
  </inkml:definitions>
  <inkml:trace contextRef="#ctx0" brushRef="#br0">1 494 24575,'0'-37'0,"2"0"0,2 1 0,1 0 0,15-56 0,-20 90 0,1 0 0,-1 1 0,1-1 0,-1 1 0,1-1 0,0 1 0,0-1 0,-1 1 0,1 0 0,0-1 0,0 1 0,2-2 0,-3 3 0,1 0 0,-1 0 0,0 0 0,1 0 0,-1 0 0,0 0 0,0 0 0,1 0 0,-1 0 0,0 0 0,1 0 0,-1 0 0,0 0 0,1 0 0,-1 0 0,0 0 0,1 0 0,-1 0 0,0 0 0,0 1 0,1-1 0,-1 0 0,0 0 0,0 0 0,1 1 0,-1-1 0,0 0 0,0 0 0,0 0 0,1 1 0,-1-1 0,0 0 0,0 0 0,0 1 0,0-1 0,1 1 0,1 3 0,0 1 0,0 0 0,-1 0 0,1 0 0,-1 0 0,1 6 0,9 96 0,5 26 0,-9-108 0,-3-22 0,-1-17 0,-3 3 0,1 0 0,1 0 0,0 0 0,6-18 0,-7 26 0,0 1 0,0 0 0,0 0 0,0 0 0,0 0 0,0 0 0,1 0 0,-1 0 0,1 0 0,0 0 0,0 1 0,2-3 0,-2 3 0,-1 0 0,0 1 0,1-1 0,-1 1 0,1-1 0,-1 1 0,1 0 0,-1 0 0,1-1 0,0 1 0,-1 0 0,1 0 0,-1 1 0,1-1 0,-1 0 0,1 0 0,-1 1 0,1-1 0,-1 1 0,1-1 0,1 2 0,2 1 0,-1 0 0,0 0 0,0 0 0,0 1 0,-1-1 0,1 1 0,-1 0 0,0 0 0,0 0 0,0 0 0,0 1 0,-1-1 0,0 1 0,2 4 0,-1-2 0,0-1 0,1 1 0,0-1 0,0 0 0,7 8 0,-10-13 0,-1 0 0,1 0 0,0 0 0,0-1 0,-1 1 0,1 0 0,0-1 0,0 1 0,0-1 0,0 1 0,0-1 0,0 1 0,0-1 0,0 0 0,0 0 0,0 1 0,0-1 0,0 0 0,0 0 0,0 0 0,0 0 0,0 0 0,0 0 0,2-1 0,-1 1 0,-1-1 0,1 0 0,-1 0 0,1 0 0,-1 0 0,0 0 0,1-1 0,-1 1 0,0 0 0,0-1 0,0 1 0,0 0 0,2-3 0,1-5 0,0-1 0,0 1 0,4-20 0,3-25 0,-2-2 0,1-95 0,3-16 0,-13 165 0,0-3 0,1 0 0,0 0 0,0-1 0,0 1 0,1 0 0,2-6 0,-4 11 0,0-1 0,1 1 0,-1 0 0,0 0 0,0 0 0,0 0 0,0 0 0,0 0 0,0-1 0,0 1 0,0 0 0,1 0 0,-1 0 0,0 0 0,0 0 0,0 0 0,0 0 0,0 0 0,1 0 0,-1 0 0,0 0 0,0 0 0,0 0 0,0 0 0,0 0 0,1 0 0,-1 0 0,0 0 0,0 0 0,0 0 0,0 0 0,1 0 0,-1 0 0,0 0 0,0 0 0,0 0 0,0 0 0,0 0 0,1 0 0,-1 0 0,0 0 0,0 0 0,0 1 0,0-1 0,0 0 0,0 0 0,0 0 0,1 0 0,-1 0 0,0 0 0,0 0 0,0 1 0,0-1 0,0 0 0,0 0 0,0 0 0,0 0 0,0 1 0,5 9 0,2 21 0,0-1 0,3 46 0,-2-13 0,-4-34 0,-2-9 0,1 0 0,1 0 0,0 0 0,2 0 0,0-1 0,10 19 0,-4-24 0,-12-13 0,1-1 0,-1 0 0,0 0 0,1 1 0,-1-1 0,1 0 0,-1 0 0,1 0 0,-1 1 0,0-1 0,1 0 0,-1 0 0,1 0 0,-1 0 0,1 0 0,-1 0 0,1 0 0,-1 0 0,1 0 0,-1 0 0,1 0 0,-1 0 0,1-1 0,-1 1 0,1 0 0,-1 0 0,0 0 0,1-1 0,-1 1 0,1 0 0,0-1 0,-31 8 0,29-7 0,1 1 0,-1-1 0,0 1 0,0-1 0,0 1 0,0 0 0,1-1 0,-1 1 0,0 0 0,1-1 0,-1 1 0,0 0 0,1 0 0,-1-1 0,1 1 0,-1 0 0,1 0 0,0 0 0,-1 0 0,1 0 0,0 0 0,0 0 0,-1 0 0,1 0 0,0 1 0,0-1 0,1 1 0,-1-1 0,1 0 0,0 1 0,-1-1 0,1 0 0,0 1 0,0-1 0,0 0 0,0 0 0,0 0 0,0 0 0,0 0 0,0 0 0,1 1 0,8 4 0,0 0 0,0 0 0,16 5 0,-19-8 0,22 10-455,-2 0 0,35 24 0,-47-27-6371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6.309"/>
    </inkml:context>
    <inkml:brush xml:id="br0">
      <inkml:brushProperty name="width" value="0.05" units="cm"/>
      <inkml:brushProperty name="height" value="0.05" units="cm"/>
      <inkml:brushProperty name="color" value="#FF0066"/>
    </inkml:brush>
  </inkml:definitions>
  <inkml:trace contextRef="#ctx0" brushRef="#br0">65 172 24575,'0'-114'0,"-13"227"0,-33 231 0,41-320 0,5-23 0,0-4 0,7-39 0,11-38 0,3 1 0,59-139 0,-78 212 0,1-1 0,-1 1 0,1 0 0,0 0 0,1 0 0,-1 0 0,1 1 0,0-1 0,0 1 0,1 0 0,0 1 0,9-9 0,-13 13 0,-1-1 0,1 1 0,0 0 0,-1 0 0,1-1 0,-1 1 0,1 0 0,0 0 0,-1 0 0,1 0 0,-1 0 0,1 0 0,0 0 0,-1 0 0,1 0 0,-1 0 0,1 0 0,0 0 0,-1 1 0,1-1 0,-1 0 0,1 0 0,-1 1 0,1-1 0,-1 0 0,1 1 0,-1-1 0,1 0 0,-1 1 0,1-1 0,-1 1 0,1-1 0,-1 1 0,0-1 0,1 1 0,-1-1 0,1 1 0,8 23 0,-9-21 0,23 114 0,-4-12 0,-16-89 0,2-1 0,0 0 0,1 0 0,12 21 0,-17-33 0,1 0 0,0 0 0,-1-1 0,1 1 0,0-1 0,0 1 0,1-1 0,-1 0 0,0 0 0,1 0 0,0 0 0,3 2 0,-5-4 0,0 0 0,-1 0 0,1 1 0,0-1 0,0 0 0,-1 0 0,1 0 0,0 0 0,0 0 0,-1 0 0,1 0 0,0 0 0,0 0 0,-1-1 0,1 1 0,0 0 0,0 0 0,-1-1 0,1 1 0,1-1 0,-1 0 0,1-1 0,-1 1 0,0-1 0,1 1 0,-1-1 0,0 1 0,0-1 0,0 0 0,0 1 0,-1-1 0,2-3 0,10-36 0,-2 0 0,-2-1 0,3-58 0,-4 41 0,1-23-1365,-6 49-5461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6.712"/>
    </inkml:context>
    <inkml:brush xml:id="br0">
      <inkml:brushProperty name="width" value="0.05" units="cm"/>
      <inkml:brushProperty name="height" value="0.05" units="cm"/>
      <inkml:brushProperty name="color" value="#FF0066"/>
    </inkml:brush>
  </inkml:definitions>
  <inkml:trace contextRef="#ctx0" brushRef="#br0">263 240 24575,'4'-5'0,"0"0"0,0 0 0,-1 0 0,0-1 0,0 1 0,0-1 0,-1 0 0,0 0 0,0 0 0,0 0 0,-1 0 0,0 0 0,0 0 0,0-11 0,-1 7 0,0-1 0,-1 0 0,0 1 0,-1-1 0,0 1 0,0 0 0,-8-19 0,10 27 0,-1-1 0,0 1 0,0 0 0,0 0 0,0 0 0,0 0 0,0 0 0,-1 0 0,1 0 0,-1 0 0,1 0 0,-1 1 0,0-1 0,0 1 0,0-1 0,1 1 0,-1 0 0,-1-1 0,1 1 0,0 0 0,0 0 0,0 1 0,0-1 0,-1 0 0,1 1 0,0-1 0,-1 1 0,1 0 0,0 0 0,-1 0 0,1 0 0,-1 0 0,1 1 0,0-1 0,0 0 0,-1 1 0,1 0 0,0 0 0,-3 1 0,-4 2 0,1 1 0,-1 0 0,1 1 0,1 0 0,-1 0 0,1 1 0,0-1 0,-8 12 0,-3 5 0,0 1 0,2 1 0,-13 27 0,21-37 0,1 1 0,1 0 0,0 0 0,1 1 0,1 0 0,-3 27 0,7-42 0,-1 0 0,1-1 0,0 1 0,0 0 0,0-1 0,0 1 0,0-1 0,0 1 0,0 0 0,0-1 0,1 1 0,-1 0 0,1-1 0,-1 1 0,1-1 0,-1 1 0,1-1 0,0 1 0,0-1 0,0 0 0,0 1 0,0-1 0,0 0 0,0 0 0,0 0 0,1 0 0,-1 0 0,0 0 0,1 0 0,-1 0 0,0 0 0,1 0 0,0-1 0,-1 1 0,1-1 0,-1 1 0,1-1 0,-1 0 0,1 1 0,0-1 0,-1 0 0,1 0 0,2-1 0,4 1 0,1-2 0,-1 1 0,0-1 0,0 0 0,0-1 0,0 0 0,9-4 0,4-6 0,0 0 0,0-1 0,-2-1 0,0-1 0,18-20 0,-29 29 0,-8 7 0,1-1 0,0 0 0,0 0 0,0 0 0,0 1 0,-1-1 0,1 0 0,0 1 0,0-1 0,0 1 0,1-1 0,-1 1 0,0-1 0,2 1 0,-3 0 0,0 0 0,1 0 0,-1 0 0,0 0 0,0 1 0,1-1 0,-1 0 0,0 0 0,0 1 0,1-1 0,-1 0 0,0 0 0,0 1 0,0-1 0,1 0 0,-1 0 0,0 1 0,0-1 0,0 0 0,0 1 0,0-1 0,0 0 0,0 1 0,0-1 0,0 0 0,0 1 0,0-1 0,0 0 0,0 1 0,0-1 0,0 1 0,-9 41 0,5-28 0,1 4-1365,1-2-5461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7.396"/>
    </inkml:context>
    <inkml:brush xml:id="br0">
      <inkml:brushProperty name="width" value="0.05" units="cm"/>
      <inkml:brushProperty name="height" value="0.05" units="cm"/>
      <inkml:brushProperty name="color" value="#FF0066"/>
    </inkml:brush>
  </inkml:definitions>
  <inkml:trace contextRef="#ctx0" brushRef="#br0">2 167 24575,'8'-17'0,"9"-32"0,-3 9 0,-22 66 0,0 1 0,2 1 0,-5 48 0,4 104 0,7-177 0,3-7 0,4-15 0,8-28 0,-15 45 0,3-6 0,48-144 0,-43 133 0,1 0 0,1 1 0,0-1 0,1 2 0,23-27 0,-31 40 0,0 1 0,0 0 0,0 0 0,0 0 0,1 0 0,-1 1 0,1 0 0,0-1 0,0 1 0,6-2 0,-9 4 0,0 0 0,0-1 0,0 1 0,0 0 0,0 0 0,0 0 0,0 0 0,0 0 0,0 0 0,0 1 0,0-1 0,0 0 0,0 0 0,0 1 0,0-1 0,0 1 0,0-1 0,1 1 0,0 1 0,-1-1 0,1 0 0,-1 1 0,0-1 0,0 1 0,0 0 0,0-1 0,0 1 0,0 0 0,0-1 0,-1 1 0,1 0 0,0 3 0,2 7 0,-2 0 0,1-1 0,-2 1 0,1 0 0,-2 0 0,0 0 0,-3 18 0,-23 82 0,25-106 0,-2 7 0,2-10 0,1 0 0,0 0 0,0 0 0,0 0 0,0 0 0,0 0 0,1 0 0,-1 0 0,1 6 0,0-9 0,1 0 0,-1 0 0,0 0 0,0 0 0,1 0 0,-1 0 0,0 0 0,1 0 0,-1 0 0,0 0 0,1 0 0,-1 0 0,0 0 0,1 0 0,-1 0 0,0 0 0,1-1 0,-1 1 0,0 0 0,0 0 0,1 0 0,-1 0 0,0-1 0,0 1 0,1 0 0,-1 0 0,0-1 0,0 1 0,0 0 0,0-1 0,1 1 0,-1 0 0,0-1 0,10-11 0,-9 11 0,22-32 0,-18 24 0,1 1 0,0-1 0,0 1 0,1 0 0,0 1 0,0 0 0,1 0 0,12-9 0,-19 15 0,0 0 0,1 1 0,-1-1 0,1 0 0,-1 1 0,1-1 0,-1 1 0,1-1 0,-1 1 0,1 0 0,0-1 0,-1 1 0,1 0 0,-1 0 0,1 0 0,0 1 0,-1-1 0,1 0 0,-1 0 0,1 1 0,-1-1 0,1 1 0,-1 0 0,1-1 0,-1 1 0,1 0 0,-1 0 0,0 0 0,0 0 0,2 1 0,2 4 0,0 0 0,0 1 0,-1-1 0,0 1 0,4 11 0,12 18 0,-19-34 0,1 0 0,-1 0 0,0 0 0,1-1 0,-1 1 0,1-1 0,0 1 0,-1-1 0,1 0 0,0 1 0,0-1 0,0 0 0,3 1 0,-2-2 0,-1 1 0,1-1 0,0 0 0,0 0 0,0-1 0,0 1 0,0-1 0,-1 1 0,1-1 0,0 0 0,0 0 0,-1 0 0,1 0 0,-1 0 0,1-1 0,-1 1 0,5-4 0,3-3 0,0 0 0,13-14 0,-9 6 0,0-1 0,-1-1 0,-1 0 0,-1-1 0,0 0 0,-2-1 0,0 0 0,-1-1 0,8-32 0,-13 36 0,-10 29 0,-9 31 0,7-16-227,2 1-1,0 0 1,2 0-1,2 1 1,-1 46-1,6-36-6598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7.630"/>
    </inkml:context>
    <inkml:brush xml:id="br0">
      <inkml:brushProperty name="width" value="0.05" units="cm"/>
      <inkml:brushProperty name="height" value="0.05" units="cm"/>
      <inkml:brushProperty name="color" value="#FF0066"/>
    </inkml:brush>
  </inkml:definitions>
  <inkml:trace contextRef="#ctx0" brushRef="#br0">141 89 24575,'-1'-6'0,"1"1"0,-1 0 0,0-1 0,-1 1 0,1 0 0,-1-1 0,-4-8 0,4 11 0,1 1 0,0-1 0,-1 1 0,1-1 0,-1 1 0,0 0 0,0-1 0,1 1 0,-2 0 0,1 0 0,0 1 0,0-1 0,-1 0 0,1 1 0,0-1 0,-4 0 0,4 1 0,0 1 0,1 0 0,-1 1 0,1-1 0,-1 0 0,0 0 0,1 1 0,-1-1 0,1 1 0,-1-1 0,1 1 0,-1 0 0,1 0 0,-1-1 0,1 1 0,0 0 0,0 0 0,-1 0 0,1 1 0,0-1 0,0 0 0,0 0 0,0 1 0,0-1 0,0 0 0,1 1 0,-1-1 0,0 1 0,0 1 0,-4 9 0,0 0 0,-5 19 0,9-26 0,-8 29 69,1 1-1,2 1 0,2-1 0,0 60 1,6-44-638,2 0 0,17 83 0,-11-91-6257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8.466"/>
    </inkml:context>
    <inkml:brush xml:id="br0">
      <inkml:brushProperty name="width" value="0.05" units="cm"/>
      <inkml:brushProperty name="height" value="0.05" units="cm"/>
      <inkml:brushProperty name="color" value="#FF0066"/>
    </inkml:brush>
  </inkml:definitions>
  <inkml:trace contextRef="#ctx0" brushRef="#br0">471 532 24575,'4'-7'0,"0"0"0,-1 0 0,-1-1 0,1 1 0,-1-1 0,0 0 0,-1 1 0,1-12 0,-2 17 0,0-1 0,0 1 0,0 0 0,-1-1 0,1 1 0,-1-1 0,1 1 0,-1 0 0,0 0 0,0-1 0,0 1 0,0 0 0,0 0 0,-1 0 0,1 0 0,-1 0 0,1 1 0,-1-1 0,0 0 0,0 1 0,1-1 0,-1 1 0,0-1 0,-1 1 0,1 0 0,0 0 0,0 0 0,0 0 0,-1 0 0,1 1 0,-3-1 0,-14-3 0,-1 0 0,0 2 0,0 1 0,0 0 0,0 1 0,0 1 0,1 1 0,-1 1 0,0 1 0,1 1 0,-36 13 0,42-13 0,1 2 0,0-1 0,1 2 0,0 0 0,0 0 0,0 1 0,1 0 0,0 1 0,1 0 0,0 0 0,1 1 0,0 0 0,-7 15 0,11-20 0,0 1 0,1 0 0,0 0 0,0 0 0,1 1 0,0-1 0,0 1 0,1-1 0,0 1 0,0-1 0,1 1 0,0 0 0,0-1 0,1 1 0,0 0 0,0-1 0,1 1 0,0-1 0,0 0 0,1 0 0,0 1 0,0-2 0,1 1 0,7 12 0,-7-14 0,1 0 0,-1 0 0,1-1 0,0 1 0,0-1 0,1 0 0,-1-1 0,1 1 0,-1-1 0,1 0 0,0 0 0,1-1 0,-1 0 0,0 0 0,1 0 0,-1-1 0,1 0 0,-1 0 0,1-1 0,-1 0 0,1 0 0,0 0 0,-1-1 0,1 0 0,6-2 0,-3 1 0,0-1 0,0 0 0,-1-1 0,1 0 0,-1 0 0,0-1 0,0 0 0,0-1 0,-1 0 0,0 0 0,0-1 0,-1 0 0,1 0 0,-2-1 0,10-12 0,-8 9 0,-3 11 0,-3 19 0,-2-10 0,0-4 0,0-1 0,1 0 0,-1 1 0,1-1 0,0 0 0,0 1 0,1-1 0,-1 0 0,1 0 0,0 0 0,0 0 0,1 0 0,-1-1 0,1 1 0,-1 0 0,1-1 0,0 0 0,0 0 0,7 5 0,-6-5 0,1-1 0,-1 0 0,1 0 0,0 0 0,-1 0 0,1-1 0,0 0 0,0 0 0,0 0 0,0-1 0,0 1 0,0-1 0,0 0 0,0-1 0,0 1 0,0-1 0,7-2 0,6-3 0,0 0 0,0-1 0,0-1 0,-1-1 0,0-1 0,0 0 0,-1-1 0,-1 0 0,0-2 0,-1 0 0,0 0 0,18-23 0,-13 11 0,0-1 0,-2-1 0,0 0 0,-2-1 0,-1-1 0,18-55 0,-20 44 0,8-44 0,-18 72 0,0-1 0,-1 0 0,0 0 0,-1 0 0,-1 0 0,0 0 0,-4-21 0,4 33 0,1-1 0,-1 0 0,1 0 0,-1 1 0,0-1 0,0 1 0,0-1 0,1 1 0,-1-1 0,-1 1 0,-1-3 0,2 3 0,1 1 0,-1 0 0,1-1 0,-1 1 0,0 0 0,1-1 0,-1 1 0,0 0 0,1 0 0,-1-1 0,0 1 0,1 0 0,-1 0 0,0 0 0,1 0 0,-1 0 0,0 0 0,1 0 0,-1 0 0,0 0 0,0 1 0,-2 0 0,1 0 0,0 0 0,0 1 0,0-1 0,0 1 0,1-1 0,-1 1 0,0 0 0,1-1 0,-1 1 0,1 0 0,-1 0 0,1 0 0,0 0 0,0 1 0,-1 1 0,-4 12 0,1 0 0,1 0 0,0 1 0,1-1 0,0 1 0,2 0 0,0 0 0,2 25 0,2-10 0,1-1 0,1-1 0,16 53 0,-16-69 0,-1 0 0,2-1 0,0 1 0,1-1 0,0 0 0,1-1 0,13 18 0,-18-27 0,0 1 0,0-1 0,1 0 0,0 0 0,-1 0 0,1-1 0,0 1 0,0-1 0,0 0 0,1 0 0,-1 0 0,0 0 0,1-1 0,-1 0 0,1 0 0,-1 0 0,1-1 0,0 1 0,-1-1 0,1 0 0,0 0 0,-1-1 0,1 1 0,0-1 0,-1 0 0,1 0 0,5-3 0,-1 0 0,0-1 0,0 0 0,0 0 0,-1 0 0,1-1 0,-1-1 0,-1 1 0,1-1 0,9-12 0,2-5 0,30-49 0,-19 19 0,-3-2 0,-2 0 0,-2-2 0,-3 0 0,19-89 0,-39 145 0,3-9 0,-1-1 0,0 0 0,0 0 0,-1-13 0,-5 12 0,-3 10 0,5 4 0,1 0 0,-1 0 0,1 0 0,-1 0 0,1 0 0,0 0 0,0 1 0,-1-1 0,1 0 0,0 1 0,0-1 0,-1 3 0,-8 15 0,0 1 0,2 0 0,0 1 0,1 0 0,-4 22 0,-15 112 0,18-88-273,3 1 0,3 0 0,3 0 0,13 92 0,-6-117-6553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8.878"/>
    </inkml:context>
    <inkml:brush xml:id="br0">
      <inkml:brushProperty name="width" value="0.05" units="cm"/>
      <inkml:brushProperty name="height" value="0.05" units="cm"/>
      <inkml:brushProperty name="color" value="#FF0066"/>
    </inkml:brush>
  </inkml:definitions>
  <inkml:trace contextRef="#ctx0" brushRef="#br0">38 203 24575,'-2'0'0,"1"0"0,-1 0 0,1 0 0,-1 0 0,1-1 0,-1 1 0,1 0 0,-1-1 0,1 1 0,-1-1 0,1 0 0,0 0 0,-1 1 0,1-1 0,0 0 0,0 0 0,-1 0 0,1 0 0,0 0 0,0-1 0,0 1 0,0 0 0,0 0 0,1-1 0,-1 1 0,0 0 0,0-1 0,1 1 0,-1-1 0,1 1 0,0-1 0,-1 1 0,1-1 0,0 1 0,0-1 0,0 1 0,0-1 0,0 0 0,0 1 0,0-1 0,1 1 0,-1-1 0,0 1 0,1-1 0,-1 1 0,1-1 0,0 1 0,0 0 0,-1-1 0,1 1 0,0 0 0,2-3 0,10-4 0,1 0 0,-1 1 0,1 0 0,1 1 0,-1 0 0,1 1 0,19-3 0,-12 2 0,7-3 0,151-39 0,-143 40 0,1 2 0,69-3 0,-96 8 0,-1 2 0,0-1 0,0 2 0,0-1 0,0 1 0,0 1 0,-1-1 0,1 2 0,-1 0 0,17 8 0,-21-8 0,1-1 0,-1 1 0,0 1 0,-1-1 0,1 1 0,-1-1 0,0 1 0,0 1 0,0-1 0,-1 0 0,1 1 0,-1 0 0,-1 0 0,1 0 0,-1 0 0,0 0 0,2 12 0,-3-6 0,0 1 0,-1-1 0,0 1 0,-1-1 0,-1 0 0,0 1 0,0-1 0,-1 0 0,-1 0 0,0 0 0,0 0 0,-1-1 0,-1 0 0,0 0 0,0 0 0,-1-1 0,-1 0 0,-16 18 0,22-26 0,-1 0 0,1 0 0,0 0 0,-1-1 0,1 1 0,-1-1 0,1 0 0,-1 1 0,0-1 0,1 0 0,-1 0 0,0-1 0,0 1 0,0-1 0,0 1 0,0-1 0,1 0 0,-1 0 0,0 0 0,-6-1 0,7 0 0,-1 0 0,1 0 0,0 0 0,-1-1 0,1 1 0,0 0 0,0-1 0,0 1 0,0-1 0,0 0 0,1 0 0,-1 0 0,0 0 0,1 0 0,-1 0 0,1 0 0,0 0 0,0-1 0,0 1 0,0 0 0,0-1 0,0 1 0,1-1 0,-1-3 0,0-1 0,0-1 0,1 0 0,0 1 0,1-1 0,0 0 0,0 0 0,1 1 0,-1-1 0,2 1 0,-1 0 0,1-1 0,6-11 0,1 2 0,0 1 0,0 0 0,26-29 0,-21 28 0,1 2 0,0 0 0,31-21 0,-39 30 0,0 1 0,1 0 0,-1 1 0,1 0 0,0 0 0,0 1 0,0 0 0,0 0 0,1 1 0,-1 1 0,10-1 0,-16 2-65,0 0 0,0 0 0,0 0 0,-1 0 0,1 1 0,0 0 0,0-1 0,-1 1 0,1 0 0,0 0 0,-1 1 0,1-1 0,-1 0 0,1 1 0,-1-1 0,0 1 0,0 0 0,0 0 0,0 0 0,4 4 0,2 9-6761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9.053"/>
    </inkml:context>
    <inkml:brush xml:id="br0">
      <inkml:brushProperty name="width" value="0.05" units="cm"/>
      <inkml:brushProperty name="height" value="0.05" units="cm"/>
      <inkml:brushProperty name="color" value="#FF0066"/>
    </inkml:brush>
  </inkml:definitions>
  <inkml:trace contextRef="#ctx0" brushRef="#br0">0 0 24575,'3'0'0,"1"3"0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39:29.300"/>
    </inkml:context>
    <inkml:brush xml:id="br0">
      <inkml:brushProperty name="width" value="0.05" units="cm"/>
      <inkml:brushProperty name="height" value="0.05" units="cm"/>
      <inkml:brushProperty name="color" value="#FF0066"/>
    </inkml:brush>
  </inkml:definitions>
  <inkml:trace contextRef="#ctx0" brushRef="#br0">203 0 24575,'-2'1'0,"1"-1"0,0 0 0,-1 1 0,1-1 0,0 1 0,-1-1 0,1 1 0,0-1 0,0 1 0,0 0 0,-1 0 0,1 0 0,0 0 0,0 0 0,0 0 0,0 0 0,1 0 0,-1 0 0,0 0 0,0 0 0,1 0 0,-1 1 0,0-1 0,0 2 0,-1 1 0,1 1 0,-1-1 0,1 1 0,0-1 0,0 1 0,0 5 0,1 3 0,1-1 0,0 0 0,1 0 0,1 0 0,-1 0 0,8 17 0,33 72 0,-28-69 0,25 54 0,58 137 0,-87-191 0,-1 0 0,-2 0 0,0 0 0,-3 1 0,3 41 0,-8-58 0,0 0 0,-1 1 0,-1-1 0,-1 0 0,0 0 0,-1 0 0,0 0 0,-2 0 0,0-1 0,0 0 0,-1 0 0,-1-1 0,-1 0 0,0 0 0,-1-1 0,0 0 0,-1-1 0,0 0 0,-1-1 0,-18 14 0,-2-2-455,0-1 0,-39 18 0,-73 28-6371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1:00.727"/>
    </inkml:context>
    <inkml:brush xml:id="br0">
      <inkml:brushProperty name="width" value="0.05" units="cm"/>
      <inkml:brushProperty name="height" value="0.05" units="cm"/>
      <inkml:brushProperty name="color" value="#FF0066"/>
    </inkml:brush>
  </inkml:definitions>
  <inkml:trace contextRef="#ctx0" brushRef="#br0">195 347 24575,'-8'-4'0,"0"1"0,0 0 0,-1 1 0,1 0 0,-1 0 0,-15-1 0,-56 3 0,49 0 0,22 0 0,12 0 0,20 0 0,912-72-2491,-625 43 1664,344-25-887,371-36-694,-995 87 2419,283-38 1188,-264 30 41,-32 2-549,-18 4 69,-9 1 399,-11 0-775,0 1 1,-1 1-1,1 1 0,0 1 1,-39 5-1,24-2-448,-454 50-532,2 22-1015,272-41 303,27-4-3230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1:01.110"/>
    </inkml:context>
    <inkml:brush xml:id="br0">
      <inkml:brushProperty name="width" value="0.05" units="cm"/>
      <inkml:brushProperty name="height" value="0.05" units="cm"/>
      <inkml:brushProperty name="color" value="#FF0066"/>
    </inkml:brush>
  </inkml:definitions>
  <inkml:trace contextRef="#ctx0" brushRef="#br0">1180 255 24575,'-880'125'-1855,"803"-115"1863,24-2 241,23-3-113,1-2 0,-1 0 0,-35-2 0,64-1-132,0 0 0,0 0-1,0 0 1,0 0 0,1 0 0,-1-1-1,0 1 1,0 0 0,0 0 0,0-1-1,0 1 1,1 0 0,-1-1-1,0 1 1,0-1 0,1 1 0,-2-1-1,2 0-3,0 1-1,0-1 1,1 1-1,-1-1 1,0 1-1,0-1 1,0 1 0,1-1-1,-1 1 1,0-1-1,1 1 1,-1-1-1,0 1 1,1 0-1,-1-1 1,1 1-1,-1-1 1,0 1-1,1 0 1,-1 0-1,1-1 1,-1 1-1,1 0 1,-1 0-1,1-1 1,-1 1-1,1 0 1,24-11 184,1 1 0,0 1-1,0 1 1,29-4 0,-19 4-103,522-91-1538,10 43-582,442 9-787,-2 42 1019,-999 5 1834,228 5 676,-187 0 492,-44-2-879,-14 1 103,-18 3 256,-1-2-1,-39 3 1,29-4-518,-1196 91-1800,789-68 1300,411-24 312,-1199 70-1018,1214-72 989,-225 4-105,233-5 242,-1 0 0,1-1 0,-15-4-1,26 5-57,-1 0-1,0 0 1,1 0-1,-1 0 1,0 0-1,0 0 1,1 0-1,-1 0 0,0-1 1,0 1-1,1 0 1,-1 0-1,0 0 1,0 0-1,1-1 0,-1 1 1,0 0-1,0 0 1,0-1-1,0 1 1,1 0-1,-1 0 0,0-1 1,0 1-1,0 0 1,0 0-1,0-1 1,0 1-1,0 0 1,0 0-1,0-1 0,1 1 1,-1 0-1,0-1 1,0 1-1,-1 0 1,1-1-1,0 1 0,0 0 1,0 0-1,0-1 1,0 1-1,0 0 1,0 0-1,0-1 1,-1 1-1,1 0 0,0 0 1,0-1-1,0 1 1,0 0-1,-1 0 1,1-1-1,0 1 0,0 0 1,-1 0-1,1 0 1,0 0-1,0 0 1,-1-1-1,1 1 1,0 0-1,0 0 0,-1 0 1,1 0-1,-1 0 1,19-8 28,-1 1 0,1 0 1,1 1-1,-1 1 1,27-3-1,-12 1-23,519-89-229,11 19-63,-434 60 254,519-64-482,-365 46-1984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41:02.866"/>
    </inkml:context>
    <inkml:brush xml:id="br0">
      <inkml:brushProperty name="width" value="0.05" units="cm"/>
      <inkml:brushProperty name="height" value="0.05" units="cm"/>
      <inkml:brushProperty name="color" value="#FF0066"/>
    </inkml:brush>
  </inkml:definitions>
  <inkml:trace contextRef="#ctx0" brushRef="#br0">809 49 24575,'-14'-6'0,"-2"0"0,-26-5 0,28 7 0,-1 0 0,-21-9 0,36 13 0,0 0 0,0 0 0,0 0 0,0 0 0,0 0 0,0-1 0,1 1 0,-1 0 0,0 0 0,0 0 0,0 0 0,0 0 0,0 0 0,0 0 0,0 0 0,0-1 0,0 1 0,0 0 0,0 0 0,0 0 0,0 0 0,0 0 0,0 0 0,0 0 0,0-1 0,0 1 0,0 0 0,0 0 0,0 0 0,0 0 0,0 0 0,0 0 0,0 0 0,0 0 0,-1-1 0,1 1 0,0 0 0,0 0 0,0 0 0,0 0 0,0 0 0,0 0 0,0 0 0,0 0 0,0 0 0,0 0 0,-1 0 0,16 0 0,516 59-322,2969 245-7481,-3288-287 7734,1011 71 74,-1192-86 592,-29-2 250,-18-1 946,-1710-74-2195,722 35-2543,-1345-21 2706,1950 60-1211,-192-4 2956,517 2-617,49-1 1033,25 2-1157,6 0-110,44-5 1159,736-22-1725,9 49-3886,475 58-586,626 133 3258,-1787-196 1067,328 60 1460,-421-72-849,-1 2 0,22 8-1,-25-4-111,-12-9-426,0 0 1,0 0-1,0 1 1,0-1 0,0 0-1,0 0 1,0 0-1,0 1 1,0-1 0,0 0-1,0 0 1,0 1-1,0-1 1,0 0 0,0 0-1,0 1 1,0-1 0,0 0-1,0 0 1,0 0-1,0 1 1,-1-1 0,1 0-1,0 0 1,0 0-1,0 1 1,0-1 0,0 0-1,-1 0 1,1 0-1,0 0 1,0 0 0,0 1-1,-1-1 1,1 0 0,0 0-1,0 0 1,-7 2 396,1 0 1,0 0-1,-1 0 1,1-1-1,-14 1 1,-373 6 763,300-9-776,-3014-173-5392,2840 147 4823,65 1-507,76 4 708,94 11 407,32 11-427,-1 0 0,1 0 0,-1 0 0,1 0 1,-1 0-1,1-1 0,0 1 0,-1 0 0,1 0 0,0 0 1,-1-1-1,1 1 0,0 0 0,-1-1 0,1 1 0,0 0 0,-1-1 1,1 1-1,0 0 0,0-1 0,-1 1 0,1 0 0,0-1 1,0 1-1,0-1 0,0 1 0,0-1 0,-1 0 0,2 1 0,-1-1 1,1 0-1,0 1 0,-1-1 0,1 0 0,0 1 0,0-1 1,-1 1-1,1 0 0,0-1 0,0 1 0,0 0 0,-1-1 1,1 1-1,0 0 0,1-1 0,33-5-10,109-3-2,92 7-39,69 8-48,7 4 393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1.907"/>
    </inkml:context>
    <inkml:brush xml:id="br0">
      <inkml:brushProperty name="width" value="0.05" units="cm"/>
      <inkml:brushProperty name="height" value="0.05" units="cm"/>
      <inkml:brushProperty name="color" value="#FF0066"/>
    </inkml:brush>
  </inkml:definitions>
  <inkml:trace contextRef="#ctx0" brushRef="#br0">581 361 24575,'3'-9'0,"1"-1"0,-2 0 0,1-1 0,-1 1 0,-1 0 0,0-1 0,0 1 0,-1-1 0,-1 1 0,-2-19 0,2 25 0,1 0 0,-1 0 0,-1-1 0,1 1 0,0 0 0,-1 0 0,0 1 0,0-1 0,0 0 0,0 1 0,-1-1 0,1 1 0,-1 0 0,0-1 0,0 1 0,0 1 0,-1-1 0,1 0 0,0 1 0,-1 0 0,0 0 0,0 0 0,-5-2 0,2 2 0,0 0 0,-1 0 0,1 1 0,-1 0 0,1 1 0,-1 0 0,1 0 0,-1 0 0,1 1 0,-1 0 0,1 1 0,-12 3 0,-3 3 0,0 1 0,0 2 0,1 0 0,0 1 0,1 1 0,0 0 0,2 2 0,-1 0 0,2 2 0,0-1 0,1 2 0,-17 23 0,13-13 0,2 0 0,0 1 0,2 0 0,2 2 0,0 0 0,2 0 0,1 1 0,-7 37 0,14-46 0,0 0 0,2 0 0,0 1 0,1-1 0,2 0 0,0 0 0,2 0 0,0 0 0,2 0 0,0 0 0,2-1 0,0 0 0,1 0 0,2-1 0,0 0 0,1-1 0,1 0 0,1 0 0,1-1 0,0-1 0,1-1 0,1 0 0,1-1 0,30 23 0,-15-17 0,2-1 0,0-1 0,1-2 0,1-2 0,1-1 0,72 19 0,-63-23 0,-1-3 0,2-1 0,-1-2 0,0-3 0,73-5 0,-90 1 0,-1-2 0,0-2 0,0 0 0,0-1 0,-1-2 0,0-1 0,-1-1 0,36-21 0,-45 22 0,-1-2 0,0 1 0,-1-2 0,0 0 0,-1-1 0,0 0 0,-1-1 0,-1 0 0,-1-1 0,0-1 0,-1 1 0,0-2 0,7-20 0,-7 8 0,-1-1 0,-1 1 0,-2-1 0,-1-1 0,-2 1 0,0-1 0,-3 1 0,0-1 0,-7-40 0,-1 20 0,-2 0 0,-2 1 0,-3 1 0,-37-89 0,37 106 49,-2 1 0,-1 0 0,-1 1-1,-2 1 1,-1 0 0,-35-35 0,45 53-156,0 0 0,-1 1 1,-1 0-1,0 1 0,0 1 1,-1 0-1,0 1 0,-1 1 1,0 0-1,0 1 0,0 0 1,-1 2-1,1 0 0,-1 1 1,-25-2-1,-28 7-6719</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2.421"/>
    </inkml:context>
    <inkml:brush xml:id="br0">
      <inkml:brushProperty name="width" value="0.05" units="cm"/>
      <inkml:brushProperty name="height" value="0.05" units="cm"/>
      <inkml:brushProperty name="color" value="#FF0066"/>
    </inkml:brush>
  </inkml:definitions>
  <inkml:trace contextRef="#ctx0" brushRef="#br0">361 3 24575,'0'0'0,"0"0"0,0-1 0,0 1 0,0 0 0,0 0 0,0 0 0,0 0 0,0 0 0,0 0 0,0 0 0,0 0 0,0 0 0,0 0 0,0 0 0,0 0 0,0-1 0,0 1 0,0 0 0,0 0 0,0 0 0,-1 0 0,1 0 0,0 0 0,0 0 0,0 0 0,0 0 0,0 0 0,0 0 0,0 0 0,0 0 0,0 0 0,0 0 0,0 0 0,0-1 0,0 1 0,0 0 0,0 0 0,-1 0 0,1 0 0,0 0 0,0 0 0,0 0 0,0 0 0,0 0 0,0 0 0,0 0 0,0 0 0,0 0 0,0 0 0,0 0 0,-1 0 0,1 0 0,0 0 0,0 0 0,0 1 0,0-1 0,0 0 0,0 0 0,0 0 0,0 0 0,-7 5 0,-5 10 0,-27 41 0,-45 86 0,-18 70 0,1 39 0,98-242 0,0 1 0,1-1 0,0 1 0,1 0 0,-1 16 0,2-23 0,0 0 0,1 0 0,-1 0 0,1 0 0,-1 0 0,1 0 0,0 0 0,0-1 0,0 1 0,1 0 0,-1-1 0,0 1 0,1-1 0,0 1 0,0-1 0,0 0 0,0 1 0,0-1 0,0 0 0,0-1 0,1 1 0,-1 0 0,5 2 0,6 2 0,0-1 0,1 0 0,0-1 0,0-1 0,0 0 0,16 1 0,92 2 0,-88-5 0,269-6 0,-235-2 0,1-2 0,93-25 0,-133 26 0,0-1 0,0-2 0,-1-1 0,0-1 0,-2-1 0,1-2 0,33-26 0,-50 34 0,0-1 0,-1 0 0,0-1 0,-1 0 0,0 0 0,0-1 0,-1 0 0,8-18 0,-11 19 0,0 1 0,-1-1 0,-1 0 0,0 0 0,0 0 0,-1 0 0,0-1 0,0 1 0,-1 0 0,-1 0 0,0 0 0,-3-12 0,0 2 0,-2 1 0,-1 0 0,0 1 0,-1 0 0,-1 0 0,-1 0 0,-21-27 0,6 12 0,-1 2 0,-54-49 0,73 73 37,3 3-145,0 0 0,0 0 0,-1 0 1,0 0-1,1 1 0,-1 0 0,-1 0 0,1 0 0,0 0 0,-1 1 1,1 0-1,-9-2 0,3 4-6718</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2.840"/>
    </inkml:context>
    <inkml:brush xml:id="br0">
      <inkml:brushProperty name="width" value="0.05" units="cm"/>
      <inkml:brushProperty name="height" value="0.05" units="cm"/>
      <inkml:brushProperty name="color" value="#FF0066"/>
    </inkml:brush>
  </inkml:definitions>
  <inkml:trace contextRef="#ctx0" brushRef="#br0">14 0 24575,'-7'42'0,"5"-36"0,1 0 0,0 0 0,0 0 0,0 0 0,1 0 0,0 9 0,1-7 0,1 1 0,0-1 0,0 0 0,1 0 0,-1 0 0,2-1 0,-1 1 0,1-1 0,0 1 0,1-1 0,8 10 0,-5-9 0,0 1 0,1-1 0,0-1 0,0 0 0,1 0 0,0-1 0,16 8 0,-1-4 0,0-1 0,0-1 0,0-1 0,1-2 0,0 0 0,44 2 0,-45-6 0,1-1 0,-1-2 0,0 0 0,0-1 0,0-1 0,46-15 0,-61 15 0,-1 0 0,1-1 0,-1 1 0,0-2 0,0 1 0,-1-1 0,0-1 0,12-11 0,-15 13 0,-1 0 0,0-1 0,0 0 0,0 1 0,-1-2 0,0 1 0,0 0 0,0-1 0,-1 1 0,0-1 0,0 1 0,-1-1 0,0 0 0,1-7 0,-2 6-170,0 0-1,-1 1 0,0-1 1,0 0-1,-1 1 0,0-1 1,-4-9-1,-6-14-6655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3.200"/>
    </inkml:context>
    <inkml:brush xml:id="br0">
      <inkml:brushProperty name="width" value="0.05" units="cm"/>
      <inkml:brushProperty name="height" value="0.05" units="cm"/>
      <inkml:brushProperty name="color" value="#FF0066"/>
    </inkml:brush>
  </inkml:definitions>
  <inkml:trace contextRef="#ctx0" brushRef="#br0">69 1 24575,'-2'0'0,"-5"0"0,-4 0 0,-2 0 0,0 3 0,3 3 0,2 5 0,4 2 0,5-3 0,4-6 0,6-8 0,3-5 0,3-1 0,-3 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3.446"/>
    </inkml:context>
    <inkml:brush xml:id="br0">
      <inkml:brushProperty name="width" value="0.05" units="cm"/>
      <inkml:brushProperty name="height" value="0.05" units="cm"/>
      <inkml:brushProperty name="color" value="#FF0066"/>
    </inkml:brush>
  </inkml:definitions>
  <inkml:trace contextRef="#ctx0" brushRef="#br0">1 7 24575,'3'0'0,"3"0"0,2-3 0,2-1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4.134"/>
    </inkml:context>
    <inkml:brush xml:id="br0">
      <inkml:brushProperty name="width" value="0.05" units="cm"/>
      <inkml:brushProperty name="height" value="0.05" units="cm"/>
      <inkml:brushProperty name="color" value="#FF0066"/>
    </inkml:brush>
  </inkml:definitions>
  <inkml:trace contextRef="#ctx0" brushRef="#br0">178 426 24575,'-1'-3'0,"1"-1"0,0 1 0,-1 0 0,0 0 0,0 0 0,0-1 0,0 1 0,0 0 0,-1 0 0,1 0 0,-1 1 0,-2-4 0,4 5 0,-1 1 0,1-1 0,-1 0 0,0 1 0,1-1 0,-1 1 0,0-1 0,1 1 0,-1-1 0,0 1 0,0-1 0,1 1 0,-1 0 0,0-1 0,0 1 0,0 0 0,0 0 0,1 0 0,-3 0 0,2 0 0,0 0 0,0 0 0,0 1 0,0-1 0,0 1 0,0-1 0,0 1 0,0-1 0,0 1 0,0 0 0,1-1 0,-1 1 0,0 0 0,0 0 0,1 0 0,-1 0 0,0-1 0,1 1 0,-2 2 0,-7 16 0,0 0 0,2 0 0,0 1 0,1 0 0,-3 21 0,0-6 0,6-24 0,-44 191 0,39-157 0,1 0 0,1 71 0,6-109 0,0-3 0,-1 0 0,1-1 0,1 1 0,-1 0 0,0 0 0,1-1 0,0 1 0,0 0 0,3 6 0,-4-10 0,0 0 0,0 0 0,0 1 0,1-1 0,-1 0 0,0 0 0,0 0 0,1 0 0,-1 0 0,0 0 0,0 0 0,1 0 0,-1 0 0,0 0 0,1 1 0,-1-1 0,0 0 0,0-1 0,1 1 0,-1 0 0,0 0 0,0 0 0,1 0 0,-1 0 0,0 0 0,0 0 0,1 0 0,-1 0 0,0 0 0,0-1 0,1 1 0,-1 0 0,0 0 0,0 0 0,0 0 0,0-1 0,1 1 0,-1 0 0,0 0 0,0-1 0,0 1 0,0 0 0,0 0 0,1-1 0,-1 1 0,0 0 0,0-1 0,8-13 0,16-49 0,-3 0 0,13-67 0,-21 79 0,12-49 0,37-135 0,-39 159 0,34-74 0,-52 138 0,6-12 0,14-25 0,-21 44 0,-1-1 0,1 1 0,0 0 0,0 0 0,0 0 0,1 1 0,0-1 0,0 1 0,10-7 0,-13 10 0,-1 1 0,1-1 0,-1 0 0,1 1 0,-1-1 0,1 1 0,0-1 0,-1 1 0,1 0 0,-1 0 0,1 0 0,0 0 0,-1 0 0,1 0 0,0 0 0,-1 0 0,1 1 0,-1-1 0,1 0 0,0 1 0,1 1 0,0-1 0,0 1 0,-1 0 0,1 0 0,-1 0 0,0 1 0,1-1 0,-1 0 0,0 1 0,-1 0 0,3 3 0,3 8 0,0 0 0,-1 0 0,6 25 0,-12-35 0,77 399 0,-67-335 0,28 208-1365,-31-208-5461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4.619"/>
    </inkml:context>
    <inkml:brush xml:id="br0">
      <inkml:brushProperty name="width" value="0.05" units="cm"/>
      <inkml:brushProperty name="height" value="0.05" units="cm"/>
      <inkml:brushProperty name="color" value="#FF0066"/>
    </inkml:brush>
  </inkml:definitions>
  <inkml:trace contextRef="#ctx0" brushRef="#br0">91 480 24575,'-17'-24'0,"2"-1"0,-22-46 0,33 61 0,0 0 0,1-1 0,0 1 0,1-1 0,0 1 0,0-1 0,1 0 0,1 0 0,0 1 0,2-20 0,0 24 0,-1 0 0,2 0 0,-1 0 0,0 0 0,1 0 0,0 1 0,1-1 0,-1 1 0,1 0 0,0 0 0,0 0 0,1 1 0,-1 0 0,1-1 0,0 1 0,0 1 0,0-1 0,8-3 0,8-4 0,1 1 0,0 0 0,33-9 0,-9 6 0,86-16 0,-114 27 0,-1 0 0,1 1 0,0 1 0,-1 1 0,1 0 0,-1 1 0,1 1 0,22 7 0,-33-8 0,-1 1 0,1 0 0,-1 0 0,0 1 0,0 0 0,0 0 0,0 0 0,-1 1 0,1 0 0,-1 0 0,0 0 0,4 7 0,-2-3 0,-1 2 0,0-1 0,-1 1 0,0 0 0,-1 0 0,6 20 0,-4-6 0,-2 1 0,-1 1 0,-1-1 0,-1 0 0,-4 49 0,2-63 0,0 0 0,-1 0 0,0-1 0,-1 1 0,0-1 0,-1 1 0,-1-1 0,1 0 0,-2 0 0,-6 9 0,12-19 0,0-1 0,0 1 0,-1-1 0,1 1 0,0-1 0,-1 1 0,1-1 0,0 1 0,-1-1 0,1 1 0,-1-1 0,1 0 0,-1 1 0,1-1 0,-1 0 0,1 1 0,-1-1 0,1 0 0,-1 0 0,1 0 0,-1 1 0,1-1 0,-1 0 0,1 0 0,-1 0 0,0 0 0,0 0 0,1-1 0,-1 0 0,1 1 0,-1-1 0,1 1 0,0-1 0,0 1 0,-1-1 0,1 0 0,0 1 0,0-1 0,-1 0 0,1 1 0,0-1 0,0 0 0,0 1 0,0-1 0,0 0 0,3-37 0,10-19 0,3 1 0,2 0 0,2 2 0,3 0 0,36-61 0,-58 111 0,9-12 0,0 0 0,17-20 0,-25 33 0,0 0 0,1 1 0,-1-1 0,1 1 0,-1-1 0,1 1 0,0 0 0,0 0 0,0 0 0,0 1 0,0-1 0,0 0 0,1 1 0,-1 0 0,1 0 0,-1 0 0,0 1 0,1-1 0,6 0 0,-7 2 0,-1-1 0,0 1 0,1 0 0,-1 0 0,0 0 0,0 0 0,0 0 0,1 0 0,-1 1 0,0-1 0,-1 1 0,1-1 0,0 1 0,0 0 0,-1 0 0,1 0 0,2 4 0,1 3 0,1 1 0,6 17 0,-12-25 0,21 55 0,15 73 0,-25-83 0,3 0 0,1-1 0,25 52 0,-36-90 86,0 0-1,1-1 0,9 13 1,-13-19-161,1 1 1,-1-1 0,1 1 0,-1-1 0,0 0-1,1 1 1,0-1 0,-1 0 0,1 0 0,0 0-1,0-1 1,-1 1 0,1 0 0,0-1 0,0 1-1,0-1 1,0 1 0,0-1 0,0 0 0,0 0-1,0 0 1,2 0 0,11-5-6752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4.993"/>
    </inkml:context>
    <inkml:brush xml:id="br0">
      <inkml:brushProperty name="width" value="0.05" units="cm"/>
      <inkml:brushProperty name="height" value="0.05" units="cm"/>
      <inkml:brushProperty name="color" value="#FF0066"/>
    </inkml:brush>
  </inkml:definitions>
  <inkml:trace contextRef="#ctx0" brushRef="#br0">36 190 24575,'-1'0'0,"0"0"0,0 0 0,0 0 0,0-1 0,0 1 0,0 0 0,0-1 0,1 1 0,-1-1 0,0 1 0,0-1 0,0 1 0,0-1 0,0 0 0,1 1 0,-1-1 0,0 0 0,1 1 0,-1-1 0,0 0 0,0-1 0,-9-22 0,7 17 0,0 54 0,2 12 0,6 112 0,-2-152 0,-1-1 0,2 1 0,1 0 0,0-1 0,1 0 0,16 32 0,-20-46 0,0 0 0,1 0 0,0 0 0,-1 0 0,1 0 0,1 0 0,-1-1 0,1 0 0,-1 0 0,1 0 0,0 0 0,0 0 0,0-1 0,5 3 0,-5-4 0,-1 0 0,0 0 0,0-1 0,0 1 0,0-1 0,1 0 0,-1 0 0,0 0 0,0 0 0,1-1 0,-1 1 0,0-1 0,0 0 0,0 0 0,0 0 0,0 0 0,0 0 0,0-1 0,0 1 0,-1-1 0,6-4 0,2-2 0,-1-1 0,1-1 0,-2 0 0,1 0 0,-1 0 0,-1-1 0,0 0 0,0-1 0,-2 0 0,1 0 0,5-18 0,2-13 0,15-88 0,-22 97 0,-1 0 0,-1-1 0,-2 1 0,-2-1 0,-6-54 0,-1 63-1365,0 8-5461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5.426"/>
    </inkml:context>
    <inkml:brush xml:id="br0">
      <inkml:brushProperty name="width" value="0.05" units="cm"/>
      <inkml:brushProperty name="height" value="0.05" units="cm"/>
      <inkml:brushProperty name="color" value="#FF0066"/>
    </inkml:brush>
  </inkml:definitions>
  <inkml:trace contextRef="#ctx0" brushRef="#br0">1 180 24575,'2'-4'0,"0"0"0,0 0 0,0 0 0,0 0 0,-1 0 0,0-1 0,0 1 0,0-1 0,0 1 0,-1 0 0,1-1 0,-2-7 0,2 2 0,0-27 0,-2 25 0,2 0 0,-1 0 0,4-16 0,-4 27 0,0 1 0,0 0 0,0 0 0,0 0 0,0-1 0,0 1 0,0 0 0,0 0 0,0 0 0,0 0 0,0-1 0,0 1 0,0 0 0,0 0 0,1 0 0,-1 0 0,0-1 0,0 1 0,0 0 0,0 0 0,0 0 0,0 0 0,0 0 0,0-1 0,1 1 0,-1 0 0,0 0 0,0 0 0,0 0 0,0 0 0,0 0 0,1 0 0,-1 0 0,0 0 0,0 0 0,0-1 0,0 1 0,1 0 0,-1 0 0,0 0 0,0 0 0,0 0 0,1 0 0,4 8 0,2 16 0,17 90 0,8 123 0,-8 120 0,-22-322 0,-1-4 0,1-1 0,-2-54 0,0-10 0,2 1 0,2-1 0,13-59 0,-13 75 0,2-1 0,0 2 0,1-1 0,1 1 0,0 0 0,1 0 0,1 1 0,17-20 0,-24 32 0,0 1 0,0-1 0,0 1 0,1 0 0,0 0 0,-1 0 0,1 0 0,0 1 0,0 0 0,1-1 0,-1 2 0,0-1 0,1 0 0,-1 1 0,1 0 0,-1 0 0,9-1 0,-8 3 0,-1-1 0,0 1 0,1 0 0,-1 0 0,0 0 0,1 0 0,-1 1 0,0 0 0,0 0 0,0 0 0,0 0 0,-1 1 0,1-1 0,-1 1 0,1 0 0,-1 0 0,0 0 0,5 7 0,0 1 0,-1 0 0,0 1 0,-1 0 0,0 0 0,-1 1 0,0-1 0,-1 1 0,0 0 0,-1 1 0,-1-1 0,0 0 0,-1 1 0,0-1 0,-2 21 0,0-24 0,0-1 0,0 0 0,-1 0 0,-1 0 0,1 0 0,-1 0 0,-1 0 0,0-1 0,-8 15 0,8-18 0,0 0 0,0 0 0,-1 0 0,1-1 0,-1 1 0,0-1 0,0 0 0,0 0 0,-1-1 0,0 0 0,1 0 0,-1 0 0,0-1 0,-13 4 0,14-4-49,-1-1 1,0 0-1,0 0 0,0 0 0,1-1 1,-1 1-1,0-2 0,0 1 0,0-1 1,0 1-1,0-2 0,1 1 0,-1-1 1,0 1-1,1-2 0,-1 1 0,1-1 1,0 1-1,0-1 0,0-1 0,0 1 1,1-1-1,-1 0 0,1 0 0,0 0 0,0-1 1,-6-9-1,-4-13-6777</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6.473"/>
    </inkml:context>
    <inkml:brush xml:id="br0">
      <inkml:brushProperty name="width" value="0.05" units="cm"/>
      <inkml:brushProperty name="height" value="0.05" units="cm"/>
      <inkml:brushProperty name="color" value="#FF0066"/>
    </inkml:brush>
  </inkml:definitions>
  <inkml:trace contextRef="#ctx0" brushRef="#br0">1 51 24575,'15'-14'0,"-12"12"0,-1 0 0,0 0 0,1 0 0,-1 0 0,0 0 0,0 0 0,0-1 0,-1 1 0,1-1 0,0 1 0,-1-1 0,0 1 0,2-5 0,-2 24 0,0-1 0,1 1 0,6 22 0,0-1 0,70 611 0,-75-629 0,0-13 0,1-13 0,5-24 0,6-38 0,4-18 0,-9 52 0,24-51 0,-29 73 0,1 1 0,0 0 0,1 0 0,1 0 0,0 1 0,0 0 0,17-15 0,-23 23 0,-1 0 0,1 0 0,0 1 0,0-1 0,1 1 0,-1 0 0,0-1 0,0 1 0,1 0 0,-1 0 0,1 0 0,-1 1 0,1-1 0,-1 1 0,1-1 0,-1 1 0,1 0 0,-1 0 0,1 0 0,-1 0 0,1 0 0,0 1 0,-1-1 0,1 1 0,-1-1 0,1 1 0,-1 0 0,0 0 0,1 0 0,-1 1 0,0-1 0,0 0 0,0 1 0,0 0 0,0-1 0,0 1 0,0 0 0,2 3 0,3 5 0,0 0 0,0 0 0,-2 0 0,1 1 0,-1-1 0,-1 1 0,4 14 0,2 11 0,5 44 0,-9-42 0,11 37 0,-16-72 0,-1 0 0,1 0 0,0-1 0,0 1 0,1 0 0,-1-1 0,0 1 0,1-1 0,0 1 0,-1-1 0,1 1 0,0-1 0,0 0 0,0 0 0,1 0 0,-1 0 0,0-1 0,1 1 0,4 2 0,-4-4 0,0 1 0,0-1 0,0 1 0,0-1 0,0 0 0,0 0 0,0-1 0,0 1 0,0 0 0,0-1 0,0 0 0,0 0 0,0 0 0,0 0 0,0 0 0,0-1 0,-1 1 0,5-4 0,13-8 0,-1-1 0,0-1 0,-1-1 0,0 0 0,24-31 0,-22 21 0,0-1 0,-2 0 0,23-48 0,-31 54 0,-1-1 0,0 0 0,-2 0 0,0-1 0,-2 0 0,-1 0 0,0-1 0,-2 1 0,0-28 0,-2 50 0,0-1 0,0 1 0,1-1 0,-2 1 0,1 0 0,0-1 0,0 1 0,0-1 0,-1 1 0,1 0 0,-1-1 0,1 1 0,-1 0 0,1-1 0,-1 1 0,0 0 0,1 0 0,-1 0 0,0-1 0,0 1 0,0 0 0,0 0 0,0 0 0,0 1 0,-1-1 0,1 0 0,0 0 0,0 1 0,0-1 0,-1 0 0,1 1 0,-2-1 0,0 1 0,1 0 0,-1 0 0,1 1 0,-1-1 0,1 1 0,-1 0 0,1 0 0,-1 0 0,1 0 0,0 0 0,0 0 0,0 0 0,-1 1 0,1-1 0,0 1 0,1 0 0,-4 2 0,-9 12 0,1 0 0,0 0 0,1 2 0,1-1 0,1 1 0,0 1 0,1 0 0,1 0 0,1 1 0,1 0 0,1 0 0,0 0 0,2 1 0,0 0 0,1 37 0,2-52 0,0 0 0,1-1 0,0 1 0,0 0 0,0 0 0,1-1 0,0 1 0,0-1 0,4 9 0,-5-12 0,0 0 0,0-1 0,1 1 0,-1-1 0,0 1 0,1-1 0,-1 0 0,1 1 0,-1-1 0,1 0 0,-1 0 0,1 0 0,0 0 0,0 0 0,-1 0 0,1-1 0,0 1 0,0-1 0,0 1 0,0-1 0,0 0 0,0 0 0,0 1 0,0-1 0,0-1 0,-1 1 0,1 0 0,0 0 0,0-1 0,0 1 0,3-2 0,2-1 0,0-1 0,0 1 0,-1-1 0,1 0 0,-1-1 0,0 0 0,0 0 0,-1 0 0,1 0 0,-1-1 0,0 0 0,6-11 0,2-4 0,-1 0 0,15-36 0,27-100 0,-45 142 0,-9 15 0,0 0 0,0 0 0,1-1 0,-1 1 0,0 0 0,0 0 0,0 0 0,0 0 0,0 0 0,1 0 0,-1 0 0,0 0 0,0 0 0,0 0 0,0 0 0,1 0 0,-1 0 0,0 0 0,0 0 0,0 0 0,0 0 0,0 0 0,1 0 0,-1 0 0,0 0 0,0 1 0,0-1 0,0 0 0,0 0 0,1 0 0,-1 0 0,0 0 0,0 0 0,0 0 0,0 0 0,0 1 0,0-1 0,0 0 0,0 0 0,1 0 0,-1 0 0,0 0 0,0 1 0,0-1 0,0 0 0,0 0 0,5 31 0,-7 88 0,0-80 0,2 0 0,1 0 0,8 49 0,-9-85 0,1-1 0,-1 1 0,1-1 0,0 1 0,0-1 0,-1 0 0,2 1 0,-1-1 0,0 0 0,0 0 0,1 0 0,-1 0 0,1 0 0,2 2 0,-4-3 0,1-1 0,0 0 0,-1 1 0,1-1 0,-1 0 0,1 0 0,0 1 0,-1-1 0,1 0 0,-1 0 0,1 0 0,0 0 0,-1 0 0,1 0 0,0 0 0,-1 0 0,1 0 0,0 0 0,-1 0 0,1 0 0,1-1 0,-1 0 0,1 0 0,-1 0 0,1 0 0,-1 0 0,1 0 0,-1-1 0,1 1 0,-1 0 0,0-1 0,2-2 0,7-11 0,-1 0 0,-1-1 0,-1 0 0,8-21 0,18-73 0,-11 31 0,-21 74 0,1 0 0,0 0 0,0 0 0,0 1 0,5-7 0,-7 10 0,0 1 0,1-1 0,-1 1 0,1-1 0,-1 1 0,1 0 0,-1-1 0,1 1 0,-1-1 0,1 1 0,-1 0 0,1-1 0,-1 1 0,1 0 0,0 0 0,-1 0 0,1-1 0,0 1 0,-1 0 0,2 0 0,-1 0 0,0 1 0,-1-1 0,1 0 0,0 1 0,0-1 0,0 1 0,0-1 0,-1 1 0,1-1 0,0 1 0,0-1 0,-1 1 0,1 0 0,-1-1 0,1 1 0,0 0 0,-1 0 0,1 1 0,12 21 0,-1 0 0,-2 0 0,15 47 0,10 24 0,-20-63 0,18 29 0,-27-50 0,0-1 0,1-1 0,-1 1 0,2-1 0,-1 0 0,1-1 0,12 9 0,-19-15 0,1 0 0,-1 0 0,1 0 0,-1 0 0,1 0 0,-1 0 0,1-1 0,0 1 0,-1 0 0,1-1 0,0 1 0,0-1 0,0 0 0,-1 0 0,1 0 0,0 0 0,0 0 0,-1 0 0,1 0 0,0 0 0,0-1 0,3 0 0,-3-1 0,0 1 0,0 0 0,0-1 0,0 0 0,-1 0 0,1 1 0,0-1 0,-1 0 0,1 0 0,-1 0 0,0-1 0,1 1 0,-1 0 0,1-4 0,3-8 0,-1-1 0,-1 0 0,0 0 0,1-18 0,2-260-504,-7 250-357,1 21-5965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6.645"/>
    </inkml:context>
    <inkml:brush xml:id="br0">
      <inkml:brushProperty name="width" value="0.05" units="cm"/>
      <inkml:brushProperty name="height" value="0.05" units="cm"/>
      <inkml:brushProperty name="color" value="#FF0066"/>
    </inkml:brush>
  </inkml:definitions>
  <inkml:trace contextRef="#ctx0" brushRef="#br0">1 427 24575,'3'-3'0,"4"-4"0,3-4 0,4-5 0,2-7 0,1-8 0,4-4 0,4-6 0,4-4 0,2 0 0,3 0 0,1 4 0,0 4 0,-2 9 0,-7 10-8191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2.425"/>
    </inkml:context>
    <inkml:brush xml:id="br0">
      <inkml:brushProperty name="width" value="0.05" units="cm"/>
      <inkml:brushProperty name="height" value="0.05" units="cm"/>
      <inkml:brushProperty name="color" value="#FF0066"/>
    </inkml:brush>
  </inkml:definitions>
  <inkml:trace contextRef="#ctx0" brushRef="#br0">645 466 24575,'4'-14'0,"0"-1"0,-1 1 0,-1-1 0,1-18 0,-2 26 0,-1-1 0,0 1 0,0 0 0,-1-1 0,0 1 0,-1 0 0,1 0 0,-2 0 0,1 0 0,-4-9 0,4 14 0,1 0 0,-1 0 0,1-1 0,-1 1 0,0 1 0,1-1 0,-1 0 0,0 0 0,0 1 0,0-1 0,-1 1 0,1 0 0,0-1 0,0 1 0,-1 0 0,1 0 0,-3 0 0,0 0 0,0 0 0,0 1 0,0-1 0,0 1 0,0 1 0,0-1 0,0 1 0,-7 1 0,-5 3 0,-1 1 0,1 0 0,-27 16 0,8-4 0,1 3 0,1 1 0,1 1 0,0 2 0,3 1 0,0 2 0,1 0 0,-29 39 0,41-43 0,1 0 0,0 1 0,2 0 0,1 1 0,1 0 0,1 1 0,2 1 0,0 0 0,2 0 0,1 1 0,1-1 0,-1 35 0,6-38 0,0 0 0,1 0 0,2 0 0,0 0 0,2-1 0,1 1 0,1-1 0,19 46 0,-18-53 0,1-1 0,1 0 0,1 0 0,0-1 0,0 0 0,2-1 0,0 0 0,0-1 0,1-1 0,1 0 0,0-1 0,27 15 0,-15-13-17,1-1 0,1-1 0,0-1-1,0-2 1,1-1 0,0-1 0,0-2-1,0-1 1,1-1 0,-1-1 0,0-2-1,39-6 1,-17-1-42,0-3-1,0-1 1,-1-3-1,-1-2 1,-1-3-1,58-30 1,-66 28 42,-1-2-1,-2-1 1,0-2-1,-1-2 1,-2-1 0,-1-2-1,50-60 1,-67 69 17,-1 0 1,-1-1 0,-1 0 0,-1-1 0,-1-1-1,-1 0 1,-1 0 0,-1-1 0,-2 0 0,-1-1-1,-1 0 1,-1 0 0,0-52 0,-6 50-6,-1 0-1,-1 1 1,-2 0 0,-1-1 0,-1 2 0,-1-1-1,-2 1 1,-1 1 0,-1 0 0,-1 1 0,-1 0-1,-1 1 1,-2 1 0,0 1 0,-42-41-1,42 47 2,-1 0 0,-1 2 0,0 0 0,-1 1 0,-1 1-1,0 1 1,0 1 0,-1 1 0,-1 1 0,0 1 0,0 1-1,0 1 1,-1 2 0,0 0 0,0 1 0,0 2 0,0 0-1,0 2 1,-30 4 0,27 1-89,0 1 0,0 2 0,0 0 0,1 2 0,0 1 0,1 2 0,1 0 0,0 1 0,1 2 0,0 0 0,2 2 0,-39 40 0,0 10-5954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2.998"/>
    </inkml:context>
    <inkml:brush xml:id="br0">
      <inkml:brushProperty name="width" value="0.05" units="cm"/>
      <inkml:brushProperty name="height" value="0.05" units="cm"/>
      <inkml:brushProperty name="color" value="#FF0066"/>
    </inkml:brush>
  </inkml:definitions>
  <inkml:trace contextRef="#ctx0" brushRef="#br0">548 45 24575,'0'-11'0,"1"8"0,-1 0 0,0 0 0,0 0 0,0 0 0,0 1 0,-1-1 0,1 0 0,-1 0 0,-1-3 0,2 6 0,0 0 0,0 0 0,0 0 0,0 0 0,0-1 0,0 1 0,0 0 0,0 0 0,0 0 0,-1 0 0,1 0 0,0 0 0,0 0 0,0 0 0,0 0 0,0 0 0,0 0 0,0 0 0,0 0 0,0-1 0,-1 1 0,1 0 0,0 0 0,0 0 0,0 0 0,0 0 0,0 0 0,0 0 0,0 0 0,-1 0 0,1 0 0,0 0 0,0 0 0,0 0 0,0 0 0,0 0 0,0 1 0,0-1 0,0 0 0,-1 0 0,1 0 0,0 0 0,0 0 0,0 0 0,0 0 0,0 0 0,0 0 0,0 0 0,-6 8 0,-4 13 0,9-19 0,-110 227 0,-150 230 0,250-440 0,-18 26 0,2 1 0,2 1 0,-23 60 0,46-99 0,0-1 0,0 1 0,0 0 0,1 0 0,0 0 0,0 0 0,1 0 0,1 14 0,0-17 0,0-1 0,0 0 0,0 0 0,0 0 0,1 0 0,0 0 0,-1 0 0,2-1 0,-1 1 0,0 0 0,1-1 0,-1 0 0,1 1 0,0-1 0,0 0 0,0-1 0,8 6 0,-1-2 0,0-1 0,1 0 0,0-1 0,0 0 0,0-1 0,0 0 0,0 0 0,14 0 0,97 4 0,-99-7 0,622-16 0,-516 10 0,-94 5 0,4-1 0,40-5 0,-69 5 0,0 0 0,0 0 0,0-1 0,0 0 0,0-1 0,0 0 0,-1-1 0,17-10 0,-23 13 0,0-1 0,-1 0 0,1 1 0,0-1 0,-1 0 0,0 0 0,0 0 0,0-1 0,0 1 0,0 0 0,-1-1 0,0 1 0,1-1 0,-1 0 0,0 1 0,-1-1 0,1 0 0,-1 0 0,0 1 0,1-1 0,-2 0 0,1 0 0,0 0 0,-1 1 0,0-1 0,0 0 0,-2-5 0,-3-9 0,-1 0 0,-1 1 0,-1 0 0,-11-17 0,19 32 0,-195-280 0,53 82 0,110 150 0,2 7 0,2-1 0,2-2 0,-25-61 0,49 101 69,1-1-1,0-1 0,0 1 0,-1-8 1,3 14-112,-1 0 0,1 0 1,0 0-1,0 0 0,0 0 1,0 0-1,0 1 0,0-1 1,0 0-1,0 0 0,1 0 1,-1 0-1,0 0 0,0 0 1,1 0-1,-1 0 0,1 0 1,-1 1-1,0-1 0,1 0 1,0 0-1,-1 0 0,1 1 1,0-1-1,-1 0 0,1 1 1,0-1-1,-1 1 0,1-1 1,0 1-1,0-1 0,0 1 1,0-1-1,0 1 0,-1 0 1,1-1-1,0 1 0,0 0 1,2 0-1,13 0-6783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3.681"/>
    </inkml:context>
    <inkml:brush xml:id="br0">
      <inkml:brushProperty name="width" value="0.05" units="cm"/>
      <inkml:brushProperty name="height" value="0.05" units="cm"/>
      <inkml:brushProperty name="color" value="#FF0066"/>
    </inkml:brush>
  </inkml:definitions>
  <inkml:trace contextRef="#ctx0" brushRef="#br0">36 615 24575,'-13'-9'0,"15"27"0,-1-15 0,40 233 0,-37-199 0,-2 1 0,-1 0 0,-2 0 0,-7 49 0,7-83 0,1 0 0,-1 0 0,1 0 0,-1 0 0,0 0 0,-1 0 0,1 0 0,-1 0 0,0-1 0,0 1 0,0-1 0,0 1 0,0-1 0,-1 0 0,-5 6 0,8-9 0,-1 1 0,1-1 0,-1 0 0,1 0 0,-1 1 0,1-1 0,-1 0 0,1 0 0,-1 0 0,1 0 0,-1 0 0,1 1 0,-1-1 0,1 0 0,-1 0 0,1 0 0,-1 0 0,0-1 0,1 1 0,-1 0 0,1 0 0,-1 0 0,1 0 0,-1 0 0,1-1 0,-1 1 0,1 0 0,0 0 0,-1-1 0,0 0 0,-9-17 0,3-27 0,7 45 0,-2-45 0,2 0 0,2 0 0,10-52 0,35-132 0,28-28 0,-57 207 0,3 1 0,1 1 0,31-46 0,-44 79 0,1 1 0,1 0 0,0 0 0,1 1 0,0 0 0,26-19 0,-34 29 0,0-1 0,1 2 0,0-1 0,-1 0 0,1 1 0,0 0 0,0 0 0,0 0 0,1 1 0,-1 0 0,0 0 0,1 0 0,-1 1 0,0 0 0,1 0 0,-1 0 0,0 0 0,1 1 0,-1 0 0,0 0 0,0 0 0,1 1 0,-1 0 0,0 0 0,0 0 0,6 5 0,-2-1 0,-1 1 0,0 0 0,0 0 0,-1 1 0,0 0 0,0 0 0,-1 0 0,0 1 0,0 0 0,-1 1 0,0-1 0,-1 1 0,0 0 0,0 0 0,-1 0 0,-1 1 0,3 15 0,-2-4 0,-1 0 0,-1 0 0,-1 0 0,-1 0 0,0 1 0,-2-1 0,-8 32 0,3-27 0,-2 0 0,0 0 0,-2-1 0,-1-1 0,-1 0 0,-2-1 0,0 0 0,-1-1 0,-29 29 0,13-19 0,-2-1 0,-1-2 0,-1-2 0,-80 46 0,110-69 0,-47 22 0,49-25 0,0 0 0,1 0 0,-1-1 0,0 0 0,0 0 0,1 0 0,-1-1 0,0 1 0,-8-2 0,13 1 0,-1 0 0,1 0 0,0 0 0,-1 0 0,1 0 0,-1 0 0,1 0 0,0 0 0,-1 0 0,1 0 0,0 0 0,-1 0 0,1 0 0,-1-1 0,1 1 0,0 0 0,-1 0 0,1 0 0,0-1 0,-1 1 0,1 0 0,0 0 0,0-1 0,-1 1 0,1 0 0,0-1 0,0 1 0,0 0 0,-1-1 0,1 1 0,0 0 0,0-1 0,0 1 0,0-1 0,0 1 0,0 0 0,0-1 0,0 1 0,0-1 0,0 1 0,0 0 0,0-1 0,0 1 0,0-1 0,0 1 0,0 0 0,0-1 0,0 1 0,0 0 0,1-1 0,-1 1 0,0 0 0,0-1 0,0 1 0,1 0 0,-1-1 0,0 1 0,0 0 0,1 0 0,-1-1 0,0 1 0,1 0 0,-1 0 0,1-1 0,21-18 0,-7 10 0,1 1 0,0 0 0,0 1 0,0 1 0,1 0 0,0 1 0,0 1 0,0 1 0,0 0 0,1 2 0,-1-1 0,1 2 0,-1 1 0,1 0 0,30 6 0,-34-4 0,1 2 0,0-1 0,-1 2 0,0 0 0,0 0 0,-1 1 0,0 1 0,0 0 0,0 1 0,-1 1 0,-1-1 0,1 2 0,-2 0 0,1 0 0,-2 1 0,0 0 0,0 1 0,10 19 0,-2 4-1365,-5-5-5461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4.291"/>
    </inkml:context>
    <inkml:brush xml:id="br0">
      <inkml:brushProperty name="width" value="0.05" units="cm"/>
      <inkml:brushProperty name="height" value="0.05" units="cm"/>
      <inkml:brushProperty name="color" value="#FF0066"/>
    </inkml:brush>
  </inkml:definitions>
  <inkml:trace contextRef="#ctx0" brushRef="#br0">348 130 24575,'2'-4'0,"18"-46"0,-19 47 0,0 0 0,0 1 0,-1-1 0,1 0 0,-1 1 0,0-1 0,0 0 0,0 0 0,0 1 0,0-1 0,0 0 0,-1 0 0,1 1 0,-1-1 0,0 0 0,-1-2 0,1 4 0,0 0 0,0-1 0,-1 1 0,1 0 0,0 0 0,-1 0 0,1 1 0,-1-1 0,1 0 0,-1 0 0,1 1 0,-1-1 0,1 1 0,-1 0 0,0-1 0,1 1 0,-1 0 0,1 0 0,-1 0 0,0 0 0,1 0 0,-1 0 0,0 0 0,1 1 0,-1-1 0,-2 1 0,-7 2 0,0 1 0,-16 7 0,24-10 0,-19 9 0,0 2 0,0 0 0,2 1 0,-1 2 0,2 0 0,0 1 0,-32 34 0,41-38 0,1-1 0,1 1 0,0 1 0,0 0 0,1 0 0,-7 18 0,11-22 0,1 0 0,-1 0 0,1 1 0,1-1 0,0 0 0,0 1 0,1-1 0,0 1 0,0-1 0,4 16 0,-3-20 0,0 1 0,0-1 0,1 0 0,0 0 0,0 0 0,1 0 0,-1 0 0,1 0 0,0-1 0,0 1 0,1-1 0,-1 0 0,1 0 0,7 6 0,-5-6 0,0 0 0,0-1 0,0 0 0,0 0 0,1 0 0,-1-1 0,1 0 0,0 0 0,-1 0 0,11 0 0,-3-1 0,0-1 0,1 0 0,-1-1 0,0 0 0,-1-2 0,1 1 0,0-2 0,-1 0 0,1 0 0,23-12 0,-26 9 0,1-1 0,-1 0 0,0 0 0,-1-1 0,0 0 0,-1-1 0,0 0 0,0-1 0,-1 0 0,0 0 0,-1-1 0,0 0 0,8-20 0,-9 17 0,-1-1 0,0 1 0,-1-1 0,-1 1 0,0-1 0,-1 0 0,-1-1 0,0 1 0,-1 0 0,-1 0 0,-3-19 0,3 32 0,0-1 0,0 1 0,0 0 0,0 0 0,-1 0 0,1 0 0,-1 0 0,-3-5 0,5 8 0,0-1 0,-1 1 0,1-1 0,-1 1 0,1-1 0,-1 1 0,1-1 0,-1 1 0,1 0 0,-1-1 0,0 1 0,1 0 0,-1 0 0,0-1 0,1 1 0,-1 0 0,1 0 0,-1 0 0,0 0 0,1 0 0,-1 0 0,0 0 0,1 0 0,-1 0 0,0 0 0,1 0 0,-1 0 0,0 0 0,1 0 0,-1 1 0,0-1 0,1 0 0,-1 1 0,1-1 0,-1 0 0,1 1 0,-1-1 0,0 1 0,1-1 0,0 0 0,-1 1 0,1 0 0,-1-1 0,1 1 0,0-1 0,-1 1 0,1-1 0,-1 2 0,-2 4 0,-1 0 0,1 1 0,0 0 0,0-1 0,1 1 0,-1 0 0,2 0 0,-1 1 0,1-1 0,-1 14 0,2-7 0,0 0 0,1 0 0,0 0 0,6 25 0,-5-32 0,-1-1 0,1 0 0,1 0 0,-1 0 0,1-1 0,1 1 0,-1-1 0,0 1 0,1-1 0,0 0 0,1-1 0,-1 1 0,1-1 0,0 0 0,0 0 0,0 0 0,6 3 0,-4-3 0,1-1 0,0 0 0,-1 0 0,1-1 0,0 0 0,0 0 0,0-1 0,1 0 0,-1-1 0,0 0 0,0 0 0,17-2 0,-16 0 0,1 0 0,-1-1 0,0 0 0,1 0 0,-1-1 0,0 0 0,-1 0 0,1-1 0,-1 0 0,11-9 0,-8 4 0,0 0 0,-1-1 0,0 0 0,-1-1 0,0 0 0,8-15 0,0-5 0,-2-1 0,-1-1 0,-1 0 0,12-58 0,-22 84 0,-2 13 0,-1 20 0,0-19 0,27 436 0,0-58 0,-27-381 0,0 40 0,-6 61 0,5-93 0,0-1 0,-1 1 0,-1-1 0,0 0 0,0 0 0,-1 0 0,0 0 0,-1-1 0,0 1 0,0-1 0,-11 13 0,13-19-195,0 0 0,-1 0 0,1 0 0,-1 0 0,0-1 0,-7 5 0,-22 4-6631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4.431"/>
    </inkml:context>
    <inkml:brush xml:id="br0">
      <inkml:brushProperty name="width" value="0.05" units="cm"/>
      <inkml:brushProperty name="height" value="0.05" units="cm"/>
      <inkml:brushProperty name="color" value="#FF0066"/>
    </inkml:brush>
  </inkml:definitions>
  <inkml:trace contextRef="#ctx0" brushRef="#br0">0 14 24575,'6'-3'0,"5"-1"0,4 0 0,-4 1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5.166"/>
    </inkml:context>
    <inkml:brush xml:id="br0">
      <inkml:brushProperty name="width" value="0.05" units="cm"/>
      <inkml:brushProperty name="height" value="0.05" units="cm"/>
      <inkml:brushProperty name="color" value="#FF0066"/>
    </inkml:brush>
  </inkml:definitions>
  <inkml:trace contextRef="#ctx0" brushRef="#br0">551 188 24575,'0'-7'0,"1"-7"0,-1 1 0,-1 0 0,-1 0 0,-5-26 0,7 37 0,-1-1 0,0 1 0,0-1 0,0 1 0,0-1 0,0 1 0,-1 0 0,1 0 0,-1 0 0,1 0 0,-1 0 0,0 0 0,0 0 0,0 0 0,0 0 0,0 1 0,0-1 0,-1 1 0,1 0 0,0 0 0,-1 0 0,1 0 0,-1 0 0,1 0 0,-1 0 0,1 1 0,-1-1 0,1 1 0,-1 0 0,0 0 0,-4 0 0,-1 1 0,-1 1 0,1 0 0,0 0 0,0 1 0,0 0 0,0 0 0,0 0 0,1 1 0,-1 1 0,1-1 0,-7 7 0,-7 6 0,0 2 0,-21 23 0,13-9 0,1 3 0,1 0 0,3 1 0,0 2 0,3 0 0,-29 74 0,31-59 0,1 2 0,4 0 0,2 0 0,-9 105 0,18-121 0,3-1 0,1 1 0,2 0 0,1-1 0,2 0 0,14 47 0,-13-64 0,1 0 0,1 0 0,0-1 0,2-1 0,0 0 0,1 0 0,1-1 0,1 0 0,1-1 0,0-1 0,2-1 0,18 16 0,-17-18-5,1-1-1,1-1 0,0-1 0,0 0 1,1-1-1,1-2 0,-1 0 0,1-1 1,37 6-1,-29-9-15,-1-1 1,1-2-1,0-1 1,0-1 0,0-1-1,54-13 1,-41 5-14,-2-3 0,0-2 0,0-1 0,-1-2 0,-2-2 0,0-1 0,-1-2 1,-1-2-1,-1-1 0,42-41 0,-47 36 21,-2-2 1,-1 0-1,-2-2 1,-1 0 0,-2-2-1,-2-1 1,-1 0-1,-2-2 1,23-74-1,-30 74 14,-1 0 0,-1-1 0,-3 1 0,-1-1 0,-2 0 0,-2-1 0,-2 1-1,-1 0 1,-3 1 0,-12-54 0,11 71-2,-1-1-1,-1 1 1,-1 0-1,-1 1 0,-1 0 1,-1 1-1,0 0 1,-2 1-1,-28-30 1,30 37-7,-1 1 1,0 0-1,-1 1 0,0 0 1,-1 1-1,0 1 1,-1 1-1,1 0 1,-2 1-1,1 1 1,-1 0-1,0 1 1,-27-3-1,19 6-168,0 1 1,0 1-1,0 2 0,1 0 0,-1 2 0,-28 7 1,-36 15-5977</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5.697"/>
    </inkml:context>
    <inkml:brush xml:id="br0">
      <inkml:brushProperty name="width" value="0.05" units="cm"/>
      <inkml:brushProperty name="height" value="0.05" units="cm"/>
      <inkml:brushProperty name="color" value="#FF0066"/>
    </inkml:brush>
  </inkml:definitions>
  <inkml:trace contextRef="#ctx0" brushRef="#br0">488 118 24575,'-3'3'0,"0"0"0,-1-1 0,0 1 0,1-1 0,-1 0 0,-8 3 0,7-3 0,0 0 0,1 0 0,-1 1 0,1 0 0,-7 4 0,-3 9 0,1 1 0,1 0 0,0 0 0,1 1 0,1 1 0,-11 26 0,4-7 0,-244 516 0,231-488 0,26-59 0,2-1 0,-1 0 0,0 0 0,1 0 0,0 0 0,-1 8 0,3-13 0,0 0 0,0 0 0,0 0 0,0 0 0,0 0 0,0 0 0,0 0 0,0 0 0,0 0 0,1 0 0,-1 0 0,0 0 0,1 0 0,-1 0 0,1 0 0,-1 0 0,1 0 0,-1 0 0,1 0 0,0-1 0,-1 1 0,1 0 0,0 0 0,0-1 0,0 1 0,-1 0 0,1-1 0,0 1 0,0-1 0,0 1 0,0-1 0,0 0 0,0 1 0,0-1 0,0 0 0,0 0 0,0 0 0,2 1 0,17 0 0,0-1 0,-1 0 0,1-1 0,32-7 0,-11 2 0,270-29 0,92-12 0,-379 44 0,74-13 0,-87 14 0,0-1 0,0-1 0,-1 1 0,1-2 0,-1 0 0,14-8 0,-20 10 0,0-1 0,0 0 0,0 0 0,-1 0 0,0 0 0,1 0 0,-2-1 0,1 1 0,0-1 0,-1 0 0,0 0 0,0 1 0,0-2 0,-1 1 0,1 0 0,0-10 0,0-7 0,0 0 0,-3-38 0,0 46 0,-2-60 0,-4 1 0,-3 0 0,-3 1 0,-3 0 0,-26-71 0,31 115 171,-19-37 0,24 55-415,0 0 0,0 1 0,-1-1 0,0 1 1,-1 1-1,-14-14 0,6 10-6582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7.024"/>
    </inkml:context>
    <inkml:brush xml:id="br0">
      <inkml:brushProperty name="width" value="0.05" units="cm"/>
      <inkml:brushProperty name="height" value="0.05" units="cm"/>
      <inkml:brushProperty name="color" value="#FF0066"/>
    </inkml:brush>
  </inkml:definitions>
  <inkml:trace contextRef="#ctx0" brushRef="#br0">21 374 24575,'1'-20'0,"-1"0"0,-2-1 0,0 1 0,-1 0 0,0 1 0,-8-22 0,33 130 0,-7-27 0,-11-46 0,138 545 0,-141-554 0,1 1 0,0 0 0,0 1 0,1-1 0,0 0 0,6 12 0,-9-20 0,1 1 0,-1 0 0,0-1 0,1 1 0,-1-1 0,0 1 0,1 0 0,-1-1 0,1 1 0,-1-1 0,1 0 0,-1 1 0,1-1 0,-1 1 0,1-1 0,0 0 0,-1 1 0,1-1 0,0 0 0,-1 0 0,1 1 0,-1-1 0,1 0 0,0 0 0,0 0 0,-1 0 0,1 0 0,0 0 0,-1 0 0,1 0 0,1 0 0,-1-1 0,1 0 0,-1 0 0,1 0 0,-1 0 0,0 0 0,1-1 0,-1 1 0,0 0 0,0-1 0,0 1 0,0-1 0,1-1 0,4-8 0,-1 0 0,7-19 0,15-64 0,-4-1 0,14-128 0,-19 102 0,38-235 0,-54 340 0,-2 13 0,0 0 0,1 0 0,-1 0 0,0 0 0,1 0 0,0 0 0,0 0 0,0 0 0,0 0 0,0 1 0,0-1 0,1 0 0,2-3 0,-4 6-32,0 0-1,0 0 1,0 0-1,1 0 1,-1 0-1,0 0 1,0 0-1,0 0 1,1 0-1,-1 0 1,0 0-1,0 0 1,0 0-1,1 0 1,-1 0-1,0 0 1,0 0-1,0 1 1,0-1-1,1 0 1,-1 0-1,0 0 1,0 0-1,0 0 1,0 0-1,1 0 1,-1 1-1,0-1 1,0 0-1,0 0 1,0 0-1,0 0 1,0 0-1,0 1 1,0-1-1,1 0 0,-1 0 1,0 0-1,0 1 1,0-1-1,0 0 1,5 14-6794</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7.196"/>
    </inkml:context>
    <inkml:brush xml:id="br0">
      <inkml:brushProperty name="width" value="0.05" units="cm"/>
      <inkml:brushProperty name="height" value="0.05" units="cm"/>
      <inkml:brushProperty name="color" value="#FF0066"/>
    </inkml:brush>
  </inkml:definitions>
  <inkml:trace contextRef="#ctx0" brushRef="#br0">0 1 24575,'3'0'0,"4"0"0,1 3 0,1 4 0,4 3 0,-2 4 0,-2 5 0,0 5 0,-2 4 0,-1 4 0,1 2 0,-1 1 0,-2-2 0,0-1 0,-2-3 0,-1-4 0,-1-5-8191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7.353"/>
    </inkml:context>
    <inkml:brush xml:id="br0">
      <inkml:brushProperty name="width" value="0.05" units="cm"/>
      <inkml:brushProperty name="height" value="0.05" units="cm"/>
      <inkml:brushProperty name="color" value="#FF0066"/>
    </inkml:brush>
  </inkml:definitions>
  <inkml:trace contextRef="#ctx0" brushRef="#br0">65 47 24575,'0'-9'0,"0"-6"0,-3 0 0,-4 7 0,0 10 0,-3 6 0,-2 8 0,1 5 0,2 1 0,3-3-8191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7.879"/>
    </inkml:context>
    <inkml:brush xml:id="br0">
      <inkml:brushProperty name="width" value="0.05" units="cm"/>
      <inkml:brushProperty name="height" value="0.05" units="cm"/>
      <inkml:brushProperty name="color" value="#FF0066"/>
    </inkml:brush>
  </inkml:definitions>
  <inkml:trace contextRef="#ctx0" brushRef="#br0">35 125 24575,'0'-13'0,"-1"0"0,0-1 0,-1 1 0,0 0 0,-1 1 0,-1-1 0,-6-17 0,10 30 0,0 0 0,0 0 0,0 0 0,0 0 0,0-1 0,0 1 0,0 0 0,-1 0 0,1 0 0,0 0 0,0 0 0,0 0 0,0-1 0,0 1 0,0 0 0,0 0 0,0 0 0,0 0 0,0 0 0,0 0 0,-1 0 0,1 0 0,0-1 0,0 1 0,0 0 0,0 0 0,0 0 0,0 0 0,-1 0 0,1 0 0,0 0 0,0 0 0,0 0 0,0 0 0,0 0 0,-1 0 0,1 0 0,0 0 0,0 0 0,0 0 0,0 0 0,0 0 0,0 0 0,-1 0 0,1 0 0,0 0 0,0 0 0,0 0 0,0 1 0,-4 8 0,1 15 0,7 293 0,26 1 0,-13-160 0,-17-158 0,0 0 0,0 0 0,0 0 0,0 0 0,0 0 0,0 0 0,0 0 0,0 0 0,0 0 0,0 0 0,0 0 0,0 0 0,1 0 0,-1 0 0,0-1 0,0 1 0,0 0 0,0 0 0,0 0 0,0 0 0,0 0 0,0 0 0,0 0 0,0 0 0,0 0 0,0 0 0,0 0 0,0 0 0,0 0 0,0 0 0,1 0 0,-1 0 0,0 0 0,0 0 0,0 0 0,0 0 0,0 0 0,0 0 0,0 0 0,0 0 0,0 0 0,0 0 0,0 0 0,0 0 0,0 0 0,0 0 0,1 0 0,-1 0 0,0 0 0,0 0 0,0 0 0,0 0 0,5-13 0,8-24 0,-11 30 0,60-158 0,-51 139 0,2 0 0,1 1 0,1 1 0,21-25 0,-30 42 0,0 0 0,0 0 0,1 1 0,-1 0 0,2 1 0,-1-1 0,1 1 0,14-7 0,-19 11 0,1 0 0,-1-1 0,0 1 0,0 1 0,1-1 0,-1 0 0,0 1 0,1 0 0,-1 0 0,0 0 0,1 0 0,-1 0 0,1 1 0,-1-1 0,0 1 0,0 0 0,1 0 0,-1 0 0,0 0 0,0 1 0,0-1 0,0 1 0,0 0 0,-1 0 0,1 0 0,3 4 0,1 1 0,-1 0 0,-1 1 0,1 0 0,-1 0 0,-1 0 0,0 0 0,0 1 0,0 0 0,-1 0 0,-1 0 0,1 0 0,-1 0 0,-1 0 0,1 10 0,-1 0 0,0-1 0,-2 0 0,0 0 0,-1 1 0,-1-1 0,-7 24 0,6-30 29,0 0-1,-1-1 1,0 1-1,-1-1 0,0 0 1,-1 0-1,0-1 1,-1 0-1,0 0 1,0-1-1,-18 16 1,21-21-90,0-1 0,1 0 0,-1 1 0,-1-2 0,1 1 0,0 0 0,-1-1 0,1 0 0,-1 0 0,1-1 0,-1 0 0,0 0 0,0 0 0,0 0 0,0-1 0,1 0 0,-1-1 0,0 1 1,0-1-1,0 0 0,1 0 0,-1-1 0,0 0 0,1 0 0,-1 0 0,1 0 0,-6-5 0,-17-12-6765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8.253"/>
    </inkml:context>
    <inkml:brush xml:id="br0">
      <inkml:brushProperty name="width" value="0.05" units="cm"/>
      <inkml:brushProperty name="height" value="0.05" units="cm"/>
      <inkml:brushProperty name="color" value="#FF0066"/>
    </inkml:brush>
  </inkml:definitions>
  <inkml:trace contextRef="#ctx0" brushRef="#br0">56 30 24575,'30'-29'0,"-30"29"0,0 0 0,0 0 0,0 0 0,1 0 0,-1 0 0,0 0 0,0 0 0,1 0 0,-1 0 0,0 0 0,0 0 0,0 0 0,1 0 0,-1 0 0,0 0 0,0 0 0,0 0 0,1 1 0,-1-1 0,0 0 0,0 0 0,0 0 0,0 0 0,1 0 0,-1 1 0,0-1 0,0 0 0,0 0 0,0 0 0,0 1 0,0-1 0,0 0 0,1 0 0,-1 0 0,0 1 0,0-1 0,0 0 0,0 0 0,0 1 0,0-1 0,0 0 0,0 0 0,0 0 0,0 1 0,0-1 0,0 0 0,0 0 0,-1 0 0,1 1 0,0-1 0,1 16 0,-1-15 0,-19 354 0,14-303 0,-5 45 0,-30 126 0,38-214 0,0 0 0,-1 0 0,-8 16 0,30-85 0,38-74 0,-46 111 0,1 1 0,2 0 0,26-34 0,-37 52 0,1 0 0,0 0 0,0 0 0,0 0 0,0 1 0,1 0 0,-1-1 0,1 2 0,0-1 0,0 0 0,10-3 0,-13 6 0,1-1 0,0 1 0,-1 0 0,1 0 0,0 0 0,-1 0 0,1 0 0,0 1 0,-1-1 0,1 1 0,0-1 0,-1 1 0,1 0 0,-1 0 0,1 0 0,-1 1 0,0-1 0,1 0 0,-1 1 0,0 0 0,0-1 0,0 1 0,0 0 0,0 0 0,-1 0 0,3 3 0,2 4 34,0-1-1,-1 1 1,0 1 0,0-1-1,-1 1 1,-1-1-1,6 20 1,-3 5-105,4 36 1,2 15-1423,-6-59-5333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8.875"/>
    </inkml:context>
    <inkml:brush xml:id="br0">
      <inkml:brushProperty name="width" value="0.05" units="cm"/>
      <inkml:brushProperty name="height" value="0.05" units="cm"/>
      <inkml:brushProperty name="color" value="#FF0066"/>
    </inkml:brush>
  </inkml:definitions>
  <inkml:trace contextRef="#ctx0" brushRef="#br0">284 366 24575,'2'-6'0,"0"0"0,1-1 0,-2 1 0,1 0 0,-1-1 0,0 1 0,0-1 0,-1 1 0,0-1 0,0 1 0,-1-1 0,1 1 0,-1-1 0,-1 1 0,-3-13 0,4 16 0,-1 0 0,1 0 0,0 0 0,-1 0 0,0 0 0,0 1 0,0-1 0,0 0 0,0 1 0,0 0 0,0-1 0,-1 1 0,0 0 0,1 0 0,-1 0 0,0 1 0,0-1 0,0 0 0,0 1 0,0 0 0,0 0 0,0 0 0,0 0 0,-1 1 0,1-1 0,0 1 0,0-1 0,-1 1 0,1 1 0,0-1 0,-1 0 0,-4 2 0,1 0 0,1 0 0,-1 0 0,0 1 0,1 0 0,-1 1 0,1-1 0,0 1 0,1 1 0,-1-1 0,0 1 0,1 0 0,0 0 0,0 0 0,1 1 0,0-1 0,0 1 0,-5 10 0,-4 8 0,2 0 0,0 1 0,-9 34 0,10-25 0,1 2 0,-4 44 0,10-59 0,2 1 0,0 0 0,2 0 0,6 43 0,-7-63 0,1 1 0,-1-1 0,1 0 0,0 1 0,-1-1 0,1 0 0,0 0 0,0 1 0,1-1 0,-1 0 0,0 0 0,1 0 0,-1-1 0,4 4 0,-4-4 0,1 0 0,-1-1 0,0 1 0,0-1 0,1 0 0,-1 1 0,0-1 0,0 0 0,1 0 0,-1 0 0,0 0 0,1 0 0,-1 0 0,0 0 0,0 0 0,1-1 0,-1 1 0,0 0 0,0-1 0,1 1 0,-1-1 0,0 1 0,0-1 0,0 0 0,0 0 0,0 1 0,0-1 0,2-2 0,7-5 0,0-1 0,-1-1 0,0 0 0,0 0 0,-1-1 0,7-12 0,37-74 0,-48 89 0,80-176 0,-43 94 0,-37 81 0,-3 5 0,0 1 0,1-1 0,0 1 0,0-1 0,0 1 0,0 0 0,0-1 0,1 1 0,3-4 0,-5 7 0,-1 0 0,0 0 0,0 0 0,0 0 0,1-1 0,-1 1 0,0 0 0,0 0 0,0 0 0,1 0 0,-1 0 0,0 0 0,0 0 0,0 0 0,1 0 0,-1 0 0,0 0 0,0 0 0,1 0 0,-1 0 0,0 0 0,0 0 0,0 0 0,1 0 0,-1 0 0,0 0 0,0 1 0,0-1 0,1 0 0,-1 0 0,0 0 0,0 0 0,0 0 0,0 1 0,1-1 0,-1 0 0,0 0 0,0 0 0,0 0 0,0 1 0,0-1 0,0 0 0,0 0 0,0 0 0,1 1 0,-1-1 0,0 0 0,0 0 0,0 1 0,0-1 0,0 0 0,0 0 0,0 1 0,1 14 0,-1-14 0,-3 41 0,-10 59 0,6-60 0,-2 65 0,9-101 0,0-1 0,0 0 0,1 0 0,-1 0 0,1 1 0,0-1 0,3 7 0,-4-10 0,1 0 0,-1 0 0,1-1 0,-1 1 0,1 0 0,-1 0 0,1-1 0,-1 1 0,1-1 0,0 1 0,-1 0 0,1-1 0,0 1 0,0-1 0,-1 0 0,1 1 0,0-1 0,0 1 0,0-1 0,0 0 0,-1 0 0,1 0 0,0 1 0,0-1 0,0 0 0,0 0 0,0 0 0,0 0 0,0 0 0,-1-1 0,1 1 0,0 0 0,0 0 0,0-1 0,0 1 0,0 0 0,-1-1 0,1 1 0,0-1 0,0 1 0,0-2 0,6-2 0,0-1 0,-1 0 0,0 0 0,0-1 0,0 1 0,-1-1 0,0-1 0,7-10 0,32-62 0,-32 56 0,11-25 0,-12 25 0,0 0 0,2 1 0,17-25 0,-29 46 0,0-1 0,0 1 0,0 0 0,0-1 0,1 1 0,-1 0 0,0 0 0,1 0 0,-1 0 0,0 0 0,1 0 0,-1 0 0,1 1 0,-1-1 0,1 0 0,0 1 0,2-1 0,-3 1 0,0 0 0,0 0 0,0 0 0,0 1 0,0-1 0,0 0 0,0 1 0,0-1 0,0 1 0,0-1 0,0 1 0,0 0 0,-1-1 0,1 1 0,0 0 0,0-1 0,-1 1 0,1 0 0,-1 0 0,1 0 0,0 1 0,2 4 0,0 1 0,0 0 0,-1 0 0,0 0 0,0 0 0,1 12 0,5 87 0,-8-77 0,2 0 0,0-1 0,2 1 0,11 38 0,-13-63 0,-1 1 0,1-1 0,0 0 0,0 0 0,0 1 0,1-1 0,-1-1 0,1 1 0,0 0 0,0-1 0,1 1 0,-1-1 0,1 0 0,4 3 0,-5-4 0,0-1 0,0 0 0,0 0 0,0 0 0,0 0 0,0 0 0,0 0 0,1-1 0,-1 0 0,0 1 0,0-1 0,0 0 0,1-1 0,-1 1 0,0-1 0,0 1 0,0-1 0,0 0 0,0 0 0,0 0 0,5-3 0,2-2 0,0 0 0,-1-1 0,0 0 0,0 0 0,-1-1 0,0 0 0,0 0 0,-1-1 0,0 0 0,7-12 0,6-13 0,24-56 0,-21 39 0,-3-1 0,-2-1 0,-2 0 0,12-79 0,-28 128 6,5-50 328,-5 50-476,-1 1 0,1-1 0,0 0 0,-1 0 0,0 1 0,0-1-1,0 1 1,0-1 0,0 0 0,-1 1 0,-3-6 0,-6-2-6684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19.687"/>
    </inkml:context>
    <inkml:brush xml:id="br0">
      <inkml:brushProperty name="width" value="0.05" units="cm"/>
      <inkml:brushProperty name="height" value="0.05" units="cm"/>
      <inkml:brushProperty name="color" value="#FF0066"/>
    </inkml:brush>
  </inkml:definitions>
  <inkml:trace contextRef="#ctx0" brushRef="#br0">468 236 24575,'5'-19'0,"-1"1"0,-1-1 0,0 0 0,-1 0 0,-1-23 0,-1 39 0,0 1 0,0-1 0,0 1 0,-1-1 0,1 1 0,0-1 0,-1 1 0,0-1 0,1 1 0,-1 0 0,0-1 0,0 1 0,-1 0 0,1 0 0,0 0 0,-1 0 0,1 0 0,-4-3 0,3 4 0,0 0 0,0 0 0,0 0 0,0 1 0,0-1 0,0 1 0,0 0 0,0-1 0,0 1 0,0 0 0,0 0 0,-1 0 0,1 1 0,0-1 0,0 0 0,0 1 0,0-1 0,0 1 0,0 0 0,0 0 0,0 0 0,0 0 0,-2 1 0,-13 8 0,0 0 0,1 1 0,0 1 0,1 1 0,-16 16 0,-65 80 0,66-71 0,1 2 0,3 0 0,1 2 0,-32 74 0,48-96 0,2 0 0,1 0 0,0 0 0,2 1 0,0 0 0,1 0 0,1 0 0,1 0 0,1 0 0,1 0 0,1 1 0,1-1 0,6 26 0,-4-34 0,-1 0 0,2 0 0,-1-1 0,2 1 0,0-1 0,0-1 0,1 0 0,0 0 0,14 14 0,-8-12 0,0-1 0,0 0 0,1-2 0,0 0 0,1 0 0,24 10 0,-9-8 0,1-1 0,0-1 0,0-2 0,1-1 0,0-2 0,0-1 0,49 0 0,-50-5 0,1 0 0,-1-3 0,0 0 0,0-2 0,0-2 0,-1 0 0,0-3 0,56-25 0,-68 26 0,-1-1 0,0-1 0,0 0 0,-1-1 0,-1-1 0,0 0 0,-1-1 0,-1-1 0,0 0 0,-1-1 0,-1-1 0,-1 0 0,0 0 0,13-32 0,-15 23 0,0-1 0,-2-1 0,-1 1 0,-1-1 0,-1 0 0,-2 0 0,-1-1 0,-6-55 0,2 54 0,-2 0 0,-2 0 0,-1 1 0,-1 0 0,-1 1 0,-2 0 0,0 1 0,-22-34 0,25 47 0,-1 1 0,0 1 0,-1 0 0,-1 0 0,0 1 0,0 0 0,-1 1 0,-1 1 0,1 0 0,-26-13 0,27 18 0,1 0 0,-1 0 0,0 2 0,-1-1 0,1 1 0,-1 1 0,1 0 0,-1 1 0,1 1 0,-1 0 0,0 0 0,1 1 0,-1 1 0,-23 5 0,16 0-455,1-1 0,-21 11 0,-28 20-6371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0.168"/>
    </inkml:context>
    <inkml:brush xml:id="br0">
      <inkml:brushProperty name="width" value="0.05" units="cm"/>
      <inkml:brushProperty name="height" value="0.05" units="cm"/>
      <inkml:brushProperty name="color" value="#FF0066"/>
    </inkml:brush>
  </inkml:definitions>
  <inkml:trace contextRef="#ctx0" brushRef="#br0">381 0 24575,'11'11'0,"-6"-8"0,-1 1 0,0 0 0,0 1 0,0-1 0,0 1 0,-1 0 0,1-1 0,-1 2 0,0-1 0,-1 0 0,1 0 0,-1 1 0,0 0 0,1 7 0,-1 4 0,-1 0 0,-1-1 0,0 1 0,-2 0 0,1-1 0,-8 26 0,-32 96 0,13-65 0,-4-2 0,-2-1 0,-4-1 0,-2-3 0,-3-1 0,-92 105 0,129-164 0,1 0 0,0-1 0,0 1 0,0 0 0,1 1 0,-4 6 0,8-12 0,-1 1 0,1-1 0,-1 0 0,1 1 0,-1-1 0,1 0 0,0 1 0,0-1 0,-1 0 0,1 1 0,0-1 0,0 1 0,1-1 0,-1 0 0,0 1 0,0-1 0,1 0 0,-1 1 0,0-1 0,1 0 0,0 1 0,-1-1 0,1 0 0,0 0 0,-1 0 0,1 0 0,0 1 0,0-1 0,0 0 0,0-1 0,0 1 0,0 0 0,3 1 0,15 9 0,1-1 0,1 0 0,0-2 0,0-1 0,1 0 0,30 4 0,-1-2 0,1-3 0,0-1 0,0-3 0,1-3 0,92-12 0,-55-2 0,0-4 0,126-44 0,-186 53 0,1-1 0,-2-1 0,0-2 0,0-1 0,29-22 0,-50 31 0,0-1 0,0 1 0,-1-2 0,0 1 0,0-1 0,-1 0 0,0-1 0,8-14 0,-11 16 0,0-1 0,-1 1 0,1-1 0,-1 1 0,-1-1 0,0 0 0,0 0 0,0 0 0,-1 1 0,0-1 0,0 0 0,-3-13 0,-3-3 0,0 0 0,-2 0 0,0 1 0,-2 0 0,-13-23 0,-70-106 0,79 130 0,-19-29 0,-76-109 0,104 153 95,3 4-278,0 1 1,0-1-1,0 0 1,-1 0-1,1 1 1,-1 0-1,-5-4 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1.198"/>
    </inkml:context>
    <inkml:brush xml:id="br0">
      <inkml:brushProperty name="width" value="0.05" units="cm"/>
      <inkml:brushProperty name="height" value="0.05" units="cm"/>
      <inkml:brushProperty name="color" value="#FF0066"/>
    </inkml:brush>
  </inkml:definitions>
  <inkml:trace contextRef="#ctx0" brushRef="#br0">433 380 24575,'1'-4'0,"0"0"0,0 1 0,1-1 0,-1 0 0,1 1 0,0-1 0,0 1 0,0-1 0,5-5 0,6-9 0,-6 4 0,-2 1 0,0-1 0,0 0 0,-1 0 0,-1-1 0,0 1 0,1-28 0,-3 32 0,-1 1 0,0 0 0,-1 0 0,0 0 0,0-1 0,-1 1 0,0 0 0,-1 1 0,0-1 0,0 0 0,-1 1 0,0 0 0,-9-14 0,10 19 0,1 0 0,-1 0 0,0 0 0,1 0 0,-1 0 0,-1 0 0,1 1 0,0 0 0,-1-1 0,1 1 0,-1 0 0,0 1 0,1-1 0,-1 1 0,0 0 0,0-1 0,0 2 0,0-1 0,0 0 0,0 1 0,-1 0 0,1 0 0,0 0 0,0 1 0,0-1 0,0 1 0,0 0 0,0 0 0,0 0 0,0 0 0,0 1 0,1 0 0,-1 0 0,-4 3 0,-2 1 0,-1 1 0,1 1 0,1 0 0,0 1 0,0-1 0,0 2 0,1-1 0,1 1 0,-1 0 0,-6 14 0,9-14 0,1-1 0,0 1 0,0 1 0,1-1 0,0 0 0,1 1 0,0 0 0,1-1 0,0 1 0,0 0 0,2 0 0,-1-1 0,1 1 0,1 0 0,0 0 0,0-1 0,5 13 0,2 0 0,1 0 0,2 0 0,0-1 0,1 0 0,1-1 0,22 25 0,14 10 0,-23-28 0,24 34 0,-45-53 0,0 0 0,-1 0 0,0 0 0,0 1 0,-1-1 0,0 1 0,-1 0 0,4 18 0,-6-24 0,-1 1 0,1 0 0,-1-1 0,0 1 0,-1-1 0,1 1 0,-1-1 0,0 1 0,0-1 0,0 1 0,-1-1 0,1 0 0,-1 0 0,0 0 0,-3 5 0,1-3 0,-1-1 0,1 1 0,-1-1 0,0 0 0,-1-1 0,1 1 0,-1-1 0,-12 7 0,0-2 0,-1-1 0,0-1 0,0 0 0,0-2 0,-39 7 0,40-9 0,-1-1 0,0 0 0,1-1 0,-1-1 0,0-1 0,0 0 0,1-2 0,-1 0 0,-24-8 0,39 10-91,0-1 0,1 1 0,-1-1 0,1 0 0,0 0 0,0 0 0,-1 0 0,2-1 0,-1 1 0,0-1 0,0 0 0,1 0 0,-1 0 0,-3-6 0,-3-14-6735</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1.685"/>
    </inkml:context>
    <inkml:brush xml:id="br0">
      <inkml:brushProperty name="width" value="0.05" units="cm"/>
      <inkml:brushProperty name="height" value="0.05" units="cm"/>
      <inkml:brushProperty name="color" value="#FF0066"/>
    </inkml:brush>
  </inkml:definitions>
  <inkml:trace contextRef="#ctx0" brushRef="#br0">33 256 24575,'-2'0'0,"1"-1"0,-1 1 0,1-1 0,0 1 0,-1-1 0,1 1 0,0-1 0,-1 0 0,1 0 0,0 0 0,0 1 0,0-1 0,0 0 0,0-1 0,0 1 0,0 0 0,0 0 0,0 0 0,0 0 0,0-1 0,1 1 0,-1 0 0,1-1 0,-1 1 0,1-1 0,-1 1 0,1-1 0,0-2 0,-2-1 0,1-1 0,1 1 0,-1-1 0,1 0 0,0 1 0,1-8 0,-1 10 0,0 0 0,1 0 0,-1 1 0,1-1 0,0 0 0,0 0 0,0 0 0,0 1 0,0-1 0,0 1 0,1-1 0,-1 1 0,1-1 0,0 1 0,0 0 0,0 0 0,0 0 0,0 0 0,0 0 0,1 0 0,-1 1 0,1-1 0,-1 1 0,1-1 0,-1 1 0,1 0 0,0 0 0,0 0 0,-1 1 0,1-1 0,0 1 0,0-1 0,0 1 0,0 0 0,0 0 0,0 0 0,0 1 0,-1-1 0,1 1 0,0-1 0,0 1 0,0 0 0,-1 0 0,1 0 0,0 1 0,-1-1 0,1 0 0,3 4 0,0 0 0,0 0 0,0 1 0,0-1 0,-1 1 0,0 1 0,0-1 0,0 1 0,-1 0 0,0 0 0,0 0 0,-1 1 0,0-1 0,0 1 0,-1 0 0,3 13 0,-1 2 0,-1 0 0,-1 1 0,-1-1 0,-2 30 0,-1-35 0,0 0 0,-1 0 0,-1 0 0,-7 22 0,7-31 0,0 1 0,0-1 0,-1 1 0,0-1 0,0 0 0,-1-1 0,0 1 0,-14 13 0,18-20 0,0 0 0,0 0 0,-1-1 0,1 1 0,0-1 0,0 1 0,-1-1 0,1 0 0,-1 0 0,1 0 0,-1 0 0,0-1 0,-3 2 0,4-2 0,1-1 0,0 1 0,-1 0 0,1 0 0,0 0 0,-1-1 0,1 1 0,0-1 0,-1 1 0,1-1 0,0 1 0,0-1 0,0 0 0,0 0 0,0 1 0,-1-1 0,1 0 0,1 0 0,-1 0 0,0 0 0,0 0 0,0 0 0,0 0 0,1-1 0,-1 1 0,1 0 0,-1 0 0,0-3 0,-2-6 0,0 0 0,1 0 0,0-1 0,1 1 0,0-1 0,1 1 0,0-1 0,0 1 0,1-1 0,1 1 0,4-19 0,2-1 0,2 0 0,22-48 0,-16 45 86,2 0-1,1 1 0,28-34 1,-31 46-371,1 0 1,1 1-1,0 2 1,2-1-1,28-19 1,-13 16-6542</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1.873"/>
    </inkml:context>
    <inkml:brush xml:id="br0">
      <inkml:brushProperty name="width" value="0.05" units="cm"/>
      <inkml:brushProperty name="height" value="0.05" units="cm"/>
      <inkml:brushProperty name="color" value="#FF0066"/>
    </inkml:brush>
  </inkml:definitions>
  <inkml:trace contextRef="#ctx0" brushRef="#br0">8 29 24575,'0'-4'0,"-3"-2"0,-1-5 0,3 3 0,2 9 0,1 10 0,2 9 0,2 10 0,-2 9 0,0 6 0,-2 5 0,0 3 0,-1-2 0,-1-4 0,0-6 0,-1-11-8191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2.027"/>
    </inkml:context>
    <inkml:brush xml:id="br0">
      <inkml:brushProperty name="width" value="0.05" units="cm"/>
      <inkml:brushProperty name="height" value="0.05" units="cm"/>
      <inkml:brushProperty name="color" value="#FF0066"/>
    </inkml:brush>
  </inkml:definitions>
  <inkml:trace contextRef="#ctx0" brushRef="#br0">10 50 24575,'0'-8'0,"3"-10"0,-2 2 0,-1 9 0,-4 9 0,-1 10 0,1 3-8191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2.419"/>
    </inkml:context>
    <inkml:brush xml:id="br0">
      <inkml:brushProperty name="width" value="0.05" units="cm"/>
      <inkml:brushProperty name="height" value="0.05" units="cm"/>
      <inkml:brushProperty name="color" value="#FF0066"/>
    </inkml:brush>
  </inkml:definitions>
  <inkml:trace contextRef="#ctx0" brushRef="#br0">1 46 24575,'0'-1'0,"0"1"0,0-1 0,0 0 0,0 0 0,0 1 0,0-1 0,0 0 0,0 0 0,0 1 0,1-1 0,-1 0 0,0 1 0,1-1 0,-1 0 0,0 1 0,1-1 0,-1 0 0,1 1 0,-1-1 0,1 1 0,-1-1 0,1 1 0,0-1 0,-1 1 0,1-1 0,0 1 0,-1-1 0,1 1 0,0 0 0,-1 0 0,1-1 0,0 1 0,0 0 0,-1 0 0,1 0 0,0 0 0,0 0 0,-1 0 0,2 0 0,1 0 0,-1 0 0,0 0 0,0 1 0,1-1 0,-1 1 0,0 0 0,0 0 0,0-1 0,0 1 0,0 1 0,0-1 0,3 2 0,0 2 0,0 1 0,0 0 0,-1 0 0,1 0 0,-2 0 0,1 1 0,0 0 0,-1 0 0,0 0 0,2 10 0,1 7 0,7 46 0,-10-43 0,-1 1 0,-4 49 0,1-63 0,0 0 0,-2-1 0,0 1 0,0-1 0,-1 0 0,-1 0 0,-9 20 0,13-32 0,1 0 0,-1 0 0,1 0 0,-1 0 0,1 0 0,-1 0 0,0 0 0,1 0 0,-1 0 0,0 0 0,0-1 0,0 1 0,0 0 0,1-1 0,-1 1 0,0 0 0,0-1 0,0 1 0,-1-1 0,0 1 0,-3-7 0,7-10 0,5-9 0,2 0 0,0 1 0,2 0 0,14-25 0,62-85 0,-66 105 0,37-40 0,-48 58 0,2 1 0,-1 0 0,1 0 0,0 1 0,1 1 0,16-8 0,-25 14 0,-1 0 0,1 0 0,0 1 0,0-1 0,0 1 0,0 0 0,1 1 0,-1-1 0,0 1 0,0-1 0,0 1 0,1 0 0,-1 1 0,0-1 0,0 1 0,0 0 0,0 0 0,0 0 0,0 0 0,0 1 0,0 0 0,0-1 0,0 2 0,-1-1 0,1 0 0,-1 1 0,0-1 0,0 1 0,6 6 0,-2 0 0,0 0 0,-1 1 0,0 0 0,-1 0 0,0 0 0,0 1 0,-1 0 0,0 0 0,3 22 0,0 18-341,-2 0 0,-3 0-1,-5 63 1,2-82-6485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2.574"/>
    </inkml:context>
    <inkml:brush xml:id="br0">
      <inkml:brushProperty name="width" value="0.05" units="cm"/>
      <inkml:brushProperty name="height" value="0.05" units="cm"/>
      <inkml:brushProperty name="color" value="#FF0066"/>
    </inkml:brush>
  </inkml:definitions>
  <inkml:trace contextRef="#ctx0" brushRef="#br0">88 0 24575,'0'4'0,"0"5"0,-3 9 0,-3 9 0,-5 7 0,-3 3 0,2 4 0,-2-2 0,3-2 0,3-4 0,3-4 0,2-8-8191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2.712"/>
    </inkml:context>
    <inkml:brush xml:id="br0">
      <inkml:brushProperty name="width" value="0.05" units="cm"/>
      <inkml:brushProperty name="height" value="0.05" units="cm"/>
      <inkml:brushProperty name="color" value="#FF0066"/>
    </inkml:brush>
  </inkml:definitions>
  <inkml:trace contextRef="#ctx0" brushRef="#br0">17 84 24575,'0'-9'0,"0"-9"0,0-7 0,0 4 0,-3 11 0,-3 16 0,-2 7-8191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3.467"/>
    </inkml:context>
    <inkml:brush xml:id="br0">
      <inkml:brushProperty name="width" value="0.05" units="cm"/>
      <inkml:brushProperty name="height" value="0.05" units="cm"/>
      <inkml:brushProperty name="color" value="#FF0066"/>
    </inkml:brush>
  </inkml:definitions>
  <inkml:trace contextRef="#ctx0" brushRef="#br0">459 242 24575,'0'0'0,"20"-100"0,-18 90 0,-1-1 0,-1 0 0,0 0 0,0 0 0,-1 1 0,0-1 0,-4-12 0,5 21 0,-1-1 0,0 1 0,1 0 0,-1 0 0,0 0 0,0-1 0,0 1 0,-1 0 0,1 0 0,0 0 0,-1 1 0,0-1 0,1 0 0,-1 0 0,0 1 0,0-1 0,0 1 0,0 0 0,0-1 0,-4-1 0,3 3 0,0-1 0,-1 1 0,1-1 0,0 1 0,0 0 0,-1 0 0,1 0 0,0 1 0,0-1 0,0 1 0,-1 0 0,1 0 0,-4 2 0,-8 3 0,2 2 0,-1-1 0,1 2 0,0 0 0,-15 14 0,0 2 0,1 2 0,1 1 0,2 2 0,1 0 0,1 1 0,1 1 0,2 2 0,1-1 0,2 2 0,2 0 0,1 1 0,1 1 0,-11 64 0,18-69 0,2-1 0,1 0 0,2 1 0,1-1 0,1 0 0,2 0 0,10 44 0,-7-49 0,1-1 0,2 0 0,0 0 0,1-1 0,2-1 0,0 0 0,2-1 0,0 0 0,26 27 0,-23-31 0,1 0 0,0-1 0,1-1 0,1 0 0,1-2 0,0-1 0,1 0 0,0-2 0,1-1 0,0 0 0,1-2 0,0-1 0,0-1 0,0-1 0,1-1 0,0-2 0,-1 0 0,1-1 0,0-2 0,0-1 0,0-1 0,-1-1 0,1-1 0,-1-1 0,0-2 0,-1 0 0,26-13 0,-26 9 0,1-2 0,-2 0 0,1-2 0,-2 0 0,0-2 0,-2 0 0,0-2 0,0 0 0,-2-1 0,-1-1 0,0 0 0,-2-1 0,-1-1 0,0-1 0,-2 0 0,-1 0 0,-1-1 0,-1-1 0,-2 1 0,0-2 0,-2 1 0,2-31 0,-5 25 0,-1-1 0,-2 0 0,-1 1 0,-2 0 0,-1-1 0,-2 2 0,-1-1 0,-2 1 0,-17-42 0,16 52 0,0 0 0,-1 1 0,-1 0 0,-1 1 0,-30-32 0,31 39 0,0 0 0,-1 1 0,-1 1 0,0 0 0,0 1 0,-1 1 0,-1 0 0,-21-8 0,24 12 27,-1 1-1,1 0 0,-1 1 0,0 0 1,-1 1-1,1 1 0,0 1 0,0 0 1,-1 1-1,1 0 0,0 2 0,-21 4 1,17-1-217,0 1 0,1 0 1,0 1-1,0 1 0,1 0 1,0 2-1,0 0 1,-28 26-1,-10 17-6636</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3.993"/>
    </inkml:context>
    <inkml:brush xml:id="br0">
      <inkml:brushProperty name="width" value="0.05" units="cm"/>
      <inkml:brushProperty name="height" value="0.05" units="cm"/>
      <inkml:brushProperty name="color" value="#FF0066"/>
    </inkml:brush>
  </inkml:definitions>
  <inkml:trace contextRef="#ctx0" brushRef="#br0">376 206 24575,'-1'69'0,"-4"0"0,-3-1 0,-27 113 0,1-65 0,-64 151 0,-80 99 0,174-359 0,2-4 0,0 1 0,0-1 0,1 1 0,-1 0 0,-1 7 0,3-11 0,-1 1 0,1 0 0,0-1 0,0 1 0,0 0 0,1-1 0,-1 1 0,0 0 0,0-1 0,0 1 0,0 0 0,1-1 0,-1 1 0,0 0 0,0-1 0,1 1 0,-1-1 0,1 1 0,-1-1 0,0 1 0,1-1 0,-1 1 0,1-1 0,-1 1 0,1-1 0,-1 0 0,1 1 0,0-1 0,-1 0 0,1 1 0,-1-1 0,1 0 0,0 0 0,-1 1 0,1-1 0,0 0 0,-1 0 0,1 0 0,0 0 0,-1 0 0,2 0 0,59 3 0,12 1 0,152 38 0,112 15 0,-291-53 0,1-1 0,0-3 0,0-1 0,0-3 0,54-11 0,-85 12 0,0-1 0,-1-1 0,1 0 0,-1-1 0,0 0 0,0-2 0,14-9 0,-22 12 0,-1 0 0,0 0 0,0 0 0,0-1 0,-1 0 0,0 0 0,0 0 0,-1-1 0,1 0 0,-1 0 0,-1 0 0,1 0 0,-2-1 0,1 1 0,-1-1 0,3-11 0,-1-9 0,-2 0 0,-1 0 0,-1-1 0,-1 1 0,-1 0 0,-12-53 0,-59-161 0,-102-174 0,135 338 0,-4 3 0,-3 1 0,-67-79 0,102 138-1365,4 5-5461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5.129"/>
    </inkml:context>
    <inkml:brush xml:id="br0">
      <inkml:brushProperty name="width" value="0.05" units="cm"/>
      <inkml:brushProperty name="height" value="0.05" units="cm"/>
      <inkml:brushProperty name="color" value="#FF0066"/>
    </inkml:brush>
  </inkml:definitions>
  <inkml:trace contextRef="#ctx0" brushRef="#br0">159 782 24575,'1'-116'0,"-2"-124"0,1 239 0,-3-25 0,-1 19 0,3 7 0,1 0 0,-1 0 0,1 0 0,0 0 0,-1 0 0,1 1 0,0-1 0,-1 0 0,1 0 0,0 0 0,-1 1 0,1-1 0,0 0 0,0 1 0,-1-1 0,1 0 0,0 1 0,0-1 0,0 0 0,-1 1 0,1-1 0,0 0 0,0 1 0,0-1 0,0 1 0,-19 44 0,-24 89 0,16-41 0,9-41 0,-18 63 0,35-107 0,3-7 0,9-11 0,11-23 0,119-226 0,-16 27 0,-81 159 0,56-71 0,-91 132 0,0 0 0,1 1 0,1 1 0,0-1 0,21-14 0,-30 23 0,0 0 0,1 1 0,-1-1 0,1 1 0,-1 0 0,1 0 0,0 0 0,-1 0 0,1 0 0,0 1 0,0-1 0,-1 1 0,1-1 0,0 1 0,0 0 0,0 0 0,0 1 0,-1-1 0,1 0 0,0 1 0,0 0 0,-1-1 0,1 1 0,0 0 0,-1 1 0,1-1 0,-1 0 0,1 1 0,-1-1 0,0 1 0,0 0 0,0 0 0,0 0 0,0 0 0,0 0 0,0 0 0,2 4 0,5 9 0,-1-1 0,-1 1 0,0 0 0,-1 1 0,0-1 0,-1 1 0,4 32 0,8 118 0,-17-163 1,6 212 340,-7-179-768,-2-1 0,-1 0 1,-17 69-1,6-58-6399</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5.458"/>
    </inkml:context>
    <inkml:brush xml:id="br0">
      <inkml:brushProperty name="width" value="0.05" units="cm"/>
      <inkml:brushProperty name="height" value="0.05" units="cm"/>
      <inkml:brushProperty name="color" value="#FF0066"/>
    </inkml:brush>
  </inkml:definitions>
  <inkml:trace contextRef="#ctx0" brushRef="#br0">32 644 24575,'-28'-138'0,"26"123"0,1 0 0,0-1 0,2 1 0,-1 0 0,2 0 0,0 0 0,4-17 0,-4 28 0,-1 0 0,1-1 0,0 1 0,0 0 0,1 0 0,-1 0 0,1 0 0,0 0 0,0 1 0,0-1 0,1 1 0,-1 0 0,1 0 0,-1 0 0,1 0 0,0 1 0,0 0 0,1-1 0,-1 1 0,0 1 0,1-1 0,-1 1 0,1 0 0,-1 0 0,1 0 0,-1 0 0,8 1 0,11-1 0,0 2 0,0 0 0,0 2 0,29 6 0,-31-5 0,13 2 0,10 3 0,1-1 0,-1-3 0,83-1 0,-115-4 0,0-1 0,-1-1 0,1 0 0,0-1 0,-1 0 0,1 0 0,-1-1 0,0-1 0,-1 0 0,1 0 0,-1-1 0,0-1 0,0 1 0,0-2 0,-1 1 0,-1-1 0,1-1 0,-1 1 0,11-17 0,-9 9 0,-2-1 0,0 0 0,-1 0 0,-1-1 0,0 0 0,-1 0 0,-1 0 0,-1 0 0,-1-1 0,1-28 0,-21 525 0,21-282-1365,0-150-5461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5.836"/>
    </inkml:context>
    <inkml:brush xml:id="br0">
      <inkml:brushProperty name="width" value="0.05" units="cm"/>
      <inkml:brushProperty name="height" value="0.05" units="cm"/>
      <inkml:brushProperty name="color" value="#FF0066"/>
    </inkml:brush>
  </inkml:definitions>
  <inkml:trace contextRef="#ctx0" brushRef="#br0">0 370 24575,'2'-3'0,"5"-12"0,18-26 0,-23 38 0,0 0 0,0 0 0,1 0 0,-1 0 0,1 1 0,-1-1 0,1 1 0,0 0 0,0 0 0,0 0 0,1 0 0,-1 0 0,0 1 0,7-3 0,-9 4 0,1 0 0,-1 0 0,0 0 0,1 0 0,-1 0 0,0 1 0,0-1 0,1 0 0,-1 1 0,0-1 0,0 1 0,1-1 0,-1 1 0,0 0 0,0 0 0,0-1 0,0 1 0,0 0 0,1 1 0,20 23 0,-8-8 0,-11-15 0,0 1 0,0-1 0,0 1 0,1-1 0,-1 0 0,1-1 0,0 1 0,-1-1 0,1 1 0,0-1 0,0 0 0,0 0 0,0-1 0,8 1 0,-5-1 0,-1-1 0,1 1 0,0-2 0,-1 1 0,1-1 0,0 0 0,-1 0 0,8-4 0,-1-1 0,-1 1 0,-1-2 0,1 0 0,-2 0 0,1-1 0,-1 0 0,0-1 0,10-13 0,-16 19 0,-1-1 0,0 0 0,0 0 0,0 0 0,-1 0 0,1 0 0,-1-1 0,0 1 0,-1-1 0,1 1 0,-1-1 0,0 0 0,-1 1 0,1-1 0,-1 0 0,0 0 0,-1 0 0,0 1 0,1-1 0,-2 0 0,1 1 0,-1-1 0,0 1 0,0-1 0,0 1 0,-1 0 0,1 0 0,-1 0 0,-1 0 0,1 0 0,-1 1 0,0-1 0,-8-6 0,6 5 0,-1 0 0,1 0 0,-1 1 0,-1 0 0,1 1 0,-1-1 0,0 1 0,0 1 0,0 0 0,0 0 0,0 0 0,-1 1 0,1 0 0,-10 0 0,10 2 0,1 0 0,-1 0 0,1 1 0,-1 0 0,1 0 0,-1 1 0,1-1 0,0 2 0,0-1 0,0 1 0,0 0 0,0 1 0,1 0 0,0 0 0,-1 0 0,-8 9 0,5-4 0,1 1 0,0 1 0,1 0 0,0 0 0,1 1 0,0 0 0,0 0 0,2 1 0,-1-1 0,2 1 0,0 0 0,0 1 0,1-1 0,1 1 0,0-1 0,1 1 0,0 0 0,1 0 0,1-1 0,0 1 0,4 15 0,-3-16 0,1 0 0,0 0 0,1-1 0,0 1 0,1-1 0,0 0 0,1 0 0,0 0 0,1-1 0,1 0 0,0 0 0,0-1 0,1 0 0,0 0 0,1-1 0,0-1 0,0 1 0,1-2 0,0 1 0,0-1 0,25 10 0,-23-13-136,1 0-1,0-1 1,-1 0-1,1-1 1,0-1-1,1 0 1,-1-1-1,0 0 0,27-6 1,9-4-6690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6.113"/>
    </inkml:context>
    <inkml:brush xml:id="br0">
      <inkml:brushProperty name="width" value="0.05" units="cm"/>
      <inkml:brushProperty name="height" value="0.05" units="cm"/>
      <inkml:brushProperty name="color" value="#FF0066"/>
    </inkml:brush>
  </inkml:definitions>
  <inkml:trace contextRef="#ctx0" brushRef="#br0">122 283 24575,'-2'-22'0,"0"-1"0,-1 1 0,-1 0 0,-11-35 0,22 76 0,2 0 0,0 0 0,2-1 0,0 0 0,0-1 0,2 0 0,24 25 0,-25-29 0,0-2 0,0 1 0,1-2 0,1 1 0,0-2 0,0 0 0,1-1 0,0 0 0,0-1 0,1-1 0,24 7 0,-36-12 0,0 0 0,-1-1 0,1 1 0,0-1 0,0 0 0,0 0 0,0-1 0,-1 1 0,1-1 0,5-1 0,-7 1 0,-1 1 0,1-1 0,-1 0 0,1 0 0,-1 0 0,0 0 0,1 0 0,-1 0 0,0 0 0,0 0 0,0-1 0,0 1 0,0 0 0,0-1 0,0 1 0,0-1 0,-1 1 0,1-1 0,-1 1 0,1-1 0,-1 1 0,1-1 0,-1 0 0,0 1 0,0-1 0,0-2 0,0-9 0,-1 1 0,0 0 0,-1 0 0,0 0 0,-6-17 0,-25-58 0,20 56 0,-23-38 0,28 56 0,0 1 0,-1-1 0,0 2 0,-1-1 0,-16-13 0,24 23 0,0 0 0,0 0 0,-1 0 0,1 1 0,-1-1 0,1 1 0,-1-1 0,0 1 0,1 0 0,-1 0 0,0 0 0,0 0 0,0 0 0,0 1 0,0-1 0,0 1 0,0 0 0,0 0 0,0 0 0,0 0 0,0 1 0,0-1 0,0 1 0,0 0 0,1-1 0,-1 1 0,0 1 0,0-1 0,1 0 0,-1 1 0,0-1 0,1 1 0,-1 0 0,1 0 0,-3 3 0,-6 6 0,1 1 0,0 1 0,1 0 0,0 0 0,-10 21 0,-67 143-1160,84-172 955,-42 91-6621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8.747"/>
    </inkml:context>
    <inkml:brush xml:id="br0">
      <inkml:brushProperty name="width" value="0.05" units="cm"/>
      <inkml:brushProperty name="height" value="0.05" units="cm"/>
      <inkml:brushProperty name="color" value="#FF0066"/>
    </inkml:brush>
  </inkml:definitions>
  <inkml:trace contextRef="#ctx0" brushRef="#br0">1873 0 24575,'-38'12'0,"1"1"0,1 2 0,0 1 0,2 2 0,0 2 0,-58 43 0,60-34 0,0 1 0,2 2 0,1 1 0,2 2 0,1 0 0,2 2 0,-27 56 0,-3 21 0,-50 156 0,-141 492-345,49-146 95,-252 799-920,295-861 1170,52 11 0,92-463 0,5 2 0,4-1 0,5 0 0,4 0 0,4-1 0,5-1 0,5 0 0,4-1 0,50 123 0,6-27 0,129 224 0,-128-279 0,5-5 0,128 149 0,-136-195 0,3-3 0,5-5 0,3-3 0,3-4 0,3-4 0,173 92 0,-126-90 0,4-7 0,2-6 0,3-6 0,226 47 0,-85-46-476,1-13-1,3-12 1,442-13 0,-350-37 497,-1-18 0,455-102 0,-369 22-195,-370 84 11,-2-4-1,139-72 1,-213 94 538,-1 0-1,-1-2 1,0-1-1,-1-2 1,-2 0 0,0-2-1,-1-1 1,-1-1-1,-1 0 1,24-38 0,-11 10-198,-18 28-191,26-48 1,-41 69-72,0 0 0,-1-1-1,1 1 1,-1-1 0,0 1-1,-1-1 1,1 1 0,-1-1-1,0 0 1,0 1 0,0-1-1,0 1 1,-1-1 0,0 0-1,-2-5 1,-4-12-6741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29.731"/>
    </inkml:context>
    <inkml:brush xml:id="br0">
      <inkml:brushProperty name="width" value="0.05" units="cm"/>
      <inkml:brushProperty name="height" value="0.05" units="cm"/>
      <inkml:brushProperty name="color" value="#FF0066"/>
    </inkml:brush>
  </inkml:definitions>
  <inkml:trace contextRef="#ctx0" brushRef="#br0">0 567 24575,'10'-9'0,"0"2"0,1-1 0,0 1 0,22-10 0,-8 4 0,233-104 0,12 21 0,-56 31-969,431-70 0,235 51-1497,-15 76 2027,-4 89 526,-645-42-265,-2 9 0,-1 10-1,-4 8 1,-3 10 0,-3 9-1,-4 8 1,351 225 0,-371-195 128,206 184-1,-287-216 26,-3 4 0,-4 5 0,97 140 0,-76-72 20,116 239 0,46 202-4,-116-190 9,112 473 0,-141-280 157,-101-410 16,1 218-1,-28-265-57,-7 0 1,-27 155-1,11-185-63,-5-1 0,-84 231 1,59-225-53,-6-2 0,-5-4 0,-6-2 0,-5-3 0,-96 118 0,106-160 0,-4-4 0,-149 126 0,153-149 0,-3-3 0,-2-3 0,-1-4 0,-82 35 0,48-34 0,-1-5 0,-2-4 0,-180 28 0,-338 3 0,-464-59-466,947-12-1862</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0.666"/>
    </inkml:context>
    <inkml:brush xml:id="br0">
      <inkml:brushProperty name="width" value="0.05" units="cm"/>
      <inkml:brushProperty name="height" value="0.05" units="cm"/>
      <inkml:brushProperty name="color" value="#FF0066"/>
    </inkml:brush>
  </inkml:definitions>
  <inkml:trace contextRef="#ctx0" brushRef="#br0">1 410 24575,'0'-20'0,"0"1"0,2-1 0,0 1 0,6-22 0,-5 31 0,0 1 0,1-1 0,0 1 0,1 0 0,-1 0 0,2 1 0,-1 0 0,1 0 0,14-15 0,-13 16 0,0 0 0,1 1 0,0 0 0,0 0 0,0 1 0,1 0 0,0 0 0,0 1 0,0 0 0,13-3 0,-18 6 0,0 0 0,1 0 0,-1 0 0,1 1 0,-1 0 0,1 0 0,-1 0 0,0 0 0,1 1 0,-1-1 0,1 1 0,-1 1 0,0-1 0,0 0 0,1 1 0,-1 0 0,0 0 0,-1 0 0,1 1 0,0-1 0,-1 1 0,1 0 0,-1 0 0,0 0 0,4 5 0,0 1 0,0 2 0,-1-1 0,-1 1 0,1 0 0,-2 0 0,1 1 0,-2-1 0,0 1 0,0 0 0,-1 0 0,2 23 0,-3 0 0,-1 1 0,-10 64 0,2-47 0,-3 1 0,-2-1 0,-3-1 0,-2 0 0,-2-2 0,-2 0 0,-51 84 0,69-128 0,-22 31 0,25-36 0,0 1 0,-1-1 0,1 1 0,0-1 0,-1 0 0,1 1 0,-1-1 0,1 0 0,-1 0 0,0 0 0,1 0 0,-1-1 0,0 1 0,0 0 0,1-1 0,-1 1 0,-4 0 0,6-1 0,-1 0 0,1 0 0,-1-1 0,1 1 0,0 0 0,-1 0 0,1 0 0,-1-1 0,1 1 0,-1 0 0,1 0 0,0-1 0,-1 1 0,1 0 0,0-1 0,-1 1 0,1 0 0,0-1 0,0 1 0,-1 0 0,1-1 0,0 1 0,0-1 0,0 1 0,-1-1 0,1 1 0,0-1 0,0 1 0,0 0 0,0-1 0,0 1 0,0-2 0,1-16 0,-1 17 0,7-34 0,2 0 0,1 1 0,25-55 0,-19 47 0,109-259 0,-82 208 0,66-102 0,-43 98 0,-56 85 0,1 0 0,0 0 0,1 1 0,0 0 0,15-9 0,-24 18 0,0-1 0,0 1 0,1 1 0,-1-1 0,1 0 0,-1 1 0,1 0 0,-1 0 0,1 0 0,0 0 0,0 0 0,0 1 0,-1 0 0,1 0 0,0 0 0,0 0 0,0 0 0,7 3 0,-8-2 0,1 1 0,-1-1 0,1 1 0,-1 0 0,0 0 0,0 1 0,0-1 0,0 1 0,0 0 0,-1-1 0,1 1 0,-1 0 0,0 0 0,0 1 0,0-1 0,0 0 0,0 1 0,2 6 0,2 9 0,-1 0 0,-1 0 0,0 1 0,1 34 0,-4 82 0,-1-127 0,-3 51 0,-2 0 0,-3 0 0,-2-1 0,-3 0 0,-3-1 0,-2 0 0,-33 70 0,40-102 0,59-98 0,109-230 0,24-39 0,-172 327 0,32-47 0,-38 56 0,1 0 0,0 1 0,0 0 0,1 0 0,-1 0 0,1 0 0,0 1 0,0-1 0,8-3 0,-12 7 0,0-1 0,0 1 0,1-1 0,-1 1 0,0 0 0,0 0 0,0 0 0,1 0 0,-1 0 0,0 0 0,0 0 0,1 0 0,-1 0 0,0 0 0,0 0 0,0 1 0,1-1 0,-1 1 0,0-1 0,0 1 0,0-1 0,0 1 0,0 0 0,0-1 0,0 1 0,0 0 0,0 0 0,0 0 0,0 0 0,-1 0 0,1 0 0,0 0 0,0 0 0,-1 0 0,2 2 0,1 4 0,0 1 0,-1-1 0,0 0 0,3 12 0,-5-18 0,9 53 0,4 93 0,-11 59 0,-2-138 0,-2 265-1365,2-298-5461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1.107"/>
    </inkml:context>
    <inkml:brush xml:id="br0">
      <inkml:brushProperty name="width" value="0.05" units="cm"/>
      <inkml:brushProperty name="height" value="0.05" units="cm"/>
      <inkml:brushProperty name="color" value="#FF0066"/>
    </inkml:brush>
  </inkml:definitions>
  <inkml:trace contextRef="#ctx0" brushRef="#br0">16 197 24575,'44'-106'0,"-14"29"0,-30 76 0,0 1 0,1-1 0,-1 0 0,0 0 0,1 0 0,-1 0 0,1 0 0,-1 1 0,1-1 0,-1 0 0,1 0 0,0 1 0,-1-1 0,1 0 0,0 1 0,1-2 0,-2 2 0,1 1 0,-1-1 0,0 0 0,1 0 0,-1 1 0,0-1 0,1 0 0,-1 1 0,0-1 0,0 0 0,0 1 0,1-1 0,-1 0 0,0 1 0,0-1 0,0 0 0,0 1 0,1-1 0,-1 1 0,0-1 0,0 0 0,0 1 0,0-1 0,0 1 0,0 0 0,1 37 0,-19 157 0,0 33 0,18-199 0,1-1 0,1 1 0,2-1 0,0 0 0,17 52 0,-19-74 0,0 0 0,1 0 0,0 0 0,0 0 0,0-1 0,1 1 0,-1-1 0,1 0 0,1 0 0,-1 0 0,1-1 0,-1 1 0,2-1 0,-1 0 0,6 3 0,-7-5 0,1 0 0,-1-1 0,1 1 0,-1-1 0,1 0 0,-1 0 0,1 0 0,0-1 0,0 0 0,-1 0 0,1 0 0,0 0 0,-1-1 0,1 1 0,0-1 0,-1-1 0,1 1 0,-1-1 0,1 1 0,-1-1 0,6-4 0,2-2 0,0 0 0,-1-1 0,1 0 0,-2-1 0,0 0 0,0-1 0,0 0 0,-2 0 0,1-1 0,11-23 0,4-12 0,27-77 0,-51 123 0,28-78 0,19-89 0,-45 151 0,-2 17 0,0 0 0,0 0 0,0 0 0,0 0 0,0 0 0,0 0 0,0 0 0,0 0 0,0 0 0,0 0 0,0 0 0,0 0 0,0 1 0,0-1 0,0 0 0,0 0 0,0 0 0,0 0 0,0 0 0,0 0 0,0 0 0,-1 0 0,1 0 0,0 0 0,0 0 0,0 0 0,0 0 0,0 0 0,0 0 0,0 0 0,0 0 0,0 0 0,0 0 0,0 0 0,0 0 0,0 0 0,0 0 0,-1 0 0,1 0 0,0 0 0,0 0 0,0 0 0,0 0 0,0 0 0,0 0 0,0 0 0,0 0 0,0 0 0,0 0 0,0 0 0,0-1 0,0 1 0,-13 30 0,-32 109-46,-37 195 0,73-291-26,-93 508-777,37-182 877,59-340-28,-32 147-16,31-148 14,-2-1-1,-1-1 1,0 0-1,-18 28 0,25-48-2,0 0-1,-1-1 0,0 0 0,0 0 0,-1 0 0,-7 6 0,11-10 13,0 0 0,-1 0 0,1 0 0,0 0 0,-1-1-1,1 1 1,-1 0 0,1-1 0,-1 1 0,0-1 0,1 1-1,-1-1 1,1 0 0,-1 1 0,0-1 0,1 0 0,-1 0-1,0 0 1,1-1 0,-1 1 0,1 0 0,-1 0 0,0-1-1,1 1 1,-1-1 0,1 0 0,-1 1 0,1-1 0,-3-2-1,1 1-106,0-1-1,0 0 0,0 0 1,0-1-1,0 1 0,-2-4 1,-13-27-6537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1.433"/>
    </inkml:context>
    <inkml:brush xml:id="br0">
      <inkml:brushProperty name="width" value="0.05" units="cm"/>
      <inkml:brushProperty name="height" value="0.05" units="cm"/>
      <inkml:brushProperty name="color" value="#FF0066"/>
    </inkml:brush>
  </inkml:definitions>
  <inkml:trace contextRef="#ctx0" brushRef="#br0">625 220 24575,'-41'-41'0,"-2"2"0,-66-46 0,97 77 0,0 0 0,-1 1 0,1 1 0,-1 0 0,-1 1 0,-21-6 0,30 10 0,-1 0 0,0 0 0,1 1 0,-1-1 0,0 1 0,0 0 0,0 1 0,0-1 0,1 1 0,-1 1 0,0-1 0,1 1 0,-1 0 0,1 0 0,0 0 0,-1 1 0,1 0 0,-8 6 0,1 1 0,2 1 0,-1 0 0,1 1 0,1 0 0,0 1 0,1-1 0,0 2 0,1-1 0,-7 19 0,-6 21 0,-14 60 0,34-112 0,-44 196 0,39-162 0,1 1 0,2-1 0,4 61 0,-1-88-85,-1 1 0,1 0-1,1-1 1,0 1 0,0-1-1,1 0 1,0 1 0,0-1-1,1 0 1,0-1 0,0 1-1,1-1 1,0 0 0,0 0-1,12 12 1,15 4-6741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2.237"/>
    </inkml:context>
    <inkml:brush xml:id="br0">
      <inkml:brushProperty name="width" value="0.05" units="cm"/>
      <inkml:brushProperty name="height" value="0.05" units="cm"/>
      <inkml:brushProperty name="color" value="#FF0066"/>
    </inkml:brush>
  </inkml:definitions>
  <inkml:trace contextRef="#ctx0" brushRef="#br0">382 271 24575,'12'-34'0,"-1"6"0,9-44 0,-18 65 0,-1-1 0,0 1 0,0-1 0,-1 1 0,0-1 0,0 1 0,-1-1 0,0 1 0,0-1 0,0 1 0,-4-8 0,4 12 0,0 1 0,0 0 0,0 0 0,0 0 0,0-1 0,-1 1 0,1 0 0,-1 1 0,1-1 0,-1 0 0,0 0 0,0 1 0,0-1 0,0 1 0,0-1 0,0 1 0,0 0 0,0 0 0,-1 0 0,1 0 0,0 0 0,-1 1 0,1-1 0,-1 1 0,1-1 0,0 1 0,-1 0 0,1 0 0,-1 0 0,1 0 0,-1 0 0,1 1 0,-1-1 0,1 1 0,-3 1 0,-5 1 0,1 0 0,0 1 0,0 1 0,0-1 0,0 1 0,1 1 0,-13 10 0,-6 8 0,1 2 0,1 1 0,1 1 0,1 1 0,2 1 0,1 0 0,1 2 0,2 0 0,1 1 0,-17 54 0,30-78 0,1 0 0,0 0 0,0 0 0,1 1 0,0-1 0,1 14 0,0-21 0,0 0 0,0 0 0,0 0 0,1 0 0,-1 0 0,1 0 0,-1 0 0,1 0 0,0 0 0,0 0 0,-1 0 0,2-1 0,-1 1 0,0 0 0,0 0 0,0-1 0,1 1 0,-1-1 0,1 1 0,-1-1 0,1 0 0,0 0 0,-1 1 0,1-1 0,0 0 0,0-1 0,0 1 0,0 0 0,0 0 0,0-1 0,0 1 0,0-1 0,0 0 0,0 0 0,3 1 0,2-2 0,1 0 0,-1 0 0,1 0 0,-1-1 0,0 0 0,0 0 0,0-1 0,0 1 0,0-2 0,0 1 0,-1-1 0,1 0 0,-1 0 0,0-1 0,0 0 0,-1 0 0,6-7 0,4-5 0,0-1 0,-1 0 0,-1-1 0,15-28 0,-3-4 0,-15 28 0,16-25 0,-20 42 0,-3 13 0,-4 14 0,-1-5 0,-2 11 0,2-1 0,1 0 0,1 1 0,1-1 0,4 27 0,-4-46 0,1-1 0,0 0 0,0 0 0,0 0 0,1 0 0,0 0 0,0 0 0,0-1 0,1 1 0,0-1 0,5 6 0,-5-8 0,0 1 0,1-1 0,-1 0 0,1 0 0,0 0 0,0 0 0,0-1 0,0 0 0,0 0 0,0 0 0,1-1 0,-1 0 0,1 0 0,-1 0 0,7-1 0,-2 1 0,0-1 0,0-1 0,1 0 0,-1 0 0,0-1 0,0-1 0,0 1 0,0-2 0,15-6 0,-12 3 0,0-1 0,0 0 0,0 0 0,-1-2 0,21-20 0,-15 10 0,-1 0 0,-1-1 0,0-1 0,-2 0 0,-1-1 0,-1-1 0,11-28 0,-13 25 0,-1-1 0,-1 0 0,-1 0 0,3-32 0,-11 60 0,1 0 0,0 0 0,0 0 0,0 0 0,0 0 0,0 0 0,0 0 0,0 0 0,0 0 0,0 0 0,0 0 0,0 0 0,0 0 0,0 0 0,0 0 0,0 0 0,0 0 0,-1 0 0,1 0 0,0 0 0,0 0 0,0 0 0,0 0 0,0 0 0,0 0 0,0 0 0,0 0 0,0 0 0,0 0 0,0 0 0,0 0 0,0 0 0,0 0 0,0 0 0,-5 12 0,-5 21 0,-17 124 0,-14 293 0,48 163 0,-6-596 0,-1 58 0,-1-69 0,-1-7 0,-3-11 0,-3-24 0,-6-64 0,4 0 0,4-1 0,10-128 0,2 152 0,3 1 0,4 0 0,3 1 0,50-140 0,-56 191 0,0 0 0,1 1 0,1 0 0,22-30 0,-29 46 0,1 1 0,-1 0 0,1 0 0,0 1 0,0 0 0,1 0 0,-1 0 0,9-3 0,-11 6 0,0 0 0,1 0 0,-1 1 0,1-1 0,0 1 0,0 0 0,-1 1 0,1-1 0,0 1 0,0 0 0,0 0 0,-1 0 0,1 1 0,8 1 0,-6 0 0,-1 1 0,1-1 0,-1 1 0,1 0 0,-1 1 0,0-1 0,0 1 0,-1 1 0,1-1 0,-1 1 0,8 9 0,-6-7 0,-1 1 0,0 1 0,-1-1 0,0 1 0,0 0 0,-1 0 0,0 0 0,3 11 0,-5-11 0,0 0 0,0 0 0,-1-1 0,0 1 0,-1 0 0,0 0 0,0 0 0,-1 0 0,-1 10 0,0-13 0,1 0 0,-1 0 0,0 0 0,0-1 0,-1 1 0,0-1 0,0 1 0,0-1 0,-1 0 0,1 0 0,-1 0 0,0-1 0,-9 8 0,2-4-124,0-2 0,-1 1 0,1-1 0,-1-1 0,0 0 0,-1-1-1,1 0 1,-1-1 0,0 0 0,-22 2 0,-3-2-6702</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3.123"/>
    </inkml:context>
    <inkml:brush xml:id="br0">
      <inkml:brushProperty name="width" value="0.05" units="cm"/>
      <inkml:brushProperty name="height" value="0.05" units="cm"/>
      <inkml:brushProperty name="color" value="#FF0066"/>
    </inkml:brush>
  </inkml:definitions>
  <inkml:trace contextRef="#ctx0" brushRef="#br0">173 554 24575,'6'-3'0,"0"0"0,0 0 0,0 0 0,0-1 0,-1 0 0,0 0 0,7-6 0,32-37 0,-34 35 0,12-14 0,33-48 0,-47 60 0,1-1 0,-2 1 0,0-1 0,-1-1 0,7-25 0,-12 36 0,0 1 0,0-1 0,-1 0 0,0 0 0,0 0 0,0 0 0,0 1 0,-1-1 0,0 0 0,-1-4 0,2 7 0,-1 0 0,0 0 0,0 0 0,0 1 0,1-1 0,-1 0 0,-1 1 0,1-1 0,0 1 0,0-1 0,-1 1 0,1 0 0,-1-1 0,1 1 0,-1 0 0,1 0 0,-1 0 0,0 0 0,1 0 0,-1 1 0,0-1 0,0 0 0,0 1 0,0-1 0,1 1 0,-1 0 0,-3-1 0,-1 2 0,-1-1 0,1 1 0,-1 0 0,1 0 0,0 1 0,0 0 0,-1 0 0,1 1 0,1-1 0,-1 1 0,-9 6 0,-2 3 0,-1 1 0,-18 19 0,13-10 0,1 2 0,1 0 0,1 1 0,-24 40 0,32-43 0,0 0 0,1 1 0,1 0 0,1 1 0,2-1 0,-7 32 0,13-47 0,0-1 0,0 1 0,0 0 0,1-1 0,0 1 0,1 0 0,0-1 0,0 1 0,0-1 0,1 1 0,4 9 0,-4-13 0,0 0 0,0-1 0,0 0 0,0 1 0,1-1 0,0 0 0,-1 0 0,1 0 0,0-1 0,0 1 0,1-1 0,-1 1 0,0-1 0,1 0 0,0-1 0,-1 1 0,1 0 0,0-1 0,0 0 0,0 0 0,-1 0 0,1 0 0,5-1 0,2 1 0,0-1 0,-1-1 0,1 1 0,0-2 0,0 0 0,-1 0 0,1-1 0,-1 0 0,0-1 0,0 0 0,0 0 0,0-1 0,-1-1 0,0 0 0,0 0 0,13-11 0,-7 3 0,-1 0 0,0 0 0,-1-2 0,0 1 0,-1-2 0,-1 1 0,-1-2 0,9-19 0,-8 13 0,-2 0 0,0-1 0,-2 0 0,0 0 0,5-50 0,-13 68 0,-2 13 0,-3 15 0,-3 28 0,-7 93 0,15-122 0,1 0 0,1 0 0,1 0 0,1 0 0,1 0 0,0-1 0,12 31 0,-14-44 0,0-1 0,1 1 0,0-1 0,0 1 0,1-1 0,0 0 0,0-1 0,0 1 0,0 0 0,1-1 0,-1 0 0,1 0 0,0-1 0,0 1 0,1-1 0,-1 0 0,1 0 0,-1-1 0,11 3 0,-8-3 0,-1-1 0,1 0 0,-1 0 0,1-1 0,-1 0 0,1-1 0,-1 1 0,1-1 0,-1-1 0,1 1 0,-1-1 0,0-1 0,0 1 0,0-1 0,12-8 0,-6 3 0,-1-1 0,0-1 0,0 0 0,-1-1 0,-1 0 0,0 0 0,0-1 0,-1-1 0,-1 0 0,0 0 0,0 0 0,5-16 0,-4 7 0,-1 0 0,0 0 0,-2-1 0,-1 0 0,-1 0 0,0 0 0,-1-28 0,-3 50 0,0-1 0,0 0 0,0 1 0,0-1 0,0 0 0,0 1 0,0-1 0,-1 0 0,1 1 0,-1-1 0,0-1 0,1 3 0,-1 0 0,1-1 0,0 1 0,0 0 0,-1 0 0,1 0 0,0 0 0,0 0 0,0 0 0,-1 0 0,1 0 0,0 0 0,0 0 0,-1 0 0,1 0 0,0 0 0,0 0 0,-1 0 0,1 0 0,0 0 0,0 0 0,0 0 0,-1 1 0,1-1 0,0 0 0,0 0 0,0 0 0,-1 0 0,1 0 0,0 0 0,0 1 0,0-1 0,-1 0 0,1 0 0,0 0 0,0 1 0,0-1 0,0 0 0,0 0 0,0 0 0,0 1 0,-3 4 0,0-1 0,0 1 0,1 0 0,0 0 0,-2 9 0,-11 51 0,3 0 0,-6 129 0,17-102 0,17 144 0,-14-197 0,-2-39 0,0 1 0,0-1 0,0 0 0,0 0 0,0 0 0,0 1 0,0-1 0,0 0 0,0 0 0,0 0 0,0 1 0,0-1 0,0 0 0,0 0 0,0 0 0,0 1 0,0-1 0,0 0 0,0 0 0,0 0 0,0 1 0,0-1 0,0 0 0,0 0 0,-1 0 0,1 0 0,0 1 0,0-1 0,0 0 0,0 0 0,0 0 0,-1 0 0,1 0 0,0 0 0,0 1 0,0-1 0,0 0 0,-1 0 0,1 0 0,0 0 0,-8-17 0,-3-21 0,2 0 0,1 0 0,2 0 0,2-1 0,0-50 0,6 28 0,2 0 0,20-100 0,-9 93 0,47-128 0,-50 165 0,2 0 0,2 1 0,0 1 0,2 0 0,1 1 0,24-27 0,-36 48 0,0 0 0,0 0 0,0 1 0,1 0 0,0 0 0,11-6 0,-17 11 0,0 0 0,0 0 0,0 0 0,0 0 0,0 1 0,0-1 0,0 0 0,0 1 0,0 0 0,0-1 0,0 1 0,1 0 0,-1 0 0,0 0 0,0 1 0,0-1 0,0 0 0,1 1 0,-1-1 0,0 1 0,0 0 0,0 0 0,0 0 0,0 0 0,0 0 0,-1 0 0,1 0 0,0 1 0,-1-1 0,1 1 0,0-1 0,-1 1 0,2 2 0,1 2 0,0 1 0,0 1 0,-1-1 0,0 0 0,-1 1 0,1-1 0,-1 1 0,-1 0 0,1 0 0,-1 11 0,1 5 0,-2 0 0,-3 29 0,0-30 43,-1 0 0,-1-1-1,0 1 1,-2-1 0,-1 0-1,0-1 1,-19 34 0,20-44-157,0 0 0,0 0 0,-1 0 0,0-1 1,-1 0-1,0-1 0,-1 0 0,0 0 1,0-1-1,-1 0 0,0-1 0,-1-1 1,1 1-1,-23 7 0,10-7-6712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3.544"/>
    </inkml:context>
    <inkml:brush xml:id="br0">
      <inkml:brushProperty name="width" value="0.05" units="cm"/>
      <inkml:brushProperty name="height" value="0.05" units="cm"/>
      <inkml:brushProperty name="color" value="#FF0066"/>
    </inkml:brush>
  </inkml:definitions>
  <inkml:trace contextRef="#ctx0" brushRef="#br0">188 233 24575,'0'5'0,"-1"1"0,0 0 0,0-1 0,0 1 0,-1-1 0,1 0 0,-1 1 0,-5 7 0,-26 41 0,11-21 0,5-3 0,1 0 0,1 1 0,2 1 0,1 1 0,1 0 0,2 0 0,1 1 0,2-1 0,1 2 0,2-1 0,2 1 0,0-1 0,3 1 0,1-1 0,1 0 0,10 40 0,3-17 0,-12-50 0,-3-12 0,-2-17 0,-9-268 0,12 225 0,4 0 0,21-94 0,-12 89 0,4 1 0,3 1 0,32-68 0,-48 123 0,-1 0 0,2 1 0,-1 0 0,11-11 0,-16 21 0,0 0 0,0 0 0,0 0 0,1 0 0,-1 0 0,1 0 0,-1 0 0,1 1 0,0 0 0,5-3 0,-7 4 0,1 0 0,0-1 0,-1 1 0,1 0 0,0 0 0,-1 0 0,1 0 0,0 1 0,-1-1 0,1 0 0,0 1 0,-1-1 0,1 1 0,-1-1 0,1 1 0,-1 0 0,1 0 0,-1 0 0,0 0 0,1 0 0,1 1 0,3 4 0,0 1 0,-1 0 0,1 0 0,-1 0 0,-1 0 0,1 1 0,-1 0 0,-1 0 0,5 14 0,19 81 0,-24-92 0,6 35 0,8 79 0,-16-111 0,-1 0 0,0 0 0,-1 0 0,0 0 0,-1-1 0,-1 1 0,0 0 0,-1-1 0,0 0 0,-9 17 0,9-23 17,0-1-1,0 1 0,-1-1 0,0-1 1,0 1-1,-1-1 0,1 0 0,-1 0 1,0 0-1,0-1 0,-1 0 0,1 0 1,-1 0-1,0-1 0,0 0 0,0-1 1,-1 1-1,1-2 0,0 1 0,-10 0 1,-3 0-261,0-1 0,1-1 0,-1-1 0,0 0 1,0-2-1,-26-6 0,-34-13-6582</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4.478"/>
    </inkml:context>
    <inkml:brush xml:id="br0">
      <inkml:brushProperty name="width" value="0.05" units="cm"/>
      <inkml:brushProperty name="height" value="0.05" units="cm"/>
      <inkml:brushProperty name="color" value="#FF0066"/>
    </inkml:brush>
  </inkml:definitions>
  <inkml:trace contextRef="#ctx0" brushRef="#br0">82 438 24575,'0'-16'0,"-2"1"0,-4-20 0,-2-11 0,8 29 0,2 30 0,5 31 0,1 86 0,-5 0 0,-21 195 0,18-318 0,-6 30 0,6-35 0,0 0 0,-1 0 0,1 0 0,-1 0 0,0 0 0,0-1 0,0 1 0,0 0 0,0 0 0,0-1 0,0 1 0,0-1 0,-1 1 0,-1 1 0,3-3 0,0 0 0,-1 0 0,1 1 0,0-1 0,0 0 0,-1 0 0,1 0 0,0 0 0,0 0 0,-1 0 0,1 0 0,0 0 0,0 0 0,-1 0 0,1 0 0,0 0 0,0 0 0,-1 0 0,1 0 0,0-1 0,0 1 0,0 0 0,-1 0 0,1 0 0,0 0 0,0 0 0,0 0 0,-1-1 0,1 1 0,0 0 0,0 0 0,0 0 0,-1-1 0,1 1 0,-7-13 0,0-13 0,0-10 0,3-1 0,1 1 0,2-1 0,5-55 0,31-146 0,17 30 0,-43 179 0,2 1 0,1 0 0,1 0 0,2 2 0,17-27 0,-25 44 0,0 0 0,0 1 0,1-1 0,0 1 0,1 1 0,0-1 0,0 1 0,0 1 0,1 0 0,0 0 0,16-6 0,-19 10 0,0 0 0,0 0 0,1 0 0,-1 1 0,1 0 0,-1 0 0,1 1 0,0 0 0,-1 1 0,1-1 0,-1 1 0,1 1 0,-1-1 0,0 1 0,1 1 0,-1-1 0,0 1 0,7 4 0,-6-2 0,1 0 0,-1 1 0,0 0 0,0 0 0,-1 1 0,0-1 0,0 2 0,0-1 0,-1 1 0,0 0 0,0 0 0,-1 1 0,-1-1 0,1 1 0,-1 0 0,0 1 0,3 14 0,-5-12 0,0 0 0,-1 0 0,0 0 0,0 0 0,-2 0 0,1-1 0,-2 1 0,1 0 0,-2 0 0,0 0 0,0-1 0,-1 0 0,0 1 0,-8 13 0,2-7 0,-1 0 0,-1-1 0,-1 0 0,0-1 0,-1-1 0,-17 16 0,-100 71 0,91-73 0,39-28 0,0-1 0,0 1 0,1-1 0,-1 1 0,0 0 0,0-1 0,0 1 0,1 0 0,-1 0 0,0 0 0,1-1 0,-1 1 0,1 0 0,-1 0 0,1 0 0,-1 0 0,1 0 0,0 0 0,-1 0 0,1 2 0,0-2 0,0 0 0,1 0 0,-1-1 0,0 1 0,1 0 0,-1 0 0,1-1 0,-1 1 0,1 0 0,-1-1 0,1 1 0,-1 0 0,1-1 0,0 1 0,-1-1 0,1 1 0,0-1 0,-1 1 0,1-1 0,1 1 0,7 2 0,0 1 0,0-2 0,18 4 0,-13-3 0,10 3 0,31 7 0,68 27 0,-108-34 0,0 0 0,-1 2 0,1-1 0,-2 2 0,1 0 0,-1 0 0,-1 1 0,1 1 0,13 16 0,-23-23 0,0-1 0,0 1 0,0 0 0,-1 0 0,1 0 0,-1 1 0,0-1 0,0 0 0,-1 1 0,1-1 0,-1 1 0,0 0 0,0-1 0,-1 1 0,0 0 0,1-1 0,-1 1 0,-1 0 0,0 5 0,0-6 0,-1 1 0,0 0 0,0-1 0,0 0 0,0 1 0,-1-1 0,1 0 0,-1 0 0,0 0 0,0 0 0,-1-1 0,1 1 0,-1-1 0,0 0 0,0 0 0,0 0 0,0-1 0,-6 3 0,-7 3 0,0-1 0,-1-1 0,1 0 0,-1-2 0,0 0 0,-22 2 0,-114 2 0,89-9-455,-1-2 0,-85-16 0,74 3-6371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4.823"/>
    </inkml:context>
    <inkml:brush xml:id="br0">
      <inkml:brushProperty name="width" value="0.05" units="cm"/>
      <inkml:brushProperty name="height" value="0.05" units="cm"/>
      <inkml:brushProperty name="color" value="#FF0066"/>
    </inkml:brush>
  </inkml:definitions>
  <inkml:trace contextRef="#ctx0" brushRef="#br0">1 128 24575,'0'0'0,"1"-2"0,1-1 0,0 1 0,0 0 0,0 0 0,1 0 0,-1 0 0,1 0 0,-1 1 0,1-1 0,-1 1 0,1-1 0,0 1 0,-1 0 0,1 0 0,0 0 0,0 0 0,0 1 0,0-1 0,0 1 0,0 0 0,5 0 0,61 4 0,-45-1 0,-1-2 0,1 0 0,0-1 0,0-2 0,37-7 0,-57 8 0,0 0 0,0 0 0,0-1 0,-1 1 0,1-1 0,-1 0 0,0 0 0,1 0 0,-1-1 0,5-4 0,-7 6 0,0 0 0,0 0 0,-1 0 0,1 0 0,0 0 0,-1 0 0,1-1 0,-1 1 0,1 0 0,-1 0 0,0-1 0,1 1 0,-1 0 0,0 0 0,0-1 0,0 1 0,0 0 0,0-1 0,0 1 0,0 0 0,-1 0 0,1-1 0,0 1 0,-1 0 0,1 0 0,-1-1 0,1 1 0,-1 0 0,1 0 0,-1 0 0,0 0 0,0 0 0,0 0 0,1 0 0,-1 0 0,-1-1 0,-1 0 0,1-1 0,0 1 0,-1 0 0,1-1 0,-1 1 0,1 1 0,-1-1 0,0 0 0,0 0 0,0 1 0,0 0 0,0 0 0,0 0 0,-1 0 0,1 0 0,0 0 0,0 1 0,-1 0 0,1 0 0,0 0 0,-1 0 0,1 0 0,0 0 0,0 1 0,-1 0 0,1-1 0,0 1 0,0 1 0,0-1 0,0 0 0,0 1 0,0-1 0,0 1 0,0 0 0,1 0 0,-1 0 0,1 0 0,-1 1 0,1-1 0,0 1 0,-3 4 0,-4 7 0,1 1 0,1-1 0,1 1 0,-9 29 0,-12 67 0,26-106 0,-43 283 342,41-244-684,2-1 1,1 1 0,3-1-1,13 72 1,-2-58-6485</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5.260"/>
    </inkml:context>
    <inkml:brush xml:id="br0">
      <inkml:brushProperty name="width" value="0.05" units="cm"/>
      <inkml:brushProperty name="height" value="0.05" units="cm"/>
      <inkml:brushProperty name="color" value="#FF0066"/>
    </inkml:brush>
  </inkml:definitions>
  <inkml:trace contextRef="#ctx0" brushRef="#br0">16 711 24575,'24'-126'0,"1"-2"0,-25 128 0,8-24 0,-3 18 0,1 14 0,3 33 0,7 80 0,-9-51 0,47 299 0,-54-351 0,0-18 0,0 0 0,0 0 0,0 0 0,0 0 0,0 0 0,0 1 0,0-1 0,-1 0 0,1 0 0,0 0 0,0 0 0,0 0 0,0 0 0,0 0 0,0 0 0,0 0 0,-1 0 0,1 0 0,0 0 0,0 0 0,0 0 0,0 0 0,0 0 0,-1 0 0,1 0 0,0 0 0,0 0 0,0 0 0,0 0 0,0 0 0,0 0 0,-1 0 0,1 0 0,0 0 0,0 0 0,0 0 0,0 0 0,0 0 0,0 0 0,-1 0 0,1 0 0,0 0 0,0-1 0,0 1 0,0 0 0,0 0 0,0 0 0,0 0 0,0 0 0,0 0 0,0 0 0,0-1 0,-19-28 0,-7-27 0,2-1 0,3-2 0,3 0 0,2-1 0,2-1 0,3 0 0,3 0 0,3-1 0,3-76 0,3 102 0,3-1 0,8-41 0,-8 63 0,0-1 0,1 1 0,0 1 0,1-1 0,1 1 0,0 0 0,15-20 0,-18 29 0,0-1 0,1 2 0,-1-1 0,1 0 0,0 1 0,1 0 0,-1 0 0,1 1 0,0 0 0,0 0 0,0 0 0,0 0 0,0 1 0,1 0 0,-1 1 0,1-1 0,-1 1 0,1 0 0,0 1 0,-1 0 0,1 0 0,0 0 0,-1 1 0,1 0 0,8 2 0,6 2 0,0 2 0,-1 0 0,0 1 0,-1 1 0,0 1 0,30 20 0,-18-9 0,-1 1 0,48 46 0,-68-58 0,-1 0 0,0 0 0,0 1 0,-1 0 0,-1 1 0,0-1 0,0 1 0,-1 1 0,-1-1 0,8 26 0,-12-33 0,0 0 0,-1 1 0,1-1 0,-1 1 0,0-1 0,0 1 0,-1-1 0,0 1 0,0-1 0,0 1 0,0-1 0,-1 0 0,0 0 0,0 1 0,-3 4 0,0-4 0,1 1 0,-1-1 0,0 0 0,0-1 0,-1 1 0,0-1 0,0 0 0,0 0 0,-11 6 0,-5 0 0,0-1 0,-1-2 0,1 0 0,-2-1 0,-44 8 0,-24-3-1365,6-4-5461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49.391"/>
    </inkml:context>
    <inkml:brush xml:id="br0">
      <inkml:brushProperty name="width" value="0.05" units="cm"/>
      <inkml:brushProperty name="height" value="0.05" units="cm"/>
      <inkml:brushProperty name="color" value="#FF0066"/>
    </inkml:brush>
  </inkml:definitions>
  <inkml:trace contextRef="#ctx0" brushRef="#br0">65 141 24575,'-4'0'0,"-1"0"0,1-1 0,0 0 0,0 0 0,0 0 0,0-1 0,0 0 0,0 1 0,0-1 0,-6-5 0,9 6 0,0 1 0,0-1 0,0 1 0,0-1 0,1 0 0,-1 1 0,0-1 0,0 0 0,1 0 0,-1 1 0,1-1 0,-1 0 0,0 0 0,1 0 0,0 0 0,-1 0 0,1 0 0,0 0 0,-1 0 0,1 0 0,0 0 0,0 0 0,0 0 0,0 0 0,0 0 0,0 0 0,0 0 0,0 0 0,0 0 0,0 0 0,1 0 0,-1 0 0,0 0 0,1 0 0,-1 0 0,1 0 0,-1 0 0,1 0 0,-1 1 0,1-1 0,0 0 0,0 0 0,-1 1 0,1-1 0,0 0 0,0 1 0,0-1 0,-1 0 0,3 0 0,4-4 0,1 1 0,0 0 0,-1 0 0,1 0 0,1 1 0,-1 1 0,15-4 0,69-6 0,-65 9 0,448-27-587,5 28-602,-404 2 1001,1089 46-2066,-902-19 2314,0 12 1,356 100-1,-478-96-548,144 65 0,-222-79 413,-1 2 1,-1 3 0,-2 2 0,79 65 0,-116-83 58,-1 2 0,-1 0 0,-1 1 1,0 1-1,-2 0 0,-1 2 0,0 0 1,-2 0-1,-1 2 0,-1 0 0,-1 0 1,-1 1-1,-1 0 0,-2 1 0,-1-1 1,-1 2-1,-1-1 0,-1 0 0,-3 51 1,-5-24 15,-2-1 0,-3 0 0,-2 0 0,-34 94 0,-105 197 0,50-148 0,-61 134 0,147-296 126,2 0 0,1 1 0,-9 48 0,18-72-52,2-1 0,0 0 0,0 1 0,1 0 0,0-1 0,1 1 0,0-1 0,1 1-1,0-1 1,1 0 0,0 0 0,1 0 0,0 0 0,11 20 0,-7-20 109,0 0 0,1-1 0,0 0 0,0-1 0,1 0 0,0 0 1,0-1-1,1 0 0,1-1 0,17 9 0,0-2-183,2-2 1,0-1-1,40 8 0,14-1-28,2-4 0,162 6 0,183-29-444,531-67-2331,-2-36 521,-935 108 2280,1361-191-1670,-1327 185 1824,-2 2 307,-1-2 1,0-3-1,79-30 0,-109 28-110,-26 15-268,0-1-1,-1 1 0,1-1 0,-1 1 1,1-1-1,-1 1 0,1-1 0,-1 0 0,1 1 1,-1-1-1,0 1 0,1-1 0,-1 0 1,0 0-1,1 1 0,-1-1 0,0 0 1,0 1-1,0-3 0,0 3-13,0-1 0,0 0-1,-1 1 1,1-1 0,0 0-1,0 1 1,-1-1 0,1 0 0,-1 1-1,1-1 1,-1 1 0,1-1-1,-1 0 1,1 1 0,-1-1 0,1 1-1,-1 0 1,0-1 0,0 0-1,-24-8-528,-19 0-3158</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49.640"/>
    </inkml:context>
    <inkml:brush xml:id="br0">
      <inkml:brushProperty name="width" value="0.05" units="cm"/>
      <inkml:brushProperty name="height" value="0.05" units="cm"/>
      <inkml:brushProperty name="color" value="#FF0066"/>
    </inkml:brush>
  </inkml:definitions>
  <inkml:trace contextRef="#ctx0" brushRef="#br0">47 156 24575,'-1'-41'0,"0"27"0,0 0 0,1-1 0,1 1 0,0 0 0,4-18 0,-5 31 0,0 1 0,1-1 0,-1 0 0,0 1 0,1-1 0,-1 1 0,0-1 0,1 1 0,-1-1 0,1 1 0,-1-1 0,1 1 0,-1-1 0,1 1 0,-1-1 0,1 1 0,-1 0 0,1-1 0,0 1 0,-1 0 0,1-1 0,-1 1 0,1 0 0,0 0 0,-1 0 0,1 0 0,0 0 0,0 0 0,-1 0 0,1 0 0,0 0 0,-1 0 0,1 0 0,0 0 0,-1 0 0,2 1 0,25 10 0,-23-9 0,70 41 0,-2 4 0,-2 3 0,93 86 0,-124-102 0,54 63 0,-83-85 0,0 0 0,-1 1 0,-1 0 0,0 0 0,0 1 0,-2 0 0,0 0 0,0 1 0,6 28 0,-11-33 0,0 0 0,-1 0 0,0-1 0,-1 1 0,0 0 0,-1-1 0,0 1 0,0 0 0,-1-1 0,0 0 0,0 0 0,-1 0 0,-1 0 0,1-1 0,-1 1 0,-1-1 0,0 0 0,-8 9 0,-7 5 0,-1-1 0,-1 0 0,0-1 0,-45 26 0,-22 8-1226,-133 57 0,56-37-4513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0.105"/>
    </inkml:context>
    <inkml:brush xml:id="br0">
      <inkml:brushProperty name="width" value="0.05" units="cm"/>
      <inkml:brushProperty name="height" value="0.05" units="cm"/>
      <inkml:brushProperty name="color" value="#FF0066"/>
    </inkml:brush>
  </inkml:definitions>
  <inkml:trace contextRef="#ctx0" brushRef="#br0">91 375 24575,'-44'1'0,"-2"-1"0,92-4 0,863-40-3514,-11 2-711,627-48 3805,-1-25-1663,-918 45 3830,-540 59-1443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0.403"/>
    </inkml:context>
    <inkml:brush xml:id="br0">
      <inkml:brushProperty name="width" value="0.05" units="cm"/>
      <inkml:brushProperty name="height" value="0.05" units="cm"/>
      <inkml:brushProperty name="color" value="#FF0066"/>
    </inkml:brush>
  </inkml:definitions>
  <inkml:trace contextRef="#ctx0" brushRef="#br0">40 68 24575,'-4'-2'0,"0"-1"0,0 1 0,0-1 0,0 0 0,1 0 0,-6-6 0,9 8 0,-1 1 0,0-1 0,1 1 0,-1-1 0,1 0 0,-1 1 0,1-1 0,-1 0 0,1 1 0,0-1 0,-1 0 0,1 1 0,0-1 0,0 0 0,-1 0 0,1 0 0,0 1 0,0-1 0,0 0 0,0 0 0,0 0 0,0 1 0,0-1 0,0 0 0,0 0 0,0 1 0,0-1 0,1 0 0,-1 0 0,0 0 0,1 1 0,-1-1 0,0 0 0,1 1 0,-1-1 0,1 0 0,-1 1 0,1-1 0,-1 1 0,1-1 0,0 1 0,-1-1 0,1 1 0,0-1 0,-1 1 0,2-1 0,2-1 0,1 0 0,0 1 0,-1-1 0,1 1 0,0 0 0,0 0 0,0 1 0,9-1 0,43 6 0,-36-3 0,149 22-264,-1 6 0,220 71 0,-127-17 264,-211-64 0,-1 1 0,-1 3 0,46 31 0,-81-46 0,0 0 0,-1 2 0,0 0 0,0 0 0,11 14 0,-21-20 0,1-1 0,-1 1 0,0 0 0,0-1 0,0 1 0,-1 1 0,0-1 0,0 0 0,0 1 0,0-1 0,-1 1 0,0-1 0,0 1 0,-1-1 0,1 1 0,-1 0 0,0-1 0,-2 9 0,1-8 0,-1 1 0,0 0 0,-1-1 0,1 1 0,-1-1 0,-1 0 0,1 0 0,-1 0 0,-8 9 0,0-2 0,0 0 0,-28 21 0,-6-1-50,-2-2 0,-1-2 0,-89 37 0,-167 49-1271,258-98 911,-146 49-5058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1.198"/>
    </inkml:context>
    <inkml:brush xml:id="br0">
      <inkml:brushProperty name="width" value="0.05" units="cm"/>
      <inkml:brushProperty name="height" value="0.05" units="cm"/>
      <inkml:brushProperty name="color" value="#FF0066"/>
    </inkml:brush>
  </inkml:definitions>
  <inkml:trace contextRef="#ctx0" brushRef="#br0">0 2058 24575,'1'4'0,"-1"1"0,0 0 0,1-1 0,0 1 0,0-1 0,1 0 0,-1 1 0,1-1 0,0 0 0,0 0 0,0 0 0,1 0 0,-1 0 0,1 0 0,0-1 0,0 1 0,0-1 0,1 0 0,-1 0 0,1 0 0,-1-1 0,1 1 0,0-1 0,0 0 0,5 2 0,10 4 0,0-1 0,0-1 0,1-1 0,28 4 0,46 4-273,159 1 0,98-22-295,-341 7 568,1810-150-4599,-774-14 4599,-924 139-380,-1-5 0,175-70 0,-271 90 480,0 0 0,-2-1-1,1-1 1,-1-2 0,-1 0-1,26-24 1,-43 35 5,0-1-1,-1 0 1,0 0-1,0 0 1,0 0-1,-1 0 1,0-1-1,0 0 1,0 1-1,-1-1 1,1 0-1,-2-1 1,3-9-1,-4 11 24,1 0 1,-2 0-1,1-1 0,0 1 0,-1 0 1,0 0-1,-1 0 0,1 0 0,-1 0 0,0 0 1,0 0-1,0 0 0,-1 0 0,1 1 1,-1 0-1,-6-8 0,-4-2-61,0 0 1,-1 1-1,0 0 0,-1 1 0,0 1 1,-28-15-1,-110-47-7,149 71-44,-564-196 575,-8-3-639,570 199 49,-42-19 82,-49-29 1,84 42-66,1 0-1,0 0 1,0-1 0,1-1-1,0 0 1,1-1-1,0 0 1,-13-19-1,20 25-17,0 0 0,0 0 0,1-1 0,0 1 0,0 0 0,0-1 0,0 0 0,1 1 0,0-1 0,0 0 0,1 1 0,0-1 0,0 0 0,0 0 0,1 0 0,-1 1 0,1-1 0,1 0 0,-1 1 0,1-1 0,0 1 0,0-1 0,1 1 0,4-8 0,2 0 0,0 0 0,2 0 0,-1 1 0,1 0 0,1 1 0,0 0 0,24-15 0,12-5-22,0 3-1,2 1 1,82-29 0,169-40-68,-84 41-390,433-50-1,231 75-479,-504 52 568,-305-14 294,-1 3 0,0 4 0,83 28 0,-137-37 218,0 0-1,-1 1 1,1 1-1,25 17 0,-38-22 6,0 0-1,0 1 0,0-1 0,0 1 0,0 0 1,-1 0-1,0 0 0,0 0 0,0 1 1,0-1-1,-1 1 0,0-1 0,0 1 1,0 0-1,0 0 0,-1 0 0,0 0 1,0 0-1,0 1 0,0 6 0,-8 43-715,3-32-6235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1.543"/>
    </inkml:context>
    <inkml:brush xml:id="br0">
      <inkml:brushProperty name="width" value="0.05" units="cm"/>
      <inkml:brushProperty name="height" value="0.05" units="cm"/>
      <inkml:brushProperty name="color" value="#FF0066"/>
    </inkml:brush>
  </inkml:definitions>
  <inkml:trace contextRef="#ctx0" brushRef="#br0">52 32 24575,'-19'-6'0,"17"6"0,-1-1 0,1 1 0,0-1 0,0 0 0,-1 0 0,1 0 0,0 0 0,0 0 0,0 0 0,0 0 0,0-1 0,1 1 0,-4-4 0,5 5 0,0 0 0,0 0 0,0 0 0,0-1 0,0 1 0,0 0 0,0 0 0,0-1 0,0 1 0,0 0 0,0 0 0,0-1 0,0 1 0,0 0 0,0 0 0,0 0 0,1-1 0,-1 1 0,0 0 0,0 0 0,0 0 0,0 0 0,0-1 0,1 1 0,-1 0 0,0 0 0,0 0 0,0 0 0,1 0 0,-1-1 0,0 1 0,0 0 0,0 0 0,1 0 0,-1 0 0,0 0 0,0 0 0,0 0 0,1 0 0,-1 0 0,1 0 0,12-2 0,21 2 0,0 1 0,62 12 0,-30-4 0,453 77-326,-390-56 163,244 93 0,-367-120 163,125 57 0,-119-53 0,0 1 0,0-1 0,0 2 0,-1 0 0,-1 0 0,1 1 0,15 20 0,-23-27 0,-1 1 0,0-1 0,0 0 0,0 1 0,0-1 0,-1 1 0,0 0 0,1-1 0,-1 1 0,-1 0 0,1 0 0,0 0 0,-1 0 0,0 0 0,0 0 0,0 0 0,0 0 0,-1 0 0,1-1 0,-1 1 0,0 0 0,-1 0 0,-1 4 0,-1 0 0,-1 0 0,0 0 0,0-1 0,-1 0 0,0 0 0,0 0 0,0-1 0,-1 1 0,-11 6 0,-21 13-58,-1-2 0,-1-2 1,-1-2-1,-50 17 0,-327 106-2357,200-75-2420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2.494"/>
    </inkml:context>
    <inkml:brush xml:id="br0">
      <inkml:brushProperty name="width" value="0.05" units="cm"/>
      <inkml:brushProperty name="height" value="0.05" units="cm"/>
      <inkml:brushProperty name="color" value="#FF0066"/>
    </inkml:brush>
  </inkml:definitions>
  <inkml:trace contextRef="#ctx0" brushRef="#br0">109 3610 24575,'-15'23'0,"1"0"0,1 2 0,2-1 0,0 2 0,1 0 0,2 0 0,1 0 0,0 1 0,2 0 0,-2 41 0,7-51 0,0-1 0,1 0 0,0 1 0,2-1 0,0 0 0,0 0 0,2 0 0,0-1 0,1 1 0,0-1 0,1-1 0,1 1 0,0-1 0,1 0 0,1-1 0,0 0 0,1-1 0,22 21 0,-17-20 5,2-1 0,0 0-1,0-2 1,1 0-1,0 0 1,1-2 0,-1-1-1,2 0 1,-1-1 0,32 4-1,2-3-89,1-2 0,103-5 0,-12-11-785,269-56 0,138-73-1507,-538 136 2314,2579-753-7804,-2517 733 7917,569-177-297,-12-23-167,-303 85 733,-256 102 115,-1-3-1,79-58 1,-129 81-183,-1-1 0,-1-1 0,-1 0 0,-1-2 0,0 0 0,29-43 0,-43 54-185,0 0-1,-1 0 1,0 0-1,-1 0 0,0-1 1,-1 1-1,0-1 1,0 0-1,-1 0 1,-1 0-1,0 0 1,0-1-1,-1 1 1,-1 0-1,0 0 1,0 0-1,-1 0 0,0 0 1,-1 0-1,-5-11 1,-1 1-76,-1 1 0,0 0 0,-2 1 0,0 1 0,-1 0 0,-1 0 0,-30-28 1,2 8 141,-2 2 0,-48-30 0,-25-8 708,-235-110 1,-146-21-622,461 190-85,-68-25-65,-339-150 405,333 128-385,97 53-78,0-1 1,1-1-1,0 0 0,1-1 1,-12-13-1,21 21 19,-1-1 0,1 1 0,0-1 0,0 0-1,0 0 1,0 0 0,1 0 0,0 0 0,0-1 0,1 1 0,-1-1 0,1 1 0,0-1 0,1 1 0,0-1 0,-1 0 0,2 1-1,-1-1 1,1 0 0,-1 1 0,2-1 0,-1 1 0,0-1 0,1 1 0,0 0 0,1-1 0,-1 1 0,1 0 0,0 1 0,0-1-1,4-4 1,8-9 93,1 1 0,0 1-1,1 0 1,1 1 0,0 1-1,31-17 1,32-16-186,2 4-1,138-51 1,191-40-522,31 14 110,5 18 0,660-62-1,-709 142 143,-381 22 567,-11-1-102,0 1 0,0 0 0,0 0 0,0 1 0,0 0 0,0 0 0,-1 0 0,1 1 0,10 4 0,-16-6-93,-1 0-1,0 0 1,1 1-1,-1-1 1,0 0-1,1 0 1,-1 0 0,0 1-1,0-1 1,1 0-1,-1 0 1,0 1-1,0-1 1,1 0-1,-1 1 1,0-1-1,0 0 1,0 1-1,0-1 1,1 0-1,-1 1 1,0-1 0,0 0-1,0 1 1,0-1-1,0 0 1,0 1-1,0-1 1,0 0-1,0 1 1,0-1-1,0 1 1,0-1-1,0 0 1,0 1 0,-1-1-1,1 0 1,0 1-1,0-1 1,0 0-1,0 1 1,-1-1-1,1 0 1,0 0-1,0 1 1,-1-1-1,-15 13 403,14-12-363,-74 40 70,33-22-6594</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2.744"/>
    </inkml:context>
    <inkml:brush xml:id="br0">
      <inkml:brushProperty name="width" value="0.05" units="cm"/>
      <inkml:brushProperty name="height" value="0.05" units="cm"/>
      <inkml:brushProperty name="color" value="#FF0066"/>
    </inkml:brush>
  </inkml:definitions>
  <inkml:trace contextRef="#ctx0" brushRef="#br0">42 24 24575,'-3'-3'0,"-7"-1"0,-4-3 0,2 0 0,10 4 0,17 9 0,17 11 0,22 13 0,22 16 0,18 14 0,15 12 0,9 15 0,-1 13-856,-8 10 856,-20 7 0,-30 8 0,-47 5 0,-25-18-7335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7.207"/>
    </inkml:context>
    <inkml:brush xml:id="br0">
      <inkml:brushProperty name="width" value="0.05" units="cm"/>
      <inkml:brushProperty name="height" value="0.05" units="cm"/>
      <inkml:brushProperty name="color" value="#FF0066"/>
    </inkml:brush>
  </inkml:definitions>
  <inkml:trace contextRef="#ctx0" brushRef="#br0">151 454 24575,'16'-19'0,"-1"-1"0,-1-1 0,-1 0 0,10-23 0,-4 8 0,14-24 0,-33 57 0,-6 7 0,-7 11 0,-26 41 0,3 1 0,2 3 0,3 0 0,-42 117 0,61-143 0,2-1 0,2 1 0,0 0 0,3 1 0,0 0 0,2 38 0,3-57 0,1-1 0,1 1 0,0-1 0,2 0 0,-1 0 0,2 0 0,6 14 0,-7-19 0,1-1 0,1 0 0,-1 0 0,1 0 0,1-1 0,0 0 0,0 0 0,0 0 0,1-1 0,0 0 0,12 7 0,-11-9 0,0 1 0,1-2 0,-1 1 0,1-1 0,0-1 0,0 0 0,0 0 0,0-1 0,1 0 0,18 0 0,-14-2 0,0-1 0,-1 0 0,1-1 0,0-1 0,-1 0 0,0-1 0,16-7 0,-8 1 0,1 0 0,-1-2 0,-1-1 0,0-1 0,-1-1 0,-1 0 0,0-1 0,33-38 0,-33 30 0,-1-2 0,-2 0 0,0-1 0,-1 0 0,-2-1 0,-1-1 0,-1 0 0,-2 0 0,-1-1 0,9-61 0,-13 49 0,-1-1 0,-2 1 0,-2-1 0,-2 1 0,-1 0 0,-3 0 0,-17-61 0,15 74 0,-1 1 0,-25-49 0,28 64 0,0 0 0,-2 1 0,1 0 0,-1 0 0,-1 1 0,0 0 0,-19-15 0,25 23 0,0 0 0,0 1 0,0-1 0,0 1 0,-1 0 0,1 0 0,-1 0 0,1 1 0,-1 0 0,0-1 0,0 2 0,1-1 0,-1 0 0,0 1 0,0 0 0,0 0 0,0 1 0,0-1 0,1 1 0,-1 0 0,0 0 0,0 1 0,1-1 0,-7 4 0,6-2 0,0 0 0,0 0 0,1 1 0,-1-1 0,1 1 0,0 0 0,0 0 0,0 1 0,0-1 0,1 1 0,0 0 0,0 0 0,0 0 0,1 0 0,-1 0 0,1 1 0,1-1 0,-1 1 0,1 0 0,-1 8 0,1-6-170,1 0-1,0 0 0,0 0 1,1 1-1,1-1 0,-1 0 1,5 14-1,8 13-6655</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7.438"/>
    </inkml:context>
    <inkml:brush xml:id="br0">
      <inkml:brushProperty name="width" value="0.05" units="cm"/>
      <inkml:brushProperty name="height" value="0.05" units="cm"/>
      <inkml:brushProperty name="color" value="#FF0066"/>
    </inkml:brush>
  </inkml:definitions>
  <inkml:trace contextRef="#ctx0" brushRef="#br0">179 66 24575,'6'-30'0,"-5"26"0,0 1 0,0-1 0,0 1 0,-1-1 0,1 0 0,-1-5 0,-2 5 0,-2 9 0,-3 12 0,-27 112 0,-19 152 0,-8 40 0,57-306-455,0 0 0,-8 17 0,3-15-6371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7.783"/>
    </inkml:context>
    <inkml:brush xml:id="br0">
      <inkml:brushProperty name="width" value="0.05" units="cm"/>
      <inkml:brushProperty name="height" value="0.05" units="cm"/>
      <inkml:brushProperty name="color" value="#FF0066"/>
    </inkml:brush>
  </inkml:definitions>
  <inkml:trace contextRef="#ctx0" brushRef="#br0">1 351 24575,'9'-21'0,"1"-1"0,1 2 0,19-26 0,-23 36 0,1 0 0,0 0 0,0 1 0,1 0 0,0 1 0,1 0 0,17-11 0,-25 17 0,0 1 0,0 0 0,0 0 0,0 0 0,0 1 0,0-1 0,1 0 0,-1 1 0,0-1 0,0 1 0,0 0 0,1 0 0,-1 0 0,0 0 0,0 0 0,1 0 0,-1 1 0,0-1 0,0 1 0,3 0 0,-2 1 0,-1 0 0,1-1 0,-1 1 0,1 0 0,-1 0 0,1 1 0,-1-1 0,0 0 0,0 1 0,0-1 0,-1 1 0,3 5 0,3 7 0,-1 1 0,0 0 0,-2 0 0,4 22 0,-6-29 0,32 211 0,-3-11 0,-22-165 0,3-1 0,26 71 0,-34-104 0,1-1 0,0 1 0,0-1 0,0 0 0,12 13 0,-16-21 0,0 0 0,0 1 0,0-1 0,0 0 0,1 0 0,-1 0 0,0 0 0,1 0 0,-1 0 0,1 0 0,-1 0 0,1 0 0,-1-1 0,1 1 0,-1-1 0,1 1 0,0-1 0,-1 0 0,1 1 0,0-1 0,0 0 0,-1 0 0,1 0 0,0 0 0,-1-1 0,1 1 0,0 0 0,-1-1 0,1 1 0,0-1 0,-1 1 0,1-1 0,-1 0 0,1 0 0,-1 0 0,1 0 0,-1 0 0,0 0 0,1 0 0,-1 0 0,0-1 0,2-1 0,3-5 0,0-1 0,0 1 0,-1-1 0,0 0 0,8-18 0,14-56 0,-18 52 0,84-329 0,-20-5 0,-68 340 0,-2 11 0,3-29 0,-8 38-1365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8.411"/>
    </inkml:context>
    <inkml:brush xml:id="br0">
      <inkml:brushProperty name="width" value="0.05" units="cm"/>
      <inkml:brushProperty name="height" value="0.05" units="cm"/>
      <inkml:brushProperty name="color" value="#FF0066"/>
    </inkml:brush>
  </inkml:definitions>
  <inkml:trace contextRef="#ctx0" brushRef="#br0">696 115 24575,'7'-36'0,"1"-3"0,-8 37 0,0 1 0,0-1 0,0 0 0,0 0 0,0 0 0,-1 1 0,1-1 0,0 0 0,-1 0 0,1 0 0,-1 1 0,0-1 0,1 0 0,-1 1 0,0-1 0,-2-2 0,2 3 0,0 0 0,0 1 0,-1-1 0,1 0 0,0 1 0,0-1 0,0 1 0,-1-1 0,1 1 0,0-1 0,0 1 0,-1 0 0,1 0 0,0 0 0,-1-1 0,1 1 0,0 1 0,-1-1 0,1 0 0,-2 1 0,-29 8 0,29-8 0,-34 14 0,0 3 0,1 0 0,2 2 0,0 2 0,1 1 0,1 2 0,1 1 0,-43 47 0,55-52 0,2 1 0,0 0 0,2 1 0,0 1 0,2 1 0,0 0 0,-15 46 0,23-57 0,1 0 0,1 1 0,0-1 0,1 1 0,0-1 0,1 1 0,1 0 0,0-1 0,1 1 0,1 0 0,0-1 0,1 0 0,0 1 0,2-1 0,-1 0 0,10 18 0,-9-23 0,0-1 0,1 1 0,0-1 0,1-1 0,-1 1 0,1-1 0,1 0 0,-1-1 0,1 0 0,0 0 0,11 6 0,-6-6 0,1 0 0,-1 0 0,1-1 0,0-1 0,0 0 0,1-1 0,17 1 0,-12-2 0,-1-1 0,0-1 0,1-1 0,-1-1 0,1-1 0,-1 0 0,0-1 0,0-2 0,-1 0 0,0 0 0,32-18 0,-43 20 0,0-1 0,0 0 0,-1 0 0,0 0 0,0-1 0,0 0 0,-1 0 0,0-1 0,0 0 0,-1 0 0,8-14 0,-11 18 0,0 1 0,0-1 0,0 0 0,0 1 0,-1-1 0,1 0 0,-1 0 0,0 1 0,1-1 0,-1 0 0,-1 0 0,1 0 0,0 1 0,-1-1 0,1 0 0,-1 0 0,0 1 0,0-1 0,0 1 0,0-1 0,0 1 0,-1-1 0,1 1 0,-1-1 0,1 1 0,-1 0 0,0 0 0,0 0 0,0 0 0,0 0 0,-1 1 0,1-1 0,0 0 0,-1 1 0,1 0 0,-1 0 0,-4-2 0,-5-2 0,1 2 0,-1 0 0,1 0 0,-1 1 0,0 0 0,0 1 0,0 0 0,-22 2 0,7 2 0,-1 1 0,-47 12 0,39-5 0,0 2 0,0 1 0,1 1 0,1 2 0,-34 23 0,53-31 0,0 2 0,1 0 0,0 0 0,1 2 0,0-1 0,1 2 0,0 0 0,1 0 0,1 1 0,0 0 0,1 1 0,-13 30 0,19-38 0,1 0 0,0 1 0,0-1 0,1 0 0,0 0 0,0 1 0,1-1 0,0 1 0,1-1 0,0 0 0,0 1 0,0-1 0,1 0 0,6 15 0,-4-14 0,0 0 0,1-1 0,0 0 0,1 0 0,0 0 0,0-1 0,0 0 0,1 0 0,0 0 0,1-1 0,-1 0 0,16 8 0,-5-4 0,0-2 0,1 0 0,0-1 0,0-1 0,1 0 0,0-2 0,0 0 0,0-2 0,0 0 0,34-1 0,-25-2 0,1-2 0,0-1 0,-1-1 0,0-2 0,0-1 0,44-18 0,-63 22 25,4-1 78,0-2 0,21-12 0,-32 17-184,-1 1 0,1-1 0,-1 0 0,0 1 1,0-1-1,0 0 0,0 0 0,0-1 0,0 1 0,0 0 0,-1 0 0,1-1 0,-1 1 0,1-1 0,-1 0 1,0 1-1,0-1 0,-1 0 0,1 0 0,0-5 0,-2-2-6745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58.954"/>
    </inkml:context>
    <inkml:brush xml:id="br0">
      <inkml:brushProperty name="width" value="0.05" units="cm"/>
      <inkml:brushProperty name="height" value="0.05" units="cm"/>
      <inkml:brushProperty name="color" value="#FF0066"/>
    </inkml:brush>
  </inkml:definitions>
  <inkml:trace contextRef="#ctx0" brushRef="#br0">5 402 24575,'-1'0'0,"1"-1"0,0 1 0,-1 0 0,1-1 0,0 1 0,0-1 0,-1 1 0,1 0 0,0-1 0,0 1 0,0-1 0,-1 1 0,1-1 0,0 1 0,0 0 0,0-1 0,0 1 0,0-1 0,0 1 0,0-1 0,0 1 0,0-1 0,0 1 0,0-1 0,0 1 0,0-1 0,1 1 0,-1 0 0,0-1 0,13-12 0,21-4 0,24-1 0,1 2 0,104-13 0,-130 24 0,474-57-1791,5 21-132,-486 39 1916,936-59-1836,105-8-234,-993 64 2308,299-33 1286,-339 32-772,-29 4 42,-6 0-661,-12-1-4082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7.265"/>
    </inkml:context>
    <inkml:brush xml:id="br0">
      <inkml:brushProperty name="width" value="0.05" units="cm"/>
      <inkml:brushProperty name="height" value="0.05" units="cm"/>
      <inkml:brushProperty name="color" value="#FF0066"/>
    </inkml:brush>
  </inkml:definitions>
  <inkml:trace contextRef="#ctx0" brushRef="#br0">50 1 24575,'-2'1'0,"0"1"0,-1 0 0,1 0 0,-1-1 0,1 1 0,-1-1 0,0 0 0,-3 1 0,4-1 0,-1 0 0,0 0 0,1 0 0,-1 1 0,1-1 0,-1 1 0,-2 2 0,6 0 0,9-2 0,11-1 0,479 1-901,-261-4 235,1572 23-2134,-1706-18 2864,491 10 345,-574-14 282,-18-1 1125,-9-2-1091,-11-4-1382,15 8 438,-16-7-6434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8.015"/>
    </inkml:context>
    <inkml:brush xml:id="br0">
      <inkml:brushProperty name="width" value="0.05" units="cm"/>
      <inkml:brushProperty name="height" value="0.05" units="cm"/>
      <inkml:brushProperty name="color" value="#FF0066"/>
    </inkml:brush>
  </inkml:definitions>
  <inkml:trace contextRef="#ctx0" brushRef="#br0">2654 316 24575,'0'-9'0,"0"0"0,-1 0 0,0 0 0,-1 0 0,0 0 0,0 0 0,-1 1 0,0-1 0,-1 1 0,-5-11 0,3 9 0,-1 1 0,0-1 0,-1 1 0,0 1 0,0-1 0,-1 1 0,-14-10 0,0 3 0,0 1 0,-1 1 0,-1 1 0,0 1 0,0 1 0,-1 1 0,0 2 0,-39-7 0,-8 4 0,-140-3 0,84 16-110,1 5 0,0 6 1,-154 36-1,94-3-110,-267 104 0,183-33 220,200-82 0,-110 76 0,164-100 0,0 2 0,1 0 0,1 1 0,0 1 0,1 0 0,-25 36 0,36-46 0,1 0 0,-1 0 0,1 0 0,1 1 0,0 0 0,0-1 0,0 1 0,0 0 0,1 0 0,0 0 0,1 8 0,0-9 0,1 0 0,0 0 0,0 0 0,1 0 0,-1-1 0,1 1 0,0 0 0,1-1 0,0 0 0,0 1 0,0-1 0,0 0 0,1-1 0,7 10 0,3-2 0,-1 1 0,1-2 1,1 1-1,0-2 0,1 0 0,0-1 0,18 7 1,128 42-27,-49-28-161,0-4 0,144 13 0,237-9-1278,333-47 478,-571-6 301,306-68 0,-254 10-309,-266 66 1069,-1-1-1,-1-1 0,0-3 0,-1-1 0,39-29 1,-66 41 26,-1 0 0,1-1 1,-2-1-1,1 1 0,-1-2 1,8-12-1,-14 19-24,-1 0 0,0-1 0,-1 1 0,1 0 0,-1-1 0,0 1 0,-1-1 0,1 0 0,-1 0 0,0 1 0,0-1 0,-1 0 0,0 0 0,0 0 0,0 0 0,-1 0 0,-2-10 0,0 8 19,0-1 1,-1 0-1,0 1 1,0 0-1,-1 0 0,0 0 1,-1 1-1,1 0 1,-1 0-1,-1 0 1,1 0-1,-14-9 1,-3-1 126,-1 2 1,-51-25 0,7 10-284,-2 2 0,-2 4-1,-124-25 1,-231-15-183,-461 11-729,766 52-3892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8.636"/>
    </inkml:context>
    <inkml:brush xml:id="br0">
      <inkml:brushProperty name="width" value="0.05" units="cm"/>
      <inkml:brushProperty name="height" value="0.05" units="cm"/>
      <inkml:brushProperty name="color" value="#FF0066"/>
    </inkml:brush>
  </inkml:definitions>
  <inkml:trace contextRef="#ctx0" brushRef="#br0">420 1 24575,'0'9'0,"-1"0"0,0 0 0,-4 14 0,-1 5 0,-97 615-350,-11 62-53,46-341 362,-39 232 636,103-570-499,-6 51 8,9-68-104,1-1 0,0 0 0,1 0 0,0 0 0,0 0-1,0 0 1,4 8 0,-4-13 0,1 0 0,-1-1 0,1 1 0,-1-1 0,1 1 0,0-1 0,0 0 0,0 1 0,1-1 0,-1 0 0,0-1 0,1 1 0,0 0 0,-1-1 0,1 1 0,0-1 0,-1 0 0,1 0 0,0 0 0,5 1 0,7 1 0,-1-1 0,1 0 0,15-1 0,-19-1 0,691-3-1126,-501-2 963,374-5-424,961-32-2047,-1492 40 2653,291-28 856,-328 28-664,1 1 1,0-1 0,-1-1 0,10-3-1,-16 6-161,0-1 0,0 1 0,0 0-1,0-1 1,-1 1 0,1-1 0,0 1-1,0-1 1,-1 1 0,1-1 0,0 1-1,-1-1 1,1 0 0,0 1 0,-1-1-1,1 0 1,-1 0 0,1 0 0,-1 1 0,0-1-1,1 0 1,-1 0 0,0 0 0,1 0-1,-1 0 1,0 1 0,0-1 0,0 0-1,0 0 1,0 0 0,0 0 0,0 0-1,0 0 1,0 0 0,-1 0 0,1 0-1,0 1 1,0-1 0,-1 0 0,1 0 0,-1 0-1,1 1 1,-1-1 0,1 0 0,-1 0-1,0 0 1,-6-7-5,-1 1-1,1-1 1,-1 2-1,-1-1 1,-13-8-1,-8-5-1457,6 0-5413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4:39.027"/>
    </inkml:context>
    <inkml:brush xml:id="br0">
      <inkml:brushProperty name="width" value="0.05" units="cm"/>
      <inkml:brushProperty name="height" value="0.05" units="cm"/>
      <inkml:brushProperty name="color" value="#FF0066"/>
    </inkml:brush>
  </inkml:definitions>
  <inkml:trace contextRef="#ctx0" brushRef="#br0">297 157 24575,'-7'-32'0,"-9"-32"0,15 58 0,-2 0 0,1 0 0,-1 0 0,0 0 0,0 0 0,-1 1 0,-4-7 0,7 11 0,1 1 0,-1-1 0,1 1 0,-1-1 0,1 1 0,-1-1 0,1 1 0,-1-1 0,0 1 0,1 0 0,-1-1 0,0 1 0,1 0 0,-1 0 0,0-1 0,0 1 0,1 0 0,-1 0 0,0 0 0,1 0 0,-1 0 0,0 0 0,0 0 0,1 0 0,-1 0 0,0 0 0,0 1 0,1-1 0,-1 0 0,0 0 0,1 1 0,-1-1 0,0 0 0,1 1 0,-1-1 0,0 1 0,1-1 0,-1 1 0,1-1 0,-1 1 0,1-1 0,-1 1 0,1-1 0,-1 1 0,1 0 0,0-1 0,-1 1 0,1 1 0,-4 5 0,0 0 0,1-1 0,-4 13 0,-4 17 0,1 1 0,3 0 0,-5 45 0,0 119 0,11-173 0,-15 490-119,-11 241-271,-39-1 158,53-668 214,-10 99-588</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0.457"/>
    </inkml:context>
    <inkml:brush xml:id="br0">
      <inkml:brushProperty name="width" value="0.05" units="cm"/>
      <inkml:brushProperty name="height" value="0.05" units="cm"/>
      <inkml:brushProperty name="color" value="#FF0066"/>
    </inkml:brush>
  </inkml:definitions>
  <inkml:trace contextRef="#ctx0" brushRef="#br0">20 40 24575,'-6'-5'0,"-8"-8"0,14 12 0,0 1 0,0-1 0,0 1 0,0 0 0,0-1 0,0 1 0,0-1 0,0 1 0,0 0 0,0-1 0,0 1 0,1-1 0,-1 1 0,0 0 0,0-1 0,0 1 0,0-1 0,1 1 0,-1 0 0,0-1 0,0 1 0,1 0 0,-1 0 0,0-1 0,1 1 0,-1 0 0,0-1 0,1 1 0,-1 0 0,0 0 0,1 0 0,-1 0 0,1-1 0,-1 1 0,0 0 0,1 0 0,-1 0 0,1 0 0,-1 0 0,0 0 0,1 0 0,-1 0 0,1 0 0,0 0 0,20-4 0,2 2 0,-1 0 0,0 1 0,34 3 0,-3 0 0,86-4 223,182 8-1811,-284-2-5238</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0.645"/>
    </inkml:context>
    <inkml:brush xml:id="br0">
      <inkml:brushProperty name="width" value="0.05" units="cm"/>
      <inkml:brushProperty name="height" value="0.05" units="cm"/>
      <inkml:brushProperty name="color" value="#FF0066"/>
    </inkml:brush>
  </inkml:definitions>
  <inkml:trace contextRef="#ctx0" brushRef="#br0">1 1 24575,'0'3'0,"3"1"0,4 0 0,6-1 0,8-1 0,5 0 0,8-2 0,10-2 0,8-2 0,9 0 0,5 0 0,3 2 0,-2 1 0,-2 0 0,-4 0 0,-13 1-8191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0.817"/>
    </inkml:context>
    <inkml:brush xml:id="br0">
      <inkml:brushProperty name="width" value="0.05" units="cm"/>
      <inkml:brushProperty name="height" value="0.05" units="cm"/>
      <inkml:brushProperty name="color" value="#FF0066"/>
    </inkml:brush>
  </inkml:definitions>
  <inkml:trace contextRef="#ctx0" brushRef="#br0">0 0 24575,'3'3'0,"4"1"0,7 0 0,9-2 0,10 1 0,12-2 0,12-3 0,12-2 0,5 1 0,-9 0-8191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1.037"/>
    </inkml:context>
    <inkml:brush xml:id="br0">
      <inkml:brushProperty name="width" value="0.05" units="cm"/>
      <inkml:brushProperty name="height" value="0.05" units="cm"/>
      <inkml:brushProperty name="color" value="#FF0066"/>
    </inkml:brush>
  </inkml:definitions>
  <inkml:trace contextRef="#ctx0" brushRef="#br0">19 1 24575,'-6'3'0,"-2"4"0,3 0 0,6 0 0,11-2 0,10-2 0,13-1 0,12-3 0,13-3 0,11 0 0,8 1 0,6-2 0,0-1 0,-2 1 0,-5 2 0,-14 1-8191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1.488"/>
    </inkml:context>
    <inkml:brush xml:id="br0">
      <inkml:brushProperty name="width" value="0.05" units="cm"/>
      <inkml:brushProperty name="height" value="0.05" units="cm"/>
      <inkml:brushProperty name="color" value="#FF0066"/>
    </inkml:brush>
  </inkml:definitions>
  <inkml:trace contextRef="#ctx0" brushRef="#br0">29 105 24575,'-1'-1'0,"-1"1"0,1-1 0,0 0 0,0 1 0,0-1 0,0 0 0,0 0 0,0 1 0,0-1 0,0 0 0,0 0 0,1 0 0,-1 0 0,0 0 0,0 0 0,1 0 0,-1-2 0,-10-20 0,11 22 0,0-1 0,-1 1 0,1 0 0,0-1 0,0 1 0,0 0 0,0-1 0,0 1 0,0 0 0,1 0 0,-1-1 0,0 1 0,1 0 0,-1-1 0,1 1 0,-1 0 0,1 0 0,0 0 0,-1 0 0,1 0 0,1-2 0,0 1 0,1 0 0,-1 0 0,1 0 0,-1 1 0,1-1 0,0 1 0,-1-1 0,1 1 0,3-1 0,8-2 0,0 1 0,0 0 0,17 0 0,-25 2 0,39-2 110,1 2 0,59 6 1,90 19-1060,-150-17 202,5 0-6079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1.677"/>
    </inkml:context>
    <inkml:brush xml:id="br0">
      <inkml:brushProperty name="width" value="0.05" units="cm"/>
      <inkml:brushProperty name="height" value="0.05" units="cm"/>
      <inkml:brushProperty name="color" value="#FF0066"/>
    </inkml:brush>
  </inkml:definitions>
  <inkml:trace contextRef="#ctx0" brushRef="#br0">22 0 24575,'-3'3'0,"-4"4"0,-1 4 0,4 0 0,9-2 0,9-3 0,8-2 0,10-1 0,10-2 0,8-1 0,10 0 0,6-1 0,4 1 0,2-1 0,1 1 0,-13 0-8191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1.846"/>
    </inkml:context>
    <inkml:brush xml:id="br0">
      <inkml:brushProperty name="width" value="0.05" units="cm"/>
      <inkml:brushProperty name="height" value="0.05" units="cm"/>
      <inkml:brushProperty name="color" value="#FF0066"/>
    </inkml:brush>
  </inkml:definitions>
  <inkml:trace contextRef="#ctx0" brushRef="#br0">8 0 24575,'-3'3'0,"-1"4"0,4 1 0,7-2 0,11-1 0,12-1 0,9-2 0,11-1 0,7-4 0,7-1 0,4 0 0,-9 1-8191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2.050"/>
    </inkml:context>
    <inkml:brush xml:id="br0">
      <inkml:brushProperty name="width" value="0.05" units="cm"/>
      <inkml:brushProperty name="height" value="0.05" units="cm"/>
      <inkml:brushProperty name="color" value="#FF0066"/>
    </inkml:brush>
  </inkml:definitions>
  <inkml:trace contextRef="#ctx0" brushRef="#br0">7 0 24575,'-3'3'0,"-1"4"0,7 1 0,4-2 0,12-1 0,13-1 0,13-2 0,11-1 0,14-1 0,13-3 0,9-1 0,8-3 0,-14 0-8191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2.405"/>
    </inkml:context>
    <inkml:brush xml:id="br0">
      <inkml:brushProperty name="width" value="0.05" units="cm"/>
      <inkml:brushProperty name="height" value="0.05" units="cm"/>
      <inkml:brushProperty name="color" value="#FF0066"/>
    </inkml:brush>
  </inkml:definitions>
  <inkml:trace contextRef="#ctx0" brushRef="#br0">1 18 24575,'3'0'0,"4"0"0,6 0 0,10-3 0,11-1 0,7 1 0,9 0 0,8 1 0,6 0 0,4 2 0,-10-1-8191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2.576"/>
    </inkml:context>
    <inkml:brush xml:id="br0">
      <inkml:brushProperty name="width" value="0.05" units="cm"/>
      <inkml:brushProperty name="height" value="0.05" units="cm"/>
      <inkml:brushProperty name="color" value="#FF0066"/>
    </inkml:brush>
  </inkml:definitions>
  <inkml:trace contextRef="#ctx0" brushRef="#br0">67 0 24575,'-6'0'0,"-7"3"0,-6 1 0,1 3 0,7 0 0,11 2 0,11-1 0,13-2 0,15 2 0,11-1 0,10 1 0,3 0 0,-8-3-8191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2.750"/>
    </inkml:context>
    <inkml:brush xml:id="br0">
      <inkml:brushProperty name="width" value="0.05" units="cm"/>
      <inkml:brushProperty name="height" value="0.05" units="cm"/>
      <inkml:brushProperty name="color" value="#FF0066"/>
    </inkml:brush>
  </inkml:definitions>
  <inkml:trace contextRef="#ctx0" brushRef="#br0">0 1 24575,'0'3'0,"0"3"0,3 5 0,7 0 0,7-2 0,11-3 0,11-2 0,8-1 0,9-2 0,3-1 0,0 0 0,0-1 0,-11 1-8191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2.936"/>
    </inkml:context>
    <inkml:brush xml:id="br0">
      <inkml:brushProperty name="width" value="0.05" units="cm"/>
      <inkml:brushProperty name="height" value="0.05" units="cm"/>
      <inkml:brushProperty name="color" value="#FF0066"/>
    </inkml:brush>
  </inkml:definitions>
  <inkml:trace contextRef="#ctx0" brushRef="#br0">1 1 24575,'0'3'0,"3"1"0,4 0 0,7-1 0,9-1 0,11-3 0,7-3 0,10 1 0,7 0 0,5 0 0,5 2 0,-10 0-8191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3.091"/>
    </inkml:context>
    <inkml:brush xml:id="br0">
      <inkml:brushProperty name="width" value="0.05" units="cm"/>
      <inkml:brushProperty name="height" value="0.05" units="cm"/>
      <inkml:brushProperty name="color" value="#FF0066"/>
    </inkml:brush>
  </inkml:definitions>
  <inkml:trace contextRef="#ctx0" brushRef="#br0">8 1 24575,'-3'0'0,"-1"3"0,6 1 0,9 3 0,14 0 0,18-1 0,16-2 0,16-1 0,13-1 0,-9-2-8191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3.822"/>
    </inkml:context>
    <inkml:brush xml:id="br0">
      <inkml:brushProperty name="width" value="0.05" units="cm"/>
      <inkml:brushProperty name="height" value="0.05" units="cm"/>
      <inkml:brushProperty name="color" value="#FF0066"/>
    </inkml:brush>
  </inkml:definitions>
  <inkml:trace contextRef="#ctx0" brushRef="#br0">38 37 24575,'-3'-3'0,"-4"-1"0,-4 0 0,0-2 0,5 0 0,6 1 0,10 1 0,8 2 0,11 1 0,8 0 0,11 1 0,11 0 0,8 0 0,7 1 0,-9-1-8191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3.979"/>
    </inkml:context>
    <inkml:brush xml:id="br0">
      <inkml:brushProperty name="width" value="0.05" units="cm"/>
      <inkml:brushProperty name="height" value="0.05" units="cm"/>
      <inkml:brushProperty name="color" value="#FF0066"/>
    </inkml:brush>
  </inkml:definitions>
  <inkml:trace contextRef="#ctx0" brushRef="#br0">30 1 24575,'-6'3'0,"-8"4"0,4 3 0,10 1 0,11-2 0,16-2 0,14-3 0,1-2-8191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4.136"/>
    </inkml:context>
    <inkml:brush xml:id="br0">
      <inkml:brushProperty name="width" value="0.05" units="cm"/>
      <inkml:brushProperty name="height" value="0.05" units="cm"/>
      <inkml:brushProperty name="color" value="#FF0066"/>
    </inkml:brush>
  </inkml:definitions>
  <inkml:trace contextRef="#ctx0" brushRef="#br0">0 0 24575,'3'3'0,"7"4"0,11 4 0,13 0 0,16 1 0,17-2 0,15-2 0,8 1 0,-11-2-8191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6.424"/>
    </inkml:context>
    <inkml:brush xml:id="br0">
      <inkml:brushProperty name="width" value="0.05" units="cm"/>
      <inkml:brushProperty name="height" value="0.05" units="cm"/>
      <inkml:brushProperty name="color" value="#FF0066"/>
    </inkml:brush>
  </inkml:definitions>
  <inkml:trace contextRef="#ctx0" brushRef="#br0">1 110 24575,'2'-3'0,"0"0"0,0 0 0,-1 0 0,1 0 0,0 0 0,-1-1 0,0 1 0,0 0 0,0-1 0,-1 1 0,1-1 0,-1 0 0,1 1 0,-1-1 0,-1-5 0,1 4 0,0 0 0,1 1 0,-1-1 0,1 0 0,0 0 0,2-6 0,-3 11 0,0-1 0,0 1 0,0-1 0,0 1 0,0 0 0,0-1 0,0 1 0,0-1 0,1 1 0,-1 0 0,0-1 0,0 1 0,0 0 0,0-1 0,1 1 0,-1 0 0,0-1 0,0 1 0,1 0 0,-1-1 0,0 1 0,1 0 0,-1 0 0,0-1 0,1 1 0,-1 0 0,0 0 0,1 0 0,-1 0 0,0-1 0,1 1 0,-1 0 0,1 0 0,-1 0 0,0 0 0,1 0 0,-1 0 0,1 0 0,-1 0 0,0 0 0,1 0 0,-1 0 0,1 0 0,-1 0 0,0 1 0,1-1 0,-1 0 0,0 0 0,1 0 0,-1 0 0,1 1 0,-1-1 0,0 0 0,0 0 0,1 1 0,-1-1 0,0 0 0,1 1 0,-1-1 0,0 0 0,0 1 0,0-1 0,1 0 0,-1 1 0,0-1 0,0 1 0,10 26 0,-7-10-195,-1 0 0,-1-1 0,-1 1 0,0 0 0,-1 0 0,-5 24 0,3-29-6631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7.325"/>
    </inkml:context>
    <inkml:brush xml:id="br0">
      <inkml:brushProperty name="width" value="0.05" units="cm"/>
      <inkml:brushProperty name="height" value="0.05" units="cm"/>
      <inkml:brushProperty name="color" value="#FF0066"/>
    </inkml:brush>
  </inkml:definitions>
  <inkml:trace contextRef="#ctx0" brushRef="#br0">75 57 24575,'2'-3'0,"-1"0"0,1 1 0,-1-1 0,1 0 0,-1 0 0,0 0 0,0 0 0,0 0 0,0 0 0,-1 0 0,1-1 0,-1-4 0,2-4 0,-39 230 0,11 2 0,1 283 0,24-452 0,-1-25 0,2 1 0,1-1 0,5 31 0,-1-47 0,1-13 0,5-18 0,41-107 0,-16 36 0,3 3 0,52-87 0,-79 157 0,21-26 0,-29 40 0,1 0 0,1-1 0,-1 2 0,1-1 0,-1 1 0,1-1 0,1 2 0,8-5 0,-13 7 0,0 0 0,0 0 0,0 0 0,0 1 0,0-1 0,0 1 0,0 0 0,0-1 0,1 1 0,-1 0 0,0 0 0,0 1 0,0-1 0,0 0 0,0 1 0,1-1 0,-1 1 0,3 1 0,-1 0 0,-1 0 0,0 0 0,-1 1 0,1-1 0,0 0 0,-1 1 0,1 0 0,-1 0 0,0-1 0,3 6 0,2 5 0,0 1 0,-1 1 0,0-1 0,3 17 0,-8-29 0,18 76 143,11 95-1,-3-12-1792,-18-121-5176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7.947"/>
    </inkml:context>
    <inkml:brush xml:id="br0">
      <inkml:brushProperty name="width" value="0.05" units="cm"/>
      <inkml:brushProperty name="height" value="0.05" units="cm"/>
      <inkml:brushProperty name="color" value="#FF0066"/>
    </inkml:brush>
  </inkml:definitions>
  <inkml:trace contextRef="#ctx0" brushRef="#br0">208 632 24575,'39'-54'0,"-21"30"0,-1 1 0,-2-2 0,21-42 0,-35 64 0,0 1 0,0-1 0,0 0 0,-1 1 0,1-1 0,-1 0 0,1 1 0,-1-1 0,0 0 0,0 0 0,-1-3 0,1 5 0,-1 0 0,1 0 0,0 0 0,-1 0 0,1 0 0,-1 0 0,1 1 0,-1-1 0,0 0 0,1 0 0,-1 1 0,0-1 0,0 0 0,1 1 0,-1-1 0,0 1 0,0-1 0,0 1 0,0-1 0,0 1 0,0 0 0,0-1 0,1 1 0,-1 0 0,0 0 0,0 0 0,0 0 0,0 0 0,0 0 0,0 0 0,0 0 0,0 0 0,0 0 0,-1 1 0,-7 0 0,1 1 0,0 0 0,-1 0 0,1 1 0,1 1 0,-1-1 0,0 1 0,1 0 0,-12 9 0,0 1 0,1 2 0,-21 20 0,22-18 0,1 1 0,1 0 0,1 1 0,1 1 0,0 0 0,1 1 0,-13 35 0,21-45 0,0 1 0,1-1 0,1 1 0,0 0 0,0 0 0,1 25 0,2-29 0,0-1 0,0 1 0,1-1 0,0 1 0,0-1 0,1 0 0,0 0 0,1 0 0,0-1 0,0 1 0,7 9 0,-6-11 0,0 0 0,0-1 0,0 1 0,0-1 0,1-1 0,0 1 0,0-1 0,0 0 0,0 0 0,1 0 0,0-1 0,-1 0 0,1-1 0,0 1 0,0-2 0,1 1 0,-1-1 0,0 1 0,1-2 0,-1 1 0,0-1 0,1-1 0,-1 1 0,1-1 0,9-3 0,-2 1 0,0-2 0,0 0 0,0-1 0,-1 0 0,0-1 0,0-1 0,-1 0 0,0-1 0,0 0 0,-1-1 0,13-14 0,1-5 0,-2-1 0,0-2 0,-2 0 0,-2-2 0,-1 0 0,-2-1 0,18-50 0,0-18 0,29-146 0,-20 37 0,-74 393 0,23-126 0,0 97 0,23 26 0,-12-150 0,2 0 0,1 0 0,2-1 0,14 32 0,-21-53 0,1-1 0,0 1 0,0-1 0,1 0 0,-1 0 0,1 0 0,0 0 0,1-1 0,-1 0 0,6 5 0,-7-8 0,-1 1 0,1-1 0,0 1 0,-1-1 0,1 0 0,0 0 0,0 0 0,0 0 0,0-1 0,0 1 0,0-1 0,0 0 0,0 0 0,0 0 0,0 0 0,0 0 0,0-1 0,0 1 0,0-1 0,0 0 0,0 0 0,4-1 0,3-4 0,1 0 0,-1 0 0,0-1 0,-1 0 0,1-1 0,-1 0 0,12-15 0,50-69 0,-69 90 0,68-117 0,-22 35 0,-48 83 0,1 0 0,-1 0 0,1 0 0,-1 1 0,1-1 0,-1 0 0,1 0 0,-1 1 0,1-1 0,0 0 0,-1 1 0,1-1 0,0 0 0,-1 1 0,1-1 0,0 1 0,0-1 0,0 1 0,0 0 0,0-1 0,0 1 0,0 0 0,0 0 0,-1 1 0,1-1 0,-1 1 0,0-1 0,1 0 0,-1 1 0,1-1 0,-1 1 0,0-1 0,1 1 0,-1 0 0,0-1 0,1 1 0,-1-1 0,0 1 0,0 0 0,0-1 0,1 1 0,-1-1 0,0 1 0,0 1 0,2 49 0,-2-43 0,-1 61 122,-1-21-494,2-1 1,2 0-1,15 85 0,-11-108-6454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08.071"/>
    </inkml:context>
    <inkml:brush xml:id="br0">
      <inkml:brushProperty name="width" value="0.05" units="cm"/>
      <inkml:brushProperty name="height" value="0.05" units="cm"/>
      <inkml:brushProperty name="color" value="#FF0066"/>
    </inkml:brush>
  </inkml:definitions>
  <inkml:trace contextRef="#ctx0" brushRef="#br0">34 106 24575,'0'-9'0,"-3"-9"0,-1-7 0,-2 0 0,-4 5 0,0 12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7.875"/>
    </inkml:context>
    <inkml:brush xml:id="br0">
      <inkml:brushProperty name="width" value="0.05" units="cm"/>
      <inkml:brushProperty name="height" value="0.05" units="cm"/>
      <inkml:brushProperty name="color" value="#FF0066"/>
    </inkml:brush>
  </inkml:definitions>
  <inkml:trace contextRef="#ctx0" brushRef="#br0">35 39 24575,'1'0'0,"0"-1"0,0 1 0,1-1 0,-1 1 0,0-1 0,0 0 0,0 0 0,0 0 0,0 1 0,0-1 0,0 0 0,-1 0 0,1 0 0,0 0 0,0-1 0,-1 1 0,1 0 0,0-2 0,0 1 0,0 1 0,-1-1 0,1 1 0,0 0 0,0-1 0,0 1 0,0 0 0,0-1 0,0 1 0,1 0 0,-1 0 0,0 0 0,0 0 0,1 0 0,2-1 0,-4 2 0,1 0 0,-1 0 0,1 0 0,-1 0 0,0 0 0,1 1 0,-1-1 0,1 0 0,-1 0 0,0 0 0,1 0 0,-1 1 0,1-1 0,-1 0 0,0 0 0,1 1 0,-1-1 0,0 0 0,1 1 0,-1-1 0,0 0 0,0 1 0,1-1 0,-1 0 0,0 1 0,0-1 0,0 0 0,0 1 0,1-1 0,-1 1 0,0-1 0,0 0 0,0 1 0,0-1 0,0 1 0,0-1 0,0 1 0,0 19 0,0-19 0,-31 218 0,6-69 0,18-90 0,-2-3 0,2 0 0,4 1 0,4 74 0,-1-127 0,0 0 0,1 0 0,0-1 0,0 1 0,0 0 0,0-1 0,1 1 0,0-1 0,0 0 0,0 1 0,0-1 0,1 0 0,-1 0 0,1-1 0,0 1 0,0 0 0,1-1 0,-1 0 0,1 0 0,0 0 0,-1 0 0,1 0 0,1-1 0,-1 0 0,0 0 0,0 0 0,1 0 0,-1-1 0,1 0 0,7 2 0,13 1 0,0-1 0,0-1 0,0-1 0,32-3 0,105-18 0,-141 17 0,741-142-881,-487 88 694,-73 15 187,575-95 0,-760 135 0,46-2 0,-63 4 2,0 0 0,0-1 1,1 1-1,-1 0 0,0 0 0,0 0 1,1 0-1,-1 0 0,0 0 1,0 0-1,1 0 0,-1 0 0,0 0 1,0 0-1,1 0 0,-1 0 0,0 0 1,0 0-1,1 0 0,-1 0 1,0 0-1,0 0 0,0 1 0,1-1 1,-1 0-1,0 0 0,0 0 1,1 0-1,-1 0 0,0 1 0,0-1 1,0 0-1,0 0 0,1 0 0,-1 0 1,0 1-1,0-1 0,0 0 1,0 0-1,0 1 0,0-1 0,0 0 1,1 0-1,-1 1 0,0-1 1,0 0-1,0 0 0,0 1 0,0-1 1,0 0-1,0 0 0,0 1 0,0-1 1,-1 0-1,1 0 0,0 1 1,0-1-1,0 0 0,0 0 0,0 0 1,0 1-1,0-1 0,0 0 0,-1 1 1,-14 13 565,12-11-394,-16 15-142,1 0 0,1 1 0,1 1-1,0 1 1,2 0 0,-22 44 0,21-31-41,1 1 0,1 1 0,3 0 0,-7 40 0,0 27 176,-5 162 0,22 106-1220,1-298 407,-1-33-6180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8.235"/>
    </inkml:context>
    <inkml:brush xml:id="br0">
      <inkml:brushProperty name="width" value="0.05" units="cm"/>
      <inkml:brushProperty name="height" value="0.05" units="cm"/>
      <inkml:brushProperty name="color" value="#FF0066"/>
    </inkml:brush>
  </inkml:definitions>
  <inkml:trace contextRef="#ctx0" brushRef="#br0">22 40 24575,'-6'5'0,"-8"8"0,14-13 0,-1 1 0,1-1 0,0 0 0,0 1 0,0-1 0,0 0 0,0 1 0,0-1 0,0 0 0,0 1 0,0-1 0,0 0 0,0 1 0,0-1 0,0 1 0,0-1 0,0 0 0,0 1 0,0-1 0,0 0 0,1 1 0,-1-1 0,0 0 0,0 1 0,0-1 0,1 0 0,-1 0 0,0 1 0,0-1 0,1 0 0,-1 0 0,0 1 0,1-1 0,-1 0 0,0 0 0,0 0 0,1 1 0,-1-1 0,1 0 0,-1 0 0,0 0 0,1 0 0,-1 0 0,0 0 0,1 0 0,-1 0 0,1 0 0,68 21 0,40 14 0,-40-4 0,46 17 0,-111-46 0,-1-1 0,0-1 0,0 1 0,0 0 0,1-1 0,-1 0 0,0 0 0,0 0 0,1 0 0,-1 0 0,0-1 0,0 1 0,1-1 0,-1 0 0,0 0 0,0 0 0,0 0 0,0 0 0,0-1 0,0 0 0,3-2 0,4-4 0,-1 0 0,0-1 0,-1 0 0,11-15 0,7-7 0,-6 11 0,58-59 0,-78 79 15,1-1 0,-1 0 0,1 1 0,0-1-1,-1 1 1,1-1 0,0 1 0,-1-1 0,1 1 0,0 0-1,0-1 1,-1 1 0,1 0 0,0 0 0,0-1 0,0 1 0,0 0-1,-1 0 1,1 0 0,0 0 0,0 0 0,1 0 0,-1 1-76,-1-1 0,1 1 0,-1-1 0,1 1 0,-1-1 0,0 1 0,1-1 0,-1 1 0,0-1 0,1 1 0,-1 0 0,0-1 0,0 1 0,1-1 0,-1 1 0,0 0 0,0-1 0,0 1 1,0 0-1,0-1 0,0 1 0,0 0 0,0-1 0,0 1 0,0 0 0,0-1 0,-1 2 0,-2 11-6765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19.045"/>
    </inkml:context>
    <inkml:brush xml:id="br0">
      <inkml:brushProperty name="width" value="0.05" units="cm"/>
      <inkml:brushProperty name="height" value="0.05" units="cm"/>
      <inkml:brushProperty name="color" value="#FF0066"/>
    </inkml:brush>
  </inkml:definitions>
  <inkml:trace contextRef="#ctx0" brushRef="#br0">384 53 24575,'1'0'0,"1"0"0,0 0 0,-1-1 0,1 1 0,-1 0 0,1-1 0,0 1 0,-1-1 0,1 1 0,-1-1 0,1 0 0,-1 0 0,1 1 0,-1-1 0,0 0 0,1 0 0,-1-1 0,0 1 0,0 0 0,0 0 0,0 0 0,1-3 0,-1 4 0,-1-1 0,0 0 0,0 1 0,1-1 0,-1 0 0,0 1 0,0-1 0,0 0 0,0 1 0,0-1 0,0 0 0,0 1 0,0-1 0,0 0 0,0 1 0,0-1 0,0 0 0,-1 1 0,1-1 0,0 0 0,-1 0 0,0 0 0,0 0 0,0 0 0,1 0 0,-1 0 0,-1 0 0,1 0 0,0 0 0,0 1 0,0-1 0,0 0 0,0 1 0,-1-1 0,1 1 0,-3-1 0,-6-2 0,-1 2 0,0-1 0,0 1 0,1 1 0,-1 0 0,0 1 0,0 0 0,0 0 0,1 1 0,-1 1 0,1 0 0,-1 0 0,1 1 0,0 0 0,-17 10 0,10-4 0,1 0 0,0 1 0,0 1 0,1 1 0,1 0 0,0 0 0,-24 32 0,29-32 0,1-1 0,1 2 0,0-1 0,0 1 0,2 0 0,-1 1 0,2-1 0,0 1 0,-2 20 0,5-30 0,0 1 0,1 0 0,-1 0 0,1 0 0,1 0 0,-1 0 0,1-1 0,0 1 0,1 0 0,-1-1 0,1 1 0,0 0 0,1-1 0,-1 0 0,1 0 0,0 0 0,0 0 0,1 0 0,-1 0 0,1-1 0,0 0 0,0 1 0,1-2 0,-1 1 0,1 0 0,9 4 0,-4-3 31,0 0 0,1-2 0,0 1 0,-1-1 0,1-1 0,0 0 0,0 0 0,0-1 1,1-1-1,20-1 0,-13-1-316,0-1 1,0-1-1,0 0 1,-1-1-1,26-11 1,-4-3-6542</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3.265"/>
    </inkml:context>
    <inkml:brush xml:id="br0">
      <inkml:brushProperty name="width" value="0.05" units="cm"/>
      <inkml:brushProperty name="height" value="0.05" units="cm"/>
      <inkml:brushProperty name="color" value="#FF0066"/>
    </inkml:brush>
  </inkml:definitions>
  <inkml:trace contextRef="#ctx0" brushRef="#br0">367 719 24575,'6'-26'0,"-5"22"0,0 1 0,0-1 0,-1 1 0,1-1 0,-1 1 0,1-7 0,-2 9 0,1 0 0,0 0 0,0 0 0,-1-1 0,1 1 0,-1 0 0,1 0 0,-1 0 0,0 0 0,1 0 0,-1 0 0,0 0 0,1 0 0,-1 0 0,0 0 0,0 1 0,0-1 0,0 0 0,0 0 0,0 1 0,0-1 0,0 1 0,0-1 0,-2 0 0,-3-1 0,1 1 0,-1 0 0,0 0 0,0 0 0,1 1 0,-1-1 0,0 1 0,0 1 0,0-1 0,0 1 0,1 0 0,-9 3 0,0 0 0,-1 0 0,1 2 0,-22 11 0,18-6 0,1 0 0,0 1 0,0 0 0,2 2 0,-26 26 0,33-31 0,1 0 0,0 0 0,0 1 0,1 0 0,0 0 0,1 0 0,0 1 0,1 0 0,0 0 0,1 0 0,-4 20 0,6-27 0,1 0 0,-1 1 0,1-1 0,0 0 0,1 0 0,-1 1 0,1-1 0,0 0 0,0 1 0,0-1 0,0 0 0,1 0 0,0 0 0,0 0 0,0-1 0,0 1 0,4 4 0,-3-4 0,1-1 0,0 1 0,0-1 0,0 0 0,0 0 0,1 0 0,-1-1 0,1 0 0,0 0 0,-1 0 0,1 0 0,9 1 0,-1-1 0,0 0 0,1-1 0,-1-1 0,0 0 0,1-1 0,-1 0 0,0-1 0,0 0 0,0-1 0,17-7 0,-15 4 0,0-1 0,0 0 0,-1-1 0,0-1 0,0 0 0,-1-1 0,0 0 0,-1-1 0,0 0 0,18-24 0,-17 16 0,0 0 0,-1-2 0,-2 1 0,0-1 0,-1 0 0,12-42 0,-10 17 0,-2-1 0,5-71 0,-7-88 0,-10-81 0,3 617 0,-1-138 0,1-132 89,-1 20-816,16 140 0,-8-182-6099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3.640"/>
    </inkml:context>
    <inkml:brush xml:id="br0">
      <inkml:brushProperty name="width" value="0.05" units="cm"/>
      <inkml:brushProperty name="height" value="0.05" units="cm"/>
      <inkml:brushProperty name="color" value="#FF0066"/>
    </inkml:brush>
  </inkml:definitions>
  <inkml:trace contextRef="#ctx0" brushRef="#br0">349 125 24575,'1'-2'0,"0"1"0,0-1 0,0 0 0,1 0 0,-2 0 0,1 0 0,0 0 0,0 0 0,-1 0 0,1 0 0,-1 0 0,1 0 0,-1 0 0,0 0 0,0 0 0,0-1 0,0 1 0,0 0 0,0 0 0,-1 0 0,1 0 0,-1 0 0,0 0 0,1 0 0,-1 0 0,0 0 0,0 0 0,0 0 0,0 0 0,-3-2 0,1-1 0,0 1 0,0-1 0,-1 1 0,0 0 0,0 0 0,0 0 0,0 1 0,-1 0 0,0-1 0,-8-3 0,3 4 0,0 0 0,-1 0 0,1 2 0,0-1 0,-1 1 0,0 1 0,1 0 0,-1 0 0,1 1 0,-1 0 0,1 1 0,-1 0 0,1 1 0,0 0 0,0 1 0,-14 6 0,16-5 0,0-1 0,0 1 0,0 0 0,1 0 0,0 1 0,0 0 0,0 0 0,-9 13 0,12-14 0,1 0 0,0 1 0,0-1 0,0 1 0,0-1 0,1 1 0,0 0 0,0 0 0,1 0 0,0 0 0,0 0 0,0 0 0,1 10 0,0-9 0,1 1 0,1-1 0,0 1 0,0-1 0,0 0 0,1 0 0,0 0 0,0 0 0,1 0 0,0-1 0,0 1 0,0-1 0,1 0 0,0 0 0,0-1 0,1 1 0,8 5 0,11 9 0,0-2 0,51 27 0,-68-40 0,65 33 0,58 35 0,-130-72 0,1 0 0,0 1 0,0-1 0,-1 0 0,1 1 0,0-1 0,-1 1 0,1-1 0,-1 1 0,0 0 0,0-1 0,0 1 0,0 0 0,1 2 0,-2-3 0,0 0 0,0 0 0,0 0 0,0 0 0,0 0 0,-1 0 0,1 0 0,0-1 0,-1 1 0,1 0 0,0 0 0,-1 0 0,1-1 0,-1 1 0,0 0 0,1 0 0,-1-1 0,0 1 0,1 0 0,-1-1 0,0 1 0,1-1 0,-1 1 0,0-1 0,0 0 0,0 1 0,0-1 0,0 0 0,1 1 0,-1-1 0,0 0 0,0 0 0,-2 0 0,-22 7 86,-1-1-1,0-1 0,-39 2 1,-79-6-1793,92-4-5119</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4.206"/>
    </inkml:context>
    <inkml:brush xml:id="br0">
      <inkml:brushProperty name="width" value="0.05" units="cm"/>
      <inkml:brushProperty name="height" value="0.05" units="cm"/>
      <inkml:brushProperty name="color" value="#FF0066"/>
    </inkml:brush>
  </inkml:definitions>
  <inkml:trace contextRef="#ctx0" brushRef="#br0">370 687 24575,'0'0'0,"0"-18"0,0 1 0,-1-1 0,-1 1 0,0 0 0,-7-23 0,8 37 0,0-1 0,0 1 0,-1-1 0,1 1 0,-1 0 0,0 0 0,0-1 0,0 1 0,-1 1 0,1-1 0,-1 0 0,1 1 0,-1-1 0,0 1 0,0-1 0,0 1 0,0 0 0,0 1 0,-1-1 0,1 0 0,0 1 0,-1 0 0,1 0 0,-1 0 0,0 0 0,1 1 0,-1-1 0,0 1 0,1 0 0,-1 0 0,-6 1 0,0 0 0,0 1 0,0 1 0,0 0 0,1 0 0,-1 1 0,1 0 0,0 0 0,0 1 0,1 0 0,-1 1 0,-8 8 0,1-1 0,1 1 0,0 1 0,1 0 0,-17 24 0,24-29 0,1 0 0,1 0 0,-1 1 0,2-1 0,-1 1 0,1 0 0,1 1 0,0-1 0,-1 15 0,3-22 0,0 0 0,1 0 0,0 0 0,0 0 0,0-1 0,1 1 0,-1 0 0,1 0 0,0-1 0,0 1 0,0 0 0,0-1 0,1 1 0,-1-1 0,1 1 0,0-1 0,0 0 0,0 0 0,1 0 0,-1 0 0,1 0 0,0 0 0,0-1 0,-1 1 0,2-1 0,-1 0 0,0 0 0,0 0 0,1 0 0,-1-1 0,6 3 0,1-2 0,0 1 0,0-2 0,0 1 0,1-1 0,-1-1 0,0 0 0,1 0 0,-1-1 0,0 0 0,0-1 0,0 0 0,0-1 0,0 0 0,0-1 0,-1 1 0,1-2 0,8-5 0,-3 1 0,0-1 0,0 0 0,-1-1 0,0 0 0,-1-1 0,-1-1 0,0 0 0,-1-1 0,12-17 0,-8 4 0,0-1 0,-2 0 0,0-1 0,-3-1 0,0 0 0,9-52 0,-9 20 0,-3 0 0,-1-84 0,-6 136 0,1-13 0,-2 1 0,0-1 0,-1 0 0,-10-40 0,12 61 0,-1 1 0,1-1 0,-1 0 0,0 1 0,1-1 0,-1 1 0,0-1 0,0 1 0,0-1 0,0 1 0,0 0 0,-2-3 0,2 4 0,1 0 0,-1 0 0,1-1 0,0 1 0,-1 0 0,1 0 0,-1 0 0,1 0 0,0 0 0,-1 0 0,1 0 0,-1 0 0,1 0 0,-1 0 0,1 0 0,0 0 0,-1 0 0,1 0 0,-1 1 0,1-1 0,0 0 0,-1 0 0,1 0 0,0 1 0,-1-1 0,1 0 0,0 0 0,-1 1 0,1-1 0,0 0 0,-1 1 0,-1 3 0,-1-1 0,1 1 0,0 0 0,0-1 0,0 1 0,1 0 0,0 0 0,-2 8 0,-5 31 0,2 0 0,0 80 0,15 87 0,8-60-1365,-7-91-5461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4.545"/>
    </inkml:context>
    <inkml:brush xml:id="br0">
      <inkml:brushProperty name="width" value="0.05" units="cm"/>
      <inkml:brushProperty name="height" value="0.05" units="cm"/>
      <inkml:brushProperty name="color" value="#FF0066"/>
    </inkml:brush>
  </inkml:definitions>
  <inkml:trace contextRef="#ctx0" brushRef="#br0">27 306 24575,'0'-2'0,"0"1"0,0-1 0,0 0 0,0 0 0,0 1 0,0-1 0,0 0 0,1 0 0,-1 1 0,1-1 0,-1 0 0,1 1 0,0-1 0,0 1 0,-1-1 0,3-2 0,-1 3 0,-1 1 0,1-1 0,-1 0 0,1 1 0,-1 0 0,1-1 0,-1 1 0,1 0 0,-1 0 0,1 0 0,-1 0 0,1 0 0,0 0 0,-1 0 0,1 1 0,-1-1 0,1 1 0,2 0 0,4 2 0,1-1 0,0-1 0,-1 0 0,1 0 0,0 0 0,0-1 0,0 0 0,0-1 0,13-2 0,-19 2 0,1-1 0,0 1 0,-1 0 0,1-1 0,-1 0 0,0 0 0,1 0 0,-1 0 0,0-1 0,0 1 0,0-1 0,-1 1 0,1-1 0,-1 0 0,1 0 0,-1 0 0,0-1 0,0 1 0,0-1 0,-1 1 0,1-1 0,-1 1 0,0-1 0,1-5 0,1-4 0,-1 0 0,0-1 0,-1 1 0,-1-1 0,0 0 0,-3-22 0,2 32 0,1-1 0,-1 1 0,0-1 0,0 1 0,-1-1 0,1 1 0,-1 0 0,0 0 0,0-1 0,0 1 0,-1 1 0,1-1 0,-1 0 0,0 1 0,0-1 0,0 1 0,-1 0 0,1 0 0,-1 0 0,0 0 0,0 1 0,-8-4 0,10 5 0,-1 1 0,0-1 0,0 1 0,1 0 0,-1 0 0,0 0 0,0 1 0,1-1 0,-1 1 0,0-1 0,0 1 0,1 0 0,-1 0 0,1 0 0,-1 0 0,1 0 0,-1 1 0,1-1 0,0 1 0,-1 0 0,1 0 0,0 0 0,0 0 0,1 0 0,-1 0 0,-2 3 0,-4 7 0,0-1 0,0 1 0,-10 23 0,5-7 57,2 0 0,1 0 0,2 1 0,0 0 0,-3 33 0,9-47-114,1 0 0,1-1 0,0 1 0,1 0 0,4 18 0,-3-24-79,0 0-1,1-1 1,0 1-1,0-1 1,1 0-1,0 0 1,1 0-1,0 0 0,8 10 1,13 9-6690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4.980"/>
    </inkml:context>
    <inkml:brush xml:id="br0">
      <inkml:brushProperty name="width" value="0.05" units="cm"/>
      <inkml:brushProperty name="height" value="0.05" units="cm"/>
      <inkml:brushProperty name="color" value="#FF0066"/>
    </inkml:brush>
  </inkml:definitions>
  <inkml:trace contextRef="#ctx0" brushRef="#br0">70 339 24575,'-1'-17'0,"0"0"0,-2 0 0,1 0 0,-2 0 0,0 1 0,-1-1 0,-12-24 0,17 39 0,-1 1 0,1 0 0,-1 0 0,1 0 0,-1 0 0,0 0 0,1 0 0,-1 0 0,0 0 0,0 0 0,0 0 0,1 0 0,-1 1 0,0-1 0,0 0 0,-2 0 0,3 1 0,-1 0 0,1 0 0,-1 0 0,1 0 0,0 0 0,-1 0 0,1 1 0,-1-1 0,1 0 0,0 0 0,-1 0 0,1 1 0,-1-1 0,1 0 0,0 0 0,-1 1 0,1-1 0,0 0 0,-1 1 0,1-1 0,0 0 0,0 1 0,-1-1 0,1 0 0,0 1 0,0-1 0,0 1 0,-1 0 0,-1 4 0,1 1 0,-1 0 0,1-1 0,0 1 0,0 10 0,2 38 0,3 0 0,21 104 0,-14-99 0,-2-6 0,45 300 0,-88-500 0,18 39 0,4-1 0,3-157 0,10 226 0,12-70 0,-11 99 0,0 0 0,0 1 0,2-1 0,-1 1 0,1 0 0,1 0 0,-1 0 0,2 1 0,-1-1 0,2 1 0,11-14 0,-14 20 0,-1 0 0,0 0 0,1 0 0,0 0 0,0 1 0,0 0 0,0 0 0,0 0 0,0 0 0,0 0 0,1 1 0,-1 0 0,1 0 0,-1 0 0,1 1 0,5-1 0,-4 1 0,0 1 0,0 0 0,0 0 0,0 1 0,-1-1 0,1 1 0,0 1 0,-1-1 0,0 1 0,1 0 0,5 4 0,-1 0 0,0 2 0,0-1 0,-1 1 0,0 0 0,-1 1 0,0 0 0,-1 1 0,1-1 0,-2 1 0,11 23 0,-14-23 0,1 0 0,-1-1 0,-1 1 0,0 0 0,-1 1 0,0-1 0,0 0 0,-1 0 0,-1 0 0,0 1 0,0-1 0,-1 0 0,-1 0 0,1 0 0,-2-1 0,0 1 0,0-1 0,-1 0 0,0 0 0,-1 0 0,0-1 0,0 1 0,-1-2 0,0 1 0,-1-1 0,0 0 0,0 0 0,-1-1 0,0 0 0,0-1 0,0 0 0,-12 6 0,17-10-114,0 0 1,0-1-1,0 1 0,0-1 0,0 0 1,0 0-1,0 0 0,0 0 0,0-1 1,0 0-1,-6 0 0,-10-4-6712</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5.539"/>
    </inkml:context>
    <inkml:brush xml:id="br0">
      <inkml:brushProperty name="width" value="0.05" units="cm"/>
      <inkml:brushProperty name="height" value="0.05" units="cm"/>
      <inkml:brushProperty name="color" value="#FF0066"/>
    </inkml:brush>
  </inkml:definitions>
  <inkml:trace contextRef="#ctx0" brushRef="#br0">19 78 24575,'0'-78'0,"-11"148"0,4 468 0,10-479-1365,1-8-5461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6.465"/>
    </inkml:context>
    <inkml:brush xml:id="br0">
      <inkml:brushProperty name="width" value="0.05" units="cm"/>
      <inkml:brushProperty name="height" value="0.05" units="cm"/>
      <inkml:brushProperty name="color" value="#FF0066"/>
    </inkml:brush>
  </inkml:definitions>
  <inkml:trace contextRef="#ctx0" brushRef="#br0">72 160 24575,'9'-2'0,"-10"1"0,0 1 0,0 0 0,0 0 0,0 0 0,-1 1 0,1-1 0,0 0 0,0 1 0,0-1 0,0 1 0,0-1 0,0 1 0,0 0 0,0-1 0,0 1 0,0 0 0,0 0 0,-1 1 0,-5 6 0,1 0 0,0 0 0,1 1 0,-1 0 0,2 0 0,-1 0 0,1 0 0,1 1 0,-1-1 0,2 1 0,-1 0 0,2 0 0,-1 0 0,1 1 0,1-1 0,0 0 0,0 0 0,3 14 0,-2-19 0,0 0 0,0-1 0,1 1 0,0-1 0,0 1 0,0-1 0,0 0 0,1 1 0,0-1 0,0-1 0,0 1 0,0 0 0,0-1 0,1 1 0,0-1 0,0 0 0,-1 0 0,2-1 0,-1 1 0,0-1 0,0 0 0,1 0 0,-1 0 0,1-1 0,7 2 0,-6-2 0,1 0 0,-1 0 0,1 0 0,-1-1 0,1 0 0,-1-1 0,1 1 0,-1-1 0,0-1 0,1 1 0,-1-1 0,0 0 0,0 0 0,0-1 0,0 0 0,0 0 0,0 0 0,7-7 0,-5 3 0,-1-1 0,1 0 0,-2-1 0,1 0 0,-1 0 0,0 0 0,-1-1 0,0 0 0,-1 0 0,0 0 0,0 0 0,-1-1 0,-1 1 0,0-1 0,0 0 0,-1 0 0,0 0 0,-1-12 0,0 11 0,-1 0 0,0 0 0,-1 0 0,0 0 0,-1 1 0,0-1 0,0 1 0,-2 0 0,1 0 0,-2 0 0,1 0 0,-1 1 0,-1 0 0,0 0 0,0 0 0,-12-11 0,16 19 0,1 0 0,-1-1 0,0 1 0,0 0 0,0 0 0,-1 1 0,1-1 0,0 1 0,-1-1 0,1 1 0,-1 0 0,1 1 0,-1-1 0,-4 0 0,6 1 0,0 0 0,1 0 0,-1 1 0,0-1 0,0 0 0,1 1 0,-1-1 0,0 1 0,1 0 0,-1 0 0,1 0 0,-1-1 0,1 1 0,-1 0 0,1 1 0,0-1 0,-1 0 0,1 0 0,0 1 0,0-1 0,0 0 0,0 1 0,0-1 0,0 1 0,0 0 0,1-1 0,-1 1 0,0 0 0,1-1 0,-1 4 0,0-1 0,0 1 0,0-1 0,0 1 0,1 0 0,-1-1 0,1 1 0,1 0 0,-1-1 0,0 1 0,1 0 0,0-1 0,0 1 0,1-1 0,-1 1 0,4 5 0,-2-5 0,0 1 0,1-1 0,0 0 0,0 0 0,0-1 0,1 1 0,-1-1 0,1 0 0,0 0 0,7 4 0,1-1 0,-1-1 0,1 0 0,0-1 0,0 0 0,1-1 0,0-1 0,-1 0 0,1-1 0,22 1 0,-15-3 0,0-2 0,0 0 0,0-1 0,0-1 0,0-1 0,-1-1 0,0-1 0,0-1 0,-1 0 0,0-2 0,0 0 0,-1-1 0,23-18 0,-36 25 0,-1 0 0,1-1 0,-1 1 0,0-1 0,0 0 0,-1 0 0,1 0 0,2-5 0,-10 19 0,1 2 0,0-1 0,0 0 0,-1 16 0,3-20 0,0 1 0,0 0 0,1 0 0,0 0 0,1 0 0,0 0 0,0 0 0,0 0 0,3 8 0,-3-14 0,-1 1 0,0-1 0,1 0 0,0 0 0,-1 0 0,1 0 0,0 0 0,-1 0 0,1 0 0,0 0 0,0 0 0,0 0 0,0 0 0,0 0 0,0 0 0,0-1 0,0 1 0,0-1 0,0 1 0,1 0 0,-1-1 0,2 1 0,-1-1 0,0 0 0,0 0 0,-1 0 0,1-1 0,0 1 0,0 0 0,0-1 0,0 1 0,-1-1 0,1 0 0,0 0 0,-1 1 0,4-3 0,3-3 0,-1 0 0,1 0 0,-1-1 0,10-12 0,-5 5 0,0 0 0,-1-1 0,0-1 0,-2 0 0,0 0 0,0-1 0,7-23 0,-22 109 0,-7 243 0,21 1 0,-1-17 0,-7-283 0,1 13 0,-2 0 0,-4 26 0,5-47 0,-1 1 0,0-1 0,0 0 0,-1 0 0,1 0 0,-1 0 0,0-1 0,-1 1 0,1 0 0,-1-1 0,0 1 0,0-1 0,0 0 0,0 0 0,-1 0 0,-5 4 0,6-6 0,0 0 0,0-1 0,0 1 0,0-1 0,0 0 0,-1 0 0,1 0 0,0 0 0,0-1 0,-1 1 0,1-1 0,-1 0 0,1 0 0,-5 0 0,1-1 0,1-1 0,0 1 0,0-1 0,0 0 0,0-1 0,0 1 0,-6-5 0,-1-1 0,0-1 0,1 0 0,0-1 0,1 0 0,-16-19 0,16 15 0,0 0 0,1-1 0,1 0 0,1-1 0,0 0 0,1 0 0,0-1 0,2 0 0,0 0 0,1 0 0,0 0 0,2-1 0,0 1 0,1-1 0,0 0 0,2 0 0,0 1 0,1-1 0,1 1 0,0-1 0,2 1 0,0 0 0,0 0 0,2 1 0,0-1 0,1 1 0,1 1 0,0 0 0,1 0 0,0 1 0,1 0 0,1 1 0,25-22 0,-21 21-124,1 2 0,0 0 0,1 0 0,0 2 0,1 0 0,0 1-1,1 1 1,-1 1 0,2 1 0,40-7 0,-30 10-6702</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6.996"/>
    </inkml:context>
    <inkml:brush xml:id="br0">
      <inkml:brushProperty name="width" value="0.05" units="cm"/>
      <inkml:brushProperty name="height" value="0.05" units="cm"/>
      <inkml:brushProperty name="color" value="#FF0066"/>
    </inkml:brush>
  </inkml:definitions>
  <inkml:trace contextRef="#ctx0" brushRef="#br0">0 47 24575,'3'0'0,"4"0"0,7 0 0,4 0 0,4 0 0,8-3 0,5-1 0,2 1 0,0-4 0,1 1 0,-1 1 0,-1 1 0,-3-1 0,-4 0 0,-8 1-8191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7.213"/>
    </inkml:context>
    <inkml:brush xml:id="br0">
      <inkml:brushProperty name="width" value="0.05" units="cm"/>
      <inkml:brushProperty name="height" value="0.05" units="cm"/>
      <inkml:brushProperty name="color" value="#FF0066"/>
    </inkml:brush>
  </inkml:definitions>
  <inkml:trace contextRef="#ctx0" brushRef="#br0">52 65 24575,'-3'0'0,"-4"-3"0,-4-1 0,1-3 0,-2 0 0,4 1 0,7 2 0,9 1 0,10-1 0,4-1 0,7 1 0,5 1 0,3-2 0,0 0 0,-5 1-8191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7.496"/>
    </inkml:context>
    <inkml:brush xml:id="br0">
      <inkml:brushProperty name="width" value="0.05" units="cm"/>
      <inkml:brushProperty name="height" value="0.05" units="cm"/>
      <inkml:brushProperty name="color" value="#FF0066"/>
    </inkml:brush>
  </inkml:definitions>
  <inkml:trace contextRef="#ctx0" brushRef="#br0">24 7 24575,'-3'0'0,"-1"-3"0,-2 0 0,-1 5 0,4 9 0,5 8 0,3 9 0,3 13 0,4 11 0,2 11 0,1 10 0,2 7 0,-2 5 0,-1-1 0,-2 1 0,-1-5 0,-2-17-8191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7.985"/>
    </inkml:context>
    <inkml:brush xml:id="br0">
      <inkml:brushProperty name="width" value="0.05" units="cm"/>
      <inkml:brushProperty name="height" value="0.05" units="cm"/>
      <inkml:brushProperty name="color" value="#FF0066"/>
    </inkml:brush>
  </inkml:definitions>
  <inkml:trace contextRef="#ctx0" brushRef="#br0">94 251 24575,'-8'-7'0,"0"0"0,-1 0 0,-11-6 0,12 8 0,0 0 0,1 0 0,0-1 0,-9-9 0,15 14 0,1 1 0,0 0 0,0 0 0,0-1 0,-1 1 0,1 0 0,0-1 0,0 1 0,0 0 0,0-1 0,0 1 0,0 0 0,-1-1 0,1 1 0,0-1 0,0 1 0,0 0 0,0-1 0,0 1 0,0 0 0,0-1 0,1 1 0,-1 0 0,0-1 0,0 1 0,0 0 0,0-1 0,0 1 0,1 0 0,-1-1 0,0 1 0,0 0 0,0-1 0,1 1 0,-1 0 0,0 0 0,0-1 0,1 1 0,-1 0 0,0 0 0,1 0 0,-1-1 0,0 1 0,1 0 0,-1 0 0,0 0 0,1 0 0,-1 0 0,0 0 0,1 0 0,-1-1 0,1 1 0,-1 0 0,0 0 0,1 1 0,26-5 0,-25 4 0,232 0 0,-165 4 0,-1-4 0,1-2 0,69-13 0,-130 14 0,-4 1 0,0-1 0,0 1 0,0-1 0,-1 0 0,1 0 0,0 0 0,0-1 0,-1 1 0,1-1 0,-1 0 0,1 0 0,-1 0 0,5-4 0,-8 6 0,0-1 0,0 1 0,0 0 0,1-1 0,-1 1 0,0 0 0,0 0 0,0-1 0,0 1 0,0 0 0,0-1 0,0 1 0,0 0 0,0-1 0,0 1 0,0 0 0,0-1 0,0 1 0,-1 0 0,1 0 0,0-1 0,0 1 0,0 0 0,0-1 0,0 1 0,-1 0 0,1 0 0,0-1 0,0 1 0,0 0 0,-1 0 0,1 0 0,0-1 0,0 1 0,-1 0 0,1 0 0,0 0 0,-1 0 0,1 0 0,0-1 0,0 1 0,-1 0 0,1 0 0,0 0 0,-1 0 0,1 0 0,0 0 0,-1 0 0,1 0 0,-17-2 0,12 3 0,0-1 0,0 1 0,0 1 0,0-1 0,0 1 0,1 0 0,-1 0 0,0 0 0,1 1 0,0-1 0,0 1 0,0 0 0,0 0 0,0 1 0,0-1 0,1 1 0,0 0 0,0 0 0,0 0 0,0 0 0,0 1 0,1-1 0,-3 8 0,0 0 0,0 0 0,1 1 0,0-1 0,1 1 0,1-1 0,0 1 0,1 0 0,0 15 0,2-16 0,-1-1 0,2 0 0,0 0 0,0 0 0,1 0 0,0 0 0,1 0 0,0-1 0,1 1 0,0-1 0,1-1 0,13 19 0,-14-21 0,1-1 0,0 0 0,0-1 0,1 1 0,-1-1 0,1-1 0,0 1 0,0-1 0,1 0 0,-1-1 0,1 1 0,0-2 0,0 1 0,0-1 0,0 0 0,0-1 0,0 0 0,11 0 0,-8-1 0,0-1 0,0 0 0,0 0 0,0-1 0,0-1 0,0 0 0,-1-1 0,1 0 0,-1 0 0,0-1 0,0 0 0,-1-1 0,0 0 0,0-1 0,0 1 0,0-2 0,-1 1 0,-1-1 0,1-1 0,-1 1 0,-1-1 0,1-1 0,5-10 0,-7 10 0,0-1 0,0 0 0,-1 0 0,0 0 0,-1 0 0,0 0 0,0-1 0,-2 0 0,1 1 0,-2-1 0,1 0 0,-2 1 0,1-1 0,-2 0 0,1 1 0,-2-1 0,0 1 0,0-1 0,-1 1 0,0 0 0,-11-19 0,8 19-57,0 1 0,-1 0 1,0 0-1,0 1 0,-1 0 0,-1 0 0,0 1 0,0 1 0,0-1 0,-1 2 0,0-1 1,0 1-1,-1 1 0,1 0 0,-1 1 0,0 0 0,-1 1 0,1 0 0,0 1 1,-1 0-1,0 1 0,1 1 0,-25 2 0,9 2-6769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8.420"/>
    </inkml:context>
    <inkml:brush xml:id="br0">
      <inkml:brushProperty name="width" value="0.05" units="cm"/>
      <inkml:brushProperty name="height" value="0.05" units="cm"/>
      <inkml:brushProperty name="color" value="#FF0066"/>
    </inkml:brush>
  </inkml:definitions>
  <inkml:trace contextRef="#ctx0" brushRef="#br0">75 160 24575,'-58'-150'0,"52"140"0,2 11 0,0 20 0,1 80 0,12 107 0,25 100 0,-29-257 0,-2-17 0,2 0 0,14 55 0,-19-88 0,1 0 0,-1 0 0,0 0 0,1 0 0,-1 0 0,1 0 0,-1 1 0,1-1 0,-1 0 0,1 0 0,0 0 0,-1-1 0,1 1 0,0 0 0,0 0 0,0 0 0,0 0 0,0-1 0,0 1 0,0 0 0,2 0 0,-2-1 0,0 0 0,0 0 0,0 0 0,0 0 0,0-1 0,0 1 0,0 0 0,0-1 0,0 1 0,-1 0 0,1-1 0,0 1 0,0-1 0,0 1 0,0-1 0,0 0 0,-1 1 0,1-1 0,1-1 0,4-6 0,0 0 0,0-1 0,9-16 0,-13 20 0,59-117 0,11-23 0,-58 120 0,2 0 0,1 1 0,27-30 0,-40 50 0,0 0 0,0 0 0,0 0 0,0 1 0,1 0 0,-1 0 0,9-5 0,-12 8 0,0-1 0,1 1 0,-1 0 0,0-1 0,1 1 0,-1 0 0,0 0 0,0 0 0,1 0 0,-1 0 0,0 0 0,1 0 0,-1 0 0,0 1 0,1-1 0,-1 0 0,0 1 0,0-1 0,0 1 0,1-1 0,-1 1 0,0 0 0,0-1 0,0 1 0,0 0 0,0 0 0,0 0 0,0 0 0,0 0 0,-1 0 0,1 0 0,0 0 0,0 0 0,-1 0 0,1 0 0,0 2 0,4 9 0,0 1 0,0-1 0,-1 1 0,-1 0 0,3 20 0,3 70 0,-7-63 0,1 3-682,16 73-1,-8-76-6143</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8.821"/>
    </inkml:context>
    <inkml:brush xml:id="br0">
      <inkml:brushProperty name="width" value="0.05" units="cm"/>
      <inkml:brushProperty name="height" value="0.05" units="cm"/>
      <inkml:brushProperty name="color" value="#FF0066"/>
    </inkml:brush>
  </inkml:definitions>
  <inkml:trace contextRef="#ctx0" brushRef="#br0">422 171 24575,'-1'-8'0,"0"0"0,0 0 0,-1 0 0,0-1 0,0 2 0,-1-1 0,0 0 0,0 0 0,-1 1 0,0 0 0,0 0 0,-1 0 0,0 0 0,0 1 0,-11-11 0,12 13 0,0 0 0,0 1 0,0 0 0,0-1 0,-1 1 0,1 0 0,-1 1 0,0 0 0,0-1 0,0 1 0,0 1 0,0-1 0,0 1 0,-1 0 0,1 0 0,0 0 0,-1 1 0,1 0 0,-1 0 0,1 0 0,0 1 0,-1 0 0,1 0 0,-10 3 0,-1 5 0,0 0 0,0 1 0,1 0 0,0 1 0,1 1 0,0 1 0,1 0 0,0 0 0,1 1 0,1 1 0,0 0 0,-16 32 0,21-34 0,1 0 0,0 0 0,0 0 0,2 0 0,0 1 0,0-1 0,1 1 0,0 20 0,2-28 0,0-1 0,1 1 0,0-1 0,0 1 0,0-1 0,1 0 0,-1 1 0,1-1 0,1 0 0,3 7 0,-4-9 0,1 0 0,-1 0 0,1 0 0,0 0 0,0 0 0,0 0 0,0-1 0,0 1 0,1-1 0,-1 0 0,1 0 0,0 0 0,-1-1 0,1 1 0,6 1 0,-2-2 0,1 0 0,-1 0 0,0-1 0,0 0 0,1 0 0,-1-1 0,0 0 0,0 0 0,0-1 0,0 0 0,0-1 0,0 0 0,0 0 0,-1 0 0,15-10 0,-5 2 0,-1 0 0,0-1 0,-1-1 0,0 0 0,20-24 0,13-31 0,-48 68 0,0 0 0,0 0 0,0 0 0,1-1 0,-1 1 0,0 0 0,0 0 0,0 0 0,0-1 0,0 1 0,0 0 0,0 0 0,0 0 0,0 0 0,0-1 0,1 1 0,-1 0 0,0 0 0,0 0 0,0 0 0,0 0 0,0 0 0,1 0 0,-1-1 0,0 1 0,0 0 0,0 0 0,0 0 0,1 0 0,-1 0 0,0 0 0,0 0 0,0 0 0,1 0 0,-1 0 0,0 0 0,0 0 0,0 0 0,0 0 0,1 0 0,-1 0 0,0 0 0,0 0 0,0 0 0,1 0 0,-1 0 0,0 0 0,0 1 0,1 11 0,-6 19 0,3-22 7,-18 107 326,18-97-674,0-1 0,2 1 0,0-1 0,4 26 0,3-11-6485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9.213"/>
    </inkml:context>
    <inkml:brush xml:id="br0">
      <inkml:brushProperty name="width" value="0.05" units="cm"/>
      <inkml:brushProperty name="height" value="0.05" units="cm"/>
      <inkml:brushProperty name="color" value="#FF0066"/>
    </inkml:brush>
  </inkml:definitions>
  <inkml:trace contextRef="#ctx0" brushRef="#br0">64 148 24575,'0'-24'0,"1"3"0,-1-1 0,-2 1 0,-4-26 0,0 34 0,6 13 0,0 0 0,-1 1 0,1-1 0,0 0 0,0 0 0,-1 0 0,1 0 0,0 0 0,-1 0 0,1 0 0,0 0 0,0 0 0,0 0 0,-1 1 0,1-1 0,0 0 0,0 0 0,-1 0 0,1 0 0,0 1 0,0-1 0,0 0 0,0 0 0,-1 1 0,1-1 0,0 0 0,0 0 0,0 0 0,0 1 0,-9 26 0,-9 162 0,0-2 0,19-180 0,5-19 0,12-36 0,-13 34 0,8-21 0,41-96 0,-48 119 0,1-1 0,0 1 0,1 1 0,1 0 0,-1 0 0,2 0 0,19-16 0,-27 25 0,0 0 0,1 0 0,-1 0 0,1 0 0,0 1 0,-1-1 0,1 1 0,0 0 0,0 0 0,0 0 0,0 0 0,0 1 0,0-1 0,0 1 0,0 0 0,0 0 0,0 0 0,4 0 0,-5 1 0,1 0 0,-1 0 0,0 0 0,1 0 0,-1 1 0,0-1 0,0 1 0,0-1 0,0 1 0,0 0 0,0 0 0,-1 0 0,1 0 0,0 0 0,-1 0 0,0 0 0,1 0 0,-1 1 0,0-1 0,0 0 0,0 1 0,0 2 0,4 12 0,-1 0 0,-1 1 0,0-1 0,-1 1 0,-1 32 0,-13 90 0,9-112 0,-1 6-1365,1-8-5461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9.683"/>
    </inkml:context>
    <inkml:brush xml:id="br0">
      <inkml:brushProperty name="width" value="0.05" units="cm"/>
      <inkml:brushProperty name="height" value="0.05" units="cm"/>
      <inkml:brushProperty name="color" value="#FF0066"/>
    </inkml:brush>
  </inkml:definitions>
  <inkml:trace contextRef="#ctx0" brushRef="#br0">386 168 24575,'-3'0'0,"1"0"0,0 0 0,-1 0 0,1 0 0,0 0 0,-1-1 0,1 1 0,0-1 0,0 0 0,0 0 0,-1 1 0,1-1 0,0-1 0,0 1 0,-3-3 0,3 3 0,1-2 0,-1 1 0,1 0 0,0 0 0,-1 0 0,1-1 0,0 1 0,1-1 0,-1 1 0,0-1 0,1 1 0,-1-1 0,1 1 0,-1-4 0,1-4 0,-1 0 0,-1 1 0,0-1 0,0 1 0,-1 0 0,-4-12 0,5 19 0,1-1 0,0 0 0,-1 1 0,0 0 0,0-1 0,1 1 0,-1 0 0,-1 0 0,1 0 0,0 0 0,0 0 0,-1 0 0,1 1 0,-1-1 0,1 1 0,-1 0 0,0 0 0,0 0 0,1 0 0,-1 0 0,0 0 0,0 1 0,0-1 0,0 1 0,-3 0 0,-5 1 0,0 0 0,1 1 0,-1 0 0,1 1 0,-1 0 0,1 0 0,0 1 0,0 0 0,1 1 0,-1 1 0,1-1 0,0 1 0,1 1 0,-1-1 0,1 1 0,0 1 0,1 0 0,0 0 0,-11 16 0,11-15 0,1 1 0,0 0 0,0 1 0,1-1 0,1 1 0,0 0 0,0 0 0,1 0 0,0 0 0,1 1 0,0-1 0,1 1 0,0 0 0,1-1 0,0 1 0,1 0 0,0-1 0,4 14 0,-4-21 0,0 0 0,1 0 0,-1 0 0,1 0 0,0 0 0,0-1 0,0 1 0,1 0 0,-1-1 0,1 0 0,0 1 0,0-1 0,0 0 0,0 0 0,1-1 0,-1 1 0,1-1 0,0 0 0,-1 0 0,1 0 0,0 0 0,0-1 0,0 1 0,0-1 0,1 0 0,-1 0 0,0-1 0,0 1 0,1-1 0,-1 0 0,0 0 0,1 0 0,-1-1 0,0 0 0,0 0 0,1 0 0,-1 0 0,0 0 0,0-1 0,0 0 0,0 0 0,-1 0 0,5-3 0,1-1 0,0 0 0,0-1 0,-1 0 0,0 0 0,0-1 0,-1 0 0,0-1 0,-1 1 0,1-1 0,-2-1 0,7-11 0,1-9 0,-1-1 0,10-42 0,3-7 0,-22 77 0,-1 11 0,-1 14 0,-10 99 224,3-75-542,3 1 1,2-1-1,2 1 0,7 48 0,-1-59-6508</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29.853"/>
    </inkml:context>
    <inkml:brush xml:id="br0">
      <inkml:brushProperty name="width" value="0.05" units="cm"/>
      <inkml:brushProperty name="height" value="0.05" units="cm"/>
      <inkml:brushProperty name="color" value="#FF0066"/>
    </inkml:brush>
  </inkml:definitions>
  <inkml:trace contextRef="#ctx0" brushRef="#br0">38 1 24575,'-3'0'0,"-4"0"0,-3 0 0,-1 3 0,5 4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0.009"/>
    </inkml:context>
    <inkml:brush xml:id="br0">
      <inkml:brushProperty name="width" value="0.05" units="cm"/>
      <inkml:brushProperty name="height" value="0.05" units="cm"/>
      <inkml:brushProperty name="color" value="#FF0066"/>
    </inkml:brush>
  </inkml:definitions>
  <inkml:trace contextRef="#ctx0" brushRef="#br0">4 0 24575,'0'3'0,"-3"4"0,2 0 0,5 0 0,3-2 0,5-1 0,2-2 0,3-4 0,0-5 0,-1 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0.841"/>
    </inkml:context>
    <inkml:brush xml:id="br0">
      <inkml:brushProperty name="width" value="0.05" units="cm"/>
      <inkml:brushProperty name="height" value="0.05" units="cm"/>
      <inkml:brushProperty name="color" value="#FF0066"/>
    </inkml:brush>
  </inkml:definitions>
  <inkml:trace contextRef="#ctx0" brushRef="#br0">79 164 24575,'-10'-10'0,"-34"-38"0,41 44 0,0 1 0,0-1 0,1-1 0,0 1 0,0 0 0,0 0 0,0-1 0,0 1 0,1-1 0,-2-8 0,5 0 0,6 13 0,-6 1 0,0 1 0,0-1 0,0 1 0,0 0 0,0 0 0,0 0 0,-1 0 0,2 3 0,7 11 0,-1 2 0,0-1 0,-2 2 0,0-1 0,8 37 0,9 101 0,-20-109 0,-2 60 0,1-152 0,1 0 0,2 1 0,17-63 0,-14 76 0,1 0 0,1 1 0,2 1 0,1 0 0,35-53 0,-46 78 0,1 0 0,-1 0 0,1 0 0,0 1 0,0-1 0,1 1 0,4-3 0,-8 5 0,0 1 0,0-1 0,0 1 0,0-1 0,0 1 0,0 0 0,0-1 0,0 1 0,0 0 0,0 0 0,0 0 0,0-1 0,0 1 0,0 0 0,0 1 0,0-1 0,0 0 0,0 0 0,0 0 0,0 1 0,0-1 0,0 0 0,0 1 0,0-1 0,0 1 0,0-1 0,0 1 0,0-1 0,0 1 0,0 0 0,-1 0 0,1-1 0,0 1 0,0 0 0,-1 0 0,1 0 0,-1 0 0,1 0 0,-1-1 0,2 3 0,1 6 0,0 0 0,-1-1 0,1 1 0,-2 0 0,1 0 0,-1 1 0,-1 15 0,-5 67 0,4-87 0,-5 45 0,-3 34 0,9-82 0,0-1 0,0 1 0,0 0 0,0-1 0,0 1 0,0 0 0,0-1 0,1 1 0,-1 0 0,1-1 0,-1 1 0,1 0 0,-1-1 0,1 1 0,0-1 0,1 2 0,-1-2 0,-1-1 0,1 1 0,0-1 0,-1 0 0,1 1 0,0-1 0,-1 0 0,1 0 0,0 0 0,0 1 0,-1-1 0,1 0 0,0 0 0,0 0 0,-1 0 0,1 0 0,0 0 0,0-1 0,-1 1 0,1 0 0,0 0 0,-1 0 0,1-1 0,1 0 0,4-2 0,0-1 0,0 0 0,-1 0 0,0 0 0,1-1 0,3-5 0,13-15 0,-1-1 0,24-41 0,-30 43 0,1 1 0,1 0 0,1 2 0,21-22 0,-38 42 0,1-1 0,-1 1 0,1 0 0,0-1 0,-1 1 0,1 0 0,0 0 0,0 0 0,0 0 0,-1 0 0,1 0 0,0 1 0,0-1 0,0 1 0,1-1 0,1 1 0,-3 0 0,0 1 0,0-1 0,0 1 0,0 0 0,0-1 0,0 1 0,0 0 0,0-1 0,0 1 0,0 0 0,0 0 0,-1 0 0,1 0 0,0 0 0,-1 0 0,1 0 0,-1 0 0,1 0 0,-1 0 0,1 0 0,-1 1 0,0-1 0,1 0 0,-1 0 0,0 0 0,0 1 0,0-1 0,0 2 0,1 19 0,0 0 0,-2 1 0,0-1 0,-7 29 0,5-27 0,0-1 0,1 1 0,2 39 0,0-60 0,1 0 0,-1 0 0,1 0 0,-1 0 0,1 0 0,0-1 0,0 1 0,0 0 0,0 0 0,0-1 0,1 1 0,-1-1 0,1 1 0,0-1 0,0 0 0,0 0 0,0 0 0,0 0 0,0 0 0,1 0 0,2 2 0,-2-3 0,0 0 0,0 0 0,0 0 0,0-1 0,0 1 0,0-1 0,0 0 0,0 0 0,0 0 0,0 0 0,0 0 0,0-1 0,0 1 0,0-1 0,0 0 0,0 0 0,0 0 0,-1 0 0,1-1 0,4-1 0,5-5 0,0-1 0,0 0 0,-1 0 0,0-1 0,0 0 0,-1-1 0,-1 0 0,0-1 0,9-15 0,0-3 0,-1-2 0,21-54 0,-15 13 0,-29 95 0,-6 45 0,11-54-227,1-1-1,0 0 1,1 0-1,0 0 1,4 15-1,-1-13-6598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1.010"/>
    </inkml:context>
    <inkml:brush xml:id="br0">
      <inkml:brushProperty name="width" value="0.05" units="cm"/>
      <inkml:brushProperty name="height" value="0.05" units="cm"/>
      <inkml:brushProperty name="color" value="#FF0066"/>
    </inkml:brush>
  </inkml:definitions>
  <inkml:trace contextRef="#ctx0" brushRef="#br0">102 256 24575,'-3'-8'0,"-4"-10"0,-3-10 0,-1-6 0,-1-4 0,2 2 0,-1 4 0,2 5 0,-1 7 0,1 9 0,0 7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1.211"/>
    </inkml:context>
    <inkml:brush xml:id="br0">
      <inkml:brushProperty name="width" value="0.05" units="cm"/>
      <inkml:brushProperty name="height" value="0.05" units="cm"/>
      <inkml:brushProperty name="color" value="#FF0066"/>
    </inkml:brush>
  </inkml:definitions>
  <inkml:trace contextRef="#ctx0" brushRef="#br0">0 9 24575,'0'-3'0,"3"-1"0,1 3 0,3 8 0,0 8 0,-1 11 0,-2 10 0,-1 10 0,-2 9 0,0 5 0,-1 3 0,-3 1 0,-1-3 0,0-5 0,1-12-8191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1.476"/>
    </inkml:context>
    <inkml:brush xml:id="br0">
      <inkml:brushProperty name="width" value="0.05" units="cm"/>
      <inkml:brushProperty name="height" value="0.05" units="cm"/>
      <inkml:brushProperty name="color" value="#FF0066"/>
    </inkml:brush>
  </inkml:definitions>
  <inkml:trace contextRef="#ctx0" brushRef="#br0">160 59 24575,'10'-11'0,"-3"5"0,0-1 0,-1 0 0,0 0 0,9-14 0,-72 78 0,34-34 0,-45 48 0,59-61 0,1 1 0,0 0 0,1 0 0,0 1 0,-6 14 0,10-20 0,2 0 0,-1 0 0,0 0 0,1 0 0,0 0 0,1 1 0,0-1 0,-1 0 0,2 0 0,-1 1 0,3 8 0,-1-5 0,1 0 0,0 0 0,1 0 0,0-1 0,1 0 0,8 13 0,-2-5 0,1-1 0,1-1 0,1 0 0,0-1 0,1-1 0,27 21 0,-27-25-341,0 0 0,0-1-1,21 8 1,2-2-6485</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2.365"/>
    </inkml:context>
    <inkml:brush xml:id="br0">
      <inkml:brushProperty name="width" value="0.05" units="cm"/>
      <inkml:brushProperty name="height" value="0.05" units="cm"/>
      <inkml:brushProperty name="color" value="#FF0066"/>
    </inkml:brush>
  </inkml:definitions>
  <inkml:trace contextRef="#ctx0" brushRef="#br0">257 159 24575,'-45'-33'0,"56"40"0,0-1 0,0 0 0,1-1 0,0 0 0,0-1 0,0 0 0,1-1 0,-1 0 0,1-1 0,-1-1 0,23 1 0,-33-2 0,1-1 0,-1 1 0,0 0 0,1-1 0,-1 1 0,1-1 0,-1 0 0,0 0 0,1 0 0,-1 0 0,0 0 0,0-1 0,0 1 0,0 0 0,0-1 0,0 0 0,0 1 0,0-1 0,-1 0 0,1 0 0,-1 0 0,3-3 0,-3 2 0,-1 1 0,1-1 0,0 0 0,-1 1 0,1-1 0,-1 0 0,0 1 0,0-1 0,0 0 0,0 0 0,0 1 0,-1-1 0,1 0 0,-1 1 0,0-1 0,1 0 0,-1 1 0,-1-1 0,1 1 0,-2-4 0,-2-1 0,1 1 0,-1 0 0,0 0 0,0 1 0,-1-1 0,0 1 0,1 1 0,-2-1 0,1 1 0,0 0 0,-1 0 0,0 1 0,0-1 0,0 2 0,0-1 0,-1 1 0,-12-2 0,11 2 0,0 1 0,0 0 0,0 1 0,0 0 0,0 0 0,0 1 0,0 0 0,1 1 0,-1 0 0,0 0 0,1 1 0,-1 0 0,1 1 0,-16 8 0,12-3 0,0 0 0,0 1 0,1 1 0,0 0 0,0 0 0,2 1 0,-1 1 0,2-1 0,-1 2 0,2-1 0,0 1 0,0 0 0,2 0 0,-1 1 0,-3 20 0,7-25 0,0-1 0,1 1 0,0 0 0,1-1 0,0 1 0,1 0 0,0 0 0,0-1 0,1 1 0,1-1 0,3 11 0,-3-13 0,1 1 0,0-1 0,0 1 0,1-1 0,-1 0 0,2-1 0,-1 1 0,1-1 0,0 0 0,0-1 0,1 1 0,-1-1 0,1-1 0,10 6 0,-6-5 0,0 1 0,0-2 0,0 0 0,1 0 0,0-1 0,0 0 0,0-1 0,0 0 0,0-1 0,0-1 0,0 0 0,0 0 0,1-1 0,-1-1 0,0 0 0,15-5 0,-17 4 0,0 0 0,0-1 0,-1-1 0,1 0 0,-1 0 0,0-1 0,0 0 0,-1 0 0,0-1 0,0 0 0,0-1 0,-1 0 0,0 0 0,-1 0 0,0-1 0,0 0 0,-1 0 0,8-18 0,-6 9 0,-2 0 0,0-1 0,-2 1 0,0-1 0,0 1 0,-2-1 0,-1 0 0,-1-19 0,0 47 0,0-1 0,1 0 0,0 1 0,2 14 0,0-17 0,0 0 0,0 0 0,0 0 0,1-1 0,0 1 0,1-1 0,-1 1 0,1-1 0,0 0 0,0 0 0,0-1 0,1 1 0,0-1 0,-1 0 0,2 0 0,-1-1 0,0 1 0,7 2 0,-4-2 0,-1-1 0,1-1 0,0 1 0,0-1 0,0 0 0,0-1 0,1 0 0,-1 0 0,0-1 0,1 0 0,-1 0 0,0-1 0,14-3 0,-18 3 0,1-1 0,-1 0 0,0 0 0,0 0 0,0-1 0,0 1 0,0-1 0,0 0 0,-1 0 0,1 0 0,-1-1 0,0 1 0,0-1 0,0 1 0,-1-1 0,1 0 0,-1 0 0,0-1 0,0 1 0,0 0 0,-1-1 0,2-5 0,1-6 0,0 1 0,-2-1 0,0 0 0,0 0 0,-2-20 0,0 35 0,0 0 0,0 0 0,0 0 0,0 0 0,0-1 0,0 1 0,0 0 0,0 0 0,-1 0 0,1 0 0,0 0 0,-1 0 0,1 0 0,-1 0 0,1 0 0,-2-2 0,2 3 0,-1 0 0,1 0 0,0 0 0,-1 0 0,1 0 0,-1 0 0,1 1 0,0-1 0,-1 0 0,1 0 0,-1 0 0,1 0 0,0 0 0,-1 1 0,1-1 0,0 0 0,-1 0 0,1 0 0,0 1 0,-1-1 0,1 0 0,0 1 0,0-1 0,-1 0 0,1 1 0,0-1 0,0 0 0,0 1 0,-1-1 0,-3 7 0,1-1 0,-1 1 0,-4 13 0,-10 39 0,-18 105 0,5 64 0,31-225 0,-27 301 0,-21 148 0,47-444 0,-11 45 0,11-51 0,1 0 0,-1 0 0,1 0 0,-1 0 0,0 0 0,0-1 0,0 1 0,0 0 0,-1 0 0,1-1 0,0 1 0,-1-1 0,1 1 0,-1-1 0,1 0 0,-1 0 0,0 1 0,1-1 0,-1 0 0,0 0 0,-2 0 0,2-1 0,1 0 0,-1 0 0,1 0 0,-1 0 0,0-1 0,1 1 0,-1 0 0,1-1 0,-1 0 0,1 1 0,0-1 0,-1 0 0,1 1 0,-1-1 0,1 0 0,0 0 0,0 0 0,0 0 0,0-1 0,0 1 0,0 0 0,0 0 0,0-1 0,0 1 0,0 0 0,1-1 0,-2-1 0,-2-6 0,0 1 0,0-1 0,-2-11 0,1 0 0,2 1 0,0-1 0,1 0 0,1 0 0,0 0 0,2 0 0,0 0 0,8-35 0,0 15 0,2 0 0,2 1 0,22-48 0,-9 33 0,2 1 0,2 2 0,40-51 0,-41 65 0,1 1 0,2 1 0,2 2 0,51-40 0,-69 61 0,1 1 0,0 0 0,0 1 0,32-12 0,-43 20 0,0 0 0,0 0 0,0 1 0,1 0 0,-1 0 0,0 1 0,0-1 0,9 2 0,-12-1 0,1 1 0,-1 0 0,0 0 0,0 0 0,0 0 0,0 0 0,0 0 0,0 1 0,0 0 0,0-1 0,0 1 0,-1 0 0,1 1 0,-1-1 0,0 0 0,4 5 0,-3-3-170,-1 0-1,1 0 0,-1 0 1,0 1-1,0-1 0,-1 1 1,3 7-1,2 35-6655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7.058"/>
    </inkml:context>
    <inkml:brush xml:id="br0">
      <inkml:brushProperty name="width" value="0.05" units="cm"/>
      <inkml:brushProperty name="height" value="0.05" units="cm"/>
      <inkml:brushProperty name="color" value="#FF0066"/>
    </inkml:brush>
  </inkml:definitions>
  <inkml:trace contextRef="#ctx0" brushRef="#br0">86 200 24575,'-5'-5'0,"-2"-1"0,7 19 0,12 473 0,-13-463 0,1-1 0,0 0 0,-2 0 0,-1 0 0,-10 39 0,14-61 0,-1 0 0,0 0 0,0 1 0,0-1 0,0 0 0,-1 0 0,1 1 0,0-1 0,0 0 0,0 0 0,0 1 0,0-1 0,0 0 0,0 0 0,0 1 0,0-1 0,-1 0 0,1 0 0,0 0 0,0 1 0,0-1 0,-1 0 0,1 0 0,0 0 0,0 0 0,0 1 0,-1-1 0,1 0 0,0 0 0,0 0 0,-1 0 0,1 0 0,0 0 0,0 0 0,-1 0 0,1 0 0,0 0 0,0 0 0,-1 0 0,1 0 0,0 0 0,0 0 0,-1 0 0,1 0 0,0 0 0,0 0 0,-1 0 0,1 0 0,0 0 0,0 0 0,-1 0 0,1-1 0,0 1 0,0 0 0,0 0 0,-1 0 0,1 0 0,0-1 0,0 1 0,0 0 0,0 0 0,-1 0 0,1-1 0,0 1 0,0 0 0,0 0 0,0-1 0,0 1 0,-9-20 0,-6-48 0,3-1 0,2 0 0,0-122 0,10 137 0,9-69 0,-7 103 0,2-1 0,0 1 0,2 0 0,0 0 0,1 1 0,14-27 0,-17 39 0,0 0 0,1 0 0,-1 1 0,2-1 0,-1 1 0,1 1 0,-1-1 0,2 1 0,-1 0 0,0 0 0,1 1 0,0 0 0,13-6 0,-9 6 0,-1 1 0,1 0 0,0 1 0,0 0 0,0 0 0,0 1 0,0 1 0,0 0 0,14 2 0,-5 1 0,1 1 0,-1 1 0,0 0 0,0 2 0,0 0 0,-1 2 0,0 0 0,-1 1 0,0 0 0,20 17 0,-27-19 0,-1 1 0,0 0 0,-1 1 0,0 0 0,0 1 0,-1-1 0,-1 2 0,1-1 0,-2 1 0,7 15 0,-10-19 0,-1 0 0,1 0 0,-1 0 0,-1 1 0,0-1 0,0 0 0,0 1 0,-1-1 0,-1 1 0,1-1 0,-1 0 0,-1 1 0,1-1 0,-1 0 0,-1 0 0,0 0 0,-5 12 0,-3-3 0,0-1 0,0 0 0,-2 0 0,0-1 0,0-1 0,-2 0 0,1-1 0,-2 0 0,0-1 0,0-1 0,-22 10 0,7-4 0,-1-2 0,-1-1 0,0-1 0,0-2 0,-37 7 0,104-24 0,0 1 0,1 2 0,-1 2 0,1 1 0,0 2 0,-1 1 0,0 2 0,1 1 0,-2 1 0,1 2 0,34 15 0,-57-19 0,-1 0 0,1 1 0,-1 0 0,0 1 0,0 0 0,-1 1 0,12 11 0,-19-17 0,1 1 0,-1 0 0,1 0 0,-1 0 0,0 0 0,0 0 0,0 0 0,-1 1 0,1-1 0,-1 1 0,0-1 0,0 1 0,0-1 0,0 1 0,-1 0 0,1-1 0,-1 1 0,0 0 0,0 0 0,0-1 0,-1 1 0,1 0 0,-1-1 0,0 1 0,0 0 0,0-1 0,-3 6 0,0-2 0,-1-1 0,0 1 0,0-1 0,0 0 0,-1 0 0,0 0 0,0-1 0,0 0 0,-1 0 0,0 0 0,-13 6 0,-1-1 0,0-1 0,-1-1 0,-22 5 0,4-4-227,0-1-1,0-3 1,-1-1-1,1-3 1,-47-3-1,31-1-6598</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7.466"/>
    </inkml:context>
    <inkml:brush xml:id="br0">
      <inkml:brushProperty name="width" value="0.05" units="cm"/>
      <inkml:brushProperty name="height" value="0.05" units="cm"/>
      <inkml:brushProperty name="color" value="#FF0066"/>
    </inkml:brush>
  </inkml:definitions>
  <inkml:trace contextRef="#ctx0" brushRef="#br0">18 271 24575,'2'0'0,"0"0"0,0 0 0,0 0 0,0 0 0,0 0 0,0 0 0,0 1 0,0-1 0,-1 1 0,1 0 0,0-1 0,0 1 0,-1 0 0,1 0 0,0 0 0,-1 0 0,1 0 0,-1 1 0,1-1 0,-1 0 0,0 1 0,3 2 0,-2 0 0,0 1 0,-1-1 0,1 0 0,-1 1 0,0-1 0,0 1 0,-1-1 0,1 9 0,1 32 0,-3 0 0,-1 0 0,-11 55 0,-35 129 0,43-215 0,2-20 0,2-26 0,6-50 0,2 0 0,5 1 0,3 0 0,3 2 0,4 0 0,34-80 0,-54 153 0,7-15 0,15-28 0,-21 44 0,1 0 0,-1 0 0,1 0 0,0 0 0,0 1 0,0 0 0,1-1 0,-1 1 0,1 1 0,6-5 0,-9 7 0,0 1 0,0-1 0,0 0 0,1 0 0,-1 1 0,0 0 0,0-1 0,0 1 0,1 0 0,-1 0 0,0 0 0,0 0 0,1 1 0,-1-1 0,0 0 0,0 1 0,1 0 0,-1-1 0,0 1 0,0 0 0,0 0 0,0 0 0,0 1 0,0-1 0,-1 0 0,1 1 0,0-1 0,-1 1 0,1-1 0,-1 1 0,1 0 0,0 2 0,7 7 0,-2 0 0,0 1 0,12 24 0,0 10 0,-1 1 0,-3 1 0,11 57 0,12 152 0,-32-192-682,-4 92-1,-5-107-6143</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37.933"/>
    </inkml:context>
    <inkml:brush xml:id="br0">
      <inkml:brushProperty name="width" value="0.05" units="cm"/>
      <inkml:brushProperty name="height" value="0.05" units="cm"/>
      <inkml:brushProperty name="color" value="#FF0066"/>
    </inkml:brush>
  </inkml:definitions>
  <inkml:trace contextRef="#ctx0" brushRef="#br0">3 585 24575,'-1'-35'0,"0"14"0,2-31 0,-1 47 0,0 0 0,1 0 0,0 1 0,0-1 0,1 1 0,-1-1 0,1 1 0,0-1 0,0 1 0,0 0 0,1 0 0,2-4 0,-2 5 0,-1 1 0,1 0 0,0 0 0,-1 0 0,1 0 0,0 0 0,0 1 0,0 0 0,0-1 0,1 1 0,-1 0 0,0 0 0,5 0 0,47-2 0,-44 3 0,415-25 0,-341 14 0,-1-4 0,163-50 0,-236 61 0,0 0 0,-1-1 0,1 0 0,-1 0 0,0-1 0,0-1 0,9-7 0,-16 11 0,0 1 0,0-1 0,-1 0 0,0 0 0,1 0 0,-1-1 0,0 1 0,0 0 0,-1-1 0,1 1 0,-1-1 0,0 0 0,1 1 0,-2-1 0,1 0 0,0 0 0,-1 1 0,0-1 0,0 0 0,0 0 0,0 0 0,0 0 0,-1 1 0,-1-7 0,-1 2 0,0 1 0,0 0 0,0 0 0,-1 0 0,0 0 0,0 1 0,-1-1 0,0 1 0,0 0 0,0 0 0,-1 1 0,0 0 0,0 0 0,0 0 0,-1 1 0,1-1 0,-1 2 0,0-1 0,0 1 0,-1 0 0,1 0 0,-1 1 0,-11-2 0,13 3 0,0-1 0,0 2 0,0-1 0,0 1 0,0 0 0,0 0 0,0 1 0,0-1 0,0 1 0,0 1 0,0-1 0,0 1 0,0 0 0,1 1 0,-1-1 0,1 1 0,-1 0 0,1 0 0,0 1 0,0-1 0,1 1 0,-1 1 0,1-1 0,0 0 0,0 1 0,0 0 0,1 0 0,-1 0 0,1 0 0,-3 9 0,2-5 0,1 0 0,1 0 0,0 0 0,0 0 0,0 1 0,1-1 0,1 0 0,0 1 0,1 10 0,1-4 0,0-1 0,1 0 0,1-1 0,1 1 0,6 15 0,3-1 0,0-2 0,2 0 0,1-1 0,39 47 0,-18-34 0,2-1 0,52 39 0,-22-20 0,-69-56 0,5 5 0,0-1 0,0 1 0,0 0 0,0 0 0,4 8 0,-9-13 0,0 0 0,0 1 0,-1-1 0,1 0 0,0 1 0,-1-1 0,0 0 0,1 1 0,-1-1 0,0 1 0,1-1 0,-1 0 0,0 1 0,0-1 0,0 1 0,0-1 0,0 1 0,-1-1 0,1 1 0,0-1 0,-1 0 0,1 1 0,-1-1 0,1 0 0,-1 1 0,0-1 0,1 0 0,-1 0 0,0 0 0,0 1 0,0-1 0,0 0 0,0 0 0,0 0 0,0 0 0,-2 1 0,-5 3 0,-1 0 0,1-1 0,-1 0 0,0 0 0,0-1 0,0 0 0,0 0 0,-15 1 0,-83 6 0,92-9 0,-65 1-455,0-3 0,-113-16 0,117 5-6371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41.778"/>
    </inkml:context>
    <inkml:brush xml:id="br0">
      <inkml:brushProperty name="width" value="0.05" units="cm"/>
      <inkml:brushProperty name="height" value="0.05" units="cm"/>
      <inkml:brushProperty name="color" value="#FF0066"/>
    </inkml:brush>
  </inkml:definitions>
  <inkml:trace contextRef="#ctx0" brushRef="#br0">184 1065 24575,'-3'-6'0,"1"0"0,0 0 0,0-1 0,1 1 0,0-1 0,-1-10 0,-1-7 0,1 76 0,2 43-19,-24 574-670,-46-165 536,4-31 165,65-463 24,-1 5-56,0 0 0,1 0-1,1 1 1,3 26 0,-2-39 45,-1 0 0,1 0 0,0 0 0,-1 0 0,1 0 0,1 0-1,-1-1 1,0 1 0,1 0 0,-1-1 0,1 1 0,0-1 0,0 1 0,0-1 0,0 0 0,0 0 0,1 0 0,-1 0 0,1 0-1,-1 0 1,1-1 0,0 0 0,-1 1 0,1-1 0,0 0 0,0 0 0,0 0 0,0 0 0,0-1 0,3 1 0,10 0 9,1-1 1,-1 0-1,1-1 0,25-5 1,69-21-53,-57 12 5,155-34-273,3 9 0,242-15 0,106 41-393,0 27-408,-240-5 831,-297-7 236,-17 0 108,1 0 0,-1-1 0,1 0 0,-1 0 0,1 0-1,-1-1 1,0 0 0,1 0 0,-1-1 0,0 1 0,9-5 0,-14 5-49,0 1-1,0-1 1,-1 0-1,1 0 1,0 0-1,0 0 1,0 0 0,-1 0-1,1 0 1,-1 0-1,1 0 1,-1 0-1,1 0 1,-1-1 0,1 1-1,-1 0 1,0 0-1,0 0 1,0-1-1,1 1 1,-1 0 0,0 0-1,-1 0 1,1-3-1,-9-30 781,6 25-757,-46-163-62,42 138 0,2-1 0,1 0 0,1-41 0,7-1 0,3 0 0,28-131 0,61-147 0,-88 327 0,116-358-376,34-123-193,-106 272 569,-47 207 0,-2-1 0,-1 0 0,-2 0 0,-1 0 0,-8-53 0,7 73 0,0 1 0,-2-1 0,1 1 0,-1 0 0,0 0 0,-1 0 0,-1 0 0,1 1 0,-1 0 0,-1 0 0,0 1 0,-11-12 0,8 12 0,0 0 0,0 0 0,0 1 0,-1 1 0,0 0 0,-1 0 0,0 1 0,1 0 0,-1 1 0,-19-3 0,-2 1 0,0 2 1,-1 1-1,0 1 0,0 3 1,-43 4-1,-169 37 117,-619 171-1551,513-120 559,200-54-4181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42.413"/>
    </inkml:context>
    <inkml:brush xml:id="br0">
      <inkml:brushProperty name="width" value="0.05" units="cm"/>
      <inkml:brushProperty name="height" value="0.05" units="cm"/>
      <inkml:brushProperty name="color" value="#FF0066"/>
    </inkml:brush>
  </inkml:definitions>
  <inkml:trace contextRef="#ctx0" brushRef="#br0">431 55 24575,'-5'32'0,"4"-27"0,-1 0 0,1 1 0,1-1 0,-1 10 0,2 15 0,1-9 0,-1-1 0,-1 0 0,-1 1 0,-1-1 0,0 0 0,-2 0 0,-6 21 0,1-16 0,-2-1 0,-1 0 0,-1 0 0,-1-1 0,-22 27 0,-94 99 0,7-10 0,115-128 0,0 0 0,1 0 0,0 0 0,1 1 0,-8 21 0,12-28 0,0 0 0,1 0 0,0-1 0,1 1 0,-1 0 0,1 0 0,-1 0 0,2 0 0,-1 0 0,0 0 0,1 0 0,0 0 0,0 0 0,1-1 0,-1 1 0,1 0 0,0-1 0,4 8 0,1-3 0,1 1 0,0-1 0,0 0 0,1-1 0,0 0 0,0 0 0,1-1 0,0 0 0,0-1 0,1 0 0,0-1 0,12 5 0,15 4 0,0-2 0,52 10 0,7-5-64,0-5-1,1-4 0,0-4 0,113-10 1,390-69-260,-466 53 324,321-49 0,-439 69 16,47-9 200,-60 10-192,0 0 0,0 0-1,0-1 1,0 1-1,-1-1 1,1 0 0,0 0-1,-1-1 1,1 1 0,-1-1-1,0 1 1,4-5-1,-5 3-14,-1 1 0,1-1 0,0 0 0,-1-1 0,0 1 0,0 0 0,0 0-1,0 0 1,-1-1 0,0 1 0,0 0 0,0 0 0,-1-7 0,1-16-26,4-5 17,2-1 0,0 1 0,3 0 0,0 1 0,26-56 0,86-141 0,53-32 0,-117 181 0,-38 49-1365,-5 8-5461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43.376"/>
    </inkml:context>
    <inkml:brush xml:id="br0">
      <inkml:brushProperty name="width" value="0.05" units="cm"/>
      <inkml:brushProperty name="height" value="0.05" units="cm"/>
      <inkml:brushProperty name="color" value="#FF0066"/>
    </inkml:brush>
  </inkml:definitions>
  <inkml:trace contextRef="#ctx0" brushRef="#br0">1 109 24575,'0'-6'0,"0"-1"0,0 0 0,1 1 0,0-1 0,0 1 0,4-11 0,-4 15 0,0-1 0,0 1 0,1 0 0,-1-1 0,1 1 0,-1 0 0,1 0 0,0 0 0,0 0 0,0 0 0,0 1 0,0-1 0,0 0 0,1 1 0,-1 0 0,1-1 0,-1 1 0,5-1 0,10-3 0,0 1 0,0 1 0,0 0 0,0 2 0,34 0 0,87 14 0,11 12 0,237 74 0,-256-57-80,-2 6 0,-2 6 0,-3 4-1,-3 6 1,-2 6 0,-4 4 0,151 128-1,134 180 81,-302-272 0,145 214 0,-210-275 0,-3 1 0,-2 1 0,-3 1 0,-1 2 0,-3 0 0,-2 1 0,-3 1 0,-2 1 0,-3 0 0,6 109 0,-17-38 0,-16 131 0,-35 127 0,19-161 0,-138 680 642,97-476-642,69-363 0,2 0 0,3 0 0,3 1 0,17 100 0,-15-143 0,1 0 0,1-1 0,1 0 0,1 0 0,1-1 0,1 0 0,1-1 0,1 0 0,1-1 0,0 0 0,2-1 0,0-1 0,1 0 0,1-2 0,0 0 0,2 0 0,-1-2 0,43 23 0,-15-14 0,1-2 0,0-3 0,87 22 0,156 16 0,-221-45 0,-12 0 0,2-2 0,100 0 0,-140-11-1365,-6-2-5461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43.654"/>
    </inkml:context>
    <inkml:brush xml:id="br0">
      <inkml:brushProperty name="width" value="0.05" units="cm"/>
      <inkml:brushProperty name="height" value="0.05" units="cm"/>
      <inkml:brushProperty name="color" value="#FF0066"/>
    </inkml:brush>
  </inkml:definitions>
  <inkml:trace contextRef="#ctx0" brushRef="#br0">154 10 24575,'-1'0'0,"1"-1"0,0 1 0,0-1 0,0 1 0,0-1 0,0 1 0,0 0 0,0-1 0,0 1 0,-1-1 0,1 1 0,0 0 0,0-1 0,-1 1 0,1 0 0,0-1 0,-1 1 0,1 0 0,0-1 0,-1 1 0,1 0 0,0 0 0,-1-1 0,1 1 0,0 0 0,-1 0 0,1 0 0,-1 0 0,1-1 0,-1 1 0,1 0 0,-1 0 0,-2 3 0,8 8 0,54 49 0,-39-42 0,-2 1 0,25 31 0,-38-43 0,-1-1 0,0 1 0,0 0 0,-1 0 0,0 0 0,0 1 0,-1-1 0,1 1 0,-2-1 0,1 1 0,-1 0 0,0 14 0,-1-15 0,-1 0 0,-1 0 0,1 0 0,-1-1 0,0 1 0,-1-1 0,0 1 0,0-1 0,0 0 0,-1 0 0,1 0 0,-2 0 0,1-1 0,0 0 0,-1 0 0,-10 9 0,-6 2 0,0 0 0,-1-1 0,-26 13 0,-27 11-1365,0-3-5461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51.583"/>
    </inkml:context>
    <inkml:brush xml:id="br0">
      <inkml:brushProperty name="width" value="0.05" units="cm"/>
      <inkml:brushProperty name="height" value="0.05" units="cm"/>
      <inkml:brushProperty name="color" value="#FF0066"/>
    </inkml:brush>
  </inkml:definitions>
  <inkml:trace contextRef="#ctx0" brushRef="#br0">54 158 24575,'-3'0'0,"0"0"0,0 0 0,0 0 0,-1 0 0,1 0 0,0-1 0,0 0 0,0 1 0,0-1 0,0 0 0,0-1 0,1 1 0,-1 0 0,0-1 0,-4-2 0,7 4 0,0-1 0,0 1 0,0 0 0,0 0 0,0 0 0,-1-1 0,1 1 0,0 0 0,0 0 0,0-1 0,0 1 0,0 0 0,0 0 0,0-1 0,0 1 0,0 0 0,0 0 0,0-1 0,0 1 0,0 0 0,0 0 0,0-1 0,0 1 0,0 0 0,0 0 0,0-1 0,0 1 0,0 0 0,0 0 0,1-1 0,-1 1 0,0 0 0,0 0 0,1-1 0,10-7 0,18-2 0,-28 9 0,79-18 0,0 3 0,122-9 0,-112 16 0,388-34-1365,-395 39-5461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5:51.769"/>
    </inkml:context>
    <inkml:brush xml:id="br0">
      <inkml:brushProperty name="width" value="0.05" units="cm"/>
      <inkml:brushProperty name="height" value="0.05" units="cm"/>
      <inkml:brushProperty name="color" value="#FF0066"/>
    </inkml:brush>
  </inkml:definitions>
  <inkml:trace contextRef="#ctx0" brushRef="#br0">0 81 24575,'0'3'0,"0"4"0,3 1 0,7-1 0,11-2 0,13-4 0,19-6 0,21-5 0,25-6 0,24-4 0,22-1 0,18-1-1061,-18 5-6069</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0.184"/>
    </inkml:context>
    <inkml:brush xml:id="br0">
      <inkml:brushProperty name="width" value="0.05" units="cm"/>
      <inkml:brushProperty name="height" value="0.05" units="cm"/>
      <inkml:brushProperty name="color" value="#FF0066"/>
    </inkml:brush>
  </inkml:definitions>
  <inkml:trace contextRef="#ctx0" brushRef="#br0">351 788 24575,'0'-13'0,"0"-6"0,0-1 0,-1 1 0,-1-1 0,-9-36 0,11 52 0,-1 1 0,0 0 0,-1-1 0,1 1 0,0 0 0,-1 0 0,0 0 0,0 0 0,0 0 0,0 1 0,0-1 0,0 0 0,-1 1 0,1 0 0,-1-1 0,0 1 0,1 0 0,-1 1 0,0-1 0,0 0 0,-1 1 0,1-1 0,0 1 0,0 0 0,-1 0 0,1 1 0,0-1 0,-1 1 0,1-1 0,-1 1 0,1 0 0,-1 0 0,1 1 0,-1-1 0,-3 2 0,-3 0 0,1 1 0,-1 0 0,1 1 0,0 0 0,1 1 0,-1 0 0,1 0 0,0 0 0,0 1 0,0 1 0,-12 13 0,6-5 0,0 1 0,1 1 0,1 0 0,-15 29 0,19-31 0,1 1 0,1 0 0,0 0 0,1 0 0,-5 30 0,10-40 0,-1 1 0,1-1 0,0 1 0,0-1 0,1 0 0,0 1 0,0-1 0,2 8 0,-2-11 0,1 1 0,-1-1 0,1 0 0,0 0 0,0 0 0,0 0 0,0 0 0,0 0 0,1 0 0,-1-1 0,1 1 0,-1-1 0,1 0 0,0 0 0,5 3 0,-2-3 0,-1 1 0,1-2 0,0 1 0,0-1 0,-1 0 0,1 0 0,0 0 0,0-1 0,0 0 0,0 0 0,0-1 0,0 0 0,0 0 0,-1 0 0,1-1 0,0 1 0,6-4 0,5-2 0,-1 0 0,0-2 0,0 0 0,20-14 0,-8 1 0,-1-1 0,0-2 0,-2 0 0,-1-2 0,-1 0 0,-2-2 0,-1 0 0,0-2 0,-3 0 0,27-64 0,-30 58 0,-2-1 0,-1 0 0,-3-1 0,0 1 0,-3-2 0,-1 1 0,-2 0 0,-2-1 0,-8-66 0,8 102 0,-2-12 0,-1-1 0,-6-17 0,9 31 0,-2 0 0,1-1 0,0 1 0,0 0 0,-1 0 0,0 0 0,0 0 0,0 0 0,0 0 0,0 0 0,0 1 0,-1-1 0,1 1 0,-1-1 0,0 1 0,-4-2 0,6 3 0,0 1 0,-1-1 0,1 1 0,-1 0 0,1 0 0,0-1 0,-1 1 0,1 0 0,-1 0 0,1 0 0,-1 0 0,1 1 0,0-1 0,-1 0 0,1 1 0,-1-1 0,1 1 0,0-1 0,0 1 0,-1-1 0,1 1 0,0 0 0,0 0 0,0 0 0,-1 0 0,1 0 0,0 0 0,1 0 0,-1 0 0,-1 1 0,-2 4 0,-1 0 0,2 0 0,-1 0 0,-4 12 0,-1 5 0,2-1 0,1 1 0,0 1 0,2-1 0,-2 31 0,3 4 0,5 60 0,1-75-273,2 0 0,2 0 0,1-1 0,24 68 0,-13-59-6553</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0.931"/>
    </inkml:context>
    <inkml:brush xml:id="br0">
      <inkml:brushProperty name="width" value="0.05" units="cm"/>
      <inkml:brushProperty name="height" value="0.05" units="cm"/>
      <inkml:brushProperty name="color" value="#FF0066"/>
    </inkml:brush>
  </inkml:definitions>
  <inkml:trace contextRef="#ctx0" brushRef="#br0">2 336 24575,'0'-15'0,"-1"11"0,1 0 0,0 0 0,0 1 0,0-1 0,0 0 0,0 1 0,1-1 0,0 0 0,2-6 0,-3 10 0,0-1 0,1 1 0,-1 0 0,0-1 0,0 1 0,1 0 0,-1 0 0,0-1 0,1 1 0,-1 0 0,1 0 0,-1 0 0,0-1 0,1 1 0,-1 0 0,1 0 0,-1 0 0,0 0 0,1 0 0,-1 0 0,1 0 0,-1 0 0,1 0 0,-1 0 0,0 0 0,1 0 0,-1 0 0,1 0 0,-1 0 0,0 0 0,1 1 0,-1-1 0,1 0 0,-1 0 0,0 0 0,1 1 0,-1-1 0,18 13 0,-11-7 0,3 1 0,1-1 0,0 0 0,0 0 0,1-1 0,0 0 0,0-1 0,0-1 0,0 0 0,1 0 0,19 1 0,-27-4 0,1 0 0,0 0 0,0 0 0,0-1 0,0 0 0,0 0 0,0 0 0,0-1 0,-1 0 0,1 0 0,0 0 0,-1-1 0,0 0 0,0 0 0,0 0 0,0-1 0,0 1 0,-1-1 0,1 0 0,-1-1 0,0 1 0,0-1 0,-1 0 0,4-6 0,-2 2 0,-1 0 0,0-1 0,-1 0 0,0 1 0,-1-1 0,0 0 0,0 0 0,-1 0 0,-1-1 0,1 1 0,-2 0 0,-1-17 0,0 21 0,1 0 0,0-1 0,-1 1 0,-1 0 0,1-1 0,-1 1 0,0 1 0,0-1 0,-5-6 0,6 8 0,-1 1 0,0 0 0,0 0 0,-1 0 0,1 0 0,0 1 0,-1-1 0,0 1 0,0 0 0,1 0 0,-1 0 0,-1 0 0,1 1 0,-7-2 0,5 2 0,1 1 0,0 0 0,0 0 0,-1 0 0,1 1 0,0-1 0,0 1 0,-1 1 0,1-1 0,0 1 0,0 0 0,0 0 0,1 0 0,-1 1 0,0-1 0,1 1 0,-6 5 0,-1 1 0,0 1 0,0 0 0,1 0 0,0 2 0,-8 11 0,9-10 0,1 0 0,0 0 0,1 1 0,1 0 0,0 0 0,1 1 0,0 0 0,1 0 0,1 0 0,0 0 0,1 0 0,0 31 0,3-36 0,0 1 0,0-1 0,1 0 0,0 0 0,1 0 0,0 0 0,1-1 0,0 1 0,0-1 0,1 0 0,0 0 0,0 0 0,1-1 0,1 0 0,-1 0 0,1 0 0,0-1 0,1 0 0,0 0 0,12 7 0,-11-9 0,0 1 0,1-2 0,0 1 0,0-1 0,0 0 0,1-1 0,-1-1 0,1 0 0,-1 0 0,1-1 0,0 0 0,0 0 0,0-2 0,0 1 0,-1-1 0,1-1 0,0 0 0,20-7 0,-22 6 0,0-1 0,0 0 0,0-1 0,0 0 0,-1 0 0,1-1 0,-1 0 0,-1 0 0,1-1 0,-1 0 0,0 0 0,-1-1 0,0 0 0,0 0 0,-1 0 0,0-1 0,0 0 0,-1 0 0,0 0 0,4-16 0,-4 8 0,0 0 0,-2 0 0,0 0 0,0 0 0,-2 0 0,0-1 0,-5-29 0,4 45 0,1-1 0,-1 1 0,0-1 0,0 1 0,0-1 0,0 1 0,0 0 0,-2-3 0,3 5 0,0 0 0,-1 0 0,1-1 0,0 1 0,0 0 0,0 0 0,-1 0 0,1 0 0,0-1 0,0 1 0,0 0 0,-1 0 0,1 0 0,0 0 0,0 0 0,-1 0 0,1 0 0,0-1 0,0 1 0,-1 0 0,1 0 0,0 0 0,-1 0 0,1 0 0,0 0 0,0 0 0,-1 0 0,1 1 0,-8 10 0,4 10 0,0 0 0,1 0 0,1 1 0,1-1 0,1 24 0,0-9 0,2 415 0,0-540 0,26-173 0,-15 193 0,3 1 0,3 0 0,29-67 0,-35 106 0,18-33 0,-27 54 0,1 1 0,-1 0 0,2 0 0,-1 1 0,1-1 0,0 1 0,0 1 0,0-1 0,12-7 0,-17 12 0,1 0 0,-1 1 0,1-1 0,-1 0 0,1 0 0,0 1 0,-1-1 0,1 1 0,0-1 0,0 1 0,-1 0 0,1 0 0,0 0 0,0 0 0,-1 0 0,1 0 0,0 0 0,0 1 0,-1-1 0,1 0 0,0 1 0,-1 0 0,1-1 0,0 1 0,-1 0 0,1 0 0,-1 0 0,1 0 0,-1 0 0,0 0 0,1 0 0,-1 0 0,0 1 0,0-1 0,0 0 0,0 1 0,0-1 0,0 1 0,0 0 0,1 2 0,1 3 0,0 0 0,-1 0 0,0 0 0,0 1 0,0-1 0,-1 0 0,0 1 0,-1 10 0,0-8 27,-1 0-1,-1 0 0,0 0 0,-1 0 1,0-1-1,0 1 0,-1-1 0,0 0 1,0 0-1,-1 0 0,0-1 0,-10 12 1,5-7-271,-1-1 0,0 0 0,-1-1 0,0-1 1,-1 0-1,-26 16 0,16-13-6582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1.121"/>
    </inkml:context>
    <inkml:brush xml:id="br0">
      <inkml:brushProperty name="width" value="0.05" units="cm"/>
      <inkml:brushProperty name="height" value="0.05" units="cm"/>
      <inkml:brushProperty name="color" value="#FF0066"/>
    </inkml:brush>
  </inkml:definitions>
  <inkml:trace contextRef="#ctx0" brushRef="#br0">17 0 24575,'0'3'0,"0"4"0,0 6 0,0 8 0,0 5 0,0 8 0,-3 4 0,-1 1 0,0 3 0,1 0 0,1-1 0,3-1 0,6-3 0,0-3 0,3-5 0,2-5 0,0-6-8191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1.940"/>
    </inkml:context>
    <inkml:brush xml:id="br0">
      <inkml:brushProperty name="width" value="0.05" units="cm"/>
      <inkml:brushProperty name="height" value="0.05" units="cm"/>
      <inkml:brushProperty name="color" value="#FF0066"/>
    </inkml:brush>
  </inkml:definitions>
  <inkml:trace contextRef="#ctx0" brushRef="#br0">124 51 24575,'1'-3'0,"1"-1"0,-1 0 0,0 0 0,0 0 0,0 0 0,-1-1 0,1 1 0,-1-4 0,0 8 0,0-1 0,0 1 0,0-1 0,0 1 0,0-1 0,0 1 0,0-1 0,0 1 0,0 0 0,-1-1 0,1 1 0,0-1 0,0 1 0,0 0 0,-1-1 0,1 1 0,0 0 0,0-1 0,-1 1 0,1 0 0,0-1 0,-1 1 0,1 0 0,0-1 0,-1 1 0,1 0 0,0 0 0,-2-1 0,1 1 0,0 1 0,0-1 0,0 0 0,0 1 0,-1-1 0,1 0 0,0 1 0,0 0 0,0-1 0,0 1 0,0-1 0,0 1 0,0 0 0,0 0 0,1 0 0,-2 1 0,-11 11 0,0 1 0,2 1 0,0-1 0,-10 19 0,15-24 0,1 1 0,0 0 0,1 0 0,0 0 0,0 1 0,1-1 0,1 1 0,-2 13 0,4-22 0,-1 1 0,1-1 0,0 0 0,0 0 0,1 0 0,-1 1 0,0-1 0,1 0 0,-1 0 0,1 0 0,0 0 0,0 0 0,0 0 0,0 0 0,0 0 0,0 0 0,0 0 0,1 0 0,-1-1 0,1 1 0,-1-1 0,1 1 0,0-1 0,-1 1 0,1-1 0,0 0 0,0 0 0,0 0 0,0 0 0,0 0 0,0 0 0,0-1 0,0 1 0,1-1 0,-1 1 0,0-1 0,0 0 0,0 0 0,5 0 0,1 0 0,0 0 0,0-1 0,1 0 0,-1-1 0,0 1 0,0-2 0,0 1 0,0-1 0,11-6 0,-12 5 0,-1 0 0,0-1 0,0 0 0,0 0 0,-1-1 0,0 1 0,0-1 0,0 0 0,-1-1 0,5-7 0,-7 10 0,1-1 0,-1 1 0,0-1 0,0 0 0,-1 0 0,1 0 0,-1 0 0,0 0 0,0 0 0,-1-1 0,1 1 0,-1 0 0,0 0 0,-1-1 0,-1-8 0,2 13 0,-1 0 0,1 0 0,0 0 0,-1-1 0,1 1 0,-1 0 0,1 0 0,-1 0 0,0 0 0,0 0 0,1 0 0,-1 0 0,0 0 0,0 0 0,0 1 0,0-1 0,0 0 0,-1 0 0,1 0 0,0 1 0,1 0 0,-1 0 0,0 0 0,1 0 0,-1-1 0,0 1 0,1 0 0,-1 0 0,0 1 0,0-1 0,1 0 0,-1 0 0,0 0 0,1 0 0,-1 1 0,0-1 0,1 0 0,-1 0 0,1 1 0,-1-1 0,0 1 0,0 0 0,0 0 0,0-1 0,1 1 0,-1 0 0,0 0 0,1-1 0,-1 1 0,1 0 0,-1 0 0,1 0 0,-1 0 0,1 0 0,0 0 0,-1 0 0,1 0 0,0 0 0,0 0 0,0 0 0,0 0 0,0 0 0,0 0 0,0 0 0,0 0 0,0 0 0,0 0 0,1 0 0,-1 0 0,0 0 0,1 0 0,-1 0 0,1 0 0,-1 0 0,1 0 0,-1-1 0,1 1 0,0 0 0,-1 0 0,2 1 0,1 0 0,0 0 0,0 0 0,0-1 0,0 1 0,0 0 0,0-1 0,0 0 0,1 0 0,-1 0 0,0 0 0,1 0 0,-1-1 0,1 0 0,-1 1 0,1-1 0,-1-1 0,1 1 0,-1 0 0,1-1 0,-1 0 0,4 0 0,9-4 0,1-1 0,29-13 0,-38 15 0,9-4 0,-12 5 0,1 0 0,0 0 0,-1 1 0,1 0 0,0 0 0,7-1 0,-12 3 0,0 0 0,1 0 0,-1 0 0,1 0 0,-1 0 0,1 0 0,-1 1 0,0-1 0,1 0 0,-1 1 0,0-1 0,1 1 0,-1 0 0,0-1 0,0 1 0,1 0 0,-1 0 0,0 0 0,0 0 0,0 0 0,0 0 0,0 0 0,0 0 0,0 0 0,-1 0 0,1 0 0,0 1 0,0-1 0,-1 0 0,1 1 0,-1 1 0,9 21 0,-8-18 0,1-1 0,-1 0 0,1 1 0,0-1 0,1 0 0,-1 0 0,1-1 0,0 1 0,0 0 0,0-1 0,1 0 0,-1 0 0,6 4 0,-8-7 0,-1 0 0,1-1 0,0 1 0,0-1 0,0 0 0,0 1 0,0-1 0,0 1 0,0-1 0,0 0 0,0 0 0,0 0 0,-1 0 0,1 0 0,0 0 0,0 0 0,0 0 0,0 0 0,0 0 0,0 0 0,0-1 0,0 1 0,0 0 0,1-1 0,0 0 0,-1 0 0,1-1 0,-1 1 0,1 0 0,-1-1 0,0 1 0,1-1 0,-1 0 0,0 1 0,0-1 0,1-3 0,2-5 0,0 0 0,-1 0 0,2-17 0,-4 23 0,1-5 0,2-14 0,-2 21 0,-1 16 0,-5 354 0,-4-251 0,-27 133 0,25-204 0,-17 54 0,21-85 0,0 1 0,0-1 0,-2 0 0,1-1 0,-2 0 0,-20 26 0,26-36 0,-1 0 0,1-1 0,-1 0 0,0 0 0,0 0 0,0 0 0,0 0 0,0-1 0,0 0 0,-1 0 0,1 0 0,-1 0 0,0-1 0,-6 2 0,7-3 0,0 0 0,1 0 0,-1 0 0,0 0 0,1-1 0,-1 0 0,0 1 0,1-1 0,-1 0 0,1-1 0,0 1 0,-1-1 0,1 1 0,0-1 0,0 0 0,0 0 0,0-1 0,0 1 0,-4-5 0,0-2 0,0 0 0,1 0 0,0 0 0,1-1 0,-1 0 0,2 0 0,0 0 0,0-1 0,1 1 0,0-1 0,0 0 0,2 0 0,-1 0 0,1-17 0,1-1 0,1 0 0,1 1 0,1 0 0,12-43 0,-5 34 34,2 0 1,1 1-1,2 1 0,2 0 0,1 1 0,2 1 0,1 1 0,1 0 0,31-32 1,-34 44-157,0 0 0,2 1 0,0 1 0,1 1 0,1 1 0,0 1 0,2 0 0,-1 2 0,2 2 1,-1 0-1,1 1 0,1 2 0,34-7 0,-9 8-6704</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2.500"/>
    </inkml:context>
    <inkml:brush xml:id="br0">
      <inkml:brushProperty name="width" value="0.05" units="cm"/>
      <inkml:brushProperty name="height" value="0.05" units="cm"/>
      <inkml:brushProperty name="color" value="#FF0066"/>
    </inkml:brush>
  </inkml:definitions>
  <inkml:trace contextRef="#ctx0" brushRef="#br0">0 412 24575,'3'-3'0,"10"-4"0,17-3 0,25-4 0,29-5 0,36-5 0,36-4 0,36-4-1532,30-5 1532,27-2-2442,18-3 2442,9-1 0,2 1-2533,-12 2 2533,-50 8-1684</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5.838"/>
    </inkml:context>
    <inkml:brush xml:id="br0">
      <inkml:brushProperty name="width" value="0.05" units="cm"/>
      <inkml:brushProperty name="height" value="0.05" units="cm"/>
      <inkml:brushProperty name="color" value="#FF0066"/>
    </inkml:brush>
  </inkml:definitions>
  <inkml:trace contextRef="#ctx0" brushRef="#br0">802 33 24575,'-27'-1'0,"-31"-6"0,-8 0 0,53 7 0,2-1 0,0 1 0,0-1 0,-1-1 0,-11-3 0,23 5 0,0 0 0,0 0 0,0 0 0,0 0 0,0 0 0,0 0 0,0 0 0,0-1 0,0 1 0,0 0 0,1 0 0,-1 0 0,0 0 0,0 0 0,0 0 0,0 0 0,0 0 0,0 0 0,0 0 0,0 0 0,0 0 0,0 0 0,0 0 0,0 0 0,0-1 0,0 1 0,0 0 0,0 0 0,0 0 0,0 0 0,0 0 0,0 0 0,0 0 0,0 0 0,0 0 0,0 0 0,0 0 0,0 0 0,0 0 0,0 0 0,0-1 0,0 1 0,-1 0 0,1 0 0,0 0 0,0 0 0,0 0 0,0 0 0,0 0 0,0 0 0,0 0 0,0 0 0,0 0 0,0 0 0,12-3 0,20 1 0,274 15 26,-137-2-196,54-2-57,478 33-269,-656-38 496,-10-2 0,0 2 0,0 1 0,-1 1 0,40 14 0,-60-12 0,-13-8 0,-1 0 0,0 1 0,0-1 0,0 0 0,0 0 0,0 0 0,0 0 0,1 1 0,-1-1 0,0 0 0,0 0 0,0 0 0,0 1 0,0-1 0,0 0 0,0 0 0,0 1 0,0-1 0,0 0 0,0 0 0,0 0 0,0 1 0,0-1 0,0 0 0,0 0 0,0 0 0,0 1 0,-1-1 0,1 0 0,0 0 0,0 0 0,0 1 0,0-1 0,0 0 0,-3 2 0,1-1 0,0 1 0,0-1 0,-1 0 0,1 0 0,0 0 0,-1 0 0,-4 1 0,-41 9-4,0-1 0,0-3 0,-64 1 0,54-4-59,-750 19-1649,0-48 73,789 24 1564,-187-13-24,172 8 427,34 6-321,0 0 0,0 0 0,-1 0 0,1 0 0,0 0 0,0 0 0,0 0 0,0 0 0,-1 0 0,1-1 0,0 1 0,0 0 1,0 0-1,0 0 0,0 0 0,-1 0 0,1 0 0,0 0 0,0 0 0,0 0 0,0 0 0,0-1 0,0 1 0,-1 0 1,1 0-1,0 0 0,0 0 0,0 0 0,0-1 0,0 1 0,0 0 0,0 0 0,0 0 0,0 0 0,0 0 0,0-1 1,0 1-1,0 0 0,0 0 0,0 0 0,0 0 0,0-1 0,15-4 298,26 0 441,49 1 1,-53 2-310,833-13-424,1 53-69,-869-38 56,66 5 0,81 18 0,-147-23 0,0 0 0,0 1 0,0-1 0,0 0 0,0 1 0,0 0 0,0-1 0,-1 1 0,1 0 0,0 0 0,-1 0 0,1 0 0,0 0 0,2 3 0,-11 1 0,-15 0 0,-63 3-59,-160-5 0,188-5-116,-1457-98-1291,1513 99 1466,-243-28 1244,187 18-995,49 6-249,16 3 0,23 0 0,353 31 153,-245-15 158,405 45-208,-8 34-141,-530-91 33,33 6-41,1 2 1,57 24-1,-94-33 46,0 0 0,-1 0 0,1 1 0,-1-1 0,0 1 0,1-1 0,-1 1 0,0 0 0,0 0 0,3 3 0,-5-5 0,0 1 0,0-1 0,1 1 0,-1-1 0,0 1 0,0-1 0,0 0 0,0 1 0,0-1 0,0 1 0,0-1 0,0 1 0,0-1 0,0 1 0,0-1 0,0 1 0,0-1 0,0 1 0,0-1 0,0 0 0,-1 1 0,1-1 0,0 1 0,-16 11 0,-4-4 0,0-2 0,0 0 0,-1-2 0,0 0 0,-32 1 0,48-4 0,-517 17 144,-1-43-65,416 17 64,257 21-143,-39-6 0,692 92 430,-787-96-430,126 26 0,-122-23 0,0 0 0,0 1 0,0 1 0,30 17 0,-47-23 42,-1 0 1,1 0 0,0 0-1,-1 0 1,1 0 0,-1 1-1,1-1 1,-1 1 0,0-1-1,0 1 1,0 0 0,1 3-1,-3-5-83,1 1 0,-1-1 0,0 0 0,1 1 0,-1-1 0,0 0 0,0 0 0,0 1 1,0-1-1,0 0 0,-1 1 0,1-1 0,0 0 0,-1 0 0,1 1 0,0-1 0,-1 0 0,0 0 0,1 0 0,-1 1 0,0-1 0,1 0 0,-1 0 0,0 0 0,0 0 0,0 0 0,0-1 0,0 1 0,0 0 0,0 0 0,-1 0 0,-17 10-6663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17.066"/>
    </inkml:context>
    <inkml:brush xml:id="br0">
      <inkml:brushProperty name="width" value="0.05" units="cm"/>
      <inkml:brushProperty name="height" value="0.05" units="cm"/>
      <inkml:brushProperty name="color" value="#FF0066"/>
    </inkml:brush>
  </inkml:definitions>
  <inkml:trace contextRef="#ctx0" brushRef="#br0">347 225 24575,'5'-6'0,"-1"0"0,1 0 0,-1 0 0,0 0 0,-1-1 0,1 0 0,3-11 0,13-53 0,-18 64 0,-1 2 0,0 0 0,0 0 0,0 1 0,0-1 0,-1 0 0,0 0 0,0 0 0,-1 0 0,-1-8 0,2 12 0,-1-1 0,0 0 0,1 1 0,-1-1 0,0 1 0,0-1 0,0 1 0,0 0 0,0-1 0,-1 1 0,1 0 0,0 0 0,-1-1 0,1 1 0,-1 0 0,1 1 0,-1-1 0,1 0 0,-1 0 0,0 1 0,1-1 0,-1 1 0,0-1 0,0 1 0,1 0 0,-1-1 0,0 1 0,0 0 0,1 0 0,-3 1 0,-6 0 0,0 0 0,0 1 0,0 0 0,0 1 0,1 0 0,-1 0 0,1 1 0,0 0 0,0 1 0,-12 8 0,-5 5 0,1 1 0,-24 23 0,33-26 0,0 0 0,2 1 0,0 1 0,0 0 0,2 1 0,0 0 0,1 1 0,-9 24 0,16-35 0,1 1 0,1 0 0,-1 0 0,1 0 0,1 0 0,0 1 0,1-1 0,0 19 0,1-22 0,1 0 0,-1 0 0,1 0 0,1 0 0,-1 0 0,1 0 0,0 0 0,1-1 0,-1 0 0,1 1 0,1-1 0,-1-1 0,9 9 0,-3-5 0,1 0 0,0-1 0,1 0 0,0-1 0,0 0 0,1-1 0,-1 0 0,1-1 0,1-1 0,-1 0 0,0 0 0,16 1 0,6-1 0,0-1 0,0-1 0,56-5 0,-64 1 0,0-2 0,-1 0 0,1-2 0,-1-1 0,-1 0 0,48-23 0,-62 24 0,-1 0 0,1 0 0,-1-2 0,-1 1 0,1-1 0,-1 0 0,12-15 0,-16 16 0,0 0 0,0 0 0,-1 0 0,0-1 0,0 0 0,-1 0 0,0 0 0,0 0 0,-1-1 0,0 1 0,1-15 0,-3 18 0,1-1 0,-2 0 0,1 1 0,-1-1 0,0 1 0,0-1 0,0 1 0,-1 0 0,0 0 0,0-1 0,0 1 0,0 0 0,-1 1 0,0-1 0,-4-4 0,6 7 0,-1 0 0,1 1 0,-1-1 0,0 0 0,1 1 0,-1 0 0,0 0 0,0-1 0,0 1 0,0 0 0,0 0 0,0 1 0,-1-1 0,1 0 0,0 1 0,0-1 0,0 1 0,-1 0 0,1 0 0,0 0 0,0 0 0,-1 0 0,1 0 0,0 0 0,0 1 0,-1-1 0,1 1 0,0 0 0,0 0 0,0 0 0,0 0 0,0 0 0,0 0 0,0 0 0,0 0 0,0 1 0,1-1 0,-3 4 0,-3 2 0,0 0 0,1 1 0,0 0 0,0 0 0,1 1 0,0-1 0,0 1 0,1 0 0,0 1 0,1-1 0,0 1 0,1-1 0,0 1 0,0 0 0,1 0 0,0 0 0,1 13 0,0-19 0,1 0 0,-1 0 0,1 0 0,0-1 0,0 1 0,1 0 0,-1 0 0,1-1 0,0 1 0,0-1 0,0 1 0,0-1 0,0 0 0,1 0 0,0 0 0,5 5 0,-4-5 0,0-1 0,1 1 0,0-1 0,-1 1 0,1-1 0,0-1 0,0 1 0,0-1 0,0 0 0,0 0 0,8 0 0,0 0 0,0-2 0,0 0 0,0 0 0,-1-1 0,1-1 0,-1 0 0,1 0 0,-1-2 0,18-8 0,-21 8 0,-1 0 0,0 0 0,0-1 0,-1 0 0,0-1 0,0 1 0,0-1 0,-1-1 0,0 1 0,0-1 0,-1 0 0,8-16 0,-11 19 0,1 0 0,-1 0 0,-1 0 0,1 0 0,-1 0 0,0 0 0,0-1 0,-1 1 0,1 0 0,-1-1 0,0 1 0,0 0 0,-1-1 0,0 1 0,0 0 0,0 0 0,-1 0 0,1-1 0,-1 1 0,0 1 0,-1-1 0,1 0 0,-1 0 0,-5-6 0,3 6 0,1 1 0,-1-1 0,1 1 0,-1 0 0,0 1 0,-1-1 0,1 1 0,-9-4 0,10 6 0,1-1 0,-1 1 0,0-1 0,0 1 0,0 1 0,0-1 0,0 0 0,0 1 0,-1 0 0,1 0 0,0 0 0,0 0 0,-7 2 0,11-2 0,0 0 0,-1 0 0,1 0 0,0 0 0,0 0 0,-1 0 0,1 0 0,0 0 0,0 0 0,-1 0 0,1 0 0,0 0 0,0 1 0,-1-1 0,1 0 0,0 0 0,0 0 0,0 0 0,-1 0 0,1 0 0,0 1 0,0-1 0,0 0 0,-1 0 0,1 0 0,0 0 0,0 1 0,0-1 0,0 0 0,0 0 0,-1 1 0,1-1 0,0 0 0,0 0 0,0 1 0,0-1 0,0 0 0,0 0 0,0 1 0,0-1 0,0 0 0,0 0 0,0 1 0,0-1 0,0 0 0,0 0 0,0 1 0,0-1 0,0 0 0,15 10 0,23 2 0,-24-11 0,1 0 0,0 0 0,-1-1 0,1-1 0,0-1 0,-1 0 0,1-1 0,15-5 0,17-3 0,-44 11 0,0-1 0,0 0 0,0 1 0,0 0 0,0 0 0,0 0 0,0 0 0,0 0 0,0 1 0,0-1 0,0 1 0,0 0 0,0 0 0,-1 0 0,1 0 0,0 0 0,0 0 0,-1 1 0,1 0 0,2 1 0,-3 0 0,1 0 0,-1 0 0,1 1 0,-1-1 0,0 1 0,0-1 0,0 1 0,-1-1 0,1 1 0,-1 0 0,0 0 0,0 0 0,-1 0 0,1 6 0,0 36 0,-2-37 0,1 0 0,0 1 0,0-1 0,4 16 0,-4-24 0,0 0 0,0-1 0,0 1 0,1 0 0,-1 0 0,0 0 0,1-1 0,-1 1 0,1 0 0,-1 0 0,1-1 0,-1 1 0,1 0 0,-1 0 0,1-1 0,0 1 0,-1-1 0,1 1 0,0-1 0,-1 1 0,1-1 0,0 1 0,0-1 0,0 0 0,-1 1 0,1-1 0,0 0 0,0 0 0,0 1 0,0-1 0,-1 0 0,1 0 0,0 0 0,0 0 0,0 0 0,0 0 0,0-1 0,0 1 0,-1 0 0,1 0 0,1-1 0,4-2 0,0 1 0,0-1 0,0 0 0,8-7 0,-7 5 0,60-41 0,-9 5 0,80-41 0,-132 79 0,-1 0 0,1 1 0,0-1 0,0 2 0,0-1 0,1 0 0,11 0 0,-16 2 0,0 0 0,0 0 0,0 0 0,0 0 0,0 1 0,0-1 0,0 1 0,0 0 0,0-1 0,-1 1 0,1 0 0,0 0 0,-1 0 0,1 0 0,0 0 0,-1 0 0,1 1 0,-1-1 0,0 1 0,1-1 0,-1 1 0,0-1 0,0 1 0,0-1 0,0 1 0,0 0 0,0 0 0,0 0 0,0 2 0,2 5 0,-1 0 0,0 0 0,-1 1 0,0-1 0,0 1 0,-1 13 0,-10 59 0,7-63 0,0 0 0,1 1 0,1 0 0,2 23 0,0-39-151,0 0-1,-1 0 0,1 0 0,1 0 1,-1 0-1,1 0 0,-1 0 1,5 7-1,5 2-6674</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5.114"/>
    </inkml:context>
    <inkml:brush xml:id="br0">
      <inkml:brushProperty name="width" value="0.05" units="cm"/>
      <inkml:brushProperty name="height" value="0.05" units="cm"/>
      <inkml:brushProperty name="color" value="#FF0066"/>
    </inkml:brush>
  </inkml:definitions>
  <inkml:trace contextRef="#ctx0" brushRef="#br0">303 641 24575,'1'-6'0,"0"0"0,0 1 0,0-1 0,3-8 0,4-16 0,-7 17 0,0 0 0,0 0 0,-1 1 0,-1-1 0,-4-25 0,4 36 0,1 0 0,-1 0 0,0 0 0,0 0 0,0 0 0,0 0 0,0 0 0,0 0 0,-1 0 0,1 0 0,-1 0 0,1 1 0,-1-1 0,0 1 0,1-1 0,-4-1 0,2 2 0,0 0 0,0 0 0,1 0 0,-1 1 0,0-1 0,0 1 0,0 0 0,1 0 0,-1 0 0,0 0 0,0 0 0,0 1 0,1-1 0,-1 1 0,0 0 0,0 0 0,-2 1 0,-7 4 0,-1-1 0,2 2 0,-1 0 0,1 0 0,0 1 0,0 0 0,1 1 0,0 0 0,-15 20 0,9-9 0,0 1 0,2 1 0,1 0 0,-13 28 0,21-39 0,1 0 0,0 1 0,0 0 0,1-1 0,0 1 0,1 1 0,1-1 0,0 0 0,0 0 0,3 18 0,-2-25 0,1 1 0,0-1 0,1 0 0,-1 1 0,1-1 0,0 0 0,0 0 0,1 0 0,-1 0 0,1-1 0,0 1 0,0-1 0,1 1 0,-1-1 0,1 0 0,0-1 0,0 1 0,1-1 0,-1 1 0,1-1 0,-1 0 0,1-1 0,0 1 0,0-1 0,7 2 0,1-1 0,0 0 0,-1-1 0,1 0 0,0-1 0,0-1 0,0 0 0,0-1 0,0 0 0,0-1 0,0 0 0,-1-1 0,1 0 0,-1-1 0,16-8 0,-6 2 0,-2 0 0,1-2 0,-2 0 0,1-2 0,-2 0 0,0-1 0,19-20 0,-19 15 0,-2-1 0,0 0 0,-1-1 0,-2-1 0,0-1 0,-1 1 0,-2-2 0,0 0 0,-2 0 0,0 0 0,5-40 0,-7 19 0,-1-1 0,-3 1 0,-1 0 0,-3-1 0,-13-78 0,13 113 0,-9-43 0,10 52 0,0 0 0,0-1 0,0 1 0,-1 0 0,1 1 0,-1-1 0,1 0 0,-1 0 0,0 1 0,0-1 0,-1 1 0,1-1 0,-4-2 0,5 4 0,0 1 0,0 0 0,1-1 0,-1 1 0,0 0 0,0 0 0,0-1 0,1 1 0,-1 0 0,0 0 0,0 0 0,0 0 0,0 0 0,1 0 0,-1 0 0,0 0 0,0 1 0,0-1 0,0 0 0,1 0 0,-1 1 0,0-1 0,0 0 0,1 1 0,-1-1 0,0 1 0,1-1 0,-1 1 0,0-1 0,1 1 0,-1 0 0,1-1 0,-1 1 0,1 0 0,-1-1 0,1 1 0,-1 0 0,1 0 0,0-1 0,-1 3 0,-12 34 0,13-36 0,-11 50 0,3 1 0,1 0 0,2 77 0,24 158 0,-11-229-682,20 74-1,-14-87-6143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5.515"/>
    </inkml:context>
    <inkml:brush xml:id="br0">
      <inkml:brushProperty name="width" value="0.05" units="cm"/>
      <inkml:brushProperty name="height" value="0.05" units="cm"/>
      <inkml:brushProperty name="color" value="#FF0066"/>
    </inkml:brush>
  </inkml:definitions>
  <inkml:trace contextRef="#ctx0" brushRef="#br0">33 58 24575,'4'-12'0,"1"0"0,10-18 0,-15 30 0,0 0 0,0 0 0,0-1 0,0 1 0,0 0 0,0 0 0,0 0 0,0 0 0,0 0 0,0 0 0,0 0 0,0-1 0,0 1 0,1 0 0,-1 0 0,0 0 0,0 0 0,0 0 0,0 0 0,0 0 0,0 0 0,0-1 0,0 1 0,0 0 0,1 0 0,-1 0 0,0 0 0,0 0 0,0 0 0,0 0 0,0 0 0,0 0 0,1 0 0,-1 0 0,0 0 0,0 0 0,0 0 0,0 0 0,0 0 0,0 0 0,1 0 0,-1 0 0,0 0 0,0 0 0,0 0 0,0 0 0,0 0 0,0 0 0,1 0 0,-1 1 0,0-1 0,0 0 0,0 0 0,0 0 0,0 0 0,0 0 0,0 0 0,0 0 0,0 0 0,0 0 0,1 1 0,-1-1 0,0 0 0,3 14 0,0 20 0,-5 74 0,-3-1 0,-6 0 0,-27 122 0,35-217 0,-6 31 0,10-37 0,8-26 0,7-21 0,3 0 0,35-58 0,-46 85 0,2 0 0,-1 1 0,2 0 0,0 1 0,0 0 0,1 1 0,1 0 0,0 1 0,0 1 0,20-11 0,-27 17 0,0 0 0,0 0 0,1 1 0,0 0 0,-1 1 0,1-1 0,0 1 0,0 1 0,0-1 0,-1 1 0,1 0 0,0 1 0,0-1 0,0 1 0,0 1 0,-1-1 0,1 1 0,-1 1 0,1-1 0,-1 1 0,0 0 0,0 0 0,0 1 0,0 0 0,-1 0 0,1 0 0,-1 1 0,0-1 0,0 1 0,-1 1 0,1-1 0,-1 1 0,-1-1 0,1 1 0,-1 0 0,5 11 0,-4-7 0,0 0 0,0 0 0,-1 1 0,-1 0 0,0 0 0,0 0 0,-1 0 0,0 0 0,-1 0 0,0 0 0,-1 0 0,0 0 0,-1-1 0,-4 17 0,2-17 0,1-1 0,-1 0 0,-1 0 0,0 0 0,0 0 0,0-1 0,-1 0 0,0 0 0,-1-1 0,0 1 0,0-1 0,-1-1 0,0 0 0,0 0 0,0 0 0,-11 5 0,10-6-91,0-1 0,-1 0 0,0 0 0,0-1 0,0 0 0,0 0 0,-1-1 0,1-1 0,-1 0 0,1 0 0,-1-1 0,1 0 0,-1-1 0,-14-3 0,-9-6-6735</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5.701"/>
    </inkml:context>
    <inkml:brush xml:id="br0">
      <inkml:brushProperty name="width" value="0.05" units="cm"/>
      <inkml:brushProperty name="height" value="0.05" units="cm"/>
      <inkml:brushProperty name="color" value="#FF0066"/>
    </inkml:brush>
  </inkml:definitions>
  <inkml:trace contextRef="#ctx0" brushRef="#br0">0 36 24575,'0'-3'0,"0"-4"0,3 0 0,4 0 0,7 2 0,7 1 0,5 2 0,8 1 0,3 1 0,5 0 0,-5 1-8191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6.201"/>
    </inkml:context>
    <inkml:brush xml:id="br0">
      <inkml:brushProperty name="width" value="0.05" units="cm"/>
      <inkml:brushProperty name="height" value="0.05" units="cm"/>
      <inkml:brushProperty name="color" value="#FF0066"/>
    </inkml:brush>
  </inkml:definitions>
  <inkml:trace contextRef="#ctx0" brushRef="#br0">470 515 24575,'0'-2'0,"-1"-1"0,0 0 0,1 0 0,-1 1 0,0-1 0,0 0 0,0 1 0,-1-1 0,1 1 0,-1-1 0,1 1 0,-1 0 0,0 0 0,0 0 0,0 0 0,0 0 0,0 0 0,-1 0 0,-2-1 0,-5-4 0,0 1 0,0 1 0,-15-6 0,10 5 0,1 1 0,-1 1 0,0 1 0,1 0 0,-2 0 0,1 2 0,0 0 0,0 1 0,0 0 0,-1 1 0,1 1 0,-23 5 0,29-5 0,0 1 0,1 0 0,-1 1 0,1 0 0,0 0 0,0 1 0,0 0 0,0 0 0,1 1 0,0 0 0,0 0 0,0 1 0,1 0 0,0 0 0,0 0 0,1 1 0,0 0 0,1 0 0,-1 0 0,1 1 0,-4 14 0,5-13 0,0 0 0,1 0 0,0 0 0,1 0 0,0 0 0,1 0 0,0 0 0,1 1 0,0-1 0,0 0 0,1 0 0,0 0 0,1 0 0,0-1 0,0 1 0,8 14 0,-6-16 0,0-1 0,0 1 0,1-1 0,0 0 0,0 0 0,0-1 0,1 1 0,0-1 0,1-1 0,-1 0 0,1 0 0,0 0 0,0-1 0,0 0 0,1 0 0,-1-1 0,1-1 0,14 4 0,-10-4 0,-1-1 0,1 0 0,0 0 0,0-1 0,-1-1 0,1 0 0,0-1 0,-1 0 0,1-1 0,-1-1 0,0 0 0,0 0 0,0-1 0,-1-1 0,0 0 0,0 0 0,0-1 0,18-16 0,-13 8 0,0 0 0,-1-2 0,-1 0 0,0 0 0,-2-2 0,0 1 0,-1-2 0,0 1 0,-2-1 0,8-23 0,2-22 0,-2-1 0,-4 0 0,-2-1 0,-3-1 0,-2-119 0,-9 151 0,-1 23 0,4 13 0,-1 0 0,1 0 0,0 0 0,0 0 0,-1 0 0,1 0 0,0 0 0,0 0 0,-1 1 0,1-1 0,0 0 0,0 0 0,0 0 0,-1 0 0,1 0 0,0 0 0,0 0 0,-1 1 0,1-1 0,0 0 0,0 0 0,0 0 0,0 0 0,-1 1 0,1-1 0,0 0 0,0 0 0,0 0 0,0 1 0,0-1 0,0 0 0,0 0 0,-1 1 0,1-1 0,0 0 0,0 0 0,0 1 0,0-1 0,0 0 0,0 0 0,0 1 0,0-1 0,-7 24 0,0-1 0,2 1 0,-4 39 0,0 76 0,8-102-151,2 0-1,0 0 0,3 0 0,1 0 1,2-1-1,1 0 0,2 0 1,24 57-1,-14-54-6674</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6.575"/>
    </inkml:context>
    <inkml:brush xml:id="br0">
      <inkml:brushProperty name="width" value="0.05" units="cm"/>
      <inkml:brushProperty name="height" value="0.05" units="cm"/>
      <inkml:brushProperty name="color" value="#FF0066"/>
    </inkml:brush>
  </inkml:definitions>
  <inkml:trace contextRef="#ctx0" brushRef="#br0">1 377 24575,'0'-11'0,"0"5"0,0 0 0,0-1 0,0 1 0,1 0 0,0 0 0,2-7 0,-2 11 0,0 0 0,0 0 0,0 0 0,1 0 0,-1 0 0,1 0 0,-1 0 0,1 0 0,-1 1 0,1-1 0,0 0 0,0 1 0,0 0 0,0-1 0,0 1 0,0 0 0,0 0 0,1 0 0,3-1 0,17-4 0,0 1 0,0 1 0,27-1 0,8-1 0,-34 2 0,91-17 0,-104 19 0,-1-1 0,0-1 0,0 0 0,0 0 0,-1-1 0,0 0 0,1-1 0,11-10 0,-18 14 0,-1 1 0,0-1 0,0-1 0,0 1 0,0 0 0,0 0 0,0-1 0,0 1 0,-1-1 0,0 1 0,1-1 0,-1 0 0,0 0 0,0 1 0,0-1 0,-1 0 0,1 0 0,-1 0 0,0 0 0,1 0 0,-1 0 0,0 0 0,-1 0 0,1 0 0,-1 0 0,1 0 0,-1 0 0,0 1 0,0-1 0,0 0 0,0 0 0,-3-4 0,-1 1 0,1-1 0,-1 1 0,0 1 0,-1-1 0,0 1 0,0 0 0,0 0 0,0 0 0,-1 1 0,0 0 0,-10-4 0,7 3 0,0 1 0,0 1 0,0 0 0,-1 0 0,0 1 0,1 0 0,-1 1 0,0 0 0,0 1 0,0 0 0,0 1 0,1 0 0,-17 4 0,19-3 0,0 0 0,1 1 0,-1 1 0,1-1 0,0 1 0,-1 0 0,2 1 0,-1 0 0,0 0 0,1 0 0,0 1 0,1 0 0,-1 0 0,1 0 0,0 1 0,0-1 0,1 1 0,-5 12 0,4-10 0,2 0 0,-1 0 0,1 1 0,1-1 0,0 1 0,0 0 0,1 0 0,0-1 0,0 1 0,1 0 0,1 0 0,3 19 0,-2-21 0,0 0 0,0 0 0,1-1 0,0 1 0,1-1 0,0 0 0,0 0 0,0 0 0,1-1 0,0 1 0,0-1 0,1 0 0,0-1 0,0 1 0,0-1 0,10 6 0,-5-4 38,1-1 0,0 0 0,0-1 0,1-1 0,0 0 0,0 0 0,0-1 0,15 1 0,-7-2-380,0 0 1,0-2 0,0-1-1,30-5 1,1-3-6485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7.043"/>
    </inkml:context>
    <inkml:brush xml:id="br0">
      <inkml:brushProperty name="width" value="0.05" units="cm"/>
      <inkml:brushProperty name="height" value="0.05" units="cm"/>
      <inkml:brushProperty name="color" value="#FF0066"/>
    </inkml:brush>
  </inkml:definitions>
  <inkml:trace contextRef="#ctx0" brushRef="#br0">105 0 24575,'-2'1'0,"-1"-1"0,1 1 0,-1 0 0,0 0 0,1 0 0,0 0 0,-1 0 0,1 1 0,0-1 0,-1 1 0,1-1 0,0 1 0,0 0 0,0 0 0,1 0 0,-1 0 0,0 0 0,1 0 0,-1 0 0,1 1 0,0-1 0,0 1 0,-2 4 0,-3 8 0,0 1 0,-5 25 0,10-36 0,-7 36 0,3 0 0,2 1 0,1 0 0,4 46 0,0 20 0,-11 125 0,0 126 0,9-375 0,10-304 0,-6 287 0,1 0 0,1 1 0,2 0 0,1 0 0,1 1 0,2 0 0,31-55 0,-39 80 0,-1-1 0,2 2 0,-1-1 0,1 0 0,0 1 0,0 0 0,1 0 0,-1 1 0,1-1 0,0 1 0,0 1 0,13-7 0,-15 9 0,0-1 0,1 1 0,-1 0 0,0 1 0,0-1 0,1 1 0,-1 0 0,0 0 0,1 0 0,-1 1 0,0-1 0,1 1 0,-1 0 0,0 0 0,0 1 0,0-1 0,0 1 0,0 0 0,0 0 0,-1 0 0,1 0 0,5 6 0,-3-4 0,0 1 0,-1 0 0,0 1 0,0-1 0,0 1 0,0 0 0,-1 0 0,0 0 0,-1 1 0,1-1 0,-1 1 0,-1 0 0,1 0 0,-1 0 0,0 1 0,-1-1 0,1 0 0,-2 1 0,1-1 0,-1 0 0,0 1 0,0-1 0,-1 1 0,0-1 0,0 0 0,-1 1 0,0-1 0,-1 0 0,1 0 0,-1 0 0,0-1 0,-1 1 0,0-1 0,0 1 0,0-1 0,-1-1 0,0 1 0,0-1 0,-11 10 0,5-7-114,0-1 1,-1 0-1,0-1 0,0 0 0,-1 0 1,0-2-1,0 1 0,0-2 0,0 0 1,0 0-1,-20 0 0,-4-2-6712</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7.261"/>
    </inkml:context>
    <inkml:brush xml:id="br0">
      <inkml:brushProperty name="width" value="0.05" units="cm"/>
      <inkml:brushProperty name="height" value="0.05" units="cm"/>
      <inkml:brushProperty name="color" value="#FF0066"/>
    </inkml:brush>
  </inkml:definitions>
  <inkml:trace contextRef="#ctx0" brushRef="#br0">109 0 24575,'1'3'0,"-5"3"0,-11 8 0,14-13 0,-7 6 0,1 0 0,0 1 0,0 0 0,1 0 0,0 0 0,1 1 0,-1 0 0,2 0 0,-5 12 0,3-5 0,1 0 0,1 0 0,1 0 0,0 1 0,0 17 0,3 15 0,2 0 0,14 89 0,31 70-1365,-36-173-5461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8.128"/>
    </inkml:context>
    <inkml:brush xml:id="br0">
      <inkml:brushProperty name="width" value="0.05" units="cm"/>
      <inkml:brushProperty name="height" value="0.05" units="cm"/>
      <inkml:brushProperty name="color" value="#FF0066"/>
    </inkml:brush>
  </inkml:definitions>
  <inkml:trace contextRef="#ctx0" brushRef="#br0">0 145 24575,'4'-4'0,"0"1"0,1 0 0,-1 0 0,1 0 0,7-2 0,-11 4 0,1 0 0,-1 1 0,1-1 0,-1 0 0,1 1 0,-1 0 0,1-1 0,0 1 0,-1 0 0,1 0 0,-1 0 0,1 0 0,0 0 0,-1 0 0,1 0 0,-1 0 0,1 1 0,0-1 0,-1 1 0,1-1 0,1 2 0,-2-1 0,-1 0 0,1 0 0,-1 0 0,1 0 0,-1 0 0,1 0 0,-1 0 0,1 1 0,-1-1 0,0 0 0,0 0 0,0 0 0,0 1 0,0-1 0,0 0 0,0 0 0,0 1 0,0-1 0,0 0 0,-1 0 0,1 0 0,0 1 0,-1-1 0,1 0 0,-2 2 0,-15 28 0,11-21 0,-1 0 0,0 1 0,1 0 0,0 0 0,1 0 0,-4 13 0,8-22 0,0 0 0,1 1 0,-1-1 0,1 0 0,0 0 0,-1 1 0,1-1 0,0 0 0,0 0 0,1 1 0,-1-1 0,0 0 0,1 0 0,0 0 0,-1 1 0,1-1 0,0 0 0,0 0 0,0 0 0,0 0 0,0 0 0,1-1 0,-1 1 0,1 0 0,-1 0 0,1-1 0,-1 1 0,1-1 0,0 0 0,0 1 0,0-1 0,0 0 0,0 0 0,4 1 0,4 2 0,0-1 0,0-1 0,0 0 0,1-1 0,-1 1 0,1-2 0,-1 0 0,1 0 0,-1-1 0,0 0 0,1-1 0,-1 0 0,0 0 0,10-5 0,3-1 0,0-1 0,-1-1 0,-1-1 0,0-1 0,20-14 0,-28 17 0,-1-1 0,-1 0 0,0-1 0,0 0 0,-1-1 0,9-13 0,-15 20 0,0 0 0,-1-1 0,0 0 0,0 0 0,-1 0 0,1 0 0,-1 0 0,0 0 0,-1-1 0,0 1 0,0-1 0,0 1 0,-1-1 0,0 1 0,0-1 0,-2-9 0,2 13 0,-1 0 0,0 0 0,0 0 0,0 0 0,0 0 0,-1 0 0,1 1 0,-1-1 0,1 0 0,-1 1 0,0-1 0,0 1 0,0 0 0,0 0 0,-1 0 0,1 0 0,0 0 0,-6-3 0,4 3 0,-1 0 0,0 1 0,1-1 0,-1 1 0,0 0 0,0 0 0,0 1 0,0-1 0,0 1 0,-9 1 0,2 1 0,0 0 0,0 0 0,0 1 0,1 1 0,-1 0 0,1 0 0,0 1 0,-18 11 0,24-13 0,1 0 0,0 0 0,0 1 0,0-1 0,0 1 0,1 0 0,0 0 0,-1 0 0,1 0 0,1 1 0,-1-1 0,1 1 0,-1 0 0,1-1 0,1 1 0,-3 7 0,4-9 0,0 0 0,0 1 0,0-1 0,0 1 0,0-1 0,1 0 0,-1 1 0,1-1 0,0 0 0,0 1 0,0-1 0,1 0 0,-1 0 0,1 0 0,0 0 0,0 0 0,0 0 0,0-1 0,0 1 0,0-1 0,1 1 0,-1-1 0,1 0 0,0 0 0,4 3 0,4 1 0,0-1 0,0 1 0,0-2 0,0 0 0,1 0 0,-1-1 0,1-1 0,0 0 0,0 0 0,0-1 0,17-1 0,-2-1 0,0-1 0,0-1 0,53-14 0,90-40 0,-128 42 0,-40 13 0,0 1 0,1 0 0,0 1 0,-1-1 0,1 0 0,0 1 0,-1-1 0,1 1 0,0 0 0,-1 0 0,1 0 0,0 0 0,4 2 0,-5-1 0,0 0 0,0 0 0,0 0 0,0 1 0,-1-1 0,1 1 0,-1 0 0,1-1 0,-1 1 0,1 0 0,-1 0 0,0 0 0,0 0 0,0 0 0,0 0 0,1 4 0,0-2 0,0 0 0,0 0 0,0 0 0,1 0 0,-1-1 0,1 1 0,0-1 0,0 0 0,0 1 0,1-1 0,-1-1 0,1 1 0,-1 0 0,1-1 0,0 0 0,0 0 0,0 0 0,7 2 0,-2-2 0,-1 0 0,1-1 0,-1 0 0,1 0 0,-1-1 0,1 0 0,-1-1 0,1 0 0,9-2 0,-10 2 0,0-1 0,0-1 0,-1 0 0,1 0 0,-1 0 0,1-1 0,-1 0 0,0 0 0,-1-1 0,1 0 0,-1 0 0,8-8 0,-6 4 0,0 0 0,-1-1 0,0 0 0,0-1 0,-1 0 0,-1 0 0,6-16 0,-10 25 0,7-16 0,-4 13 0,-2 9 0,1 28 0,-2 1 0,-3 37 0,1-29 0,-12 277 0,-23-2 0,35-309 0,-2 9 0,0-1 0,-8 21 0,11-33 0,-1-1 0,0 0 0,0 0 0,0 1 0,0-1 0,0 0 0,0 0 0,0 0 0,-1 0 0,1 0 0,-1 0 0,1-1 0,-1 1 0,0 0 0,0-1 0,0 0 0,0 1 0,0-1 0,0 0 0,0 0 0,0 0 0,0 0 0,-5 1 0,5-2 0,-1 0 0,1-1 0,0 1 0,0 0 0,-1-1 0,1 0 0,0 1 0,0-1 0,0 0 0,0 0 0,-1-1 0,1 1 0,1 0 0,-1 0 0,0-1 0,0 0 0,1 1 0,-3-3 0,-2-2 0,1-1 0,0-1 0,-7-10 0,5 5 0,1-1 0,0 1 0,0-1 0,2 0 0,0-1 0,0 1 0,1-1 0,1 0 0,1 1 0,0-1 0,1-20 0,2 16 0,1-1 0,0 1 0,1 0 0,1 0 0,1 1 0,1 0 0,0 0 0,13-22 0,-9 22 0,1-1 0,0 2 0,1 0 0,1 0 0,1 1 0,0 1 0,24-18 0,-25 23 0,0 0 0,0 1 0,1 0 0,1 2 0,-1-1 0,1 2 0,1 0 0,-1 1 0,25-4 0,-32 8 25,0 0-1,0 0 0,0 1 1,0 0-1,0 1 1,0 0-1,0 1 0,-1-1 1,1 1-1,0 1 0,-1 0 1,1 0-1,11 7 1,-14-6-115,-1-1 0,1 1 0,-1 0 0,0 1 0,-1-1 1,1 1-1,-1 0 0,1 0 0,-1 1 0,-1-1 1,1 1-1,-1 0 0,0 0 0,-1 0 0,1 0 0,-1 0 1,0 0-1,1 12 0,1 27-6736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28.608"/>
    </inkml:context>
    <inkml:brush xml:id="br0">
      <inkml:brushProperty name="width" value="0.05" units="cm"/>
      <inkml:brushProperty name="height" value="0.05" units="cm"/>
      <inkml:brushProperty name="color" value="#FF0066"/>
    </inkml:brush>
  </inkml:definitions>
  <inkml:trace contextRef="#ctx0" brushRef="#br0">41 714 24575,'-2'0'0,"-1"0"0,0-1 0,0 1 0,1 0 0,-1-1 0,0 1 0,1-1 0,-1 0 0,0 0 0,1 0 0,0 0 0,-4-3 0,6 4 0,0 0 0,-1 0 0,1 0 0,0 0 0,0 0 0,0 0 0,-1-1 0,1 1 0,0 0 0,0 0 0,0 0 0,0-1 0,-1 1 0,1 0 0,0 0 0,0 0 0,0-1 0,0 1 0,0 0 0,0 0 0,0-1 0,0 1 0,0 0 0,0 0 0,-1-1 0,1 1 0,0 0 0,0-1 0,1 1 0,-1 0 0,0 0 0,0-1 0,0 1 0,0 0 0,0 0 0,0-1 0,0 1 0,0 0 0,0 0 0,1 0 0,-1-1 0,0 1 0,0 0 0,0 0 0,1-1 0,13-7 0,7 0 0,0 0 0,1 2 0,25-5 0,-47 11 0,464-81-1633,8 26-1021,-380 45 2308,267-28-857,49-4-1376,2130-153-3570,5 94 4813,-2151 92 1434,-52 1 403,-51-1-92,-221 7 35,428-25 3163,-467 25-2657,0-2-1,0-1 0,34-9 0,-61 13-851,0 0-1,-1 1 0,1-1 0,0 0 1,-1 0-1,1 1 0,0-1 1,-1-1-1,3-1 0,-4 3-47,1 0 0,-1-1 0,0 1 0,0 0 0,0 0 0,0-1 0,0 1-1,1 0 1,-1-1 0,0 1 0,0 0 0,0 0 0,0-1 0,0 1 0,0 0 0,0-1 0,0 1 0,0 0-1,0-1 1,0 1 0,0 0 0,0-1 0,0 1 0,-1 0 0,1 0 0,0-1 0,0 1 0,0 0 0,0 0-1,0-1 1,-1 1 0,1 0 0,0-1 0,-3-1 133,1 1 1,0-1-1,-1 1 1,0-1-1,1 1 1,-1 0-1,0 0 0,0 0 1,-5-1-1,-17-3 268,0 1-1,0 1 1,0 1-1,0 2 1,-46 4-1,39 0-756,0 2 1,0 1-1,0 1 1,-33 14-1,33-8-6520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1.019"/>
    </inkml:context>
    <inkml:brush xml:id="br0">
      <inkml:brushProperty name="width" value="0.05" units="cm"/>
      <inkml:brushProperty name="height" value="0.05" units="cm"/>
      <inkml:brushProperty name="color" value="#FF0066"/>
    </inkml:brush>
  </inkml:definitions>
  <inkml:trace contextRef="#ctx0" brushRef="#br0">80 98 24575,'-3'-5'0,"1"1"0,-1-1 0,1 0 0,0 0 0,0 0 0,1 0 0,-1 0 0,1-1 0,0-7 0,-4-11 0,-1 8 0,5 21 0,4 29 0,-1-19 0,6 92 0,-5 0 0,-4-1 0,-6 1 0,-26 143 0,9-150 0,24-88 0,7-17 0,12-21 0,-16 22 0,29-43 0,82-112 0,-99 141 0,1 1 0,1 0 0,0 1 0,1 1 0,0 0 0,24-13 0,-35 24 0,-1 1 0,0 0 0,1 0 0,0 0 0,0 1 0,0 0 0,0 1 0,0-1 0,0 1 0,0 0 0,0 1 0,13 1 0,-14 0 0,-1 0 0,0 0 0,1 1 0,-1 0 0,0 0 0,0 0 0,0 1 0,0-1 0,0 1 0,-1 0 0,1 1 0,-1-1 0,0 1 0,0 0 0,0 0 0,-1 0 0,4 6 0,4 5 45,-2 1 0,0 0 0,-1 1 1,0 0-1,-1 0 0,8 34 0,13 114-669,-19-101-433,-5-37-5769</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1.488"/>
    </inkml:context>
    <inkml:brush xml:id="br0">
      <inkml:brushProperty name="width" value="0.05" units="cm"/>
      <inkml:brushProperty name="height" value="0.05" units="cm"/>
      <inkml:brushProperty name="color" value="#FF0066"/>
    </inkml:brush>
  </inkml:definitions>
  <inkml:trace contextRef="#ctx0" brushRef="#br0">415 542 24575,'2'0'0,"-1"0"0,1 0 0,0 0 0,-1 0 0,1 0 0,-1-1 0,1 1 0,0 0 0,-1-1 0,1 1 0,-1-1 0,1 0 0,-1 1 0,0-1 0,1 0 0,-1 0 0,0 0 0,3-2 0,-4 2 0,1 0 0,0 0 0,-1 0 0,1 0 0,-1 0 0,0 0 0,1-1 0,-1 1 0,0 0 0,0 0 0,0 0 0,0-1 0,0 1 0,0 0 0,0 0 0,0 0 0,0-1 0,0 1 0,-1-1 0,-1-4 0,0 1 0,0 0 0,-1 0 0,1 0 0,-1 1 0,0-1 0,-1 1 0,1-1 0,-6-4 0,2 2 0,0 1 0,-1 0 0,1 1 0,-1 0 0,0 0 0,0 0 0,-1 1 0,0 0 0,1 1 0,-1 0 0,0 1 0,0-1 0,-1 2 0,1-1 0,0 1 0,-1 1 0,1 0 0,0 0 0,-1 1 0,1 0 0,0 0 0,-1 1 0,1 0 0,0 1 0,0 0 0,1 1 0,-1-1 0,1 2 0,-1-1 0,1 1 0,1 0 0,-12 10 0,8-4 0,0 0 0,0 0 0,1 1 0,1 0 0,0 1 0,1 0 0,0 1 0,1 0 0,0 0 0,1 0 0,1 1 0,1-1 0,0 1 0,0 1 0,2-1 0,-2 28 0,4-37 0,0-1 0,1 1 0,0-1 0,0 1 0,0-1 0,0 0 0,1 0 0,0 0 0,0 0 0,1 0 0,-1 0 0,1 0 0,0-1 0,0 1 0,1-1 0,4 5 0,-2-4 0,0 0 0,0-1 0,1 0 0,0 0 0,0 0 0,0-1 0,0 0 0,0 0 0,0-1 0,11 3 0,4-2 0,-1 0 0,1-2 0,-1 0 0,1-1 0,0-2 0,-1 0 0,28-7 0,-29 5 0,0-2 0,-1 0 0,0-1 0,0-1 0,0-1 0,-1 0 0,-1-2 0,24-17 0,-28 18 0,-2-1 0,1 0 0,-1 0 0,-1-2 0,0 1 0,-1-1 0,0 0 0,-1-1 0,0 0 0,-1 0 0,7-22 0,-6 8 0,-1 0 0,-2-1 0,0 0 0,-2 0 0,-1 0 0,-2-31 0,-3 17 0,-1 0 0,-2 0 0,-17-60 0,21 98 0,-2-10 0,-12-29 0,15 42 0,0-1 0,0 0 0,-1 0 0,0 0 0,1 1 0,-1-1 0,0 1 0,0-1 0,0 1 0,-1 0 0,1 0 0,-1 0 0,1 0 0,-1 0 0,1 1 0,-5-3 0,7 4 0,-1 0 0,0 0 0,0 0 0,0-1 0,1 1 0,-1 0 0,0 0 0,0 0 0,0 0 0,0 1 0,1-1 0,-1 0 0,0 0 0,0 0 0,0 1 0,1-1 0,-1 0 0,0 1 0,1-1 0,-1 0 0,0 1 0,1-1 0,-1 1 0,0 0 0,1-1 0,-2 2 0,-10 21 0,4-2 0,2 1 0,0-1 0,2 2 0,0-1 0,0 36 0,3-1 0,7 59 0,0-55 171,20 85 0,-19-117-513,2 0 1,1 0 0,1-1-1,27 49 1,-15-41-6485</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1.892"/>
    </inkml:context>
    <inkml:brush xml:id="br0">
      <inkml:brushProperty name="width" value="0.05" units="cm"/>
      <inkml:brushProperty name="height" value="0.05" units="cm"/>
      <inkml:brushProperty name="color" value="#FF0066"/>
    </inkml:brush>
  </inkml:definitions>
  <inkml:trace contextRef="#ctx0" brushRef="#br0">64 187 24575,'0'-186'0,"8"372"0,0 13 0,-8-144 0,-2-1 0,-3 0 0,-2 0 0,-15 56 0,21-106 0,-10 26 0,11-29 0,0 0 0,-1 0 0,0 0 0,1 0 0,-1 0 0,0 0 0,1 0 0,-1 0 0,0 0 0,0 0 0,0 0 0,0 0 0,0 0 0,0-1 0,0 1 0,0 0 0,0-1 0,0 1 0,0-1 0,-3 1 0,4-1 0,-1 0 0,1 0 0,-1 0 0,0 0 0,1-1 0,-1 1 0,1 0 0,-1-1 0,1 1 0,-1 0 0,1-1 0,-1 1 0,1-1 0,-1 1 0,1-1 0,0 1 0,-1-1 0,1 1 0,0-1 0,-1 1 0,1-1 0,0 1 0,0-1 0,-1 0 0,1 1 0,0-1 0,0 1 0,0-1 0,0 0 0,0 1 0,0-1 0,0 1 0,0-1 0,0 0 0,0 1 0,0-1 0,1-1 0,2-26 0,3 7 0,0 1 0,1 0 0,1 0 0,1 0 0,1 1 0,1 0 0,0 1 0,1 0 0,1 1 0,1 1 0,0 0 0,1 0 0,1 2 0,31-23 0,-39 32 0,0 0 0,0 0 0,0 1 0,1 0 0,0 1 0,0 0 0,0 0 0,0 0 0,18-1 0,-20 4 0,-1 0 0,1 0 0,-1 0 0,1 1 0,-1 0 0,1 0 0,-1 1 0,1 0 0,-1 0 0,0 0 0,0 1 0,0 0 0,0 0 0,10 8 0,-7-3 0,0 0 0,0 0 0,-1 1 0,0 0 0,-1 1 0,0 0 0,0 0 0,-1 0 0,0 1 0,-1 0 0,-1 0 0,5 14 0,-7-19 0,0 0 0,-1-1 0,0 1 0,0 0 0,0 0 0,-1 0 0,0 0 0,0-1 0,-1 1 0,1 0 0,-1 0 0,0 0 0,-1-1 0,1 1 0,-1 0 0,-1-1 0,1 1 0,-1-1 0,1 0 0,-2 0 0,1 0 0,0 0 0,-1-1 0,0 1 0,0-1 0,-8 6 0,3-4 43,1 0 0,-1-1-1,-1-1 1,1 1 0,-1-1-1,0-1 1,-20 5 0,9-4-612,-1-2 0,-36 1 0,4-4-6257</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2.233"/>
    </inkml:context>
    <inkml:brush xml:id="br0">
      <inkml:brushProperty name="width" value="0.05" units="cm"/>
      <inkml:brushProperty name="height" value="0.05" units="cm"/>
      <inkml:brushProperty name="color" value="#FF0066"/>
    </inkml:brush>
  </inkml:definitions>
  <inkml:trace contextRef="#ctx0" brushRef="#br0">130 273 24575,'-26'1'0,"6"-1"0,0 0 0,-26-4 0,45 4 0,-1-1 0,1 1 0,0 0 0,0 0 0,0-1 0,-1 1 0,1-1 0,0 1 0,0-1 0,0 1 0,0-1 0,0 1 0,-1-2 0,2 2 0,0-1 0,-1 1 0,1 0 0,0-1 0,0 1 0,0 0 0,0 0 0,0-1 0,0 1 0,0 0 0,0 0 0,0-1 0,0 1 0,0 0 0,0-1 0,0 1 0,0 0 0,1 0 0,-1-1 0,0 1 0,0 0 0,0 0 0,0-1 0,0 1 0,1 0 0,-1 0 0,0 0 0,0-1 0,0 1 0,1 0 0,-1 0 0,0 0 0,0-1 0,1 1 0,3-2 0,0-1 0,0 1 0,1 0 0,-1 0 0,1 0 0,5 0 0,69-15-52,145-12-1,-175 24-134,1005-59-4919,-767 52 3534,1738-68-587,-1580 49 4950,-429 31-705,-32 3-2384,-16 4-3343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3.917"/>
    </inkml:context>
    <inkml:brush xml:id="br0">
      <inkml:brushProperty name="width" value="0.05" units="cm"/>
      <inkml:brushProperty name="height" value="0.05" units="cm"/>
      <inkml:brushProperty name="color" value="#FF0066"/>
    </inkml:brush>
  </inkml:definitions>
  <inkml:trace contextRef="#ctx0" brushRef="#br0">2470 32 24575,'-141'-18'-317,"0"6"-1,-221 10 1,207 9 213,-251 43 1,326-34 105,2 4 1,0 2 0,2 5 0,1 2 0,-72 40-1,97-40-2,0 3 0,3 2 0,0 1 0,3 3 0,1 2 0,2 1 0,1 2 0,3 2 0,1 2 0,-30 54 0,31-40 0,3 1 0,2 1 0,4 2 0,2 0 0,3 2 0,3 1 0,3 0 0,-7 77 0,18-96 0,2 0 0,2 0 0,2 0 0,2 0 0,3 0 0,1-1 0,3 0 0,23 66 0,-18-74 0,1 0 0,2-1 0,2-1 0,2-1 0,1 0 0,2-2 0,1-1 0,1-2 0,58 51 0,-43-48 43,2-1 0,1-3 0,1-2-1,93 42 1,-71-43-183,0-3-1,2-3 1,83 14-1,-28-17-231,1-5 0,1-6 0,253-17 1,-181-11 80,0-8 1,-2-10-1,-2-7 1,-2-10-1,253-106 1,-349 119 199,-2-4 0,-2-5 1,153-108-1,-203 124-87,-1-2 0,-2-2 0,51-61 0,-67 68 126,-2-2 1,0 0-1,-3-1 0,0-1 0,20-55 1,-30 62 40,-1 0 0,-1-1 1,-1 0-1,-2 0 0,-1-1 1,-2 1-1,0-1 0,-2 0 1,-2 0-1,-1 1 0,-1-1 1,-1 1-1,-2 0 0,-1 0 1,-1 1-1,-2 0 0,-1 0 1,-1 2-1,-28-46 0,18 40 1,-1 2-1,-1 0 0,-2 1 1,-1 2-1,-1 1 1,-63-45-1,43 40-28,-1 3 0,-1 2 0,-1 2 0,-66-21 0,27 17-96,-170-31-1,-84 19-170,77 24-719</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7.269"/>
    </inkml:context>
    <inkml:brush xml:id="br0">
      <inkml:brushProperty name="width" value="0.05" units="cm"/>
      <inkml:brushProperty name="height" value="0.05" units="cm"/>
      <inkml:brushProperty name="color" value="#FF0066"/>
    </inkml:brush>
  </inkml:definitions>
  <inkml:trace contextRef="#ctx0" brushRef="#br0">0 30 24575,'1'-1'0,"-1"0"0,0-1 0,1 1 0,-1 0 0,1 0 0,-1 0 0,1 0 0,-1 0 0,1 0 0,0 0 0,0 0 0,0 0 0,-1 0 0,1 0 0,0 1 0,0-1 0,0 0 0,0 1 0,0-1 0,0 0 0,0 1 0,1-1 0,-1 1 0,0 0 0,0-1 0,0 1 0,2 0 0,35-6 0,-4 4 0,0 2 0,0 2 0,35 6 0,102 25 0,-161-31 0,99 24-45,-1 5 0,-1 4-1,-2 5 1,-2 5 0,-2 4-1,-2 5 1,100 71 0,-124-71 8,-3 3 1,-2 3 0,-3 3 0,-3 3-1,-3 3 1,-3 2 0,-3 3 0,-3 2-1,46 93 1,-42-54 14,-6 3 1,36 124-1,31 258 184,-53 13-325,-33-2-877,-36 600 819,-12-870 221,-23 510 0,64 0 0,4-538 0,8 0 0,75 242 0,-53-273 0,7-2 0,151 289 0,-161-370 0,5-2 0,125 154 0,-123-181 0,3-2 0,2-3 0,134 98 0,-100-96-35,3-4-1,3-5 1,2-4 0,2-6-1,3-4 1,1-5 0,2-5 0,1-6-1,199 23 1,-130-37-51,-152-13 117,0-2 1,-1-1-1,45-9 1,-71 9 79,0 0 1,0 0-1,0-1 1,0 0-1,0 0 1,-1 0-1,12-8 1,-16 8-127,-1 1 0,1 0 0,0-1 0,-1 1 0,1-1 0,-1 0 0,0 0 0,0 0 0,0 0 0,0 0 0,-1 0 1,1 0-1,-1-1 0,0 1 0,0-1 0,0 1 0,0-1 0,0-6 0,-1-20-6419</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7.536"/>
    </inkml:context>
    <inkml:brush xml:id="br0">
      <inkml:brushProperty name="width" value="0.05" units="cm"/>
      <inkml:brushProperty name="height" value="0.05" units="cm"/>
      <inkml:brushProperty name="color" value="#FF0066"/>
    </inkml:brush>
  </inkml:definitions>
  <inkml:trace contextRef="#ctx0" brushRef="#br0">190 1 24575,'26'2'0,"1"2"0,-1 0 0,0 2 0,0 1 0,42 18 0,-58-21 0,15 5 0,-1 1 0,0 2 0,0 0 0,-2 2 0,0 1 0,0 0 0,-1 1 0,35 37 0,-46-42 0,0 0 0,-1 1 0,-1 0 0,0 0 0,0 1 0,-1 0 0,-1 0 0,0 1 0,-1 0 0,0 0 0,-1 0 0,-1 0 0,0 1 0,-1 0 0,-1-1 0,0 1 0,-2 22 0,-2-17 0,-1 1 0,-1-1 0,-1 0 0,-1 0 0,-1-1 0,0 1 0,-1-2 0,-2 1 0,1-1 0,-2-1 0,-1 0 0,-20 22 0,-2-3 0,-2-1 0,-1-2 0,-2-1 0,-45 27 0,-166 80-1923,132-81-4345</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39.750"/>
    </inkml:context>
    <inkml:brush xml:id="br0">
      <inkml:brushProperty name="width" value="0.05" units="cm"/>
      <inkml:brushProperty name="height" value="0.05" units="cm"/>
      <inkml:brushProperty name="color" value="#FF0066"/>
    </inkml:brush>
  </inkml:definitions>
  <inkml:trace contextRef="#ctx0" brushRef="#br0">667 137 24575,'8'-8'0,"0"1"0,-1-2 0,0 1 0,0-1 0,9-15 0,-15 23 0,0-1 0,0 0 0,-1 1 0,1-1 0,-1 0 0,1 0 0,-1 0 0,1 0 0,-1 1 0,0-1 0,0 0 0,0 0 0,0 0 0,0 0 0,-1 0 0,0-3 0,0 3 0,0 0 0,0 0 0,-1 1 0,1-1 0,-1 0 0,1 1 0,-1-1 0,1 1 0,-1-1 0,0 1 0,0 0 0,1 0 0,-1-1 0,0 1 0,0 1 0,0-1 0,-1 0 0,-1 0 0,-8-2 0,1 0 0,-1 1 0,0 0 0,0 1 0,0 0 0,0 1 0,0 1 0,-17 2 0,-4 3 0,-57 17 0,54-13 0,1 3 0,-49 24 0,74-32 0,1 0 0,0 1 0,0 0 0,0 0 0,0 1 0,1 0 0,0 1 0,1-1 0,0 2 0,0-1 0,1 1 0,0 0 0,-6 11 0,10-16 0,1 1 0,-1-1 0,1 1 0,0-1 0,0 1 0,0 0 0,1 0 0,-1-1 0,1 1 0,0 0 0,1 0 0,-1-1 0,1 1 0,0 0 0,2 4 0,-1-2 0,2 1 0,-1-1 0,1 0 0,0-1 0,0 1 0,1-1 0,0 1 0,7 6 0,6 4 0,1-1 0,1-1 0,0-1 0,40 21 0,105 37 0,-23-11 0,-139-60 0,1 1 0,-1 0 0,0-1 0,0 1 0,-1 0 0,1 1 0,0-1 0,-1 0 0,1 1 0,3 5 0,-6-7 0,1 0 0,-1 0 0,1 0 0,-1 0 0,0 0 0,0 1 0,1-1 0,-1 0 0,0 0 0,0 0 0,0 1 0,-1-1 0,1 0 0,0 0 0,0 0 0,0 1 0,-1-1 0,1 0 0,-1 0 0,1 0 0,-1 0 0,1 0 0,-1 0 0,0 0 0,0 0 0,1 0 0,-1 0 0,0 0 0,0 0 0,0 0 0,0-1 0,0 1 0,-1 1 0,-7 4 0,0 0 0,0-1 0,-1 0 0,0 0 0,0-1 0,-13 5 0,-69 14 0,77-20 0,-39 9 0,0-3 0,0-2 0,-1-3 0,0-2 0,-80-7 0,127 4-195,-1 0 0,1-1 0,0 1 0,0-2 0,0 1 0,-10-6 0,1-2-6631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0.599"/>
    </inkml:context>
    <inkml:brush xml:id="br0">
      <inkml:brushProperty name="width" value="0.05" units="cm"/>
      <inkml:brushProperty name="height" value="0.05" units="cm"/>
      <inkml:brushProperty name="color" value="#FF0066"/>
    </inkml:brush>
  </inkml:definitions>
  <inkml:trace contextRef="#ctx0" brushRef="#br0">111 154 24575,'-5'-1'0,"0"1"0,0-1 0,0 0 0,0-1 0,0 1 0,1-1 0,-1 0 0,0-1 0,1 1 0,-6-4 0,2 1 0,1-1 0,-1 0 0,1 0 0,-9-10 0,15 15 0,1 1 0,-1-1 0,1 1 0,-1-1 0,1 1 0,-1-1 0,1 1 0,0-1 0,-1 0 0,1 1 0,0-1 0,-1 0 0,1 0 0,0 1 0,0-1 0,0 0 0,0 1 0,0-1 0,0 0 0,0 0 0,0 1 0,0-1 0,0 0 0,0 0 0,0 1 0,1-2 0,-1 1 0,1 0 0,0 0 0,0 0 0,0 0 0,0 0 0,0 1 0,0-1 0,0 0 0,0 0 0,0 1 0,0-1 0,0 1 0,0-1 0,2 0 0,6-1 0,0 0 0,1 0 0,11 0 0,-17 1 0,210-9 0,-93 7 0,-11 0 0,92-7 0,-199 10 38,0 0 0,0-1 0,0 1 0,0-1 0,0 0 0,0 0 0,0 0 0,4-3 0,-7 4-47,1 0 1,-1 0 0,0 0 0,0 0 0,0 0 0,0-1 0,0 1 0,1 0-1,-1 0 1,0 0 0,0 0 0,0 0 0,0-1 0,0 1 0,0 0 0,0 0-1,0 0 1,0 0 0,0-1 0,0 1 0,1 0 0,-1 0 0,0 0 0,0 0-1,0-1 1,0 1 0,0 0 0,-1 0 0,1 0 0,0-1 0,0 1 0,0 0-1,0 0 1,0 0 0,0 0 0,0-1 0,0 1 0,0 0 0,0 0 0,0 0-1,-1-1 1,-14-6-1357,-5 3-5461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0.963"/>
    </inkml:context>
    <inkml:brush xml:id="br0">
      <inkml:brushProperty name="width" value="0.05" units="cm"/>
      <inkml:brushProperty name="height" value="0.05" units="cm"/>
      <inkml:brushProperty name="color" value="#FF0066"/>
    </inkml:brush>
  </inkml:definitions>
  <inkml:trace contextRef="#ctx0" brushRef="#br0">12 41 24575,'-3'-3'0,"-1"-7"0,0-4 0,4 2 0,2 10 0,0 14 0,0 13 0,0 15 0,0 13 0,-1 11 0,-1 7 0,0 4 0,0 0 0,0-13-8191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1.355"/>
    </inkml:context>
    <inkml:brush xml:id="br0">
      <inkml:brushProperty name="width" value="0.05" units="cm"/>
      <inkml:brushProperty name="height" value="0.05" units="cm"/>
      <inkml:brushProperty name="color" value="#FF0066"/>
    </inkml:brush>
  </inkml:definitions>
  <inkml:trace contextRef="#ctx0" brushRef="#br0">116 225 24575,'-12'-6'0,"2"0"0,-1-1 0,1 0 0,-16-15 0,21 18 0,0 0 0,1-1 0,0 0 0,0 0 0,0 0 0,1 0 0,0-1 0,0 1 0,0-1 0,1 0 0,-3-6 0,5 10 0,-1-1 0,1 0 0,-1 1 0,1-1 0,0 0 0,0 1 0,0-1 0,0 0 0,1 1 0,-1-1 0,1 0 0,0 1 0,-1-1 0,1 1 0,0-1 0,1 1 0,-1 0 0,3-4 0,-1 2 0,0 1 0,0-1 0,0 1 0,1 0 0,0 0 0,-1 1 0,1-1 0,0 1 0,0 0 0,5-2 0,5-1 0,0 0 0,1 2 0,-1-1 0,1 2 0,26-2 0,-13 4 0,0 1 0,1 1 0,-1 2 0,0 1 0,-1 1 0,1 1 0,-1 1 0,37 18 0,-26-8 0,-1 1 0,-1 2 0,-1 2 0,-1 1 0,34 31 0,-45-34 0,-1 1 0,-1 1 0,-1 1 0,19 30 0,-29-40 0,-2 0 0,0 2 0,0-1 0,-2 1 0,0 0 0,-1 0 0,0 0 0,-1 1 0,2 18 0,-6-27 0,1 0 0,-1 1 0,-1-1 0,0 0 0,0 0 0,0 0 0,-1 0 0,0 0 0,-1 0 0,1 0 0,-2-1 0,1 1 0,-6 8 0,2-6 0,0-1 0,0-1 0,-1 1 0,0-1 0,0-1 0,-1 1 0,0-1 0,-16 9 0,-3-1 0,-1-2 0,1-2 0,-2 0 0,0-2 0,0-1 0,-34 5 0,5-5-682,-76 2-1,88-10-6143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3.721"/>
    </inkml:context>
    <inkml:brush xml:id="br0">
      <inkml:brushProperty name="width" value="0.05" units="cm"/>
      <inkml:brushProperty name="height" value="0.05" units="cm"/>
      <inkml:brushProperty name="color" value="#FF0066"/>
    </inkml:brush>
  </inkml:definitions>
  <inkml:trace contextRef="#ctx0" brushRef="#br0">16 42 24575,'-1'0'0,"0"0"0,1 0 0,-1 0 0,0 0 0,1 0 0,-1 0 0,1 0 0,-1-1 0,0 1 0,1 0 0,-1 0 0,1-1 0,-1 1 0,0 0 0,1-1 0,-1 1 0,1-1 0,-1 1 0,1-1 0,0 1 0,-1-1 0,1 1 0,-1-1 0,1 1 0,0-1 0,-1 1 0,1-1 0,0 0 0,0 1 0,0-1 0,-1 0 0,1 1 0,0-1 0,0 0 0,0 1 0,0-1 0,0 1 0,0-1 0,0 0 0,0 1 0,0-1 0,1 0 0,-1 1 0,0-1 0,0 0 0,1 1 0,-1-1 0,0 1 0,0-1 0,1 1 0,-1-1 0,1 1 0,-1-1 0,1 1 0,-1-1 0,1 1 0,-1-1 0,1 1 0,-1 0 0,1-1 0,0 0 0,13-2 0,0 1 0,1 0 0,-1 1 0,0 1 0,19 1 0,0-1 0,179 3 0,176-5 0,-364 0 0,-18-2-1365</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4.128"/>
    </inkml:context>
    <inkml:brush xml:id="br0">
      <inkml:brushProperty name="width" value="0.05" units="cm"/>
      <inkml:brushProperty name="height" value="0.05" units="cm"/>
      <inkml:brushProperty name="color" value="#FF0066"/>
    </inkml:brush>
  </inkml:definitions>
  <inkml:trace contextRef="#ctx0" brushRef="#br0">290 141 24575,'0'-6'0,"-1"0"0,0 0 0,0 1 0,0-1 0,-1 0 0,0 1 0,0-1 0,0 1 0,-1-1 0,0 1 0,0 0 0,0 0 0,-1 0 0,1 1 0,-1-1 0,-7-5 0,6 6 0,0-1 0,0 1 0,-1 0 0,1 0 0,-1 1 0,0-1 0,-1 1 0,1 1 0,0-1 0,-1 1 0,1 0 0,-1 1 0,-11-2 0,10 3 0,1 0 0,0 0 0,0 1 0,0 0 0,0 0 0,0 1 0,0 0 0,0 0 0,0 0 0,1 1 0,-1 0 0,1 1 0,0-1 0,0 1 0,-9 8 0,12-10 0,0 1 0,0 0 0,1 0 0,-1 0 0,1 1 0,0-1 0,0 0 0,0 1 0,0 0 0,1-1 0,-1 1 0,1 0 0,0 0 0,0 0 0,0 0 0,1 0 0,-1 0 0,1 0 0,0 0 0,0 0 0,1 0 0,-1 0 0,1 0 0,0 0 0,0-1 0,0 1 0,0 0 0,4 6 0,1 1 0,0 0 0,1 0 0,0-1 0,0-1 0,1 1 0,1-1 0,11 10 0,73 53 0,-58-47 0,-5-4 0,-7-5 0,23 20 0,-40-32 0,-1 1 0,-1 0 0,1 0 0,-1 1 0,0-1 0,0 1 0,0 0 0,-1 0 0,5 11 0,-7-15 0,-1 0 0,1 0 0,-1 0 0,0 0 0,0 0 0,1 0 0,-1 0 0,-1 0 0,1 0 0,0 0 0,0 0 0,-1 0 0,1-1 0,-1 1 0,1 0 0,-1 0 0,0 0 0,-1 2 0,-1-1 0,1 1 0,-1-1 0,1 0 0,-1-1 0,0 1 0,0 0 0,0-1 0,-6 4 0,-5 1 0,0 0 0,0-1 0,-24 7 0,9-6-273,1 0 0,-1-2 0,0-1 0,-31 0 0,7-3-6553</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4.348"/>
    </inkml:context>
    <inkml:brush xml:id="br0">
      <inkml:brushProperty name="width" value="0.05" units="cm"/>
      <inkml:brushProperty name="height" value="0.05" units="cm"/>
      <inkml:brushProperty name="color" value="#FF0066"/>
    </inkml:brush>
  </inkml:definitions>
  <inkml:trace contextRef="#ctx0" brushRef="#br0">53 16 24575,'3'-3'0,"1"-4"0,0 2 0,-4 8 0,-2 9 0,-3 9 0,-5 13 0,1 9 0,-2 6 0,1 6 0,2 7 0,3 0 0,2 3 0,4-2 0,6-2 0,0-3 0,3-2 0,0-11-8191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4.767"/>
    </inkml:context>
    <inkml:brush xml:id="br0">
      <inkml:brushProperty name="width" value="0.05" units="cm"/>
      <inkml:brushProperty name="height" value="0.05" units="cm"/>
      <inkml:brushProperty name="color" value="#FF0066"/>
    </inkml:brush>
  </inkml:definitions>
  <inkml:trace contextRef="#ctx0" brushRef="#br0">0 175 24575,'6'-5'0,"0"0"0,-1 1 0,1-1 0,1 1 0,-1 1 0,1-1 0,-1 1 0,1 0 0,0 0 0,0 1 0,0 0 0,11-1 0,10-1 0,56-1 0,-32 3 0,242-21 0,-277 25 0,-17-2 0,1 1 0,-1-1 0,0 0 0,0 0 0,1 0 0,-1 1 0,0-1 0,0 0 0,1 1 0,-1-1 0,0 0 0,0 0 0,0 1 0,0-1 0,0 0 0,1 1 0,-1-1 0,0 1 0,0-1 0,0 0 0,0 1 0,0-1 0,0 0 0,0 1 0,0-1 0,0 1 0,-1 2 0,0 0 0,-1 1 0,1-1 0,-1 0 0,1 0 0,-5 5 0,1 0 0,-4 7 0,0 1 0,2 0 0,0 0 0,-6 21 0,11-33 0,1 1 0,0-1 0,0 1 0,0 0 0,0 0 0,1-1 0,0 1 0,0 0 0,0 0 0,1 0 0,-1-1 0,1 1 0,0 0 0,1-1 0,-1 1 0,1-1 0,0 1 0,0-1 0,0 1 0,5 5 0,-6-8 0,1-1 0,-1 1 0,1-1 0,0 1 0,-1-1 0,1 1 0,0-1 0,0 0 0,0 0 0,0 0 0,0 0 0,1 0 0,-1-1 0,0 1 0,0 0 0,0-1 0,5 1 0,-3-2 0,0 1 0,0 0 0,0-1 0,-1 0 0,1 0 0,0 0 0,0 0 0,-1-1 0,7-3 0,-1 0 0,-1 0 0,0-1 0,-1 0 0,1-1 0,-1 1 0,-1-2 0,11-12 0,-12 13 0,-1-1 0,0 1 0,0-1 0,0 0 0,-1 0 0,-1 0 0,1 0 0,-1-1 0,-1 1 0,1-1 0,-1 1 0,-1-1 0,0 0 0,0 1 0,0-1 0,-1 1 0,-1-1 0,0 1 0,-3-13 0,2 14 0,1 1 0,-1-1 0,0 1 0,-1 0 0,0 0 0,1 0 0,-2 1 0,1-1 0,-1 1 0,0 0 0,0 0 0,0 1 0,-1-1 0,1 1 0,-1 0 0,0 1 0,0-1 0,-1 1 0,1 1 0,-1-1 0,1 1 0,-1 0 0,0 1 0,-8-2 0,-10 2-1365,5 4-5461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5.145"/>
    </inkml:context>
    <inkml:brush xml:id="br0">
      <inkml:brushProperty name="width" value="0.05" units="cm"/>
      <inkml:brushProperty name="height" value="0.05" units="cm"/>
      <inkml:brushProperty name="color" value="#FF0066"/>
    </inkml:brush>
  </inkml:definitions>
  <inkml:trace contextRef="#ctx0" brushRef="#br0">64 140 24575,'20'413'0,"-18"-389"0,11 226 0,-17-229 0,4-21 0,0 1 0,-1-1 0,1 0 0,0 0 0,0 1 0,0-1 0,0 0 0,-1 0 0,1 0 0,0 1 0,0-1 0,-1 0 0,1 0 0,0 0 0,0 0 0,-1 1 0,1-1 0,0 0 0,0 0 0,-1 0 0,1 0 0,0 0 0,0 0 0,-1 0 0,1 0 0,0 0 0,-1 0 0,1 0 0,0 0 0,0 0 0,-1 0 0,1 0 0,-1 0 0,-1-2 0,0 1 0,1-1 0,-1 1 0,0-1 0,0 0 0,1 1 0,-1-1 0,1 0 0,0 0 0,-1 0 0,1 0 0,-1-5 0,-8-16 0,1-2 0,1 1 0,-8-43 0,-3-80 0,17 105 0,1 0 0,3 0 0,10-70 0,-7 88 0,0 0 0,1 1 0,1 0 0,1 0 0,2 1 0,0 0 0,24-38 0,-30 54 0,1 0 0,1-1 0,-1 1 0,1 1 0,0-1 0,0 1 0,0 0 0,1 1 0,-1-1 0,1 1 0,0 1 0,1-1 0,-1 1 0,1 0 0,9-2 0,-12 5 0,0-1 0,1 0 0,-1 1 0,0 0 0,0 0 0,1 1 0,-1-1 0,0 1 0,0 1 0,1-1 0,-1 0 0,0 1 0,-1 0 0,1 0 0,0 1 0,0 0 0,-1-1 0,0 1 0,1 1 0,-1-1 0,0 1 0,-1-1 0,6 8 0,-5-7 14,-1 0 1,0 0-1,0 1 0,0 0 0,-1-1 1,0 1-1,0 0 0,0 0 0,0 0 0,-1 0 1,0 1-1,0-1 0,0 0 0,0 0 1,-1 1-1,0-1 0,0 0 0,-1 1 0,0-1 1,1 0-1,-2 0 0,1 1 0,-4 8 1,0-2-205,-2 0 0,1 0 1,-1-1-1,-1 0 0,0 0 1,-1-1-1,1 0 1,-13 10-1,-35 29-6636</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7.333"/>
    </inkml:context>
    <inkml:brush xml:id="br0">
      <inkml:brushProperty name="width" value="0.05" units="cm"/>
      <inkml:brushProperty name="height" value="0.05" units="cm"/>
      <inkml:brushProperty name="color" value="#FF0066"/>
    </inkml:brush>
  </inkml:definitions>
  <inkml:trace contextRef="#ctx0" brushRef="#br0">1 1 24575,'94'47'-97,"-1"5"0,147 109-1,-161-102-297,-3 3 0,-2 4-1,106 123 1,-128-125 419,-3 2 0,-3 2 0,-3 2 0,61 137 1,-63-100-216,-4 2 0,-6 2 0,31 192 1,-6 351-573,-65 261 232,-54-1-498,-6 160 328,62-835 701,11 0 0,37 259 0,-19-362 0,60 203 0,-49-236 0,5-2 0,77 146 0,-56-143-127,5-3 1,5-3-1,3-3 0,5-4 0,166 154 0,-128-146-17,4-6 0,4-5 0,4-6-1,169 82 1,-182-111 131,2-5 0,2-5-1,2-5 1,240 42 0,-243-64 208,2-4 1,-1-6-1,0-6 1,1-4-1,155-26 1,-128-1 1119,-126 26-744,0-2-1,0 0 1,-1-2 0,34-19 0,-50 26-476,0 0-1,0 0 0,0-1 0,-1 1 0,1 0 0,-1-1 1,0 0-1,1 1 0,-1-1 0,-1 0 0,4-6 0,-5 9-75,0-1-1,1 0 0,-1 1 0,0-1 1,0 0-1,0 1 0,0-1 1,0 0-1,0 1 0,0-1 0,0 0 1,0 1-1,0-1 0,0 0 1,0 1-1,-1-1 0,1 0 0,0 1 1,-1-1-1,1 0 0,0 1 1,-1-1-1,0 0 0,0 0-6,0 0 0,0 0-1,-1 0 1,1 1 0,-1-1 0,1 0-1,0 1 1,-1-1 0,1 1 0,-1-1-1,1 1 1,-1 0 0,0 0-1,-2 0 1,-3 0-109,1 0-1,-1 1 1,0 0-1,1 1 1,-1-1-1,1 1 1,-1 0-1,1 1 1,0 0-1,0 0 1,0 0-1,0 1 0,-10 7 1,0 2-6729</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7.659"/>
    </inkml:context>
    <inkml:brush xml:id="br0">
      <inkml:brushProperty name="width" value="0.05" units="cm"/>
      <inkml:brushProperty name="height" value="0.05" units="cm"/>
      <inkml:brushProperty name="color" value="#FF0066"/>
    </inkml:brush>
  </inkml:definitions>
  <inkml:trace contextRef="#ctx0" brushRef="#br0">60 17 24575,'-21'-8'0,"20"7"0,-1 0 0,1 0 0,0 0 0,0 0 0,-1 1 0,1-1 0,-1 0 0,1 1 0,-1-1 0,1 1 0,-1 0 0,1-1 0,-1 1 0,1 0 0,-1 0 0,1 0 0,-1 0 0,1 0 0,-4 1 0,5 0 0,0-1 0,0 1 0,0-1 0,0 1 0,0-1 0,0 1 0,0 0 0,0-1 0,0 1 0,0-1 0,0 1 0,0-1 0,1 1 0,-1-1 0,0 1 0,0-1 0,0 1 0,1-1 0,-1 1 0,0-1 0,1 1 0,-1-1 0,0 0 0,1 1 0,-1-1 0,1 0 0,-1 1 0,1-1 0,-1 0 0,1 1 0,17 14 0,-16-13 0,91 62 0,14 12 0,-90-62 0,-1 0 0,0 1 0,26 32 0,-38-41 0,0 0 0,0 0 0,0 0 0,-1 1 0,0-1 0,0 1 0,-1 0 0,0 0 0,0 0 0,0 0 0,-1 0 0,0 0 0,0 0 0,-1 13 0,-1-11 0,-1 0 0,0 0 0,0-1 0,0 1 0,-1-1 0,-1 0 0,1 1 0,-1-1 0,-1-1 0,1 1 0,-11 11 0,0-1 69,-1-1-1,0-1 0,-2 0 0,-32 22 1,-82 42-1776,65-44-5119</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8.231"/>
    </inkml:context>
    <inkml:brush xml:id="br0">
      <inkml:brushProperty name="width" value="0.05" units="cm"/>
      <inkml:brushProperty name="height" value="0.05" units="cm"/>
      <inkml:brushProperty name="color" value="#FF0066"/>
    </inkml:brush>
  </inkml:definitions>
  <inkml:trace contextRef="#ctx0" brushRef="#br0">299 172 24575,'3'-1'0,"0"0"0,0 0 0,0 0 0,0-1 0,0 1 0,0-1 0,0 0 0,0 0 0,-1 0 0,1 0 0,-1 0 0,4-4 0,4-3 0,-3 4 0,-1 0 0,0-1 0,-1 0 0,1 0 0,-1 0 0,8-14 0,-12 19 0,0-1 0,0 0 0,0 1 0,0-1 0,-1 0 0,1 0 0,-1 0 0,1 1 0,-1-1 0,0 0 0,0 0 0,0 0 0,0 0 0,0 0 0,0 0 0,0 0 0,-1 1 0,1-1 0,0 0 0,-1 0 0,0 0 0,1 1 0,-1-1 0,0 0 0,0 1 0,0-1 0,0 0 0,-1 1 0,1-1 0,0 1 0,0 0 0,-1 0 0,1-1 0,-1 1 0,-2-2 0,-3 0 0,1 0 0,0 0 0,-1 0 0,0 1 0,0 0 0,1 0 0,-1 1 0,0 0 0,0 0 0,-1 0 0,1 1 0,0 0 0,0 1 0,0 0 0,0 0 0,-7 2 0,-13 3 0,0 2 0,-42 18 0,57-21 0,0 0 0,1 1 0,0 0 0,0 1 0,-19 16 0,28-21 0,-1 1 0,1-1 0,0 1 0,0 0 0,0-1 0,0 1 0,0 0 0,1 0 0,-1 0 0,1 1 0,-2 5 0,2-7 0,1 1 0,0-1 0,0 1 0,0-1 0,0 1 0,1-1 0,-1 0 0,1 1 0,-1-1 0,1 1 0,0-1 0,0 0 0,0 0 0,0 1 0,0-1 0,0 0 0,1 0 0,2 3 0,3 2 0,0 1 0,0-1 0,1-1 0,0 1 0,1-1 0,-1-1 0,1 1 0,13 4 0,80 29 0,-97-38 0,148 43 0,26 9 0,-172-51 0,-3-1 0,0 0 0,-1 0 0,1 1 0,0-1 0,-1 1 0,1 0 0,-1 0 0,0 0 0,0 0 0,0 0 0,0 1 0,5 5 0,-8-8 0,0 1 0,0-1 0,0 1 0,0-1 0,0 1 0,1-1 0,-1 1 0,0-1 0,0 1 0,-1-1 0,1 1 0,0-1 0,0 1 0,0-1 0,0 1 0,0-1 0,-1 1 0,1-1 0,0 0 0,0 1 0,0-1 0,-1 1 0,1-1 0,0 0 0,-1 1 0,1-1 0,-1 1 0,1-1 0,0 0 0,-1 0 0,1 1 0,-1-1 0,1 0 0,-1 0 0,1 1 0,-1-1 0,0 0 0,-21 7 0,-41 5 0,-1-4 0,-107 0 0,132-7 0,-167 2-1365,162-3-5461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8.545"/>
    </inkml:context>
    <inkml:brush xml:id="br0">
      <inkml:brushProperty name="width" value="0.05" units="cm"/>
      <inkml:brushProperty name="height" value="0.05" units="cm"/>
      <inkml:brushProperty name="color" value="#FF0066"/>
    </inkml:brush>
  </inkml:definitions>
  <inkml:trace contextRef="#ctx0" brushRef="#br0">0 98 24575,'2'-3'0,"0"-1"0,0 1 0,1-1 0,-1 1 0,1 0 0,-1 0 0,1 0 0,0 0 0,0 0 0,0 1 0,1-1 0,-1 1 0,1 0 0,-1 0 0,1 0 0,0 1 0,-1-1 0,1 1 0,0 0 0,0 0 0,0 0 0,0 1 0,0-1 0,0 1 0,0 0 0,0 0 0,1 0 0,-1 1 0,0-1 0,0 1 0,0 0 0,-1 0 0,1 1 0,0-1 0,0 1 0,3 2 0,18 8 0,-2 2 0,1 1 0,-2 0 0,0 2 0,-1 0 0,-1 1 0,-1 2 0,0 0 0,19 27 0,-34-41 0,1 1 0,-1 0 0,-1 1 0,1-1 0,-1 1 0,0-1 0,-1 1 0,0 0 0,2 11 0,-4-16 0,0-1 0,0 1 0,0 0 0,0-1 0,-1 1 0,1 0 0,-1-1 0,1 1 0,-1-1 0,0 1 0,0-1 0,0 1 0,-1-1 0,1 1 0,0-1 0,-1 0 0,0 0 0,1 0 0,-1 0 0,0 0 0,0 0 0,0 0 0,0-1 0,0 1 0,-1-1 0,1 1 0,0-1 0,-1 0 0,1 0 0,-1 0 0,-3 1 0,-2 0 0,0 0 0,0-1 0,1 0 0,-2 0 0,1-1 0,0 0 0,0 0 0,0-1 0,0 0 0,0 0 0,0-1 0,1 0 0,-1-1 0,0 1 0,1-1 0,0-1 0,-1 0 0,1 0 0,1 0 0,-12-10 0,13 11 0,1 0 0,0-1 0,1 0 0,-1 0 0,1 0 0,-1 0 0,1-1 0,1 1 0,-1-1 0,1 0 0,-1 0 0,1 0 0,1 0 0,-1 0 0,1 0 0,0-1 0,0 1 0,0 0 0,1-1 0,-1 1 0,2 0 0,-1-1 0,0 1 0,1 0 0,0-1 0,0 1 0,1 0 0,0 0 0,-1 0 0,2 0 0,4-9 0,1 2 43,0 0 0,1 0-1,1 1 1,0 0 0,1 0-1,0 1 1,24-17 0,-2 6-897,62-31 1,-42 27-5973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48.857"/>
    </inkml:context>
    <inkml:brush xml:id="br0">
      <inkml:brushProperty name="width" value="0.05" units="cm"/>
      <inkml:brushProperty name="height" value="0.05" units="cm"/>
      <inkml:brushProperty name="color" value="#FF0066"/>
    </inkml:brush>
  </inkml:definitions>
  <inkml:trace contextRef="#ctx0" brushRef="#br0">0 51 24575,'3'63'0,"2"-1"0,3-1 0,2 1 0,26 83 0,-33-136 0,12 34 0,-15-41 0,1-1 0,0 1 0,0 0 0,0 0 0,0-1 0,0 1 0,1-1 0,-1 1 0,1-1 0,-1 1 0,0-1 0,1 0 0,0 1 0,-1-1 0,1 0 0,0 0 0,0 0 0,2 0 0,-3-1 0,0 0 0,0 0 0,0 0 0,0 0 0,0 0 0,0 0 0,0 0 0,0 0 0,0-1 0,0 1 0,-1 0 0,1-1 0,0 1 0,0-1 0,0 1 0,0-1 0,0 1 0,-1-1 0,1 0 0,0 1 0,-1-1 0,1 0 0,0 1 0,0-2 0,13-22 0,-12 20 0,70-172 0,-57 132 0,2 0 0,2 1 0,47-78 0,-61 114 0,0-1 0,1 1 0,0 0 0,13-11 0,-18 17 0,0 0 0,0 0 0,0 1 0,0-1 0,1 0 0,-1 0 0,0 1 0,0-1 0,1 0 0,-1 1 0,0-1 0,0 1 0,1 0 0,-1-1 0,1 1 0,-1 0 0,0 0 0,1 0 0,-1 0 0,1 0 0,-1 0 0,0 1 0,1-1 0,-1 0 0,0 1 0,1-1 0,-1 1 0,0-1 0,1 1 0,-1-1 0,0 1 0,0 0 0,0 0 0,0 0 0,1 0 0,-1 0 0,-1 0 0,1 0 0,2 2 0,8 17-1365,-2 3-5461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3.456"/>
    </inkml:context>
    <inkml:brush xml:id="br0">
      <inkml:brushProperty name="width" value="0.05" units="cm"/>
      <inkml:brushProperty name="height" value="0.05" units="cm"/>
      <inkml:brushProperty name="color" value="#FF0066"/>
    </inkml:brush>
  </inkml:definitions>
  <inkml:trace contextRef="#ctx0" brushRef="#br0">401 275 24575,'11'-11'0,"-1"-1"0,0-1 0,-1 0 0,0 0 0,-1-1 0,0 0 0,-2 0 0,1-1 0,-2 0 0,0 0 0,4-23 0,-8 35 0,-1-1 0,1 1 0,-1-1 0,0 1 0,0-1 0,0 1 0,-1 0 0,1-1 0,-1 1 0,0-1 0,0 1 0,0 0 0,0 0 0,0-1 0,-1 1 0,1 0 0,-1 0 0,-2-2 0,2 2 0,-1 1 0,1 0 0,0 1 0,0-1 0,-1 0 0,1 1 0,-1-1 0,0 1 0,1 0 0,-1 0 0,0 0 0,0 0 0,0 0 0,0 1 0,0-1 0,1 1 0,-1 0 0,0 0 0,0 0 0,0 0 0,-5 1 0,-6 2 0,1 0 0,0 1 0,0 1 0,0 0 0,1 1 0,0 0 0,0 1 0,0 0 0,-13 11 0,0 2 0,1 1 0,-40 46 0,41-40 0,2 0 0,1 2 0,2 0 0,0 2 0,-17 41 0,29-57 0,0 0 0,1 0 0,1 0 0,0 0 0,1 1 0,1 0 0,0 0 0,1 0 0,1 0 0,1-1 0,0 1 0,1 0 0,7 29 0,-7-37 23,1-1 0,0 0 0,1 1-1,0-1 1,0-1 0,0 1 0,1-1-1,0 1 1,1-1 0,-1-1 0,1 1-1,0-1 1,0 0 0,11 7 0,-6-6-213,0-1 0,0 1 1,0-2-1,1 0 0,0 0 1,0-1-1,0 0 1,19 1-1,21-1-6636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4.005"/>
    </inkml:context>
    <inkml:brush xml:id="br0">
      <inkml:brushProperty name="width" value="0.05" units="cm"/>
      <inkml:brushProperty name="height" value="0.05" units="cm"/>
      <inkml:brushProperty name="color" value="#FF0066"/>
    </inkml:brush>
  </inkml:definitions>
  <inkml:trace contextRef="#ctx0" brushRef="#br0">224 291 24575,'1'-6'0,"-2"0"0,1 0 0,-1 0 0,0 0 0,0 0 0,0 1 0,-1-1 0,0 0 0,0 1 0,-1 0 0,-4-9 0,5 12 0,1 0 0,-1 0 0,0 0 0,1 0 0,-1 1 0,0-1 0,0 1 0,0-1 0,0 1 0,-1 0 0,1 0 0,0 0 0,-1 0 0,1 0 0,0 0 0,-1 1 0,1-1 0,-1 1 0,1-1 0,-1 1 0,1 0 0,-1 0 0,1 0 0,-1 1 0,1-1 0,-1 1 0,1-1 0,-1 1 0,-2 1 0,-3 1 0,0 1 0,1-1 0,0 1 0,0 1 0,0 0 0,1 0 0,-1 0 0,1 0 0,0 1 0,-6 8 0,5-6 0,1 0 0,1 0 0,-1 0 0,1 1 0,0 0 0,1 0 0,0 0 0,-2 11 0,5-17 0,0 0 0,0 0 0,1-1 0,-1 1 0,1 0 0,0 0 0,0 0 0,0 0 0,0 0 0,0 0 0,1-1 0,-1 1 0,1 0 0,0 0 0,0 0 0,0-1 0,0 1 0,1 0 0,-1-1 0,0 1 0,1-1 0,0 0 0,0 0 0,0 1 0,0-1 0,0 0 0,0 0 0,0-1 0,1 1 0,3 2 0,-1-2 0,-1 0 0,1-1 0,0 1 0,-1-1 0,1 0 0,0 0 0,0-1 0,0 1 0,0-1 0,0 0 0,0 0 0,0-1 0,0 0 0,-1 0 0,1 0 0,0 0 0,7-4 0,-3 1 0,0 0 0,0-1 0,0 0 0,-1-1 0,0 0 0,0 0 0,10-11 0,0-3 0,22-32 0,-43 58 0,0 0 0,0 1 0,1-1 0,0 1 0,0-1 0,1 1 0,0 0 0,0-1 0,0 13 0,0-14 0,1 0 0,0 0 0,1 0 0,-1 1 0,1-1 0,0 0 0,0 0 0,0 0 0,1 0 0,0 0 0,0 0 0,0 0 0,0-1 0,1 1 0,4 5 0,-4-7 0,0-1 0,0 1 0,0-1 0,0 0 0,0 0 0,0 0 0,0 0 0,1 0 0,-1-1 0,1 1 0,0-1 0,-1 0 0,1 0 0,0-1 0,-1 1 0,1-1 0,0 0 0,0 0 0,0 0 0,-1 0 0,1-1 0,0 1 0,0-1 0,-1 0 0,1 0 0,-1 0 0,1-1 0,-1 1 0,7-5 0,-2 1 0,1 0 0,-1-1 0,0-1 0,0 1 0,0-1 0,-1-1 0,-1 1 0,1-1 0,10-17 0,-7 6 0,0 0 0,-1-1 0,10-37 0,9-63 0,6-20 0,-27 127 0,-4 21 0,0 25 0,-3-32 0,0 51 0,-1-22 0,1 1 0,9 53 0,-8-76 0,1 0 0,0-1 0,0 1 0,1 0 0,0-1 0,0 1 0,1-1 0,0 0 0,0 0 0,1-1 0,0 1 0,0-1 0,1 0 0,-1 0 0,10 6 0,-10-8-124,1-1 0,0 0 0,-1 0 0,1-1 0,0 0 0,1 0-1,-1 0 1,0-1 0,1 0 0,10 1 0,6-1-6702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4.893"/>
    </inkml:context>
    <inkml:brush xml:id="br0">
      <inkml:brushProperty name="width" value="0.05" units="cm"/>
      <inkml:brushProperty name="height" value="0.05" units="cm"/>
      <inkml:brushProperty name="color" value="#FF0066"/>
    </inkml:brush>
  </inkml:definitions>
  <inkml:trace contextRef="#ctx0" brushRef="#br0">1 138 24575,'79'-4'0,"0"-3"0,84-20 0,-55 9 0,388-60 0,-474 74 0,-35 5 0,-34 3 0,23 0 0,0 2 0,-27 8 0,44-11 0,0-1 0,0 1 0,0 0 0,1 1 0,-1 0 0,1 0 0,0 0 0,0 1 0,0 0 0,1 0 0,-8 9 0,12-12 0,0-1 0,0 1 0,0 0 0,0-1 0,0 1 0,0 0 0,0 0 0,0 0 0,1 0 0,-1 0 0,1 0 0,0 0 0,-1 0 0,1 0 0,0 0 0,0 0 0,0 0 0,0 0 0,1 0 0,-1 0 0,1 0 0,-1 0 0,1 0 0,0 0 0,-1 0 0,1 0 0,0 0 0,0-1 0,0 1 0,1 0 0,-1-1 0,0 1 0,1-1 0,-1 1 0,1-1 0,-1 1 0,1-1 0,0 0 0,3 2 0,2 2 0,1-1 0,0 0 0,1 0 0,-1-1 0,1 0 0,-1-1 0,18 4 0,-7-3 0,0-1 0,0-1 0,1-1 0,-1 0 0,21-4 0,-35 3 0,1 0 0,-1 0 0,0 0 0,1-1 0,-1 0 0,0 0 0,0-1 0,0 1 0,0-1 0,0 0 0,-1 0 0,1-1 0,-1 1 0,0-1 0,0 0 0,0 0 0,-1-1 0,1 1 0,-1-1 0,0 1 0,4-10 0,-7 13 0,1-1 0,-1 1 0,1 0 0,-1 0 0,1 0 0,0 0 0,-1 0 0,1 0 0,0 0 0,0 0 0,0 0 0,0 0 0,0 0 0,0 0 0,0 0 0,0 1 0,0-1 0,0 0 0,0 1 0,0-1 0,0 1 0,1-1 0,-1 1 0,0 0 0,0-1 0,1 1 0,-1 0 0,0 0 0,0 0 0,1 0 0,-1 0 0,0 0 0,0 0 0,1 1 0,-1-1 0,0 0 0,0 1 0,1-1 0,-1 1 0,0-1 0,0 1 0,0 0 0,2 1 0,6 4 0,0 0 0,-1 1 0,0 0 0,9 11 0,-9-10 0,21 22 0,46 63 0,-75-93 0,0 0 0,1 0 0,-1 1 0,0-1 0,0 0 0,0 0 0,0 0 0,0 0 0,1 0 0,-1 0 0,0 0 0,0 0 0,0 0 0,0 0 0,0 0 0,1 0 0,-1 0 0,0 0 0,0 0 0,0 0 0,0 0 0,1 0 0,-1 0 0,0 0 0,0 0 0,0 0 0,0 0 0,1 0 0,-1 0 0,0 0 0,0 0 0,0 0 0,0 0 0,0-1 0,0 1 0,1 0 0,-1 0 0,0 0 0,0 0 0,0 0 0,0 0 0,0-1 0,0 1 0,0 0 0,0 0 0,7-10 0,-5 7 0,10-12 0,0 0 0,1 0 0,1 2 0,0 0 0,1 0 0,25-16 0,-17 15 0,0 1 0,1 0 0,1 2 0,29-9 0,-50 18 0,-1 1 0,1 0 0,-1 0 0,1 1 0,-1-1 0,1 1 0,0-1 0,-1 1 0,1 0 0,0 1 0,-1-1 0,1 1 0,-1-1 0,1 1 0,-1 0 0,1 1 0,5 1 0,-7-1 0,1 0 0,-1 0 0,0 1 0,1-1 0,-1 0 0,-1 1 0,1-1 0,0 1 0,0-1 0,-1 1 0,1 0 0,-1 0 0,0 0 0,0 0 0,0 0 0,-1 0 0,1 0 0,0 0 0,-1 0 0,0 6 0,0 1 0,-1 0 0,0 0 0,0 0 0,-1 0 0,0 0 0,-1 0 0,0-1 0,-1 1 0,0-1 0,-8 15 0,5-13 0,0 0 0,0-1 0,-1 0 0,0 0 0,-1 0 0,0-1 0,-21 15 0,24-20 0,0-1 0,-1 1 0,0-1 0,0 0 0,-11 3 0,15-5 0,1-1 0,-1 0 0,1 1 0,0-1 0,-1 0 0,1 0 0,-1 0 0,1 0 0,-4-2 0,5 2 0,0 0 0,0-1 0,0 1 0,0-1 0,0 1 0,0-1 0,0 1 0,0-1 0,0 0 0,1 1 0,-1-1 0,0 0 0,1 0 0,-1 1 0,0-1 0,1 0 0,-1 0 0,1 0 0,-1 0 0,1 0 0,0 0 0,-1-2 0,1 0 0,-1 0 0,1 0 0,0 0 0,1 1 0,-1-1 0,1 0 0,-1 0 0,1 0 0,0 0 0,0 1 0,0-1 0,0 0 0,0 1 0,1-1 0,-1 1 0,1-1 0,0 1 0,0 0 0,2-3 0,6-6 0,1 1 0,17-14 0,-5 7 0,2 2 0,-1 0 0,2 1 0,0 2 0,0 1 0,1 1 0,0 1 0,1 1 0,38-6 0,-35 10 0,1 1 0,-1 1 0,0 1 0,1 2 0,-1 2 0,0 0 0,0 2 0,43 13 0,-60-14-97,0 1-1,0 0 1,-1 1-1,0 1 1,0 0-1,0 0 1,-1 2-1,0-1 1,-1 2-1,0-1 1,0 2-1,-1-1 0,11 16 1,10 24-6729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6.137"/>
    </inkml:context>
    <inkml:brush xml:id="br0">
      <inkml:brushProperty name="width" value="0.05" units="cm"/>
      <inkml:brushProperty name="height" value="0.05" units="cm"/>
      <inkml:brushProperty name="color" value="#FF0066"/>
    </inkml:brush>
  </inkml:definitions>
  <inkml:trace contextRef="#ctx0" brushRef="#br0">41 1 24575,'-11'52'-19,"3"1"0,-3 98 1,7-85-344,-2 936-3735,85 5 2109,117 132 2190,-120-846-1481,206 515 1,-141-497 983,357 574 1,-272-553 353,369 415 0,555 423-1039,-553-679 3021,-456-394-1386,4-6 0,234 108 0,-340-182-444,88 38 2186,-103-47-1883,0 0 0,0-2-1,36 6 1,-52-12-448,0 0 1,1 0-1,-1-1 0,0 0 0,0 0 1,0-1-1,-1 0 0,1 0 1,0 0-1,-1-1 0,1-1 0,-1 1 1,0-1-1,8-6 0,7-6 149,1-2 1,31-34-1,-41 39-410,-1 0 0,0-1 0,-1 0 0,-1-1 0,0 0 0,14-32 0,-11 14-6631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6.417"/>
    </inkml:context>
    <inkml:brush xml:id="br0">
      <inkml:brushProperty name="width" value="0.05" units="cm"/>
      <inkml:brushProperty name="height" value="0.05" units="cm"/>
      <inkml:brushProperty name="color" value="#FF0066"/>
    </inkml:brush>
  </inkml:definitions>
  <inkml:trace contextRef="#ctx0" brushRef="#br0">30 36 24575,'-4'-5'0,"2"4"0,-1-1 0,1 1 0,0-1 0,0 0 0,0 0 0,1 0 0,-1 0 0,0 0 0,1-1 0,-1 1 0,1 0 0,0-1 0,-1-2 0,19 15 0,28 24 0,-1 1 0,76 83 0,-112-109 0,-1 0 0,-1 1 0,0 0 0,0 0 0,-1 0 0,0 1 0,0 0 0,-2-1 0,1 2 0,2 17 0,-4-20 0,-1 1 0,-1-1 0,0 0 0,0 0 0,-1 0 0,0 0 0,-1 1 0,0-1 0,0-1 0,-1 1 0,0 0 0,-1-1 0,-8 16 0,-3-2-151,-1 0-1,-2-1 0,0 0 0,-1-2 1,-1 0-1,-1-1 0,0-1 1,-32 19-1,11-10-6674</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7.568"/>
    </inkml:context>
    <inkml:brush xml:id="br0">
      <inkml:brushProperty name="width" value="0.05" units="cm"/>
      <inkml:brushProperty name="height" value="0.05" units="cm"/>
      <inkml:brushProperty name="color" value="#FF0066"/>
    </inkml:brush>
  </inkml:definitions>
  <inkml:trace contextRef="#ctx0" brushRef="#br0">334 377 24575,'1'-19'0,"1"1"0,1 0 0,1 0 0,11-34 0,-9 37 0,-1-1 0,-1 0 0,-1 1 0,0-1 0,-1-1 0,-1 1 0,0-17 0,-2 27 0,1 0 0,-1-1 0,-1 1 0,1 0 0,-1 0 0,0 0 0,-1 0 0,1 0 0,-1 1 0,0-1 0,-5-6 0,6 9 0,-1 1 0,1-1 0,-1 1 0,1 0 0,-1 0 0,0 0 0,0 0 0,0 0 0,0 1 0,0-1 0,0 1 0,0 0 0,0 0 0,-1 0 0,1 0 0,-1 0 0,1 1 0,0 0 0,-1 0 0,1 0 0,-1 0 0,-4 1 0,-3 1 0,1 0 0,-1 1 0,1 1 0,-1 0 0,1 0 0,1 1 0,-1 0 0,1 1 0,-1 0 0,2 0 0,-1 1 0,-9 10 0,2-1 0,1 0 0,1 1 0,0 0 0,2 2 0,-12 20 0,16-24 0,1 0 0,0 0 0,1 1 0,1 0 0,0 0 0,2 0 0,0 1 0,-2 24 0,5-35 0,0 1 0,0-1 0,1 1 0,0-1 0,0 1 0,1-1 0,0 0 0,0 0 0,0 0 0,6 10 0,-6-12 0,1 0 0,0 0 0,1 0 0,-1 0 0,1-1 0,-1 1 0,1-1 0,0 0 0,0 0 0,1-1 0,-1 1 0,1-1 0,-1 0 0,1 0 0,6 2 0,3-1 0,-1 0 0,0 0 0,1-2 0,-1 1 0,1-2 0,-1 0 0,1 0 0,-1-1 0,1-1 0,-1 0 0,0-1 0,1-1 0,-1 0 0,-1 0 0,1-2 0,18-9 0,-18 7 0,0 0 0,-1-1 0,0 0 0,0-1 0,-1-1 0,-1 0 0,0 0 0,0-1 0,-1 0 0,0 0 0,-1-1 0,-1 0 0,0-1 0,8-23 0,-11 27 0,-1 0 0,1 0 0,-2-1 0,0 0 0,0 1 0,-1-1 0,0 0 0,-1-21 0,0 33 0,0-1 0,0 0 0,-1 0 0,1 0 0,0 1 0,0-1 0,0 0 0,0 0 0,0 0 0,-1 1 0,1-1 0,0 0 0,0 0 0,0 0 0,0 0 0,-1 0 0,1 0 0,0 1 0,0-1 0,0 0 0,-1 0 0,1 0 0,0 0 0,0 0 0,-1 0 0,1 0 0,0 0 0,0 0 0,-1 0 0,1 0 0,0 0 0,0 0 0,0 0 0,-1 0 0,1 0 0,0 0 0,0-1 0,-1 1 0,1 0 0,0 0 0,0 0 0,0 0 0,0 0 0,-1 0 0,1-1 0,0 1 0,0 0 0,0 0 0,0 0 0,-1 0 0,1-1 0,0 1 0,0 0 0,0 0 0,0-1 0,0 1 0,0 0 0,0 0 0,0 0 0,0-1 0,0 1 0,0 0 0,0 0 0,0-1 0,0 1 0,0 0 0,0-1 0,-10 19 0,3 2 0,1 0 0,1 0 0,0 0 0,2 1 0,-2 36 0,4-47 0,1 1 0,0-1 0,1 1 0,0-1 0,1 0 0,0 0 0,1 0 0,0 0 0,0 0 0,1 0 0,1-1 0,-1 1 0,10 11 0,-12-17 0,1 0 0,1 0 0,-1-1 0,1 0 0,-1 0 0,1 0 0,0 0 0,0 0 0,0-1 0,0 1 0,1-1 0,-1 0 0,1-1 0,-1 1 0,1-1 0,-1 0 0,1 0 0,0 0 0,0-1 0,0 1 0,-1-1 0,1-1 0,0 1 0,0 0 0,0-1 0,5-2 0,-2 1 0,0-1 0,0-1 0,0 1 0,0-1 0,-1 0 0,0-1 0,0 0 0,0 0 0,-1-1 0,1 1 0,-1-1 0,0-1 0,-1 1 0,6-9 0,-1-2 0,-1 0 0,0-1 0,-2 0 0,0 0 0,0 0 0,3-24 0,-3 5 0,5-74 0,-18 238 0,6-1 0,18 145 0,6-140 0,-59-244 0,23 62 0,2 0 0,3-1 0,2 0 0,2 0 0,2-1 0,12-91 0,-8 128 0,0 0 0,1-1 0,1 2 0,0-1 0,2 1 0,-1 0 0,2 0 0,10-16 0,-15 27 0,0 0 0,0 0 0,0 1 0,0-1 0,0 1 0,1 0 0,-1 0 0,1 0 0,0 0 0,0 1 0,0-1 0,0 1 0,1 0 0,-1 0 0,0 1 0,1-1 0,-1 1 0,1 0 0,0 0 0,-1 1 0,1-1 0,0 1 0,0 0 0,-1 0 0,1 1 0,0 0 0,-1-1 0,1 1 0,0 1 0,-1-1 0,0 1 0,8 3 0,-5-2 0,0 0 0,-1 1 0,0 0 0,1 0 0,-1 0 0,0 1 0,-1-1 0,1 2 0,-1-1 0,0 0 0,0 1 0,-1 0 0,0 0 0,0 1 0,0-1 0,-1 1 0,0 0 0,0-1 0,-1 1 0,1 1 0,-2-1 0,1 0 0,-1 0 0,0 1 0,0-1 0,-1 1 0,0-1 0,-1 1 0,1-1 0,-1 0 0,-1 1 0,1-1 0,-1 0 0,-1 0 0,1 0 0,-5 8 0,-2-1-114,0-1 1,-1 0-1,0 0 0,-1-1 0,-1-1 1,0 0-1,0 0 0,-1-1 0,0-1 1,-1 0-1,-16 8 0,2-3-6712</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6:57.926"/>
    </inkml:context>
    <inkml:brush xml:id="br0">
      <inkml:brushProperty name="width" value="0.05" units="cm"/>
      <inkml:brushProperty name="height" value="0.05" units="cm"/>
      <inkml:brushProperty name="color" value="#FF0066"/>
    </inkml:brush>
  </inkml:definitions>
  <inkml:trace contextRef="#ctx0" brushRef="#br0">1 347 24575,'5'-1'0,"0"1"0,0 1 0,0-1 0,0 1 0,1-1 0,-1 1 0,0 1 0,-1-1 0,9 4 0,-11-3 0,1-1 0,-1 1 0,0 0 0,0 0 0,0 0 0,-1 0 0,1 0 0,0 0 0,-1 1 0,0-1 0,1 0 0,-1 1 0,0-1 0,0 1 0,0-1 0,-1 1 0,1 0 0,0-1 0,-1 1 0,0 3 0,2 22 0,-1 0 0,-2 0 0,-7 47 0,-1 16 0,7-14 0,2-115 0,11-265 0,-7 265 0,2 0 0,2 0 0,1 1 0,1 0 0,3 1 0,17-38 0,-25 65 0,-1 0 0,1 1 0,1 0 0,0 0 0,0 0 0,0 0 0,1 1 0,9-7 0,-14 12 0,0 0 0,1 0 0,0 1 0,-1-1 0,1 1 0,0 0 0,-1 0 0,1 0 0,0 0 0,0 0 0,0 0 0,0 1 0,0 0 0,0-1 0,0 1 0,0 0 0,0 1 0,0-1 0,0 0 0,0 1 0,0 0 0,0 0 0,0 0 0,0 0 0,-1 0 0,1 0 0,0 1 0,-1-1 0,1 1 0,3 2 0,0 2 0,0-1 0,-1 1 0,1 0 0,-1 1 0,-1-1 0,1 1 0,-1 0 0,0 0 0,0 0 0,-1 1 0,0-1 0,0 1 0,-1 0 0,0-1 0,-1 1 0,2 9 0,-2-5 0,0 1 0,-1 0 0,0 0 0,-1 0 0,0 0 0,-1-1 0,0 1 0,-1 0 0,-7 17 0,5-17 29,-2-1-1,1 0 1,-2 0-1,1 0 0,-2-1 1,0 0-1,0-1 1,0 0-1,-2 0 1,1-1-1,-17 12 1,7-9-273,1-1 0,-1 0 0,-1-1 0,0-2 1,0 0-1,-27 6 0,-10-1-6582</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04.667"/>
    </inkml:context>
    <inkml:brush xml:id="br0">
      <inkml:brushProperty name="width" value="0.05" units="cm"/>
      <inkml:brushProperty name="height" value="0.05" units="cm"/>
      <inkml:brushProperty name="color" value="#FF0066"/>
    </inkml:brush>
  </inkml:definitions>
  <inkml:trace contextRef="#ctx0" brushRef="#br0">4 139 24575,'-1'-33'0,"0"23"0,0 1 0,1-1 0,0 0 0,1 0 0,0 0 0,4-16 0,-5 25 0,1 0 0,-1 0 0,1-1 0,0 1 0,0 0 0,-1 0 0,1 0 0,0 0 0,0 0 0,0 0 0,0 0 0,0 0 0,0 0 0,0 1 0,1-1 0,-1 0 0,0 1 0,0-1 0,1 1 0,-1-1 0,0 1 0,1-1 0,-1 1 0,0 0 0,1 0 0,-1 0 0,0 0 0,1 0 0,-1 0 0,0 0 0,1 0 0,-1 1 0,1-1 0,-1 0 0,0 1 0,0-1 0,2 2 0,8 2 0,-1 0 0,0 1 0,16 11 0,-13-8 0,111 58-177,215 83-1,147 12-177,150-20 354,-589-131-28,-39-8 58,-29-7 90,-18-2-1010,-4 0-5817</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04.990"/>
    </inkml:context>
    <inkml:brush xml:id="br0">
      <inkml:brushProperty name="width" value="0.05" units="cm"/>
      <inkml:brushProperty name="height" value="0.05" units="cm"/>
      <inkml:brushProperty name="color" value="#FF0066"/>
    </inkml:brush>
  </inkml:definitions>
  <inkml:trace contextRef="#ctx0" brushRef="#br0">1475 17 24575,'1'0'0,"5"-4"0,1 1 0,0 0 0,0 1 0,10-3 0,-18 6 0,1-1 0,0 0 0,0 0 0,0 0 0,0 0 0,-1 0 0,1 1 0,0-1 0,0 0 0,0 0 0,0 0 0,0 1 0,0-1 0,-1 0 0,1 0 0,0 0 0,0 1 0,0-1 0,0 0 0,0 0 0,0 1 0,0-1 0,0 0 0,0 0 0,0 1 0,0-1 0,0 0 0,0 0 0,0 0 0,0 1 0,0-1 0,1 0 0,-1 0 0,0 0 0,0 1 0,0-1 0,0 0 0,0 0 0,0 0 0,1 1 0,-1-1 0,0 0 0,0 0 0,0 0 0,0 0 0,1 0 0,-1 0 0,0 1 0,0-1 0,0 0 0,1 0 0,-1 0 0,0 0 0,0 0 0,1 0 0,-1 0 0,0 0 0,0 0 0,1 0 0,-1 0 0,0 0 0,0 0 0,0 0 0,1 0 0,-1 0 0,-16 16 0,-26 12 0,-2-2 0,-66 29 0,87-44 0,-471 196-229,180-81 11,11 17 114,272-126 104,-34 24 0,57-35 0,0 0 0,0 1 0,1 0 0,0 0 0,0 0 0,0 1 0,1 0 0,-8 15 0,12-21 11,1 0 1,0 0-1,0 1 1,0-1-1,0 0 1,0 0-1,1 0 1,-1 1-1,1-1 0,-1 0 1,1 1-1,0-1 1,0 0-1,0 1 1,0-1-1,1 1 1,-1-1-1,0 0 1,1 0-1,0 1 1,-1-1-1,1 0 1,1 3-1,0-3 4,1 0-1,-1 0 1,0 0-1,0 0 1,1-1 0,-1 1-1,1-1 1,-1 0-1,1 1 1,0-1-1,-1 0 1,1 0-1,0-1 1,0 1-1,0-1 1,-1 1-1,1-1 1,4 0-1,6 1-469,0-2 0,19-1 0,-4-3-6371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4.267"/>
    </inkml:context>
    <inkml:brush xml:id="br0">
      <inkml:brushProperty name="width" value="0.05" units="cm"/>
      <inkml:brushProperty name="height" value="0.05" units="cm"/>
      <inkml:brushProperty name="color" value="#FF0066"/>
    </inkml:brush>
  </inkml:definitions>
  <inkml:trace contextRef="#ctx0" brushRef="#br0">1 268 24575,'1'-2'0,"-1"1"0,1 0 0,0 0 0,0-1 0,0 1 0,0 0 0,0 0 0,0 0 0,0 0 0,0 0 0,1 0 0,-1 0 0,0 0 0,0 1 0,1-1 0,-1 0 0,1 1 0,-1-1 0,1 1 0,-1 0 0,2-1 0,2 0 0,408-134 0,-255 96 0,64-17 0,-198 48-1365,-7 0-5461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6.615"/>
    </inkml:context>
    <inkml:brush xml:id="br0">
      <inkml:brushProperty name="width" value="0.05" units="cm"/>
      <inkml:brushProperty name="height" value="0.05" units="cm"/>
      <inkml:brushProperty name="color" value="#FF0066"/>
    </inkml:brush>
  </inkml:definitions>
  <inkml:trace contextRef="#ctx0" brushRef="#br0">769 21 24575,'18'-11'0,"-11"7"0,-11 5 0,-316 133 0,232-93 0,-41 13 0,-89 44 0,214-96 0,0 0 0,0 1 0,1-1 0,-1 1 0,0 0 0,-5 5 0,9-7 0,0-1 0,0 0 0,-1 1 0,1-1 0,0 1 0,0-1 0,-1 1 0,1-1 0,0 1 0,0-1 0,0 0 0,0 1 0,0-1 0,-1 1 0,1-1 0,0 1 0,0-1 0,0 1 0,1-1 0,-1 1 0,0-1 0,0 1 0,0-1 0,0 1 0,1 0 0,-1 0 0,1 0 0,0 0 0,0 0 0,0 0 0,0 0 0,1 0 0,-1 0 0,0 0 0,0-1 0,0 1 0,1-1 0,-1 1 0,3 0 0,67 28 0,132 76 0,53 59 0,-117-73 0,-128-84 0,-2 0 0,1-1 0,-1-1 0,15 6 0,-21-9 0,0-1 0,1 0 0,-1-1 0,0 1 0,1-1 0,-1 1 0,0-1 0,1 0 0,-1 0 0,0-1 0,1 1 0,-1-1 0,0 1 0,1-1 0,4-2 0,104-47 0,64-24 0,-107 55 0,1 3 0,74-7 0,-55 10 0,-84 12 0,1-1 0,-1 1 0,0-1 0,-1 0 0,1-1 0,0 1 0,-1-1 0,1 0 0,-1 0 0,6-5 0,39-43 0,-26 26 0,3-1 0,-2-1 0,0-1 0,-2-1 0,-1-2 0,27-50 0,-43 65 0,0 0 0,0-1 0,-2 1 0,3-34 0,-6 49 0,0 0 0,0-1 0,0 1 0,-1 0 0,1 0 0,0-1 0,-1 1 0,1 0 0,-1 0 0,1 0 0,-1 0 0,0 0 0,1-1 0,-1 1 0,0 0 0,0 1 0,0-1 0,0 0 0,0 0 0,0 0 0,0 0 0,0 1 0,0-1 0,0 0 0,0 1 0,0-1 0,-1 1 0,1 0 0,-2-1 0,-7-2 0,-1 0 0,-18-2 0,10 1 0,-329-59 0,260 49 0,49 8 0,4 1 0,1-1 0,-39-13 0,72 19 0,1 0 0,-1 0 0,1 0 0,-1 0 0,1 0 0,-1 0 0,1 0 0,-1-1 0,1 1 0,-1 0 0,1 0 0,-1 0 0,1-1 0,-1 1 0,1 0 0,-1-1 0,1 1 0,0 0 0,-1-1 0,1 1 0,0-1 0,-1 1 0,1-1 0,0 1 0,-1-1 0,1 0 0,9-3 0,2 4 0,-20 2 0,-99 18 0,27-3 0,47-11 0,-159 32 0,167-31 0,0 2 0,0 0 0,1 1 0,1 2 0,-28 17 0,44-24-195,-1 1 0,2 1 0,-1-1 0,1 1 0,0 0 0,-8 11 0,-2 9-6631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7.165"/>
    </inkml:context>
    <inkml:brush xml:id="br0">
      <inkml:brushProperty name="width" value="0.05" units="cm"/>
      <inkml:brushProperty name="height" value="0.05" units="cm"/>
      <inkml:brushProperty name="color" value="#FF0066"/>
    </inkml:brush>
  </inkml:definitions>
  <inkml:trace contextRef="#ctx0" brushRef="#br0">144 88 24575,'-23'-25'0,"15"14"0,-1 1 0,-15-14 0,22 22 0,0 0 0,0 1 0,0-1 0,0 1 0,-1-1 0,1 1 0,-1 0 0,1 0 0,0 0 0,-1 0 0,0 0 0,1 1 0,-1-1 0,1 1 0,-1 0 0,0 0 0,1 0 0,-4 0 0,4 0 0,1 1 0,0-1 0,0 1 0,0-1 0,-1 1 0,1-1 0,0 1 0,0 0 0,0 0 0,0-1 0,0 1 0,0 0 0,1 0 0,-1 0 0,0 0 0,0 0 0,1 0 0,-1 0 0,0 1 0,1-1 0,-1 0 0,1 0 0,-1 2 0,-5 33 0,6-32 0,-2 36 0,1 1 0,3 0 0,9 58 0,33 123 0,-12-72 0,-21-109 0,-11-40 0,0-1 0,0 0 0,0 0 0,1 0 0,-1 1 0,0-1 0,0 0 0,0 0 0,0 0 0,0 1 0,0-1 0,0 0 0,0 0 0,0 0 0,1 0 0,-1 1 0,0-1 0,0 0 0,0 0 0,0 0 0,0 0 0,1 0 0,-1 0 0,0 1 0,0-1 0,0 0 0,0 0 0,1 0 0,-1 0 0,0 0 0,0 0 0,0 0 0,1 0 0,-1 0 0,0 0 0,0 0 0,0 0 0,1 0 0,-1 0 0,0 0 0,0 0 0,0 0 0,1 0 0,-1 0 0,0 0 0,0-1 0,0 1 0,1 0 0,-1 0 0,0 0 0,0 0 0,0 0 0,0 0 0,0-1 0,1 1 0,-1 0 0,0 0 0,0 0 0,0 0 0,0-1 0,0 1 0,0 0 0,0 0 0,1-1 0,5-13 0,-6 13 0,9-26 0,35-87 0,-39 103 0,0 0 0,1 0 0,1 1 0,-1 0 0,2 1 0,-1-1 0,17-14 0,-23 23 0,1-1 0,0 1 0,0-1 0,-1 1 0,1 0 0,0 0 0,0 0 0,1 0 0,-1 0 0,0 0 0,0 0 0,0 1 0,1-1 0,-1 1 0,0 0 0,0 0 0,1-1 0,2 2 0,-3-1 0,0 1 0,0 0 0,0-1 0,0 1 0,0 0 0,0 0 0,0 1 0,-1-1 0,1 0 0,0 0 0,-1 1 0,1-1 0,-1 1 0,1 0 0,1 3 0,3 5 0,0 0 0,-1 1 0,-1 0 0,0 0 0,4 18 0,8 35-1365,-10-37-5461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7.691"/>
    </inkml:context>
    <inkml:brush xml:id="br0">
      <inkml:brushProperty name="width" value="0.05" units="cm"/>
      <inkml:brushProperty name="height" value="0.05" units="cm"/>
      <inkml:brushProperty name="color" value="#FF0066"/>
    </inkml:brush>
  </inkml:definitions>
  <inkml:trace contextRef="#ctx0" brushRef="#br0">400 494 24575,'-1'-5'0,"-1"1"0,1 0 0,-1 0 0,0 0 0,0 0 0,-1 0 0,1 0 0,-1 0 0,1 1 0,-5-4 0,-1-3 0,-2-4 0,0 1 0,-1 0 0,-1 1 0,0 1 0,0 0 0,-28-19 0,35 27 0,0 0 0,0 0 0,0 1 0,0-1 0,0 1 0,-1 1 0,1-1 0,-1 1 0,1 0 0,-1 0 0,0 0 0,1 1 0,-1 0 0,0 0 0,1 0 0,-1 1 0,0 0 0,1 0 0,-1 0 0,1 1 0,-1 0 0,1 0 0,-10 5 0,6 0 0,-1 0 0,1 1 0,1-1 0,0 2 0,0-1 0,0 1 0,1 0 0,1 1 0,-1 0 0,1 0 0,-8 21 0,11-24 0,0 0 0,0 0 0,1 0 0,0 0 0,0 0 0,1 0 0,0 1 0,1-1 0,-1 1 0,1-1 0,0 0 0,1 1 0,0-1 0,0 0 0,1 1 0,0-1 0,0 0 0,1 0 0,5 11 0,-6-14 0,1-1 0,-1 1 0,1-1 0,0 0 0,0 0 0,0 0 0,1 0 0,-1 0 0,1-1 0,0 1 0,-1-1 0,1 0 0,0 0 0,0-1 0,0 1 0,1-1 0,-1 0 0,0 0 0,0 0 0,1-1 0,-1 1 0,0-1 0,1 0 0,-1 0 0,0-1 0,1 1 0,-1-1 0,0 0 0,1 0 0,7-4 0,-3 2 0,0-1 0,0-1 0,0 1 0,-1-1 0,1-1 0,-1 0 0,-1 0 0,1 0 0,-1-1 0,0 0 0,0-1 0,9-14 0,-5 3 0,-1-1 0,-1-1 0,-1 0 0,0 0 0,-2 0 0,0-1 0,-2 0 0,2-26 0,0-26 0,-6-81 0,0 129 0,0 9 0,0 10 0,0 0 0,0 0 0,0 0 0,-1-1 0,0 1 0,0 0 0,-5-12 0,6 19 0,0 0 0,0 0 0,0 0 0,0 0 0,0 0 0,0 1 0,0-1 0,0 0 0,0 0 0,0 0 0,0 0 0,0 0 0,0 0 0,0 0 0,0 0 0,0 1 0,0-1 0,0 0 0,-1 0 0,1 0 0,0 0 0,0 0 0,0 0 0,0 0 0,0 0 0,0 0 0,0 0 0,0 0 0,0 1 0,0-1 0,-1 0 0,1 0 0,0 0 0,0 0 0,0 0 0,0 0 0,0 0 0,0 0 0,0 0 0,0 0 0,-1 0 0,1 0 0,0 0 0,0 0 0,0 0 0,0 0 0,0 0 0,0 0 0,0 0 0,0 0 0,-1 0 0,1-1 0,0 1 0,0 0 0,0 0 0,0 0 0,0 0 0,0 0 0,0 0 0,0 0 0,0 0 0,0 0 0,0 0 0,-1 0 0,1-1 0,0 1 0,0 0 0,-2 11 0,-1 27 0,1 1 0,3 0 0,1 0 0,2 0 0,1-1 0,2 1 0,14 41 0,21 37 342,-35-101-684,1 0 1,0-1 0,1 0-1,22 28 1,-10-22-6485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7.850"/>
    </inkml:context>
    <inkml:brush xml:id="br0">
      <inkml:brushProperty name="width" value="0.05" units="cm"/>
      <inkml:brushProperty name="height" value="0.05" units="cm"/>
      <inkml:brushProperty name="color" value="#FF0066"/>
    </inkml:brush>
  </inkml:definitions>
  <inkml:trace contextRef="#ctx0" brushRef="#br0">34 31 24575,'0'-3'0,"0"-4"0,-2-3 0,-2 2 0,0 6 0,1 6 0,-2 8 0,0 12 0,0 6 0,2 9 0,1 2 0,4 0 0,4-3 0,4-5 0,4-6 0,-1-8-8191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17.975"/>
    </inkml:context>
    <inkml:brush xml:id="br0">
      <inkml:brushProperty name="width" value="0.05" units="cm"/>
      <inkml:brushProperty name="height" value="0.05" units="cm"/>
      <inkml:brushProperty name="color" value="#FF0066"/>
    </inkml:brush>
  </inkml:definitions>
  <inkml:trace contextRef="#ctx0" brushRef="#br0">7 5 24575,'0'-3'0,"-2"2"0,-2 4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3.168"/>
    </inkml:context>
    <inkml:brush xml:id="br0">
      <inkml:brushProperty name="width" value="0.05" units="cm"/>
      <inkml:brushProperty name="height" value="0.05" units="cm"/>
      <inkml:brushProperty name="color" value="#FF0066"/>
    </inkml:brush>
  </inkml:definitions>
  <inkml:trace contextRef="#ctx0" brushRef="#br0">133 310 24575,'-16'-10'0,"1"0"0,0-2 0,1 0 0,0 0 0,-14-19 0,24 27 0,1-1 0,0 1 0,0-1 0,0 0 0,1 0 0,-1 0 0,1 0 0,1-1 0,-1 1 0,1 0 0,0-1 0,0 1 0,0-1 0,1 0 0,0 1 0,0-1 0,0 1 0,1-1 0,0 1 0,0-1 0,3-9 0,-2 10 0,-1 1 0,1-1 0,0 0 0,1 1 0,-1 0 0,1-1 0,0 1 0,0 0 0,1 0 0,-1 1 0,1-1 0,0 1 0,-1-1 0,1 1 0,1 1 0,-1-1 0,0 0 0,1 1 0,0 0 0,-1 0 0,1 0 0,0 1 0,0 0 0,0 0 0,0 0 0,0 0 0,0 1 0,0 0 0,0 0 0,7 1 0,-1 0 0,0 1 0,-1 0 0,0 0 0,0 1 0,0 1 0,0-1 0,0 2 0,0-1 0,-1 1 0,0 1 0,0 0 0,-1 0 0,15 14 0,-9-4 0,0 2 0,-1 0 0,-1 1 0,-1 0 0,0 0 0,-2 1 0,0 1 0,-1-1 0,-1 2 0,-1-1 0,-1 1 0,-1-1 0,-1 1 0,-1 0 0,-1 1 0,-1-1 0,0 0 0,-7 36 0,5-48 0,0 1 0,-1 0 0,-1-1 0,1 0 0,-2 0 0,1 0 0,-2 0 0,1-1 0,-1 0 0,-11 14 0,16-22 0,1-1 0,-1 1 0,1 0 0,-1-1 0,0 1 0,1-1 0,-1 1 0,0-1 0,1 1 0,-1-1 0,0 0 0,0 1 0,0-1 0,1 0 0,-1 0 0,0 1 0,-1-1 0,1 0 0,1 0 0,0 0 0,-1-1 0,1 1 0,0 0 0,-1 0 0,1-1 0,0 1 0,0 0 0,0 0 0,-1-1 0,1 1 0,0 0 0,0-1 0,0 1 0,-1 0 0,1-1 0,0 1 0,0 0 0,0-1 0,0 1 0,0 0 0,0-1 0,0 1 0,0 0 0,0-1 0,0 0 0,0-2 0,0-1 0,0 0 0,1 0 0,0 1 0,-1-1 0,4-6 0,30-64 0,4 1 0,52-74 0,-63 104 0,-25 40 0,28-47 0,3 1 0,63-72 0,-92 116 0,1 0 0,0 0 0,0 1 0,0 0 0,0 0 0,1 1 0,6-4 0,-11 6 0,1 1 0,-1-1 0,1 1 0,-1 0 0,1-1 0,0 1 0,-1 0 0,1 0 0,-1 0 0,1 0 0,-1 0 0,1 0 0,0 0 0,-1 1 0,1-1 0,-1 0 0,1 1 0,-1-1 0,1 1 0,-1 0 0,0 0 0,1-1 0,-1 1 0,0 0 0,1 0 0,-1 0 0,0 0 0,0 0 0,0 1 0,0-1 0,0 0 0,0 0 0,1 3 0,3 5 0,-1-1 0,0 1 0,-1 1 0,1-1 0,-2 0 0,1 1 0,-1-1 0,0 14 0,2 82 0,-4-83 0,0 15 0,-2 0 0,-1 0 0,-11 44 0,12-66 0,2-15 0,0 0 0,0 1 0,0-1 0,1 0 0,-1 0 0,0 0 0,0 0 0,0 0 0,0 0 0,0 0 0,0 0 0,0 0 0,0 0 0,0 0 0,0 0 0,0 0 0,0 0 0,1 0 0,-1 0 0,0 0 0,0 0 0,0 0 0,0 0 0,0 0 0,0 0 0,0 0 0,0 0 0,0 0 0,1 0 0,-1 0 0,0 0 0,0 0 0,0 0 0,0 0 0,0 0 0,0 0 0,0 0 0,0 0 0,0 0 0,0 0 0,0 0 0,1 0 0,-1 0 0,0 0 0,0 0 0,0 0 0,0-1 0,0 1 0,0 0 0,0 0 0,0 0 0,0 0 0,0 0 0,0 0 0,0 0 0,0 0 0,0 0 0,0 0 0,0-1 0,0 1 0,15-23 0,-11 14 0,80-135 0,-68 120 0,1 0 0,1 2 0,36-36 0,-51 54 0,0 1 0,0 1 0,1-1 0,-1 0 0,1 1 0,0 0 0,0 0 0,0 0 0,0 0 0,0 1 0,0-1 0,6 0 0,-8 2 0,0 0 0,1 0 0,-1 0 0,0 1 0,0-1 0,0 1 0,0-1 0,0 1 0,1 0 0,-1 0 0,0 0 0,0 0 0,-1 0 0,1 0 0,0 0 0,0 1 0,-1-1 0,1 1 0,0-1 0,-1 1 0,0 0 0,1 0 0,-1-1 0,0 1 0,2 4 0,3 5 0,-1 0 0,0 1 0,-1 0 0,0 0 0,-1 0 0,-1 1 0,3 19 0,-1 93 0,-4-96 0,0 21 165,4 104-1695,-1-122-5296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4.409"/>
    </inkml:context>
    <inkml:brush xml:id="br0">
      <inkml:brushProperty name="width" value="0.05" units="cm"/>
      <inkml:brushProperty name="height" value="0.05" units="cm"/>
      <inkml:brushProperty name="color" value="#FF0066"/>
    </inkml:brush>
  </inkml:definitions>
  <inkml:trace contextRef="#ctx0" brushRef="#br0">71 633 24575,'-3'4'0,"0"0"0,0-1 0,0 1 0,0 0 0,-2 6 0,-4 11 0,0 0 0,2 0 0,1 0 0,0 1 0,2 0 0,-4 40 0,7-44 0,0 0 0,2 0 0,0 1 0,1-1 0,1 0 0,1-1 0,0 1 0,12 30 0,-13-42 0,0 1 0,1-1 0,-1-1 0,1 1 0,6 7 0,-8-11 0,-1-1 0,0 0 0,1 1 0,-1-1 0,1 0 0,-1 1 0,1-1 0,-1 0 0,1 0 0,0 0 0,0-1 0,-1 1 0,1 0 0,0-1 0,0 1 0,0-1 0,0 0 0,0 1 0,0-1 0,0 0 0,0 0 0,-1 0 0,4-1 0,-3 1 0,-1-1 0,0 0 0,0 1 0,1-1 0,-1 0 0,0 0 0,0 0 0,0 0 0,0 0 0,0 0 0,0 0 0,0 0 0,-1 0 0,1 0 0,0 0 0,-1-1 0,1 1 0,0 0 0,-1 0 0,0-1 0,1 1 0,-1-1 0,1-1 0,2-36 0,-3 31 0,-1-32 0,-2 0 0,-2 0 0,-15-63 0,-2-10 0,21 108 0,1 0 0,-1 1 0,1-1 0,0 0 0,0 0 0,1-6 0,-1 10 0,1 0 0,-1-1 0,1 1 0,-1 0 0,1 0 0,0 0 0,-1-1 0,1 1 0,0 0 0,0 0 0,0 0 0,0 0 0,0 0 0,0 0 0,0 1 0,0-1 0,0 0 0,0 0 0,0 1 0,1-1 0,-1 1 0,0-1 0,0 1 0,1-1 0,-1 1 0,3 0 0,13-2 0,0 1 0,0 1 0,0 0 0,0 2 0,29 5 0,-7-1 0,20 1 0,210 23 0,-202-26 0,133-8 0,-192 3 0,38-5 0,-43 5 0,-1 1 0,0-1 0,1 1 0,-1-1 0,0 0 0,0 0 0,1 0 0,-1 0 0,0 0 0,0-1 0,0 1 0,0-1 0,-1 1 0,1-1 0,2-2 0,-4 3 0,0 1 0,0-1 0,0 0 0,0 1 0,0-1 0,1 0 0,-1 1 0,-1-1 0,1 0 0,0 1 0,0-1 0,0 0 0,0 1 0,0-1 0,-1 1 0,1-1 0,0 0 0,0 1 0,-1-1 0,1 1 0,0-1 0,-1 1 0,1-1 0,-1 1 0,1-1 0,-1 1 0,1-1 0,-1 1 0,1 0 0,-1-1 0,1 1 0,-1 0 0,0-1 0,1 1 0,-1 0 0,1 0 0,-1-1 0,0 1 0,0 0 0,-28-8 0,15 6 0,0 1 0,1 1 0,-1 0 0,0 1 0,0 1 0,1 0 0,-1 1 0,1 0 0,0 1 0,0 0 0,0 1 0,0 1 0,1 0 0,0 1 0,0 0 0,1 1 0,-1 0 0,2 1 0,-1 0 0,-9 11 0,12-12 0,0 1 0,1 0 0,0 1 0,0-1 0,1 2 0,0-1 0,1 0 0,0 1 0,0 0 0,1 0 0,1 0 0,0 1 0,1-1 0,0 1 0,0 0 0,2 0 0,-1-1 0,1 1 0,1 0 0,0 0 0,1-1 0,0 1 0,7 19 0,-7-24 0,1 0 0,0 0 0,1-1 0,-1 1 0,1-1 0,1 0 0,-1 0 0,1-1 0,0 1 0,0-1 0,1 0 0,0 0 0,0-1 0,0 1 0,0-1 0,0-1 0,1 1 0,0-1 0,8 3 0,-7-4 0,1 0 0,-1-1 0,0 1 0,0-2 0,1 1 0,-1-1 0,1 0 0,-1-1 0,0 0 0,1 0 0,-1-1 0,0 0 0,0 0 0,0-1 0,0 0 0,14-8 0,-7 1 0,-1 0 0,0-1 0,0 0 0,-1-2 0,-1 1 0,0-1 0,0-1 0,-1 0 0,-1-1 0,-1 0 0,0 0 0,-1-1 0,10-26 0,-3-2 0,-1 0 0,-3 0 0,-1-1 0,3-51 0,-1-51 0,-11-224 0,-1 359 0,-1 0 0,0 0 0,-1 0 0,-6-21 0,8 33 0,0-1 0,0 0 0,0 1 0,0-1 0,-1 0 0,1 1 0,0-1 0,-1 0 0,1 1 0,-1-1 0,1 1 0,0-1 0,-1 1 0,1-1 0,-1 1 0,1-1 0,-1 1 0,0-1 0,0 1 0,1 0 0,-1 0 0,1 0 0,-1 0 0,1 0 0,0 0 0,-1 0 0,1 0 0,0 0 0,-1 0 0,1 1 0,0-1 0,-1 0 0,1 0 0,0 1 0,-1-1 0,1 0 0,0 0 0,-1 1 0,1-1 0,0 0 0,0 1 0,0-1 0,-1 0 0,1 1 0,-11 27 0,1 28 0,1-1 0,4 1 0,1 78 0,29 170 0,5-132 0,-24-148 0,0 0 0,2 0 0,1-1 0,23 43 0,-30-62 0,1 0 0,-1-1 0,1 1 0,-1-1 0,1 0 0,0 0 0,1 0 0,-1 0 0,0 0 0,1-1 0,3 3 0,-5-4 0,-1-1 0,1 1 0,0-1 0,0 1 0,-1-1 0,1 0 0,0 0 0,0 1 0,-1-1 0,1-1 0,0 1 0,0 0 0,0 0 0,-1 0 0,1-1 0,0 1 0,-1-1 0,1 0 0,0 1 0,-1-1 0,1 0 0,-1 0 0,1 0 0,-1 0 0,1 0 0,-1 0 0,0-1 0,3-1 0,4-7 0,-1 1 0,0-1 0,0 0 0,-1 0 0,0-1 0,8-19 0,20-74 0,-26 75 0,25-86 0,-27 101 0,-3 23 0,-5 23 0,-3 11 0,0-12 0,2 0 0,1 1 0,4 59 0,-1-86 0,0 0 0,0 1 0,1-1 0,0 0 0,0 0 0,0 0 0,1 0 0,-1 0 0,1-1 0,0 1 0,1-1 0,-1 0 0,1 0 0,4 5 0,-5-7 0,-1 0 0,1 0 0,0 0 0,-1-1 0,1 1 0,0-1 0,0 1 0,0-1 0,0 0 0,0 0 0,0-1 0,0 1 0,0 0 0,1-1 0,-1 0 0,0 0 0,0 0 0,1 0 0,-1 0 0,0-1 0,0 1 0,0-1 0,0 0 0,6-2 0,-2-1 0,1-1 0,-1 0 0,0 0 0,0 0 0,-1-1 0,0 0 0,0 0 0,0-1 0,-1 1 0,1-1 0,-2 0 0,1-1 0,3-8 0,5-11 0,-1-1 0,11-40 0,-9 4 0,-9 42 0,-4 18 0,-2 9 0,-5 38 0,1-16 0,2 0 0,0 30 0,3-51 0,0 1 0,1 0 0,-1-1 0,2 1 0,-1-1 0,1 1 0,-1-1 0,2 1 0,-1-1 0,1 0 0,0 0 0,0 0 0,8 9 0,-10-13 0,0 0 0,1-1 0,-1 1 0,1-1 0,-1 0 0,1 1 0,0-1 0,0 0 0,0 0 0,-1 0 0,1 0 0,0 0 0,0 0 0,0-1 0,0 1 0,1-1 0,-1 1 0,0-1 0,0 0 0,0 0 0,0 0 0,0 0 0,0 0 0,1 0 0,-1-1 0,0 1 0,0-1 0,0 1 0,0-1 0,0 0 0,0 0 0,0 0 0,0 0 0,-1 0 0,1 0 0,3-3 0,2-2 0,0-1 0,-1 1 0,1-1 0,-1 0 0,-1 0 0,1-1 0,5-11 0,0-2 0,-2-1 0,0-1 0,-2 1 0,9-43 0,6-96 0,-10-7 0,-10 128 0,-3 0 0,-6-44 0,0 57 0,7 27 0,0 0 0,0 0 0,0 0 0,0-1 0,0 1 0,0 0 0,-1 0 0,1-1 0,0 1 0,0 0 0,0 0 0,0 0 0,0-1 0,0 1 0,-1 0 0,1 0 0,0 0 0,0 0 0,0 0 0,-1-1 0,1 1 0,0 0 0,0 0 0,0 0 0,-1 0 0,1 0 0,0 0 0,0 0 0,-1 0 0,1 0 0,0 0 0,0 0 0,0 0 0,-1 0 0,1 0 0,0 0 0,0 0 0,-1 0 0,1 0 0,0 0 0,0 0 0,-1 0 0,1 0 0,0 0 0,0 0 0,-1 1 0,-7 12 0,-3 21 0,-2 30-227,3 0-1,3 1 1,3-1-1,3 2 1,11 99-1,-3-107-6598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5.004"/>
    </inkml:context>
    <inkml:brush xml:id="br0">
      <inkml:brushProperty name="width" value="0.05" units="cm"/>
      <inkml:brushProperty name="height" value="0.05" units="cm"/>
      <inkml:brushProperty name="color" value="#FF0066"/>
    </inkml:brush>
  </inkml:definitions>
  <inkml:trace contextRef="#ctx0" brushRef="#br0">76 329 24575,'2'-1'0,"-1"-1"0,1 0 0,-1-1 0,0 1 0,0 0 0,0 0 0,0 0 0,0-1 0,0 1 0,0-3 0,-1 3 0,0 1 0,0 0 0,1-1 0,-1 1 0,0-1 0,1 1 0,-1 0 0,1-1 0,0 1 0,-1 0 0,1 0 0,0 0 0,0-1 0,-1 1 0,1 0 0,0 0 0,0 0 0,1 0 0,-1 0 0,0 0 0,0 1 0,0-1 0,0 0 0,1 1 0,-1-1 0,0 0 0,1 1 0,1-1 0,10 0 0,0 0 0,0 1 0,13 1 0,-16 0 0,0 0 0,0-1 0,0 0 0,18-4 0,-24 3 0,0 0 0,-1 0 0,1-1 0,0 0 0,-1 1 0,1-1 0,-1-1 0,1 1 0,-1 0 0,0-1 0,0 0 0,0 1 0,-1-1 0,1 0 0,-1-1 0,3-3 0,-3 5 0,0 0 0,-1-1 0,1 1 0,-1-1 0,0 1 0,1-1 0,-1 0 0,0 1 0,-1-1 0,1 0 0,0 0 0,-1 1 0,0-1 0,1 0 0,-1 0 0,0 0 0,-1 0 0,1 1 0,0-1 0,-1 0 0,1 0 0,-1 0 0,0 1 0,0-1 0,0 0 0,-1 1 0,1-1 0,0 1 0,-1 0 0,0-1 0,1 1 0,-1 0 0,0 0 0,0 0 0,0 0 0,-1 0 0,-2-2 0,0 1 0,0 0 0,0 1 0,0-1 0,-1 1 0,1 0 0,-1 0 0,0 0 0,1 1 0,-1 0 0,0 0 0,0 1 0,0-1 0,0 1 0,0 1 0,1-1 0,-1 1 0,-8 2 0,2 1 0,0 0 0,1 2 0,0-1 0,0 1 0,1 1 0,0 0 0,0 0 0,0 1 0,1 1 0,0-1 0,1 1 0,0 1 0,0-1 0,1 2 0,-7 11 0,11-15 0,0-1 0,0 0 0,0 1 0,1-1 0,0 1 0,1 0 0,-1 0 0,1 0 0,1 0 0,-1 0 0,1 0 0,1 8 0,0-9 0,0 0 0,1 0 0,0-1 0,0 1 0,0 0 0,1-1 0,-1 0 0,1 0 0,1 0 0,-1 0 0,1 0 0,0-1 0,0 1 0,0-1 0,0 0 0,6 4 0,0-1 0,-1-1 0,1 0 0,0 0 0,1-1 0,-1 0 0,1-1 0,0 0 0,0 0 0,1-2 0,17 3 0,-12-3 0,0-1 0,0-1 0,0-1 0,0-1 0,-1 0 0,30-8 0,-21 3 0,-2-2 0,1 0 0,-1-1 0,0-2 0,-1 0 0,0-2 0,-1 0 0,-1-1 0,32-31 0,-33 26 0,0-1 0,-2-1 0,24-39 0,-33 47 0,0-1 0,-1-1 0,-1 1 0,0-1 0,-1 0 0,-1 0 0,4-21 0,-8 33 0,0 0 0,0-1 0,0 1 0,0 0 0,-1-1 0,0 1 0,-1-6 0,2 10 0,0-1 0,0 0 0,-1 1 0,1-1 0,0 0 0,0 1 0,-1-1 0,1 0 0,0 1 0,-1-1 0,1 1 0,-1-1 0,1 1 0,-1-1 0,1 1 0,-1-1 0,1 1 0,-1-1 0,1 1 0,-1 0 0,0-1 0,1 1 0,-1 0 0,0-1 0,1 1 0,-1 0 0,0 0 0,1 0 0,-1 0 0,0 0 0,1 0 0,-1 0 0,0 0 0,1 0 0,-1 0 0,0 0 0,0 0 0,1 0 0,-1 0 0,0 1 0,1-1 0,-1 0 0,1 0 0,-1 1 0,0-1 0,1 1 0,-1-1 0,1 0 0,-1 1 0,1-1 0,-1 2 0,-4 2 0,1 0 0,-1 1 0,2-1 0,-1 1 0,0 0 0,1 0 0,0 1 0,0-1 0,0 1 0,1-1 0,-2 7 0,-2 7 0,1-1 0,-3 26 0,6-23 0,0-1 0,2 1 0,0 0 0,1 0 0,1 0 0,2-1 0,0 1 0,7 23 0,10 15 0,38 77 0,-14-36 0,-42-94 0,0 1 0,-1 0 0,0 0 0,0 0 0,-1 0 0,2 10 0,-3-15 0,0 1 0,0-1 0,-1 1 0,1-1 0,-1 0 0,1 0 0,-1 1 0,0-1 0,1 0 0,-1 0 0,0 0 0,-1 1 0,1-1 0,0 0 0,-1-1 0,1 1 0,-1 0 0,1 0 0,-1-1 0,0 1 0,0-1 0,1 1 0,-4 1 0,-6 2 0,0 0 0,-1-1 0,0 0 0,0 0 0,-1-2 0,1 1 0,0-2 0,-22 2 0,34-3 0,-106 6-1365,-2-4-5461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9.943"/>
    </inkml:context>
    <inkml:brush xml:id="br0">
      <inkml:brushProperty name="width" value="0.05" units="cm"/>
      <inkml:brushProperty name="height" value="0.05" units="cm"/>
      <inkml:brushProperty name="color" value="#FF0066"/>
    </inkml:brush>
  </inkml:definitions>
  <inkml:trace contextRef="#ctx0" brushRef="#br0">0 88 24575,'0'-3'0,"0"-4"0,3 0 0,4 0 0,4 2 0,5-2 0,7 1 0,5-1 0,6-1 0,4 2 0,4-1 0,1 1 0,2 1 0,-4 1 0,-3 2 0,-4 1 0,-6 1 0,-8 0-8191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30.442"/>
    </inkml:context>
    <inkml:brush xml:id="br0">
      <inkml:brushProperty name="width" value="0.05" units="cm"/>
      <inkml:brushProperty name="height" value="0.05" units="cm"/>
      <inkml:brushProperty name="color" value="#FF0066"/>
    </inkml:brush>
  </inkml:definitions>
  <inkml:trace contextRef="#ctx0" brushRef="#br0">12 88 24575,'-1'0'0,"1"0"0,-1 0 0,1 0 0,0 0 0,-1 0 0,1 0 0,-1 0 0,1 0 0,0 0 0,-1 0 0,1 0 0,-1-1 0,1 1 0,0 0 0,-1 0 0,1 0 0,0-1 0,-1 1 0,1 0 0,0 0 0,-1-1 0,1 1 0,0 0 0,-1-1 0,1 1 0,0 0 0,0-1 0,0 1 0,-1 0 0,1-1 0,0 1 0,0-1 0,2-15 0,0 13 0,-1 0 0,1 0 0,-1 0 0,1 0 0,0 1 0,0-1 0,4-4 0,0 4 0,0-1 0,1 1 0,-1 0 0,1 1 0,0 0 0,-1 0 0,10-2 0,52-4 0,-55 7 0,237-5-1040,-239 6 715,19 1-6501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0.581"/>
    </inkml:context>
    <inkml:brush xml:id="br0">
      <inkml:brushProperty name="width" value="0.05" units="cm"/>
      <inkml:brushProperty name="height" value="0.05" units="cm"/>
      <inkml:brushProperty name="color" value="#FF0066"/>
    </inkml:brush>
  </inkml:definitions>
  <inkml:trace contextRef="#ctx0" brushRef="#br0">0 90 24575,'0'-3'0,"0"-4"0,3-3 0,4-4 0,4 1 0,5 0 0,7 2 0,5 3 0,6 2 0,7 3 0,5 2 0,7 1 0,3 0 0,0 3 0,-8 2-8191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1"/>
    </inkml:context>
    <inkml:brush xml:id="br0">
      <inkml:brushProperty name="width" value="0.05" units="cm"/>
      <inkml:brushProperty name="height" value="0.05" units="cm"/>
      <inkml:brushProperty name="color" value="#FF0066"/>
    </inkml:brush>
  </inkml:definitions>
  <inkml:trace contextRef="#ctx0" brushRef="#br0">0 35 24575,'3'-3'0,"4"-1"0,6 1 0,8-1 0,8-1 0,12 0 0,10 1 0,11 1 0,8 1 0,-9 0-8191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5.855"/>
    </inkml:context>
    <inkml:brush xml:id="br0">
      <inkml:brushProperty name="width" value="0.05" units="cm"/>
      <inkml:brushProperty name="height" value="0.05" units="cm"/>
      <inkml:brushProperty name="color" value="#FF0066"/>
    </inkml:brush>
  </inkml:definitions>
  <inkml:trace contextRef="#ctx0" brushRef="#br0">76 278 24575,'-27'-46'0,"21"37"0,0 0 0,1 0 0,-1-1 0,2 0 0,-1 0 0,2 0 0,-1 0 0,1-1 0,-2-18 0,4 27 0,1 0 0,0 1 0,0-1 0,0 0 0,0 0 0,0 1 0,1-1 0,-1 0 0,0 1 0,1-1 0,-1 1 0,1-1 0,0 0 0,-1 1 0,1-1 0,0 1 0,0-1 0,2-1 0,-2 2 0,0 0 0,0 1 0,1-1 0,-1 0 0,0 1 0,0-1 0,1 1 0,-1 0 0,0-1 0,1 1 0,-1 0 0,0 0 0,1 0 0,-1 0 0,0 0 0,1 0 0,-1 0 0,2 1 0,4 1 0,-1 0 0,1 1 0,-1-1 0,0 1 0,0 1 0,0-1 0,-1 1 0,6 4 0,14 14 0,-2 1 0,-1 0 0,-1 2 0,26 37 0,59 119 0,-86-141 0,18 52 0,-31-71 0,0-1 0,-2 1 0,-1 1 0,3 34 0,-7-53 0,0-1 0,0 1 0,0 0 0,0-1 0,-1 1 0,1-1 0,-1 1 0,1-1 0,-1 1 0,0-1 0,0 0 0,0 1 0,0-1 0,-3 4 0,3-5 0,0-1 0,0 1 0,1-1 0,-1 1 0,0-1 0,0 1 0,0-1 0,0 1 0,0-1 0,0 0 0,0 1 0,0-1 0,0 0 0,0 0 0,0 0 0,0 0 0,0 0 0,0 0 0,0 0 0,0 0 0,0 0 0,0-1 0,0 1 0,0 0 0,0-1 0,0 1 0,0 0 0,0-1 0,0 1 0,1-1 0,-1 0 0,0 1 0,0-1 0,0 0 0,1 1 0,-1-1 0,-1-1 0,-4-5 0,0 0 0,0 0 0,1 0 0,-1-1 0,2 0 0,-1 0 0,1 0 0,0 0 0,1-1 0,0 1 0,-3-14 0,2 2 0,0 1 0,2-1 0,0 0 0,1-25 0,4 16 0,1 0 0,1 0 0,1 1 0,1 0 0,2 0 0,1 0 0,1 1 0,1 1 0,2 0 0,0 1 0,2 0 0,1 1 0,0 1 0,2 0 0,33-30 0,-42 44 57,1 0 0,-1 1 0,2 1 0,-1 0 0,14-7 0,-18 11-213,0 0 1,0 1 0,0 0 0,1 0 0,-1 0 0,1 1 0,-1 0-1,1 0 1,0 1 0,9 1 0,12 4-6671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7.230"/>
    </inkml:context>
    <inkml:brush xml:id="br0">
      <inkml:brushProperty name="width" value="0.05" units="cm"/>
      <inkml:brushProperty name="height" value="0.05" units="cm"/>
      <inkml:brushProperty name="color" value="#FF0066"/>
    </inkml:brush>
  </inkml:definitions>
  <inkml:trace contextRef="#ctx0" brushRef="#br0">83 405 24575,'-20'-1'0,"14"0"0,1 0 0,0 1 0,0 0 0,-1 0 0,1 1 0,0-1 0,0 1 0,0 0 0,-6 2 0,11-3 0,0 0 0,-1 0 0,1 0 0,0 1 0,0-1 0,-1 0 0,1 0 0,0 0 0,0 0 0,-1 1 0,1-1 0,0 0 0,0 0 0,0 1 0,-1-1 0,1 0 0,0 0 0,0 1 0,0-1 0,0 0 0,0 0 0,-1 1 0,1-1 0,0 0 0,0 1 0,0-1 0,0 0 0,0 1 0,0-1 0,0 0 0,0 0 0,0 1 0,0 0 0,9 7 0,15 4 0,-9-7 0,0-1 0,0 0 0,1-1 0,-1 0 0,1-2 0,-1 0 0,27-1 0,-35 0 0,0-1 0,0 1 0,0-2 0,0 1 0,0-1 0,-1 0 0,1 0 0,-1 0 0,1-1 0,-1 0 0,0-1 0,0 1 0,0-1 0,0 0 0,-1-1 0,0 1 0,0-1 0,0 0 0,6-9 0,-8 8 0,0-1 0,0 1 0,-1-1 0,0 0 0,0 1 0,-1-1 0,1 0 0,-2 0 0,1 0 0,-1 0 0,0 0 0,0 0 0,-1 0 0,0 0 0,0 0 0,-1 1 0,0-1 0,-5-11 0,6 13 0,-1 0 0,-1-1 0,1 2 0,-1-1 0,0 0 0,0 0 0,0 1 0,-1 0 0,1 0 0,-1 0 0,0 0 0,0 0 0,-1 1 0,1 0 0,-1 0 0,1 0 0,-1 0 0,0 1 0,0 0 0,0 0 0,-1 0 0,1 0 0,0 1 0,-6-1 0,7 2 0,0 0 0,0 0 0,0 1 0,0-1 0,1 1 0,-1 0 0,0 0 0,1 0 0,-1 1 0,0-1 0,1 1 0,0 0 0,-6 3 0,3 0 0,0 0 0,1 0 0,0 0 0,0 0 0,0 1 0,-7 11 0,3-1 0,1 0 0,0 1 0,1 0 0,-9 35 0,11-34 0,1 0 0,1 1 0,1 0 0,0-1 0,2 29 0,1-41 0,0 1 0,0-1 0,0 1 0,1-1 0,0 0 0,0 0 0,1 0 0,4 9 0,-5-12 0,1 1 0,-1-1 0,1 0 0,0 0 0,0 0 0,0 0 0,0-1 0,0 1 0,1-1 0,-1 0 0,1 0 0,-1 0 0,1 0 0,6 2 0,4-1 0,0 0 0,0-1 0,0 0 0,0-1 0,0-1 0,0 0 0,1-1 0,-1 0 0,0-2 0,0 1 0,19-7 0,-5-1 0,0 0 0,0-2 0,-1-1 0,35-23 0,-36 18 0,0-1 0,-1-1 0,-1-2 0,-1 0 0,-1-2 0,-1 0 0,-1-1 0,-2-1 0,0-1 0,-2-1 0,0 0 0,-2-1 0,17-52 0,-28 71 0,0 1 0,-1-1 0,0 0 0,-1 0 0,1-11 0,-2 19 0,0 0 0,0 1 0,0-1 0,0 1 0,0-1 0,0 0 0,0 1 0,-1-1 0,1 1 0,-1-1 0,1 0 0,-1 1 0,0 0 0,1-1 0,-1 1 0,0-1 0,0 1 0,0 0 0,0-1 0,0 1 0,0 0 0,0 0 0,-1 0 0,1 0 0,0 0 0,-1 0 0,1 0 0,-1 1 0,1-1 0,0 0 0,-1 1 0,0-1 0,1 1 0,-1-1 0,1 1 0,-1 0 0,0 0 0,1 0 0,-1 0 0,-1 0 0,-2 0 0,1 1 0,-1 0 0,1 0 0,0 0 0,0 1 0,-1-1 0,1 1 0,0 0 0,0 0 0,0 0 0,1 1 0,-1-1 0,1 1 0,-1 0 0,1 0 0,0 0 0,0 0 0,0 1 0,0-1 0,1 1 0,0 0 0,-1 0 0,1 0 0,-2 7 0,0-3 0,1 1 0,1-1 0,0 1 0,0 0 0,0 0 0,1 0 0,0 0 0,1 0 0,0 0 0,1 0 0,1 12 0,2-6 0,1 0 0,0 0 0,0 0 0,2-1 0,0 0 0,17 26 0,65 72 0,0 0 0,-85-107 0,-1 0 0,-1 0 0,1 0 0,0 0 0,-1 1 0,0-1 0,-1 1 0,1-1 0,-1 1 0,1 9 0,-2-13 0,0 0 0,0 0 0,-1 1 0,1-1 0,-1 0 0,1 0 0,-1 0 0,0 0 0,0 1 0,0-1 0,0 0 0,0 0 0,0-1 0,-1 1 0,1 0 0,0 0 0,-1-1 0,0 1 0,1 0 0,-1-1 0,0 0 0,0 1 0,0-1 0,0 0 0,0 0 0,0 0 0,0 0 0,0-1 0,-4 2 0,-5 0 0,-1 1 0,0-2 0,0 0 0,-1 0 0,1-1 0,0 0 0,0-1 0,0-1 0,0 0 0,0 0 0,1-2 0,-1 1 0,1-1 0,0-1 0,0 0 0,0 0 0,-20-14 0,29 17 0,0 0 0,0 0 0,-1 0 0,1 0 0,1 0 0,-1 0 0,0-1 0,0 1 0,1-1 0,-1 1 0,1-1 0,0 0 0,0 1 0,0-1 0,0 0 0,0 0 0,1 1 0,-1-1 0,1 0 0,0 0 0,0 0 0,0 0 0,0 0 0,0 0 0,1 0 0,-1 0 0,1 1 0,0-1 0,0 0 0,0 0 0,0 1 0,0-1 0,1 0 0,-1 1 0,3-4 0,6-7 0,1 0 0,0 1 0,0 0 0,1 1 0,13-9 0,21-15 0,2 2 0,0 2 0,2 3 0,57-24 0,220-70 0,-321 120 0,11-3 0,-26 13 0,-1-2 0,1 1 0,1 1 0,-1 0 0,1 0 0,1 0 0,0 1 0,0 0 0,0 1 0,1-1 0,1 1 0,0 0 0,0 1 0,1-1 0,-6 23 0,7-22 0,0 1 0,1 0 0,0 0 0,1 0 0,1 0 0,0 0 0,0 0 0,1 0 0,1 0 0,0 0 0,0 0 0,2 0 0,-1-1 0,6 12 0,-6-18 0,0 0 0,1 0 0,-1 0 0,1-1 0,0 0 0,0 0 0,0 0 0,1 0 0,-1-1 0,1 1 0,0-1 0,0 0 0,7 2 0,-10-4 0,0 0 0,0 0 0,0 0 0,0-1 0,0 1 0,0-1 0,0 1 0,0-1 0,0 0 0,0 0 0,0 0 0,0 0 0,0 0 0,0 0 0,0-1 0,0 1 0,0-1 0,0 1 0,0-1 0,0 0 0,-1 0 0,1 0 0,0 0 0,0 0 0,-1 0 0,1 0 0,-1-1 0,1 1 0,-1 0 0,1-1 0,-1 1 0,0-1 0,0 0 0,0 1 0,0-1 0,0 0 0,0 0 0,0 0 0,0 0 0,0-3 0,2-5 0,-1 0 0,-1 0 0,0 0 0,0-1 0,-1 1 0,0 0 0,-1 0 0,0-1 0,0 1 0,-1 0 0,-1 0 0,-4-14 0,1 7 0,-1 1 0,-1 0 0,0 0 0,-1 0 0,0 1 0,-17-19 0,24 31 0,0 0 0,-1 0 0,1 0 0,-1 0 0,0 1 0,0-1 0,0 1 0,0 0 0,0 0 0,-1 0 0,1 0 0,-1 0 0,1 1 0,-1 0 0,0-1 0,1 1 0,-1 1 0,0-1 0,-4 0 0,8 1 0,-1 0 0,1 0 0,0 0 0,-1 0 0,1 0 0,0 0 0,-1 0 0,1 0 0,0 0 0,-1 0 0,1 0 0,0 0 0,0 1 0,-1-1 0,1 0 0,0 0 0,-1 0 0,1 0 0,0 1 0,0-1 0,-1 0 0,1 0 0,0 0 0,0 1 0,0-1 0,-1 0 0,1 0 0,0 1 0,0-1 0,0 0 0,0 1 0,-1-1 0,1 0 0,7 9 0,16 5 0,-6-8 0,-1-1 0,1 0 0,1-1 0,-1-1 0,0-1 0,24 1 0,0-3 0,65-8 0,-82 5 0,34-9 0,-50 10 0,0-1 0,0 0 0,0 0 0,-1 0 0,0-1 0,1 0 0,-1 0 0,6-6 0,-12 9 0,0 1 0,-1 0 0,1-1 0,-1 1 0,1-1 0,-1 1 0,1-1 0,-1 0 0,1 1 0,-1-1 0,1 0 0,-1 1 0,0-1 0,1 0 0,-1 1 0,0-1 0,0 0 0,1 1 0,-1-1 0,0-1 0,-1 1 0,1 1 0,0 0 0,-1 0 0,1 0 0,-1 0 0,1 0 0,-1 0 0,1 0 0,-1 0 0,1 0 0,-1 0 0,1 0 0,-1 0 0,1 0 0,-1 0 0,1 1 0,0-1 0,-1 0 0,1 0 0,-1 0 0,1 1 0,-1-1 0,1 0 0,0 1 0,-1-1 0,1 0 0,0 1 0,-1-1 0,1 0 0,0 1 0,-1 0 0,-6 6 0,-1 1 0,1 0 0,1 0 0,0 1 0,0 0 0,0 0 0,1 1 0,1-1 0,-1 1 0,2 0 0,-1 0 0,1 0 0,1 1 0,0-1 0,1 1 0,-1 11 0,2-19 0,0 1 0,0 0 0,1-1 0,-1 1 0,1 0 0,0-1 0,0 1 0,0-1 0,1 1 0,-1-1 0,1 0 0,0 0 0,0 0 0,0 0 0,0 0 0,0 0 0,5 4 0,-4-4 0,1-1 0,0 1 0,0-1 0,0 0 0,0 0 0,0 0 0,1-1 0,-1 1 0,0-1 0,1 0 0,-1 0 0,8 0 0,-2-1 0,-1 0 0,1 0 0,0-1 0,-1 0 0,1-1 0,-1 0 0,1-1 0,-1 0 0,0 0 0,0-1 0,0 0 0,12-9 0,-8 4 0,-8 4 0,2 1 0,-1-1 0,0 1 0,1 1 0,9-5 0,-15 8 0,0-1 0,0 1 0,0 0 0,0-1 0,1 1 0,-1 0 0,0 0 0,0 0 0,0 0 0,1 0 0,-1 0 0,0 0 0,0 0 0,0 1 0,0-1 0,1 0 0,-1 1 0,0-1 0,0 1 0,0-1 0,0 1 0,0 0 0,0-1 0,0 1 0,0 0 0,0 0 0,-1 0 0,1-1 0,0 1 0,0 0 0,-1 0 0,1 0 0,0 0 0,-1 0 0,1 1 0,-1-1 0,1 0 0,-1 0 0,0 0 0,1 2 0,11 42 0,-10-33 0,1 0 0,1 0 0,0 0 0,0-1 0,8 14 0,-10-22 0,0 0 0,1 0 0,-1 0 0,1 0 0,-1 0 0,1 0 0,0-1 0,0 1 0,1-1 0,-1 0 0,0 0 0,1 0 0,-1 0 0,1-1 0,0 1 0,-1-1 0,1 0 0,0 0 0,0 0 0,7 0 0,-6-1-85,0-1 0,0 1-1,0-1 1,0 0 0,0 0-1,0 0 1,0-1 0,0 0-1,-1 0 1,1 0 0,-1 0-1,1-1 1,-1 1 0,0-1-1,6-6 1,6-5-6741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28.166"/>
    </inkml:context>
    <inkml:brush xml:id="br0">
      <inkml:brushProperty name="width" value="0.05" units="cm"/>
      <inkml:brushProperty name="height" value="0.05" units="cm"/>
      <inkml:brushProperty name="color" value="#FF0066"/>
    </inkml:brush>
  </inkml:definitions>
  <inkml:trace contextRef="#ctx0" brushRef="#br0">52 189 24575,'0'-14'0,"0"10"0,-1-1 0,1 1 0,1 0 0,-1-1 0,1 1 0,1-9 0,-2 13 0,1 0 0,-1 0 0,0 0 0,0-1 0,0 1 0,0 0 0,0 0 0,0 0 0,0-1 0,1 1 0,-1 0 0,0 0 0,0 0 0,0 0 0,0 0 0,1 0 0,-1-1 0,0 1 0,0 0 0,0 0 0,1 0 0,-1 0 0,0 0 0,0 0 0,0 0 0,1 0 0,-1 0 0,0 0 0,0 0 0,1 0 0,-1 0 0,0 0 0,0 0 0,0 0 0,1 0 0,-1 0 0,0 0 0,0 0 0,0 0 0,1 1 0,-1-1 0,0 0 0,0 0 0,0 0 0,1 0 0,-1 0 0,0 1 0,0-1 0,0 0 0,0 0 0,0 0 0,0 0 0,1 1 0,-1-1 0,0 0 0,0 0 0,0 0 0,0 1 0,0-1 0,0 0 0,0 0 0,0 1 0,7 13 0,2 14 0,-2 0 0,-1 0 0,-2 0 0,0 1 0,-2-1 0,-1 1 0,-4 40 0,2-64 0,1 0 0,-1 0 0,0 0 0,-1 0 0,1 0 0,-1 0 0,0-1 0,-5 10 0,6-13 0,0 0 0,0 0 0,0 0 0,0 0 0,0 0 0,0 0 0,0 0 0,0 0 0,0 0 0,-1 0 0,1-1 0,0 1 0,-1 0 0,1-1 0,0 1 0,-1-1 0,1 0 0,0 1 0,-1-1 0,1 0 0,-1 0 0,1 0 0,-1 0 0,1 0 0,0 0 0,-1-1 0,1 1 0,-1 0 0,1-1 0,0 1 0,-1-1 0,1 1 0,0-1 0,-1 1 0,-1-3 0,0 2 0,1 0 0,0-1 0,-1 1 0,1-1 0,0 1 0,0-1 0,0 0 0,0 0 0,0 0 0,0 0 0,1 0 0,-1 0 0,1-1 0,0 1 0,-1 0 0,1-1 0,0 1 0,0-1 0,0 0 0,1 1 0,-1-1 0,1 0 0,-1 1 0,1-1 0,0 0 0,0 1 0,0-1 0,0 0 0,1 0 0,-1 1 0,1-1 0,0 0 0,-1 1 0,3-5 0,0 0 0,1 0 0,0 1 0,0-1 0,0 1 0,1 0 0,0 0 0,0 0 0,0 0 0,1 1 0,0 0 0,7-5 0,6-1 0,0 0 0,0 2 0,1 0 0,1 1 0,30-8 0,110-16 0,-83 19 0,-73 12 0,1 0 0,-1 0 0,0-1 0,0 1 0,1-1 0,-1-1 0,0 1 0,-1-1 0,1 0 0,0 0 0,-1 0 0,0 0 0,0-1 0,0 0 0,0 0 0,0 0 0,-1 0 0,0-1 0,1 1 0,3-9 0,-1 3 0,-4 8 0,0-1 0,0 0 0,0 1 0,0-1 0,-1 0 0,1 0 0,-1-1 0,0 1 0,0 0 0,0 0 0,0 0 0,0-4 0,-1 6 0,0 1 0,-1-1 0,1 1 0,0-1 0,0 1 0,-1-1 0,1 1 0,0-1 0,-1 1 0,1 0 0,-1-1 0,1 1 0,-1 0 0,1-1 0,0 1 0,-1 0 0,1-1 0,-1 1 0,1 0 0,-1 0 0,1 0 0,-1 0 0,0-1 0,1 1 0,-1 0 0,1 0 0,-1 0 0,1 0 0,-1 0 0,1 0 0,-1 0 0,0 0 0,1 1 0,-1-1 0,1 0 0,-1 0 0,1 0 0,-1 1 0,0-1 0,-23 10 0,24-10 0,-30 17 0,1 1 0,0 1 0,2 1 0,0 2 0,2 0 0,0 2 0,-38 48 0,57-64 0,-1 1 0,1 0 0,1-1 0,0 2 0,0-1 0,1 1 0,0-1 0,-3 17 0,6-22 0,0-1 0,1 1 0,-1 0 0,1 0 0,0 0 0,0 0 0,1 0 0,-1 0 0,1 0 0,0 0 0,0 0 0,0 0 0,0 0 0,1-1 0,-1 1 0,1-1 0,0 1 0,0-1 0,1 1 0,-1-1 0,1 0 0,0 0 0,-1 0 0,7 4 0,-1-2 0,0 0 0,0 0 0,0-1 0,1 0 0,0-1 0,-1 0 0,1 0 0,0 0 0,18 1 0,8-1 0,45-1 0,-61-2 0,11 0 0,-1-1 0,0-2 0,1-1 0,-1-1 0,41-13 0,-55 13 0,1-1 0,-1-1 0,0-1 0,0 0 0,0 0 0,-2-1 0,1-1 0,-1-1 0,0 0 0,-1 0 0,12-15 0,-20 20 0,1 0 0,-1-1 0,0 1 0,0-1 0,-1 0 0,0 0 0,0 0 0,-1 0 0,0-1 0,2-10 0,-4 15 0,1 1 0,-1-1 0,0 0 0,0 0 0,0 0 0,-1 0 0,1 0 0,-1 0 0,1 0 0,-1 1 0,0-1 0,0 0 0,0 1 0,-1-1 0,1 0 0,0 1 0,-1-1 0,0 1 0,0 0 0,0 0 0,0 0 0,0-1 0,0 2 0,0-1 0,0 0 0,-1 0 0,1 1 0,-1-1 0,-5-1 0,2 1 0,0 0 0,0 1 0,0 0 0,0 0 0,-1 0 0,1 1 0,0-1 0,-1 2 0,-11 1 0,16-2 0,0 0 0,-1 0 0,1 1 0,0-1 0,-1 1 0,1-1 0,0 1 0,0 0 0,0 0 0,0 0 0,0 0 0,0 1 0,0-1 0,0 1 0,0-1 0,0 1 0,1-1 0,-1 1 0,1 0 0,-1 0 0,1 0 0,0 0 0,0 0 0,-1 0 0,1 0 0,1 0 0,-1 0 0,0 0 0,0 5 0,1-5 0,0 0 0,1 0 0,-1 0 0,1 0 0,0 0 0,-1 0 0,1 0 0,0 0 0,0-1 0,0 1 0,0 0 0,1 0 0,-1-1 0,0 1 0,1-1 0,-1 1 0,1-1 0,0 0 0,-1 1 0,1-1 0,0 0 0,0 0 0,0 0 0,-1 0 0,1-1 0,0 1 0,3 0 0,5 3 0,0-1 0,0 0 0,22 2 0,-27-4 0,1 0 0,-1-1 0,1 1 0,0-1 0,0 0 0,-1-1 0,1 0 0,-1 1 0,1-2 0,0 1 0,-1-1 0,0 0 0,1 0 0,-1 0 0,0-1 0,0 1 0,0-1 0,-1-1 0,1 1 0,-1-1 0,0 1 0,1-1 0,-2-1 0,1 1 0,0 0 0,4-9 0,-4 5 0,0 1 0,-1 0 0,0-1 0,0 0 0,-1 0 0,0 0 0,0 0 0,-1 0 0,0 0 0,0 0 0,-1 0 0,0 0 0,-1 0 0,0-1 0,0 1 0,0 0 0,-1 0 0,0 1 0,-1-1 0,0 0 0,0 1 0,-8-14 0,8 16 0,0 0 0,0 0 0,-1 1 0,1-1 0,-1 1 0,0 0 0,0 0 0,-1 0 0,1 1 0,-1-1 0,0 1 0,0 0 0,0 0 0,0 1 0,0-1 0,-1 1 0,1 1 0,-1-1 0,1 1 0,-1 0 0,0 0 0,1 0 0,-1 1 0,0 0 0,0 0 0,1 0 0,-1 1 0,0 0 0,1 0 0,-1 1 0,0-1 0,-8 5 0,6-3 0,1 1 0,0 0 0,0 0 0,0 1 0,0 0 0,1 0 0,0 0 0,0 1 0,0 0 0,1 0 0,-5 7 0,3-3 0,1 1 0,1-1 0,0 1 0,0 0 0,1 0 0,0 0 0,-2 13 0,3-5 0,0 0 0,1 0 0,1 0 0,1 1 0,0-1 0,2 0 0,0 1 0,2-1 0,5 22 0,-3-24-62,1 0 0,0 0 0,1-1 0,1 0 0,0 0 0,1-1 0,1 0 0,0-1 0,1 0 0,1-1 0,0 0 0,1-1-1,0-1 1,1 0 0,0-1 0,0 0 0,1-2 0,1 1 0,-1-2 0,1 0 0,19 4 0,16 1-6764</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3.768"/>
    </inkml:context>
    <inkml:brush xml:id="br0">
      <inkml:brushProperty name="width" value="0.05" units="cm"/>
      <inkml:brushProperty name="height" value="0.05" units="cm"/>
      <inkml:brushProperty name="color" value="#FF0066"/>
    </inkml:brush>
  </inkml:definitions>
  <inkml:trace contextRef="#ctx0" brushRef="#br0">131 24 24575,'-2'-21'0,"2"20"0,0 1 0,0 0 0,0 0 0,-1 0 0,1 0 0,0 0 0,0 0 0,0 0 0,0-1 0,0 1 0,0 0 0,0 0 0,0 0 0,0 0 0,0 0 0,0 0 0,0 0 0,0 0 0,-1 0 0,1 0 0,0 0 0,0 0 0,0 0 0,0 0 0,0-1 0,0 1 0,0 0 0,-1 0 0,1 0 0,0 0 0,0 0 0,0 0 0,0 0 0,0 0 0,0 0 0,0 0 0,-1 0 0,1 1 0,0-1 0,0 0 0,0 0 0,0 0 0,0 0 0,0 0 0,0 0 0,0 0 0,0 0 0,-1 0 0,1 0 0,0 0 0,0 0 0,0 0 0,0 0 0,0 1 0,0-1 0,0 0 0,0 0 0,0 0 0,0 0 0,0 0 0,0 0 0,0 0 0,0 1 0,-14 34 0,-20 85 0,-34 240 0,64-342 0,3-16 0,1 1 0,-1 0 0,0-1 0,1 1 0,0 0 0,-1 0 0,1-1 0,0 1 0,1 4 0,-1-7 0,0 0 0,0 0 0,0 1 0,1-1 0,-1 0 0,0 0 0,0 1 0,1-1 0,-1 0 0,0 0 0,0 0 0,1 1 0,-1-1 0,0 0 0,0 0 0,1 0 0,-1 0 0,0 0 0,1 0 0,-1 1 0,0-1 0,1 0 0,-1 0 0,0 0 0,1 0 0,-1 0 0,0 0 0,1 0 0,-1 0 0,0-1 0,0 1 0,1 0 0,-1 0 0,0 0 0,1 0 0,-1 0 0,0 0 0,1-1 0,-1 1 0,0 0 0,0 0 0,1-1 0,12-8 0,6-8 0,-2-2 0,28-36 0,16-18 0,-49 60 0,7-6 0,25-21 0,-39 36 0,0 0 0,0 0 0,1 1 0,0 0 0,-1 0 0,1 0 0,0 0 0,1 1 0,-1 0 0,10-1 0,-14 3 0,0 0 0,1 0 0,-1 0 0,0 1 0,0-1 0,0 1 0,1-1 0,-1 1 0,0 0 0,0 0 0,0 0 0,0 0 0,0 0 0,-1 0 0,1 1 0,0-1 0,0 1 0,-1-1 0,1 1 0,-1-1 0,1 1 0,-1 0 0,0 0 0,0 0 0,0 0 0,0 0 0,0 0 0,0 0 0,0 0 0,0 4 0,3 8 0,0 1 0,-1-1 0,1 23 0,-2-24 0,3 88 328,-4-68-1175,8 61 1,-6-77-5980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4.234"/>
    </inkml:context>
    <inkml:brush xml:id="br0">
      <inkml:brushProperty name="width" value="0.05" units="cm"/>
      <inkml:brushProperty name="height" value="0.05" units="cm"/>
      <inkml:brushProperty name="color" value="#FF0066"/>
    </inkml:brush>
  </inkml:definitions>
  <inkml:trace contextRef="#ctx0" brushRef="#br0">246 300 24575,'0'-2'0,"0"0"0,-1 0 0,1 0 0,0 0 0,0 0 0,-1 0 0,1 0 0,-1 1 0,0-1 0,0 0 0,1 0 0,-1 0 0,0 1 0,-1-1 0,1 0 0,0 1 0,0-1 0,-1 1 0,1-1 0,-2 0 0,0 0 0,0 0 0,0 1 0,0-1 0,0 1 0,0-1 0,-1 1 0,1 0 0,0 1 0,-1-1 0,1 1 0,-4-1 0,0 1 0,0 0 0,-1 0 0,1 1 0,0 0 0,0 0 0,0 0 0,0 1 0,0 0 0,0 1 0,-11 5 0,10-1 0,0-1 0,0 1 0,1 0 0,0 0 0,0 1 0,1 0 0,0 0 0,0 1 0,1-1 0,0 1 0,1 1 0,0-1 0,-5 17 0,7-20 0,1 0 0,0 0 0,0 0 0,0 1 0,1-1 0,0 0 0,0 1 0,0-1 0,1 0 0,2 9 0,-2-11 0,0 0 0,1 0 0,0 0 0,0-1 0,0 1 0,0 0 0,0-1 0,1 0 0,-1 1 0,1-1 0,0 0 0,0 0 0,0-1 0,1 1 0,-1-1 0,7 4 0,-6-4 0,-1 0 0,1-1 0,0 0 0,0 1 0,1-1 0,-1-1 0,0 1 0,0-1 0,0 1 0,1-1 0,-1 0 0,0-1 0,0 1 0,0-1 0,0 0 0,1 0 0,-1 0 0,0 0 0,0-1 0,-1 0 0,1 1 0,0-1 0,-1-1 0,1 1 0,-1-1 0,5-3 0,4-4 0,-1-1 0,-1 0 0,0-1 0,0 0 0,-1 0 0,8-15 0,1-5 0,-3 0 0,0-2 0,17-61 0,-15 30 0,9-73 0,-23 115 0,-3 23 0,0 0 0,0 0 0,0 0 0,0 0 0,-1 0 0,1 0 0,0 0 0,0 0 0,0 0 0,0 0 0,0 0 0,0 0 0,0 0 0,0 0 0,0 0 0,0 0 0,0 0 0,0 0 0,0 0 0,0 0 0,0 0 0,0 0 0,-1 0 0,1 0 0,0 0 0,0 0 0,0 0 0,0 0 0,0 0 0,0 0 0,0 0 0,0 0 0,0 0 0,0 0 0,0 0 0,0 0 0,0 0 0,0 0 0,0-1 0,0 1 0,0 0 0,0 0 0,0 0 0,0 0 0,0 0 0,0 0 0,0 0 0,0 0 0,0 0 0,0 0 0,-5 9 0,-4 14 0,0 24 0,2 0 0,3 1 0,2 94 0,3-127 57,0-1 0,0 0 0,2 0 0,-1 0 0,6 15 0,-6-23-179,1 0 0,-1 0 0,1-1 0,0 1 0,1-1 0,-1 1 0,1-1 0,0 0 0,0 0 1,1-1-1,-1 1 0,1-1 0,8 5 0,6 2-6704</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4.420"/>
    </inkml:context>
    <inkml:brush xml:id="br0">
      <inkml:brushProperty name="width" value="0.05" units="cm"/>
      <inkml:brushProperty name="height" value="0.05" units="cm"/>
      <inkml:brushProperty name="color" value="#FF0066"/>
    </inkml:brush>
  </inkml:definitions>
  <inkml:trace contextRef="#ctx0" brushRef="#br0">36 28 24575,'0'-6'0,"0"-5"0,0 3 0,-2 5 0,-2 9 0,-3 10 0,0 8 0,1 5 0,2 5 0,1-2 0,1 1 0,2-3 0,0-4 0,0-2 0,0-4 0,3-4 0,2-5-8191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4.545"/>
    </inkml:context>
    <inkml:brush xml:id="br0">
      <inkml:brushProperty name="width" value="0.05" units="cm"/>
      <inkml:brushProperty name="height" value="0.05" units="cm"/>
      <inkml:brushProperty name="color" value="#FF0066"/>
    </inkml:brush>
  </inkml:definitions>
  <inkml:trace contextRef="#ctx0" brushRef="#br0">0 15 24575,'3'-3'0,"1"-4"0,0 2 0,-2 5 0,-2 9 0,-3 2-8191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6.588"/>
    </inkml:context>
    <inkml:brush xml:id="br0">
      <inkml:brushProperty name="width" value="0.05" units="cm"/>
      <inkml:brushProperty name="height" value="0.05" units="cm"/>
      <inkml:brushProperty name="color" value="#FF0066"/>
    </inkml:brush>
  </inkml:definitions>
  <inkml:trace contextRef="#ctx0" brushRef="#br0">45 1299 24575,'-16'-13'0,"13"10"0,0 1 0,0-1 0,0 1 0,0-1 0,0 0 0,-4-5 0,7 7 0,-1-1 0,1 1 0,-1 0 0,1 0 0,0 0 0,-1-1 0,1 1 0,0 0 0,0-1 0,0 1 0,0 0 0,0 0 0,0-1 0,0 1 0,0 0 0,1-1 0,-1 1 0,0 0 0,1 0 0,-1 0 0,1-1 0,-1 1 0,1 0 0,0 0 0,1-2 0,10-12 0,1 0 0,1 1 0,1 1 0,0 0 0,33-21 0,-35 25 0,313-196-369,-157 104 75,125-87 228,400-332 0,-673 502 66,-4 5 0,-1-2 0,0 0 0,13-17 0,-25 24 124,-14 14 150,-15 15 123,19-15-624,1 1-1,0-1 1,0 1-1,1 1 1,-6 9-1,4-1-6598</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46.932"/>
    </inkml:context>
    <inkml:brush xml:id="br0">
      <inkml:brushProperty name="width" value="0.05" units="cm"/>
      <inkml:brushProperty name="height" value="0.05" units="cm"/>
      <inkml:brushProperty name="color" value="#FF0066"/>
    </inkml:brush>
  </inkml:definitions>
  <inkml:trace contextRef="#ctx0" brushRef="#br0">14 21 24575,'0'0'0,"-1"1"0,1-1 0,-1-1 0,0 1 0,1 0 0,-1 0 0,0 0 0,1 0 0,-1 0 0,1 0 0,-1-1 0,0 1 0,1 0 0,-1-1 0,1 1 0,-1 0 0,1-1 0,-1 1 0,1 0 0,-1-1 0,1 1 0,-1-1 0,0 0 0,1 0 0,0 1 0,1-1 0,-1 1 0,0 0 0,0-1 0,0 1 0,0 0 0,0-1 0,1 1 0,-1-1 0,0 1 0,0 0 0,0-1 0,1 1 0,-1 0 0,0-1 0,1 1 0,-1 0 0,0 0 0,1-1 0,-1 1 0,0 0 0,1 0 0,-1 0 0,0 0 0,1-1 0,-1 1 0,0 0 0,1 0 0,-1 0 0,1 0 0,-1 0 0,1 0 0,-1 0 0,0 0 0,1 0 0,-1 0 0,1 0 0,0 0 0,74-4 0,85 4 0,-57 2 0,-66-3 0,-25 0 0,-1 0 0,1 1 0,-1 0 0,1 1 0,-1 0 0,17 5 0,-27-6 0,0 1 0,0-1 0,1 1 0,-1 0 0,0 0 0,0-1 0,0 1 0,0 0 0,0 0 0,-1 0 0,1 0 0,0 0 0,0 0 0,-1 1 0,1-1 0,0 0 0,-1 0 0,1 0 0,-1 1 0,0-1 0,1 0 0,-1 0 0,0 1 0,0-1 0,0 0 0,0 1 0,0-1 0,0 0 0,0 3 0,-2 5 0,1-1 0,-1 1 0,-5 12 0,4-10 0,-1 2 5,-97 345-1375,78-268-5456</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2.778"/>
    </inkml:context>
    <inkml:brush xml:id="br0">
      <inkml:brushProperty name="width" value="0.05" units="cm"/>
      <inkml:brushProperty name="height" value="0.05" units="cm"/>
      <inkml:brushProperty name="color" value="#FF0066"/>
    </inkml:brush>
  </inkml:definitions>
  <inkml:trace contextRef="#ctx0" brushRef="#br0">1 1269 24575,'3'0'0,"0"-1"0,0 1 0,-1-1 0,1 0 0,0 0 0,0-1 0,-1 1 0,1 0 0,4-4 0,6-3 0,281-123 28,8-4-166,331-220-461,-26-44 647,-496 328-48,60-44 0,-170 114 14,19-17-61,-19 18 66,-1 0-1,1-1 1,-1 1 0,1-1 0,-1 1 0,1-1 0,-1 0 0,1 1-1,-1-1 1,0 1 0,1-1 0,-1 0 0,0 1 0,1-1-1,-1 0 1,0 1 0,0-1 0,0 0 0,0 1 0,1-1 0,-1 0-1,0 0 1,0 1 0,0-1 0,-1 0 0,1 1 0,0-1-1,0 0 1,0 1 0,-1-2 0,-5 0-1274,-2 3-5571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3.274"/>
    </inkml:context>
    <inkml:brush xml:id="br0">
      <inkml:brushProperty name="width" value="0.05" units="cm"/>
      <inkml:brushProperty name="height" value="0.05" units="cm"/>
      <inkml:brushProperty name="color" value="#FF0066"/>
    </inkml:brush>
  </inkml:definitions>
  <inkml:trace contextRef="#ctx0" brushRef="#br0">0 130 24575,'26'-2'0,"1"-2"0,-2-1 0,1-1 0,25-10 0,9-2 0,207-59 0,-266 77 0,0-1 0,0 1 0,0 0 0,-1 0 0,1 0 0,0 0 0,0 0 0,0 0 0,0 0 0,0 0 0,0 0 0,0 0 0,0 0 0,-1 1 0,1-1 0,0 0 0,0 1 0,0-1 0,0 0 0,-1 1 0,1-1 0,0 1 0,0-1 0,-1 1 0,1 0 0,0-1 0,-1 1 0,1 0 0,-1-1 0,1 1 0,-1 0 0,1 0 0,-1 0 0,0-1 0,1 1 0,-1 0 0,0 0 0,1 0 0,-1 0 0,0 0 0,0 0 0,0-1 0,0 2 0,1 7 0,-1-1 0,0 0 0,-2 17 0,2-15 0,-11 78 0,-34 136 0,34-179 0,-12 51-1365,13-61-5461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4.145"/>
    </inkml:context>
    <inkml:brush xml:id="br0">
      <inkml:brushProperty name="width" value="0.05" units="cm"/>
      <inkml:brushProperty name="height" value="0.05" units="cm"/>
      <inkml:brushProperty name="color" value="#FF0066"/>
    </inkml:brush>
  </inkml:definitions>
  <inkml:trace contextRef="#ctx0" brushRef="#br0">0 717 24575,'1'-2'0,"-1"0"0,0 0 0,1 1 0,-1-1 0,1 0 0,0 1 0,-1-1 0,1 1 0,0-1 0,0 1 0,0-1 0,0 1 0,0 0 0,0-1 0,3-1 0,22-18 0,-21 18 0,22-15 0,1 1 0,1 2 0,46-19 0,100-26 0,-128 46 0,596-183-519,-205 65 227,-324 98 292,127-42 0,-229 72-6,32-14-20,-41 16 41,0 1 0,-1-1 1,1 1-1,0-1 0,-1 0 0,1-1 0,-1 1 1,1 0-1,-1 0 0,4-6 0,-6 7-6,0 1 0,0-1 0,1 1 0,-1-1-1,0 1 1,0-1 0,0 1 0,0-1 0,0 1 0,0-1 0,0 1-1,0-1 1,0 1 0,0-1 0,0 1 0,-1-1 0,1 1 0,0-1-1,0 1 1,0-1 0,-1 1 0,1-1 0,0 1 0,-1 0 0,1-1 0,0 1-1,-1-1 1,1 1 0,0 0 0,-1-1 0,1 1 0,-1 0 0,1 0-1,0-1 1,-1 1 0,1 0 0,-1 0 0,1-1 0,-1 1 0,1 0-1,-1 0 1,1 0 0,-1 0 0,1 0 0,-1 0 0,1 0 0,-2 0-1,-27-3 242,28 3-249,-18 0-1366,1 1-5461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4.443"/>
    </inkml:context>
    <inkml:brush xml:id="br0">
      <inkml:brushProperty name="width" value="0.05" units="cm"/>
      <inkml:brushProperty name="height" value="0.05" units="cm"/>
      <inkml:brushProperty name="color" value="#FF0066"/>
    </inkml:brush>
  </inkml:definitions>
  <inkml:trace contextRef="#ctx0" brushRef="#br0">0 0 24575,'70'4'0,"0"3"0,120 27 0,-161-27 0,38 14 0,-58-17 0,0-1 0,0 2 0,-1-1 0,1 1 0,-1 0 0,0 1 0,-1 0 0,10 9 0,-15-13 9,0 0 0,0 1 0,0-1 0,-1 1 0,1-1 0,-1 1-1,1 0 1,-1-1 0,0 1 0,0 0 0,0 0 0,-1 0 0,1 0 0,-1 0-1,1 0 1,-1 0 0,0 3 0,-1-1 9,0 0 0,0 0 0,0 0 0,0 0 0,-1 0 0,0 0 0,0 0 0,0-1 0,-5 6 0,-4 7-294,-2-2 0,0 1-1,-1-2 1,-15 14 0,23-23-48,-50 44-6502</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7.553"/>
    </inkml:context>
    <inkml:brush xml:id="br0">
      <inkml:brushProperty name="width" value="0.05" units="cm"/>
      <inkml:brushProperty name="height" value="0.05" units="cm"/>
      <inkml:brushProperty name="color" value="#FF0066"/>
    </inkml:brush>
  </inkml:definitions>
  <inkml:trace contextRef="#ctx0" brushRef="#br0">11 29 24575,'0'0'0,"-1"0"0,1 0 0,-1 0 0,1 0 0,0 0 0,-1 0 0,1 0 0,0 0 0,-1 0 0,1 0 0,-1-1 0,1 1 0,0 0 0,-1 0 0,1 0 0,0 0 0,-1-1 0,1 1 0,0 0 0,-1 0 0,1-1 0,0 1 0,0 0 0,-1-1 0,1 1 0,0 0 0,0-1 0,0 1 0,-1 0 0,1-1 0,0 1 0,0-1 0,0 1 0,0 0 0,0-1 0,0 1 0,0 0 0,0-1 0,0 1 0,0-1 0,0 1 0,0 0 0,0-1 0,0 1 0,0-1 0,0 1 0,1-1 0,-1 0 0,0 0 0,1 0 0,-1 0 0,0 0 0,1 1 0,-1-1 0,1 0 0,0 0 0,-1 0 0,1 1 0,-1-1 0,1 0 0,0 1 0,0-1 0,-1 0 0,1 1 0,0-1 0,0 1 0,1-1 0,1 0 0,0 1 0,0 0 0,0 0 0,0 0 0,0 1 0,0-1 0,0 1 0,0-1 0,-1 1 0,1 0 0,0 0 0,0 0 0,-1 1 0,1-1 0,-1 1 0,1-1 0,2 3 0,5 4 0,1 1 0,10 12 0,8 11 0,-1 0 0,33 53 0,38 79 0,-67-109 0,-18-34-1365,-3-5-5461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7.754"/>
    </inkml:context>
    <inkml:brush xml:id="br0">
      <inkml:brushProperty name="width" value="0.05" units="cm"/>
      <inkml:brushProperty name="height" value="0.05" units="cm"/>
      <inkml:brushProperty name="color" value="#FF0066"/>
    </inkml:brush>
  </inkml:definitions>
  <inkml:trace contextRef="#ctx0" brushRef="#br0">450 1 24575,'-3'0'0,"-4"2"0,-3 5 0,-4 4 0,-5 6 0,-5 2 0,-7 5 0,-5 4 0,-5 3 0,-1 2 0,-3 2 0,1 0 0,2 0 0,5-2 0,5-4 0,10-8-8191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8.114"/>
    </inkml:context>
    <inkml:brush xml:id="br0">
      <inkml:brushProperty name="width" value="0.05" units="cm"/>
      <inkml:brushProperty name="height" value="0.05" units="cm"/>
      <inkml:brushProperty name="color" value="#FF0066"/>
    </inkml:brush>
  </inkml:definitions>
  <inkml:trace contextRef="#ctx0" brushRef="#br0">249 90 24575,'0'-13'0,"0"8"0,0-1 0,0 1 0,0-1 0,-1 1 0,1-1 0,-4-8 0,4 12 0,-1 1 0,0-1 0,0 1 0,0-1 0,0 0 0,-1 1 0,1 0 0,0-1 0,-1 1 0,1 0 0,0-1 0,-1 1 0,0 0 0,1 0 0,-1 0 0,0 1 0,1-1 0,-1 0 0,0 1 0,0-1 0,0 1 0,1-1 0,-4 1 0,-5-2 0,-1 1 0,1 1 0,0 0 0,0 0 0,-1 1 0,-15 4 0,21-5 0,1 1 0,0 0 0,0 1 0,0-1 0,0 1 0,0-1 0,0 1 0,1 1 0,-1-1 0,1 0 0,-1 1 0,1 0 0,0-1 0,0 1 0,0 1 0,0-1 0,1 0 0,-5 7 0,7-7 0,-1-1 0,0 1 0,1 0 0,-1 0 0,1 0 0,0-1 0,0 1 0,0 0 0,0 0 0,1 0 0,-1-1 0,1 1 0,0 0 0,-1 0 0,1-1 0,0 1 0,1 0 0,-1-1 0,0 1 0,1-1 0,-1 0 0,1 1 0,0-1 0,4 3 0,4 6 0,1 0 0,0-1 0,15 10 0,-25-20 0,41 27 0,11 9 0,-48-33 0,0 1 0,-1 0 0,0 0 0,0 0 0,0 0 0,-1 1 0,1 0 0,2 6 0,-5-10 0,-1 0 0,1-1 0,-1 1 0,0 0 0,1 0 0,-1 0 0,0 0 0,0 0 0,1 0 0,-1 0 0,0 0 0,0 0 0,0 0 0,0 0 0,-1 0 0,1 0 0,0 0 0,0 0 0,0 0 0,-1 0 0,1 0 0,-1-1 0,1 1 0,-1 1 0,-1 0 0,1-1 0,0 1 0,-1-1 0,0 0 0,1 1 0,-1-1 0,0 0 0,0 0 0,1 0 0,-1 0 0,-2 0 0,-6 2 0,0 0 0,0-1 0,-16 1 0,26-3 0,-30 2-341,-1 0 0,1-2-1,-31-4 1,32-1-6485</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8.461"/>
    </inkml:context>
    <inkml:brush xml:id="br0">
      <inkml:brushProperty name="width" value="0.05" units="cm"/>
      <inkml:brushProperty name="height" value="0.05" units="cm"/>
      <inkml:brushProperty name="color" value="#FF0066"/>
    </inkml:brush>
  </inkml:definitions>
  <inkml:trace contextRef="#ctx0" brushRef="#br0">120 34 24575,'-15'0'0,"6"0"0,-1 0 0,0 0 0,0 1 0,1 0 0,-13 3 0,20-3 0,0-1 0,0 1 0,0 0 0,0-1 0,1 1 0,-1 0 0,0 0 0,1 1 0,-1-1 0,1 0 0,-1 0 0,1 1 0,0-1 0,-1 1 0,1-1 0,0 1 0,0-1 0,0 1 0,0 0 0,0 0 0,1-1 0,-1 1 0,0 0 0,1 0 0,-1 0 0,1 0 0,0 0 0,0 0 0,0-1 0,0 1 0,0 0 0,0 3 0,1 2 0,1 0 0,-1 0 0,1 0 0,0-1 0,1 1 0,0-1 0,6 11 0,32 43 0,-24-36 0,-8-12 0,0 0 0,1 0 0,0-1 0,0 0 0,24 18 0,-31-27 0,0 0 0,0 0 0,1 0 0,-1 0 0,1 0 0,-1 0 0,1-1 0,0 0 0,-1 0 0,1 0 0,0 0 0,0-1 0,0 1 0,0-1 0,0 0 0,0 0 0,0 0 0,0-1 0,0 0 0,-1 1 0,1-1 0,0-1 0,0 1 0,-1 0 0,1-1 0,0 0 0,4-3 0,3-3 0,0-2 0,0 1 0,-1-1 0,0-1 0,-1 0 0,11-16 0,42-77 0,-51 85-341,-1-2 0,-1 1-1,12-40 1,-17 40-6485</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8.882"/>
    </inkml:context>
    <inkml:brush xml:id="br0">
      <inkml:brushProperty name="width" value="0.05" units="cm"/>
      <inkml:brushProperty name="height" value="0.05" units="cm"/>
      <inkml:brushProperty name="color" value="#FF0066"/>
    </inkml:brush>
  </inkml:definitions>
  <inkml:trace contextRef="#ctx0" brushRef="#br0">325 100 24575,'2'-2'0,"0"0"0,0-1 0,0 1 0,0 0 0,0 0 0,0-1 0,-1 1 0,0-1 0,1 0 0,-1 1 0,0-1 0,0 0 0,0 0 0,-1 0 0,1 0 0,-1 0 0,1 0 0,-1 0 0,0 0 0,0-3 0,-1 4 0,0 0 0,0 0 0,0 0 0,0 0 0,0 0 0,0 0 0,0 0 0,-1 0 0,1 0 0,-1 1 0,1-1 0,-1 0 0,0 1 0,0-1 0,1 1 0,-1 0 0,0 0 0,0-1 0,0 1 0,-1 1 0,1-1 0,0 0 0,0 0 0,0 1 0,-1-1 0,-2 1 0,-4-1 0,0 0 0,0 1 0,0 0 0,0 0 0,1 1 0,-1 1 0,0-1 0,0 1 0,1 1 0,-1-1 0,1 2 0,-9 3 0,-6 5 0,1 0 0,-40 31 0,53-37 0,1 2 0,0-1 0,1 1 0,0 0 0,0 0 0,-8 14 0,13-20 0,1 1 0,0 0 0,-1-1 0,1 1 0,0 0 0,1-1 0,-1 1 0,0 0 0,1 0 0,0 0 0,-1-1 0,1 6 0,1-6 0,-1 0 0,1 0 0,0 0 0,-1-1 0,1 1 0,0 0 0,0-1 0,0 1 0,0 0 0,0-1 0,0 1 0,1-1 0,-1 0 0,0 1 0,1-1 0,-1 0 0,1 0 0,-1 0 0,1 0 0,0 0 0,2 1 0,4 1 0,1 0 0,0 0 0,-1-1 0,1-1 0,0 1 0,0-1 0,0 0 0,0-1 0,16-2 0,-11 1 0,1-1 0,-1-1 0,1 0 0,-1-2 0,17-6 0,-21 7 0,-1-1 0,1-1 0,-1 0 0,0 0 0,0-1 0,10-10 0,-16 14 0,0 0 0,0 1 0,0-1 0,-1-1 0,1 1 0,-1 0 0,0-1 0,0 1 0,0-1 0,-1 1 0,1-1 0,-1 0 0,0 0 0,0 0 0,0 0 0,-1 0 0,1 0 0,-1 0 0,0 0 0,0-6 0,0 10 0,0-1 0,0 0 0,0 1 0,0-1 0,-1 0 0,1 1 0,0-1 0,0 0 0,0 1 0,0-1 0,-1 0 0,1 1 0,0-1 0,-1 1 0,1-1 0,-1 0 0,1 1 0,0-1 0,-1 1 0,1-1 0,-1 1 0,1 0 0,-1-1 0,0 1 0,1-1 0,-1 1 0,1 0 0,-1 0 0,0-1 0,1 1 0,-1 0 0,0 0 0,1 0 0,-1-1 0,0 1 0,1 0 0,-1 0 0,0 0 0,1 0 0,-1 0 0,0 1 0,1-1 0,-1 0 0,0 0 0,1 0 0,-1 1 0,0-1 0,1 0 0,-1 0 0,1 1 0,-1-1 0,0 1 0,0 0 0,-3 1 0,1 1 0,-1 0 0,1 0 0,0 0 0,0 0 0,-5 8 0,4-6 34,1 1 1,-1 0-1,1 1 0,1-1 0,-1 0 0,1 1 0,0 0 0,1-1 0,-2 11 1,3-12-136,-1-1 1,2 0-1,-1 1 1,0-1 0,1 0-1,0 0 1,0 1-1,0-1 1,0 0 0,1 0-1,0 0 1,0 0 0,0 0-1,0-1 1,0 1-1,4 3 1,12 13-6726</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7:59.253"/>
    </inkml:context>
    <inkml:brush xml:id="br0">
      <inkml:brushProperty name="width" value="0.05" units="cm"/>
      <inkml:brushProperty name="height" value="0.05" units="cm"/>
      <inkml:brushProperty name="color" value="#FF0066"/>
    </inkml:brush>
  </inkml:definitions>
  <inkml:trace contextRef="#ctx0" brushRef="#br0">308 102 24575,'-28'-39'0,"24"32"0,-1-1 0,0 1 0,-1 0 0,-12-13 0,16 18 0,1 1 0,-1 0 0,0 0 0,0-1 0,0 1 0,0 0 0,0 0 0,0 1 0,0-1 0,0 0 0,0 1 0,0-1 0,-1 1 0,1 0 0,0 0 0,0 0 0,-1 0 0,1 0 0,0 0 0,0 1 0,0-1 0,0 1 0,-1-1 0,-2 2 0,-12 7 0,0 1 0,1 0 0,0 1 0,1 0 0,0 1 0,0 1 0,2 1 0,0 0 0,0 0 0,-16 27 0,28-40 0,0 0 0,1 0 0,-1 0 0,0 0 0,1 0 0,-1 0 0,1 0 0,-1 0 0,1 1 0,-1-1 0,1 0 0,0 0 0,0 0 0,0 1 0,0-1 0,0 0 0,0 0 0,0 1 0,0-1 0,0 0 0,0 0 0,1 1 0,-1 0 0,1 0 0,0-1 0,0 0 0,0 0 0,1 0 0,-1 0 0,0 0 0,0 0 0,0-1 0,1 1 0,-1 0 0,0-1 0,1 1 0,-1-1 0,1 1 0,-1-1 0,3 1 0,7 1 0,0-1 0,1-1 0,22-1 0,-31 1 0,10-1 0,0-1 0,-1 0 0,1-1 0,-1 0 0,1-1 0,-1-1 0,0 0 0,-1 0 0,1-1 0,-1-1 0,0 1 0,0-2 0,-1 0 0,0 0 0,15-17 0,-25 25 0,0 0 0,0-1 0,0 1 0,0 0 0,1-1 0,-1 1 0,0 0 0,0 0 0,0-1 0,1 1 0,-1 0 0,0 0 0,0-1 0,1 1 0,-1 0 0,0 0 0,1 0 0,-1 0 0,0 0 0,1-1 0,-1 1 0,0 0 0,1 0 0,-1 0 0,0 0 0,1 0 0,-1 0 0,0 0 0,1 0 0,-1 0 0,0 0 0,1 0 0,-1 0 0,0 1 0,1-1 0,3 13 0,-4 33 0,-1-34 0,1 17-455,1 1 0,6 37 0,0-27-6371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5/12/2025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5/12/2025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5/12/2025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pixabay.com/en/computer-user-icon-peolpe-avatar-1331579/"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customXml" Target="../ink/ink1.xml"/><Relationship Id="rId80" Type="http://schemas.openxmlformats.org/officeDocument/2006/relationships/customXml" Target="../ink/ink2.xml"/><Relationship Id="rId85" Type="http://schemas.openxmlformats.org/officeDocument/2006/relationships/image" Target="../media/image9.png"/><Relationship Id="rId93" Type="http://schemas.openxmlformats.org/officeDocument/2006/relationships/image" Target="../media/image13.png"/><Relationship Id="rId98" Type="http://schemas.openxmlformats.org/officeDocument/2006/relationships/customXml" Target="../ink/ink11.xml"/><Relationship Id="rId3" Type="http://schemas.openxmlformats.org/officeDocument/2006/relationships/hyperlink" Target="https://jurnaloftalmologi.org/index.php/announce/viewarticle/122" TargetMode="External"/><Relationship Id="rId84" Type="http://schemas.openxmlformats.org/officeDocument/2006/relationships/customXml" Target="../ink/ink4.xml"/><Relationship Id="rId89" Type="http://schemas.openxmlformats.org/officeDocument/2006/relationships/image" Target="../media/image11.png"/><Relationship Id="rId97" Type="http://schemas.openxmlformats.org/officeDocument/2006/relationships/image" Target="../media/image15.png"/><Relationship Id="rId7" Type="http://schemas.openxmlformats.org/officeDocument/2006/relationships/hyperlink" Target="https://pixabay.com/en/computer-user-icon-peolpe-avatar-1331579/" TargetMode="External"/><Relationship Id="rId92" Type="http://schemas.openxmlformats.org/officeDocument/2006/relationships/customXml" Target="../ink/ink8.xml"/><Relationship Id="rId2" Type="http://schemas.openxmlformats.org/officeDocument/2006/relationships/image" Target="../media/image4.jpeg"/><Relationship Id="rId83" Type="http://schemas.openxmlformats.org/officeDocument/2006/relationships/image" Target="../media/image8.png"/><Relationship Id="rId88" Type="http://schemas.openxmlformats.org/officeDocument/2006/relationships/customXml" Target="../ink/ink6.xml"/><Relationship Id="rId91" Type="http://schemas.openxmlformats.org/officeDocument/2006/relationships/image" Target="../media/image12.png"/><Relationship Id="rId96"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image" Target="../media/image5.png"/><Relationship Id="rId79" Type="http://schemas.openxmlformats.org/officeDocument/2006/relationships/image" Target="../media/image2030.png"/><Relationship Id="rId87" Type="http://schemas.openxmlformats.org/officeDocument/2006/relationships/image" Target="../media/image10.png"/><Relationship Id="rId5" Type="http://schemas.openxmlformats.org/officeDocument/2006/relationships/image" Target="../media/image7.png"/><Relationship Id="rId82" Type="http://schemas.openxmlformats.org/officeDocument/2006/relationships/customXml" Target="../ink/ink3.xml"/><Relationship Id="rId90" Type="http://schemas.openxmlformats.org/officeDocument/2006/relationships/customXml" Target="../ink/ink7.xml"/><Relationship Id="rId95" Type="http://schemas.openxmlformats.org/officeDocument/2006/relationships/image" Target="../media/image14.png"/><Relationship Id="rId81" Type="http://schemas.openxmlformats.org/officeDocument/2006/relationships/image" Target="../media/image2040.png"/><Relationship Id="rId86" Type="http://schemas.openxmlformats.org/officeDocument/2006/relationships/customXml" Target="../ink/ink5.xml"/><Relationship Id="rId94" Type="http://schemas.openxmlformats.org/officeDocument/2006/relationships/customXml" Target="../ink/ink9.xml"/><Relationship Id="rId99" Type="http://schemas.openxmlformats.org/officeDocument/2006/relationships/image" Target="../media/image16.png"/><Relationship Id="rId101" Type="http://schemas.openxmlformats.org/officeDocument/2006/relationships/image" Target="../media/image17.png"/><Relationship Id="rId4" Type="http://schemas.openxmlformats.org/officeDocument/2006/relationships/image" Target="../media/image6.png"/><Relationship Id="rId100" Type="http://schemas.openxmlformats.org/officeDocument/2006/relationships/customXml" Target="../ink/ink12.xml"/></Relationships>
</file>

<file path=ppt/slides/_rels/slide7.xml.rels><?xml version="1.0" encoding="UTF-8" standalone="yes"?>
<Relationships xmlns="http://schemas.openxmlformats.org/package/2006/relationships"><Relationship Id="rId117" Type="http://schemas.openxmlformats.org/officeDocument/2006/relationships/image" Target="../media/image75.png"/><Relationship Id="rId299" Type="http://schemas.openxmlformats.org/officeDocument/2006/relationships/image" Target="../media/image166.png"/><Relationship Id="rId21" Type="http://schemas.openxmlformats.org/officeDocument/2006/relationships/image" Target="../media/image27.png"/><Relationship Id="rId63" Type="http://schemas.openxmlformats.org/officeDocument/2006/relationships/image" Target="../media/image48.png"/><Relationship Id="rId159" Type="http://schemas.openxmlformats.org/officeDocument/2006/relationships/image" Target="../media/image96.png"/><Relationship Id="rId324" Type="http://schemas.openxmlformats.org/officeDocument/2006/relationships/customXml" Target="../ink/ink174.xml"/><Relationship Id="rId366" Type="http://schemas.openxmlformats.org/officeDocument/2006/relationships/customXml" Target="../ink/ink195.xml"/><Relationship Id="rId170" Type="http://schemas.openxmlformats.org/officeDocument/2006/relationships/customXml" Target="../ink/ink97.xml"/><Relationship Id="rId226" Type="http://schemas.openxmlformats.org/officeDocument/2006/relationships/customXml" Target="../ink/ink125.xml"/><Relationship Id="rId268" Type="http://schemas.openxmlformats.org/officeDocument/2006/relationships/customXml" Target="../ink/ink146.xml"/><Relationship Id="rId32" Type="http://schemas.openxmlformats.org/officeDocument/2006/relationships/customXml" Target="../ink/ink28.xml"/><Relationship Id="rId74" Type="http://schemas.openxmlformats.org/officeDocument/2006/relationships/customXml" Target="../ink/ink49.xml"/><Relationship Id="rId128" Type="http://schemas.openxmlformats.org/officeDocument/2006/relationships/customXml" Target="../ink/ink76.xml"/><Relationship Id="rId335" Type="http://schemas.openxmlformats.org/officeDocument/2006/relationships/image" Target="../media/image184.png"/><Relationship Id="rId5" Type="http://schemas.openxmlformats.org/officeDocument/2006/relationships/image" Target="../media/image19.png"/><Relationship Id="rId181" Type="http://schemas.openxmlformats.org/officeDocument/2006/relationships/image" Target="../media/image107.png"/><Relationship Id="rId237" Type="http://schemas.openxmlformats.org/officeDocument/2006/relationships/image" Target="../media/image135.png"/><Relationship Id="rId279" Type="http://schemas.openxmlformats.org/officeDocument/2006/relationships/image" Target="../media/image156.png"/><Relationship Id="rId43" Type="http://schemas.openxmlformats.org/officeDocument/2006/relationships/image" Target="../media/image38.png"/><Relationship Id="rId139" Type="http://schemas.openxmlformats.org/officeDocument/2006/relationships/image" Target="../media/image86.png"/><Relationship Id="rId290" Type="http://schemas.openxmlformats.org/officeDocument/2006/relationships/customXml" Target="../ink/ink157.xml"/><Relationship Id="rId304" Type="http://schemas.openxmlformats.org/officeDocument/2006/relationships/customXml" Target="../ink/ink164.xml"/><Relationship Id="rId346" Type="http://schemas.openxmlformats.org/officeDocument/2006/relationships/customXml" Target="../ink/ink185.xml"/><Relationship Id="rId85" Type="http://schemas.openxmlformats.org/officeDocument/2006/relationships/image" Target="../media/image59.png"/><Relationship Id="rId150" Type="http://schemas.openxmlformats.org/officeDocument/2006/relationships/customXml" Target="../ink/ink87.xml"/><Relationship Id="rId192" Type="http://schemas.openxmlformats.org/officeDocument/2006/relationships/customXml" Target="../ink/ink108.xml"/><Relationship Id="rId206" Type="http://schemas.openxmlformats.org/officeDocument/2006/relationships/customXml" Target="../ink/ink115.xml"/><Relationship Id="rId248" Type="http://schemas.openxmlformats.org/officeDocument/2006/relationships/customXml" Target="../ink/ink136.xml"/><Relationship Id="rId12" Type="http://schemas.openxmlformats.org/officeDocument/2006/relationships/customXml" Target="../ink/ink18.xml"/><Relationship Id="rId108" Type="http://schemas.openxmlformats.org/officeDocument/2006/relationships/customXml" Target="../ink/ink66.xml"/><Relationship Id="rId315" Type="http://schemas.openxmlformats.org/officeDocument/2006/relationships/image" Target="../media/image174.png"/><Relationship Id="rId357" Type="http://schemas.openxmlformats.org/officeDocument/2006/relationships/image" Target="../media/image195.png"/><Relationship Id="rId54" Type="http://schemas.openxmlformats.org/officeDocument/2006/relationships/customXml" Target="../ink/ink39.xml"/><Relationship Id="rId96" Type="http://schemas.openxmlformats.org/officeDocument/2006/relationships/customXml" Target="../ink/ink60.xml"/><Relationship Id="rId161" Type="http://schemas.openxmlformats.org/officeDocument/2006/relationships/image" Target="../media/image97.png"/><Relationship Id="rId217" Type="http://schemas.openxmlformats.org/officeDocument/2006/relationships/image" Target="../media/image125.png"/><Relationship Id="rId259" Type="http://schemas.openxmlformats.org/officeDocument/2006/relationships/image" Target="../media/image146.png"/><Relationship Id="rId23" Type="http://schemas.openxmlformats.org/officeDocument/2006/relationships/image" Target="../media/image28.png"/><Relationship Id="rId119" Type="http://schemas.openxmlformats.org/officeDocument/2006/relationships/image" Target="../media/image76.png"/><Relationship Id="rId270" Type="http://schemas.openxmlformats.org/officeDocument/2006/relationships/customXml" Target="../ink/ink147.xml"/><Relationship Id="rId326" Type="http://schemas.openxmlformats.org/officeDocument/2006/relationships/customXml" Target="../ink/ink175.xml"/><Relationship Id="rId65" Type="http://schemas.openxmlformats.org/officeDocument/2006/relationships/image" Target="../media/image49.png"/><Relationship Id="rId130" Type="http://schemas.openxmlformats.org/officeDocument/2006/relationships/customXml" Target="../ink/ink77.xml"/><Relationship Id="rId368" Type="http://schemas.openxmlformats.org/officeDocument/2006/relationships/customXml" Target="../ink/ink196.xml"/><Relationship Id="rId172" Type="http://schemas.openxmlformats.org/officeDocument/2006/relationships/customXml" Target="../ink/ink98.xml"/><Relationship Id="rId228" Type="http://schemas.openxmlformats.org/officeDocument/2006/relationships/customXml" Target="../ink/ink126.xml"/><Relationship Id="rId281" Type="http://schemas.openxmlformats.org/officeDocument/2006/relationships/image" Target="../media/image157.png"/><Relationship Id="rId337" Type="http://schemas.openxmlformats.org/officeDocument/2006/relationships/image" Target="../media/image185.png"/><Relationship Id="rId34" Type="http://schemas.openxmlformats.org/officeDocument/2006/relationships/customXml" Target="../ink/ink29.xml"/><Relationship Id="rId76" Type="http://schemas.openxmlformats.org/officeDocument/2006/relationships/customXml" Target="../ink/ink50.xml"/><Relationship Id="rId141" Type="http://schemas.openxmlformats.org/officeDocument/2006/relationships/image" Target="../media/image87.png"/><Relationship Id="rId7" Type="http://schemas.openxmlformats.org/officeDocument/2006/relationships/image" Target="../media/image20.png"/><Relationship Id="rId183" Type="http://schemas.openxmlformats.org/officeDocument/2006/relationships/image" Target="../media/image108.png"/><Relationship Id="rId239" Type="http://schemas.openxmlformats.org/officeDocument/2006/relationships/image" Target="../media/image136.png"/><Relationship Id="rId250" Type="http://schemas.openxmlformats.org/officeDocument/2006/relationships/customXml" Target="../ink/ink137.xml"/><Relationship Id="rId292" Type="http://schemas.openxmlformats.org/officeDocument/2006/relationships/customXml" Target="../ink/ink158.xml"/><Relationship Id="rId306" Type="http://schemas.openxmlformats.org/officeDocument/2006/relationships/customXml" Target="../ink/ink165.xml"/><Relationship Id="rId45" Type="http://schemas.openxmlformats.org/officeDocument/2006/relationships/image" Target="../media/image39.png"/><Relationship Id="rId87" Type="http://schemas.openxmlformats.org/officeDocument/2006/relationships/image" Target="../media/image60.png"/><Relationship Id="rId110" Type="http://schemas.openxmlformats.org/officeDocument/2006/relationships/customXml" Target="../ink/ink67.xml"/><Relationship Id="rId348" Type="http://schemas.openxmlformats.org/officeDocument/2006/relationships/customXml" Target="../ink/ink186.xml"/><Relationship Id="rId152" Type="http://schemas.openxmlformats.org/officeDocument/2006/relationships/customXml" Target="../ink/ink88.xml"/><Relationship Id="rId194" Type="http://schemas.openxmlformats.org/officeDocument/2006/relationships/customXml" Target="../ink/ink109.xml"/><Relationship Id="rId208" Type="http://schemas.openxmlformats.org/officeDocument/2006/relationships/customXml" Target="../ink/ink116.xml"/><Relationship Id="rId261" Type="http://schemas.openxmlformats.org/officeDocument/2006/relationships/image" Target="../media/image147.png"/><Relationship Id="rId14" Type="http://schemas.openxmlformats.org/officeDocument/2006/relationships/customXml" Target="../ink/ink19.xml"/><Relationship Id="rId56" Type="http://schemas.openxmlformats.org/officeDocument/2006/relationships/customXml" Target="../ink/ink40.xml"/><Relationship Id="rId317" Type="http://schemas.openxmlformats.org/officeDocument/2006/relationships/image" Target="../media/image175.png"/><Relationship Id="rId359" Type="http://schemas.openxmlformats.org/officeDocument/2006/relationships/image" Target="../media/image196.png"/><Relationship Id="rId98" Type="http://schemas.openxmlformats.org/officeDocument/2006/relationships/customXml" Target="../ink/ink61.xml"/><Relationship Id="rId121" Type="http://schemas.openxmlformats.org/officeDocument/2006/relationships/image" Target="../media/image77.png"/><Relationship Id="rId163" Type="http://schemas.openxmlformats.org/officeDocument/2006/relationships/image" Target="../media/image98.png"/><Relationship Id="rId219" Type="http://schemas.openxmlformats.org/officeDocument/2006/relationships/image" Target="../media/image126.png"/><Relationship Id="rId370" Type="http://schemas.openxmlformats.org/officeDocument/2006/relationships/customXml" Target="../ink/ink197.xml"/><Relationship Id="rId230" Type="http://schemas.openxmlformats.org/officeDocument/2006/relationships/customXml" Target="../ink/ink127.xml"/><Relationship Id="rId25" Type="http://schemas.openxmlformats.org/officeDocument/2006/relationships/image" Target="../media/image29.png"/><Relationship Id="rId67" Type="http://schemas.openxmlformats.org/officeDocument/2006/relationships/image" Target="../media/image50.png"/><Relationship Id="rId272" Type="http://schemas.openxmlformats.org/officeDocument/2006/relationships/customXml" Target="../ink/ink148.xml"/><Relationship Id="rId328" Type="http://schemas.openxmlformats.org/officeDocument/2006/relationships/customXml" Target="../ink/ink176.xml"/><Relationship Id="rId132" Type="http://schemas.openxmlformats.org/officeDocument/2006/relationships/customXml" Target="../ink/ink78.xml"/><Relationship Id="rId174" Type="http://schemas.openxmlformats.org/officeDocument/2006/relationships/customXml" Target="../ink/ink99.xml"/><Relationship Id="rId241" Type="http://schemas.openxmlformats.org/officeDocument/2006/relationships/image" Target="../media/image137.png"/><Relationship Id="rId36" Type="http://schemas.openxmlformats.org/officeDocument/2006/relationships/customXml" Target="../ink/ink30.xml"/><Relationship Id="rId283" Type="http://schemas.openxmlformats.org/officeDocument/2006/relationships/image" Target="../media/image158.png"/><Relationship Id="rId339" Type="http://schemas.openxmlformats.org/officeDocument/2006/relationships/image" Target="../media/image186.png"/><Relationship Id="rId78" Type="http://schemas.openxmlformats.org/officeDocument/2006/relationships/customXml" Target="../ink/ink51.xml"/><Relationship Id="rId99" Type="http://schemas.openxmlformats.org/officeDocument/2006/relationships/image" Target="../media/image66.png"/><Relationship Id="rId101" Type="http://schemas.openxmlformats.org/officeDocument/2006/relationships/image" Target="../media/image67.png"/><Relationship Id="rId122" Type="http://schemas.openxmlformats.org/officeDocument/2006/relationships/customXml" Target="../ink/ink73.xml"/><Relationship Id="rId143" Type="http://schemas.openxmlformats.org/officeDocument/2006/relationships/image" Target="../media/image88.png"/><Relationship Id="rId164" Type="http://schemas.openxmlformats.org/officeDocument/2006/relationships/customXml" Target="../ink/ink94.xml"/><Relationship Id="rId185" Type="http://schemas.openxmlformats.org/officeDocument/2006/relationships/image" Target="../media/image109.png"/><Relationship Id="rId350" Type="http://schemas.openxmlformats.org/officeDocument/2006/relationships/customXml" Target="../ink/ink187.xml"/><Relationship Id="rId371" Type="http://schemas.openxmlformats.org/officeDocument/2006/relationships/image" Target="../media/image202.png"/><Relationship Id="rId9" Type="http://schemas.openxmlformats.org/officeDocument/2006/relationships/image" Target="../media/image21.png"/><Relationship Id="rId210" Type="http://schemas.openxmlformats.org/officeDocument/2006/relationships/customXml" Target="../ink/ink117.xml"/><Relationship Id="rId26" Type="http://schemas.openxmlformats.org/officeDocument/2006/relationships/customXml" Target="../ink/ink25.xml"/><Relationship Id="rId231" Type="http://schemas.openxmlformats.org/officeDocument/2006/relationships/image" Target="../media/image132.png"/><Relationship Id="rId252" Type="http://schemas.openxmlformats.org/officeDocument/2006/relationships/customXml" Target="../ink/ink138.xml"/><Relationship Id="rId273" Type="http://schemas.openxmlformats.org/officeDocument/2006/relationships/image" Target="../media/image153.png"/><Relationship Id="rId294" Type="http://schemas.openxmlformats.org/officeDocument/2006/relationships/customXml" Target="../ink/ink159.xml"/><Relationship Id="rId308" Type="http://schemas.openxmlformats.org/officeDocument/2006/relationships/customXml" Target="../ink/ink166.xml"/><Relationship Id="rId329" Type="http://schemas.openxmlformats.org/officeDocument/2006/relationships/image" Target="../media/image181.png"/><Relationship Id="rId47" Type="http://schemas.openxmlformats.org/officeDocument/2006/relationships/image" Target="../media/image40.png"/><Relationship Id="rId68" Type="http://schemas.openxmlformats.org/officeDocument/2006/relationships/customXml" Target="../ink/ink46.xml"/><Relationship Id="rId89" Type="http://schemas.openxmlformats.org/officeDocument/2006/relationships/image" Target="../media/image61.png"/><Relationship Id="rId112" Type="http://schemas.openxmlformats.org/officeDocument/2006/relationships/customXml" Target="../ink/ink68.xml"/><Relationship Id="rId133" Type="http://schemas.openxmlformats.org/officeDocument/2006/relationships/image" Target="../media/image83.png"/><Relationship Id="rId154" Type="http://schemas.openxmlformats.org/officeDocument/2006/relationships/customXml" Target="../ink/ink89.xml"/><Relationship Id="rId175" Type="http://schemas.openxmlformats.org/officeDocument/2006/relationships/image" Target="../media/image104.png"/><Relationship Id="rId340" Type="http://schemas.openxmlformats.org/officeDocument/2006/relationships/customXml" Target="../ink/ink182.xml"/><Relationship Id="rId361" Type="http://schemas.openxmlformats.org/officeDocument/2006/relationships/image" Target="../media/image197.png"/><Relationship Id="rId196" Type="http://schemas.openxmlformats.org/officeDocument/2006/relationships/customXml" Target="../ink/ink110.xml"/><Relationship Id="rId200" Type="http://schemas.openxmlformats.org/officeDocument/2006/relationships/customXml" Target="../ink/ink112.xml"/><Relationship Id="rId16" Type="http://schemas.openxmlformats.org/officeDocument/2006/relationships/customXml" Target="../ink/ink20.xml"/><Relationship Id="rId221" Type="http://schemas.openxmlformats.org/officeDocument/2006/relationships/image" Target="../media/image127.png"/><Relationship Id="rId242" Type="http://schemas.openxmlformats.org/officeDocument/2006/relationships/customXml" Target="../ink/ink133.xml"/><Relationship Id="rId263" Type="http://schemas.openxmlformats.org/officeDocument/2006/relationships/image" Target="../media/image148.png"/><Relationship Id="rId284" Type="http://schemas.openxmlformats.org/officeDocument/2006/relationships/customXml" Target="../ink/ink154.xml"/><Relationship Id="rId319" Type="http://schemas.openxmlformats.org/officeDocument/2006/relationships/image" Target="../media/image176.png"/><Relationship Id="rId37" Type="http://schemas.openxmlformats.org/officeDocument/2006/relationships/image" Target="../media/image35.png"/><Relationship Id="rId58" Type="http://schemas.openxmlformats.org/officeDocument/2006/relationships/customXml" Target="../ink/ink41.xml"/><Relationship Id="rId79" Type="http://schemas.openxmlformats.org/officeDocument/2006/relationships/image" Target="../media/image56.png"/><Relationship Id="rId102" Type="http://schemas.openxmlformats.org/officeDocument/2006/relationships/customXml" Target="../ink/ink63.xml"/><Relationship Id="rId123" Type="http://schemas.openxmlformats.org/officeDocument/2006/relationships/image" Target="../media/image78.png"/><Relationship Id="rId144" Type="http://schemas.openxmlformats.org/officeDocument/2006/relationships/customXml" Target="../ink/ink84.xml"/><Relationship Id="rId330" Type="http://schemas.openxmlformats.org/officeDocument/2006/relationships/customXml" Target="../ink/ink177.xml"/><Relationship Id="rId90" Type="http://schemas.openxmlformats.org/officeDocument/2006/relationships/customXml" Target="../ink/ink57.xml"/><Relationship Id="rId165" Type="http://schemas.openxmlformats.org/officeDocument/2006/relationships/image" Target="../media/image99.png"/><Relationship Id="rId186" Type="http://schemas.openxmlformats.org/officeDocument/2006/relationships/customXml" Target="../ink/ink105.xml"/><Relationship Id="rId351" Type="http://schemas.openxmlformats.org/officeDocument/2006/relationships/image" Target="../media/image192.png"/><Relationship Id="rId372" Type="http://schemas.openxmlformats.org/officeDocument/2006/relationships/customXml" Target="../ink/ink198.xml"/><Relationship Id="rId211" Type="http://schemas.openxmlformats.org/officeDocument/2006/relationships/image" Target="../media/image122.png"/><Relationship Id="rId232" Type="http://schemas.openxmlformats.org/officeDocument/2006/relationships/customXml" Target="../ink/ink128.xml"/><Relationship Id="rId253" Type="http://schemas.openxmlformats.org/officeDocument/2006/relationships/image" Target="../media/image143.png"/><Relationship Id="rId274" Type="http://schemas.openxmlformats.org/officeDocument/2006/relationships/customXml" Target="../ink/ink149.xml"/><Relationship Id="rId295" Type="http://schemas.openxmlformats.org/officeDocument/2006/relationships/image" Target="../media/image164.png"/><Relationship Id="rId309" Type="http://schemas.openxmlformats.org/officeDocument/2006/relationships/image" Target="../media/image171.png"/><Relationship Id="rId27" Type="http://schemas.openxmlformats.org/officeDocument/2006/relationships/image" Target="../media/image30.png"/><Relationship Id="rId48" Type="http://schemas.openxmlformats.org/officeDocument/2006/relationships/customXml" Target="../ink/ink36.xml"/><Relationship Id="rId69" Type="http://schemas.openxmlformats.org/officeDocument/2006/relationships/image" Target="../media/image51.png"/><Relationship Id="rId113" Type="http://schemas.openxmlformats.org/officeDocument/2006/relationships/image" Target="../media/image73.png"/><Relationship Id="rId134" Type="http://schemas.openxmlformats.org/officeDocument/2006/relationships/customXml" Target="../ink/ink79.xml"/><Relationship Id="rId320" Type="http://schemas.openxmlformats.org/officeDocument/2006/relationships/customXml" Target="../ink/ink172.xml"/><Relationship Id="rId80" Type="http://schemas.openxmlformats.org/officeDocument/2006/relationships/customXml" Target="../ink/ink52.xml"/><Relationship Id="rId155" Type="http://schemas.openxmlformats.org/officeDocument/2006/relationships/image" Target="../media/image94.png"/><Relationship Id="rId176" Type="http://schemas.openxmlformats.org/officeDocument/2006/relationships/customXml" Target="../ink/ink100.xml"/><Relationship Id="rId197" Type="http://schemas.openxmlformats.org/officeDocument/2006/relationships/image" Target="../media/image115.png"/><Relationship Id="rId341" Type="http://schemas.openxmlformats.org/officeDocument/2006/relationships/image" Target="../media/image187.png"/><Relationship Id="rId362" Type="http://schemas.openxmlformats.org/officeDocument/2006/relationships/customXml" Target="../ink/ink193.xml"/><Relationship Id="rId201" Type="http://schemas.openxmlformats.org/officeDocument/2006/relationships/image" Target="../media/image117.png"/><Relationship Id="rId222" Type="http://schemas.openxmlformats.org/officeDocument/2006/relationships/customXml" Target="../ink/ink123.xml"/><Relationship Id="rId243" Type="http://schemas.openxmlformats.org/officeDocument/2006/relationships/image" Target="../media/image138.png"/><Relationship Id="rId264" Type="http://schemas.openxmlformats.org/officeDocument/2006/relationships/customXml" Target="../ink/ink144.xml"/><Relationship Id="rId285" Type="http://schemas.openxmlformats.org/officeDocument/2006/relationships/image" Target="../media/image159.png"/><Relationship Id="rId17" Type="http://schemas.openxmlformats.org/officeDocument/2006/relationships/image" Target="../media/image25.png"/><Relationship Id="rId38" Type="http://schemas.openxmlformats.org/officeDocument/2006/relationships/customXml" Target="../ink/ink31.xml"/><Relationship Id="rId59" Type="http://schemas.openxmlformats.org/officeDocument/2006/relationships/image" Target="../media/image46.png"/><Relationship Id="rId103" Type="http://schemas.openxmlformats.org/officeDocument/2006/relationships/image" Target="../media/image68.png"/><Relationship Id="rId124" Type="http://schemas.openxmlformats.org/officeDocument/2006/relationships/customXml" Target="../ink/ink74.xml"/><Relationship Id="rId310" Type="http://schemas.openxmlformats.org/officeDocument/2006/relationships/customXml" Target="../ink/ink167.xml"/><Relationship Id="rId70" Type="http://schemas.openxmlformats.org/officeDocument/2006/relationships/customXml" Target="../ink/ink47.xml"/><Relationship Id="rId91" Type="http://schemas.openxmlformats.org/officeDocument/2006/relationships/image" Target="../media/image62.png"/><Relationship Id="rId145" Type="http://schemas.openxmlformats.org/officeDocument/2006/relationships/image" Target="../media/image89.png"/><Relationship Id="rId166" Type="http://schemas.openxmlformats.org/officeDocument/2006/relationships/customXml" Target="../ink/ink95.xml"/><Relationship Id="rId187" Type="http://schemas.openxmlformats.org/officeDocument/2006/relationships/image" Target="../media/image110.png"/><Relationship Id="rId331" Type="http://schemas.openxmlformats.org/officeDocument/2006/relationships/image" Target="../media/image182.png"/><Relationship Id="rId352" Type="http://schemas.openxmlformats.org/officeDocument/2006/relationships/customXml" Target="../ink/ink188.xml"/><Relationship Id="rId373" Type="http://schemas.openxmlformats.org/officeDocument/2006/relationships/image" Target="../media/image203.png"/><Relationship Id="rId1" Type="http://schemas.openxmlformats.org/officeDocument/2006/relationships/slideLayout" Target="../slideLayouts/slideLayout2.xml"/><Relationship Id="rId212" Type="http://schemas.openxmlformats.org/officeDocument/2006/relationships/customXml" Target="../ink/ink118.xml"/><Relationship Id="rId233" Type="http://schemas.openxmlformats.org/officeDocument/2006/relationships/image" Target="../media/image133.png"/><Relationship Id="rId254" Type="http://schemas.openxmlformats.org/officeDocument/2006/relationships/customXml" Target="../ink/ink139.xml"/><Relationship Id="rId28" Type="http://schemas.openxmlformats.org/officeDocument/2006/relationships/customXml" Target="../ink/ink26.xml"/><Relationship Id="rId49" Type="http://schemas.openxmlformats.org/officeDocument/2006/relationships/image" Target="../media/image41.png"/><Relationship Id="rId114" Type="http://schemas.openxmlformats.org/officeDocument/2006/relationships/customXml" Target="../ink/ink69.xml"/><Relationship Id="rId275" Type="http://schemas.openxmlformats.org/officeDocument/2006/relationships/image" Target="../media/image154.png"/><Relationship Id="rId296" Type="http://schemas.openxmlformats.org/officeDocument/2006/relationships/customXml" Target="../ink/ink160.xml"/><Relationship Id="rId300" Type="http://schemas.openxmlformats.org/officeDocument/2006/relationships/customXml" Target="../ink/ink162.xml"/><Relationship Id="rId60" Type="http://schemas.openxmlformats.org/officeDocument/2006/relationships/customXml" Target="../ink/ink42.xml"/><Relationship Id="rId81" Type="http://schemas.openxmlformats.org/officeDocument/2006/relationships/image" Target="../media/image57.png"/><Relationship Id="rId135" Type="http://schemas.openxmlformats.org/officeDocument/2006/relationships/image" Target="../media/image84.png"/><Relationship Id="rId156" Type="http://schemas.openxmlformats.org/officeDocument/2006/relationships/customXml" Target="../ink/ink90.xml"/><Relationship Id="rId177" Type="http://schemas.openxmlformats.org/officeDocument/2006/relationships/image" Target="../media/image105.png"/><Relationship Id="rId198" Type="http://schemas.openxmlformats.org/officeDocument/2006/relationships/customXml" Target="../ink/ink111.xml"/><Relationship Id="rId321" Type="http://schemas.openxmlformats.org/officeDocument/2006/relationships/image" Target="../media/image177.png"/><Relationship Id="rId342" Type="http://schemas.openxmlformats.org/officeDocument/2006/relationships/customXml" Target="../ink/ink183.xml"/><Relationship Id="rId363" Type="http://schemas.openxmlformats.org/officeDocument/2006/relationships/image" Target="../media/image198.png"/><Relationship Id="rId202" Type="http://schemas.openxmlformats.org/officeDocument/2006/relationships/customXml" Target="../ink/ink113.xml"/><Relationship Id="rId223" Type="http://schemas.openxmlformats.org/officeDocument/2006/relationships/image" Target="../media/image128.png"/><Relationship Id="rId244" Type="http://schemas.openxmlformats.org/officeDocument/2006/relationships/customXml" Target="../ink/ink134.xml"/><Relationship Id="rId18" Type="http://schemas.openxmlformats.org/officeDocument/2006/relationships/customXml" Target="../ink/ink21.xml"/><Relationship Id="rId39" Type="http://schemas.openxmlformats.org/officeDocument/2006/relationships/image" Target="../media/image36.png"/><Relationship Id="rId265" Type="http://schemas.openxmlformats.org/officeDocument/2006/relationships/image" Target="../media/image149.png"/><Relationship Id="rId286" Type="http://schemas.openxmlformats.org/officeDocument/2006/relationships/customXml" Target="../ink/ink155.xml"/><Relationship Id="rId50" Type="http://schemas.openxmlformats.org/officeDocument/2006/relationships/customXml" Target="../ink/ink37.xml"/><Relationship Id="rId104" Type="http://schemas.openxmlformats.org/officeDocument/2006/relationships/customXml" Target="../ink/ink64.xml"/><Relationship Id="rId125" Type="http://schemas.openxmlformats.org/officeDocument/2006/relationships/image" Target="../media/image79.png"/><Relationship Id="rId146" Type="http://schemas.openxmlformats.org/officeDocument/2006/relationships/customXml" Target="../ink/ink85.xml"/><Relationship Id="rId167" Type="http://schemas.openxmlformats.org/officeDocument/2006/relationships/image" Target="../media/image100.png"/><Relationship Id="rId188" Type="http://schemas.openxmlformats.org/officeDocument/2006/relationships/customXml" Target="../ink/ink106.xml"/><Relationship Id="rId311" Type="http://schemas.openxmlformats.org/officeDocument/2006/relationships/image" Target="../media/image172.png"/><Relationship Id="rId332" Type="http://schemas.openxmlformats.org/officeDocument/2006/relationships/customXml" Target="../ink/ink178.xml"/><Relationship Id="rId353" Type="http://schemas.openxmlformats.org/officeDocument/2006/relationships/image" Target="../media/image193.png"/><Relationship Id="rId71" Type="http://schemas.openxmlformats.org/officeDocument/2006/relationships/image" Target="../media/image52.png"/><Relationship Id="rId92" Type="http://schemas.openxmlformats.org/officeDocument/2006/relationships/customXml" Target="../ink/ink58.xml"/><Relationship Id="rId213" Type="http://schemas.openxmlformats.org/officeDocument/2006/relationships/image" Target="../media/image123.png"/><Relationship Id="rId234" Type="http://schemas.openxmlformats.org/officeDocument/2006/relationships/customXml" Target="../ink/ink129.xml"/><Relationship Id="rId2" Type="http://schemas.openxmlformats.org/officeDocument/2006/relationships/customXml" Target="../ink/ink13.xml"/><Relationship Id="rId29" Type="http://schemas.openxmlformats.org/officeDocument/2006/relationships/image" Target="../media/image31.png"/><Relationship Id="rId255" Type="http://schemas.openxmlformats.org/officeDocument/2006/relationships/image" Target="../media/image144.png"/><Relationship Id="rId276" Type="http://schemas.openxmlformats.org/officeDocument/2006/relationships/customXml" Target="../ink/ink150.xml"/><Relationship Id="rId297" Type="http://schemas.openxmlformats.org/officeDocument/2006/relationships/image" Target="../media/image165.png"/><Relationship Id="rId40" Type="http://schemas.openxmlformats.org/officeDocument/2006/relationships/customXml" Target="../ink/ink32.xml"/><Relationship Id="rId115" Type="http://schemas.openxmlformats.org/officeDocument/2006/relationships/image" Target="../media/image74.png"/><Relationship Id="rId136" Type="http://schemas.openxmlformats.org/officeDocument/2006/relationships/customXml" Target="../ink/ink80.xml"/><Relationship Id="rId157" Type="http://schemas.openxmlformats.org/officeDocument/2006/relationships/image" Target="../media/image95.png"/><Relationship Id="rId178" Type="http://schemas.openxmlformats.org/officeDocument/2006/relationships/customXml" Target="../ink/ink101.xml"/><Relationship Id="rId301" Type="http://schemas.openxmlformats.org/officeDocument/2006/relationships/image" Target="../media/image167.png"/><Relationship Id="rId322" Type="http://schemas.openxmlformats.org/officeDocument/2006/relationships/customXml" Target="../ink/ink173.xml"/><Relationship Id="rId343" Type="http://schemas.openxmlformats.org/officeDocument/2006/relationships/image" Target="../media/image188.png"/><Relationship Id="rId364" Type="http://schemas.openxmlformats.org/officeDocument/2006/relationships/customXml" Target="../ink/ink194.xml"/><Relationship Id="rId61" Type="http://schemas.openxmlformats.org/officeDocument/2006/relationships/image" Target="../media/image47.png"/><Relationship Id="rId82" Type="http://schemas.openxmlformats.org/officeDocument/2006/relationships/customXml" Target="../ink/ink53.xml"/><Relationship Id="rId199" Type="http://schemas.openxmlformats.org/officeDocument/2006/relationships/image" Target="../media/image116.png"/><Relationship Id="rId203" Type="http://schemas.openxmlformats.org/officeDocument/2006/relationships/image" Target="../media/image118.png"/><Relationship Id="rId19" Type="http://schemas.openxmlformats.org/officeDocument/2006/relationships/image" Target="../media/image26.png"/><Relationship Id="rId224" Type="http://schemas.openxmlformats.org/officeDocument/2006/relationships/customXml" Target="../ink/ink124.xml"/><Relationship Id="rId245" Type="http://schemas.openxmlformats.org/officeDocument/2006/relationships/image" Target="../media/image139.png"/><Relationship Id="rId266" Type="http://schemas.openxmlformats.org/officeDocument/2006/relationships/customXml" Target="../ink/ink145.xml"/><Relationship Id="rId287" Type="http://schemas.openxmlformats.org/officeDocument/2006/relationships/image" Target="../media/image160.png"/><Relationship Id="rId30" Type="http://schemas.openxmlformats.org/officeDocument/2006/relationships/customXml" Target="../ink/ink27.xml"/><Relationship Id="rId105" Type="http://schemas.openxmlformats.org/officeDocument/2006/relationships/image" Target="../media/image69.png"/><Relationship Id="rId126" Type="http://schemas.openxmlformats.org/officeDocument/2006/relationships/customXml" Target="../ink/ink75.xml"/><Relationship Id="rId147" Type="http://schemas.openxmlformats.org/officeDocument/2006/relationships/image" Target="../media/image90.png"/><Relationship Id="rId168" Type="http://schemas.openxmlformats.org/officeDocument/2006/relationships/customXml" Target="../ink/ink96.xml"/><Relationship Id="rId312" Type="http://schemas.openxmlformats.org/officeDocument/2006/relationships/customXml" Target="../ink/ink168.xml"/><Relationship Id="rId333" Type="http://schemas.openxmlformats.org/officeDocument/2006/relationships/image" Target="../media/image183.png"/><Relationship Id="rId354" Type="http://schemas.openxmlformats.org/officeDocument/2006/relationships/customXml" Target="../ink/ink189.xml"/><Relationship Id="rId51" Type="http://schemas.openxmlformats.org/officeDocument/2006/relationships/image" Target="../media/image42.png"/><Relationship Id="rId72" Type="http://schemas.openxmlformats.org/officeDocument/2006/relationships/customXml" Target="../ink/ink48.xml"/><Relationship Id="rId93" Type="http://schemas.openxmlformats.org/officeDocument/2006/relationships/image" Target="../media/image63.png"/><Relationship Id="rId189" Type="http://schemas.openxmlformats.org/officeDocument/2006/relationships/image" Target="../media/image111.png"/><Relationship Id="rId3" Type="http://schemas.openxmlformats.org/officeDocument/2006/relationships/image" Target="../media/image18.png"/><Relationship Id="rId214" Type="http://schemas.openxmlformats.org/officeDocument/2006/relationships/customXml" Target="../ink/ink119.xml"/><Relationship Id="rId235" Type="http://schemas.openxmlformats.org/officeDocument/2006/relationships/image" Target="../media/image134.png"/><Relationship Id="rId256" Type="http://schemas.openxmlformats.org/officeDocument/2006/relationships/customXml" Target="../ink/ink140.xml"/><Relationship Id="rId277" Type="http://schemas.openxmlformats.org/officeDocument/2006/relationships/image" Target="../media/image155.png"/><Relationship Id="rId298" Type="http://schemas.openxmlformats.org/officeDocument/2006/relationships/customXml" Target="../ink/ink161.xml"/><Relationship Id="rId116" Type="http://schemas.openxmlformats.org/officeDocument/2006/relationships/customXml" Target="../ink/ink70.xml"/><Relationship Id="rId137" Type="http://schemas.openxmlformats.org/officeDocument/2006/relationships/image" Target="../media/image85.png"/><Relationship Id="rId158" Type="http://schemas.openxmlformats.org/officeDocument/2006/relationships/customXml" Target="../ink/ink91.xml"/><Relationship Id="rId302" Type="http://schemas.openxmlformats.org/officeDocument/2006/relationships/customXml" Target="../ink/ink163.xml"/><Relationship Id="rId323" Type="http://schemas.openxmlformats.org/officeDocument/2006/relationships/image" Target="../media/image178.png"/><Relationship Id="rId344" Type="http://schemas.openxmlformats.org/officeDocument/2006/relationships/customXml" Target="../ink/ink184.xml"/><Relationship Id="rId20" Type="http://schemas.openxmlformats.org/officeDocument/2006/relationships/customXml" Target="../ink/ink22.xml"/><Relationship Id="rId41" Type="http://schemas.openxmlformats.org/officeDocument/2006/relationships/image" Target="../media/image37.png"/><Relationship Id="rId62" Type="http://schemas.openxmlformats.org/officeDocument/2006/relationships/customXml" Target="../ink/ink43.xml"/><Relationship Id="rId83" Type="http://schemas.openxmlformats.org/officeDocument/2006/relationships/image" Target="../media/image58.png"/><Relationship Id="rId179" Type="http://schemas.openxmlformats.org/officeDocument/2006/relationships/image" Target="../media/image106.png"/><Relationship Id="rId365" Type="http://schemas.openxmlformats.org/officeDocument/2006/relationships/image" Target="../media/image199.png"/><Relationship Id="rId190" Type="http://schemas.openxmlformats.org/officeDocument/2006/relationships/customXml" Target="../ink/ink107.xml"/><Relationship Id="rId204" Type="http://schemas.openxmlformats.org/officeDocument/2006/relationships/customXml" Target="../ink/ink114.xml"/><Relationship Id="rId225" Type="http://schemas.openxmlformats.org/officeDocument/2006/relationships/image" Target="../media/image129.png"/><Relationship Id="rId246" Type="http://schemas.openxmlformats.org/officeDocument/2006/relationships/customXml" Target="../ink/ink135.xml"/><Relationship Id="rId267" Type="http://schemas.openxmlformats.org/officeDocument/2006/relationships/image" Target="../media/image150.png"/><Relationship Id="rId288" Type="http://schemas.openxmlformats.org/officeDocument/2006/relationships/customXml" Target="../ink/ink156.xml"/><Relationship Id="rId106" Type="http://schemas.openxmlformats.org/officeDocument/2006/relationships/customXml" Target="../ink/ink65.xml"/><Relationship Id="rId127" Type="http://schemas.openxmlformats.org/officeDocument/2006/relationships/image" Target="../media/image80.png"/><Relationship Id="rId313" Type="http://schemas.openxmlformats.org/officeDocument/2006/relationships/image" Target="../media/image173.png"/><Relationship Id="rId10" Type="http://schemas.openxmlformats.org/officeDocument/2006/relationships/customXml" Target="../ink/ink17.xml"/><Relationship Id="rId31" Type="http://schemas.openxmlformats.org/officeDocument/2006/relationships/image" Target="../media/image32.png"/><Relationship Id="rId52" Type="http://schemas.openxmlformats.org/officeDocument/2006/relationships/customXml" Target="../ink/ink38.xml"/><Relationship Id="rId73" Type="http://schemas.openxmlformats.org/officeDocument/2006/relationships/image" Target="../media/image53.png"/><Relationship Id="rId94" Type="http://schemas.openxmlformats.org/officeDocument/2006/relationships/customXml" Target="../ink/ink59.xml"/><Relationship Id="rId148" Type="http://schemas.openxmlformats.org/officeDocument/2006/relationships/customXml" Target="../ink/ink86.xml"/><Relationship Id="rId169" Type="http://schemas.openxmlformats.org/officeDocument/2006/relationships/image" Target="../media/image101.png"/><Relationship Id="rId334" Type="http://schemas.openxmlformats.org/officeDocument/2006/relationships/customXml" Target="../ink/ink179.xml"/><Relationship Id="rId355" Type="http://schemas.openxmlformats.org/officeDocument/2006/relationships/image" Target="../media/image194.png"/><Relationship Id="rId4" Type="http://schemas.openxmlformats.org/officeDocument/2006/relationships/customXml" Target="../ink/ink14.xml"/><Relationship Id="rId180" Type="http://schemas.openxmlformats.org/officeDocument/2006/relationships/customXml" Target="../ink/ink102.xml"/><Relationship Id="rId215" Type="http://schemas.openxmlformats.org/officeDocument/2006/relationships/image" Target="../media/image124.png"/><Relationship Id="rId236" Type="http://schemas.openxmlformats.org/officeDocument/2006/relationships/customXml" Target="../ink/ink130.xml"/><Relationship Id="rId257" Type="http://schemas.openxmlformats.org/officeDocument/2006/relationships/image" Target="../media/image145.png"/><Relationship Id="rId278" Type="http://schemas.openxmlformats.org/officeDocument/2006/relationships/customXml" Target="../ink/ink151.xml"/><Relationship Id="rId303" Type="http://schemas.openxmlformats.org/officeDocument/2006/relationships/image" Target="../media/image168.png"/><Relationship Id="rId42" Type="http://schemas.openxmlformats.org/officeDocument/2006/relationships/customXml" Target="../ink/ink33.xml"/><Relationship Id="rId84" Type="http://schemas.openxmlformats.org/officeDocument/2006/relationships/customXml" Target="../ink/ink54.xml"/><Relationship Id="rId138" Type="http://schemas.openxmlformats.org/officeDocument/2006/relationships/customXml" Target="../ink/ink81.xml"/><Relationship Id="rId345" Type="http://schemas.openxmlformats.org/officeDocument/2006/relationships/image" Target="../media/image189.png"/><Relationship Id="rId191" Type="http://schemas.openxmlformats.org/officeDocument/2006/relationships/image" Target="../media/image112.png"/><Relationship Id="rId205" Type="http://schemas.openxmlformats.org/officeDocument/2006/relationships/image" Target="../media/image119.png"/><Relationship Id="rId247" Type="http://schemas.openxmlformats.org/officeDocument/2006/relationships/image" Target="../media/image140.png"/><Relationship Id="rId107" Type="http://schemas.openxmlformats.org/officeDocument/2006/relationships/image" Target="../media/image70.png"/><Relationship Id="rId289" Type="http://schemas.openxmlformats.org/officeDocument/2006/relationships/image" Target="../media/image161.png"/><Relationship Id="rId11" Type="http://schemas.openxmlformats.org/officeDocument/2006/relationships/image" Target="../media/image22.png"/><Relationship Id="rId53" Type="http://schemas.openxmlformats.org/officeDocument/2006/relationships/image" Target="../media/image43.png"/><Relationship Id="rId149" Type="http://schemas.openxmlformats.org/officeDocument/2006/relationships/image" Target="../media/image91.png"/><Relationship Id="rId314" Type="http://schemas.openxmlformats.org/officeDocument/2006/relationships/customXml" Target="../ink/ink169.xml"/><Relationship Id="rId356" Type="http://schemas.openxmlformats.org/officeDocument/2006/relationships/customXml" Target="../ink/ink190.xml"/><Relationship Id="rId95" Type="http://schemas.openxmlformats.org/officeDocument/2006/relationships/image" Target="../media/image64.png"/><Relationship Id="rId160" Type="http://schemas.openxmlformats.org/officeDocument/2006/relationships/customXml" Target="../ink/ink92.xml"/><Relationship Id="rId216" Type="http://schemas.openxmlformats.org/officeDocument/2006/relationships/customXml" Target="../ink/ink120.xml"/><Relationship Id="rId258" Type="http://schemas.openxmlformats.org/officeDocument/2006/relationships/customXml" Target="../ink/ink141.xml"/><Relationship Id="rId22" Type="http://schemas.openxmlformats.org/officeDocument/2006/relationships/customXml" Target="../ink/ink23.xml"/><Relationship Id="rId64" Type="http://schemas.openxmlformats.org/officeDocument/2006/relationships/customXml" Target="../ink/ink44.xml"/><Relationship Id="rId118" Type="http://schemas.openxmlformats.org/officeDocument/2006/relationships/customXml" Target="../ink/ink71.xml"/><Relationship Id="rId325" Type="http://schemas.openxmlformats.org/officeDocument/2006/relationships/image" Target="../media/image179.png"/><Relationship Id="rId367" Type="http://schemas.openxmlformats.org/officeDocument/2006/relationships/image" Target="../media/image200.png"/><Relationship Id="rId171" Type="http://schemas.openxmlformats.org/officeDocument/2006/relationships/image" Target="../media/image102.png"/><Relationship Id="rId227" Type="http://schemas.openxmlformats.org/officeDocument/2006/relationships/image" Target="../media/image130.png"/><Relationship Id="rId269" Type="http://schemas.openxmlformats.org/officeDocument/2006/relationships/image" Target="../media/image151.png"/><Relationship Id="rId33" Type="http://schemas.openxmlformats.org/officeDocument/2006/relationships/image" Target="../media/image33.png"/><Relationship Id="rId129" Type="http://schemas.openxmlformats.org/officeDocument/2006/relationships/image" Target="../media/image81.png"/><Relationship Id="rId280" Type="http://schemas.openxmlformats.org/officeDocument/2006/relationships/customXml" Target="../ink/ink152.xml"/><Relationship Id="rId336" Type="http://schemas.openxmlformats.org/officeDocument/2006/relationships/customXml" Target="../ink/ink180.xml"/><Relationship Id="rId75" Type="http://schemas.openxmlformats.org/officeDocument/2006/relationships/image" Target="../media/image54.png"/><Relationship Id="rId140" Type="http://schemas.openxmlformats.org/officeDocument/2006/relationships/customXml" Target="../ink/ink82.xml"/><Relationship Id="rId182" Type="http://schemas.openxmlformats.org/officeDocument/2006/relationships/customXml" Target="../ink/ink103.xml"/><Relationship Id="rId6" Type="http://schemas.openxmlformats.org/officeDocument/2006/relationships/customXml" Target="../ink/ink15.xml"/><Relationship Id="rId238" Type="http://schemas.openxmlformats.org/officeDocument/2006/relationships/customXml" Target="../ink/ink131.xml"/><Relationship Id="rId291" Type="http://schemas.openxmlformats.org/officeDocument/2006/relationships/image" Target="../media/image162.png"/><Relationship Id="rId305" Type="http://schemas.openxmlformats.org/officeDocument/2006/relationships/image" Target="../media/image169.png"/><Relationship Id="rId347" Type="http://schemas.openxmlformats.org/officeDocument/2006/relationships/image" Target="../media/image190.png"/><Relationship Id="rId44" Type="http://schemas.openxmlformats.org/officeDocument/2006/relationships/customXml" Target="../ink/ink34.xml"/><Relationship Id="rId86" Type="http://schemas.openxmlformats.org/officeDocument/2006/relationships/customXml" Target="../ink/ink55.xml"/><Relationship Id="rId151" Type="http://schemas.openxmlformats.org/officeDocument/2006/relationships/image" Target="../media/image92.png"/><Relationship Id="rId193" Type="http://schemas.openxmlformats.org/officeDocument/2006/relationships/image" Target="../media/image113.png"/><Relationship Id="rId207" Type="http://schemas.openxmlformats.org/officeDocument/2006/relationships/image" Target="../media/image120.png"/><Relationship Id="rId249" Type="http://schemas.openxmlformats.org/officeDocument/2006/relationships/image" Target="../media/image141.png"/><Relationship Id="rId13" Type="http://schemas.openxmlformats.org/officeDocument/2006/relationships/image" Target="../media/image23.png"/><Relationship Id="rId109" Type="http://schemas.openxmlformats.org/officeDocument/2006/relationships/image" Target="../media/image71.png"/><Relationship Id="rId260" Type="http://schemas.openxmlformats.org/officeDocument/2006/relationships/customXml" Target="../ink/ink142.xml"/><Relationship Id="rId316" Type="http://schemas.openxmlformats.org/officeDocument/2006/relationships/customXml" Target="../ink/ink170.xml"/><Relationship Id="rId55" Type="http://schemas.openxmlformats.org/officeDocument/2006/relationships/image" Target="../media/image44.png"/><Relationship Id="rId97" Type="http://schemas.openxmlformats.org/officeDocument/2006/relationships/image" Target="../media/image65.png"/><Relationship Id="rId120" Type="http://schemas.openxmlformats.org/officeDocument/2006/relationships/customXml" Target="../ink/ink72.xml"/><Relationship Id="rId358" Type="http://schemas.openxmlformats.org/officeDocument/2006/relationships/customXml" Target="../ink/ink191.xml"/><Relationship Id="rId162" Type="http://schemas.openxmlformats.org/officeDocument/2006/relationships/customXml" Target="../ink/ink93.xml"/><Relationship Id="rId218" Type="http://schemas.openxmlformats.org/officeDocument/2006/relationships/customXml" Target="../ink/ink121.xml"/><Relationship Id="rId271" Type="http://schemas.openxmlformats.org/officeDocument/2006/relationships/image" Target="../media/image152.png"/><Relationship Id="rId24" Type="http://schemas.openxmlformats.org/officeDocument/2006/relationships/customXml" Target="../ink/ink24.xml"/><Relationship Id="rId66" Type="http://schemas.openxmlformats.org/officeDocument/2006/relationships/customXml" Target="../ink/ink45.xml"/><Relationship Id="rId131" Type="http://schemas.openxmlformats.org/officeDocument/2006/relationships/image" Target="../media/image82.png"/><Relationship Id="rId327" Type="http://schemas.openxmlformats.org/officeDocument/2006/relationships/image" Target="../media/image180.png"/><Relationship Id="rId369" Type="http://schemas.openxmlformats.org/officeDocument/2006/relationships/image" Target="../media/image201.png"/><Relationship Id="rId173" Type="http://schemas.openxmlformats.org/officeDocument/2006/relationships/image" Target="../media/image103.png"/><Relationship Id="rId229" Type="http://schemas.openxmlformats.org/officeDocument/2006/relationships/image" Target="../media/image131.png"/><Relationship Id="rId240" Type="http://schemas.openxmlformats.org/officeDocument/2006/relationships/customXml" Target="../ink/ink132.xml"/><Relationship Id="rId35" Type="http://schemas.openxmlformats.org/officeDocument/2006/relationships/image" Target="../media/image34.png"/><Relationship Id="rId77" Type="http://schemas.openxmlformats.org/officeDocument/2006/relationships/image" Target="../media/image55.png"/><Relationship Id="rId100" Type="http://schemas.openxmlformats.org/officeDocument/2006/relationships/customXml" Target="../ink/ink62.xml"/><Relationship Id="rId282" Type="http://schemas.openxmlformats.org/officeDocument/2006/relationships/customXml" Target="../ink/ink153.xml"/><Relationship Id="rId338" Type="http://schemas.openxmlformats.org/officeDocument/2006/relationships/customXml" Target="../ink/ink181.xml"/><Relationship Id="rId8" Type="http://schemas.openxmlformats.org/officeDocument/2006/relationships/customXml" Target="../ink/ink16.xml"/><Relationship Id="rId142" Type="http://schemas.openxmlformats.org/officeDocument/2006/relationships/customXml" Target="../ink/ink83.xml"/><Relationship Id="rId184" Type="http://schemas.openxmlformats.org/officeDocument/2006/relationships/customXml" Target="../ink/ink104.xml"/><Relationship Id="rId251" Type="http://schemas.openxmlformats.org/officeDocument/2006/relationships/image" Target="../media/image142.png"/><Relationship Id="rId46" Type="http://schemas.openxmlformats.org/officeDocument/2006/relationships/customXml" Target="../ink/ink35.xml"/><Relationship Id="rId293" Type="http://schemas.openxmlformats.org/officeDocument/2006/relationships/image" Target="../media/image163.png"/><Relationship Id="rId307" Type="http://schemas.openxmlformats.org/officeDocument/2006/relationships/image" Target="../media/image170.png"/><Relationship Id="rId349" Type="http://schemas.openxmlformats.org/officeDocument/2006/relationships/image" Target="../media/image191.png"/><Relationship Id="rId88" Type="http://schemas.openxmlformats.org/officeDocument/2006/relationships/customXml" Target="../ink/ink56.xml"/><Relationship Id="rId111" Type="http://schemas.openxmlformats.org/officeDocument/2006/relationships/image" Target="../media/image72.png"/><Relationship Id="rId153" Type="http://schemas.openxmlformats.org/officeDocument/2006/relationships/image" Target="../media/image93.png"/><Relationship Id="rId195" Type="http://schemas.openxmlformats.org/officeDocument/2006/relationships/image" Target="../media/image114.png"/><Relationship Id="rId209" Type="http://schemas.openxmlformats.org/officeDocument/2006/relationships/image" Target="../media/image121.png"/><Relationship Id="rId360" Type="http://schemas.openxmlformats.org/officeDocument/2006/relationships/customXml" Target="../ink/ink192.xml"/><Relationship Id="rId220" Type="http://schemas.openxmlformats.org/officeDocument/2006/relationships/customXml" Target="../ink/ink122.xml"/><Relationship Id="rId15" Type="http://schemas.openxmlformats.org/officeDocument/2006/relationships/image" Target="../media/image24.png"/><Relationship Id="rId57" Type="http://schemas.openxmlformats.org/officeDocument/2006/relationships/image" Target="../media/image45.png"/><Relationship Id="rId262" Type="http://schemas.openxmlformats.org/officeDocument/2006/relationships/customXml" Target="../ink/ink143.xml"/><Relationship Id="rId318" Type="http://schemas.openxmlformats.org/officeDocument/2006/relationships/customXml" Target="../ink/ink171.xml"/></Relationships>
</file>

<file path=ppt/slides/_rels/slide8.xml.rels><?xml version="1.0" encoding="UTF-8" standalone="yes"?>
<Relationships xmlns="http://schemas.openxmlformats.org/package/2006/relationships"><Relationship Id="rId117" Type="http://schemas.openxmlformats.org/officeDocument/2006/relationships/image" Target="../media/image261.png"/><Relationship Id="rId299" Type="http://schemas.openxmlformats.org/officeDocument/2006/relationships/image" Target="../media/image352.png"/><Relationship Id="rId21" Type="http://schemas.openxmlformats.org/officeDocument/2006/relationships/image" Target="../media/image213.png"/><Relationship Id="rId63" Type="http://schemas.openxmlformats.org/officeDocument/2006/relationships/image" Target="../media/image234.png"/><Relationship Id="rId159" Type="http://schemas.openxmlformats.org/officeDocument/2006/relationships/image" Target="../media/image282.png"/><Relationship Id="rId324" Type="http://schemas.openxmlformats.org/officeDocument/2006/relationships/customXml" Target="../ink/ink360.xml"/><Relationship Id="rId366" Type="http://schemas.openxmlformats.org/officeDocument/2006/relationships/customXml" Target="../ink/ink381.xml"/><Relationship Id="rId170" Type="http://schemas.openxmlformats.org/officeDocument/2006/relationships/customXml" Target="../ink/ink283.xml"/><Relationship Id="rId226" Type="http://schemas.openxmlformats.org/officeDocument/2006/relationships/customXml" Target="../ink/ink311.xml"/><Relationship Id="rId268" Type="http://schemas.openxmlformats.org/officeDocument/2006/relationships/customXml" Target="../ink/ink332.xml"/><Relationship Id="rId32" Type="http://schemas.openxmlformats.org/officeDocument/2006/relationships/customXml" Target="../ink/ink214.xml"/><Relationship Id="rId74" Type="http://schemas.openxmlformats.org/officeDocument/2006/relationships/customXml" Target="../ink/ink235.xml"/><Relationship Id="rId128" Type="http://schemas.openxmlformats.org/officeDocument/2006/relationships/customXml" Target="../ink/ink262.xml"/><Relationship Id="rId335" Type="http://schemas.openxmlformats.org/officeDocument/2006/relationships/image" Target="../media/image370.png"/><Relationship Id="rId377" Type="http://schemas.openxmlformats.org/officeDocument/2006/relationships/image" Target="../media/image391.png"/><Relationship Id="rId5" Type="http://schemas.openxmlformats.org/officeDocument/2006/relationships/image" Target="../media/image205.png"/><Relationship Id="rId181" Type="http://schemas.openxmlformats.org/officeDocument/2006/relationships/image" Target="../media/image293.png"/><Relationship Id="rId237" Type="http://schemas.openxmlformats.org/officeDocument/2006/relationships/image" Target="../media/image321.png"/><Relationship Id="rId279" Type="http://schemas.openxmlformats.org/officeDocument/2006/relationships/image" Target="../media/image342.png"/><Relationship Id="rId43" Type="http://schemas.openxmlformats.org/officeDocument/2006/relationships/image" Target="../media/image224.png"/><Relationship Id="rId139" Type="http://schemas.openxmlformats.org/officeDocument/2006/relationships/image" Target="../media/image272.png"/><Relationship Id="rId290" Type="http://schemas.openxmlformats.org/officeDocument/2006/relationships/customXml" Target="../ink/ink343.xml"/><Relationship Id="rId304" Type="http://schemas.openxmlformats.org/officeDocument/2006/relationships/customXml" Target="../ink/ink350.xml"/><Relationship Id="rId346" Type="http://schemas.openxmlformats.org/officeDocument/2006/relationships/customXml" Target="../ink/ink371.xml"/><Relationship Id="rId388" Type="http://schemas.openxmlformats.org/officeDocument/2006/relationships/customXml" Target="../ink/ink392.xml"/><Relationship Id="rId85" Type="http://schemas.openxmlformats.org/officeDocument/2006/relationships/image" Target="../media/image245.png"/><Relationship Id="rId150" Type="http://schemas.openxmlformats.org/officeDocument/2006/relationships/customXml" Target="../ink/ink273.xml"/><Relationship Id="rId192" Type="http://schemas.openxmlformats.org/officeDocument/2006/relationships/customXml" Target="../ink/ink294.xml"/><Relationship Id="rId206" Type="http://schemas.openxmlformats.org/officeDocument/2006/relationships/customXml" Target="../ink/ink301.xml"/><Relationship Id="rId248" Type="http://schemas.openxmlformats.org/officeDocument/2006/relationships/customXml" Target="../ink/ink322.xml"/><Relationship Id="rId12" Type="http://schemas.openxmlformats.org/officeDocument/2006/relationships/customXml" Target="../ink/ink204.xml"/><Relationship Id="rId108" Type="http://schemas.openxmlformats.org/officeDocument/2006/relationships/customXml" Target="../ink/ink252.xml"/><Relationship Id="rId315" Type="http://schemas.openxmlformats.org/officeDocument/2006/relationships/image" Target="../media/image360.png"/><Relationship Id="rId357" Type="http://schemas.openxmlformats.org/officeDocument/2006/relationships/image" Target="../media/image381.png"/><Relationship Id="rId54" Type="http://schemas.openxmlformats.org/officeDocument/2006/relationships/customXml" Target="../ink/ink225.xml"/><Relationship Id="rId96" Type="http://schemas.openxmlformats.org/officeDocument/2006/relationships/customXml" Target="../ink/ink246.xml"/><Relationship Id="rId161" Type="http://schemas.openxmlformats.org/officeDocument/2006/relationships/image" Target="../media/image283.png"/><Relationship Id="rId217" Type="http://schemas.openxmlformats.org/officeDocument/2006/relationships/image" Target="../media/image311.png"/><Relationship Id="rId399" Type="http://schemas.openxmlformats.org/officeDocument/2006/relationships/image" Target="../media/image402.png"/><Relationship Id="rId259" Type="http://schemas.openxmlformats.org/officeDocument/2006/relationships/image" Target="../media/image332.png"/><Relationship Id="rId23" Type="http://schemas.openxmlformats.org/officeDocument/2006/relationships/image" Target="../media/image214.png"/><Relationship Id="rId119" Type="http://schemas.openxmlformats.org/officeDocument/2006/relationships/image" Target="../media/image262.png"/><Relationship Id="rId270" Type="http://schemas.openxmlformats.org/officeDocument/2006/relationships/customXml" Target="../ink/ink333.xml"/><Relationship Id="rId326" Type="http://schemas.openxmlformats.org/officeDocument/2006/relationships/customXml" Target="../ink/ink361.xml"/><Relationship Id="rId65" Type="http://schemas.openxmlformats.org/officeDocument/2006/relationships/image" Target="../media/image235.png"/><Relationship Id="rId130" Type="http://schemas.openxmlformats.org/officeDocument/2006/relationships/customXml" Target="../ink/ink263.xml"/><Relationship Id="rId368" Type="http://schemas.openxmlformats.org/officeDocument/2006/relationships/customXml" Target="../ink/ink382.xml"/><Relationship Id="rId172" Type="http://schemas.openxmlformats.org/officeDocument/2006/relationships/customXml" Target="../ink/ink284.xml"/><Relationship Id="rId228" Type="http://schemas.openxmlformats.org/officeDocument/2006/relationships/customXml" Target="../ink/ink312.xml"/><Relationship Id="rId281" Type="http://schemas.openxmlformats.org/officeDocument/2006/relationships/image" Target="../media/image343.png"/><Relationship Id="rId337" Type="http://schemas.openxmlformats.org/officeDocument/2006/relationships/image" Target="../media/image371.png"/><Relationship Id="rId34" Type="http://schemas.openxmlformats.org/officeDocument/2006/relationships/customXml" Target="../ink/ink215.xml"/><Relationship Id="rId76" Type="http://schemas.openxmlformats.org/officeDocument/2006/relationships/customXml" Target="../ink/ink236.xml"/><Relationship Id="rId141" Type="http://schemas.openxmlformats.org/officeDocument/2006/relationships/image" Target="../media/image273.png"/><Relationship Id="rId379" Type="http://schemas.openxmlformats.org/officeDocument/2006/relationships/image" Target="../media/image392.png"/><Relationship Id="rId7" Type="http://schemas.openxmlformats.org/officeDocument/2006/relationships/image" Target="../media/image206.png"/><Relationship Id="rId183" Type="http://schemas.openxmlformats.org/officeDocument/2006/relationships/image" Target="../media/image294.png"/><Relationship Id="rId239" Type="http://schemas.openxmlformats.org/officeDocument/2006/relationships/image" Target="../media/image322.png"/><Relationship Id="rId390" Type="http://schemas.openxmlformats.org/officeDocument/2006/relationships/customXml" Target="../ink/ink393.xml"/><Relationship Id="rId250" Type="http://schemas.openxmlformats.org/officeDocument/2006/relationships/customXml" Target="../ink/ink323.xml"/><Relationship Id="rId292" Type="http://schemas.openxmlformats.org/officeDocument/2006/relationships/customXml" Target="../ink/ink344.xml"/><Relationship Id="rId306" Type="http://schemas.openxmlformats.org/officeDocument/2006/relationships/customXml" Target="../ink/ink351.xml"/><Relationship Id="rId45" Type="http://schemas.openxmlformats.org/officeDocument/2006/relationships/image" Target="../media/image225.png"/><Relationship Id="rId87" Type="http://schemas.openxmlformats.org/officeDocument/2006/relationships/image" Target="../media/image246.png"/><Relationship Id="rId110" Type="http://schemas.openxmlformats.org/officeDocument/2006/relationships/customXml" Target="../ink/ink253.xml"/><Relationship Id="rId348" Type="http://schemas.openxmlformats.org/officeDocument/2006/relationships/customXml" Target="../ink/ink372.xml"/><Relationship Id="rId152" Type="http://schemas.openxmlformats.org/officeDocument/2006/relationships/customXml" Target="../ink/ink274.xml"/><Relationship Id="rId194" Type="http://schemas.openxmlformats.org/officeDocument/2006/relationships/customXml" Target="../ink/ink295.xml"/><Relationship Id="rId208" Type="http://schemas.openxmlformats.org/officeDocument/2006/relationships/customXml" Target="../ink/ink302.xml"/><Relationship Id="rId261" Type="http://schemas.openxmlformats.org/officeDocument/2006/relationships/image" Target="../media/image333.png"/><Relationship Id="rId14" Type="http://schemas.openxmlformats.org/officeDocument/2006/relationships/customXml" Target="../ink/ink205.xml"/><Relationship Id="rId56" Type="http://schemas.openxmlformats.org/officeDocument/2006/relationships/customXml" Target="../ink/ink226.xml"/><Relationship Id="rId317" Type="http://schemas.openxmlformats.org/officeDocument/2006/relationships/image" Target="../media/image361.png"/><Relationship Id="rId359" Type="http://schemas.openxmlformats.org/officeDocument/2006/relationships/image" Target="../media/image382.png"/><Relationship Id="rId98" Type="http://schemas.openxmlformats.org/officeDocument/2006/relationships/customXml" Target="../ink/ink247.xml"/><Relationship Id="rId121" Type="http://schemas.openxmlformats.org/officeDocument/2006/relationships/image" Target="../media/image263.png"/><Relationship Id="rId163" Type="http://schemas.openxmlformats.org/officeDocument/2006/relationships/image" Target="../media/image284.png"/><Relationship Id="rId219" Type="http://schemas.openxmlformats.org/officeDocument/2006/relationships/image" Target="../media/image312.png"/><Relationship Id="rId370" Type="http://schemas.openxmlformats.org/officeDocument/2006/relationships/customXml" Target="../ink/ink383.xml"/><Relationship Id="rId230" Type="http://schemas.openxmlformats.org/officeDocument/2006/relationships/customXml" Target="../ink/ink313.xml"/><Relationship Id="rId25" Type="http://schemas.openxmlformats.org/officeDocument/2006/relationships/image" Target="../media/image215.png"/><Relationship Id="rId67" Type="http://schemas.openxmlformats.org/officeDocument/2006/relationships/image" Target="../media/image236.png"/><Relationship Id="rId272" Type="http://schemas.openxmlformats.org/officeDocument/2006/relationships/customXml" Target="../ink/ink334.xml"/><Relationship Id="rId328" Type="http://schemas.openxmlformats.org/officeDocument/2006/relationships/customXml" Target="../ink/ink362.xml"/><Relationship Id="rId132" Type="http://schemas.openxmlformats.org/officeDocument/2006/relationships/customXml" Target="../ink/ink264.xml"/><Relationship Id="rId174" Type="http://schemas.openxmlformats.org/officeDocument/2006/relationships/customXml" Target="../ink/ink285.xml"/><Relationship Id="rId381" Type="http://schemas.openxmlformats.org/officeDocument/2006/relationships/image" Target="../media/image393.png"/><Relationship Id="rId241" Type="http://schemas.openxmlformats.org/officeDocument/2006/relationships/image" Target="../media/image323.png"/><Relationship Id="rId36" Type="http://schemas.openxmlformats.org/officeDocument/2006/relationships/customXml" Target="../ink/ink216.xml"/><Relationship Id="rId283" Type="http://schemas.openxmlformats.org/officeDocument/2006/relationships/image" Target="../media/image344.png"/><Relationship Id="rId339" Type="http://schemas.openxmlformats.org/officeDocument/2006/relationships/image" Target="../media/image372.png"/><Relationship Id="rId78" Type="http://schemas.openxmlformats.org/officeDocument/2006/relationships/customXml" Target="../ink/ink237.xml"/><Relationship Id="rId101" Type="http://schemas.openxmlformats.org/officeDocument/2006/relationships/image" Target="../media/image253.png"/><Relationship Id="rId143" Type="http://schemas.openxmlformats.org/officeDocument/2006/relationships/image" Target="../media/image274.png"/><Relationship Id="rId185" Type="http://schemas.openxmlformats.org/officeDocument/2006/relationships/image" Target="../media/image295.png"/><Relationship Id="rId350" Type="http://schemas.openxmlformats.org/officeDocument/2006/relationships/customXml" Target="../ink/ink373.xml"/><Relationship Id="rId9" Type="http://schemas.openxmlformats.org/officeDocument/2006/relationships/image" Target="../media/image207.png"/><Relationship Id="rId210" Type="http://schemas.openxmlformats.org/officeDocument/2006/relationships/customXml" Target="../ink/ink303.xml"/><Relationship Id="rId392" Type="http://schemas.openxmlformats.org/officeDocument/2006/relationships/customXml" Target="../ink/ink394.xml"/><Relationship Id="rId252" Type="http://schemas.openxmlformats.org/officeDocument/2006/relationships/customXml" Target="../ink/ink324.xml"/><Relationship Id="rId294" Type="http://schemas.openxmlformats.org/officeDocument/2006/relationships/customXml" Target="../ink/ink345.xml"/><Relationship Id="rId308" Type="http://schemas.openxmlformats.org/officeDocument/2006/relationships/customXml" Target="../ink/ink352.xml"/><Relationship Id="rId47" Type="http://schemas.openxmlformats.org/officeDocument/2006/relationships/image" Target="../media/image226.png"/><Relationship Id="rId89" Type="http://schemas.openxmlformats.org/officeDocument/2006/relationships/image" Target="../media/image247.png"/><Relationship Id="rId112" Type="http://schemas.openxmlformats.org/officeDocument/2006/relationships/customXml" Target="../ink/ink254.xml"/><Relationship Id="rId154" Type="http://schemas.openxmlformats.org/officeDocument/2006/relationships/customXml" Target="../ink/ink275.xml"/><Relationship Id="rId361" Type="http://schemas.openxmlformats.org/officeDocument/2006/relationships/image" Target="../media/image383.png"/><Relationship Id="rId196" Type="http://schemas.openxmlformats.org/officeDocument/2006/relationships/customXml" Target="../ink/ink296.xml"/><Relationship Id="rId16" Type="http://schemas.openxmlformats.org/officeDocument/2006/relationships/customXml" Target="../ink/ink206.xml"/><Relationship Id="rId221" Type="http://schemas.openxmlformats.org/officeDocument/2006/relationships/image" Target="../media/image313.png"/><Relationship Id="rId263" Type="http://schemas.openxmlformats.org/officeDocument/2006/relationships/image" Target="../media/image334.png"/><Relationship Id="rId319" Type="http://schemas.openxmlformats.org/officeDocument/2006/relationships/image" Target="../media/image362.png"/><Relationship Id="rId37" Type="http://schemas.openxmlformats.org/officeDocument/2006/relationships/image" Target="../media/image221.png"/><Relationship Id="rId58" Type="http://schemas.openxmlformats.org/officeDocument/2006/relationships/customXml" Target="../ink/ink227.xml"/><Relationship Id="rId79" Type="http://schemas.openxmlformats.org/officeDocument/2006/relationships/image" Target="../media/image242.png"/><Relationship Id="rId102" Type="http://schemas.openxmlformats.org/officeDocument/2006/relationships/customXml" Target="../ink/ink249.xml"/><Relationship Id="rId123" Type="http://schemas.openxmlformats.org/officeDocument/2006/relationships/image" Target="../media/image264.png"/><Relationship Id="rId144" Type="http://schemas.openxmlformats.org/officeDocument/2006/relationships/customXml" Target="../ink/ink270.xml"/><Relationship Id="rId330" Type="http://schemas.openxmlformats.org/officeDocument/2006/relationships/customXml" Target="../ink/ink363.xml"/><Relationship Id="rId90" Type="http://schemas.openxmlformats.org/officeDocument/2006/relationships/customXml" Target="../ink/ink243.xml"/><Relationship Id="rId165" Type="http://schemas.openxmlformats.org/officeDocument/2006/relationships/image" Target="../media/image285.png"/><Relationship Id="rId186" Type="http://schemas.openxmlformats.org/officeDocument/2006/relationships/customXml" Target="../ink/ink291.xml"/><Relationship Id="rId351" Type="http://schemas.openxmlformats.org/officeDocument/2006/relationships/image" Target="../media/image378.png"/><Relationship Id="rId372" Type="http://schemas.openxmlformats.org/officeDocument/2006/relationships/customXml" Target="../ink/ink384.xml"/><Relationship Id="rId393" Type="http://schemas.openxmlformats.org/officeDocument/2006/relationships/image" Target="../media/image399.png"/><Relationship Id="rId211" Type="http://schemas.openxmlformats.org/officeDocument/2006/relationships/image" Target="../media/image308.png"/><Relationship Id="rId232" Type="http://schemas.openxmlformats.org/officeDocument/2006/relationships/customXml" Target="../ink/ink314.xml"/><Relationship Id="rId253" Type="http://schemas.openxmlformats.org/officeDocument/2006/relationships/image" Target="../media/image329.png"/><Relationship Id="rId274" Type="http://schemas.openxmlformats.org/officeDocument/2006/relationships/customXml" Target="../ink/ink335.xml"/><Relationship Id="rId295" Type="http://schemas.openxmlformats.org/officeDocument/2006/relationships/image" Target="../media/image350.png"/><Relationship Id="rId309" Type="http://schemas.openxmlformats.org/officeDocument/2006/relationships/image" Target="../media/image357.png"/><Relationship Id="rId27" Type="http://schemas.openxmlformats.org/officeDocument/2006/relationships/image" Target="../media/image216.png"/><Relationship Id="rId48" Type="http://schemas.openxmlformats.org/officeDocument/2006/relationships/customXml" Target="../ink/ink222.xml"/><Relationship Id="rId69" Type="http://schemas.openxmlformats.org/officeDocument/2006/relationships/image" Target="../media/image237.png"/><Relationship Id="rId113" Type="http://schemas.openxmlformats.org/officeDocument/2006/relationships/image" Target="../media/image259.png"/><Relationship Id="rId134" Type="http://schemas.openxmlformats.org/officeDocument/2006/relationships/customXml" Target="../ink/ink265.xml"/><Relationship Id="rId320" Type="http://schemas.openxmlformats.org/officeDocument/2006/relationships/customXml" Target="../ink/ink358.xml"/><Relationship Id="rId80" Type="http://schemas.openxmlformats.org/officeDocument/2006/relationships/customXml" Target="../ink/ink238.xml"/><Relationship Id="rId155" Type="http://schemas.openxmlformats.org/officeDocument/2006/relationships/image" Target="../media/image280.png"/><Relationship Id="rId176" Type="http://schemas.openxmlformats.org/officeDocument/2006/relationships/customXml" Target="../ink/ink286.xml"/><Relationship Id="rId197" Type="http://schemas.openxmlformats.org/officeDocument/2006/relationships/image" Target="../media/image301.png"/><Relationship Id="rId341" Type="http://schemas.openxmlformats.org/officeDocument/2006/relationships/image" Target="../media/image373.png"/><Relationship Id="rId362" Type="http://schemas.openxmlformats.org/officeDocument/2006/relationships/customXml" Target="../ink/ink379.xml"/><Relationship Id="rId383" Type="http://schemas.openxmlformats.org/officeDocument/2006/relationships/image" Target="../media/image394.png"/><Relationship Id="rId201" Type="http://schemas.openxmlformats.org/officeDocument/2006/relationships/image" Target="../media/image303.png"/><Relationship Id="rId222" Type="http://schemas.openxmlformats.org/officeDocument/2006/relationships/customXml" Target="../ink/ink309.xml"/><Relationship Id="rId243" Type="http://schemas.openxmlformats.org/officeDocument/2006/relationships/image" Target="../media/image324.png"/><Relationship Id="rId264" Type="http://schemas.openxmlformats.org/officeDocument/2006/relationships/customXml" Target="../ink/ink330.xml"/><Relationship Id="rId285" Type="http://schemas.openxmlformats.org/officeDocument/2006/relationships/image" Target="../media/image345.png"/><Relationship Id="rId17" Type="http://schemas.openxmlformats.org/officeDocument/2006/relationships/image" Target="../media/image211.png"/><Relationship Id="rId38" Type="http://schemas.openxmlformats.org/officeDocument/2006/relationships/customXml" Target="../ink/ink217.xml"/><Relationship Id="rId59" Type="http://schemas.openxmlformats.org/officeDocument/2006/relationships/image" Target="../media/image232.png"/><Relationship Id="rId103" Type="http://schemas.openxmlformats.org/officeDocument/2006/relationships/image" Target="../media/image254.png"/><Relationship Id="rId124" Type="http://schemas.openxmlformats.org/officeDocument/2006/relationships/customXml" Target="../ink/ink260.xml"/><Relationship Id="rId310" Type="http://schemas.openxmlformats.org/officeDocument/2006/relationships/customXml" Target="../ink/ink353.xml"/><Relationship Id="rId70" Type="http://schemas.openxmlformats.org/officeDocument/2006/relationships/customXml" Target="../ink/ink233.xml"/><Relationship Id="rId91" Type="http://schemas.openxmlformats.org/officeDocument/2006/relationships/image" Target="../media/image248.png"/><Relationship Id="rId145" Type="http://schemas.openxmlformats.org/officeDocument/2006/relationships/image" Target="../media/image275.png"/><Relationship Id="rId166" Type="http://schemas.openxmlformats.org/officeDocument/2006/relationships/customXml" Target="../ink/ink281.xml"/><Relationship Id="rId187" Type="http://schemas.openxmlformats.org/officeDocument/2006/relationships/image" Target="../media/image296.png"/><Relationship Id="rId331" Type="http://schemas.openxmlformats.org/officeDocument/2006/relationships/image" Target="../media/image368.png"/><Relationship Id="rId352" Type="http://schemas.openxmlformats.org/officeDocument/2006/relationships/customXml" Target="../ink/ink374.xml"/><Relationship Id="rId373" Type="http://schemas.openxmlformats.org/officeDocument/2006/relationships/image" Target="../media/image389.png"/><Relationship Id="rId394" Type="http://schemas.openxmlformats.org/officeDocument/2006/relationships/customXml" Target="../ink/ink395.xml"/><Relationship Id="rId1" Type="http://schemas.openxmlformats.org/officeDocument/2006/relationships/slideLayout" Target="../slideLayouts/slideLayout2.xml"/><Relationship Id="rId212" Type="http://schemas.openxmlformats.org/officeDocument/2006/relationships/customXml" Target="../ink/ink304.xml"/><Relationship Id="rId233" Type="http://schemas.openxmlformats.org/officeDocument/2006/relationships/image" Target="../media/image319.png"/><Relationship Id="rId254" Type="http://schemas.openxmlformats.org/officeDocument/2006/relationships/customXml" Target="../ink/ink325.xml"/><Relationship Id="rId28" Type="http://schemas.openxmlformats.org/officeDocument/2006/relationships/customXml" Target="../ink/ink212.xml"/><Relationship Id="rId49" Type="http://schemas.openxmlformats.org/officeDocument/2006/relationships/image" Target="../media/image227.png"/><Relationship Id="rId114" Type="http://schemas.openxmlformats.org/officeDocument/2006/relationships/customXml" Target="../ink/ink255.xml"/><Relationship Id="rId275" Type="http://schemas.openxmlformats.org/officeDocument/2006/relationships/image" Target="../media/image340.png"/><Relationship Id="rId296" Type="http://schemas.openxmlformats.org/officeDocument/2006/relationships/customXml" Target="../ink/ink346.xml"/><Relationship Id="rId300" Type="http://schemas.openxmlformats.org/officeDocument/2006/relationships/customXml" Target="../ink/ink348.xml"/><Relationship Id="rId60" Type="http://schemas.openxmlformats.org/officeDocument/2006/relationships/customXml" Target="../ink/ink228.xml"/><Relationship Id="rId81" Type="http://schemas.openxmlformats.org/officeDocument/2006/relationships/image" Target="../media/image243.png"/><Relationship Id="rId135" Type="http://schemas.openxmlformats.org/officeDocument/2006/relationships/image" Target="../media/image270.png"/><Relationship Id="rId156" Type="http://schemas.openxmlformats.org/officeDocument/2006/relationships/customXml" Target="../ink/ink276.xml"/><Relationship Id="rId177" Type="http://schemas.openxmlformats.org/officeDocument/2006/relationships/image" Target="../media/image291.png"/><Relationship Id="rId198" Type="http://schemas.openxmlformats.org/officeDocument/2006/relationships/customXml" Target="../ink/ink297.xml"/><Relationship Id="rId321" Type="http://schemas.openxmlformats.org/officeDocument/2006/relationships/image" Target="../media/image363.png"/><Relationship Id="rId342" Type="http://schemas.openxmlformats.org/officeDocument/2006/relationships/customXml" Target="../ink/ink369.xml"/><Relationship Id="rId363" Type="http://schemas.openxmlformats.org/officeDocument/2006/relationships/image" Target="../media/image384.png"/><Relationship Id="rId384" Type="http://schemas.openxmlformats.org/officeDocument/2006/relationships/customXml" Target="../ink/ink390.xml"/><Relationship Id="rId202" Type="http://schemas.openxmlformats.org/officeDocument/2006/relationships/customXml" Target="../ink/ink299.xml"/><Relationship Id="rId223" Type="http://schemas.openxmlformats.org/officeDocument/2006/relationships/image" Target="../media/image314.png"/><Relationship Id="rId244" Type="http://schemas.openxmlformats.org/officeDocument/2006/relationships/customXml" Target="../ink/ink320.xml"/><Relationship Id="rId18" Type="http://schemas.openxmlformats.org/officeDocument/2006/relationships/customXml" Target="../ink/ink207.xml"/><Relationship Id="rId39" Type="http://schemas.openxmlformats.org/officeDocument/2006/relationships/image" Target="../media/image222.png"/><Relationship Id="rId265" Type="http://schemas.openxmlformats.org/officeDocument/2006/relationships/image" Target="../media/image335.png"/><Relationship Id="rId286" Type="http://schemas.openxmlformats.org/officeDocument/2006/relationships/customXml" Target="../ink/ink341.xml"/><Relationship Id="rId50" Type="http://schemas.openxmlformats.org/officeDocument/2006/relationships/customXml" Target="../ink/ink223.xml"/><Relationship Id="rId104" Type="http://schemas.openxmlformats.org/officeDocument/2006/relationships/customXml" Target="../ink/ink250.xml"/><Relationship Id="rId125" Type="http://schemas.openxmlformats.org/officeDocument/2006/relationships/image" Target="../media/image265.png"/><Relationship Id="rId146" Type="http://schemas.openxmlformats.org/officeDocument/2006/relationships/customXml" Target="../ink/ink271.xml"/><Relationship Id="rId167" Type="http://schemas.openxmlformats.org/officeDocument/2006/relationships/image" Target="../media/image286.png"/><Relationship Id="rId188" Type="http://schemas.openxmlformats.org/officeDocument/2006/relationships/customXml" Target="../ink/ink292.xml"/><Relationship Id="rId311" Type="http://schemas.openxmlformats.org/officeDocument/2006/relationships/image" Target="../media/image358.png"/><Relationship Id="rId332" Type="http://schemas.openxmlformats.org/officeDocument/2006/relationships/customXml" Target="../ink/ink364.xml"/><Relationship Id="rId353" Type="http://schemas.openxmlformats.org/officeDocument/2006/relationships/image" Target="../media/image379.png"/><Relationship Id="rId374" Type="http://schemas.openxmlformats.org/officeDocument/2006/relationships/customXml" Target="../ink/ink385.xml"/><Relationship Id="rId395" Type="http://schemas.openxmlformats.org/officeDocument/2006/relationships/image" Target="../media/image400.png"/><Relationship Id="rId71" Type="http://schemas.openxmlformats.org/officeDocument/2006/relationships/image" Target="../media/image238.png"/><Relationship Id="rId92" Type="http://schemas.openxmlformats.org/officeDocument/2006/relationships/customXml" Target="../ink/ink244.xml"/><Relationship Id="rId213" Type="http://schemas.openxmlformats.org/officeDocument/2006/relationships/image" Target="../media/image309.png"/><Relationship Id="rId234" Type="http://schemas.openxmlformats.org/officeDocument/2006/relationships/customXml" Target="../ink/ink315.xml"/><Relationship Id="rId2" Type="http://schemas.openxmlformats.org/officeDocument/2006/relationships/customXml" Target="../ink/ink199.xml"/><Relationship Id="rId29" Type="http://schemas.openxmlformats.org/officeDocument/2006/relationships/image" Target="../media/image217.png"/><Relationship Id="rId255" Type="http://schemas.openxmlformats.org/officeDocument/2006/relationships/image" Target="../media/image330.png"/><Relationship Id="rId276" Type="http://schemas.openxmlformats.org/officeDocument/2006/relationships/customXml" Target="../ink/ink336.xml"/><Relationship Id="rId297" Type="http://schemas.openxmlformats.org/officeDocument/2006/relationships/image" Target="../media/image351.png"/><Relationship Id="rId40" Type="http://schemas.openxmlformats.org/officeDocument/2006/relationships/customXml" Target="../ink/ink218.xml"/><Relationship Id="rId115" Type="http://schemas.openxmlformats.org/officeDocument/2006/relationships/image" Target="../media/image260.png"/><Relationship Id="rId136" Type="http://schemas.openxmlformats.org/officeDocument/2006/relationships/customXml" Target="../ink/ink266.xml"/><Relationship Id="rId157" Type="http://schemas.openxmlformats.org/officeDocument/2006/relationships/image" Target="../media/image281.png"/><Relationship Id="rId178" Type="http://schemas.openxmlformats.org/officeDocument/2006/relationships/customXml" Target="../ink/ink287.xml"/><Relationship Id="rId301" Type="http://schemas.openxmlformats.org/officeDocument/2006/relationships/image" Target="../media/image353.png"/><Relationship Id="rId322" Type="http://schemas.openxmlformats.org/officeDocument/2006/relationships/customXml" Target="../ink/ink359.xml"/><Relationship Id="rId343" Type="http://schemas.openxmlformats.org/officeDocument/2006/relationships/image" Target="../media/image374.png"/><Relationship Id="rId364" Type="http://schemas.openxmlformats.org/officeDocument/2006/relationships/customXml" Target="../ink/ink380.xml"/><Relationship Id="rId61" Type="http://schemas.openxmlformats.org/officeDocument/2006/relationships/image" Target="../media/image233.png"/><Relationship Id="rId82" Type="http://schemas.openxmlformats.org/officeDocument/2006/relationships/customXml" Target="../ink/ink239.xml"/><Relationship Id="rId199" Type="http://schemas.openxmlformats.org/officeDocument/2006/relationships/image" Target="../media/image302.png"/><Relationship Id="rId203" Type="http://schemas.openxmlformats.org/officeDocument/2006/relationships/image" Target="../media/image304.png"/><Relationship Id="rId385" Type="http://schemas.openxmlformats.org/officeDocument/2006/relationships/image" Target="../media/image395.png"/><Relationship Id="rId19" Type="http://schemas.openxmlformats.org/officeDocument/2006/relationships/image" Target="../media/image212.png"/><Relationship Id="rId224" Type="http://schemas.openxmlformats.org/officeDocument/2006/relationships/customXml" Target="../ink/ink310.xml"/><Relationship Id="rId245" Type="http://schemas.openxmlformats.org/officeDocument/2006/relationships/image" Target="../media/image325.png"/><Relationship Id="rId266" Type="http://schemas.openxmlformats.org/officeDocument/2006/relationships/customXml" Target="../ink/ink331.xml"/><Relationship Id="rId287" Type="http://schemas.openxmlformats.org/officeDocument/2006/relationships/image" Target="../media/image346.png"/><Relationship Id="rId30" Type="http://schemas.openxmlformats.org/officeDocument/2006/relationships/customXml" Target="../ink/ink213.xml"/><Relationship Id="rId105" Type="http://schemas.openxmlformats.org/officeDocument/2006/relationships/image" Target="../media/image255.png"/><Relationship Id="rId126" Type="http://schemas.openxmlformats.org/officeDocument/2006/relationships/customXml" Target="../ink/ink261.xml"/><Relationship Id="rId147" Type="http://schemas.openxmlformats.org/officeDocument/2006/relationships/image" Target="../media/image276.png"/><Relationship Id="rId168" Type="http://schemas.openxmlformats.org/officeDocument/2006/relationships/customXml" Target="../ink/ink282.xml"/><Relationship Id="rId312" Type="http://schemas.openxmlformats.org/officeDocument/2006/relationships/customXml" Target="../ink/ink354.xml"/><Relationship Id="rId333" Type="http://schemas.openxmlformats.org/officeDocument/2006/relationships/image" Target="../media/image369.png"/><Relationship Id="rId354" Type="http://schemas.openxmlformats.org/officeDocument/2006/relationships/customXml" Target="../ink/ink375.xml"/><Relationship Id="rId51" Type="http://schemas.openxmlformats.org/officeDocument/2006/relationships/image" Target="../media/image228.png"/><Relationship Id="rId72" Type="http://schemas.openxmlformats.org/officeDocument/2006/relationships/customXml" Target="../ink/ink234.xml"/><Relationship Id="rId93" Type="http://schemas.openxmlformats.org/officeDocument/2006/relationships/image" Target="../media/image249.png"/><Relationship Id="rId189" Type="http://schemas.openxmlformats.org/officeDocument/2006/relationships/image" Target="../media/image297.png"/><Relationship Id="rId375" Type="http://schemas.openxmlformats.org/officeDocument/2006/relationships/image" Target="../media/image390.png"/><Relationship Id="rId396" Type="http://schemas.openxmlformats.org/officeDocument/2006/relationships/customXml" Target="../ink/ink396.xml"/><Relationship Id="rId3" Type="http://schemas.openxmlformats.org/officeDocument/2006/relationships/image" Target="../media/image204.png"/><Relationship Id="rId214" Type="http://schemas.openxmlformats.org/officeDocument/2006/relationships/customXml" Target="../ink/ink305.xml"/><Relationship Id="rId235" Type="http://schemas.openxmlformats.org/officeDocument/2006/relationships/image" Target="../media/image320.png"/><Relationship Id="rId256" Type="http://schemas.openxmlformats.org/officeDocument/2006/relationships/customXml" Target="../ink/ink326.xml"/><Relationship Id="rId277" Type="http://schemas.openxmlformats.org/officeDocument/2006/relationships/image" Target="../media/image341.png"/><Relationship Id="rId298" Type="http://schemas.openxmlformats.org/officeDocument/2006/relationships/customXml" Target="../ink/ink347.xml"/><Relationship Id="rId116" Type="http://schemas.openxmlformats.org/officeDocument/2006/relationships/customXml" Target="../ink/ink256.xml"/><Relationship Id="rId137" Type="http://schemas.openxmlformats.org/officeDocument/2006/relationships/image" Target="../media/image271.png"/><Relationship Id="rId158" Type="http://schemas.openxmlformats.org/officeDocument/2006/relationships/customXml" Target="../ink/ink277.xml"/><Relationship Id="rId302" Type="http://schemas.openxmlformats.org/officeDocument/2006/relationships/customXml" Target="../ink/ink349.xml"/><Relationship Id="rId323" Type="http://schemas.openxmlformats.org/officeDocument/2006/relationships/image" Target="../media/image364.png"/><Relationship Id="rId344" Type="http://schemas.openxmlformats.org/officeDocument/2006/relationships/customXml" Target="../ink/ink370.xml"/><Relationship Id="rId20" Type="http://schemas.openxmlformats.org/officeDocument/2006/relationships/customXml" Target="../ink/ink208.xml"/><Relationship Id="rId41" Type="http://schemas.openxmlformats.org/officeDocument/2006/relationships/image" Target="../media/image223.png"/><Relationship Id="rId62" Type="http://schemas.openxmlformats.org/officeDocument/2006/relationships/customXml" Target="../ink/ink229.xml"/><Relationship Id="rId83" Type="http://schemas.openxmlformats.org/officeDocument/2006/relationships/image" Target="../media/image244.png"/><Relationship Id="rId179" Type="http://schemas.openxmlformats.org/officeDocument/2006/relationships/image" Target="../media/image292.png"/><Relationship Id="rId365" Type="http://schemas.openxmlformats.org/officeDocument/2006/relationships/image" Target="../media/image385.png"/><Relationship Id="rId386" Type="http://schemas.openxmlformats.org/officeDocument/2006/relationships/customXml" Target="../ink/ink391.xml"/><Relationship Id="rId190" Type="http://schemas.openxmlformats.org/officeDocument/2006/relationships/customXml" Target="../ink/ink293.xml"/><Relationship Id="rId204" Type="http://schemas.openxmlformats.org/officeDocument/2006/relationships/customXml" Target="../ink/ink300.xml"/><Relationship Id="rId225" Type="http://schemas.openxmlformats.org/officeDocument/2006/relationships/image" Target="../media/image315.png"/><Relationship Id="rId246" Type="http://schemas.openxmlformats.org/officeDocument/2006/relationships/customXml" Target="../ink/ink321.xml"/><Relationship Id="rId267" Type="http://schemas.openxmlformats.org/officeDocument/2006/relationships/image" Target="../media/image336.png"/><Relationship Id="rId288" Type="http://schemas.openxmlformats.org/officeDocument/2006/relationships/customXml" Target="../ink/ink342.xml"/><Relationship Id="rId106" Type="http://schemas.openxmlformats.org/officeDocument/2006/relationships/customXml" Target="../ink/ink251.xml"/><Relationship Id="rId127" Type="http://schemas.openxmlformats.org/officeDocument/2006/relationships/image" Target="../media/image266.png"/><Relationship Id="rId313" Type="http://schemas.openxmlformats.org/officeDocument/2006/relationships/image" Target="../media/image359.png"/><Relationship Id="rId10" Type="http://schemas.openxmlformats.org/officeDocument/2006/relationships/customXml" Target="../ink/ink203.xml"/><Relationship Id="rId31" Type="http://schemas.openxmlformats.org/officeDocument/2006/relationships/image" Target="../media/image218.png"/><Relationship Id="rId52" Type="http://schemas.openxmlformats.org/officeDocument/2006/relationships/customXml" Target="../ink/ink224.xml"/><Relationship Id="rId73" Type="http://schemas.openxmlformats.org/officeDocument/2006/relationships/image" Target="../media/image239.png"/><Relationship Id="rId94" Type="http://schemas.openxmlformats.org/officeDocument/2006/relationships/customXml" Target="../ink/ink245.xml"/><Relationship Id="rId148" Type="http://schemas.openxmlformats.org/officeDocument/2006/relationships/customXml" Target="../ink/ink272.xml"/><Relationship Id="rId169" Type="http://schemas.openxmlformats.org/officeDocument/2006/relationships/image" Target="../media/image287.png"/><Relationship Id="rId334" Type="http://schemas.openxmlformats.org/officeDocument/2006/relationships/customXml" Target="../ink/ink365.xml"/><Relationship Id="rId355" Type="http://schemas.openxmlformats.org/officeDocument/2006/relationships/image" Target="../media/image380.png"/><Relationship Id="rId376" Type="http://schemas.openxmlformats.org/officeDocument/2006/relationships/customXml" Target="../ink/ink386.xml"/><Relationship Id="rId397" Type="http://schemas.openxmlformats.org/officeDocument/2006/relationships/image" Target="../media/image401.png"/><Relationship Id="rId4" Type="http://schemas.openxmlformats.org/officeDocument/2006/relationships/customXml" Target="../ink/ink200.xml"/><Relationship Id="rId180" Type="http://schemas.openxmlformats.org/officeDocument/2006/relationships/customXml" Target="../ink/ink288.xml"/><Relationship Id="rId215" Type="http://schemas.openxmlformats.org/officeDocument/2006/relationships/image" Target="../media/image310.png"/><Relationship Id="rId236" Type="http://schemas.openxmlformats.org/officeDocument/2006/relationships/customXml" Target="../ink/ink316.xml"/><Relationship Id="rId257" Type="http://schemas.openxmlformats.org/officeDocument/2006/relationships/image" Target="../media/image331.png"/><Relationship Id="rId278" Type="http://schemas.openxmlformats.org/officeDocument/2006/relationships/customXml" Target="../ink/ink337.xml"/><Relationship Id="rId303" Type="http://schemas.openxmlformats.org/officeDocument/2006/relationships/image" Target="../media/image354.png"/><Relationship Id="rId42" Type="http://schemas.openxmlformats.org/officeDocument/2006/relationships/customXml" Target="../ink/ink219.xml"/><Relationship Id="rId84" Type="http://schemas.openxmlformats.org/officeDocument/2006/relationships/customXml" Target="../ink/ink240.xml"/><Relationship Id="rId138" Type="http://schemas.openxmlformats.org/officeDocument/2006/relationships/customXml" Target="../ink/ink267.xml"/><Relationship Id="rId345" Type="http://schemas.openxmlformats.org/officeDocument/2006/relationships/image" Target="../media/image375.png"/><Relationship Id="rId387" Type="http://schemas.openxmlformats.org/officeDocument/2006/relationships/image" Target="../media/image396.png"/><Relationship Id="rId191" Type="http://schemas.openxmlformats.org/officeDocument/2006/relationships/image" Target="../media/image298.png"/><Relationship Id="rId205" Type="http://schemas.openxmlformats.org/officeDocument/2006/relationships/image" Target="../media/image305.png"/><Relationship Id="rId247" Type="http://schemas.openxmlformats.org/officeDocument/2006/relationships/image" Target="../media/image326.png"/><Relationship Id="rId107" Type="http://schemas.openxmlformats.org/officeDocument/2006/relationships/image" Target="../media/image256.png"/><Relationship Id="rId289" Type="http://schemas.openxmlformats.org/officeDocument/2006/relationships/image" Target="../media/image347.png"/><Relationship Id="rId11" Type="http://schemas.openxmlformats.org/officeDocument/2006/relationships/image" Target="../media/image208.png"/><Relationship Id="rId53" Type="http://schemas.openxmlformats.org/officeDocument/2006/relationships/image" Target="../media/image229.png"/><Relationship Id="rId149" Type="http://schemas.openxmlformats.org/officeDocument/2006/relationships/image" Target="../media/image277.png"/><Relationship Id="rId314" Type="http://schemas.openxmlformats.org/officeDocument/2006/relationships/customXml" Target="../ink/ink355.xml"/><Relationship Id="rId356" Type="http://schemas.openxmlformats.org/officeDocument/2006/relationships/customXml" Target="../ink/ink376.xml"/><Relationship Id="rId398" Type="http://schemas.openxmlformats.org/officeDocument/2006/relationships/customXml" Target="../ink/ink397.xml"/><Relationship Id="rId95" Type="http://schemas.openxmlformats.org/officeDocument/2006/relationships/image" Target="../media/image250.png"/><Relationship Id="rId160" Type="http://schemas.openxmlformats.org/officeDocument/2006/relationships/customXml" Target="../ink/ink278.xml"/><Relationship Id="rId216" Type="http://schemas.openxmlformats.org/officeDocument/2006/relationships/customXml" Target="../ink/ink306.xml"/><Relationship Id="rId258" Type="http://schemas.openxmlformats.org/officeDocument/2006/relationships/customXml" Target="../ink/ink327.xml"/><Relationship Id="rId22" Type="http://schemas.openxmlformats.org/officeDocument/2006/relationships/customXml" Target="../ink/ink209.xml"/><Relationship Id="rId64" Type="http://schemas.openxmlformats.org/officeDocument/2006/relationships/customXml" Target="../ink/ink230.xml"/><Relationship Id="rId118" Type="http://schemas.openxmlformats.org/officeDocument/2006/relationships/customXml" Target="../ink/ink257.xml"/><Relationship Id="rId325" Type="http://schemas.openxmlformats.org/officeDocument/2006/relationships/image" Target="../media/image365.png"/><Relationship Id="rId367" Type="http://schemas.openxmlformats.org/officeDocument/2006/relationships/image" Target="../media/image386.png"/><Relationship Id="rId171" Type="http://schemas.openxmlformats.org/officeDocument/2006/relationships/image" Target="../media/image288.png"/><Relationship Id="rId227" Type="http://schemas.openxmlformats.org/officeDocument/2006/relationships/image" Target="../media/image316.png"/><Relationship Id="rId269" Type="http://schemas.openxmlformats.org/officeDocument/2006/relationships/image" Target="../media/image337.png"/><Relationship Id="rId33" Type="http://schemas.openxmlformats.org/officeDocument/2006/relationships/image" Target="../media/image219.png"/><Relationship Id="rId129" Type="http://schemas.openxmlformats.org/officeDocument/2006/relationships/image" Target="../media/image267.png"/><Relationship Id="rId280" Type="http://schemas.openxmlformats.org/officeDocument/2006/relationships/customXml" Target="../ink/ink338.xml"/><Relationship Id="rId336" Type="http://schemas.openxmlformats.org/officeDocument/2006/relationships/customXml" Target="../ink/ink366.xml"/><Relationship Id="rId75" Type="http://schemas.openxmlformats.org/officeDocument/2006/relationships/image" Target="../media/image240.png"/><Relationship Id="rId140" Type="http://schemas.openxmlformats.org/officeDocument/2006/relationships/customXml" Target="../ink/ink268.xml"/><Relationship Id="rId182" Type="http://schemas.openxmlformats.org/officeDocument/2006/relationships/customXml" Target="../ink/ink289.xml"/><Relationship Id="rId378" Type="http://schemas.openxmlformats.org/officeDocument/2006/relationships/customXml" Target="../ink/ink387.xml"/><Relationship Id="rId6" Type="http://schemas.openxmlformats.org/officeDocument/2006/relationships/customXml" Target="../ink/ink201.xml"/><Relationship Id="rId238" Type="http://schemas.openxmlformats.org/officeDocument/2006/relationships/customXml" Target="../ink/ink317.xml"/><Relationship Id="rId291" Type="http://schemas.openxmlformats.org/officeDocument/2006/relationships/image" Target="../media/image348.png"/><Relationship Id="rId305" Type="http://schemas.openxmlformats.org/officeDocument/2006/relationships/image" Target="../media/image355.png"/><Relationship Id="rId347" Type="http://schemas.openxmlformats.org/officeDocument/2006/relationships/image" Target="../media/image376.png"/><Relationship Id="rId44" Type="http://schemas.openxmlformats.org/officeDocument/2006/relationships/customXml" Target="../ink/ink220.xml"/><Relationship Id="rId86" Type="http://schemas.openxmlformats.org/officeDocument/2006/relationships/customXml" Target="../ink/ink241.xml"/><Relationship Id="rId151" Type="http://schemas.openxmlformats.org/officeDocument/2006/relationships/image" Target="../media/image278.png"/><Relationship Id="rId389" Type="http://schemas.openxmlformats.org/officeDocument/2006/relationships/image" Target="../media/image397.png"/><Relationship Id="rId193" Type="http://schemas.openxmlformats.org/officeDocument/2006/relationships/image" Target="../media/image299.png"/><Relationship Id="rId207" Type="http://schemas.openxmlformats.org/officeDocument/2006/relationships/image" Target="../media/image306.png"/><Relationship Id="rId249" Type="http://schemas.openxmlformats.org/officeDocument/2006/relationships/image" Target="../media/image327.png"/><Relationship Id="rId13" Type="http://schemas.openxmlformats.org/officeDocument/2006/relationships/image" Target="../media/image209.png"/><Relationship Id="rId109" Type="http://schemas.openxmlformats.org/officeDocument/2006/relationships/image" Target="../media/image257.png"/><Relationship Id="rId260" Type="http://schemas.openxmlformats.org/officeDocument/2006/relationships/customXml" Target="../ink/ink328.xml"/><Relationship Id="rId316" Type="http://schemas.openxmlformats.org/officeDocument/2006/relationships/customXml" Target="../ink/ink356.xml"/><Relationship Id="rId55" Type="http://schemas.openxmlformats.org/officeDocument/2006/relationships/image" Target="../media/image230.png"/><Relationship Id="rId97" Type="http://schemas.openxmlformats.org/officeDocument/2006/relationships/image" Target="../media/image251.png"/><Relationship Id="rId120" Type="http://schemas.openxmlformats.org/officeDocument/2006/relationships/customXml" Target="../ink/ink258.xml"/><Relationship Id="rId358" Type="http://schemas.openxmlformats.org/officeDocument/2006/relationships/customXml" Target="../ink/ink377.xml"/><Relationship Id="rId162" Type="http://schemas.openxmlformats.org/officeDocument/2006/relationships/customXml" Target="../ink/ink279.xml"/><Relationship Id="rId218" Type="http://schemas.openxmlformats.org/officeDocument/2006/relationships/customXml" Target="../ink/ink307.xml"/><Relationship Id="rId271" Type="http://schemas.openxmlformats.org/officeDocument/2006/relationships/image" Target="../media/image338.png"/><Relationship Id="rId24" Type="http://schemas.openxmlformats.org/officeDocument/2006/relationships/customXml" Target="../ink/ink210.xml"/><Relationship Id="rId66" Type="http://schemas.openxmlformats.org/officeDocument/2006/relationships/customXml" Target="../ink/ink231.xml"/><Relationship Id="rId131" Type="http://schemas.openxmlformats.org/officeDocument/2006/relationships/image" Target="../media/image268.png"/><Relationship Id="rId327" Type="http://schemas.openxmlformats.org/officeDocument/2006/relationships/image" Target="../media/image366.png"/><Relationship Id="rId369" Type="http://schemas.openxmlformats.org/officeDocument/2006/relationships/image" Target="../media/image387.png"/><Relationship Id="rId173" Type="http://schemas.openxmlformats.org/officeDocument/2006/relationships/image" Target="../media/image289.png"/><Relationship Id="rId229" Type="http://schemas.openxmlformats.org/officeDocument/2006/relationships/image" Target="../media/image317.png"/><Relationship Id="rId380" Type="http://schemas.openxmlformats.org/officeDocument/2006/relationships/customXml" Target="../ink/ink388.xml"/><Relationship Id="rId240" Type="http://schemas.openxmlformats.org/officeDocument/2006/relationships/customXml" Target="../ink/ink318.xml"/><Relationship Id="rId35" Type="http://schemas.openxmlformats.org/officeDocument/2006/relationships/image" Target="../media/image220.png"/><Relationship Id="rId77" Type="http://schemas.openxmlformats.org/officeDocument/2006/relationships/image" Target="../media/image241.png"/><Relationship Id="rId100" Type="http://schemas.openxmlformats.org/officeDocument/2006/relationships/customXml" Target="../ink/ink248.xml"/><Relationship Id="rId282" Type="http://schemas.openxmlformats.org/officeDocument/2006/relationships/customXml" Target="../ink/ink339.xml"/><Relationship Id="rId338" Type="http://schemas.openxmlformats.org/officeDocument/2006/relationships/customXml" Target="../ink/ink367.xml"/><Relationship Id="rId8" Type="http://schemas.openxmlformats.org/officeDocument/2006/relationships/customXml" Target="../ink/ink202.xml"/><Relationship Id="rId142" Type="http://schemas.openxmlformats.org/officeDocument/2006/relationships/customXml" Target="../ink/ink269.xml"/><Relationship Id="rId184" Type="http://schemas.openxmlformats.org/officeDocument/2006/relationships/customXml" Target="../ink/ink290.xml"/><Relationship Id="rId391" Type="http://schemas.openxmlformats.org/officeDocument/2006/relationships/image" Target="../media/image398.png"/><Relationship Id="rId251" Type="http://schemas.openxmlformats.org/officeDocument/2006/relationships/image" Target="../media/image328.png"/><Relationship Id="rId46" Type="http://schemas.openxmlformats.org/officeDocument/2006/relationships/customXml" Target="../ink/ink221.xml"/><Relationship Id="rId293" Type="http://schemas.openxmlformats.org/officeDocument/2006/relationships/image" Target="../media/image349.png"/><Relationship Id="rId307" Type="http://schemas.openxmlformats.org/officeDocument/2006/relationships/image" Target="../media/image356.png"/><Relationship Id="rId349" Type="http://schemas.openxmlformats.org/officeDocument/2006/relationships/image" Target="../media/image377.png"/><Relationship Id="rId88" Type="http://schemas.openxmlformats.org/officeDocument/2006/relationships/customXml" Target="../ink/ink242.xml"/><Relationship Id="rId111" Type="http://schemas.openxmlformats.org/officeDocument/2006/relationships/image" Target="../media/image258.png"/><Relationship Id="rId153" Type="http://schemas.openxmlformats.org/officeDocument/2006/relationships/image" Target="../media/image279.png"/><Relationship Id="rId195" Type="http://schemas.openxmlformats.org/officeDocument/2006/relationships/image" Target="../media/image300.png"/><Relationship Id="rId209" Type="http://schemas.openxmlformats.org/officeDocument/2006/relationships/image" Target="../media/image307.png"/><Relationship Id="rId360" Type="http://schemas.openxmlformats.org/officeDocument/2006/relationships/customXml" Target="../ink/ink378.xml"/><Relationship Id="rId220" Type="http://schemas.openxmlformats.org/officeDocument/2006/relationships/customXml" Target="../ink/ink308.xml"/><Relationship Id="rId15" Type="http://schemas.openxmlformats.org/officeDocument/2006/relationships/image" Target="../media/image210.png"/><Relationship Id="rId57" Type="http://schemas.openxmlformats.org/officeDocument/2006/relationships/image" Target="../media/image231.png"/><Relationship Id="rId262" Type="http://schemas.openxmlformats.org/officeDocument/2006/relationships/customXml" Target="../ink/ink329.xml"/><Relationship Id="rId318" Type="http://schemas.openxmlformats.org/officeDocument/2006/relationships/customXml" Target="../ink/ink357.xml"/><Relationship Id="rId99" Type="http://schemas.openxmlformats.org/officeDocument/2006/relationships/image" Target="../media/image252.png"/><Relationship Id="rId122" Type="http://schemas.openxmlformats.org/officeDocument/2006/relationships/customXml" Target="../ink/ink259.xml"/><Relationship Id="rId164" Type="http://schemas.openxmlformats.org/officeDocument/2006/relationships/customXml" Target="../ink/ink280.xml"/><Relationship Id="rId371" Type="http://schemas.openxmlformats.org/officeDocument/2006/relationships/image" Target="../media/image388.png"/><Relationship Id="rId26" Type="http://schemas.openxmlformats.org/officeDocument/2006/relationships/customXml" Target="../ink/ink211.xml"/><Relationship Id="rId231" Type="http://schemas.openxmlformats.org/officeDocument/2006/relationships/image" Target="../media/image318.png"/><Relationship Id="rId273" Type="http://schemas.openxmlformats.org/officeDocument/2006/relationships/image" Target="../media/image339.png"/><Relationship Id="rId329" Type="http://schemas.openxmlformats.org/officeDocument/2006/relationships/image" Target="../media/image367.png"/><Relationship Id="rId68" Type="http://schemas.openxmlformats.org/officeDocument/2006/relationships/customXml" Target="../ink/ink232.xml"/><Relationship Id="rId133" Type="http://schemas.openxmlformats.org/officeDocument/2006/relationships/image" Target="../media/image269.png"/><Relationship Id="rId175" Type="http://schemas.openxmlformats.org/officeDocument/2006/relationships/image" Target="../media/image290.png"/><Relationship Id="rId340" Type="http://schemas.openxmlformats.org/officeDocument/2006/relationships/customXml" Target="../ink/ink368.xml"/><Relationship Id="rId200" Type="http://schemas.openxmlformats.org/officeDocument/2006/relationships/customXml" Target="../ink/ink298.xml"/><Relationship Id="rId382" Type="http://schemas.openxmlformats.org/officeDocument/2006/relationships/customXml" Target="../ink/ink389.xml"/><Relationship Id="rId242" Type="http://schemas.openxmlformats.org/officeDocument/2006/relationships/customXml" Target="../ink/ink319.xml"/><Relationship Id="rId284" Type="http://schemas.openxmlformats.org/officeDocument/2006/relationships/customXml" Target="../ink/ink340.xml"/></Relationships>
</file>

<file path=ppt/slides/_rels/slide9.xml.rels><?xml version="1.0" encoding="UTF-8" standalone="yes"?>
<Relationships xmlns="http://schemas.openxmlformats.org/package/2006/relationships"><Relationship Id="rId2" Type="http://schemas.openxmlformats.org/officeDocument/2006/relationships/image" Target="../media/image40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pixabay.com/en/computer-user-icon-peolpe-avatar-1331579/"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404.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405.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411.jpeg"/><Relationship Id="rId3" Type="http://schemas.openxmlformats.org/officeDocument/2006/relationships/image" Target="../media/image406.jpeg"/><Relationship Id="rId7" Type="http://schemas.openxmlformats.org/officeDocument/2006/relationships/image" Target="../media/image410.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09.tiff"/><Relationship Id="rId5" Type="http://schemas.openxmlformats.org/officeDocument/2006/relationships/image" Target="../media/image408.tiff"/><Relationship Id="rId4" Type="http://schemas.openxmlformats.org/officeDocument/2006/relationships/image" Target="../media/image407.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453886"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453886"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453886"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4118572"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Authentication v/s Authorization</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4118572"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XSUAA</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4118572"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236930" cy="319585"/>
            </a:xfrm>
            <a:prstGeom prst="rect">
              <a:avLst/>
            </a:prstGeom>
            <a:noFill/>
          </p:spPr>
          <p:txBody>
            <a:bodyPr wrap="square" lIns="0" tIns="0" rIns="0" bIns="0" rtlCol="0" anchor="ctr">
              <a:spAutoFit/>
            </a:bodyPr>
            <a:lstStyle/>
            <a:p>
              <a:pPr marL="0" algn="l" rtl="0" eaLnBrk="1" latinLnBrk="0" hangingPunct="1">
                <a:spcBef>
                  <a:spcPts val="0"/>
                </a:spcBef>
                <a:spcAft>
                  <a:spcPts val="0"/>
                </a:spcAft>
              </a:pPr>
              <a:r>
                <a:rPr lang="en-US" sz="1800" kern="120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Security</a:t>
              </a:r>
              <a:endParaRPr lang="en-US" sz="1400" dirty="0">
                <a:effectLst/>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a:defRPr/>
            </a:pPr>
            <a:r>
              <a:rPr lang="en-US" sz="1400" b="1" kern="0" dirty="0">
                <a:solidFill>
                  <a:prstClr val="white"/>
                </a:solidFill>
                <a:latin typeface="Segoe UI"/>
              </a:rPr>
              <a:t>Authentication</a:t>
            </a:r>
            <a:r>
              <a:rPr lang="en-US" sz="1400" kern="0" dirty="0">
                <a:solidFill>
                  <a:prstClr val="white"/>
                </a:solidFill>
                <a:latin typeface="Segoe UI"/>
              </a:rPr>
              <a:t> – It ensures that is our user a valid user? Has he/she entered valid credentials to login to our app. It is enforced by a login screen. This login screen can also come from IDP like SSO, LDAP, Social integration.</a:t>
            </a:r>
          </a:p>
          <a:p>
            <a:pPr>
              <a:defRPr/>
            </a:pPr>
            <a:endParaRPr lang="en-US" sz="1400" kern="0" dirty="0">
              <a:solidFill>
                <a:prstClr val="white"/>
              </a:solidFill>
              <a:latin typeface="Segoe UI"/>
            </a:endParaRPr>
          </a:p>
          <a:p>
            <a:pPr>
              <a:defRPr/>
            </a:pPr>
            <a:r>
              <a:rPr lang="en-US" sz="1400" b="1" kern="0" dirty="0">
                <a:solidFill>
                  <a:prstClr val="white"/>
                </a:solidFill>
                <a:latin typeface="Segoe UI"/>
              </a:rPr>
              <a:t>Authorization</a:t>
            </a:r>
            <a:r>
              <a:rPr lang="en-US" sz="1400" kern="0" dirty="0">
                <a:solidFill>
                  <a:prstClr val="white"/>
                </a:solidFill>
                <a:latin typeface="Segoe UI"/>
              </a:rPr>
              <a:t> – Once user is authentication, then the authorization comes into play. It ensures, is our user allowed to do certain activities inside app. What is the level of access. E.g. create, update, delete, approve, view.</a:t>
            </a:r>
          </a:p>
          <a:p>
            <a:pPr>
              <a:defRPr/>
            </a:pPr>
            <a:endParaRPr lang="en-US" sz="1600" kern="0" dirty="0">
              <a:solidFill>
                <a:prstClr val="white"/>
              </a:solidFill>
              <a:latin typeface="Segoe UI"/>
            </a:endParaRPr>
          </a:p>
          <a:p>
            <a:pPr>
              <a:defRPr/>
            </a:pPr>
            <a:r>
              <a:rPr lang="en-US" sz="1400" kern="0" dirty="0">
                <a:solidFill>
                  <a:prstClr val="white"/>
                </a:solidFill>
                <a:latin typeface="Segoe UI"/>
              </a:rPr>
              <a:t>SAP BTP </a:t>
            </a:r>
            <a:r>
              <a:rPr lang="en-US" sz="1400" kern="0" dirty="0" err="1">
                <a:solidFill>
                  <a:prstClr val="white"/>
                </a:solidFill>
                <a:latin typeface="Segoe UI"/>
              </a:rPr>
              <a:t>cf</a:t>
            </a:r>
            <a:r>
              <a:rPr lang="en-US" sz="1400" kern="0" dirty="0">
                <a:solidFill>
                  <a:prstClr val="white"/>
                </a:solidFill>
                <a:latin typeface="Segoe UI"/>
              </a:rPr>
              <a:t> environment has a special component called XSUAA – </a:t>
            </a:r>
          </a:p>
          <a:p>
            <a:pPr>
              <a:defRPr/>
            </a:pPr>
            <a:r>
              <a:rPr lang="en-US" sz="1400" kern="0" dirty="0">
                <a:solidFill>
                  <a:prstClr val="white"/>
                </a:solidFill>
                <a:latin typeface="Segoe UI"/>
              </a:rPr>
              <a:t>XS – </a:t>
            </a:r>
            <a:r>
              <a:rPr lang="en-US" sz="1400" kern="0" dirty="0" err="1">
                <a:solidFill>
                  <a:prstClr val="white"/>
                </a:solidFill>
                <a:latin typeface="Segoe UI"/>
              </a:rPr>
              <a:t>eXtended</a:t>
            </a:r>
            <a:r>
              <a:rPr lang="en-US" sz="1400" kern="0" dirty="0">
                <a:solidFill>
                  <a:prstClr val="white"/>
                </a:solidFill>
                <a:latin typeface="Segoe UI"/>
              </a:rPr>
              <a:t> Services</a:t>
            </a:r>
          </a:p>
          <a:p>
            <a:pPr>
              <a:defRPr/>
            </a:pPr>
            <a:r>
              <a:rPr lang="en-US" sz="1400" kern="0" dirty="0">
                <a:solidFill>
                  <a:prstClr val="white"/>
                </a:solidFill>
                <a:latin typeface="Segoe UI"/>
              </a:rPr>
              <a:t>UAA – User Account and Authorization</a:t>
            </a:r>
          </a:p>
          <a:p>
            <a:pPr marL="342797" indent="-342797">
              <a:buFont typeface="Arial" panose="020B0604020202020204" pitchFamily="34" charset="0"/>
              <a:buChar char="•"/>
              <a:defRPr/>
            </a:pPr>
            <a:r>
              <a:rPr lang="en-IN" sz="1400" kern="0" dirty="0">
                <a:solidFill>
                  <a:prstClr val="white"/>
                </a:solidFill>
                <a:latin typeface="Segoe UI"/>
              </a:rPr>
              <a:t>This is an in-built component inside of CF</a:t>
            </a:r>
          </a:p>
          <a:p>
            <a:pPr marL="342797" indent="-342797">
              <a:buFont typeface="Arial" panose="020B0604020202020204" pitchFamily="34" charset="0"/>
              <a:buChar char="•"/>
              <a:defRPr/>
            </a:pPr>
            <a:r>
              <a:rPr lang="en-IN" sz="1400" kern="0" dirty="0">
                <a:solidFill>
                  <a:prstClr val="white"/>
                </a:solidFill>
                <a:latin typeface="Segoe UI"/>
              </a:rPr>
              <a:t>It is responsible to control the user account and authorization</a:t>
            </a:r>
          </a:p>
          <a:p>
            <a:pPr marL="342797" indent="-342797">
              <a:buFont typeface="Arial" panose="020B0604020202020204" pitchFamily="34" charset="0"/>
              <a:buChar char="•"/>
              <a:defRPr/>
            </a:pPr>
            <a:r>
              <a:rPr lang="en-IN" sz="1400" kern="0" dirty="0">
                <a:solidFill>
                  <a:prstClr val="white"/>
                </a:solidFill>
                <a:latin typeface="Segoe UI"/>
              </a:rPr>
              <a:t>It manages our application security</a:t>
            </a:r>
          </a:p>
          <a:p>
            <a:pPr marL="342797" indent="-342797">
              <a:buFont typeface="Arial" panose="020B0604020202020204" pitchFamily="34" charset="0"/>
              <a:buChar char="•"/>
              <a:defRPr/>
            </a:pPr>
            <a:r>
              <a:rPr lang="en-IN" sz="1400" kern="0" dirty="0">
                <a:solidFill>
                  <a:prstClr val="white"/>
                </a:solidFill>
                <a:latin typeface="Segoe UI"/>
              </a:rPr>
              <a:t>In CF we use modular approach to address security</a:t>
            </a:r>
          </a:p>
          <a:p>
            <a:pPr marL="342797" indent="-342797">
              <a:buFont typeface="Arial" panose="020B0604020202020204" pitchFamily="34" charset="0"/>
              <a:buChar char="•"/>
              <a:defRPr/>
            </a:pPr>
            <a:r>
              <a:rPr lang="en-IN" sz="1400" kern="0" dirty="0">
                <a:solidFill>
                  <a:prstClr val="white"/>
                </a:solidFill>
                <a:latin typeface="Segoe UI"/>
              </a:rPr>
              <a:t>As a developer we need to decide what roles and level of security we need in our app. Example, we need to secure </a:t>
            </a:r>
            <a:r>
              <a:rPr lang="en-IN" sz="1400" kern="0" dirty="0" err="1">
                <a:solidFill>
                  <a:prstClr val="white"/>
                </a:solidFill>
                <a:latin typeface="Segoe UI"/>
              </a:rPr>
              <a:t>odata</a:t>
            </a:r>
            <a:r>
              <a:rPr lang="en-IN" sz="1400" kern="0" dirty="0">
                <a:solidFill>
                  <a:prstClr val="white"/>
                </a:solidFill>
                <a:latin typeface="Segoe UI"/>
              </a:rPr>
              <a:t> resource /</a:t>
            </a:r>
            <a:r>
              <a:rPr lang="en-IN" sz="1400" kern="0" dirty="0" err="1">
                <a:solidFill>
                  <a:prstClr val="white"/>
                </a:solidFill>
                <a:latin typeface="Segoe UI"/>
              </a:rPr>
              <a:t>Anubhav.svc</a:t>
            </a:r>
            <a:endParaRPr lang="en-IN" sz="1400" kern="0" dirty="0">
              <a:solidFill>
                <a:prstClr val="white"/>
              </a:solidFill>
              <a:latin typeface="Segoe UI"/>
            </a:endParaRPr>
          </a:p>
          <a:p>
            <a:pPr marL="342797" indent="-342797">
              <a:buFont typeface="Arial" panose="020B0604020202020204" pitchFamily="34" charset="0"/>
              <a:buChar char="•"/>
              <a:defRPr/>
            </a:pPr>
            <a:r>
              <a:rPr lang="en-IN" sz="1400" kern="0" dirty="0">
                <a:solidFill>
                  <a:prstClr val="white"/>
                </a:solidFill>
                <a:latin typeface="Segoe UI"/>
              </a:rPr>
              <a:t>Usually we define Viewer, Editor</a:t>
            </a:r>
          </a:p>
          <a:p>
            <a:pPr marL="342797" indent="-342797">
              <a:buFont typeface="Arial" panose="020B0604020202020204" pitchFamily="34" charset="0"/>
              <a:buChar char="•"/>
              <a:defRPr/>
            </a:pPr>
            <a:r>
              <a:rPr lang="en-IN" sz="1400" kern="0" dirty="0">
                <a:solidFill>
                  <a:prstClr val="white"/>
                </a:solidFill>
                <a:latin typeface="Segoe UI"/>
              </a:rPr>
              <a:t>We need to define our scope and role templates inside a special file called </a:t>
            </a:r>
            <a:r>
              <a:rPr lang="en-IN" sz="1400" b="1" kern="0" dirty="0" err="1">
                <a:solidFill>
                  <a:prstClr val="white"/>
                </a:solidFill>
                <a:latin typeface="Segoe UI"/>
              </a:rPr>
              <a:t>xs-security.json</a:t>
            </a:r>
            <a:r>
              <a:rPr lang="en-IN" sz="1400" b="1" kern="0" dirty="0">
                <a:solidFill>
                  <a:prstClr val="white"/>
                </a:solidFill>
                <a:latin typeface="Segoe UI"/>
              </a:rPr>
              <a:t> </a:t>
            </a:r>
            <a:r>
              <a:rPr lang="en-IN" sz="1400" kern="0" dirty="0">
                <a:solidFill>
                  <a:prstClr val="white"/>
                </a:solidFill>
                <a:latin typeface="Segoe UI"/>
              </a:rPr>
              <a:t>file</a:t>
            </a:r>
          </a:p>
          <a:p>
            <a:pPr marL="342797" indent="-342797">
              <a:buFont typeface="Arial" panose="020B0604020202020204" pitchFamily="34" charset="0"/>
              <a:buChar char="•"/>
              <a:defRPr/>
            </a:pPr>
            <a:r>
              <a:rPr lang="en-IN" sz="1400" kern="0" dirty="0">
                <a:solidFill>
                  <a:prstClr val="white"/>
                </a:solidFill>
                <a:latin typeface="Segoe UI"/>
              </a:rPr>
              <a:t>XSUAA Communicates to the </a:t>
            </a:r>
            <a:r>
              <a:rPr lang="en-IN" sz="1400" b="1" kern="0" dirty="0">
                <a:solidFill>
                  <a:prstClr val="white"/>
                </a:solidFill>
                <a:latin typeface="Segoe UI"/>
              </a:rPr>
              <a:t>IDP – Identity Provider</a:t>
            </a:r>
          </a:p>
          <a:p>
            <a:pPr marL="342797" indent="-342797">
              <a:buFont typeface="Arial" panose="020B0604020202020204" pitchFamily="34" charset="0"/>
              <a:buChar char="•"/>
              <a:defRPr/>
            </a:pPr>
            <a:r>
              <a:rPr lang="en-IN" sz="1400" kern="0" dirty="0">
                <a:solidFill>
                  <a:prstClr val="white"/>
                </a:solidFill>
                <a:latin typeface="Segoe UI"/>
              </a:rPr>
              <a:t>Issues </a:t>
            </a:r>
            <a:r>
              <a:rPr lang="en-IN" sz="1400" b="1" kern="0" dirty="0">
                <a:solidFill>
                  <a:prstClr val="white"/>
                </a:solidFill>
                <a:latin typeface="Segoe UI"/>
              </a:rPr>
              <a:t>JWT (JSON web Token) </a:t>
            </a:r>
            <a:r>
              <a:rPr lang="en-IN" sz="1400" kern="0" dirty="0">
                <a:solidFill>
                  <a:prstClr val="white"/>
                </a:solidFill>
                <a:latin typeface="Segoe UI"/>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Scope</a:t>
            </a:r>
          </a:p>
          <a:p>
            <a:pPr algn="ctr">
              <a:defRPr/>
            </a:pPr>
            <a:r>
              <a:rPr lang="en-US" sz="2000" kern="0" dirty="0">
                <a:solidFill>
                  <a:prstClr val="white"/>
                </a:solidFill>
                <a:latin typeface="Segoe UI"/>
              </a:rPr>
              <a:t>(permission)</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algn="ctr">
              <a:defRPr/>
            </a:pPr>
            <a:endParaRPr lang="en-US" sz="2399" b="1" kern="0" dirty="0">
              <a:solidFill>
                <a:prstClr val="white"/>
              </a:solidFill>
              <a:latin typeface="Segoe UI"/>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30890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5</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cxnSpLocks/>
            <a:stCxn id="31" idx="2"/>
            <a:endCxn id="29" idx="0"/>
          </p:cNvCxnSpPr>
          <p:nvPr/>
        </p:nvCxnSpPr>
        <p:spPr>
          <a:xfrm flipH="1">
            <a:off x="4438659" y="5661105"/>
            <a:ext cx="1439785" cy="438793"/>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34121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How it works behind scenes</a:t>
            </a:r>
            <a:endParaRPr lang="en-IN" dirty="0"/>
          </a:p>
        </p:txBody>
      </p:sp>
      <p:pic>
        <p:nvPicPr>
          <p:cNvPr id="4" name="Picture 3" descr="Icon&#10;&#10;Description automatically generated">
            <a:extLst>
              <a:ext uri="{FF2B5EF4-FFF2-40B4-BE49-F238E27FC236}">
                <a16:creationId xmlns:a16="http://schemas.microsoft.com/office/drawing/2014/main" id="{814846B4-B965-238F-DDE0-4674D196BA3B}"/>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306857" y="773693"/>
            <a:ext cx="982807" cy="991115"/>
          </a:xfrm>
          <a:prstGeom prst="rect">
            <a:avLst/>
          </a:prstGeom>
          <a:ln>
            <a:solidFill>
              <a:schemeClr val="bg1"/>
            </a:solidFill>
          </a:ln>
        </p:spPr>
      </p:pic>
      <p:sp>
        <p:nvSpPr>
          <p:cNvPr id="5" name="Rectangle 4">
            <a:extLst>
              <a:ext uri="{FF2B5EF4-FFF2-40B4-BE49-F238E27FC236}">
                <a16:creationId xmlns:a16="http://schemas.microsoft.com/office/drawing/2014/main" id="{AB771F5C-5323-B558-B82A-B5BD808B9CD2}"/>
              </a:ext>
            </a:extLst>
          </p:cNvPr>
          <p:cNvSpPr/>
          <p:nvPr/>
        </p:nvSpPr>
        <p:spPr>
          <a:xfrm>
            <a:off x="4536797" y="1917179"/>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App</a:t>
            </a:r>
          </a:p>
        </p:txBody>
      </p:sp>
      <p:cxnSp>
        <p:nvCxnSpPr>
          <p:cNvPr id="6" name="Straight Arrow Connector 5">
            <a:extLst>
              <a:ext uri="{FF2B5EF4-FFF2-40B4-BE49-F238E27FC236}">
                <a16:creationId xmlns:a16="http://schemas.microsoft.com/office/drawing/2014/main" id="{FC337487-243A-994B-4FAA-77EE83073B1D}"/>
              </a:ext>
            </a:extLst>
          </p:cNvPr>
          <p:cNvCxnSpPr>
            <a:cxnSpLocks/>
            <a:endCxn id="5" idx="1"/>
          </p:cNvCxnSpPr>
          <p:nvPr/>
        </p:nvCxnSpPr>
        <p:spPr>
          <a:xfrm>
            <a:off x="1415112" y="2349114"/>
            <a:ext cx="312168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1E2EEC2-0FD1-4EF2-2CEF-862F70DDF4F5}"/>
              </a:ext>
            </a:extLst>
          </p:cNvPr>
          <p:cNvSpPr/>
          <p:nvPr/>
        </p:nvSpPr>
        <p:spPr>
          <a:xfrm>
            <a:off x="6382444" y="2699961"/>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2399" dirty="0" err="1">
                <a:solidFill>
                  <a:prstClr val="white"/>
                </a:solidFill>
                <a:latin typeface="Segoe UI"/>
              </a:rPr>
              <a:t>ourxsuaa</a:t>
            </a:r>
            <a:endParaRPr lang="en-US" sz="2399" dirty="0">
              <a:solidFill>
                <a:prstClr val="white"/>
              </a:solidFill>
              <a:latin typeface="Segoe UI"/>
            </a:endParaRPr>
          </a:p>
        </p:txBody>
      </p:sp>
      <p:sp>
        <p:nvSpPr>
          <p:cNvPr id="8" name="Rectangle 7">
            <a:extLst>
              <a:ext uri="{FF2B5EF4-FFF2-40B4-BE49-F238E27FC236}">
                <a16:creationId xmlns:a16="http://schemas.microsoft.com/office/drawing/2014/main" id="{79496F2E-B052-6CF3-F4F6-A3F880430DE7}"/>
              </a:ext>
            </a:extLst>
          </p:cNvPr>
          <p:cNvSpPr/>
          <p:nvPr/>
        </p:nvSpPr>
        <p:spPr>
          <a:xfrm>
            <a:off x="4766365" y="1648114"/>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1100" dirty="0">
                <a:solidFill>
                  <a:prstClr val="white"/>
                </a:solidFill>
                <a:latin typeface="Segoe UI"/>
              </a:rPr>
              <a:t>code</a:t>
            </a:r>
          </a:p>
        </p:txBody>
      </p:sp>
      <p:cxnSp>
        <p:nvCxnSpPr>
          <p:cNvPr id="9" name="Straight Arrow Connector 8">
            <a:extLst>
              <a:ext uri="{FF2B5EF4-FFF2-40B4-BE49-F238E27FC236}">
                <a16:creationId xmlns:a16="http://schemas.microsoft.com/office/drawing/2014/main" id="{C1E86AEA-54EF-33A3-5854-9BC5C342905A}"/>
              </a:ext>
            </a:extLst>
          </p:cNvPr>
          <p:cNvCxnSpPr>
            <a:cxnSpLocks/>
          </p:cNvCxnSpPr>
          <p:nvPr/>
        </p:nvCxnSpPr>
        <p:spPr>
          <a:xfrm flipH="1">
            <a:off x="1289663" y="2603549"/>
            <a:ext cx="324713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DD80DE9-A6FA-9AF2-B628-38DF7869A775}"/>
              </a:ext>
            </a:extLst>
          </p:cNvPr>
          <p:cNvSpPr/>
          <p:nvPr/>
        </p:nvSpPr>
        <p:spPr>
          <a:xfrm>
            <a:off x="191294" y="2061206"/>
            <a:ext cx="1151828"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Browser</a:t>
            </a:r>
          </a:p>
          <a:p>
            <a:pPr algn="ctr" defTabSz="1218621"/>
            <a:r>
              <a:rPr lang="en-US" sz="1800" dirty="0">
                <a:solidFill>
                  <a:prstClr val="white"/>
                </a:solidFill>
                <a:latin typeface="Segoe UI"/>
              </a:rPr>
              <a:t>postman</a:t>
            </a:r>
          </a:p>
        </p:txBody>
      </p:sp>
      <p:cxnSp>
        <p:nvCxnSpPr>
          <p:cNvPr id="11" name="Straight Arrow Connector 10">
            <a:extLst>
              <a:ext uri="{FF2B5EF4-FFF2-40B4-BE49-F238E27FC236}">
                <a16:creationId xmlns:a16="http://schemas.microsoft.com/office/drawing/2014/main" id="{571200EF-86F1-DED3-88FA-2AE359C65A33}"/>
              </a:ext>
            </a:extLst>
          </p:cNvPr>
          <p:cNvCxnSpPr>
            <a:cxnSpLocks/>
            <a:stCxn id="10" idx="2"/>
          </p:cNvCxnSpPr>
          <p:nvPr/>
        </p:nvCxnSpPr>
        <p:spPr>
          <a:xfrm>
            <a:off x="767209" y="2781052"/>
            <a:ext cx="3769589" cy="14647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44D77AC-6B43-B0F9-C898-A96C51C6F15E}"/>
              </a:ext>
            </a:extLst>
          </p:cNvPr>
          <p:cNvSpPr/>
          <p:nvPr/>
        </p:nvSpPr>
        <p:spPr>
          <a:xfrm>
            <a:off x="4536797" y="4051173"/>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13" name="Straight Arrow Connector 12">
            <a:extLst>
              <a:ext uri="{FF2B5EF4-FFF2-40B4-BE49-F238E27FC236}">
                <a16:creationId xmlns:a16="http://schemas.microsoft.com/office/drawing/2014/main" id="{40E1B0E9-F615-7826-1EFF-CC76DA4E6B5A}"/>
              </a:ext>
            </a:extLst>
          </p:cNvPr>
          <p:cNvCxnSpPr>
            <a:cxnSpLocks/>
            <a:stCxn id="12" idx="1"/>
          </p:cNvCxnSpPr>
          <p:nvPr/>
        </p:nvCxnSpPr>
        <p:spPr>
          <a:xfrm flipH="1" flipV="1">
            <a:off x="479252" y="2853088"/>
            <a:ext cx="4057546" cy="16300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744B89-AE01-1AFE-2D0C-7B80EAD834E7}"/>
              </a:ext>
            </a:extLst>
          </p:cNvPr>
          <p:cNvCxnSpPr/>
          <p:nvPr/>
        </p:nvCxnSpPr>
        <p:spPr>
          <a:xfrm>
            <a:off x="191294"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D5A2F-2282-43D3-91D7-A4E86F116D4C}"/>
              </a:ext>
            </a:extLst>
          </p:cNvPr>
          <p:cNvSpPr/>
          <p:nvPr/>
        </p:nvSpPr>
        <p:spPr>
          <a:xfrm>
            <a:off x="119304" y="5444701"/>
            <a:ext cx="1655753"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IdP</a:t>
            </a:r>
          </a:p>
        </p:txBody>
      </p:sp>
      <p:pic>
        <p:nvPicPr>
          <p:cNvPr id="16" name="Picture 15">
            <a:extLst>
              <a:ext uri="{FF2B5EF4-FFF2-40B4-BE49-F238E27FC236}">
                <a16:creationId xmlns:a16="http://schemas.microsoft.com/office/drawing/2014/main" id="{E6BA8F46-8075-2E91-8004-686B5EF95376}"/>
              </a:ext>
            </a:extLst>
          </p:cNvPr>
          <p:cNvPicPr>
            <a:picLocks noChangeAspect="1"/>
          </p:cNvPicPr>
          <p:nvPr/>
        </p:nvPicPr>
        <p:blipFill>
          <a:blip r:embed="rId4"/>
          <a:stretch>
            <a:fillRect/>
          </a:stretch>
        </p:blipFill>
        <p:spPr>
          <a:xfrm>
            <a:off x="5950433" y="5114448"/>
            <a:ext cx="2015699" cy="1361082"/>
          </a:xfrm>
          <a:prstGeom prst="rect">
            <a:avLst/>
          </a:prstGeom>
          <a:ln>
            <a:solidFill>
              <a:schemeClr val="bg1"/>
            </a:solidFill>
          </a:ln>
        </p:spPr>
      </p:pic>
      <p:pic>
        <p:nvPicPr>
          <p:cNvPr id="17" name="Picture 16">
            <a:extLst>
              <a:ext uri="{FF2B5EF4-FFF2-40B4-BE49-F238E27FC236}">
                <a16:creationId xmlns:a16="http://schemas.microsoft.com/office/drawing/2014/main" id="{F06141F9-53BD-36FF-9942-866DDB500278}"/>
              </a:ext>
            </a:extLst>
          </p:cNvPr>
          <p:cNvPicPr>
            <a:picLocks noChangeAspect="1"/>
          </p:cNvPicPr>
          <p:nvPr/>
        </p:nvPicPr>
        <p:blipFill>
          <a:blip r:embed="rId5"/>
          <a:stretch>
            <a:fillRect/>
          </a:stretch>
        </p:blipFill>
        <p:spPr>
          <a:xfrm>
            <a:off x="8057337" y="5075713"/>
            <a:ext cx="2428420" cy="1390183"/>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B3A99372-D1C6-AE14-51F0-4C81FB668B99}"/>
              </a:ext>
            </a:extLst>
          </p:cNvPr>
          <p:cNvCxnSpPr/>
          <p:nvPr/>
        </p:nvCxnSpPr>
        <p:spPr>
          <a:xfrm flipV="1">
            <a:off x="479251"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9FBE10-64FE-EB83-3880-2BD272348A3D}"/>
              </a:ext>
            </a:extLst>
          </p:cNvPr>
          <p:cNvSpPr txBox="1"/>
          <p:nvPr/>
        </p:nvSpPr>
        <p:spPr>
          <a:xfrm>
            <a:off x="623229" y="4652819"/>
            <a:ext cx="1799731" cy="471262"/>
          </a:xfrm>
          <a:prstGeom prst="rect">
            <a:avLst/>
          </a:prstGeom>
          <a:noFill/>
          <a:ln>
            <a:noFill/>
          </a:ln>
        </p:spPr>
        <p:txBody>
          <a:bodyPr wrap="square" rtlCol="0">
            <a:spAutoFit/>
          </a:bodyPr>
          <a:lstStyle/>
          <a:p>
            <a:pPr defTabSz="1218621"/>
            <a:r>
              <a:rPr lang="en-US" sz="2399" b="1" dirty="0">
                <a:solidFill>
                  <a:prstClr val="white"/>
                </a:solidFill>
                <a:latin typeface="Segoe UI"/>
              </a:rPr>
              <a:t>SAML</a:t>
            </a:r>
          </a:p>
        </p:txBody>
      </p:sp>
      <p:cxnSp>
        <p:nvCxnSpPr>
          <p:cNvPr id="20" name="Straight Arrow Connector 19">
            <a:extLst>
              <a:ext uri="{FF2B5EF4-FFF2-40B4-BE49-F238E27FC236}">
                <a16:creationId xmlns:a16="http://schemas.microsoft.com/office/drawing/2014/main" id="{D9AF08C7-9B1E-5055-6265-B06EBF10AFCB}"/>
              </a:ext>
            </a:extLst>
          </p:cNvPr>
          <p:cNvCxnSpPr/>
          <p:nvPr/>
        </p:nvCxnSpPr>
        <p:spPr>
          <a:xfrm flipH="1">
            <a:off x="1775058" y="4854133"/>
            <a:ext cx="2761740" cy="590566"/>
          </a:xfrm>
          <a:prstGeom prst="straightConnector1">
            <a:avLst/>
          </a:prstGeom>
          <a:ln>
            <a:solidFill>
              <a:schemeClr val="bg1"/>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68CCD73E-4261-3A94-70B7-1A81CE4325B8}"/>
              </a:ext>
            </a:extLst>
          </p:cNvPr>
          <p:cNvSpPr txBox="1"/>
          <p:nvPr/>
        </p:nvSpPr>
        <p:spPr>
          <a:xfrm>
            <a:off x="2422960" y="4915045"/>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0" name="TextBox 39">
            <a:extLst>
              <a:ext uri="{FF2B5EF4-FFF2-40B4-BE49-F238E27FC236}">
                <a16:creationId xmlns:a16="http://schemas.microsoft.com/office/drawing/2014/main" id="{61E0A965-EFB8-7809-B73B-AB5E04FB25C2}"/>
              </a:ext>
            </a:extLst>
          </p:cNvPr>
          <p:cNvSpPr txBox="1"/>
          <p:nvPr/>
        </p:nvSpPr>
        <p:spPr>
          <a:xfrm>
            <a:off x="6614252" y="4145382"/>
            <a:ext cx="1243510" cy="461545"/>
          </a:xfrm>
          <a:prstGeom prst="rect">
            <a:avLst/>
          </a:prstGeom>
          <a:noFill/>
          <a:ln>
            <a:noFill/>
          </a:ln>
        </p:spPr>
        <p:txBody>
          <a:bodyPr wrap="square" rtlCol="0">
            <a:spAutoFit/>
          </a:bodyPr>
          <a:lstStyle/>
          <a:p>
            <a:pPr defTabSz="1218621"/>
            <a:r>
              <a:rPr lang="en-US" sz="2399" b="1" dirty="0">
                <a:solidFill>
                  <a:prstClr val="white"/>
                </a:solidFill>
                <a:latin typeface="Segoe UI"/>
              </a:rPr>
              <a:t>Scope</a:t>
            </a:r>
          </a:p>
        </p:txBody>
      </p:sp>
      <p:sp>
        <p:nvSpPr>
          <p:cNvPr id="41" name="TextBox 40">
            <a:extLst>
              <a:ext uri="{FF2B5EF4-FFF2-40B4-BE49-F238E27FC236}">
                <a16:creationId xmlns:a16="http://schemas.microsoft.com/office/drawing/2014/main" id="{E0CF7A11-09D3-9A03-994C-9B5415A0635B}"/>
              </a:ext>
            </a:extLst>
          </p:cNvPr>
          <p:cNvSpPr txBox="1"/>
          <p:nvPr/>
        </p:nvSpPr>
        <p:spPr>
          <a:xfrm>
            <a:off x="1598314" y="3429001"/>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sp>
        <p:nvSpPr>
          <p:cNvPr id="42" name="TextBox 41">
            <a:extLst>
              <a:ext uri="{FF2B5EF4-FFF2-40B4-BE49-F238E27FC236}">
                <a16:creationId xmlns:a16="http://schemas.microsoft.com/office/drawing/2014/main" id="{15874FC5-7E19-DFA2-286C-82B3AB00B89A}"/>
              </a:ext>
            </a:extLst>
          </p:cNvPr>
          <p:cNvSpPr txBox="1"/>
          <p:nvPr/>
        </p:nvSpPr>
        <p:spPr>
          <a:xfrm>
            <a:off x="2356928" y="1870833"/>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cxnSp>
        <p:nvCxnSpPr>
          <p:cNvPr id="43" name="Connector: Elbow 42">
            <a:extLst>
              <a:ext uri="{FF2B5EF4-FFF2-40B4-BE49-F238E27FC236}">
                <a16:creationId xmlns:a16="http://schemas.microsoft.com/office/drawing/2014/main" id="{1D0116CF-EE39-A7C8-9798-757DF33C7C88}"/>
              </a:ext>
            </a:extLst>
          </p:cNvPr>
          <p:cNvCxnSpPr>
            <a:cxnSpLocks/>
            <a:stCxn id="7" idx="2"/>
            <a:endCxn id="12" idx="0"/>
          </p:cNvCxnSpPr>
          <p:nvPr/>
        </p:nvCxnSpPr>
        <p:spPr>
          <a:xfrm rot="5400000">
            <a:off x="5881851" y="2794692"/>
            <a:ext cx="919277" cy="1593684"/>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6D3AC8-122B-01F5-F952-46EB61FF54A8}"/>
              </a:ext>
            </a:extLst>
          </p:cNvPr>
          <p:cNvSpPr txBox="1"/>
          <p:nvPr/>
        </p:nvSpPr>
        <p:spPr>
          <a:xfrm>
            <a:off x="6342839" y="3246283"/>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5" name="TextBox 44">
            <a:extLst>
              <a:ext uri="{FF2B5EF4-FFF2-40B4-BE49-F238E27FC236}">
                <a16:creationId xmlns:a16="http://schemas.microsoft.com/office/drawing/2014/main" id="{B0AEC2F2-77E4-4A70-FC14-BFC5C17C8189}"/>
              </a:ext>
            </a:extLst>
          </p:cNvPr>
          <p:cNvSpPr txBox="1"/>
          <p:nvPr/>
        </p:nvSpPr>
        <p:spPr>
          <a:xfrm>
            <a:off x="6614251" y="969725"/>
            <a:ext cx="5383280" cy="1568739"/>
          </a:xfrm>
          <a:prstGeom prst="rect">
            <a:avLst/>
          </a:prstGeom>
          <a:noFill/>
          <a:ln>
            <a:solidFill>
              <a:schemeClr val="bg1"/>
            </a:solidFill>
          </a:ln>
        </p:spPr>
        <p:txBody>
          <a:bodyPr wrap="square" rtlCol="0">
            <a:spAutoFit/>
          </a:bodyPr>
          <a:lstStyle/>
          <a:p>
            <a:pPr defTabSz="1218621"/>
            <a:r>
              <a:rPr lang="en-US" sz="2399" dirty="0" err="1">
                <a:solidFill>
                  <a:prstClr val="white"/>
                </a:solidFill>
                <a:latin typeface="Segoe UI"/>
              </a:rPr>
              <a:t>xs-security.json</a:t>
            </a:r>
            <a:r>
              <a:rPr lang="en-US" sz="2399" dirty="0">
                <a:solidFill>
                  <a:prstClr val="white"/>
                </a:solidFill>
                <a:latin typeface="Segoe UI"/>
              </a:rPr>
              <a:t> contains information which we need to register to define what are all permissions required in our app</a:t>
            </a:r>
          </a:p>
        </p:txBody>
      </p:sp>
      <p:pic>
        <p:nvPicPr>
          <p:cNvPr id="46" name="Picture 45" descr="Icon&#10;&#10;Description automatically generated">
            <a:extLst>
              <a:ext uri="{FF2B5EF4-FFF2-40B4-BE49-F238E27FC236}">
                <a16:creationId xmlns:a16="http://schemas.microsoft.com/office/drawing/2014/main" id="{C5D15A3F-1701-C50C-9063-827697F8AEE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86852" y="5607186"/>
            <a:ext cx="666351" cy="666351"/>
          </a:xfrm>
          <a:prstGeom prst="rect">
            <a:avLst/>
          </a:prstGeom>
          <a:ln>
            <a:solidFill>
              <a:schemeClr val="bg1"/>
            </a:solidFill>
          </a:ln>
        </p:spPr>
      </p:pic>
      <p:grpSp>
        <p:nvGrpSpPr>
          <p:cNvPr id="77" name="Group 76">
            <a:extLst>
              <a:ext uri="{FF2B5EF4-FFF2-40B4-BE49-F238E27FC236}">
                <a16:creationId xmlns:a16="http://schemas.microsoft.com/office/drawing/2014/main" id="{82C87769-A9DF-260A-AF3D-2A6A14D3CEAC}"/>
              </a:ext>
            </a:extLst>
          </p:cNvPr>
          <p:cNvGrpSpPr/>
          <p:nvPr/>
        </p:nvGrpSpPr>
        <p:grpSpPr>
          <a:xfrm>
            <a:off x="3028444" y="2240396"/>
            <a:ext cx="340560" cy="90000"/>
            <a:chOff x="3028444" y="2240396"/>
            <a:chExt cx="340560" cy="90000"/>
          </a:xfrm>
        </p:grpSpPr>
        <mc:AlternateContent xmlns:mc="http://schemas.openxmlformats.org/markup-compatibility/2006" xmlns:p14="http://schemas.microsoft.com/office/powerpoint/2010/main">
          <mc:Choice Requires="p14">
            <p:contentPart p14:bwMode="auto" r:id="rId8">
              <p14:nvContentPartPr>
                <p14:cNvPr id="75" name="Ink 74">
                  <a:extLst>
                    <a:ext uri="{FF2B5EF4-FFF2-40B4-BE49-F238E27FC236}">
                      <a16:creationId xmlns:a16="http://schemas.microsoft.com/office/drawing/2014/main" id="{CAAB247B-8F3D-CE30-04A7-1AAF1D694D65}"/>
                    </a:ext>
                  </a:extLst>
                </p14:cNvPr>
                <p14:cNvContentPartPr/>
                <p14:nvPr/>
              </p14:nvContentPartPr>
              <p14:xfrm>
                <a:off x="3028444" y="2240396"/>
                <a:ext cx="208080" cy="30960"/>
              </p14:xfrm>
            </p:contentPart>
          </mc:Choice>
          <mc:Fallback xmlns="">
            <p:pic>
              <p:nvPicPr>
                <p:cNvPr id="75" name="Ink 74">
                  <a:extLst>
                    <a:ext uri="{FF2B5EF4-FFF2-40B4-BE49-F238E27FC236}">
                      <a16:creationId xmlns:a16="http://schemas.microsoft.com/office/drawing/2014/main" id="{CAAB247B-8F3D-CE30-04A7-1AAF1D694D65}"/>
                    </a:ext>
                  </a:extLst>
                </p:cNvPr>
                <p:cNvPicPr/>
                <p:nvPr/>
              </p:nvPicPr>
              <p:blipFill>
                <a:blip r:embed="rId79"/>
                <a:stretch>
                  <a:fillRect/>
                </a:stretch>
              </p:blipFill>
              <p:spPr>
                <a:xfrm>
                  <a:off x="3019444" y="2231396"/>
                  <a:ext cx="225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6" name="Ink 75">
                  <a:extLst>
                    <a:ext uri="{FF2B5EF4-FFF2-40B4-BE49-F238E27FC236}">
                      <a16:creationId xmlns:a16="http://schemas.microsoft.com/office/drawing/2014/main" id="{22E7DC22-95FD-3714-2E45-AD6B6A1705F5}"/>
                    </a:ext>
                  </a:extLst>
                </p14:cNvPr>
                <p14:cNvContentPartPr/>
                <p14:nvPr/>
              </p14:nvContentPartPr>
              <p14:xfrm>
                <a:off x="3067324" y="2330036"/>
                <a:ext cx="301680" cy="360"/>
              </p14:xfrm>
            </p:contentPart>
          </mc:Choice>
          <mc:Fallback xmlns="">
            <p:pic>
              <p:nvPicPr>
                <p:cNvPr id="76" name="Ink 75">
                  <a:extLst>
                    <a:ext uri="{FF2B5EF4-FFF2-40B4-BE49-F238E27FC236}">
                      <a16:creationId xmlns:a16="http://schemas.microsoft.com/office/drawing/2014/main" id="{22E7DC22-95FD-3714-2E45-AD6B6A1705F5}"/>
                    </a:ext>
                  </a:extLst>
                </p:cNvPr>
                <p:cNvPicPr/>
                <p:nvPr/>
              </p:nvPicPr>
              <p:blipFill>
                <a:blip r:embed="rId81"/>
                <a:stretch>
                  <a:fillRect/>
                </a:stretch>
              </p:blipFill>
              <p:spPr>
                <a:xfrm>
                  <a:off x="3058684" y="2321396"/>
                  <a:ext cx="31932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28" name="Ink 27">
                <a:extLst>
                  <a:ext uri="{FF2B5EF4-FFF2-40B4-BE49-F238E27FC236}">
                    <a16:creationId xmlns:a16="http://schemas.microsoft.com/office/drawing/2014/main" id="{224789F2-A632-7305-4601-B0AE6ADF3995}"/>
                  </a:ext>
                </a:extLst>
              </p14:cNvPr>
              <p14:cNvContentPartPr/>
              <p14:nvPr/>
            </p14:nvContentPartPr>
            <p14:xfrm>
              <a:off x="5147798" y="4717223"/>
              <a:ext cx="873360" cy="11520"/>
            </p14:xfrm>
          </p:contentPart>
        </mc:Choice>
        <mc:Fallback xmlns="">
          <p:pic>
            <p:nvPicPr>
              <p:cNvPr id="28" name="Ink 27">
                <a:extLst>
                  <a:ext uri="{FF2B5EF4-FFF2-40B4-BE49-F238E27FC236}">
                    <a16:creationId xmlns:a16="http://schemas.microsoft.com/office/drawing/2014/main" id="{224789F2-A632-7305-4601-B0AE6ADF3995}"/>
                  </a:ext>
                </a:extLst>
              </p:cNvPr>
              <p:cNvPicPr/>
              <p:nvPr/>
            </p:nvPicPr>
            <p:blipFill>
              <a:blip r:embed="rId83"/>
              <a:stretch>
                <a:fillRect/>
              </a:stretch>
            </p:blipFill>
            <p:spPr>
              <a:xfrm>
                <a:off x="5139158" y="4708583"/>
                <a:ext cx="891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9" name="Ink 28">
                <a:extLst>
                  <a:ext uri="{FF2B5EF4-FFF2-40B4-BE49-F238E27FC236}">
                    <a16:creationId xmlns:a16="http://schemas.microsoft.com/office/drawing/2014/main" id="{80C3F50C-0F81-5543-8B72-884B7F88A756}"/>
                  </a:ext>
                </a:extLst>
              </p14:cNvPr>
              <p14:cNvContentPartPr/>
              <p14:nvPr/>
            </p14:nvContentPartPr>
            <p14:xfrm>
              <a:off x="7033478" y="3106223"/>
              <a:ext cx="484560" cy="13320"/>
            </p14:xfrm>
          </p:contentPart>
        </mc:Choice>
        <mc:Fallback xmlns="">
          <p:pic>
            <p:nvPicPr>
              <p:cNvPr id="29" name="Ink 28">
                <a:extLst>
                  <a:ext uri="{FF2B5EF4-FFF2-40B4-BE49-F238E27FC236}">
                    <a16:creationId xmlns:a16="http://schemas.microsoft.com/office/drawing/2014/main" id="{80C3F50C-0F81-5543-8B72-884B7F88A756}"/>
                  </a:ext>
                </a:extLst>
              </p:cNvPr>
              <p:cNvPicPr/>
              <p:nvPr/>
            </p:nvPicPr>
            <p:blipFill>
              <a:blip r:embed="rId85"/>
              <a:stretch>
                <a:fillRect/>
              </a:stretch>
            </p:blipFill>
            <p:spPr>
              <a:xfrm>
                <a:off x="7024478" y="3097583"/>
                <a:ext cx="5022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4" name="Ink 33">
                <a:extLst>
                  <a:ext uri="{FF2B5EF4-FFF2-40B4-BE49-F238E27FC236}">
                    <a16:creationId xmlns:a16="http://schemas.microsoft.com/office/drawing/2014/main" id="{286466FC-2C2B-2951-7E39-B6E8711D21D9}"/>
                  </a:ext>
                </a:extLst>
              </p14:cNvPr>
              <p14:cNvContentPartPr/>
              <p14:nvPr/>
            </p14:nvContentPartPr>
            <p14:xfrm>
              <a:off x="2289758" y="1827503"/>
              <a:ext cx="918360" cy="590760"/>
            </p14:xfrm>
          </p:contentPart>
        </mc:Choice>
        <mc:Fallback xmlns="">
          <p:pic>
            <p:nvPicPr>
              <p:cNvPr id="34" name="Ink 33">
                <a:extLst>
                  <a:ext uri="{FF2B5EF4-FFF2-40B4-BE49-F238E27FC236}">
                    <a16:creationId xmlns:a16="http://schemas.microsoft.com/office/drawing/2014/main" id="{286466FC-2C2B-2951-7E39-B6E8711D21D9}"/>
                  </a:ext>
                </a:extLst>
              </p:cNvPr>
              <p:cNvPicPr/>
              <p:nvPr/>
            </p:nvPicPr>
            <p:blipFill>
              <a:blip r:embed="rId87"/>
              <a:stretch>
                <a:fillRect/>
              </a:stretch>
            </p:blipFill>
            <p:spPr>
              <a:xfrm>
                <a:off x="2281118" y="1818503"/>
                <a:ext cx="936000" cy="608400"/>
              </a:xfrm>
              <a:prstGeom prst="rect">
                <a:avLst/>
              </a:prstGeom>
            </p:spPr>
          </p:pic>
        </mc:Fallback>
      </mc:AlternateContent>
      <p:grpSp>
        <p:nvGrpSpPr>
          <p:cNvPr id="37" name="Group 36">
            <a:extLst>
              <a:ext uri="{FF2B5EF4-FFF2-40B4-BE49-F238E27FC236}">
                <a16:creationId xmlns:a16="http://schemas.microsoft.com/office/drawing/2014/main" id="{703754F5-64AA-87FC-1A1E-89520427ECC5}"/>
              </a:ext>
            </a:extLst>
          </p:cNvPr>
          <p:cNvGrpSpPr/>
          <p:nvPr/>
        </p:nvGrpSpPr>
        <p:grpSpPr>
          <a:xfrm>
            <a:off x="1202198" y="1371383"/>
            <a:ext cx="7022520" cy="3579840"/>
            <a:chOff x="1202198" y="1371383"/>
            <a:chExt cx="7022520" cy="3579840"/>
          </a:xfrm>
        </p:grpSpPr>
        <mc:AlternateContent xmlns:mc="http://schemas.openxmlformats.org/markup-compatibility/2006" xmlns:p14="http://schemas.microsoft.com/office/powerpoint/2010/main">
          <mc:Choice Requires="p14">
            <p:contentPart p14:bwMode="auto" r:id="rId88">
              <p14:nvContentPartPr>
                <p14:cNvPr id="23" name="Ink 22">
                  <a:extLst>
                    <a:ext uri="{FF2B5EF4-FFF2-40B4-BE49-F238E27FC236}">
                      <a16:creationId xmlns:a16="http://schemas.microsoft.com/office/drawing/2014/main" id="{F2E6EF9E-563D-2808-1539-DC398F233F9D}"/>
                    </a:ext>
                  </a:extLst>
                </p14:cNvPr>
                <p14:cNvContentPartPr/>
                <p14:nvPr/>
              </p14:nvContentPartPr>
              <p14:xfrm>
                <a:off x="7813958" y="1371383"/>
                <a:ext cx="410760" cy="1389600"/>
              </p14:xfrm>
            </p:contentPart>
          </mc:Choice>
          <mc:Fallback xmlns="">
            <p:pic>
              <p:nvPicPr>
                <p:cNvPr id="23" name="Ink 22">
                  <a:extLst>
                    <a:ext uri="{FF2B5EF4-FFF2-40B4-BE49-F238E27FC236}">
                      <a16:creationId xmlns:a16="http://schemas.microsoft.com/office/drawing/2014/main" id="{F2E6EF9E-563D-2808-1539-DC398F233F9D}"/>
                    </a:ext>
                  </a:extLst>
                </p:cNvPr>
                <p:cNvPicPr/>
                <p:nvPr/>
              </p:nvPicPr>
              <p:blipFill>
                <a:blip r:embed="rId89"/>
                <a:stretch>
                  <a:fillRect/>
                </a:stretch>
              </p:blipFill>
              <p:spPr>
                <a:xfrm>
                  <a:off x="7804958" y="1362743"/>
                  <a:ext cx="428400" cy="1407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4" name="Ink 23">
                  <a:extLst>
                    <a:ext uri="{FF2B5EF4-FFF2-40B4-BE49-F238E27FC236}">
                      <a16:creationId xmlns:a16="http://schemas.microsoft.com/office/drawing/2014/main" id="{163397EA-6597-4FBA-F844-8B34D3ECD2EB}"/>
                    </a:ext>
                  </a:extLst>
                </p14:cNvPr>
                <p14:cNvContentPartPr/>
                <p14:nvPr/>
              </p14:nvContentPartPr>
              <p14:xfrm>
                <a:off x="7797038" y="2655503"/>
                <a:ext cx="282600" cy="120240"/>
              </p14:xfrm>
            </p:contentPart>
          </mc:Choice>
          <mc:Fallback xmlns="">
            <p:pic>
              <p:nvPicPr>
                <p:cNvPr id="24" name="Ink 23">
                  <a:extLst>
                    <a:ext uri="{FF2B5EF4-FFF2-40B4-BE49-F238E27FC236}">
                      <a16:creationId xmlns:a16="http://schemas.microsoft.com/office/drawing/2014/main" id="{163397EA-6597-4FBA-F844-8B34D3ECD2EB}"/>
                    </a:ext>
                  </a:extLst>
                </p:cNvPr>
                <p:cNvPicPr/>
                <p:nvPr/>
              </p:nvPicPr>
              <p:blipFill>
                <a:blip r:embed="rId91"/>
                <a:stretch>
                  <a:fillRect/>
                </a:stretch>
              </p:blipFill>
              <p:spPr>
                <a:xfrm>
                  <a:off x="7788398" y="2646503"/>
                  <a:ext cx="3002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5" name="Ink 24">
                  <a:extLst>
                    <a:ext uri="{FF2B5EF4-FFF2-40B4-BE49-F238E27FC236}">
                      <a16:creationId xmlns:a16="http://schemas.microsoft.com/office/drawing/2014/main" id="{779AFCB4-7070-88B4-0581-5E5937BE1ECA}"/>
                    </a:ext>
                  </a:extLst>
                </p14:cNvPr>
                <p14:cNvContentPartPr/>
                <p14:nvPr/>
              </p14:nvContentPartPr>
              <p14:xfrm>
                <a:off x="6550718" y="3037463"/>
                <a:ext cx="1315800" cy="1255320"/>
              </p14:xfrm>
            </p:contentPart>
          </mc:Choice>
          <mc:Fallback xmlns="">
            <p:pic>
              <p:nvPicPr>
                <p:cNvPr id="25" name="Ink 24">
                  <a:extLst>
                    <a:ext uri="{FF2B5EF4-FFF2-40B4-BE49-F238E27FC236}">
                      <a16:creationId xmlns:a16="http://schemas.microsoft.com/office/drawing/2014/main" id="{779AFCB4-7070-88B4-0581-5E5937BE1ECA}"/>
                    </a:ext>
                  </a:extLst>
                </p:cNvPr>
                <p:cNvPicPr/>
                <p:nvPr/>
              </p:nvPicPr>
              <p:blipFill>
                <a:blip r:embed="rId93"/>
                <a:stretch>
                  <a:fillRect/>
                </a:stretch>
              </p:blipFill>
              <p:spPr>
                <a:xfrm>
                  <a:off x="6542078" y="3028823"/>
                  <a:ext cx="1333440" cy="1272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6" name="Ink 25">
                  <a:extLst>
                    <a:ext uri="{FF2B5EF4-FFF2-40B4-BE49-F238E27FC236}">
                      <a16:creationId xmlns:a16="http://schemas.microsoft.com/office/drawing/2014/main" id="{8427ABE0-1E51-26B1-E400-6AD5E841170D}"/>
                    </a:ext>
                  </a:extLst>
                </p14:cNvPr>
                <p14:cNvContentPartPr/>
                <p14:nvPr/>
              </p14:nvContentPartPr>
              <p14:xfrm>
                <a:off x="6515798" y="4177223"/>
                <a:ext cx="162720" cy="213480"/>
              </p14:xfrm>
            </p:contentPart>
          </mc:Choice>
          <mc:Fallback xmlns="">
            <p:pic>
              <p:nvPicPr>
                <p:cNvPr id="26" name="Ink 25">
                  <a:extLst>
                    <a:ext uri="{FF2B5EF4-FFF2-40B4-BE49-F238E27FC236}">
                      <a16:creationId xmlns:a16="http://schemas.microsoft.com/office/drawing/2014/main" id="{8427ABE0-1E51-26B1-E400-6AD5E841170D}"/>
                    </a:ext>
                  </a:extLst>
                </p:cNvPr>
                <p:cNvPicPr/>
                <p:nvPr/>
              </p:nvPicPr>
              <p:blipFill>
                <a:blip r:embed="rId95"/>
                <a:stretch>
                  <a:fillRect/>
                </a:stretch>
              </p:blipFill>
              <p:spPr>
                <a:xfrm>
                  <a:off x="6506798" y="4168583"/>
                  <a:ext cx="1803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0" name="Ink 29">
                  <a:extLst>
                    <a:ext uri="{FF2B5EF4-FFF2-40B4-BE49-F238E27FC236}">
                      <a16:creationId xmlns:a16="http://schemas.microsoft.com/office/drawing/2014/main" id="{DFE7AC51-8AD5-EFB4-DF59-36AC4123174F}"/>
                    </a:ext>
                  </a:extLst>
                </p14:cNvPr>
                <p14:cNvContentPartPr/>
                <p14:nvPr/>
              </p14:nvContentPartPr>
              <p14:xfrm>
                <a:off x="1202198" y="1624463"/>
                <a:ext cx="3044520" cy="655200"/>
              </p14:xfrm>
            </p:contentPart>
          </mc:Choice>
          <mc:Fallback xmlns="">
            <p:pic>
              <p:nvPicPr>
                <p:cNvPr id="30" name="Ink 29">
                  <a:extLst>
                    <a:ext uri="{FF2B5EF4-FFF2-40B4-BE49-F238E27FC236}">
                      <a16:creationId xmlns:a16="http://schemas.microsoft.com/office/drawing/2014/main" id="{DFE7AC51-8AD5-EFB4-DF59-36AC4123174F}"/>
                    </a:ext>
                  </a:extLst>
                </p:cNvPr>
                <p:cNvPicPr/>
                <p:nvPr/>
              </p:nvPicPr>
              <p:blipFill>
                <a:blip r:embed="rId97"/>
                <a:stretch>
                  <a:fillRect/>
                </a:stretch>
              </p:blipFill>
              <p:spPr>
                <a:xfrm>
                  <a:off x="1193558" y="1615823"/>
                  <a:ext cx="3062160" cy="672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1" name="Ink 30">
                  <a:extLst>
                    <a:ext uri="{FF2B5EF4-FFF2-40B4-BE49-F238E27FC236}">
                      <a16:creationId xmlns:a16="http://schemas.microsoft.com/office/drawing/2014/main" id="{5BC0E8FE-443E-B9CA-BC3B-DA0D555988E0}"/>
                    </a:ext>
                  </a:extLst>
                </p14:cNvPr>
                <p14:cNvContentPartPr/>
                <p14:nvPr/>
              </p14:nvContentPartPr>
              <p14:xfrm>
                <a:off x="4136918" y="2082383"/>
                <a:ext cx="364320" cy="405360"/>
              </p14:xfrm>
            </p:contentPart>
          </mc:Choice>
          <mc:Fallback xmlns="">
            <p:pic>
              <p:nvPicPr>
                <p:cNvPr id="31" name="Ink 30">
                  <a:extLst>
                    <a:ext uri="{FF2B5EF4-FFF2-40B4-BE49-F238E27FC236}">
                      <a16:creationId xmlns:a16="http://schemas.microsoft.com/office/drawing/2014/main" id="{5BC0E8FE-443E-B9CA-BC3B-DA0D555988E0}"/>
                    </a:ext>
                  </a:extLst>
                </p:cNvPr>
                <p:cNvPicPr/>
                <p:nvPr/>
              </p:nvPicPr>
              <p:blipFill>
                <a:blip r:embed="rId99"/>
                <a:stretch>
                  <a:fillRect/>
                </a:stretch>
              </p:blipFill>
              <p:spPr>
                <a:xfrm>
                  <a:off x="4127918" y="2073383"/>
                  <a:ext cx="38196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6" name="Ink 35">
                  <a:extLst>
                    <a:ext uri="{FF2B5EF4-FFF2-40B4-BE49-F238E27FC236}">
                      <a16:creationId xmlns:a16="http://schemas.microsoft.com/office/drawing/2014/main" id="{DAB2142D-2B8B-43C2-3F35-2595AFD903A6}"/>
                    </a:ext>
                  </a:extLst>
                </p14:cNvPr>
                <p14:cNvContentPartPr/>
                <p14:nvPr/>
              </p14:nvContentPartPr>
              <p14:xfrm>
                <a:off x="4606718" y="4034303"/>
                <a:ext cx="2100960" cy="916920"/>
              </p14:xfrm>
            </p:contentPart>
          </mc:Choice>
          <mc:Fallback xmlns="">
            <p:pic>
              <p:nvPicPr>
                <p:cNvPr id="36" name="Ink 35">
                  <a:extLst>
                    <a:ext uri="{FF2B5EF4-FFF2-40B4-BE49-F238E27FC236}">
                      <a16:creationId xmlns:a16="http://schemas.microsoft.com/office/drawing/2014/main" id="{DAB2142D-2B8B-43C2-3F35-2595AFD903A6}"/>
                    </a:ext>
                  </a:extLst>
                </p:cNvPr>
                <p:cNvPicPr/>
                <p:nvPr/>
              </p:nvPicPr>
              <p:blipFill>
                <a:blip r:embed="rId101"/>
                <a:stretch>
                  <a:fillRect/>
                </a:stretch>
              </p:blipFill>
              <p:spPr>
                <a:xfrm>
                  <a:off x="4598078" y="4025303"/>
                  <a:ext cx="2118600" cy="934560"/>
                </a:xfrm>
                <a:prstGeom prst="rect">
                  <a:avLst/>
                </a:prstGeom>
              </p:spPr>
            </p:pic>
          </mc:Fallback>
        </mc:AlternateContent>
      </p:grpSp>
    </p:spTree>
    <p:extLst>
      <p:ext uri="{BB962C8B-B14F-4D97-AF65-F5344CB8AC3E}">
        <p14:creationId xmlns:p14="http://schemas.microsoft.com/office/powerpoint/2010/main" val="47121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6242-CB78-60A4-7D6A-50C23A62448C}"/>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191" name="Ink 190">
                <a:extLst>
                  <a:ext uri="{FF2B5EF4-FFF2-40B4-BE49-F238E27FC236}">
                    <a16:creationId xmlns:a16="http://schemas.microsoft.com/office/drawing/2014/main" id="{1A8F8D92-92CB-529C-FEF1-B47C5486331C}"/>
                  </a:ext>
                </a:extLst>
              </p14:cNvPr>
              <p14:cNvContentPartPr/>
              <p14:nvPr/>
            </p14:nvContentPartPr>
            <p14:xfrm>
              <a:off x="3098318" y="5657903"/>
              <a:ext cx="213120" cy="29160"/>
            </p14:xfrm>
          </p:contentPart>
        </mc:Choice>
        <mc:Fallback xmlns="">
          <p:pic>
            <p:nvPicPr>
              <p:cNvPr id="191" name="Ink 190">
                <a:extLst>
                  <a:ext uri="{FF2B5EF4-FFF2-40B4-BE49-F238E27FC236}">
                    <a16:creationId xmlns:a16="http://schemas.microsoft.com/office/drawing/2014/main" id="{1A8F8D92-92CB-529C-FEF1-B47C5486331C}"/>
                  </a:ext>
                </a:extLst>
              </p:cNvPr>
              <p:cNvPicPr/>
              <p:nvPr/>
            </p:nvPicPr>
            <p:blipFill>
              <a:blip r:embed="rId3"/>
              <a:stretch>
                <a:fillRect/>
              </a:stretch>
            </p:blipFill>
            <p:spPr>
              <a:xfrm>
                <a:off x="3089678" y="5648903"/>
                <a:ext cx="2307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3" name="Ink 192">
                <a:extLst>
                  <a:ext uri="{FF2B5EF4-FFF2-40B4-BE49-F238E27FC236}">
                    <a16:creationId xmlns:a16="http://schemas.microsoft.com/office/drawing/2014/main" id="{74775579-3AB0-BE94-ECC7-01E7BD48C94E}"/>
                  </a:ext>
                </a:extLst>
              </p14:cNvPr>
              <p14:cNvContentPartPr/>
              <p14:nvPr/>
            </p14:nvContentPartPr>
            <p14:xfrm>
              <a:off x="2956118" y="3830903"/>
              <a:ext cx="1116000" cy="240480"/>
            </p14:xfrm>
          </p:contentPart>
        </mc:Choice>
        <mc:Fallback xmlns="">
          <p:pic>
            <p:nvPicPr>
              <p:cNvPr id="193" name="Ink 192">
                <a:extLst>
                  <a:ext uri="{FF2B5EF4-FFF2-40B4-BE49-F238E27FC236}">
                    <a16:creationId xmlns:a16="http://schemas.microsoft.com/office/drawing/2014/main" id="{74775579-3AB0-BE94-ECC7-01E7BD48C94E}"/>
                  </a:ext>
                </a:extLst>
              </p:cNvPr>
              <p:cNvPicPr/>
              <p:nvPr/>
            </p:nvPicPr>
            <p:blipFill>
              <a:blip r:embed="rId5"/>
              <a:stretch>
                <a:fillRect/>
              </a:stretch>
            </p:blipFill>
            <p:spPr>
              <a:xfrm>
                <a:off x="2947118" y="3821903"/>
                <a:ext cx="113364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7" name="Ink 206">
                <a:extLst>
                  <a:ext uri="{FF2B5EF4-FFF2-40B4-BE49-F238E27FC236}">
                    <a16:creationId xmlns:a16="http://schemas.microsoft.com/office/drawing/2014/main" id="{03E99B18-2AFD-74C1-3923-0AAF3F71E5EA}"/>
                  </a:ext>
                </a:extLst>
              </p14:cNvPr>
              <p14:cNvContentPartPr/>
              <p14:nvPr/>
            </p14:nvContentPartPr>
            <p14:xfrm>
              <a:off x="2234678" y="3310343"/>
              <a:ext cx="2725200" cy="572760"/>
            </p14:xfrm>
          </p:contentPart>
        </mc:Choice>
        <mc:Fallback xmlns="">
          <p:pic>
            <p:nvPicPr>
              <p:cNvPr id="207" name="Ink 206">
                <a:extLst>
                  <a:ext uri="{FF2B5EF4-FFF2-40B4-BE49-F238E27FC236}">
                    <a16:creationId xmlns:a16="http://schemas.microsoft.com/office/drawing/2014/main" id="{03E99B18-2AFD-74C1-3923-0AAF3F71E5EA}"/>
                  </a:ext>
                </a:extLst>
              </p:cNvPr>
              <p:cNvPicPr/>
              <p:nvPr/>
            </p:nvPicPr>
            <p:blipFill>
              <a:blip r:embed="rId7"/>
              <a:stretch>
                <a:fillRect/>
              </a:stretch>
            </p:blipFill>
            <p:spPr>
              <a:xfrm>
                <a:off x="2225678" y="3301703"/>
                <a:ext cx="2742840" cy="590400"/>
              </a:xfrm>
              <a:prstGeom prst="rect">
                <a:avLst/>
              </a:prstGeom>
            </p:spPr>
          </p:pic>
        </mc:Fallback>
      </mc:AlternateContent>
      <p:grpSp>
        <p:nvGrpSpPr>
          <p:cNvPr id="230" name="Group 229">
            <a:extLst>
              <a:ext uri="{FF2B5EF4-FFF2-40B4-BE49-F238E27FC236}">
                <a16:creationId xmlns:a16="http://schemas.microsoft.com/office/drawing/2014/main" id="{C3ED9523-A0E8-CCDE-4BC2-5EB21384D2BD}"/>
              </a:ext>
            </a:extLst>
          </p:cNvPr>
          <p:cNvGrpSpPr/>
          <p:nvPr/>
        </p:nvGrpSpPr>
        <p:grpSpPr>
          <a:xfrm>
            <a:off x="210038" y="970703"/>
            <a:ext cx="11485800" cy="5844240"/>
            <a:chOff x="210038" y="970703"/>
            <a:chExt cx="11485800" cy="5844240"/>
          </a:xfrm>
        </p:grpSpPr>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BF78EDB8-BEB5-72F1-42E4-3BBD2CE49EF8}"/>
                    </a:ext>
                  </a:extLst>
                </p14:cNvPr>
                <p14:cNvContentPartPr/>
                <p14:nvPr/>
              </p14:nvContentPartPr>
              <p14:xfrm>
                <a:off x="3349958" y="3825503"/>
                <a:ext cx="5041440" cy="929880"/>
              </p14:xfrm>
            </p:contentPart>
          </mc:Choice>
          <mc:Fallback xmlns="">
            <p:pic>
              <p:nvPicPr>
                <p:cNvPr id="3" name="Ink 2">
                  <a:extLst>
                    <a:ext uri="{FF2B5EF4-FFF2-40B4-BE49-F238E27FC236}">
                      <a16:creationId xmlns:a16="http://schemas.microsoft.com/office/drawing/2014/main" id="{BF78EDB8-BEB5-72F1-42E4-3BBD2CE49EF8}"/>
                    </a:ext>
                  </a:extLst>
                </p:cNvPr>
                <p:cNvPicPr/>
                <p:nvPr/>
              </p:nvPicPr>
              <p:blipFill>
                <a:blip r:embed="rId9"/>
                <a:stretch>
                  <a:fillRect/>
                </a:stretch>
              </p:blipFill>
              <p:spPr>
                <a:xfrm>
                  <a:off x="3340958" y="3816503"/>
                  <a:ext cx="5059080" cy="94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789DE594-6F37-0899-BABE-71470ED20887}"/>
                    </a:ext>
                  </a:extLst>
                </p14:cNvPr>
                <p14:cNvContentPartPr/>
                <p14:nvPr/>
              </p14:nvContentPartPr>
              <p14:xfrm>
                <a:off x="4686638" y="4071743"/>
                <a:ext cx="740160" cy="285120"/>
              </p14:xfrm>
            </p:contentPart>
          </mc:Choice>
          <mc:Fallback xmlns="">
            <p:pic>
              <p:nvPicPr>
                <p:cNvPr id="4" name="Ink 3">
                  <a:extLst>
                    <a:ext uri="{FF2B5EF4-FFF2-40B4-BE49-F238E27FC236}">
                      <a16:creationId xmlns:a16="http://schemas.microsoft.com/office/drawing/2014/main" id="{789DE594-6F37-0899-BABE-71470ED20887}"/>
                    </a:ext>
                  </a:extLst>
                </p:cNvPr>
                <p:cNvPicPr/>
                <p:nvPr/>
              </p:nvPicPr>
              <p:blipFill>
                <a:blip r:embed="rId11"/>
                <a:stretch>
                  <a:fillRect/>
                </a:stretch>
              </p:blipFill>
              <p:spPr>
                <a:xfrm>
                  <a:off x="4677998" y="4063103"/>
                  <a:ext cx="75780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76F55420-31F6-8013-A29E-89A5035449B4}"/>
                    </a:ext>
                  </a:extLst>
                </p14:cNvPr>
                <p14:cNvContentPartPr/>
                <p14:nvPr/>
              </p14:nvContentPartPr>
              <p14:xfrm>
                <a:off x="6218438" y="4121063"/>
                <a:ext cx="168840" cy="305280"/>
              </p14:xfrm>
            </p:contentPart>
          </mc:Choice>
          <mc:Fallback xmlns="">
            <p:pic>
              <p:nvPicPr>
                <p:cNvPr id="5" name="Ink 4">
                  <a:extLst>
                    <a:ext uri="{FF2B5EF4-FFF2-40B4-BE49-F238E27FC236}">
                      <a16:creationId xmlns:a16="http://schemas.microsoft.com/office/drawing/2014/main" id="{76F55420-31F6-8013-A29E-89A5035449B4}"/>
                    </a:ext>
                  </a:extLst>
                </p:cNvPr>
                <p:cNvPicPr/>
                <p:nvPr/>
              </p:nvPicPr>
              <p:blipFill>
                <a:blip r:embed="rId13"/>
                <a:stretch>
                  <a:fillRect/>
                </a:stretch>
              </p:blipFill>
              <p:spPr>
                <a:xfrm>
                  <a:off x="6209438" y="4112423"/>
                  <a:ext cx="18648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Ink 5">
                  <a:extLst>
                    <a:ext uri="{FF2B5EF4-FFF2-40B4-BE49-F238E27FC236}">
                      <a16:creationId xmlns:a16="http://schemas.microsoft.com/office/drawing/2014/main" id="{A2866E37-5513-DA36-CE0B-A7D39CD9CAB0}"/>
                    </a:ext>
                  </a:extLst>
                </p14:cNvPr>
                <p14:cNvContentPartPr/>
                <p14:nvPr/>
              </p14:nvContentPartPr>
              <p14:xfrm>
                <a:off x="6450998" y="4242023"/>
                <a:ext cx="236160" cy="157680"/>
              </p14:xfrm>
            </p:contentPart>
          </mc:Choice>
          <mc:Fallback xmlns="">
            <p:pic>
              <p:nvPicPr>
                <p:cNvPr id="6" name="Ink 5">
                  <a:extLst>
                    <a:ext uri="{FF2B5EF4-FFF2-40B4-BE49-F238E27FC236}">
                      <a16:creationId xmlns:a16="http://schemas.microsoft.com/office/drawing/2014/main" id="{A2866E37-5513-DA36-CE0B-A7D39CD9CAB0}"/>
                    </a:ext>
                  </a:extLst>
                </p:cNvPr>
                <p:cNvPicPr/>
                <p:nvPr/>
              </p:nvPicPr>
              <p:blipFill>
                <a:blip r:embed="rId15"/>
                <a:stretch>
                  <a:fillRect/>
                </a:stretch>
              </p:blipFill>
              <p:spPr>
                <a:xfrm>
                  <a:off x="6442358" y="4233383"/>
                  <a:ext cx="2538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1E57D350-FA64-38AD-29DB-088E68587C13}"/>
                    </a:ext>
                  </a:extLst>
                </p14:cNvPr>
                <p14:cNvContentPartPr/>
                <p14:nvPr/>
              </p14:nvContentPartPr>
              <p14:xfrm>
                <a:off x="6751238" y="4226543"/>
                <a:ext cx="136080" cy="256320"/>
              </p14:xfrm>
            </p:contentPart>
          </mc:Choice>
          <mc:Fallback xmlns="">
            <p:pic>
              <p:nvPicPr>
                <p:cNvPr id="7" name="Ink 6">
                  <a:extLst>
                    <a:ext uri="{FF2B5EF4-FFF2-40B4-BE49-F238E27FC236}">
                      <a16:creationId xmlns:a16="http://schemas.microsoft.com/office/drawing/2014/main" id="{1E57D350-FA64-38AD-29DB-088E68587C13}"/>
                    </a:ext>
                  </a:extLst>
                </p:cNvPr>
                <p:cNvPicPr/>
                <p:nvPr/>
              </p:nvPicPr>
              <p:blipFill>
                <a:blip r:embed="rId17"/>
                <a:stretch>
                  <a:fillRect/>
                </a:stretch>
              </p:blipFill>
              <p:spPr>
                <a:xfrm>
                  <a:off x="6742598" y="4217543"/>
                  <a:ext cx="1537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20073A02-A991-3069-C0A7-E6174FD9577E}"/>
                    </a:ext>
                  </a:extLst>
                </p14:cNvPr>
                <p14:cNvContentPartPr/>
                <p14:nvPr/>
              </p14:nvContentPartPr>
              <p14:xfrm>
                <a:off x="6920438" y="4134743"/>
                <a:ext cx="60840" cy="247680"/>
              </p14:xfrm>
            </p:contentPart>
          </mc:Choice>
          <mc:Fallback xmlns="">
            <p:pic>
              <p:nvPicPr>
                <p:cNvPr id="8" name="Ink 7">
                  <a:extLst>
                    <a:ext uri="{FF2B5EF4-FFF2-40B4-BE49-F238E27FC236}">
                      <a16:creationId xmlns:a16="http://schemas.microsoft.com/office/drawing/2014/main" id="{20073A02-A991-3069-C0A7-E6174FD9577E}"/>
                    </a:ext>
                  </a:extLst>
                </p:cNvPr>
                <p:cNvPicPr/>
                <p:nvPr/>
              </p:nvPicPr>
              <p:blipFill>
                <a:blip r:embed="rId19"/>
                <a:stretch>
                  <a:fillRect/>
                </a:stretch>
              </p:blipFill>
              <p:spPr>
                <a:xfrm>
                  <a:off x="6911438" y="4126103"/>
                  <a:ext cx="784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34399238-B8B4-FD8E-EEEB-7A10840D0573}"/>
                    </a:ext>
                  </a:extLst>
                </p14:cNvPr>
                <p14:cNvContentPartPr/>
                <p14:nvPr/>
              </p14:nvContentPartPr>
              <p14:xfrm>
                <a:off x="7101878" y="4265423"/>
                <a:ext cx="267840" cy="306000"/>
              </p14:xfrm>
            </p:contentPart>
          </mc:Choice>
          <mc:Fallback xmlns="">
            <p:pic>
              <p:nvPicPr>
                <p:cNvPr id="9" name="Ink 8">
                  <a:extLst>
                    <a:ext uri="{FF2B5EF4-FFF2-40B4-BE49-F238E27FC236}">
                      <a16:creationId xmlns:a16="http://schemas.microsoft.com/office/drawing/2014/main" id="{34399238-B8B4-FD8E-EEEB-7A10840D0573}"/>
                    </a:ext>
                  </a:extLst>
                </p:cNvPr>
                <p:cNvPicPr/>
                <p:nvPr/>
              </p:nvPicPr>
              <p:blipFill>
                <a:blip r:embed="rId21"/>
                <a:stretch>
                  <a:fillRect/>
                </a:stretch>
              </p:blipFill>
              <p:spPr>
                <a:xfrm>
                  <a:off x="7093238" y="4256423"/>
                  <a:ext cx="28548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Ink 9">
                  <a:extLst>
                    <a:ext uri="{FF2B5EF4-FFF2-40B4-BE49-F238E27FC236}">
                      <a16:creationId xmlns:a16="http://schemas.microsoft.com/office/drawing/2014/main" id="{E08BD064-DCDF-A3BF-D339-9F73FBDF64CB}"/>
                    </a:ext>
                  </a:extLst>
                </p14:cNvPr>
                <p14:cNvContentPartPr/>
                <p14:nvPr/>
              </p14:nvContentPartPr>
              <p14:xfrm>
                <a:off x="7447478" y="4272623"/>
                <a:ext cx="104760" cy="179280"/>
              </p14:xfrm>
            </p:contentPart>
          </mc:Choice>
          <mc:Fallback xmlns="">
            <p:pic>
              <p:nvPicPr>
                <p:cNvPr id="10" name="Ink 9">
                  <a:extLst>
                    <a:ext uri="{FF2B5EF4-FFF2-40B4-BE49-F238E27FC236}">
                      <a16:creationId xmlns:a16="http://schemas.microsoft.com/office/drawing/2014/main" id="{E08BD064-DCDF-A3BF-D339-9F73FBDF64CB}"/>
                    </a:ext>
                  </a:extLst>
                </p:cNvPr>
                <p:cNvPicPr/>
                <p:nvPr/>
              </p:nvPicPr>
              <p:blipFill>
                <a:blip r:embed="rId23"/>
                <a:stretch>
                  <a:fillRect/>
                </a:stretch>
              </p:blipFill>
              <p:spPr>
                <a:xfrm>
                  <a:off x="7438478" y="4263623"/>
                  <a:ext cx="1224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Ink 10">
                  <a:extLst>
                    <a:ext uri="{FF2B5EF4-FFF2-40B4-BE49-F238E27FC236}">
                      <a16:creationId xmlns:a16="http://schemas.microsoft.com/office/drawing/2014/main" id="{D68D606A-CDEC-EB80-7638-0D1D5ECB776E}"/>
                    </a:ext>
                  </a:extLst>
                </p14:cNvPr>
                <p14:cNvContentPartPr/>
                <p14:nvPr/>
              </p14:nvContentPartPr>
              <p14:xfrm>
                <a:off x="7602998" y="4291343"/>
                <a:ext cx="101880" cy="168840"/>
              </p14:xfrm>
            </p:contentPart>
          </mc:Choice>
          <mc:Fallback xmlns="">
            <p:pic>
              <p:nvPicPr>
                <p:cNvPr id="11" name="Ink 10">
                  <a:extLst>
                    <a:ext uri="{FF2B5EF4-FFF2-40B4-BE49-F238E27FC236}">
                      <a16:creationId xmlns:a16="http://schemas.microsoft.com/office/drawing/2014/main" id="{D68D606A-CDEC-EB80-7638-0D1D5ECB776E}"/>
                    </a:ext>
                  </a:extLst>
                </p:cNvPr>
                <p:cNvPicPr/>
                <p:nvPr/>
              </p:nvPicPr>
              <p:blipFill>
                <a:blip r:embed="rId25"/>
                <a:stretch>
                  <a:fillRect/>
                </a:stretch>
              </p:blipFill>
              <p:spPr>
                <a:xfrm>
                  <a:off x="7594358" y="4282343"/>
                  <a:ext cx="1195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1" name="Ink 40">
                  <a:extLst>
                    <a:ext uri="{FF2B5EF4-FFF2-40B4-BE49-F238E27FC236}">
                      <a16:creationId xmlns:a16="http://schemas.microsoft.com/office/drawing/2014/main" id="{6D7724DC-5FB0-E122-543E-D67B5C337C9E}"/>
                    </a:ext>
                  </a:extLst>
                </p14:cNvPr>
                <p14:cNvContentPartPr/>
                <p14:nvPr/>
              </p14:nvContentPartPr>
              <p14:xfrm>
                <a:off x="6169118" y="6274583"/>
                <a:ext cx="194400" cy="211320"/>
              </p14:xfrm>
            </p:contentPart>
          </mc:Choice>
          <mc:Fallback xmlns="">
            <p:pic>
              <p:nvPicPr>
                <p:cNvPr id="41" name="Ink 40">
                  <a:extLst>
                    <a:ext uri="{FF2B5EF4-FFF2-40B4-BE49-F238E27FC236}">
                      <a16:creationId xmlns:a16="http://schemas.microsoft.com/office/drawing/2014/main" id="{6D7724DC-5FB0-E122-543E-D67B5C337C9E}"/>
                    </a:ext>
                  </a:extLst>
                </p:cNvPr>
                <p:cNvPicPr/>
                <p:nvPr/>
              </p:nvPicPr>
              <p:blipFill>
                <a:blip r:embed="rId27"/>
                <a:stretch>
                  <a:fillRect/>
                </a:stretch>
              </p:blipFill>
              <p:spPr>
                <a:xfrm>
                  <a:off x="6160118" y="6265583"/>
                  <a:ext cx="2120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5655A636-4423-6262-0DA0-D09F78AD3C3C}"/>
                    </a:ext>
                  </a:extLst>
                </p14:cNvPr>
                <p14:cNvContentPartPr/>
                <p14:nvPr/>
              </p14:nvContentPartPr>
              <p14:xfrm>
                <a:off x="6395558" y="6320663"/>
                <a:ext cx="357480" cy="144360"/>
              </p14:xfrm>
            </p:contentPart>
          </mc:Choice>
          <mc:Fallback xmlns="">
            <p:pic>
              <p:nvPicPr>
                <p:cNvPr id="42" name="Ink 41">
                  <a:extLst>
                    <a:ext uri="{FF2B5EF4-FFF2-40B4-BE49-F238E27FC236}">
                      <a16:creationId xmlns:a16="http://schemas.microsoft.com/office/drawing/2014/main" id="{5655A636-4423-6262-0DA0-D09F78AD3C3C}"/>
                    </a:ext>
                  </a:extLst>
                </p:cNvPr>
                <p:cNvPicPr/>
                <p:nvPr/>
              </p:nvPicPr>
              <p:blipFill>
                <a:blip r:embed="rId29"/>
                <a:stretch>
                  <a:fillRect/>
                </a:stretch>
              </p:blipFill>
              <p:spPr>
                <a:xfrm>
                  <a:off x="6386558" y="6312023"/>
                  <a:ext cx="3751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Ink 42">
                  <a:extLst>
                    <a:ext uri="{FF2B5EF4-FFF2-40B4-BE49-F238E27FC236}">
                      <a16:creationId xmlns:a16="http://schemas.microsoft.com/office/drawing/2014/main" id="{B274926A-7817-68E1-5BFC-80C162917B4D}"/>
                    </a:ext>
                  </a:extLst>
                </p14:cNvPr>
                <p14:cNvContentPartPr/>
                <p14:nvPr/>
              </p14:nvContentPartPr>
              <p14:xfrm>
                <a:off x="6157238" y="6579863"/>
                <a:ext cx="150120" cy="183960"/>
              </p14:xfrm>
            </p:contentPart>
          </mc:Choice>
          <mc:Fallback xmlns="">
            <p:pic>
              <p:nvPicPr>
                <p:cNvPr id="43" name="Ink 42">
                  <a:extLst>
                    <a:ext uri="{FF2B5EF4-FFF2-40B4-BE49-F238E27FC236}">
                      <a16:creationId xmlns:a16="http://schemas.microsoft.com/office/drawing/2014/main" id="{B274926A-7817-68E1-5BFC-80C162917B4D}"/>
                    </a:ext>
                  </a:extLst>
                </p:cNvPr>
                <p:cNvPicPr/>
                <p:nvPr/>
              </p:nvPicPr>
              <p:blipFill>
                <a:blip r:embed="rId31"/>
                <a:stretch>
                  <a:fillRect/>
                </a:stretch>
              </p:blipFill>
              <p:spPr>
                <a:xfrm>
                  <a:off x="6148598" y="6571223"/>
                  <a:ext cx="1677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Ink 43">
                  <a:extLst>
                    <a:ext uri="{FF2B5EF4-FFF2-40B4-BE49-F238E27FC236}">
                      <a16:creationId xmlns:a16="http://schemas.microsoft.com/office/drawing/2014/main" id="{69252D47-194F-245C-2513-4AAF23DDD7FE}"/>
                    </a:ext>
                  </a:extLst>
                </p14:cNvPr>
                <p14:cNvContentPartPr/>
                <p14:nvPr/>
              </p14:nvContentPartPr>
              <p14:xfrm>
                <a:off x="6375398" y="6556103"/>
                <a:ext cx="192240" cy="212400"/>
              </p14:xfrm>
            </p:contentPart>
          </mc:Choice>
          <mc:Fallback xmlns="">
            <p:pic>
              <p:nvPicPr>
                <p:cNvPr id="44" name="Ink 43">
                  <a:extLst>
                    <a:ext uri="{FF2B5EF4-FFF2-40B4-BE49-F238E27FC236}">
                      <a16:creationId xmlns:a16="http://schemas.microsoft.com/office/drawing/2014/main" id="{69252D47-194F-245C-2513-4AAF23DDD7FE}"/>
                    </a:ext>
                  </a:extLst>
                </p:cNvPr>
                <p:cNvPicPr/>
                <p:nvPr/>
              </p:nvPicPr>
              <p:blipFill>
                <a:blip r:embed="rId33"/>
                <a:stretch>
                  <a:fillRect/>
                </a:stretch>
              </p:blipFill>
              <p:spPr>
                <a:xfrm>
                  <a:off x="6366758" y="6547463"/>
                  <a:ext cx="20988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5" name="Ink 44">
                  <a:extLst>
                    <a:ext uri="{FF2B5EF4-FFF2-40B4-BE49-F238E27FC236}">
                      <a16:creationId xmlns:a16="http://schemas.microsoft.com/office/drawing/2014/main" id="{CBBD55EB-7642-0ED9-C7C1-5976AE312AB6}"/>
                    </a:ext>
                  </a:extLst>
                </p14:cNvPr>
                <p14:cNvContentPartPr/>
                <p14:nvPr/>
              </p14:nvContentPartPr>
              <p14:xfrm>
                <a:off x="6645038" y="6576983"/>
                <a:ext cx="82440" cy="181440"/>
              </p14:xfrm>
            </p:contentPart>
          </mc:Choice>
          <mc:Fallback xmlns="">
            <p:pic>
              <p:nvPicPr>
                <p:cNvPr id="45" name="Ink 44">
                  <a:extLst>
                    <a:ext uri="{FF2B5EF4-FFF2-40B4-BE49-F238E27FC236}">
                      <a16:creationId xmlns:a16="http://schemas.microsoft.com/office/drawing/2014/main" id="{CBBD55EB-7642-0ED9-C7C1-5976AE312AB6}"/>
                    </a:ext>
                  </a:extLst>
                </p:cNvPr>
                <p:cNvPicPr/>
                <p:nvPr/>
              </p:nvPicPr>
              <p:blipFill>
                <a:blip r:embed="rId35"/>
                <a:stretch>
                  <a:fillRect/>
                </a:stretch>
              </p:blipFill>
              <p:spPr>
                <a:xfrm>
                  <a:off x="6636038" y="6567983"/>
                  <a:ext cx="1000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7" name="Ink 46">
                  <a:extLst>
                    <a:ext uri="{FF2B5EF4-FFF2-40B4-BE49-F238E27FC236}">
                      <a16:creationId xmlns:a16="http://schemas.microsoft.com/office/drawing/2014/main" id="{824335C4-7BC9-8197-AD9A-DCFBE277C63C}"/>
                    </a:ext>
                  </a:extLst>
                </p14:cNvPr>
                <p14:cNvContentPartPr/>
                <p14:nvPr/>
              </p14:nvContentPartPr>
              <p14:xfrm>
                <a:off x="3701678" y="1026863"/>
                <a:ext cx="289080" cy="339840"/>
              </p14:xfrm>
            </p:contentPart>
          </mc:Choice>
          <mc:Fallback xmlns="">
            <p:pic>
              <p:nvPicPr>
                <p:cNvPr id="47" name="Ink 46">
                  <a:extLst>
                    <a:ext uri="{FF2B5EF4-FFF2-40B4-BE49-F238E27FC236}">
                      <a16:creationId xmlns:a16="http://schemas.microsoft.com/office/drawing/2014/main" id="{824335C4-7BC9-8197-AD9A-DCFBE277C63C}"/>
                    </a:ext>
                  </a:extLst>
                </p:cNvPr>
                <p:cNvPicPr/>
                <p:nvPr/>
              </p:nvPicPr>
              <p:blipFill>
                <a:blip r:embed="rId37"/>
                <a:stretch>
                  <a:fillRect/>
                </a:stretch>
              </p:blipFill>
              <p:spPr>
                <a:xfrm>
                  <a:off x="3692678" y="1017863"/>
                  <a:ext cx="3067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8" name="Ink 47">
                  <a:extLst>
                    <a:ext uri="{FF2B5EF4-FFF2-40B4-BE49-F238E27FC236}">
                      <a16:creationId xmlns:a16="http://schemas.microsoft.com/office/drawing/2014/main" id="{30B2DC07-55BB-36B6-9475-C9035246BAAC}"/>
                    </a:ext>
                  </a:extLst>
                </p14:cNvPr>
                <p14:cNvContentPartPr/>
                <p14:nvPr/>
              </p14:nvContentPartPr>
              <p14:xfrm>
                <a:off x="3722198" y="1413503"/>
                <a:ext cx="298080" cy="209520"/>
              </p14:xfrm>
            </p:contentPart>
          </mc:Choice>
          <mc:Fallback xmlns="">
            <p:pic>
              <p:nvPicPr>
                <p:cNvPr id="48" name="Ink 47">
                  <a:extLst>
                    <a:ext uri="{FF2B5EF4-FFF2-40B4-BE49-F238E27FC236}">
                      <a16:creationId xmlns:a16="http://schemas.microsoft.com/office/drawing/2014/main" id="{30B2DC07-55BB-36B6-9475-C9035246BAAC}"/>
                    </a:ext>
                  </a:extLst>
                </p:cNvPr>
                <p:cNvPicPr/>
                <p:nvPr/>
              </p:nvPicPr>
              <p:blipFill>
                <a:blip r:embed="rId39"/>
                <a:stretch>
                  <a:fillRect/>
                </a:stretch>
              </p:blipFill>
              <p:spPr>
                <a:xfrm>
                  <a:off x="3713198" y="1404863"/>
                  <a:ext cx="315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0" name="Ink 49">
                  <a:extLst>
                    <a:ext uri="{FF2B5EF4-FFF2-40B4-BE49-F238E27FC236}">
                      <a16:creationId xmlns:a16="http://schemas.microsoft.com/office/drawing/2014/main" id="{4C69761F-B5B8-E4D8-9E0D-5FB43001FD45}"/>
                    </a:ext>
                  </a:extLst>
                </p14:cNvPr>
                <p14:cNvContentPartPr/>
                <p14:nvPr/>
              </p14:nvContentPartPr>
              <p14:xfrm>
                <a:off x="2830838" y="1382903"/>
                <a:ext cx="239400" cy="241200"/>
              </p14:xfrm>
            </p:contentPart>
          </mc:Choice>
          <mc:Fallback xmlns="">
            <p:pic>
              <p:nvPicPr>
                <p:cNvPr id="50" name="Ink 49">
                  <a:extLst>
                    <a:ext uri="{FF2B5EF4-FFF2-40B4-BE49-F238E27FC236}">
                      <a16:creationId xmlns:a16="http://schemas.microsoft.com/office/drawing/2014/main" id="{4C69761F-B5B8-E4D8-9E0D-5FB43001FD45}"/>
                    </a:ext>
                  </a:extLst>
                </p:cNvPr>
                <p:cNvPicPr/>
                <p:nvPr/>
              </p:nvPicPr>
              <p:blipFill>
                <a:blip r:embed="rId41"/>
                <a:stretch>
                  <a:fillRect/>
                </a:stretch>
              </p:blipFill>
              <p:spPr>
                <a:xfrm>
                  <a:off x="2821838" y="1373903"/>
                  <a:ext cx="2570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 name="Ink 50">
                  <a:extLst>
                    <a:ext uri="{FF2B5EF4-FFF2-40B4-BE49-F238E27FC236}">
                      <a16:creationId xmlns:a16="http://schemas.microsoft.com/office/drawing/2014/main" id="{6133C736-9B1D-E0BA-2011-049FFA2542E0}"/>
                    </a:ext>
                  </a:extLst>
                </p14:cNvPr>
                <p14:cNvContentPartPr/>
                <p14:nvPr/>
              </p14:nvContentPartPr>
              <p14:xfrm>
                <a:off x="3098678" y="1365263"/>
                <a:ext cx="183600" cy="220680"/>
              </p14:xfrm>
            </p:contentPart>
          </mc:Choice>
          <mc:Fallback xmlns="">
            <p:pic>
              <p:nvPicPr>
                <p:cNvPr id="51" name="Ink 50">
                  <a:extLst>
                    <a:ext uri="{FF2B5EF4-FFF2-40B4-BE49-F238E27FC236}">
                      <a16:creationId xmlns:a16="http://schemas.microsoft.com/office/drawing/2014/main" id="{6133C736-9B1D-E0BA-2011-049FFA2542E0}"/>
                    </a:ext>
                  </a:extLst>
                </p:cNvPr>
                <p:cNvPicPr/>
                <p:nvPr/>
              </p:nvPicPr>
              <p:blipFill>
                <a:blip r:embed="rId43"/>
                <a:stretch>
                  <a:fillRect/>
                </a:stretch>
              </p:blipFill>
              <p:spPr>
                <a:xfrm>
                  <a:off x="3089678" y="1356623"/>
                  <a:ext cx="2012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0" name="Ink 59">
                  <a:extLst>
                    <a:ext uri="{FF2B5EF4-FFF2-40B4-BE49-F238E27FC236}">
                      <a16:creationId xmlns:a16="http://schemas.microsoft.com/office/drawing/2014/main" id="{6BB5705E-0A7D-0B72-3631-5AB59AA81B54}"/>
                    </a:ext>
                  </a:extLst>
                </p14:cNvPr>
                <p14:cNvContentPartPr/>
                <p14:nvPr/>
              </p14:nvContentPartPr>
              <p14:xfrm>
                <a:off x="3888158" y="1709423"/>
                <a:ext cx="1601280" cy="2008440"/>
              </p14:xfrm>
            </p:contentPart>
          </mc:Choice>
          <mc:Fallback xmlns="">
            <p:pic>
              <p:nvPicPr>
                <p:cNvPr id="60" name="Ink 59">
                  <a:extLst>
                    <a:ext uri="{FF2B5EF4-FFF2-40B4-BE49-F238E27FC236}">
                      <a16:creationId xmlns:a16="http://schemas.microsoft.com/office/drawing/2014/main" id="{6BB5705E-0A7D-0B72-3631-5AB59AA81B54}"/>
                    </a:ext>
                  </a:extLst>
                </p:cNvPr>
                <p:cNvPicPr/>
                <p:nvPr/>
              </p:nvPicPr>
              <p:blipFill>
                <a:blip r:embed="rId45"/>
                <a:stretch>
                  <a:fillRect/>
                </a:stretch>
              </p:blipFill>
              <p:spPr>
                <a:xfrm>
                  <a:off x="3879158" y="1700783"/>
                  <a:ext cx="1618920" cy="2026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1" name="Ink 60">
                  <a:extLst>
                    <a:ext uri="{FF2B5EF4-FFF2-40B4-BE49-F238E27FC236}">
                      <a16:creationId xmlns:a16="http://schemas.microsoft.com/office/drawing/2014/main" id="{730C9E28-2F1D-A10F-066C-B781AFCF2833}"/>
                    </a:ext>
                  </a:extLst>
                </p14:cNvPr>
                <p14:cNvContentPartPr/>
                <p14:nvPr/>
              </p14:nvContentPartPr>
              <p14:xfrm>
                <a:off x="5401598" y="3607343"/>
                <a:ext cx="65520" cy="116280"/>
              </p14:xfrm>
            </p:contentPart>
          </mc:Choice>
          <mc:Fallback xmlns="">
            <p:pic>
              <p:nvPicPr>
                <p:cNvPr id="61" name="Ink 60">
                  <a:extLst>
                    <a:ext uri="{FF2B5EF4-FFF2-40B4-BE49-F238E27FC236}">
                      <a16:creationId xmlns:a16="http://schemas.microsoft.com/office/drawing/2014/main" id="{730C9E28-2F1D-A10F-066C-B781AFCF2833}"/>
                    </a:ext>
                  </a:extLst>
                </p:cNvPr>
                <p:cNvPicPr/>
                <p:nvPr/>
              </p:nvPicPr>
              <p:blipFill>
                <a:blip r:embed="rId47"/>
                <a:stretch>
                  <a:fillRect/>
                </a:stretch>
              </p:blipFill>
              <p:spPr>
                <a:xfrm>
                  <a:off x="5392598" y="3598703"/>
                  <a:ext cx="831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2" name="Ink 61">
                  <a:extLst>
                    <a:ext uri="{FF2B5EF4-FFF2-40B4-BE49-F238E27FC236}">
                      <a16:creationId xmlns:a16="http://schemas.microsoft.com/office/drawing/2014/main" id="{8B33D5BA-E9F5-5505-B91C-FE1572D84E26}"/>
                    </a:ext>
                  </a:extLst>
                </p14:cNvPr>
                <p14:cNvContentPartPr/>
                <p14:nvPr/>
              </p14:nvContentPartPr>
              <p14:xfrm>
                <a:off x="5465318" y="3637583"/>
                <a:ext cx="132120" cy="118800"/>
              </p14:xfrm>
            </p:contentPart>
          </mc:Choice>
          <mc:Fallback xmlns="">
            <p:pic>
              <p:nvPicPr>
                <p:cNvPr id="62" name="Ink 61">
                  <a:extLst>
                    <a:ext uri="{FF2B5EF4-FFF2-40B4-BE49-F238E27FC236}">
                      <a16:creationId xmlns:a16="http://schemas.microsoft.com/office/drawing/2014/main" id="{8B33D5BA-E9F5-5505-B91C-FE1572D84E26}"/>
                    </a:ext>
                  </a:extLst>
                </p:cNvPr>
                <p:cNvPicPr/>
                <p:nvPr/>
              </p:nvPicPr>
              <p:blipFill>
                <a:blip r:embed="rId49"/>
                <a:stretch>
                  <a:fillRect/>
                </a:stretch>
              </p:blipFill>
              <p:spPr>
                <a:xfrm>
                  <a:off x="5456678" y="3628943"/>
                  <a:ext cx="1497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4" name="Ink 63">
                  <a:extLst>
                    <a:ext uri="{FF2B5EF4-FFF2-40B4-BE49-F238E27FC236}">
                      <a16:creationId xmlns:a16="http://schemas.microsoft.com/office/drawing/2014/main" id="{A08373BD-8041-9472-DF48-ECB072A9B93D}"/>
                    </a:ext>
                  </a:extLst>
                </p14:cNvPr>
                <p14:cNvContentPartPr/>
                <p14:nvPr/>
              </p14:nvContentPartPr>
              <p14:xfrm>
                <a:off x="4283438" y="1639943"/>
                <a:ext cx="1522440" cy="2155680"/>
              </p14:xfrm>
            </p:contentPart>
          </mc:Choice>
          <mc:Fallback xmlns="">
            <p:pic>
              <p:nvPicPr>
                <p:cNvPr id="64" name="Ink 63">
                  <a:extLst>
                    <a:ext uri="{FF2B5EF4-FFF2-40B4-BE49-F238E27FC236}">
                      <a16:creationId xmlns:a16="http://schemas.microsoft.com/office/drawing/2014/main" id="{A08373BD-8041-9472-DF48-ECB072A9B93D}"/>
                    </a:ext>
                  </a:extLst>
                </p:cNvPr>
                <p:cNvPicPr/>
                <p:nvPr/>
              </p:nvPicPr>
              <p:blipFill>
                <a:blip r:embed="rId51"/>
                <a:stretch>
                  <a:fillRect/>
                </a:stretch>
              </p:blipFill>
              <p:spPr>
                <a:xfrm>
                  <a:off x="4274438" y="1630943"/>
                  <a:ext cx="1540080" cy="2173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5" name="Ink 64">
                  <a:extLst>
                    <a:ext uri="{FF2B5EF4-FFF2-40B4-BE49-F238E27FC236}">
                      <a16:creationId xmlns:a16="http://schemas.microsoft.com/office/drawing/2014/main" id="{E75EDB65-9E2C-E430-02E9-DB8DCC9BC6B9}"/>
                    </a:ext>
                  </a:extLst>
                </p14:cNvPr>
                <p14:cNvContentPartPr/>
                <p14:nvPr/>
              </p14:nvContentPartPr>
              <p14:xfrm>
                <a:off x="4148798" y="1640663"/>
                <a:ext cx="116280" cy="170640"/>
              </p14:xfrm>
            </p:contentPart>
          </mc:Choice>
          <mc:Fallback xmlns="">
            <p:pic>
              <p:nvPicPr>
                <p:cNvPr id="65" name="Ink 64">
                  <a:extLst>
                    <a:ext uri="{FF2B5EF4-FFF2-40B4-BE49-F238E27FC236}">
                      <a16:creationId xmlns:a16="http://schemas.microsoft.com/office/drawing/2014/main" id="{E75EDB65-9E2C-E430-02E9-DB8DCC9BC6B9}"/>
                    </a:ext>
                  </a:extLst>
                </p:cNvPr>
                <p:cNvPicPr/>
                <p:nvPr/>
              </p:nvPicPr>
              <p:blipFill>
                <a:blip r:embed="rId53"/>
                <a:stretch>
                  <a:fillRect/>
                </a:stretch>
              </p:blipFill>
              <p:spPr>
                <a:xfrm>
                  <a:off x="4140158" y="1631663"/>
                  <a:ext cx="1339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6" name="Ink 65">
                  <a:extLst>
                    <a:ext uri="{FF2B5EF4-FFF2-40B4-BE49-F238E27FC236}">
                      <a16:creationId xmlns:a16="http://schemas.microsoft.com/office/drawing/2014/main" id="{1AA5334F-64CE-8525-F49E-5A0A577028A4}"/>
                    </a:ext>
                  </a:extLst>
                </p14:cNvPr>
                <p14:cNvContentPartPr/>
                <p14:nvPr/>
              </p14:nvContentPartPr>
              <p14:xfrm>
                <a:off x="4214678" y="1658303"/>
                <a:ext cx="146520" cy="168840"/>
              </p14:xfrm>
            </p:contentPart>
          </mc:Choice>
          <mc:Fallback xmlns="">
            <p:pic>
              <p:nvPicPr>
                <p:cNvPr id="66" name="Ink 65">
                  <a:extLst>
                    <a:ext uri="{FF2B5EF4-FFF2-40B4-BE49-F238E27FC236}">
                      <a16:creationId xmlns:a16="http://schemas.microsoft.com/office/drawing/2014/main" id="{1AA5334F-64CE-8525-F49E-5A0A577028A4}"/>
                    </a:ext>
                  </a:extLst>
                </p:cNvPr>
                <p:cNvPicPr/>
                <p:nvPr/>
              </p:nvPicPr>
              <p:blipFill>
                <a:blip r:embed="rId55"/>
                <a:stretch>
                  <a:fillRect/>
                </a:stretch>
              </p:blipFill>
              <p:spPr>
                <a:xfrm>
                  <a:off x="4206038" y="1649303"/>
                  <a:ext cx="1641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3" name="Ink 12">
                  <a:extLst>
                    <a:ext uri="{FF2B5EF4-FFF2-40B4-BE49-F238E27FC236}">
                      <a16:creationId xmlns:a16="http://schemas.microsoft.com/office/drawing/2014/main" id="{3B335948-5644-C3E5-6B68-BF9972FEB771}"/>
                    </a:ext>
                  </a:extLst>
                </p14:cNvPr>
                <p14:cNvContentPartPr/>
                <p14:nvPr/>
              </p14:nvContentPartPr>
              <p14:xfrm>
                <a:off x="4039358" y="4906943"/>
                <a:ext cx="45360" cy="167760"/>
              </p14:xfrm>
            </p:contentPart>
          </mc:Choice>
          <mc:Fallback xmlns="">
            <p:pic>
              <p:nvPicPr>
                <p:cNvPr id="13" name="Ink 12">
                  <a:extLst>
                    <a:ext uri="{FF2B5EF4-FFF2-40B4-BE49-F238E27FC236}">
                      <a16:creationId xmlns:a16="http://schemas.microsoft.com/office/drawing/2014/main" id="{3B335948-5644-C3E5-6B68-BF9972FEB771}"/>
                    </a:ext>
                  </a:extLst>
                </p:cNvPr>
                <p:cNvPicPr/>
                <p:nvPr/>
              </p:nvPicPr>
              <p:blipFill>
                <a:blip r:embed="rId57"/>
                <a:stretch>
                  <a:fillRect/>
                </a:stretch>
              </p:blipFill>
              <p:spPr>
                <a:xfrm>
                  <a:off x="4030718" y="4898303"/>
                  <a:ext cx="630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 name="Ink 13">
                  <a:extLst>
                    <a:ext uri="{FF2B5EF4-FFF2-40B4-BE49-F238E27FC236}">
                      <a16:creationId xmlns:a16="http://schemas.microsoft.com/office/drawing/2014/main" id="{FC4C2985-C99B-414E-F40C-95422D3C3993}"/>
                    </a:ext>
                  </a:extLst>
                </p14:cNvPr>
                <p14:cNvContentPartPr/>
                <p14:nvPr/>
              </p14:nvContentPartPr>
              <p14:xfrm>
                <a:off x="4094798" y="4775183"/>
                <a:ext cx="26640" cy="22680"/>
              </p14:xfrm>
            </p:contentPart>
          </mc:Choice>
          <mc:Fallback xmlns="">
            <p:pic>
              <p:nvPicPr>
                <p:cNvPr id="14" name="Ink 13">
                  <a:extLst>
                    <a:ext uri="{FF2B5EF4-FFF2-40B4-BE49-F238E27FC236}">
                      <a16:creationId xmlns:a16="http://schemas.microsoft.com/office/drawing/2014/main" id="{FC4C2985-C99B-414E-F40C-95422D3C3993}"/>
                    </a:ext>
                  </a:extLst>
                </p:cNvPr>
                <p:cNvPicPr/>
                <p:nvPr/>
              </p:nvPicPr>
              <p:blipFill>
                <a:blip r:embed="rId59"/>
                <a:stretch>
                  <a:fillRect/>
                </a:stretch>
              </p:blipFill>
              <p:spPr>
                <a:xfrm>
                  <a:off x="4085798" y="4766183"/>
                  <a:ext cx="442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5" name="Ink 14">
                  <a:extLst>
                    <a:ext uri="{FF2B5EF4-FFF2-40B4-BE49-F238E27FC236}">
                      <a16:creationId xmlns:a16="http://schemas.microsoft.com/office/drawing/2014/main" id="{EF617EAC-A1E3-0D08-6A10-2A09321F08A7}"/>
                    </a:ext>
                  </a:extLst>
                </p14:cNvPr>
                <p14:cNvContentPartPr/>
                <p14:nvPr/>
              </p14:nvContentPartPr>
              <p14:xfrm>
                <a:off x="4166438" y="4801823"/>
                <a:ext cx="140760" cy="232560"/>
              </p14:xfrm>
            </p:contentPart>
          </mc:Choice>
          <mc:Fallback xmlns="">
            <p:pic>
              <p:nvPicPr>
                <p:cNvPr id="15" name="Ink 14">
                  <a:extLst>
                    <a:ext uri="{FF2B5EF4-FFF2-40B4-BE49-F238E27FC236}">
                      <a16:creationId xmlns:a16="http://schemas.microsoft.com/office/drawing/2014/main" id="{EF617EAC-A1E3-0D08-6A10-2A09321F08A7}"/>
                    </a:ext>
                  </a:extLst>
                </p:cNvPr>
                <p:cNvPicPr/>
                <p:nvPr/>
              </p:nvPicPr>
              <p:blipFill>
                <a:blip r:embed="rId61"/>
                <a:stretch>
                  <a:fillRect/>
                </a:stretch>
              </p:blipFill>
              <p:spPr>
                <a:xfrm>
                  <a:off x="4157798" y="4793183"/>
                  <a:ext cx="1584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6" name="Ink 15">
                  <a:extLst>
                    <a:ext uri="{FF2B5EF4-FFF2-40B4-BE49-F238E27FC236}">
                      <a16:creationId xmlns:a16="http://schemas.microsoft.com/office/drawing/2014/main" id="{3AA8C66C-40EF-22C7-D651-4265714B6E9F}"/>
                    </a:ext>
                  </a:extLst>
                </p14:cNvPr>
                <p14:cNvContentPartPr/>
                <p14:nvPr/>
              </p14:nvContentPartPr>
              <p14:xfrm>
                <a:off x="4699238" y="4868063"/>
                <a:ext cx="193680" cy="162360"/>
              </p14:xfrm>
            </p:contentPart>
          </mc:Choice>
          <mc:Fallback xmlns="">
            <p:pic>
              <p:nvPicPr>
                <p:cNvPr id="16" name="Ink 15">
                  <a:extLst>
                    <a:ext uri="{FF2B5EF4-FFF2-40B4-BE49-F238E27FC236}">
                      <a16:creationId xmlns:a16="http://schemas.microsoft.com/office/drawing/2014/main" id="{3AA8C66C-40EF-22C7-D651-4265714B6E9F}"/>
                    </a:ext>
                  </a:extLst>
                </p:cNvPr>
                <p:cNvPicPr/>
                <p:nvPr/>
              </p:nvPicPr>
              <p:blipFill>
                <a:blip r:embed="rId63"/>
                <a:stretch>
                  <a:fillRect/>
                </a:stretch>
              </p:blipFill>
              <p:spPr>
                <a:xfrm>
                  <a:off x="4690238" y="4859063"/>
                  <a:ext cx="211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7" name="Ink 16">
                  <a:extLst>
                    <a:ext uri="{FF2B5EF4-FFF2-40B4-BE49-F238E27FC236}">
                      <a16:creationId xmlns:a16="http://schemas.microsoft.com/office/drawing/2014/main" id="{54C919C7-8D84-4295-CF0D-F79192123B6E}"/>
                    </a:ext>
                  </a:extLst>
                </p14:cNvPr>
                <p14:cNvContentPartPr/>
                <p14:nvPr/>
              </p14:nvContentPartPr>
              <p14:xfrm>
                <a:off x="4965638" y="4904423"/>
                <a:ext cx="87120" cy="122040"/>
              </p14:xfrm>
            </p:contentPart>
          </mc:Choice>
          <mc:Fallback xmlns="">
            <p:pic>
              <p:nvPicPr>
                <p:cNvPr id="17" name="Ink 16">
                  <a:extLst>
                    <a:ext uri="{FF2B5EF4-FFF2-40B4-BE49-F238E27FC236}">
                      <a16:creationId xmlns:a16="http://schemas.microsoft.com/office/drawing/2014/main" id="{54C919C7-8D84-4295-CF0D-F79192123B6E}"/>
                    </a:ext>
                  </a:extLst>
                </p:cNvPr>
                <p:cNvPicPr/>
                <p:nvPr/>
              </p:nvPicPr>
              <p:blipFill>
                <a:blip r:embed="rId65"/>
                <a:stretch>
                  <a:fillRect/>
                </a:stretch>
              </p:blipFill>
              <p:spPr>
                <a:xfrm>
                  <a:off x="4956998" y="4895783"/>
                  <a:ext cx="1047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 name="Ink 17">
                  <a:extLst>
                    <a:ext uri="{FF2B5EF4-FFF2-40B4-BE49-F238E27FC236}">
                      <a16:creationId xmlns:a16="http://schemas.microsoft.com/office/drawing/2014/main" id="{CAC70B38-6A1B-E879-4F16-E521A9DAAE35}"/>
                    </a:ext>
                  </a:extLst>
                </p14:cNvPr>
                <p14:cNvContentPartPr/>
                <p14:nvPr/>
              </p14:nvContentPartPr>
              <p14:xfrm>
                <a:off x="5091638" y="4877783"/>
                <a:ext cx="291600" cy="135000"/>
              </p14:xfrm>
            </p:contentPart>
          </mc:Choice>
          <mc:Fallback xmlns="">
            <p:pic>
              <p:nvPicPr>
                <p:cNvPr id="18" name="Ink 17">
                  <a:extLst>
                    <a:ext uri="{FF2B5EF4-FFF2-40B4-BE49-F238E27FC236}">
                      <a16:creationId xmlns:a16="http://schemas.microsoft.com/office/drawing/2014/main" id="{CAC70B38-6A1B-E879-4F16-E521A9DAAE35}"/>
                    </a:ext>
                  </a:extLst>
                </p:cNvPr>
                <p:cNvPicPr/>
                <p:nvPr/>
              </p:nvPicPr>
              <p:blipFill>
                <a:blip r:embed="rId67"/>
                <a:stretch>
                  <a:fillRect/>
                </a:stretch>
              </p:blipFill>
              <p:spPr>
                <a:xfrm>
                  <a:off x="5082998" y="4868783"/>
                  <a:ext cx="3092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0" name="Ink 19">
                  <a:extLst>
                    <a:ext uri="{FF2B5EF4-FFF2-40B4-BE49-F238E27FC236}">
                      <a16:creationId xmlns:a16="http://schemas.microsoft.com/office/drawing/2014/main" id="{B69893A1-00AD-2AD6-A741-E22C39E6B913}"/>
                    </a:ext>
                  </a:extLst>
                </p14:cNvPr>
                <p14:cNvContentPartPr/>
                <p14:nvPr/>
              </p14:nvContentPartPr>
              <p14:xfrm>
                <a:off x="5905958" y="4847183"/>
                <a:ext cx="147960" cy="189360"/>
              </p14:xfrm>
            </p:contentPart>
          </mc:Choice>
          <mc:Fallback xmlns="">
            <p:pic>
              <p:nvPicPr>
                <p:cNvPr id="20" name="Ink 19">
                  <a:extLst>
                    <a:ext uri="{FF2B5EF4-FFF2-40B4-BE49-F238E27FC236}">
                      <a16:creationId xmlns:a16="http://schemas.microsoft.com/office/drawing/2014/main" id="{B69893A1-00AD-2AD6-A741-E22C39E6B913}"/>
                    </a:ext>
                  </a:extLst>
                </p:cNvPr>
                <p:cNvPicPr/>
                <p:nvPr/>
              </p:nvPicPr>
              <p:blipFill>
                <a:blip r:embed="rId69"/>
                <a:stretch>
                  <a:fillRect/>
                </a:stretch>
              </p:blipFill>
              <p:spPr>
                <a:xfrm>
                  <a:off x="5896958" y="4838183"/>
                  <a:ext cx="1656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1" name="Ink 20">
                  <a:extLst>
                    <a:ext uri="{FF2B5EF4-FFF2-40B4-BE49-F238E27FC236}">
                      <a16:creationId xmlns:a16="http://schemas.microsoft.com/office/drawing/2014/main" id="{0943250E-036A-8110-0E9C-FC6492332C4A}"/>
                    </a:ext>
                  </a:extLst>
                </p14:cNvPr>
                <p14:cNvContentPartPr/>
                <p14:nvPr/>
              </p14:nvContentPartPr>
              <p14:xfrm>
                <a:off x="6113678" y="4880303"/>
                <a:ext cx="125640" cy="142200"/>
              </p14:xfrm>
            </p:contentPart>
          </mc:Choice>
          <mc:Fallback xmlns="">
            <p:pic>
              <p:nvPicPr>
                <p:cNvPr id="21" name="Ink 20">
                  <a:extLst>
                    <a:ext uri="{FF2B5EF4-FFF2-40B4-BE49-F238E27FC236}">
                      <a16:creationId xmlns:a16="http://schemas.microsoft.com/office/drawing/2014/main" id="{0943250E-036A-8110-0E9C-FC6492332C4A}"/>
                    </a:ext>
                  </a:extLst>
                </p:cNvPr>
                <p:cNvPicPr/>
                <p:nvPr/>
              </p:nvPicPr>
              <p:blipFill>
                <a:blip r:embed="rId71"/>
                <a:stretch>
                  <a:fillRect/>
                </a:stretch>
              </p:blipFill>
              <p:spPr>
                <a:xfrm>
                  <a:off x="6105038" y="4871663"/>
                  <a:ext cx="1432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2" name="Ink 21">
                  <a:extLst>
                    <a:ext uri="{FF2B5EF4-FFF2-40B4-BE49-F238E27FC236}">
                      <a16:creationId xmlns:a16="http://schemas.microsoft.com/office/drawing/2014/main" id="{87A1CA01-96D7-3917-CCDB-B2D612C0331C}"/>
                    </a:ext>
                  </a:extLst>
                </p14:cNvPr>
                <p14:cNvContentPartPr/>
                <p14:nvPr/>
              </p14:nvContentPartPr>
              <p14:xfrm>
                <a:off x="6312758" y="4876703"/>
                <a:ext cx="120960" cy="138600"/>
              </p14:xfrm>
            </p:contentPart>
          </mc:Choice>
          <mc:Fallback xmlns="">
            <p:pic>
              <p:nvPicPr>
                <p:cNvPr id="22" name="Ink 21">
                  <a:extLst>
                    <a:ext uri="{FF2B5EF4-FFF2-40B4-BE49-F238E27FC236}">
                      <a16:creationId xmlns:a16="http://schemas.microsoft.com/office/drawing/2014/main" id="{87A1CA01-96D7-3917-CCDB-B2D612C0331C}"/>
                    </a:ext>
                  </a:extLst>
                </p:cNvPr>
                <p:cNvPicPr/>
                <p:nvPr/>
              </p:nvPicPr>
              <p:blipFill>
                <a:blip r:embed="rId73"/>
                <a:stretch>
                  <a:fillRect/>
                </a:stretch>
              </p:blipFill>
              <p:spPr>
                <a:xfrm>
                  <a:off x="6304118" y="4868063"/>
                  <a:ext cx="1386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3" name="Ink 22">
                  <a:extLst>
                    <a:ext uri="{FF2B5EF4-FFF2-40B4-BE49-F238E27FC236}">
                      <a16:creationId xmlns:a16="http://schemas.microsoft.com/office/drawing/2014/main" id="{C9257CED-7FFD-E1DE-231A-E8D9437D5D90}"/>
                    </a:ext>
                  </a:extLst>
                </p14:cNvPr>
                <p14:cNvContentPartPr/>
                <p14:nvPr/>
              </p14:nvContentPartPr>
              <p14:xfrm>
                <a:off x="6531278" y="4791023"/>
                <a:ext cx="102600" cy="243360"/>
              </p14:xfrm>
            </p:contentPart>
          </mc:Choice>
          <mc:Fallback xmlns="">
            <p:pic>
              <p:nvPicPr>
                <p:cNvPr id="23" name="Ink 22">
                  <a:extLst>
                    <a:ext uri="{FF2B5EF4-FFF2-40B4-BE49-F238E27FC236}">
                      <a16:creationId xmlns:a16="http://schemas.microsoft.com/office/drawing/2014/main" id="{C9257CED-7FFD-E1DE-231A-E8D9437D5D90}"/>
                    </a:ext>
                  </a:extLst>
                </p:cNvPr>
                <p:cNvPicPr/>
                <p:nvPr/>
              </p:nvPicPr>
              <p:blipFill>
                <a:blip r:embed="rId75"/>
                <a:stretch>
                  <a:fillRect/>
                </a:stretch>
              </p:blipFill>
              <p:spPr>
                <a:xfrm>
                  <a:off x="6522278" y="4782383"/>
                  <a:ext cx="1202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4" name="Ink 23">
                  <a:extLst>
                    <a:ext uri="{FF2B5EF4-FFF2-40B4-BE49-F238E27FC236}">
                      <a16:creationId xmlns:a16="http://schemas.microsoft.com/office/drawing/2014/main" id="{2A90C5FC-B18A-06A6-B179-81E9AEB57C70}"/>
                    </a:ext>
                  </a:extLst>
                </p14:cNvPr>
                <p14:cNvContentPartPr/>
                <p14:nvPr/>
              </p14:nvContentPartPr>
              <p14:xfrm>
                <a:off x="6670238" y="4867343"/>
                <a:ext cx="56160" cy="140040"/>
              </p14:xfrm>
            </p:contentPart>
          </mc:Choice>
          <mc:Fallback xmlns="">
            <p:pic>
              <p:nvPicPr>
                <p:cNvPr id="24" name="Ink 23">
                  <a:extLst>
                    <a:ext uri="{FF2B5EF4-FFF2-40B4-BE49-F238E27FC236}">
                      <a16:creationId xmlns:a16="http://schemas.microsoft.com/office/drawing/2014/main" id="{2A90C5FC-B18A-06A6-B179-81E9AEB57C70}"/>
                    </a:ext>
                  </a:extLst>
                </p:cNvPr>
                <p:cNvPicPr/>
                <p:nvPr/>
              </p:nvPicPr>
              <p:blipFill>
                <a:blip r:embed="rId77"/>
                <a:stretch>
                  <a:fillRect/>
                </a:stretch>
              </p:blipFill>
              <p:spPr>
                <a:xfrm>
                  <a:off x="6661598" y="4858343"/>
                  <a:ext cx="738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5" name="Ink 24">
                  <a:extLst>
                    <a:ext uri="{FF2B5EF4-FFF2-40B4-BE49-F238E27FC236}">
                      <a16:creationId xmlns:a16="http://schemas.microsoft.com/office/drawing/2014/main" id="{462AEEB6-37BE-038F-63C0-DF04A8D51A48}"/>
                    </a:ext>
                  </a:extLst>
                </p14:cNvPr>
                <p14:cNvContentPartPr/>
                <p14:nvPr/>
              </p14:nvContentPartPr>
              <p14:xfrm>
                <a:off x="6670238" y="4844303"/>
                <a:ext cx="170280" cy="182880"/>
              </p14:xfrm>
            </p:contentPart>
          </mc:Choice>
          <mc:Fallback xmlns="">
            <p:pic>
              <p:nvPicPr>
                <p:cNvPr id="25" name="Ink 24">
                  <a:extLst>
                    <a:ext uri="{FF2B5EF4-FFF2-40B4-BE49-F238E27FC236}">
                      <a16:creationId xmlns:a16="http://schemas.microsoft.com/office/drawing/2014/main" id="{462AEEB6-37BE-038F-63C0-DF04A8D51A48}"/>
                    </a:ext>
                  </a:extLst>
                </p:cNvPr>
                <p:cNvPicPr/>
                <p:nvPr/>
              </p:nvPicPr>
              <p:blipFill>
                <a:blip r:embed="rId79"/>
                <a:stretch>
                  <a:fillRect/>
                </a:stretch>
              </p:blipFill>
              <p:spPr>
                <a:xfrm>
                  <a:off x="6661238" y="4835303"/>
                  <a:ext cx="18792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6" name="Ink 25">
                  <a:extLst>
                    <a:ext uri="{FF2B5EF4-FFF2-40B4-BE49-F238E27FC236}">
                      <a16:creationId xmlns:a16="http://schemas.microsoft.com/office/drawing/2014/main" id="{D706810F-8AA8-92CF-31AD-B9B453D5C06B}"/>
                    </a:ext>
                  </a:extLst>
                </p14:cNvPr>
                <p14:cNvContentPartPr/>
                <p14:nvPr/>
              </p14:nvContentPartPr>
              <p14:xfrm>
                <a:off x="6920078" y="4883183"/>
                <a:ext cx="63720" cy="132120"/>
              </p14:xfrm>
            </p:contentPart>
          </mc:Choice>
          <mc:Fallback xmlns="">
            <p:pic>
              <p:nvPicPr>
                <p:cNvPr id="26" name="Ink 25">
                  <a:extLst>
                    <a:ext uri="{FF2B5EF4-FFF2-40B4-BE49-F238E27FC236}">
                      <a16:creationId xmlns:a16="http://schemas.microsoft.com/office/drawing/2014/main" id="{D706810F-8AA8-92CF-31AD-B9B453D5C06B}"/>
                    </a:ext>
                  </a:extLst>
                </p:cNvPr>
                <p:cNvPicPr/>
                <p:nvPr/>
              </p:nvPicPr>
              <p:blipFill>
                <a:blip r:embed="rId81"/>
                <a:stretch>
                  <a:fillRect/>
                </a:stretch>
              </p:blipFill>
              <p:spPr>
                <a:xfrm>
                  <a:off x="6911438" y="4874543"/>
                  <a:ext cx="8136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7" name="Ink 26">
                  <a:extLst>
                    <a:ext uri="{FF2B5EF4-FFF2-40B4-BE49-F238E27FC236}">
                      <a16:creationId xmlns:a16="http://schemas.microsoft.com/office/drawing/2014/main" id="{E1DABD5A-BF84-8DD4-8AB5-731E967B3D4C}"/>
                    </a:ext>
                  </a:extLst>
                </p14:cNvPr>
                <p14:cNvContentPartPr/>
                <p14:nvPr/>
              </p14:nvContentPartPr>
              <p14:xfrm>
                <a:off x="7073438" y="4845023"/>
                <a:ext cx="261360" cy="173520"/>
              </p14:xfrm>
            </p:contentPart>
          </mc:Choice>
          <mc:Fallback xmlns="">
            <p:pic>
              <p:nvPicPr>
                <p:cNvPr id="27" name="Ink 26">
                  <a:extLst>
                    <a:ext uri="{FF2B5EF4-FFF2-40B4-BE49-F238E27FC236}">
                      <a16:creationId xmlns:a16="http://schemas.microsoft.com/office/drawing/2014/main" id="{E1DABD5A-BF84-8DD4-8AB5-731E967B3D4C}"/>
                    </a:ext>
                  </a:extLst>
                </p:cNvPr>
                <p:cNvPicPr/>
                <p:nvPr/>
              </p:nvPicPr>
              <p:blipFill>
                <a:blip r:embed="rId83"/>
                <a:stretch>
                  <a:fillRect/>
                </a:stretch>
              </p:blipFill>
              <p:spPr>
                <a:xfrm>
                  <a:off x="7064438" y="4836383"/>
                  <a:ext cx="2790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7" name="Ink 36">
                  <a:extLst>
                    <a:ext uri="{FF2B5EF4-FFF2-40B4-BE49-F238E27FC236}">
                      <a16:creationId xmlns:a16="http://schemas.microsoft.com/office/drawing/2014/main" id="{601E87BB-85EA-0C5E-D86E-1AEDBB5F8CCA}"/>
                    </a:ext>
                  </a:extLst>
                </p14:cNvPr>
                <p14:cNvContentPartPr/>
                <p14:nvPr/>
              </p14:nvContentPartPr>
              <p14:xfrm>
                <a:off x="6151478" y="5945903"/>
                <a:ext cx="169560" cy="194040"/>
              </p14:xfrm>
            </p:contentPart>
          </mc:Choice>
          <mc:Fallback xmlns="">
            <p:pic>
              <p:nvPicPr>
                <p:cNvPr id="37" name="Ink 36">
                  <a:extLst>
                    <a:ext uri="{FF2B5EF4-FFF2-40B4-BE49-F238E27FC236}">
                      <a16:creationId xmlns:a16="http://schemas.microsoft.com/office/drawing/2014/main" id="{601E87BB-85EA-0C5E-D86E-1AEDBB5F8CCA}"/>
                    </a:ext>
                  </a:extLst>
                </p:cNvPr>
                <p:cNvPicPr/>
                <p:nvPr/>
              </p:nvPicPr>
              <p:blipFill>
                <a:blip r:embed="rId85"/>
                <a:stretch>
                  <a:fillRect/>
                </a:stretch>
              </p:blipFill>
              <p:spPr>
                <a:xfrm>
                  <a:off x="6142478" y="5936903"/>
                  <a:ext cx="1872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8" name="Ink 37">
                  <a:extLst>
                    <a:ext uri="{FF2B5EF4-FFF2-40B4-BE49-F238E27FC236}">
                      <a16:creationId xmlns:a16="http://schemas.microsoft.com/office/drawing/2014/main" id="{F0260225-47C0-80D3-3180-915813816C8E}"/>
                    </a:ext>
                  </a:extLst>
                </p14:cNvPr>
                <p14:cNvContentPartPr/>
                <p14:nvPr/>
              </p14:nvContentPartPr>
              <p14:xfrm>
                <a:off x="6181358" y="6027263"/>
                <a:ext cx="137880" cy="91800"/>
              </p14:xfrm>
            </p:contentPart>
          </mc:Choice>
          <mc:Fallback xmlns="">
            <p:pic>
              <p:nvPicPr>
                <p:cNvPr id="38" name="Ink 37">
                  <a:extLst>
                    <a:ext uri="{FF2B5EF4-FFF2-40B4-BE49-F238E27FC236}">
                      <a16:creationId xmlns:a16="http://schemas.microsoft.com/office/drawing/2014/main" id="{F0260225-47C0-80D3-3180-915813816C8E}"/>
                    </a:ext>
                  </a:extLst>
                </p:cNvPr>
                <p:cNvPicPr/>
                <p:nvPr/>
              </p:nvPicPr>
              <p:blipFill>
                <a:blip r:embed="rId87"/>
                <a:stretch>
                  <a:fillRect/>
                </a:stretch>
              </p:blipFill>
              <p:spPr>
                <a:xfrm>
                  <a:off x="6172718" y="6018623"/>
                  <a:ext cx="1555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9" name="Ink 38">
                  <a:extLst>
                    <a:ext uri="{FF2B5EF4-FFF2-40B4-BE49-F238E27FC236}">
                      <a16:creationId xmlns:a16="http://schemas.microsoft.com/office/drawing/2014/main" id="{2B454976-94DA-11D5-F962-2953E0B1CC91}"/>
                    </a:ext>
                  </a:extLst>
                </p14:cNvPr>
                <p14:cNvContentPartPr/>
                <p14:nvPr/>
              </p14:nvContentPartPr>
              <p14:xfrm>
                <a:off x="6430118" y="5993423"/>
                <a:ext cx="148320" cy="91080"/>
              </p14:xfrm>
            </p:contentPart>
          </mc:Choice>
          <mc:Fallback xmlns="">
            <p:pic>
              <p:nvPicPr>
                <p:cNvPr id="39" name="Ink 38">
                  <a:extLst>
                    <a:ext uri="{FF2B5EF4-FFF2-40B4-BE49-F238E27FC236}">
                      <a16:creationId xmlns:a16="http://schemas.microsoft.com/office/drawing/2014/main" id="{2B454976-94DA-11D5-F962-2953E0B1CC91}"/>
                    </a:ext>
                  </a:extLst>
                </p:cNvPr>
                <p:cNvPicPr/>
                <p:nvPr/>
              </p:nvPicPr>
              <p:blipFill>
                <a:blip r:embed="rId89"/>
                <a:stretch>
                  <a:fillRect/>
                </a:stretch>
              </p:blipFill>
              <p:spPr>
                <a:xfrm>
                  <a:off x="6421118" y="5984783"/>
                  <a:ext cx="1659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9" name="Ink 28">
                  <a:extLst>
                    <a:ext uri="{FF2B5EF4-FFF2-40B4-BE49-F238E27FC236}">
                      <a16:creationId xmlns:a16="http://schemas.microsoft.com/office/drawing/2014/main" id="{B8F34D30-ED4F-4EC5-7F12-7E6B98E50470}"/>
                    </a:ext>
                  </a:extLst>
                </p14:cNvPr>
                <p14:cNvContentPartPr/>
                <p14:nvPr/>
              </p14:nvContentPartPr>
              <p14:xfrm>
                <a:off x="5940158" y="5226623"/>
                <a:ext cx="148680" cy="179640"/>
              </p14:xfrm>
            </p:contentPart>
          </mc:Choice>
          <mc:Fallback xmlns="">
            <p:pic>
              <p:nvPicPr>
                <p:cNvPr id="29" name="Ink 28">
                  <a:extLst>
                    <a:ext uri="{FF2B5EF4-FFF2-40B4-BE49-F238E27FC236}">
                      <a16:creationId xmlns:a16="http://schemas.microsoft.com/office/drawing/2014/main" id="{B8F34D30-ED4F-4EC5-7F12-7E6B98E50470}"/>
                    </a:ext>
                  </a:extLst>
                </p:cNvPr>
                <p:cNvPicPr/>
                <p:nvPr/>
              </p:nvPicPr>
              <p:blipFill>
                <a:blip r:embed="rId91"/>
                <a:stretch>
                  <a:fillRect/>
                </a:stretch>
              </p:blipFill>
              <p:spPr>
                <a:xfrm>
                  <a:off x="5931518" y="5217623"/>
                  <a:ext cx="1663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30" name="Ink 29">
                  <a:extLst>
                    <a:ext uri="{FF2B5EF4-FFF2-40B4-BE49-F238E27FC236}">
                      <a16:creationId xmlns:a16="http://schemas.microsoft.com/office/drawing/2014/main" id="{2BE33ACC-884C-9BEC-0EC3-C2BDBC3C032D}"/>
                    </a:ext>
                  </a:extLst>
                </p14:cNvPr>
                <p14:cNvContentPartPr/>
                <p14:nvPr/>
              </p14:nvContentPartPr>
              <p14:xfrm>
                <a:off x="6225998" y="5264423"/>
                <a:ext cx="74880" cy="176400"/>
              </p14:xfrm>
            </p:contentPart>
          </mc:Choice>
          <mc:Fallback xmlns="">
            <p:pic>
              <p:nvPicPr>
                <p:cNvPr id="30" name="Ink 29">
                  <a:extLst>
                    <a:ext uri="{FF2B5EF4-FFF2-40B4-BE49-F238E27FC236}">
                      <a16:creationId xmlns:a16="http://schemas.microsoft.com/office/drawing/2014/main" id="{2BE33ACC-884C-9BEC-0EC3-C2BDBC3C032D}"/>
                    </a:ext>
                  </a:extLst>
                </p:cNvPr>
                <p:cNvPicPr/>
                <p:nvPr/>
              </p:nvPicPr>
              <p:blipFill>
                <a:blip r:embed="rId93"/>
                <a:stretch>
                  <a:fillRect/>
                </a:stretch>
              </p:blipFill>
              <p:spPr>
                <a:xfrm>
                  <a:off x="6216998" y="5255423"/>
                  <a:ext cx="925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1" name="Ink 30">
                  <a:extLst>
                    <a:ext uri="{FF2B5EF4-FFF2-40B4-BE49-F238E27FC236}">
                      <a16:creationId xmlns:a16="http://schemas.microsoft.com/office/drawing/2014/main" id="{E180DDEE-C5BB-3810-A992-C958990EC571}"/>
                    </a:ext>
                  </a:extLst>
                </p14:cNvPr>
                <p14:cNvContentPartPr/>
                <p14:nvPr/>
              </p14:nvContentPartPr>
              <p14:xfrm>
                <a:off x="6287918" y="5249303"/>
                <a:ext cx="179280" cy="144000"/>
              </p14:xfrm>
            </p:contentPart>
          </mc:Choice>
          <mc:Fallback xmlns="">
            <p:pic>
              <p:nvPicPr>
                <p:cNvPr id="31" name="Ink 30">
                  <a:extLst>
                    <a:ext uri="{FF2B5EF4-FFF2-40B4-BE49-F238E27FC236}">
                      <a16:creationId xmlns:a16="http://schemas.microsoft.com/office/drawing/2014/main" id="{E180DDEE-C5BB-3810-A992-C958990EC571}"/>
                    </a:ext>
                  </a:extLst>
                </p:cNvPr>
                <p:cNvPicPr/>
                <p:nvPr/>
              </p:nvPicPr>
              <p:blipFill>
                <a:blip r:embed="rId95"/>
                <a:stretch>
                  <a:fillRect/>
                </a:stretch>
              </p:blipFill>
              <p:spPr>
                <a:xfrm>
                  <a:off x="6279278" y="5240663"/>
                  <a:ext cx="1969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2" name="Ink 31">
                  <a:extLst>
                    <a:ext uri="{FF2B5EF4-FFF2-40B4-BE49-F238E27FC236}">
                      <a16:creationId xmlns:a16="http://schemas.microsoft.com/office/drawing/2014/main" id="{19F8AB32-5EFD-FFEE-9015-BFD7E14F2BF0}"/>
                    </a:ext>
                  </a:extLst>
                </p14:cNvPr>
                <p14:cNvContentPartPr/>
                <p14:nvPr/>
              </p14:nvContentPartPr>
              <p14:xfrm>
                <a:off x="6582398" y="5252183"/>
                <a:ext cx="93240" cy="224280"/>
              </p14:xfrm>
            </p:contentPart>
          </mc:Choice>
          <mc:Fallback xmlns="">
            <p:pic>
              <p:nvPicPr>
                <p:cNvPr id="32" name="Ink 31">
                  <a:extLst>
                    <a:ext uri="{FF2B5EF4-FFF2-40B4-BE49-F238E27FC236}">
                      <a16:creationId xmlns:a16="http://schemas.microsoft.com/office/drawing/2014/main" id="{19F8AB32-5EFD-FFEE-9015-BFD7E14F2BF0}"/>
                    </a:ext>
                  </a:extLst>
                </p:cNvPr>
                <p:cNvPicPr/>
                <p:nvPr/>
              </p:nvPicPr>
              <p:blipFill>
                <a:blip r:embed="rId97"/>
                <a:stretch>
                  <a:fillRect/>
                </a:stretch>
              </p:blipFill>
              <p:spPr>
                <a:xfrm>
                  <a:off x="6573398" y="5243543"/>
                  <a:ext cx="1108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3" name="Ink 32">
                  <a:extLst>
                    <a:ext uri="{FF2B5EF4-FFF2-40B4-BE49-F238E27FC236}">
                      <a16:creationId xmlns:a16="http://schemas.microsoft.com/office/drawing/2014/main" id="{67B3C789-03FE-41B9-89E5-492024AA45C0}"/>
                    </a:ext>
                  </a:extLst>
                </p14:cNvPr>
                <p14:cNvContentPartPr/>
                <p14:nvPr/>
              </p14:nvContentPartPr>
              <p14:xfrm>
                <a:off x="6170918" y="5590943"/>
                <a:ext cx="179280" cy="226800"/>
              </p14:xfrm>
            </p:contentPart>
          </mc:Choice>
          <mc:Fallback xmlns="">
            <p:pic>
              <p:nvPicPr>
                <p:cNvPr id="33" name="Ink 32">
                  <a:extLst>
                    <a:ext uri="{FF2B5EF4-FFF2-40B4-BE49-F238E27FC236}">
                      <a16:creationId xmlns:a16="http://schemas.microsoft.com/office/drawing/2014/main" id="{67B3C789-03FE-41B9-89E5-492024AA45C0}"/>
                    </a:ext>
                  </a:extLst>
                </p:cNvPr>
                <p:cNvPicPr/>
                <p:nvPr/>
              </p:nvPicPr>
              <p:blipFill>
                <a:blip r:embed="rId99"/>
                <a:stretch>
                  <a:fillRect/>
                </a:stretch>
              </p:blipFill>
              <p:spPr>
                <a:xfrm>
                  <a:off x="6162278" y="5581943"/>
                  <a:ext cx="19692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4" name="Ink 33">
                  <a:extLst>
                    <a:ext uri="{FF2B5EF4-FFF2-40B4-BE49-F238E27FC236}">
                      <a16:creationId xmlns:a16="http://schemas.microsoft.com/office/drawing/2014/main" id="{78A223DA-6CC3-3C34-95A9-346A0D38A97C}"/>
                    </a:ext>
                  </a:extLst>
                </p14:cNvPr>
                <p14:cNvContentPartPr/>
                <p14:nvPr/>
              </p14:nvContentPartPr>
              <p14:xfrm>
                <a:off x="6400598" y="5572583"/>
                <a:ext cx="155880" cy="213480"/>
              </p14:xfrm>
            </p:contentPart>
          </mc:Choice>
          <mc:Fallback xmlns="">
            <p:pic>
              <p:nvPicPr>
                <p:cNvPr id="34" name="Ink 33">
                  <a:extLst>
                    <a:ext uri="{FF2B5EF4-FFF2-40B4-BE49-F238E27FC236}">
                      <a16:creationId xmlns:a16="http://schemas.microsoft.com/office/drawing/2014/main" id="{78A223DA-6CC3-3C34-95A9-346A0D38A97C}"/>
                    </a:ext>
                  </a:extLst>
                </p:cNvPr>
                <p:cNvPicPr/>
                <p:nvPr/>
              </p:nvPicPr>
              <p:blipFill>
                <a:blip r:embed="rId101"/>
                <a:stretch>
                  <a:fillRect/>
                </a:stretch>
              </p:blipFill>
              <p:spPr>
                <a:xfrm>
                  <a:off x="6391598" y="5563583"/>
                  <a:ext cx="1735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5" name="Ink 34">
                  <a:extLst>
                    <a:ext uri="{FF2B5EF4-FFF2-40B4-BE49-F238E27FC236}">
                      <a16:creationId xmlns:a16="http://schemas.microsoft.com/office/drawing/2014/main" id="{00DEC83F-7150-FD5C-1A0D-CA200A056627}"/>
                    </a:ext>
                  </a:extLst>
                </p14:cNvPr>
                <p14:cNvContentPartPr/>
                <p14:nvPr/>
              </p14:nvContentPartPr>
              <p14:xfrm>
                <a:off x="6450638" y="5674103"/>
                <a:ext cx="97200" cy="13320"/>
              </p14:xfrm>
            </p:contentPart>
          </mc:Choice>
          <mc:Fallback xmlns="">
            <p:pic>
              <p:nvPicPr>
                <p:cNvPr id="35" name="Ink 34">
                  <a:extLst>
                    <a:ext uri="{FF2B5EF4-FFF2-40B4-BE49-F238E27FC236}">
                      <a16:creationId xmlns:a16="http://schemas.microsoft.com/office/drawing/2014/main" id="{00DEC83F-7150-FD5C-1A0D-CA200A056627}"/>
                    </a:ext>
                  </a:extLst>
                </p:cNvPr>
                <p:cNvPicPr/>
                <p:nvPr/>
              </p:nvPicPr>
              <p:blipFill>
                <a:blip r:embed="rId103"/>
                <a:stretch>
                  <a:fillRect/>
                </a:stretch>
              </p:blipFill>
              <p:spPr>
                <a:xfrm>
                  <a:off x="6441998" y="5665463"/>
                  <a:ext cx="1148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8" name="Ink 67">
                  <a:extLst>
                    <a:ext uri="{FF2B5EF4-FFF2-40B4-BE49-F238E27FC236}">
                      <a16:creationId xmlns:a16="http://schemas.microsoft.com/office/drawing/2014/main" id="{455EA3DE-4585-66C5-B931-AD223F770DC4}"/>
                    </a:ext>
                  </a:extLst>
                </p14:cNvPr>
                <p14:cNvContentPartPr/>
                <p14:nvPr/>
              </p14:nvContentPartPr>
              <p14:xfrm>
                <a:off x="6801638" y="5201063"/>
                <a:ext cx="290160" cy="187200"/>
              </p14:xfrm>
            </p:contentPart>
          </mc:Choice>
          <mc:Fallback xmlns="">
            <p:pic>
              <p:nvPicPr>
                <p:cNvPr id="68" name="Ink 67">
                  <a:extLst>
                    <a:ext uri="{FF2B5EF4-FFF2-40B4-BE49-F238E27FC236}">
                      <a16:creationId xmlns:a16="http://schemas.microsoft.com/office/drawing/2014/main" id="{455EA3DE-4585-66C5-B931-AD223F770DC4}"/>
                    </a:ext>
                  </a:extLst>
                </p:cNvPr>
                <p:cNvPicPr/>
                <p:nvPr/>
              </p:nvPicPr>
              <p:blipFill>
                <a:blip r:embed="rId105"/>
                <a:stretch>
                  <a:fillRect/>
                </a:stretch>
              </p:blipFill>
              <p:spPr>
                <a:xfrm>
                  <a:off x="6792638" y="5192063"/>
                  <a:ext cx="3078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F8849DCE-73AC-85C6-BCE0-BEAB08532A4D}"/>
                    </a:ext>
                  </a:extLst>
                </p14:cNvPr>
                <p14:cNvContentPartPr/>
                <p14:nvPr/>
              </p14:nvContentPartPr>
              <p14:xfrm>
                <a:off x="6645038" y="5547743"/>
                <a:ext cx="245880" cy="189000"/>
              </p14:xfrm>
            </p:contentPart>
          </mc:Choice>
          <mc:Fallback xmlns="">
            <p:pic>
              <p:nvPicPr>
                <p:cNvPr id="69" name="Ink 68">
                  <a:extLst>
                    <a:ext uri="{FF2B5EF4-FFF2-40B4-BE49-F238E27FC236}">
                      <a16:creationId xmlns:a16="http://schemas.microsoft.com/office/drawing/2014/main" id="{F8849DCE-73AC-85C6-BCE0-BEAB08532A4D}"/>
                    </a:ext>
                  </a:extLst>
                </p:cNvPr>
                <p:cNvPicPr/>
                <p:nvPr/>
              </p:nvPicPr>
              <p:blipFill>
                <a:blip r:embed="rId107"/>
                <a:stretch>
                  <a:fillRect/>
                </a:stretch>
              </p:blipFill>
              <p:spPr>
                <a:xfrm>
                  <a:off x="6636038" y="5539103"/>
                  <a:ext cx="2635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8" name="Ink 97">
                  <a:extLst>
                    <a:ext uri="{FF2B5EF4-FFF2-40B4-BE49-F238E27FC236}">
                      <a16:creationId xmlns:a16="http://schemas.microsoft.com/office/drawing/2014/main" id="{A2816A91-02FD-42C0-18E6-C8EC94FF0DDD}"/>
                    </a:ext>
                  </a:extLst>
                </p14:cNvPr>
                <p14:cNvContentPartPr/>
                <p14:nvPr/>
              </p14:nvContentPartPr>
              <p14:xfrm>
                <a:off x="4050158" y="5121143"/>
                <a:ext cx="3171600" cy="472320"/>
              </p14:xfrm>
            </p:contentPart>
          </mc:Choice>
          <mc:Fallback xmlns="">
            <p:pic>
              <p:nvPicPr>
                <p:cNvPr id="98" name="Ink 97">
                  <a:extLst>
                    <a:ext uri="{FF2B5EF4-FFF2-40B4-BE49-F238E27FC236}">
                      <a16:creationId xmlns:a16="http://schemas.microsoft.com/office/drawing/2014/main" id="{A2816A91-02FD-42C0-18E6-C8EC94FF0DDD}"/>
                    </a:ext>
                  </a:extLst>
                </p:cNvPr>
                <p:cNvPicPr/>
                <p:nvPr/>
              </p:nvPicPr>
              <p:blipFill>
                <a:blip r:embed="rId109"/>
                <a:stretch>
                  <a:fillRect/>
                </a:stretch>
              </p:blipFill>
              <p:spPr>
                <a:xfrm>
                  <a:off x="4041158" y="5112143"/>
                  <a:ext cx="318924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9" name="Ink 98">
                  <a:extLst>
                    <a:ext uri="{FF2B5EF4-FFF2-40B4-BE49-F238E27FC236}">
                      <a16:creationId xmlns:a16="http://schemas.microsoft.com/office/drawing/2014/main" id="{5B66A89B-3283-F7F6-9FEA-E70EAF8AE56E}"/>
                    </a:ext>
                  </a:extLst>
                </p14:cNvPr>
                <p14:cNvContentPartPr/>
                <p14:nvPr/>
              </p14:nvContentPartPr>
              <p14:xfrm>
                <a:off x="4221878" y="5582303"/>
                <a:ext cx="2881440" cy="279000"/>
              </p14:xfrm>
            </p:contentPart>
          </mc:Choice>
          <mc:Fallback xmlns="">
            <p:pic>
              <p:nvPicPr>
                <p:cNvPr id="99" name="Ink 98">
                  <a:extLst>
                    <a:ext uri="{FF2B5EF4-FFF2-40B4-BE49-F238E27FC236}">
                      <a16:creationId xmlns:a16="http://schemas.microsoft.com/office/drawing/2014/main" id="{5B66A89B-3283-F7F6-9FEA-E70EAF8AE56E}"/>
                    </a:ext>
                  </a:extLst>
                </p:cNvPr>
                <p:cNvPicPr/>
                <p:nvPr/>
              </p:nvPicPr>
              <p:blipFill>
                <a:blip r:embed="rId111"/>
                <a:stretch>
                  <a:fillRect/>
                </a:stretch>
              </p:blipFill>
              <p:spPr>
                <a:xfrm>
                  <a:off x="4213238" y="5573663"/>
                  <a:ext cx="289908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9" name="Ink 78">
                  <a:extLst>
                    <a:ext uri="{FF2B5EF4-FFF2-40B4-BE49-F238E27FC236}">
                      <a16:creationId xmlns:a16="http://schemas.microsoft.com/office/drawing/2014/main" id="{96B005CF-D561-4C50-8A94-B9734CFCA655}"/>
                    </a:ext>
                  </a:extLst>
                </p14:cNvPr>
                <p14:cNvContentPartPr/>
                <p14:nvPr/>
              </p14:nvContentPartPr>
              <p14:xfrm>
                <a:off x="7966598" y="5249303"/>
                <a:ext cx="32400" cy="138960"/>
              </p14:xfrm>
            </p:contentPart>
          </mc:Choice>
          <mc:Fallback xmlns="">
            <p:pic>
              <p:nvPicPr>
                <p:cNvPr id="79" name="Ink 78">
                  <a:extLst>
                    <a:ext uri="{FF2B5EF4-FFF2-40B4-BE49-F238E27FC236}">
                      <a16:creationId xmlns:a16="http://schemas.microsoft.com/office/drawing/2014/main" id="{96B005CF-D561-4C50-8A94-B9734CFCA655}"/>
                    </a:ext>
                  </a:extLst>
                </p:cNvPr>
                <p:cNvPicPr/>
                <p:nvPr/>
              </p:nvPicPr>
              <p:blipFill>
                <a:blip r:embed="rId113"/>
                <a:stretch>
                  <a:fillRect/>
                </a:stretch>
              </p:blipFill>
              <p:spPr>
                <a:xfrm>
                  <a:off x="7957598" y="5240303"/>
                  <a:ext cx="500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0" name="Ink 79">
                  <a:extLst>
                    <a:ext uri="{FF2B5EF4-FFF2-40B4-BE49-F238E27FC236}">
                      <a16:creationId xmlns:a16="http://schemas.microsoft.com/office/drawing/2014/main" id="{C598CC23-D105-C1A6-EB18-7AC737616650}"/>
                    </a:ext>
                  </a:extLst>
                </p14:cNvPr>
                <p14:cNvContentPartPr/>
                <p14:nvPr/>
              </p14:nvContentPartPr>
              <p14:xfrm>
                <a:off x="7856078" y="5390423"/>
                <a:ext cx="159120" cy="52200"/>
              </p14:xfrm>
            </p:contentPart>
          </mc:Choice>
          <mc:Fallback xmlns="">
            <p:pic>
              <p:nvPicPr>
                <p:cNvPr id="80" name="Ink 79">
                  <a:extLst>
                    <a:ext uri="{FF2B5EF4-FFF2-40B4-BE49-F238E27FC236}">
                      <a16:creationId xmlns:a16="http://schemas.microsoft.com/office/drawing/2014/main" id="{C598CC23-D105-C1A6-EB18-7AC737616650}"/>
                    </a:ext>
                  </a:extLst>
                </p:cNvPr>
                <p:cNvPicPr/>
                <p:nvPr/>
              </p:nvPicPr>
              <p:blipFill>
                <a:blip r:embed="rId115"/>
                <a:stretch>
                  <a:fillRect/>
                </a:stretch>
              </p:blipFill>
              <p:spPr>
                <a:xfrm>
                  <a:off x="7847078" y="5381423"/>
                  <a:ext cx="1767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1" name="Ink 80">
                  <a:extLst>
                    <a:ext uri="{FF2B5EF4-FFF2-40B4-BE49-F238E27FC236}">
                      <a16:creationId xmlns:a16="http://schemas.microsoft.com/office/drawing/2014/main" id="{DA955B39-8DD6-E9A5-56EE-89CFAD7981C7}"/>
                    </a:ext>
                  </a:extLst>
                </p14:cNvPr>
                <p14:cNvContentPartPr/>
                <p14:nvPr/>
              </p14:nvContentPartPr>
              <p14:xfrm>
                <a:off x="7908998" y="5222663"/>
                <a:ext cx="165600" cy="69840"/>
              </p14:xfrm>
            </p:contentPart>
          </mc:Choice>
          <mc:Fallback xmlns="">
            <p:pic>
              <p:nvPicPr>
                <p:cNvPr id="81" name="Ink 80">
                  <a:extLst>
                    <a:ext uri="{FF2B5EF4-FFF2-40B4-BE49-F238E27FC236}">
                      <a16:creationId xmlns:a16="http://schemas.microsoft.com/office/drawing/2014/main" id="{DA955B39-8DD6-E9A5-56EE-89CFAD7981C7}"/>
                    </a:ext>
                  </a:extLst>
                </p:cNvPr>
                <p:cNvPicPr/>
                <p:nvPr/>
              </p:nvPicPr>
              <p:blipFill>
                <a:blip r:embed="rId117"/>
                <a:stretch>
                  <a:fillRect/>
                </a:stretch>
              </p:blipFill>
              <p:spPr>
                <a:xfrm>
                  <a:off x="7900358" y="5214023"/>
                  <a:ext cx="1832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2" name="Ink 81">
                  <a:extLst>
                    <a:ext uri="{FF2B5EF4-FFF2-40B4-BE49-F238E27FC236}">
                      <a16:creationId xmlns:a16="http://schemas.microsoft.com/office/drawing/2014/main" id="{4497A9CA-689B-2B5B-43C4-987D0C6A1300}"/>
                    </a:ext>
                  </a:extLst>
                </p14:cNvPr>
                <p14:cNvContentPartPr/>
                <p14:nvPr/>
              </p14:nvContentPartPr>
              <p14:xfrm>
                <a:off x="8130398" y="5249303"/>
                <a:ext cx="104760" cy="124920"/>
              </p14:xfrm>
            </p:contentPart>
          </mc:Choice>
          <mc:Fallback xmlns="">
            <p:pic>
              <p:nvPicPr>
                <p:cNvPr id="82" name="Ink 81">
                  <a:extLst>
                    <a:ext uri="{FF2B5EF4-FFF2-40B4-BE49-F238E27FC236}">
                      <a16:creationId xmlns:a16="http://schemas.microsoft.com/office/drawing/2014/main" id="{4497A9CA-689B-2B5B-43C4-987D0C6A1300}"/>
                    </a:ext>
                  </a:extLst>
                </p:cNvPr>
                <p:cNvPicPr/>
                <p:nvPr/>
              </p:nvPicPr>
              <p:blipFill>
                <a:blip r:embed="rId119"/>
                <a:stretch>
                  <a:fillRect/>
                </a:stretch>
              </p:blipFill>
              <p:spPr>
                <a:xfrm>
                  <a:off x="8121398" y="5240663"/>
                  <a:ext cx="1224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CE8546B9-C2A1-5AF4-2F88-E15B274067F1}"/>
                    </a:ext>
                  </a:extLst>
                </p14:cNvPr>
                <p14:cNvContentPartPr/>
                <p14:nvPr/>
              </p14:nvContentPartPr>
              <p14:xfrm>
                <a:off x="8382398" y="5182703"/>
                <a:ext cx="22680" cy="193680"/>
              </p14:xfrm>
            </p:contentPart>
          </mc:Choice>
          <mc:Fallback xmlns="">
            <p:pic>
              <p:nvPicPr>
                <p:cNvPr id="84" name="Ink 83">
                  <a:extLst>
                    <a:ext uri="{FF2B5EF4-FFF2-40B4-BE49-F238E27FC236}">
                      <a16:creationId xmlns:a16="http://schemas.microsoft.com/office/drawing/2014/main" id="{CE8546B9-C2A1-5AF4-2F88-E15B274067F1}"/>
                    </a:ext>
                  </a:extLst>
                </p:cNvPr>
                <p:cNvPicPr/>
                <p:nvPr/>
              </p:nvPicPr>
              <p:blipFill>
                <a:blip r:embed="rId121"/>
                <a:stretch>
                  <a:fillRect/>
                </a:stretch>
              </p:blipFill>
              <p:spPr>
                <a:xfrm>
                  <a:off x="8373398" y="5174063"/>
                  <a:ext cx="403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5" name="Ink 84">
                  <a:extLst>
                    <a:ext uri="{FF2B5EF4-FFF2-40B4-BE49-F238E27FC236}">
                      <a16:creationId xmlns:a16="http://schemas.microsoft.com/office/drawing/2014/main" id="{2A03D170-ED0C-8A56-9EF1-24C7E0684A72}"/>
                    </a:ext>
                  </a:extLst>
                </p14:cNvPr>
                <p14:cNvContentPartPr/>
                <p14:nvPr/>
              </p14:nvContentPartPr>
              <p14:xfrm>
                <a:off x="8265398" y="5378183"/>
                <a:ext cx="161640" cy="57960"/>
              </p14:xfrm>
            </p:contentPart>
          </mc:Choice>
          <mc:Fallback xmlns="">
            <p:pic>
              <p:nvPicPr>
                <p:cNvPr id="85" name="Ink 84">
                  <a:extLst>
                    <a:ext uri="{FF2B5EF4-FFF2-40B4-BE49-F238E27FC236}">
                      <a16:creationId xmlns:a16="http://schemas.microsoft.com/office/drawing/2014/main" id="{2A03D170-ED0C-8A56-9EF1-24C7E0684A72}"/>
                    </a:ext>
                  </a:extLst>
                </p:cNvPr>
                <p:cNvPicPr/>
                <p:nvPr/>
              </p:nvPicPr>
              <p:blipFill>
                <a:blip r:embed="rId123"/>
                <a:stretch>
                  <a:fillRect/>
                </a:stretch>
              </p:blipFill>
              <p:spPr>
                <a:xfrm>
                  <a:off x="8256758" y="5369543"/>
                  <a:ext cx="1792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6" name="Ink 85">
                  <a:extLst>
                    <a:ext uri="{FF2B5EF4-FFF2-40B4-BE49-F238E27FC236}">
                      <a16:creationId xmlns:a16="http://schemas.microsoft.com/office/drawing/2014/main" id="{7D76C3F2-B399-575E-4140-995CF89AEBB4}"/>
                    </a:ext>
                  </a:extLst>
                </p14:cNvPr>
                <p14:cNvContentPartPr/>
                <p14:nvPr/>
              </p14:nvContentPartPr>
              <p14:xfrm>
                <a:off x="8373398" y="5153903"/>
                <a:ext cx="109080" cy="75960"/>
              </p14:xfrm>
            </p:contentPart>
          </mc:Choice>
          <mc:Fallback xmlns="">
            <p:pic>
              <p:nvPicPr>
                <p:cNvPr id="86" name="Ink 85">
                  <a:extLst>
                    <a:ext uri="{FF2B5EF4-FFF2-40B4-BE49-F238E27FC236}">
                      <a16:creationId xmlns:a16="http://schemas.microsoft.com/office/drawing/2014/main" id="{7D76C3F2-B399-575E-4140-995CF89AEBB4}"/>
                    </a:ext>
                  </a:extLst>
                </p:cNvPr>
                <p:cNvPicPr/>
                <p:nvPr/>
              </p:nvPicPr>
              <p:blipFill>
                <a:blip r:embed="rId125"/>
                <a:stretch>
                  <a:fillRect/>
                </a:stretch>
              </p:blipFill>
              <p:spPr>
                <a:xfrm>
                  <a:off x="8364398" y="5144903"/>
                  <a:ext cx="1267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7" name="Ink 86">
                  <a:extLst>
                    <a:ext uri="{FF2B5EF4-FFF2-40B4-BE49-F238E27FC236}">
                      <a16:creationId xmlns:a16="http://schemas.microsoft.com/office/drawing/2014/main" id="{BE03855F-3485-1A7A-6002-F0B141AAE637}"/>
                    </a:ext>
                  </a:extLst>
                </p14:cNvPr>
                <p14:cNvContentPartPr/>
                <p14:nvPr/>
              </p14:nvContentPartPr>
              <p14:xfrm>
                <a:off x="8562398" y="5223743"/>
                <a:ext cx="162000" cy="182160"/>
              </p14:xfrm>
            </p:contentPart>
          </mc:Choice>
          <mc:Fallback xmlns="">
            <p:pic>
              <p:nvPicPr>
                <p:cNvPr id="87" name="Ink 86">
                  <a:extLst>
                    <a:ext uri="{FF2B5EF4-FFF2-40B4-BE49-F238E27FC236}">
                      <a16:creationId xmlns:a16="http://schemas.microsoft.com/office/drawing/2014/main" id="{BE03855F-3485-1A7A-6002-F0B141AAE637}"/>
                    </a:ext>
                  </a:extLst>
                </p:cNvPr>
                <p:cNvPicPr/>
                <p:nvPr/>
              </p:nvPicPr>
              <p:blipFill>
                <a:blip r:embed="rId127"/>
                <a:stretch>
                  <a:fillRect/>
                </a:stretch>
              </p:blipFill>
              <p:spPr>
                <a:xfrm>
                  <a:off x="8553758" y="5214743"/>
                  <a:ext cx="1796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8" name="Ink 87">
                  <a:extLst>
                    <a:ext uri="{FF2B5EF4-FFF2-40B4-BE49-F238E27FC236}">
                      <a16:creationId xmlns:a16="http://schemas.microsoft.com/office/drawing/2014/main" id="{09F357B8-F2AA-8E3A-5293-4BB711AD2FD1}"/>
                    </a:ext>
                  </a:extLst>
                </p14:cNvPr>
                <p14:cNvContentPartPr/>
                <p14:nvPr/>
              </p14:nvContentPartPr>
              <p14:xfrm>
                <a:off x="8009798" y="5577983"/>
                <a:ext cx="19800" cy="160200"/>
              </p14:xfrm>
            </p:contentPart>
          </mc:Choice>
          <mc:Fallback xmlns="">
            <p:pic>
              <p:nvPicPr>
                <p:cNvPr id="88" name="Ink 87">
                  <a:extLst>
                    <a:ext uri="{FF2B5EF4-FFF2-40B4-BE49-F238E27FC236}">
                      <a16:creationId xmlns:a16="http://schemas.microsoft.com/office/drawing/2014/main" id="{09F357B8-F2AA-8E3A-5293-4BB711AD2FD1}"/>
                    </a:ext>
                  </a:extLst>
                </p:cNvPr>
                <p:cNvPicPr/>
                <p:nvPr/>
              </p:nvPicPr>
              <p:blipFill>
                <a:blip r:embed="rId129"/>
                <a:stretch>
                  <a:fillRect/>
                </a:stretch>
              </p:blipFill>
              <p:spPr>
                <a:xfrm>
                  <a:off x="8000798" y="5569343"/>
                  <a:ext cx="374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9" name="Ink 88">
                  <a:extLst>
                    <a:ext uri="{FF2B5EF4-FFF2-40B4-BE49-F238E27FC236}">
                      <a16:creationId xmlns:a16="http://schemas.microsoft.com/office/drawing/2014/main" id="{E6B8DB27-C618-8FDC-0D38-3DC4DB7430B8}"/>
                    </a:ext>
                  </a:extLst>
                </p14:cNvPr>
                <p14:cNvContentPartPr/>
                <p14:nvPr/>
              </p14:nvContentPartPr>
              <p14:xfrm>
                <a:off x="7993958" y="5584463"/>
                <a:ext cx="213840" cy="140400"/>
              </p14:xfrm>
            </p:contentPart>
          </mc:Choice>
          <mc:Fallback xmlns="">
            <p:pic>
              <p:nvPicPr>
                <p:cNvPr id="89" name="Ink 88">
                  <a:extLst>
                    <a:ext uri="{FF2B5EF4-FFF2-40B4-BE49-F238E27FC236}">
                      <a16:creationId xmlns:a16="http://schemas.microsoft.com/office/drawing/2014/main" id="{E6B8DB27-C618-8FDC-0D38-3DC4DB7430B8}"/>
                    </a:ext>
                  </a:extLst>
                </p:cNvPr>
                <p:cNvPicPr/>
                <p:nvPr/>
              </p:nvPicPr>
              <p:blipFill>
                <a:blip r:embed="rId131"/>
                <a:stretch>
                  <a:fillRect/>
                </a:stretch>
              </p:blipFill>
              <p:spPr>
                <a:xfrm>
                  <a:off x="7984958" y="5575463"/>
                  <a:ext cx="2314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0" name="Ink 89">
                  <a:extLst>
                    <a:ext uri="{FF2B5EF4-FFF2-40B4-BE49-F238E27FC236}">
                      <a16:creationId xmlns:a16="http://schemas.microsoft.com/office/drawing/2014/main" id="{AE233F46-04D9-6C86-21EE-7715BC3B7291}"/>
                    </a:ext>
                  </a:extLst>
                </p14:cNvPr>
                <p14:cNvContentPartPr/>
                <p14:nvPr/>
              </p14:nvContentPartPr>
              <p14:xfrm>
                <a:off x="8292038" y="5584463"/>
                <a:ext cx="12960" cy="108000"/>
              </p14:xfrm>
            </p:contentPart>
          </mc:Choice>
          <mc:Fallback xmlns="">
            <p:pic>
              <p:nvPicPr>
                <p:cNvPr id="90" name="Ink 89">
                  <a:extLst>
                    <a:ext uri="{FF2B5EF4-FFF2-40B4-BE49-F238E27FC236}">
                      <a16:creationId xmlns:a16="http://schemas.microsoft.com/office/drawing/2014/main" id="{AE233F46-04D9-6C86-21EE-7715BC3B7291}"/>
                    </a:ext>
                  </a:extLst>
                </p:cNvPr>
                <p:cNvPicPr/>
                <p:nvPr/>
              </p:nvPicPr>
              <p:blipFill>
                <a:blip r:embed="rId133"/>
                <a:stretch>
                  <a:fillRect/>
                </a:stretch>
              </p:blipFill>
              <p:spPr>
                <a:xfrm>
                  <a:off x="8283398" y="5575823"/>
                  <a:ext cx="306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1" name="Ink 90">
                  <a:extLst>
                    <a:ext uri="{FF2B5EF4-FFF2-40B4-BE49-F238E27FC236}">
                      <a16:creationId xmlns:a16="http://schemas.microsoft.com/office/drawing/2014/main" id="{82DC0F3B-506E-572C-36FF-876319F95FAE}"/>
                    </a:ext>
                  </a:extLst>
                </p14:cNvPr>
                <p14:cNvContentPartPr/>
                <p14:nvPr/>
              </p14:nvContentPartPr>
              <p14:xfrm>
                <a:off x="8266838" y="5541983"/>
                <a:ext cx="162000" cy="171720"/>
              </p14:xfrm>
            </p:contentPart>
          </mc:Choice>
          <mc:Fallback xmlns="">
            <p:pic>
              <p:nvPicPr>
                <p:cNvPr id="91" name="Ink 90">
                  <a:extLst>
                    <a:ext uri="{FF2B5EF4-FFF2-40B4-BE49-F238E27FC236}">
                      <a16:creationId xmlns:a16="http://schemas.microsoft.com/office/drawing/2014/main" id="{82DC0F3B-506E-572C-36FF-876319F95FAE}"/>
                    </a:ext>
                  </a:extLst>
                </p:cNvPr>
                <p:cNvPicPr/>
                <p:nvPr/>
              </p:nvPicPr>
              <p:blipFill>
                <a:blip r:embed="rId135"/>
                <a:stretch>
                  <a:fillRect/>
                </a:stretch>
              </p:blipFill>
              <p:spPr>
                <a:xfrm>
                  <a:off x="8258198" y="5533343"/>
                  <a:ext cx="1796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 name="Ink 91">
                  <a:extLst>
                    <a:ext uri="{FF2B5EF4-FFF2-40B4-BE49-F238E27FC236}">
                      <a16:creationId xmlns:a16="http://schemas.microsoft.com/office/drawing/2014/main" id="{085ABEE6-9D96-78DE-91DD-EA4C215EA164}"/>
                    </a:ext>
                  </a:extLst>
                </p14:cNvPr>
                <p14:cNvContentPartPr/>
                <p14:nvPr/>
              </p14:nvContentPartPr>
              <p14:xfrm>
                <a:off x="8429918" y="5479343"/>
                <a:ext cx="174240" cy="254520"/>
              </p14:xfrm>
            </p:contentPart>
          </mc:Choice>
          <mc:Fallback xmlns="">
            <p:pic>
              <p:nvPicPr>
                <p:cNvPr id="92" name="Ink 91">
                  <a:extLst>
                    <a:ext uri="{FF2B5EF4-FFF2-40B4-BE49-F238E27FC236}">
                      <a16:creationId xmlns:a16="http://schemas.microsoft.com/office/drawing/2014/main" id="{085ABEE6-9D96-78DE-91DD-EA4C215EA164}"/>
                    </a:ext>
                  </a:extLst>
                </p:cNvPr>
                <p:cNvPicPr/>
                <p:nvPr/>
              </p:nvPicPr>
              <p:blipFill>
                <a:blip r:embed="rId137"/>
                <a:stretch>
                  <a:fillRect/>
                </a:stretch>
              </p:blipFill>
              <p:spPr>
                <a:xfrm>
                  <a:off x="8420918" y="5470343"/>
                  <a:ext cx="1918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3" name="Ink 92">
                  <a:extLst>
                    <a:ext uri="{FF2B5EF4-FFF2-40B4-BE49-F238E27FC236}">
                      <a16:creationId xmlns:a16="http://schemas.microsoft.com/office/drawing/2014/main" id="{0C6BFED1-AD4F-5EB1-5C2F-727BB9F5869C}"/>
                    </a:ext>
                  </a:extLst>
                </p14:cNvPr>
                <p14:cNvContentPartPr/>
                <p14:nvPr/>
              </p14:nvContentPartPr>
              <p14:xfrm>
                <a:off x="8442158" y="5646023"/>
                <a:ext cx="109800" cy="9720"/>
              </p14:xfrm>
            </p:contentPart>
          </mc:Choice>
          <mc:Fallback xmlns="">
            <p:pic>
              <p:nvPicPr>
                <p:cNvPr id="93" name="Ink 92">
                  <a:extLst>
                    <a:ext uri="{FF2B5EF4-FFF2-40B4-BE49-F238E27FC236}">
                      <a16:creationId xmlns:a16="http://schemas.microsoft.com/office/drawing/2014/main" id="{0C6BFED1-AD4F-5EB1-5C2F-727BB9F5869C}"/>
                    </a:ext>
                  </a:extLst>
                </p:cNvPr>
                <p:cNvPicPr/>
                <p:nvPr/>
              </p:nvPicPr>
              <p:blipFill>
                <a:blip r:embed="rId139"/>
                <a:stretch>
                  <a:fillRect/>
                </a:stretch>
              </p:blipFill>
              <p:spPr>
                <a:xfrm>
                  <a:off x="8433158" y="5637023"/>
                  <a:ext cx="127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4" name="Ink 93">
                  <a:extLst>
                    <a:ext uri="{FF2B5EF4-FFF2-40B4-BE49-F238E27FC236}">
                      <a16:creationId xmlns:a16="http://schemas.microsoft.com/office/drawing/2014/main" id="{9CE442A7-8CE5-CC14-5D8C-C0AA37B6F576}"/>
                    </a:ext>
                  </a:extLst>
                </p14:cNvPr>
                <p14:cNvContentPartPr/>
                <p14:nvPr/>
              </p14:nvContentPartPr>
              <p14:xfrm>
                <a:off x="8631158" y="5573663"/>
                <a:ext cx="92880" cy="154080"/>
              </p14:xfrm>
            </p:contentPart>
          </mc:Choice>
          <mc:Fallback xmlns="">
            <p:pic>
              <p:nvPicPr>
                <p:cNvPr id="94" name="Ink 93">
                  <a:extLst>
                    <a:ext uri="{FF2B5EF4-FFF2-40B4-BE49-F238E27FC236}">
                      <a16:creationId xmlns:a16="http://schemas.microsoft.com/office/drawing/2014/main" id="{9CE442A7-8CE5-CC14-5D8C-C0AA37B6F576}"/>
                    </a:ext>
                  </a:extLst>
                </p:cNvPr>
                <p:cNvPicPr/>
                <p:nvPr/>
              </p:nvPicPr>
              <p:blipFill>
                <a:blip r:embed="rId141"/>
                <a:stretch>
                  <a:fillRect/>
                </a:stretch>
              </p:blipFill>
              <p:spPr>
                <a:xfrm>
                  <a:off x="8622158" y="5565023"/>
                  <a:ext cx="1105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5" name="Ink 94">
                  <a:extLst>
                    <a:ext uri="{FF2B5EF4-FFF2-40B4-BE49-F238E27FC236}">
                      <a16:creationId xmlns:a16="http://schemas.microsoft.com/office/drawing/2014/main" id="{9FD04D83-AC41-AFDA-21F7-80F6E3E5D817}"/>
                    </a:ext>
                  </a:extLst>
                </p14:cNvPr>
                <p14:cNvContentPartPr/>
                <p14:nvPr/>
              </p14:nvContentPartPr>
              <p14:xfrm>
                <a:off x="8968118" y="5195663"/>
                <a:ext cx="255960" cy="124560"/>
              </p14:xfrm>
            </p:contentPart>
          </mc:Choice>
          <mc:Fallback xmlns="">
            <p:pic>
              <p:nvPicPr>
                <p:cNvPr id="95" name="Ink 94">
                  <a:extLst>
                    <a:ext uri="{FF2B5EF4-FFF2-40B4-BE49-F238E27FC236}">
                      <a16:creationId xmlns:a16="http://schemas.microsoft.com/office/drawing/2014/main" id="{9FD04D83-AC41-AFDA-21F7-80F6E3E5D817}"/>
                    </a:ext>
                  </a:extLst>
                </p:cNvPr>
                <p:cNvPicPr/>
                <p:nvPr/>
              </p:nvPicPr>
              <p:blipFill>
                <a:blip r:embed="rId143"/>
                <a:stretch>
                  <a:fillRect/>
                </a:stretch>
              </p:blipFill>
              <p:spPr>
                <a:xfrm>
                  <a:off x="8959478" y="5187023"/>
                  <a:ext cx="273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6" name="Ink 95">
                  <a:extLst>
                    <a:ext uri="{FF2B5EF4-FFF2-40B4-BE49-F238E27FC236}">
                      <a16:creationId xmlns:a16="http://schemas.microsoft.com/office/drawing/2014/main" id="{B0D35E40-09DF-C85C-337C-E15148825A6B}"/>
                    </a:ext>
                  </a:extLst>
                </p14:cNvPr>
                <p14:cNvContentPartPr/>
                <p14:nvPr/>
              </p14:nvContentPartPr>
              <p14:xfrm>
                <a:off x="9056318" y="5455943"/>
                <a:ext cx="279360" cy="215280"/>
              </p14:xfrm>
            </p:contentPart>
          </mc:Choice>
          <mc:Fallback xmlns="">
            <p:pic>
              <p:nvPicPr>
                <p:cNvPr id="96" name="Ink 95">
                  <a:extLst>
                    <a:ext uri="{FF2B5EF4-FFF2-40B4-BE49-F238E27FC236}">
                      <a16:creationId xmlns:a16="http://schemas.microsoft.com/office/drawing/2014/main" id="{B0D35E40-09DF-C85C-337C-E15148825A6B}"/>
                    </a:ext>
                  </a:extLst>
                </p:cNvPr>
                <p:cNvPicPr/>
                <p:nvPr/>
              </p:nvPicPr>
              <p:blipFill>
                <a:blip r:embed="rId145"/>
                <a:stretch>
                  <a:fillRect/>
                </a:stretch>
              </p:blipFill>
              <p:spPr>
                <a:xfrm>
                  <a:off x="9047318" y="5446943"/>
                  <a:ext cx="2970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0" name="Ink 99">
                  <a:extLst>
                    <a:ext uri="{FF2B5EF4-FFF2-40B4-BE49-F238E27FC236}">
                      <a16:creationId xmlns:a16="http://schemas.microsoft.com/office/drawing/2014/main" id="{309EBADE-E776-5B2E-808F-B599982D6343}"/>
                    </a:ext>
                  </a:extLst>
                </p14:cNvPr>
                <p14:cNvContentPartPr/>
                <p14:nvPr/>
              </p14:nvContentPartPr>
              <p14:xfrm>
                <a:off x="7556558" y="5056703"/>
                <a:ext cx="2621880" cy="413640"/>
              </p14:xfrm>
            </p:contentPart>
          </mc:Choice>
          <mc:Fallback xmlns="">
            <p:pic>
              <p:nvPicPr>
                <p:cNvPr id="100" name="Ink 99">
                  <a:extLst>
                    <a:ext uri="{FF2B5EF4-FFF2-40B4-BE49-F238E27FC236}">
                      <a16:creationId xmlns:a16="http://schemas.microsoft.com/office/drawing/2014/main" id="{309EBADE-E776-5B2E-808F-B599982D6343}"/>
                    </a:ext>
                  </a:extLst>
                </p:cNvPr>
                <p:cNvPicPr/>
                <p:nvPr/>
              </p:nvPicPr>
              <p:blipFill>
                <a:blip r:embed="rId147"/>
                <a:stretch>
                  <a:fillRect/>
                </a:stretch>
              </p:blipFill>
              <p:spPr>
                <a:xfrm>
                  <a:off x="7547558" y="5048063"/>
                  <a:ext cx="263952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1" name="Ink 100">
                  <a:extLst>
                    <a:ext uri="{FF2B5EF4-FFF2-40B4-BE49-F238E27FC236}">
                      <a16:creationId xmlns:a16="http://schemas.microsoft.com/office/drawing/2014/main" id="{A4BE06AA-E52B-72D2-97FF-228D9BE431E5}"/>
                    </a:ext>
                  </a:extLst>
                </p14:cNvPr>
                <p14:cNvContentPartPr/>
                <p14:nvPr/>
              </p14:nvContentPartPr>
              <p14:xfrm>
                <a:off x="7778678" y="5449103"/>
                <a:ext cx="2161440" cy="370080"/>
              </p14:xfrm>
            </p:contentPart>
          </mc:Choice>
          <mc:Fallback xmlns="">
            <p:pic>
              <p:nvPicPr>
                <p:cNvPr id="101" name="Ink 100">
                  <a:extLst>
                    <a:ext uri="{FF2B5EF4-FFF2-40B4-BE49-F238E27FC236}">
                      <a16:creationId xmlns:a16="http://schemas.microsoft.com/office/drawing/2014/main" id="{A4BE06AA-E52B-72D2-97FF-228D9BE431E5}"/>
                    </a:ext>
                  </a:extLst>
                </p:cNvPr>
                <p:cNvPicPr/>
                <p:nvPr/>
              </p:nvPicPr>
              <p:blipFill>
                <a:blip r:embed="rId149"/>
                <a:stretch>
                  <a:fillRect/>
                </a:stretch>
              </p:blipFill>
              <p:spPr>
                <a:xfrm>
                  <a:off x="7769678" y="5440463"/>
                  <a:ext cx="217908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53" name="Ink 52">
                  <a:extLst>
                    <a:ext uri="{FF2B5EF4-FFF2-40B4-BE49-F238E27FC236}">
                      <a16:creationId xmlns:a16="http://schemas.microsoft.com/office/drawing/2014/main" id="{BCF759C1-D409-97FB-2152-68D1DD48F026}"/>
                    </a:ext>
                  </a:extLst>
                </p14:cNvPr>
                <p14:cNvContentPartPr/>
                <p14:nvPr/>
              </p14:nvContentPartPr>
              <p14:xfrm>
                <a:off x="7076318" y="976463"/>
                <a:ext cx="389520" cy="351720"/>
              </p14:xfrm>
            </p:contentPart>
          </mc:Choice>
          <mc:Fallback xmlns="">
            <p:pic>
              <p:nvPicPr>
                <p:cNvPr id="53" name="Ink 52">
                  <a:extLst>
                    <a:ext uri="{FF2B5EF4-FFF2-40B4-BE49-F238E27FC236}">
                      <a16:creationId xmlns:a16="http://schemas.microsoft.com/office/drawing/2014/main" id="{BCF759C1-D409-97FB-2152-68D1DD48F026}"/>
                    </a:ext>
                  </a:extLst>
                </p:cNvPr>
                <p:cNvPicPr/>
                <p:nvPr/>
              </p:nvPicPr>
              <p:blipFill>
                <a:blip r:embed="rId151"/>
                <a:stretch>
                  <a:fillRect/>
                </a:stretch>
              </p:blipFill>
              <p:spPr>
                <a:xfrm>
                  <a:off x="7067678" y="967823"/>
                  <a:ext cx="40716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54" name="Ink 53">
                  <a:extLst>
                    <a:ext uri="{FF2B5EF4-FFF2-40B4-BE49-F238E27FC236}">
                      <a16:creationId xmlns:a16="http://schemas.microsoft.com/office/drawing/2014/main" id="{3780BEBE-BDC4-384B-F3A9-7EBAA14C55D5}"/>
                    </a:ext>
                  </a:extLst>
                </p14:cNvPr>
                <p14:cNvContentPartPr/>
                <p14:nvPr/>
              </p14:nvContentPartPr>
              <p14:xfrm>
                <a:off x="7148318" y="1326743"/>
                <a:ext cx="262800" cy="232920"/>
              </p14:xfrm>
            </p:contentPart>
          </mc:Choice>
          <mc:Fallback xmlns="">
            <p:pic>
              <p:nvPicPr>
                <p:cNvPr id="54" name="Ink 53">
                  <a:extLst>
                    <a:ext uri="{FF2B5EF4-FFF2-40B4-BE49-F238E27FC236}">
                      <a16:creationId xmlns:a16="http://schemas.microsoft.com/office/drawing/2014/main" id="{3780BEBE-BDC4-384B-F3A9-7EBAA14C55D5}"/>
                    </a:ext>
                  </a:extLst>
                </p:cNvPr>
                <p:cNvPicPr/>
                <p:nvPr/>
              </p:nvPicPr>
              <p:blipFill>
                <a:blip r:embed="rId153"/>
                <a:stretch>
                  <a:fillRect/>
                </a:stretch>
              </p:blipFill>
              <p:spPr>
                <a:xfrm>
                  <a:off x="7139678" y="1318103"/>
                  <a:ext cx="2804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56" name="Ink 55">
                  <a:extLst>
                    <a:ext uri="{FF2B5EF4-FFF2-40B4-BE49-F238E27FC236}">
                      <a16:creationId xmlns:a16="http://schemas.microsoft.com/office/drawing/2014/main" id="{FE1BA0BC-7E40-57DC-1260-F7F69A356A2C}"/>
                    </a:ext>
                  </a:extLst>
                </p14:cNvPr>
                <p14:cNvContentPartPr/>
                <p14:nvPr/>
              </p14:nvContentPartPr>
              <p14:xfrm>
                <a:off x="7815758" y="1380023"/>
                <a:ext cx="31680" cy="176760"/>
              </p14:xfrm>
            </p:contentPart>
          </mc:Choice>
          <mc:Fallback xmlns="">
            <p:pic>
              <p:nvPicPr>
                <p:cNvPr id="56" name="Ink 55">
                  <a:extLst>
                    <a:ext uri="{FF2B5EF4-FFF2-40B4-BE49-F238E27FC236}">
                      <a16:creationId xmlns:a16="http://schemas.microsoft.com/office/drawing/2014/main" id="{FE1BA0BC-7E40-57DC-1260-F7F69A356A2C}"/>
                    </a:ext>
                  </a:extLst>
                </p:cNvPr>
                <p:cNvPicPr/>
                <p:nvPr/>
              </p:nvPicPr>
              <p:blipFill>
                <a:blip r:embed="rId155"/>
                <a:stretch>
                  <a:fillRect/>
                </a:stretch>
              </p:blipFill>
              <p:spPr>
                <a:xfrm>
                  <a:off x="7806758" y="1371383"/>
                  <a:ext cx="493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7" name="Ink 56">
                  <a:extLst>
                    <a:ext uri="{FF2B5EF4-FFF2-40B4-BE49-F238E27FC236}">
                      <a16:creationId xmlns:a16="http://schemas.microsoft.com/office/drawing/2014/main" id="{7A8F4F55-BBCE-7719-46E7-09B9755FE043}"/>
                    </a:ext>
                  </a:extLst>
                </p14:cNvPr>
                <p14:cNvContentPartPr/>
                <p14:nvPr/>
              </p14:nvContentPartPr>
              <p14:xfrm>
                <a:off x="7906838" y="1423943"/>
                <a:ext cx="45720" cy="124560"/>
              </p14:xfrm>
            </p:contentPart>
          </mc:Choice>
          <mc:Fallback xmlns="">
            <p:pic>
              <p:nvPicPr>
                <p:cNvPr id="57" name="Ink 56">
                  <a:extLst>
                    <a:ext uri="{FF2B5EF4-FFF2-40B4-BE49-F238E27FC236}">
                      <a16:creationId xmlns:a16="http://schemas.microsoft.com/office/drawing/2014/main" id="{7A8F4F55-BBCE-7719-46E7-09B9755FE043}"/>
                    </a:ext>
                  </a:extLst>
                </p:cNvPr>
                <p:cNvPicPr/>
                <p:nvPr/>
              </p:nvPicPr>
              <p:blipFill>
                <a:blip r:embed="rId157"/>
                <a:stretch>
                  <a:fillRect/>
                </a:stretch>
              </p:blipFill>
              <p:spPr>
                <a:xfrm>
                  <a:off x="7897838" y="1414943"/>
                  <a:ext cx="633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58" name="Ink 57">
                  <a:extLst>
                    <a:ext uri="{FF2B5EF4-FFF2-40B4-BE49-F238E27FC236}">
                      <a16:creationId xmlns:a16="http://schemas.microsoft.com/office/drawing/2014/main" id="{CA367DE4-41D2-47B5-AF77-67AFA5621345}"/>
                    </a:ext>
                  </a:extLst>
                </p14:cNvPr>
                <p14:cNvContentPartPr/>
                <p14:nvPr/>
              </p14:nvContentPartPr>
              <p14:xfrm>
                <a:off x="7953638" y="1358423"/>
                <a:ext cx="170640" cy="188280"/>
              </p14:xfrm>
            </p:contentPart>
          </mc:Choice>
          <mc:Fallback xmlns="">
            <p:pic>
              <p:nvPicPr>
                <p:cNvPr id="58" name="Ink 57">
                  <a:extLst>
                    <a:ext uri="{FF2B5EF4-FFF2-40B4-BE49-F238E27FC236}">
                      <a16:creationId xmlns:a16="http://schemas.microsoft.com/office/drawing/2014/main" id="{CA367DE4-41D2-47B5-AF77-67AFA5621345}"/>
                    </a:ext>
                  </a:extLst>
                </p:cNvPr>
                <p:cNvPicPr/>
                <p:nvPr/>
              </p:nvPicPr>
              <p:blipFill>
                <a:blip r:embed="rId159"/>
                <a:stretch>
                  <a:fillRect/>
                </a:stretch>
              </p:blipFill>
              <p:spPr>
                <a:xfrm>
                  <a:off x="7944998" y="1349783"/>
                  <a:ext cx="1882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71" name="Ink 70">
                  <a:extLst>
                    <a:ext uri="{FF2B5EF4-FFF2-40B4-BE49-F238E27FC236}">
                      <a16:creationId xmlns:a16="http://schemas.microsoft.com/office/drawing/2014/main" id="{40B11580-9901-6980-BAC5-4F4965C710EC}"/>
                    </a:ext>
                  </a:extLst>
                </p14:cNvPr>
                <p14:cNvContentPartPr/>
                <p14:nvPr/>
              </p14:nvContentPartPr>
              <p14:xfrm>
                <a:off x="6425078" y="1738223"/>
                <a:ext cx="771480" cy="1999800"/>
              </p14:xfrm>
            </p:contentPart>
          </mc:Choice>
          <mc:Fallback xmlns="">
            <p:pic>
              <p:nvPicPr>
                <p:cNvPr id="71" name="Ink 70">
                  <a:extLst>
                    <a:ext uri="{FF2B5EF4-FFF2-40B4-BE49-F238E27FC236}">
                      <a16:creationId xmlns:a16="http://schemas.microsoft.com/office/drawing/2014/main" id="{40B11580-9901-6980-BAC5-4F4965C710EC}"/>
                    </a:ext>
                  </a:extLst>
                </p:cNvPr>
                <p:cNvPicPr/>
                <p:nvPr/>
              </p:nvPicPr>
              <p:blipFill>
                <a:blip r:embed="rId161"/>
                <a:stretch>
                  <a:fillRect/>
                </a:stretch>
              </p:blipFill>
              <p:spPr>
                <a:xfrm>
                  <a:off x="6416078" y="1729223"/>
                  <a:ext cx="789120" cy="2017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72" name="Ink 71">
                  <a:extLst>
                    <a:ext uri="{FF2B5EF4-FFF2-40B4-BE49-F238E27FC236}">
                      <a16:creationId xmlns:a16="http://schemas.microsoft.com/office/drawing/2014/main" id="{31D0291D-799D-B2DC-4A61-094DEED91B17}"/>
                    </a:ext>
                  </a:extLst>
                </p14:cNvPr>
                <p14:cNvContentPartPr/>
                <p14:nvPr/>
              </p14:nvContentPartPr>
              <p14:xfrm>
                <a:off x="6337958" y="3698423"/>
                <a:ext cx="57960" cy="49680"/>
              </p14:xfrm>
            </p:contentPart>
          </mc:Choice>
          <mc:Fallback xmlns="">
            <p:pic>
              <p:nvPicPr>
                <p:cNvPr id="72" name="Ink 71">
                  <a:extLst>
                    <a:ext uri="{FF2B5EF4-FFF2-40B4-BE49-F238E27FC236}">
                      <a16:creationId xmlns:a16="http://schemas.microsoft.com/office/drawing/2014/main" id="{31D0291D-799D-B2DC-4A61-094DEED91B17}"/>
                    </a:ext>
                  </a:extLst>
                </p:cNvPr>
                <p:cNvPicPr/>
                <p:nvPr/>
              </p:nvPicPr>
              <p:blipFill>
                <a:blip r:embed="rId163"/>
                <a:stretch>
                  <a:fillRect/>
                </a:stretch>
              </p:blipFill>
              <p:spPr>
                <a:xfrm>
                  <a:off x="6329318" y="3689783"/>
                  <a:ext cx="756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73" name="Ink 72">
                  <a:extLst>
                    <a:ext uri="{FF2B5EF4-FFF2-40B4-BE49-F238E27FC236}">
                      <a16:creationId xmlns:a16="http://schemas.microsoft.com/office/drawing/2014/main" id="{BBEAB663-3C25-67DD-0B10-2A5307935746}"/>
                    </a:ext>
                  </a:extLst>
                </p14:cNvPr>
                <p14:cNvContentPartPr/>
                <p14:nvPr/>
              </p14:nvContentPartPr>
              <p14:xfrm>
                <a:off x="6434438" y="3709223"/>
                <a:ext cx="114120" cy="72000"/>
              </p14:xfrm>
            </p:contentPart>
          </mc:Choice>
          <mc:Fallback xmlns="">
            <p:pic>
              <p:nvPicPr>
                <p:cNvPr id="73" name="Ink 72">
                  <a:extLst>
                    <a:ext uri="{FF2B5EF4-FFF2-40B4-BE49-F238E27FC236}">
                      <a16:creationId xmlns:a16="http://schemas.microsoft.com/office/drawing/2014/main" id="{BBEAB663-3C25-67DD-0B10-2A5307935746}"/>
                    </a:ext>
                  </a:extLst>
                </p:cNvPr>
                <p:cNvPicPr/>
                <p:nvPr/>
              </p:nvPicPr>
              <p:blipFill>
                <a:blip r:embed="rId165"/>
                <a:stretch>
                  <a:fillRect/>
                </a:stretch>
              </p:blipFill>
              <p:spPr>
                <a:xfrm>
                  <a:off x="6425438" y="3700223"/>
                  <a:ext cx="1317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74" name="Ink 73">
                  <a:extLst>
                    <a:ext uri="{FF2B5EF4-FFF2-40B4-BE49-F238E27FC236}">
                      <a16:creationId xmlns:a16="http://schemas.microsoft.com/office/drawing/2014/main" id="{DC772842-20DC-457D-9265-0787ACB349FE}"/>
                    </a:ext>
                  </a:extLst>
                </p14:cNvPr>
                <p14:cNvContentPartPr/>
                <p14:nvPr/>
              </p14:nvContentPartPr>
              <p14:xfrm>
                <a:off x="6908198" y="2847743"/>
                <a:ext cx="69120" cy="954360"/>
              </p14:xfrm>
            </p:contentPart>
          </mc:Choice>
          <mc:Fallback xmlns="">
            <p:pic>
              <p:nvPicPr>
                <p:cNvPr id="74" name="Ink 73">
                  <a:extLst>
                    <a:ext uri="{FF2B5EF4-FFF2-40B4-BE49-F238E27FC236}">
                      <a16:creationId xmlns:a16="http://schemas.microsoft.com/office/drawing/2014/main" id="{DC772842-20DC-457D-9265-0787ACB349FE}"/>
                    </a:ext>
                  </a:extLst>
                </p:cNvPr>
                <p:cNvPicPr/>
                <p:nvPr/>
              </p:nvPicPr>
              <p:blipFill>
                <a:blip r:embed="rId167"/>
                <a:stretch>
                  <a:fillRect/>
                </a:stretch>
              </p:blipFill>
              <p:spPr>
                <a:xfrm>
                  <a:off x="6899558" y="2838743"/>
                  <a:ext cx="86760" cy="972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75" name="Ink 74">
                  <a:extLst>
                    <a:ext uri="{FF2B5EF4-FFF2-40B4-BE49-F238E27FC236}">
                      <a16:creationId xmlns:a16="http://schemas.microsoft.com/office/drawing/2014/main" id="{E457EA74-5EDA-9166-B57D-B30002F1ADD2}"/>
                    </a:ext>
                  </a:extLst>
                </p14:cNvPr>
                <p14:cNvContentPartPr/>
                <p14:nvPr/>
              </p14:nvContentPartPr>
              <p14:xfrm>
                <a:off x="6924758" y="2798783"/>
                <a:ext cx="658800" cy="45000"/>
              </p14:xfrm>
            </p:contentPart>
          </mc:Choice>
          <mc:Fallback xmlns="">
            <p:pic>
              <p:nvPicPr>
                <p:cNvPr id="75" name="Ink 74">
                  <a:extLst>
                    <a:ext uri="{FF2B5EF4-FFF2-40B4-BE49-F238E27FC236}">
                      <a16:creationId xmlns:a16="http://schemas.microsoft.com/office/drawing/2014/main" id="{E457EA74-5EDA-9166-B57D-B30002F1ADD2}"/>
                    </a:ext>
                  </a:extLst>
                </p:cNvPr>
                <p:cNvPicPr/>
                <p:nvPr/>
              </p:nvPicPr>
              <p:blipFill>
                <a:blip r:embed="rId169"/>
                <a:stretch>
                  <a:fillRect/>
                </a:stretch>
              </p:blipFill>
              <p:spPr>
                <a:xfrm>
                  <a:off x="6916118" y="2789783"/>
                  <a:ext cx="6764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76" name="Ink 75">
                  <a:extLst>
                    <a:ext uri="{FF2B5EF4-FFF2-40B4-BE49-F238E27FC236}">
                      <a16:creationId xmlns:a16="http://schemas.microsoft.com/office/drawing/2014/main" id="{8898C9BF-7B09-B99B-F8B2-1EB0FF908F00}"/>
                    </a:ext>
                  </a:extLst>
                </p14:cNvPr>
                <p14:cNvContentPartPr/>
                <p14:nvPr/>
              </p14:nvContentPartPr>
              <p14:xfrm>
                <a:off x="7546838" y="1872503"/>
                <a:ext cx="37440" cy="944640"/>
              </p14:xfrm>
            </p:contentPart>
          </mc:Choice>
          <mc:Fallback xmlns="">
            <p:pic>
              <p:nvPicPr>
                <p:cNvPr id="76" name="Ink 75">
                  <a:extLst>
                    <a:ext uri="{FF2B5EF4-FFF2-40B4-BE49-F238E27FC236}">
                      <a16:creationId xmlns:a16="http://schemas.microsoft.com/office/drawing/2014/main" id="{8898C9BF-7B09-B99B-F8B2-1EB0FF908F00}"/>
                    </a:ext>
                  </a:extLst>
                </p:cNvPr>
                <p:cNvPicPr/>
                <p:nvPr/>
              </p:nvPicPr>
              <p:blipFill>
                <a:blip r:embed="rId171"/>
                <a:stretch>
                  <a:fillRect/>
                </a:stretch>
              </p:blipFill>
              <p:spPr>
                <a:xfrm>
                  <a:off x="7537838" y="1863503"/>
                  <a:ext cx="55080" cy="9622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77" name="Ink 76">
                  <a:extLst>
                    <a:ext uri="{FF2B5EF4-FFF2-40B4-BE49-F238E27FC236}">
                      <a16:creationId xmlns:a16="http://schemas.microsoft.com/office/drawing/2014/main" id="{81F8C2B6-506B-4FF2-8B9D-5E546AE38A29}"/>
                    </a:ext>
                  </a:extLst>
                </p14:cNvPr>
                <p14:cNvContentPartPr/>
                <p14:nvPr/>
              </p14:nvContentPartPr>
              <p14:xfrm>
                <a:off x="7440638" y="1765223"/>
                <a:ext cx="156960" cy="133200"/>
              </p14:xfrm>
            </p:contentPart>
          </mc:Choice>
          <mc:Fallback xmlns="">
            <p:pic>
              <p:nvPicPr>
                <p:cNvPr id="77" name="Ink 76">
                  <a:extLst>
                    <a:ext uri="{FF2B5EF4-FFF2-40B4-BE49-F238E27FC236}">
                      <a16:creationId xmlns:a16="http://schemas.microsoft.com/office/drawing/2014/main" id="{81F8C2B6-506B-4FF2-8B9D-5E546AE38A29}"/>
                    </a:ext>
                  </a:extLst>
                </p:cNvPr>
                <p:cNvPicPr/>
                <p:nvPr/>
              </p:nvPicPr>
              <p:blipFill>
                <a:blip r:embed="rId173"/>
                <a:stretch>
                  <a:fillRect/>
                </a:stretch>
              </p:blipFill>
              <p:spPr>
                <a:xfrm>
                  <a:off x="7431638" y="1756583"/>
                  <a:ext cx="1746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2" name="Ink 111">
                  <a:extLst>
                    <a:ext uri="{FF2B5EF4-FFF2-40B4-BE49-F238E27FC236}">
                      <a16:creationId xmlns:a16="http://schemas.microsoft.com/office/drawing/2014/main" id="{1B8DB923-B971-C6E0-4839-1D783C5A52CB}"/>
                    </a:ext>
                  </a:extLst>
                </p14:cNvPr>
                <p14:cNvContentPartPr/>
                <p14:nvPr/>
              </p14:nvContentPartPr>
              <p14:xfrm>
                <a:off x="9423518" y="970703"/>
                <a:ext cx="531000" cy="409320"/>
              </p14:xfrm>
            </p:contentPart>
          </mc:Choice>
          <mc:Fallback xmlns="">
            <p:pic>
              <p:nvPicPr>
                <p:cNvPr id="112" name="Ink 111">
                  <a:extLst>
                    <a:ext uri="{FF2B5EF4-FFF2-40B4-BE49-F238E27FC236}">
                      <a16:creationId xmlns:a16="http://schemas.microsoft.com/office/drawing/2014/main" id="{1B8DB923-B971-C6E0-4839-1D783C5A52CB}"/>
                    </a:ext>
                  </a:extLst>
                </p:cNvPr>
                <p:cNvPicPr/>
                <p:nvPr/>
              </p:nvPicPr>
              <p:blipFill>
                <a:blip r:embed="rId175"/>
                <a:stretch>
                  <a:fillRect/>
                </a:stretch>
              </p:blipFill>
              <p:spPr>
                <a:xfrm>
                  <a:off x="9414518" y="961703"/>
                  <a:ext cx="54864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3" name="Ink 112">
                  <a:extLst>
                    <a:ext uri="{FF2B5EF4-FFF2-40B4-BE49-F238E27FC236}">
                      <a16:creationId xmlns:a16="http://schemas.microsoft.com/office/drawing/2014/main" id="{77ECD8FB-32FD-542B-6610-7CDF5BDFB79E}"/>
                    </a:ext>
                  </a:extLst>
                </p14:cNvPr>
                <p14:cNvContentPartPr/>
                <p14:nvPr/>
              </p14:nvContentPartPr>
              <p14:xfrm>
                <a:off x="9470318" y="1403423"/>
                <a:ext cx="401760" cy="302760"/>
              </p14:xfrm>
            </p:contentPart>
          </mc:Choice>
          <mc:Fallback xmlns="">
            <p:pic>
              <p:nvPicPr>
                <p:cNvPr id="113" name="Ink 112">
                  <a:extLst>
                    <a:ext uri="{FF2B5EF4-FFF2-40B4-BE49-F238E27FC236}">
                      <a16:creationId xmlns:a16="http://schemas.microsoft.com/office/drawing/2014/main" id="{77ECD8FB-32FD-542B-6610-7CDF5BDFB79E}"/>
                    </a:ext>
                  </a:extLst>
                </p:cNvPr>
                <p:cNvPicPr/>
                <p:nvPr/>
              </p:nvPicPr>
              <p:blipFill>
                <a:blip r:embed="rId177"/>
                <a:stretch>
                  <a:fillRect/>
                </a:stretch>
              </p:blipFill>
              <p:spPr>
                <a:xfrm>
                  <a:off x="9461318" y="1394423"/>
                  <a:ext cx="4194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5" name="Ink 114">
                  <a:extLst>
                    <a:ext uri="{FF2B5EF4-FFF2-40B4-BE49-F238E27FC236}">
                      <a16:creationId xmlns:a16="http://schemas.microsoft.com/office/drawing/2014/main" id="{8EAB027D-29A5-C80E-254B-A5F9A4511E07}"/>
                    </a:ext>
                  </a:extLst>
                </p14:cNvPr>
                <p14:cNvContentPartPr/>
                <p14:nvPr/>
              </p14:nvContentPartPr>
              <p14:xfrm>
                <a:off x="7834838" y="1809503"/>
                <a:ext cx="1829880" cy="1880640"/>
              </p14:xfrm>
            </p:contentPart>
          </mc:Choice>
          <mc:Fallback xmlns="">
            <p:pic>
              <p:nvPicPr>
                <p:cNvPr id="115" name="Ink 114">
                  <a:extLst>
                    <a:ext uri="{FF2B5EF4-FFF2-40B4-BE49-F238E27FC236}">
                      <a16:creationId xmlns:a16="http://schemas.microsoft.com/office/drawing/2014/main" id="{8EAB027D-29A5-C80E-254B-A5F9A4511E07}"/>
                    </a:ext>
                  </a:extLst>
                </p:cNvPr>
                <p:cNvPicPr/>
                <p:nvPr/>
              </p:nvPicPr>
              <p:blipFill>
                <a:blip r:embed="rId179"/>
                <a:stretch>
                  <a:fillRect/>
                </a:stretch>
              </p:blipFill>
              <p:spPr>
                <a:xfrm>
                  <a:off x="7825838" y="1800863"/>
                  <a:ext cx="1847520" cy="18982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6" name="Ink 115">
                  <a:extLst>
                    <a:ext uri="{FF2B5EF4-FFF2-40B4-BE49-F238E27FC236}">
                      <a16:creationId xmlns:a16="http://schemas.microsoft.com/office/drawing/2014/main" id="{75FC5E4F-AA8B-13D3-A1D7-467987173A20}"/>
                    </a:ext>
                  </a:extLst>
                </p14:cNvPr>
                <p14:cNvContentPartPr/>
                <p14:nvPr/>
              </p14:nvContentPartPr>
              <p14:xfrm>
                <a:off x="7722158" y="3632183"/>
                <a:ext cx="223920" cy="132840"/>
              </p14:xfrm>
            </p:contentPart>
          </mc:Choice>
          <mc:Fallback xmlns="">
            <p:pic>
              <p:nvPicPr>
                <p:cNvPr id="116" name="Ink 115">
                  <a:extLst>
                    <a:ext uri="{FF2B5EF4-FFF2-40B4-BE49-F238E27FC236}">
                      <a16:creationId xmlns:a16="http://schemas.microsoft.com/office/drawing/2014/main" id="{75FC5E4F-AA8B-13D3-A1D7-467987173A20}"/>
                    </a:ext>
                  </a:extLst>
                </p:cNvPr>
                <p:cNvPicPr/>
                <p:nvPr/>
              </p:nvPicPr>
              <p:blipFill>
                <a:blip r:embed="rId181"/>
                <a:stretch>
                  <a:fillRect/>
                </a:stretch>
              </p:blipFill>
              <p:spPr>
                <a:xfrm>
                  <a:off x="7713518" y="3623543"/>
                  <a:ext cx="2415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4" name="Ink 103">
                  <a:extLst>
                    <a:ext uri="{FF2B5EF4-FFF2-40B4-BE49-F238E27FC236}">
                      <a16:creationId xmlns:a16="http://schemas.microsoft.com/office/drawing/2014/main" id="{394667FF-F0D8-EB5E-31AD-33C9913716F3}"/>
                    </a:ext>
                  </a:extLst>
                </p14:cNvPr>
                <p14:cNvContentPartPr/>
                <p14:nvPr/>
              </p14:nvContentPartPr>
              <p14:xfrm>
                <a:off x="307958" y="2979503"/>
                <a:ext cx="172800" cy="363600"/>
              </p14:xfrm>
            </p:contentPart>
          </mc:Choice>
          <mc:Fallback xmlns="">
            <p:pic>
              <p:nvPicPr>
                <p:cNvPr id="104" name="Ink 103">
                  <a:extLst>
                    <a:ext uri="{FF2B5EF4-FFF2-40B4-BE49-F238E27FC236}">
                      <a16:creationId xmlns:a16="http://schemas.microsoft.com/office/drawing/2014/main" id="{394667FF-F0D8-EB5E-31AD-33C9913716F3}"/>
                    </a:ext>
                  </a:extLst>
                </p:cNvPr>
                <p:cNvPicPr/>
                <p:nvPr/>
              </p:nvPicPr>
              <p:blipFill>
                <a:blip r:embed="rId183"/>
                <a:stretch>
                  <a:fillRect/>
                </a:stretch>
              </p:blipFill>
              <p:spPr>
                <a:xfrm>
                  <a:off x="298958" y="2970503"/>
                  <a:ext cx="1904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5" name="Ink 104">
                  <a:extLst>
                    <a:ext uri="{FF2B5EF4-FFF2-40B4-BE49-F238E27FC236}">
                      <a16:creationId xmlns:a16="http://schemas.microsoft.com/office/drawing/2014/main" id="{54BA897E-04DD-12FA-7ECF-6494C8F4A8C3}"/>
                    </a:ext>
                  </a:extLst>
                </p14:cNvPr>
                <p14:cNvContentPartPr/>
                <p14:nvPr/>
              </p14:nvContentPartPr>
              <p14:xfrm>
                <a:off x="444758" y="2936663"/>
                <a:ext cx="113040" cy="439920"/>
              </p14:xfrm>
            </p:contentPart>
          </mc:Choice>
          <mc:Fallback xmlns="">
            <p:pic>
              <p:nvPicPr>
                <p:cNvPr id="105" name="Ink 104">
                  <a:extLst>
                    <a:ext uri="{FF2B5EF4-FFF2-40B4-BE49-F238E27FC236}">
                      <a16:creationId xmlns:a16="http://schemas.microsoft.com/office/drawing/2014/main" id="{54BA897E-04DD-12FA-7ECF-6494C8F4A8C3}"/>
                    </a:ext>
                  </a:extLst>
                </p:cNvPr>
                <p:cNvPicPr/>
                <p:nvPr/>
              </p:nvPicPr>
              <p:blipFill>
                <a:blip r:embed="rId185"/>
                <a:stretch>
                  <a:fillRect/>
                </a:stretch>
              </p:blipFill>
              <p:spPr>
                <a:xfrm>
                  <a:off x="436118" y="2927663"/>
                  <a:ext cx="130680" cy="457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6" name="Ink 105">
                  <a:extLst>
                    <a:ext uri="{FF2B5EF4-FFF2-40B4-BE49-F238E27FC236}">
                      <a16:creationId xmlns:a16="http://schemas.microsoft.com/office/drawing/2014/main" id="{66918047-8AF7-0CD4-0F2B-C0EE99E411FE}"/>
                    </a:ext>
                  </a:extLst>
                </p14:cNvPr>
                <p14:cNvContentPartPr/>
                <p14:nvPr/>
              </p14:nvContentPartPr>
              <p14:xfrm>
                <a:off x="589478" y="3181463"/>
                <a:ext cx="18000" cy="154440"/>
              </p14:xfrm>
            </p:contentPart>
          </mc:Choice>
          <mc:Fallback xmlns="">
            <p:pic>
              <p:nvPicPr>
                <p:cNvPr id="106" name="Ink 105">
                  <a:extLst>
                    <a:ext uri="{FF2B5EF4-FFF2-40B4-BE49-F238E27FC236}">
                      <a16:creationId xmlns:a16="http://schemas.microsoft.com/office/drawing/2014/main" id="{66918047-8AF7-0CD4-0F2B-C0EE99E411FE}"/>
                    </a:ext>
                  </a:extLst>
                </p:cNvPr>
                <p:cNvPicPr/>
                <p:nvPr/>
              </p:nvPicPr>
              <p:blipFill>
                <a:blip r:embed="rId187"/>
                <a:stretch>
                  <a:fillRect/>
                </a:stretch>
              </p:blipFill>
              <p:spPr>
                <a:xfrm>
                  <a:off x="580838" y="3172463"/>
                  <a:ext cx="356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7" name="Ink 106">
                  <a:extLst>
                    <a:ext uri="{FF2B5EF4-FFF2-40B4-BE49-F238E27FC236}">
                      <a16:creationId xmlns:a16="http://schemas.microsoft.com/office/drawing/2014/main" id="{9AEF1DF2-B8E8-5FA2-9D53-AAF4CACABF71}"/>
                    </a:ext>
                  </a:extLst>
                </p14:cNvPr>
                <p14:cNvContentPartPr/>
                <p14:nvPr/>
              </p14:nvContentPartPr>
              <p14:xfrm>
                <a:off x="651758" y="3032063"/>
                <a:ext cx="5760" cy="30600"/>
              </p14:xfrm>
            </p:contentPart>
          </mc:Choice>
          <mc:Fallback xmlns="">
            <p:pic>
              <p:nvPicPr>
                <p:cNvPr id="107" name="Ink 106">
                  <a:extLst>
                    <a:ext uri="{FF2B5EF4-FFF2-40B4-BE49-F238E27FC236}">
                      <a16:creationId xmlns:a16="http://schemas.microsoft.com/office/drawing/2014/main" id="{9AEF1DF2-B8E8-5FA2-9D53-AAF4CACABF71}"/>
                    </a:ext>
                  </a:extLst>
                </p:cNvPr>
                <p:cNvPicPr/>
                <p:nvPr/>
              </p:nvPicPr>
              <p:blipFill>
                <a:blip r:embed="rId189"/>
                <a:stretch>
                  <a:fillRect/>
                </a:stretch>
              </p:blipFill>
              <p:spPr>
                <a:xfrm>
                  <a:off x="643118" y="3023423"/>
                  <a:ext cx="234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Ink 107">
                  <a:extLst>
                    <a:ext uri="{FF2B5EF4-FFF2-40B4-BE49-F238E27FC236}">
                      <a16:creationId xmlns:a16="http://schemas.microsoft.com/office/drawing/2014/main" id="{026682F4-3F3D-D41F-C02A-FD5E62CF7CD1}"/>
                    </a:ext>
                  </a:extLst>
                </p14:cNvPr>
                <p14:cNvContentPartPr/>
                <p14:nvPr/>
              </p14:nvContentPartPr>
              <p14:xfrm>
                <a:off x="666158" y="3066623"/>
                <a:ext cx="392040" cy="265320"/>
              </p14:xfrm>
            </p:contentPart>
          </mc:Choice>
          <mc:Fallback xmlns="">
            <p:pic>
              <p:nvPicPr>
                <p:cNvPr id="108" name="Ink 107">
                  <a:extLst>
                    <a:ext uri="{FF2B5EF4-FFF2-40B4-BE49-F238E27FC236}">
                      <a16:creationId xmlns:a16="http://schemas.microsoft.com/office/drawing/2014/main" id="{026682F4-3F3D-D41F-C02A-FD5E62CF7CD1}"/>
                    </a:ext>
                  </a:extLst>
                </p:cNvPr>
                <p:cNvPicPr/>
                <p:nvPr/>
              </p:nvPicPr>
              <p:blipFill>
                <a:blip r:embed="rId191"/>
                <a:stretch>
                  <a:fillRect/>
                </a:stretch>
              </p:blipFill>
              <p:spPr>
                <a:xfrm>
                  <a:off x="657518" y="3057983"/>
                  <a:ext cx="40968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9" name="Ink 108">
                  <a:extLst>
                    <a:ext uri="{FF2B5EF4-FFF2-40B4-BE49-F238E27FC236}">
                      <a16:creationId xmlns:a16="http://schemas.microsoft.com/office/drawing/2014/main" id="{B18FF6B8-9B0F-2215-753D-944F3F5C7BB7}"/>
                    </a:ext>
                  </a:extLst>
                </p14:cNvPr>
                <p14:cNvContentPartPr/>
                <p14:nvPr/>
              </p14:nvContentPartPr>
              <p14:xfrm>
                <a:off x="1120478" y="3100823"/>
                <a:ext cx="82080" cy="161640"/>
              </p14:xfrm>
            </p:contentPart>
          </mc:Choice>
          <mc:Fallback xmlns="">
            <p:pic>
              <p:nvPicPr>
                <p:cNvPr id="109" name="Ink 108">
                  <a:extLst>
                    <a:ext uri="{FF2B5EF4-FFF2-40B4-BE49-F238E27FC236}">
                      <a16:creationId xmlns:a16="http://schemas.microsoft.com/office/drawing/2014/main" id="{B18FF6B8-9B0F-2215-753D-944F3F5C7BB7}"/>
                    </a:ext>
                  </a:extLst>
                </p:cNvPr>
                <p:cNvPicPr/>
                <p:nvPr/>
              </p:nvPicPr>
              <p:blipFill>
                <a:blip r:embed="rId193"/>
                <a:stretch>
                  <a:fillRect/>
                </a:stretch>
              </p:blipFill>
              <p:spPr>
                <a:xfrm>
                  <a:off x="1111838" y="3091823"/>
                  <a:ext cx="997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0" name="Ink 109">
                  <a:extLst>
                    <a:ext uri="{FF2B5EF4-FFF2-40B4-BE49-F238E27FC236}">
                      <a16:creationId xmlns:a16="http://schemas.microsoft.com/office/drawing/2014/main" id="{874BC699-CBC6-62D1-3348-D1F9D76B1129}"/>
                    </a:ext>
                  </a:extLst>
                </p14:cNvPr>
                <p14:cNvContentPartPr/>
                <p14:nvPr/>
              </p14:nvContentPartPr>
              <p14:xfrm>
                <a:off x="1296158" y="3002543"/>
                <a:ext cx="190080" cy="235080"/>
              </p14:xfrm>
            </p:contentPart>
          </mc:Choice>
          <mc:Fallback xmlns="">
            <p:pic>
              <p:nvPicPr>
                <p:cNvPr id="110" name="Ink 109">
                  <a:extLst>
                    <a:ext uri="{FF2B5EF4-FFF2-40B4-BE49-F238E27FC236}">
                      <a16:creationId xmlns:a16="http://schemas.microsoft.com/office/drawing/2014/main" id="{874BC699-CBC6-62D1-3348-D1F9D76B1129}"/>
                    </a:ext>
                  </a:extLst>
                </p:cNvPr>
                <p:cNvPicPr/>
                <p:nvPr/>
              </p:nvPicPr>
              <p:blipFill>
                <a:blip r:embed="rId195"/>
                <a:stretch>
                  <a:fillRect/>
                </a:stretch>
              </p:blipFill>
              <p:spPr>
                <a:xfrm>
                  <a:off x="1287158" y="2993903"/>
                  <a:ext cx="20772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CBB2CED2-CF09-44D4-4C77-D7F1895BD750}"/>
                    </a:ext>
                  </a:extLst>
                </p14:cNvPr>
                <p14:cNvContentPartPr/>
                <p14:nvPr/>
              </p14:nvContentPartPr>
              <p14:xfrm>
                <a:off x="322718" y="3393863"/>
                <a:ext cx="1200960" cy="74880"/>
              </p14:xfrm>
            </p:contentPart>
          </mc:Choice>
          <mc:Fallback xmlns="">
            <p:pic>
              <p:nvPicPr>
                <p:cNvPr id="118" name="Ink 117">
                  <a:extLst>
                    <a:ext uri="{FF2B5EF4-FFF2-40B4-BE49-F238E27FC236}">
                      <a16:creationId xmlns:a16="http://schemas.microsoft.com/office/drawing/2014/main" id="{CBB2CED2-CF09-44D4-4C77-D7F1895BD750}"/>
                    </a:ext>
                  </a:extLst>
                </p:cNvPr>
                <p:cNvPicPr/>
                <p:nvPr/>
              </p:nvPicPr>
              <p:blipFill>
                <a:blip r:embed="rId197"/>
                <a:stretch>
                  <a:fillRect/>
                </a:stretch>
              </p:blipFill>
              <p:spPr>
                <a:xfrm>
                  <a:off x="314078" y="3384863"/>
                  <a:ext cx="12186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0" name="Ink 119">
                  <a:extLst>
                    <a:ext uri="{FF2B5EF4-FFF2-40B4-BE49-F238E27FC236}">
                      <a16:creationId xmlns:a16="http://schemas.microsoft.com/office/drawing/2014/main" id="{07AF99BE-3782-AEBE-C6E0-87236088431E}"/>
                    </a:ext>
                  </a:extLst>
                </p14:cNvPr>
                <p14:cNvContentPartPr/>
                <p14:nvPr/>
              </p14:nvContentPartPr>
              <p14:xfrm>
                <a:off x="210038" y="3648023"/>
                <a:ext cx="335160" cy="394920"/>
              </p14:xfrm>
            </p:contentPart>
          </mc:Choice>
          <mc:Fallback xmlns="">
            <p:pic>
              <p:nvPicPr>
                <p:cNvPr id="120" name="Ink 119">
                  <a:extLst>
                    <a:ext uri="{FF2B5EF4-FFF2-40B4-BE49-F238E27FC236}">
                      <a16:creationId xmlns:a16="http://schemas.microsoft.com/office/drawing/2014/main" id="{07AF99BE-3782-AEBE-C6E0-87236088431E}"/>
                    </a:ext>
                  </a:extLst>
                </p:cNvPr>
                <p:cNvPicPr/>
                <p:nvPr/>
              </p:nvPicPr>
              <p:blipFill>
                <a:blip r:embed="rId199"/>
                <a:stretch>
                  <a:fillRect/>
                </a:stretch>
              </p:blipFill>
              <p:spPr>
                <a:xfrm>
                  <a:off x="201398" y="3639023"/>
                  <a:ext cx="35280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1" name="Ink 120">
                  <a:extLst>
                    <a:ext uri="{FF2B5EF4-FFF2-40B4-BE49-F238E27FC236}">
                      <a16:creationId xmlns:a16="http://schemas.microsoft.com/office/drawing/2014/main" id="{441B36A2-F871-B0A1-D5E7-8CD6F8CF3C99}"/>
                    </a:ext>
                  </a:extLst>
                </p14:cNvPr>
                <p14:cNvContentPartPr/>
                <p14:nvPr/>
              </p14:nvContentPartPr>
              <p14:xfrm>
                <a:off x="558158" y="3696263"/>
                <a:ext cx="169200" cy="295200"/>
              </p14:xfrm>
            </p:contentPart>
          </mc:Choice>
          <mc:Fallback xmlns="">
            <p:pic>
              <p:nvPicPr>
                <p:cNvPr id="121" name="Ink 120">
                  <a:extLst>
                    <a:ext uri="{FF2B5EF4-FFF2-40B4-BE49-F238E27FC236}">
                      <a16:creationId xmlns:a16="http://schemas.microsoft.com/office/drawing/2014/main" id="{441B36A2-F871-B0A1-D5E7-8CD6F8CF3C99}"/>
                    </a:ext>
                  </a:extLst>
                </p:cNvPr>
                <p:cNvPicPr/>
                <p:nvPr/>
              </p:nvPicPr>
              <p:blipFill>
                <a:blip r:embed="rId201"/>
                <a:stretch>
                  <a:fillRect/>
                </a:stretch>
              </p:blipFill>
              <p:spPr>
                <a:xfrm>
                  <a:off x="549158" y="3687263"/>
                  <a:ext cx="1868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2" name="Ink 121">
                  <a:extLst>
                    <a:ext uri="{FF2B5EF4-FFF2-40B4-BE49-F238E27FC236}">
                      <a16:creationId xmlns:a16="http://schemas.microsoft.com/office/drawing/2014/main" id="{85293544-4559-EC7D-43C5-921B9D6587F5}"/>
                    </a:ext>
                  </a:extLst>
                </p14:cNvPr>
                <p14:cNvContentPartPr/>
                <p14:nvPr/>
              </p14:nvContentPartPr>
              <p14:xfrm>
                <a:off x="782798" y="3873743"/>
                <a:ext cx="11880" cy="76320"/>
              </p14:xfrm>
            </p:contentPart>
          </mc:Choice>
          <mc:Fallback xmlns="">
            <p:pic>
              <p:nvPicPr>
                <p:cNvPr id="122" name="Ink 121">
                  <a:extLst>
                    <a:ext uri="{FF2B5EF4-FFF2-40B4-BE49-F238E27FC236}">
                      <a16:creationId xmlns:a16="http://schemas.microsoft.com/office/drawing/2014/main" id="{85293544-4559-EC7D-43C5-921B9D6587F5}"/>
                    </a:ext>
                  </a:extLst>
                </p:cNvPr>
                <p:cNvPicPr/>
                <p:nvPr/>
              </p:nvPicPr>
              <p:blipFill>
                <a:blip r:embed="rId203"/>
                <a:stretch>
                  <a:fillRect/>
                </a:stretch>
              </p:blipFill>
              <p:spPr>
                <a:xfrm>
                  <a:off x="773798" y="3865103"/>
                  <a:ext cx="295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3" name="Ink 122">
                  <a:extLst>
                    <a:ext uri="{FF2B5EF4-FFF2-40B4-BE49-F238E27FC236}">
                      <a16:creationId xmlns:a16="http://schemas.microsoft.com/office/drawing/2014/main" id="{38A6659F-ABF3-B761-D936-1055FDFBB660}"/>
                    </a:ext>
                  </a:extLst>
                </p14:cNvPr>
                <p14:cNvContentPartPr/>
                <p14:nvPr/>
              </p14:nvContentPartPr>
              <p14:xfrm>
                <a:off x="817358" y="3688343"/>
                <a:ext cx="28440" cy="24120"/>
              </p14:xfrm>
            </p:contentPart>
          </mc:Choice>
          <mc:Fallback xmlns="">
            <p:pic>
              <p:nvPicPr>
                <p:cNvPr id="123" name="Ink 122">
                  <a:extLst>
                    <a:ext uri="{FF2B5EF4-FFF2-40B4-BE49-F238E27FC236}">
                      <a16:creationId xmlns:a16="http://schemas.microsoft.com/office/drawing/2014/main" id="{38A6659F-ABF3-B761-D936-1055FDFBB660}"/>
                    </a:ext>
                  </a:extLst>
                </p:cNvPr>
                <p:cNvPicPr/>
                <p:nvPr/>
              </p:nvPicPr>
              <p:blipFill>
                <a:blip r:embed="rId205"/>
                <a:stretch>
                  <a:fillRect/>
                </a:stretch>
              </p:blipFill>
              <p:spPr>
                <a:xfrm>
                  <a:off x="808718" y="3679703"/>
                  <a:ext cx="460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4" name="Ink 123">
                  <a:extLst>
                    <a:ext uri="{FF2B5EF4-FFF2-40B4-BE49-F238E27FC236}">
                      <a16:creationId xmlns:a16="http://schemas.microsoft.com/office/drawing/2014/main" id="{B1C7BE95-281A-C05B-DB65-2E52D0D8A92E}"/>
                    </a:ext>
                  </a:extLst>
                </p14:cNvPr>
                <p14:cNvContentPartPr/>
                <p14:nvPr/>
              </p14:nvContentPartPr>
              <p14:xfrm>
                <a:off x="901598" y="3687983"/>
                <a:ext cx="38160" cy="267120"/>
              </p14:xfrm>
            </p:contentPart>
          </mc:Choice>
          <mc:Fallback xmlns="">
            <p:pic>
              <p:nvPicPr>
                <p:cNvPr id="124" name="Ink 123">
                  <a:extLst>
                    <a:ext uri="{FF2B5EF4-FFF2-40B4-BE49-F238E27FC236}">
                      <a16:creationId xmlns:a16="http://schemas.microsoft.com/office/drawing/2014/main" id="{B1C7BE95-281A-C05B-DB65-2E52D0D8A92E}"/>
                    </a:ext>
                  </a:extLst>
                </p:cNvPr>
                <p:cNvPicPr/>
                <p:nvPr/>
              </p:nvPicPr>
              <p:blipFill>
                <a:blip r:embed="rId207"/>
                <a:stretch>
                  <a:fillRect/>
                </a:stretch>
              </p:blipFill>
              <p:spPr>
                <a:xfrm>
                  <a:off x="892958" y="3678983"/>
                  <a:ext cx="558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BF790B21-75BF-8A7D-E8A2-7035A59B88A7}"/>
                    </a:ext>
                  </a:extLst>
                </p14:cNvPr>
                <p14:cNvContentPartPr/>
                <p14:nvPr/>
              </p14:nvContentPartPr>
              <p14:xfrm>
                <a:off x="878198" y="3700223"/>
                <a:ext cx="545400" cy="251280"/>
              </p14:xfrm>
            </p:contentPart>
          </mc:Choice>
          <mc:Fallback xmlns="">
            <p:pic>
              <p:nvPicPr>
                <p:cNvPr id="125" name="Ink 124">
                  <a:extLst>
                    <a:ext uri="{FF2B5EF4-FFF2-40B4-BE49-F238E27FC236}">
                      <a16:creationId xmlns:a16="http://schemas.microsoft.com/office/drawing/2014/main" id="{BF790B21-75BF-8A7D-E8A2-7035A59B88A7}"/>
                    </a:ext>
                  </a:extLst>
                </p:cNvPr>
                <p:cNvPicPr/>
                <p:nvPr/>
              </p:nvPicPr>
              <p:blipFill>
                <a:blip r:embed="rId209"/>
                <a:stretch>
                  <a:fillRect/>
                </a:stretch>
              </p:blipFill>
              <p:spPr>
                <a:xfrm>
                  <a:off x="869558" y="3691583"/>
                  <a:ext cx="56304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7" name="Ink 126">
                  <a:extLst>
                    <a:ext uri="{FF2B5EF4-FFF2-40B4-BE49-F238E27FC236}">
                      <a16:creationId xmlns:a16="http://schemas.microsoft.com/office/drawing/2014/main" id="{21B2A6B3-6352-F9F7-51F0-A9BD01377B3C}"/>
                    </a:ext>
                  </a:extLst>
                </p14:cNvPr>
                <p14:cNvContentPartPr/>
                <p14:nvPr/>
              </p14:nvContentPartPr>
              <p14:xfrm>
                <a:off x="477878" y="2250503"/>
                <a:ext cx="259560" cy="372960"/>
              </p14:xfrm>
            </p:contentPart>
          </mc:Choice>
          <mc:Fallback xmlns="">
            <p:pic>
              <p:nvPicPr>
                <p:cNvPr id="127" name="Ink 126">
                  <a:extLst>
                    <a:ext uri="{FF2B5EF4-FFF2-40B4-BE49-F238E27FC236}">
                      <a16:creationId xmlns:a16="http://schemas.microsoft.com/office/drawing/2014/main" id="{21B2A6B3-6352-F9F7-51F0-A9BD01377B3C}"/>
                    </a:ext>
                  </a:extLst>
                </p:cNvPr>
                <p:cNvPicPr/>
                <p:nvPr/>
              </p:nvPicPr>
              <p:blipFill>
                <a:blip r:embed="rId211"/>
                <a:stretch>
                  <a:fillRect/>
                </a:stretch>
              </p:blipFill>
              <p:spPr>
                <a:xfrm>
                  <a:off x="468878" y="2241863"/>
                  <a:ext cx="27720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8" name="Ink 127">
                  <a:extLst>
                    <a:ext uri="{FF2B5EF4-FFF2-40B4-BE49-F238E27FC236}">
                      <a16:creationId xmlns:a16="http://schemas.microsoft.com/office/drawing/2014/main" id="{CA3C6D9A-CFD9-DA91-E6F8-24F4A8CEC7BD}"/>
                    </a:ext>
                  </a:extLst>
                </p14:cNvPr>
                <p14:cNvContentPartPr/>
                <p14:nvPr/>
              </p14:nvContentPartPr>
              <p14:xfrm>
                <a:off x="782078" y="2397743"/>
                <a:ext cx="100800" cy="197640"/>
              </p14:xfrm>
            </p:contentPart>
          </mc:Choice>
          <mc:Fallback xmlns="">
            <p:pic>
              <p:nvPicPr>
                <p:cNvPr id="128" name="Ink 127">
                  <a:extLst>
                    <a:ext uri="{FF2B5EF4-FFF2-40B4-BE49-F238E27FC236}">
                      <a16:creationId xmlns:a16="http://schemas.microsoft.com/office/drawing/2014/main" id="{CA3C6D9A-CFD9-DA91-E6F8-24F4A8CEC7BD}"/>
                    </a:ext>
                  </a:extLst>
                </p:cNvPr>
                <p:cNvPicPr/>
                <p:nvPr/>
              </p:nvPicPr>
              <p:blipFill>
                <a:blip r:embed="rId213"/>
                <a:stretch>
                  <a:fillRect/>
                </a:stretch>
              </p:blipFill>
              <p:spPr>
                <a:xfrm>
                  <a:off x="773078" y="2389103"/>
                  <a:ext cx="1184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9" name="Ink 128">
                  <a:extLst>
                    <a:ext uri="{FF2B5EF4-FFF2-40B4-BE49-F238E27FC236}">
                      <a16:creationId xmlns:a16="http://schemas.microsoft.com/office/drawing/2014/main" id="{B84446C5-7DCB-CE45-47A9-5E7DB3BBD3FF}"/>
                    </a:ext>
                  </a:extLst>
                </p14:cNvPr>
                <p14:cNvContentPartPr/>
                <p14:nvPr/>
              </p14:nvContentPartPr>
              <p14:xfrm>
                <a:off x="982958" y="2295863"/>
                <a:ext cx="333720" cy="340920"/>
              </p14:xfrm>
            </p:contentPart>
          </mc:Choice>
          <mc:Fallback xmlns="">
            <p:pic>
              <p:nvPicPr>
                <p:cNvPr id="129" name="Ink 128">
                  <a:extLst>
                    <a:ext uri="{FF2B5EF4-FFF2-40B4-BE49-F238E27FC236}">
                      <a16:creationId xmlns:a16="http://schemas.microsoft.com/office/drawing/2014/main" id="{B84446C5-7DCB-CE45-47A9-5E7DB3BBD3FF}"/>
                    </a:ext>
                  </a:extLst>
                </p:cNvPr>
                <p:cNvPicPr/>
                <p:nvPr/>
              </p:nvPicPr>
              <p:blipFill>
                <a:blip r:embed="rId215"/>
                <a:stretch>
                  <a:fillRect/>
                </a:stretch>
              </p:blipFill>
              <p:spPr>
                <a:xfrm>
                  <a:off x="973958" y="2287223"/>
                  <a:ext cx="35136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0" name="Ink 129">
                  <a:extLst>
                    <a:ext uri="{FF2B5EF4-FFF2-40B4-BE49-F238E27FC236}">
                      <a16:creationId xmlns:a16="http://schemas.microsoft.com/office/drawing/2014/main" id="{C40E7A86-8C5E-C9F7-EE86-062F3B5DD7E7}"/>
                    </a:ext>
                  </a:extLst>
                </p14:cNvPr>
                <p14:cNvContentPartPr/>
                <p14:nvPr/>
              </p14:nvContentPartPr>
              <p14:xfrm>
                <a:off x="1342958" y="2313863"/>
                <a:ext cx="152280" cy="247680"/>
              </p14:xfrm>
            </p:contentPart>
          </mc:Choice>
          <mc:Fallback xmlns="">
            <p:pic>
              <p:nvPicPr>
                <p:cNvPr id="130" name="Ink 129">
                  <a:extLst>
                    <a:ext uri="{FF2B5EF4-FFF2-40B4-BE49-F238E27FC236}">
                      <a16:creationId xmlns:a16="http://schemas.microsoft.com/office/drawing/2014/main" id="{C40E7A86-8C5E-C9F7-EE86-062F3B5DD7E7}"/>
                    </a:ext>
                  </a:extLst>
                </p:cNvPr>
                <p:cNvPicPr/>
                <p:nvPr/>
              </p:nvPicPr>
              <p:blipFill>
                <a:blip r:embed="rId217"/>
                <a:stretch>
                  <a:fillRect/>
                </a:stretch>
              </p:blipFill>
              <p:spPr>
                <a:xfrm>
                  <a:off x="1333958" y="2305223"/>
                  <a:ext cx="16992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1" name="Ink 130">
                  <a:extLst>
                    <a:ext uri="{FF2B5EF4-FFF2-40B4-BE49-F238E27FC236}">
                      <a16:creationId xmlns:a16="http://schemas.microsoft.com/office/drawing/2014/main" id="{98E751B6-C35A-493D-C75A-B56456E3DD20}"/>
                    </a:ext>
                  </a:extLst>
                </p14:cNvPr>
                <p14:cNvContentPartPr/>
                <p14:nvPr/>
              </p14:nvContentPartPr>
              <p14:xfrm>
                <a:off x="2323598" y="2057543"/>
                <a:ext cx="245160" cy="465480"/>
              </p14:xfrm>
            </p:contentPart>
          </mc:Choice>
          <mc:Fallback xmlns="">
            <p:pic>
              <p:nvPicPr>
                <p:cNvPr id="131" name="Ink 130">
                  <a:extLst>
                    <a:ext uri="{FF2B5EF4-FFF2-40B4-BE49-F238E27FC236}">
                      <a16:creationId xmlns:a16="http://schemas.microsoft.com/office/drawing/2014/main" id="{98E751B6-C35A-493D-C75A-B56456E3DD20}"/>
                    </a:ext>
                  </a:extLst>
                </p:cNvPr>
                <p:cNvPicPr/>
                <p:nvPr/>
              </p:nvPicPr>
              <p:blipFill>
                <a:blip r:embed="rId219"/>
                <a:stretch>
                  <a:fillRect/>
                </a:stretch>
              </p:blipFill>
              <p:spPr>
                <a:xfrm>
                  <a:off x="2314598" y="2048543"/>
                  <a:ext cx="26280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2" name="Ink 131">
                  <a:extLst>
                    <a:ext uri="{FF2B5EF4-FFF2-40B4-BE49-F238E27FC236}">
                      <a16:creationId xmlns:a16="http://schemas.microsoft.com/office/drawing/2014/main" id="{10E1675B-CA30-A21B-1BF6-0A84153B75B3}"/>
                    </a:ext>
                  </a:extLst>
                </p14:cNvPr>
                <p14:cNvContentPartPr/>
                <p14:nvPr/>
              </p14:nvContentPartPr>
              <p14:xfrm>
                <a:off x="2587118" y="2335463"/>
                <a:ext cx="105480" cy="196200"/>
              </p14:xfrm>
            </p:contentPart>
          </mc:Choice>
          <mc:Fallback xmlns="">
            <p:pic>
              <p:nvPicPr>
                <p:cNvPr id="132" name="Ink 131">
                  <a:extLst>
                    <a:ext uri="{FF2B5EF4-FFF2-40B4-BE49-F238E27FC236}">
                      <a16:creationId xmlns:a16="http://schemas.microsoft.com/office/drawing/2014/main" id="{10E1675B-CA30-A21B-1BF6-0A84153B75B3}"/>
                    </a:ext>
                  </a:extLst>
                </p:cNvPr>
                <p:cNvPicPr/>
                <p:nvPr/>
              </p:nvPicPr>
              <p:blipFill>
                <a:blip r:embed="rId221"/>
                <a:stretch>
                  <a:fillRect/>
                </a:stretch>
              </p:blipFill>
              <p:spPr>
                <a:xfrm>
                  <a:off x="2578478" y="2326823"/>
                  <a:ext cx="1231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3" name="Ink 132">
                  <a:extLst>
                    <a:ext uri="{FF2B5EF4-FFF2-40B4-BE49-F238E27FC236}">
                      <a16:creationId xmlns:a16="http://schemas.microsoft.com/office/drawing/2014/main" id="{80910CF0-F0DA-B135-3F1F-05E33BC270A2}"/>
                    </a:ext>
                  </a:extLst>
                </p14:cNvPr>
                <p14:cNvContentPartPr/>
                <p14:nvPr/>
              </p14:nvContentPartPr>
              <p14:xfrm>
                <a:off x="2756678" y="2230343"/>
                <a:ext cx="11880" cy="166320"/>
              </p14:xfrm>
            </p:contentPart>
          </mc:Choice>
          <mc:Fallback xmlns="">
            <p:pic>
              <p:nvPicPr>
                <p:cNvPr id="133" name="Ink 132">
                  <a:extLst>
                    <a:ext uri="{FF2B5EF4-FFF2-40B4-BE49-F238E27FC236}">
                      <a16:creationId xmlns:a16="http://schemas.microsoft.com/office/drawing/2014/main" id="{80910CF0-F0DA-B135-3F1F-05E33BC270A2}"/>
                    </a:ext>
                  </a:extLst>
                </p:cNvPr>
                <p:cNvPicPr/>
                <p:nvPr/>
              </p:nvPicPr>
              <p:blipFill>
                <a:blip r:embed="rId223"/>
                <a:stretch>
                  <a:fillRect/>
                </a:stretch>
              </p:blipFill>
              <p:spPr>
                <a:xfrm>
                  <a:off x="2747678" y="2221703"/>
                  <a:ext cx="295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4" name="Ink 133">
                  <a:extLst>
                    <a:ext uri="{FF2B5EF4-FFF2-40B4-BE49-F238E27FC236}">
                      <a16:creationId xmlns:a16="http://schemas.microsoft.com/office/drawing/2014/main" id="{E32FCCC1-C074-58F3-FE9E-CB69AC13C368}"/>
                    </a:ext>
                  </a:extLst>
                </p14:cNvPr>
                <p14:cNvContentPartPr/>
                <p14:nvPr/>
              </p14:nvContentPartPr>
              <p14:xfrm>
                <a:off x="2868278" y="2289383"/>
                <a:ext cx="81000" cy="198720"/>
              </p14:xfrm>
            </p:contentPart>
          </mc:Choice>
          <mc:Fallback xmlns="">
            <p:pic>
              <p:nvPicPr>
                <p:cNvPr id="134" name="Ink 133">
                  <a:extLst>
                    <a:ext uri="{FF2B5EF4-FFF2-40B4-BE49-F238E27FC236}">
                      <a16:creationId xmlns:a16="http://schemas.microsoft.com/office/drawing/2014/main" id="{E32FCCC1-C074-58F3-FE9E-CB69AC13C368}"/>
                    </a:ext>
                  </a:extLst>
                </p:cNvPr>
                <p:cNvPicPr/>
                <p:nvPr/>
              </p:nvPicPr>
              <p:blipFill>
                <a:blip r:embed="rId225"/>
                <a:stretch>
                  <a:fillRect/>
                </a:stretch>
              </p:blipFill>
              <p:spPr>
                <a:xfrm>
                  <a:off x="2859638" y="2280743"/>
                  <a:ext cx="986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5" name="Ink 134">
                  <a:extLst>
                    <a:ext uri="{FF2B5EF4-FFF2-40B4-BE49-F238E27FC236}">
                      <a16:creationId xmlns:a16="http://schemas.microsoft.com/office/drawing/2014/main" id="{41DEEC00-EA90-D45A-AAB0-6AEFC06C32E4}"/>
                    </a:ext>
                  </a:extLst>
                </p14:cNvPr>
                <p14:cNvContentPartPr/>
                <p14:nvPr/>
              </p14:nvContentPartPr>
              <p14:xfrm>
                <a:off x="3069518" y="2214503"/>
                <a:ext cx="30960" cy="216000"/>
              </p14:xfrm>
            </p:contentPart>
          </mc:Choice>
          <mc:Fallback xmlns="">
            <p:pic>
              <p:nvPicPr>
                <p:cNvPr id="135" name="Ink 134">
                  <a:extLst>
                    <a:ext uri="{FF2B5EF4-FFF2-40B4-BE49-F238E27FC236}">
                      <a16:creationId xmlns:a16="http://schemas.microsoft.com/office/drawing/2014/main" id="{41DEEC00-EA90-D45A-AAB0-6AEFC06C32E4}"/>
                    </a:ext>
                  </a:extLst>
                </p:cNvPr>
                <p:cNvPicPr/>
                <p:nvPr/>
              </p:nvPicPr>
              <p:blipFill>
                <a:blip r:embed="rId227"/>
                <a:stretch>
                  <a:fillRect/>
                </a:stretch>
              </p:blipFill>
              <p:spPr>
                <a:xfrm>
                  <a:off x="3060518" y="2205863"/>
                  <a:ext cx="486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6" name="Ink 135">
                  <a:extLst>
                    <a:ext uri="{FF2B5EF4-FFF2-40B4-BE49-F238E27FC236}">
                      <a16:creationId xmlns:a16="http://schemas.microsoft.com/office/drawing/2014/main" id="{53AD9AED-418E-6C9D-BD69-99A8C9C02379}"/>
                    </a:ext>
                  </a:extLst>
                </p14:cNvPr>
                <p14:cNvContentPartPr/>
                <p14:nvPr/>
              </p14:nvContentPartPr>
              <p14:xfrm>
                <a:off x="3047918" y="2277503"/>
                <a:ext cx="164880" cy="216720"/>
              </p14:xfrm>
            </p:contentPart>
          </mc:Choice>
          <mc:Fallback xmlns="">
            <p:pic>
              <p:nvPicPr>
                <p:cNvPr id="136" name="Ink 135">
                  <a:extLst>
                    <a:ext uri="{FF2B5EF4-FFF2-40B4-BE49-F238E27FC236}">
                      <a16:creationId xmlns:a16="http://schemas.microsoft.com/office/drawing/2014/main" id="{53AD9AED-418E-6C9D-BD69-99A8C9C02379}"/>
                    </a:ext>
                  </a:extLst>
                </p:cNvPr>
                <p:cNvPicPr/>
                <p:nvPr/>
              </p:nvPicPr>
              <p:blipFill>
                <a:blip r:embed="rId229"/>
                <a:stretch>
                  <a:fillRect/>
                </a:stretch>
              </p:blipFill>
              <p:spPr>
                <a:xfrm>
                  <a:off x="3038918" y="2268863"/>
                  <a:ext cx="1825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7" name="Ink 136">
                  <a:extLst>
                    <a:ext uri="{FF2B5EF4-FFF2-40B4-BE49-F238E27FC236}">
                      <a16:creationId xmlns:a16="http://schemas.microsoft.com/office/drawing/2014/main" id="{073103EA-EA09-58D2-A56A-46D53AA46D51}"/>
                    </a:ext>
                  </a:extLst>
                </p14:cNvPr>
                <p14:cNvContentPartPr/>
                <p14:nvPr/>
              </p14:nvContentPartPr>
              <p14:xfrm>
                <a:off x="3256358" y="2339063"/>
                <a:ext cx="120960" cy="110880"/>
              </p14:xfrm>
            </p:contentPart>
          </mc:Choice>
          <mc:Fallback xmlns="">
            <p:pic>
              <p:nvPicPr>
                <p:cNvPr id="137" name="Ink 136">
                  <a:extLst>
                    <a:ext uri="{FF2B5EF4-FFF2-40B4-BE49-F238E27FC236}">
                      <a16:creationId xmlns:a16="http://schemas.microsoft.com/office/drawing/2014/main" id="{073103EA-EA09-58D2-A56A-46D53AA46D51}"/>
                    </a:ext>
                  </a:extLst>
                </p:cNvPr>
                <p:cNvPicPr/>
                <p:nvPr/>
              </p:nvPicPr>
              <p:blipFill>
                <a:blip r:embed="rId231"/>
                <a:stretch>
                  <a:fillRect/>
                </a:stretch>
              </p:blipFill>
              <p:spPr>
                <a:xfrm>
                  <a:off x="3247718" y="2330423"/>
                  <a:ext cx="1386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5" name="Ink 164">
                  <a:extLst>
                    <a:ext uri="{FF2B5EF4-FFF2-40B4-BE49-F238E27FC236}">
                      <a16:creationId xmlns:a16="http://schemas.microsoft.com/office/drawing/2014/main" id="{98B48F0F-6F4D-0032-DA95-7336672D7562}"/>
                    </a:ext>
                  </a:extLst>
                </p14:cNvPr>
                <p14:cNvContentPartPr/>
                <p14:nvPr/>
              </p14:nvContentPartPr>
              <p14:xfrm>
                <a:off x="3279398" y="3942503"/>
                <a:ext cx="19440" cy="910800"/>
              </p14:xfrm>
            </p:contentPart>
          </mc:Choice>
          <mc:Fallback xmlns="">
            <p:pic>
              <p:nvPicPr>
                <p:cNvPr id="165" name="Ink 164">
                  <a:extLst>
                    <a:ext uri="{FF2B5EF4-FFF2-40B4-BE49-F238E27FC236}">
                      <a16:creationId xmlns:a16="http://schemas.microsoft.com/office/drawing/2014/main" id="{98B48F0F-6F4D-0032-DA95-7336672D7562}"/>
                    </a:ext>
                  </a:extLst>
                </p:cNvPr>
                <p:cNvPicPr/>
                <p:nvPr/>
              </p:nvPicPr>
              <p:blipFill>
                <a:blip r:embed="rId233"/>
                <a:stretch>
                  <a:fillRect/>
                </a:stretch>
              </p:blipFill>
              <p:spPr>
                <a:xfrm>
                  <a:off x="3270398" y="3933503"/>
                  <a:ext cx="37080" cy="9284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6" name="Ink 165">
                  <a:extLst>
                    <a:ext uri="{FF2B5EF4-FFF2-40B4-BE49-F238E27FC236}">
                      <a16:creationId xmlns:a16="http://schemas.microsoft.com/office/drawing/2014/main" id="{1BD53FBC-FCA2-96E9-0C04-24E09E58510A}"/>
                    </a:ext>
                  </a:extLst>
                </p14:cNvPr>
                <p14:cNvContentPartPr/>
                <p14:nvPr/>
              </p14:nvContentPartPr>
              <p14:xfrm>
                <a:off x="3158798" y="4772303"/>
                <a:ext cx="256680" cy="162360"/>
              </p14:xfrm>
            </p:contentPart>
          </mc:Choice>
          <mc:Fallback xmlns="">
            <p:pic>
              <p:nvPicPr>
                <p:cNvPr id="166" name="Ink 165">
                  <a:extLst>
                    <a:ext uri="{FF2B5EF4-FFF2-40B4-BE49-F238E27FC236}">
                      <a16:creationId xmlns:a16="http://schemas.microsoft.com/office/drawing/2014/main" id="{1BD53FBC-FCA2-96E9-0C04-24E09E58510A}"/>
                    </a:ext>
                  </a:extLst>
                </p:cNvPr>
                <p:cNvPicPr/>
                <p:nvPr/>
              </p:nvPicPr>
              <p:blipFill>
                <a:blip r:embed="rId235"/>
                <a:stretch>
                  <a:fillRect/>
                </a:stretch>
              </p:blipFill>
              <p:spPr>
                <a:xfrm>
                  <a:off x="3149798" y="4763663"/>
                  <a:ext cx="274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7" name="Ink 166">
                  <a:extLst>
                    <a:ext uri="{FF2B5EF4-FFF2-40B4-BE49-F238E27FC236}">
                      <a16:creationId xmlns:a16="http://schemas.microsoft.com/office/drawing/2014/main" id="{09FB8423-6D78-CA21-0901-91CF1243A0E2}"/>
                    </a:ext>
                  </a:extLst>
                </p14:cNvPr>
                <p14:cNvContentPartPr/>
                <p14:nvPr/>
              </p14:nvContentPartPr>
              <p14:xfrm>
                <a:off x="2560838" y="5097023"/>
                <a:ext cx="181080" cy="419760"/>
              </p14:xfrm>
            </p:contentPart>
          </mc:Choice>
          <mc:Fallback xmlns="">
            <p:pic>
              <p:nvPicPr>
                <p:cNvPr id="167" name="Ink 166">
                  <a:extLst>
                    <a:ext uri="{FF2B5EF4-FFF2-40B4-BE49-F238E27FC236}">
                      <a16:creationId xmlns:a16="http://schemas.microsoft.com/office/drawing/2014/main" id="{09FB8423-6D78-CA21-0901-91CF1243A0E2}"/>
                    </a:ext>
                  </a:extLst>
                </p:cNvPr>
                <p:cNvPicPr/>
                <p:nvPr/>
              </p:nvPicPr>
              <p:blipFill>
                <a:blip r:embed="rId237"/>
                <a:stretch>
                  <a:fillRect/>
                </a:stretch>
              </p:blipFill>
              <p:spPr>
                <a:xfrm>
                  <a:off x="2552198" y="5088023"/>
                  <a:ext cx="19872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8" name="Ink 167">
                  <a:extLst>
                    <a:ext uri="{FF2B5EF4-FFF2-40B4-BE49-F238E27FC236}">
                      <a16:creationId xmlns:a16="http://schemas.microsoft.com/office/drawing/2014/main" id="{BC1124C4-8E74-C320-BFC5-ACC4B4FFFBB1}"/>
                    </a:ext>
                  </a:extLst>
                </p14:cNvPr>
                <p14:cNvContentPartPr/>
                <p14:nvPr/>
              </p14:nvContentPartPr>
              <p14:xfrm>
                <a:off x="2782958" y="5311583"/>
                <a:ext cx="99360" cy="128880"/>
              </p14:xfrm>
            </p:contentPart>
          </mc:Choice>
          <mc:Fallback xmlns="">
            <p:pic>
              <p:nvPicPr>
                <p:cNvPr id="168" name="Ink 167">
                  <a:extLst>
                    <a:ext uri="{FF2B5EF4-FFF2-40B4-BE49-F238E27FC236}">
                      <a16:creationId xmlns:a16="http://schemas.microsoft.com/office/drawing/2014/main" id="{BC1124C4-8E74-C320-BFC5-ACC4B4FFFBB1}"/>
                    </a:ext>
                  </a:extLst>
                </p:cNvPr>
                <p:cNvPicPr/>
                <p:nvPr/>
              </p:nvPicPr>
              <p:blipFill>
                <a:blip r:embed="rId239"/>
                <a:stretch>
                  <a:fillRect/>
                </a:stretch>
              </p:blipFill>
              <p:spPr>
                <a:xfrm>
                  <a:off x="2774318" y="5302943"/>
                  <a:ext cx="1170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9" name="Ink 168">
                  <a:extLst>
                    <a:ext uri="{FF2B5EF4-FFF2-40B4-BE49-F238E27FC236}">
                      <a16:creationId xmlns:a16="http://schemas.microsoft.com/office/drawing/2014/main" id="{310AEB25-CA02-9B28-353F-6E2EBDB0AAD3}"/>
                    </a:ext>
                  </a:extLst>
                </p14:cNvPr>
                <p14:cNvContentPartPr/>
                <p14:nvPr/>
              </p14:nvContentPartPr>
              <p14:xfrm>
                <a:off x="3006158" y="5162183"/>
                <a:ext cx="25200" cy="273240"/>
              </p14:xfrm>
            </p:contentPart>
          </mc:Choice>
          <mc:Fallback xmlns="">
            <p:pic>
              <p:nvPicPr>
                <p:cNvPr id="169" name="Ink 168">
                  <a:extLst>
                    <a:ext uri="{FF2B5EF4-FFF2-40B4-BE49-F238E27FC236}">
                      <a16:creationId xmlns:a16="http://schemas.microsoft.com/office/drawing/2014/main" id="{310AEB25-CA02-9B28-353F-6E2EBDB0AAD3}"/>
                    </a:ext>
                  </a:extLst>
                </p:cNvPr>
                <p:cNvPicPr/>
                <p:nvPr/>
              </p:nvPicPr>
              <p:blipFill>
                <a:blip r:embed="rId241"/>
                <a:stretch>
                  <a:fillRect/>
                </a:stretch>
              </p:blipFill>
              <p:spPr>
                <a:xfrm>
                  <a:off x="2997158" y="5153183"/>
                  <a:ext cx="428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0" name="Ink 169">
                  <a:extLst>
                    <a:ext uri="{FF2B5EF4-FFF2-40B4-BE49-F238E27FC236}">
                      <a16:creationId xmlns:a16="http://schemas.microsoft.com/office/drawing/2014/main" id="{069E3278-9C33-B8AF-03A4-8649CCBECB2A}"/>
                    </a:ext>
                  </a:extLst>
                </p14:cNvPr>
                <p14:cNvContentPartPr/>
                <p14:nvPr/>
              </p14:nvContentPartPr>
              <p14:xfrm>
                <a:off x="3087158" y="5210423"/>
                <a:ext cx="133560" cy="249840"/>
              </p14:xfrm>
            </p:contentPart>
          </mc:Choice>
          <mc:Fallback xmlns="">
            <p:pic>
              <p:nvPicPr>
                <p:cNvPr id="170" name="Ink 169">
                  <a:extLst>
                    <a:ext uri="{FF2B5EF4-FFF2-40B4-BE49-F238E27FC236}">
                      <a16:creationId xmlns:a16="http://schemas.microsoft.com/office/drawing/2014/main" id="{069E3278-9C33-B8AF-03A4-8649CCBECB2A}"/>
                    </a:ext>
                  </a:extLst>
                </p:cNvPr>
                <p:cNvPicPr/>
                <p:nvPr/>
              </p:nvPicPr>
              <p:blipFill>
                <a:blip r:embed="rId243"/>
                <a:stretch>
                  <a:fillRect/>
                </a:stretch>
              </p:blipFill>
              <p:spPr>
                <a:xfrm>
                  <a:off x="3078518" y="5201783"/>
                  <a:ext cx="1512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1" name="Ink 170">
                  <a:extLst>
                    <a:ext uri="{FF2B5EF4-FFF2-40B4-BE49-F238E27FC236}">
                      <a16:creationId xmlns:a16="http://schemas.microsoft.com/office/drawing/2014/main" id="{CA1727C5-5909-6EF1-DA51-FB5755B06517}"/>
                    </a:ext>
                  </a:extLst>
                </p14:cNvPr>
                <p14:cNvContentPartPr/>
                <p14:nvPr/>
              </p14:nvContentPartPr>
              <p14:xfrm>
                <a:off x="3426998" y="5204663"/>
                <a:ext cx="162000" cy="250920"/>
              </p14:xfrm>
            </p:contentPart>
          </mc:Choice>
          <mc:Fallback xmlns="">
            <p:pic>
              <p:nvPicPr>
                <p:cNvPr id="171" name="Ink 170">
                  <a:extLst>
                    <a:ext uri="{FF2B5EF4-FFF2-40B4-BE49-F238E27FC236}">
                      <a16:creationId xmlns:a16="http://schemas.microsoft.com/office/drawing/2014/main" id="{CA1727C5-5909-6EF1-DA51-FB5755B06517}"/>
                    </a:ext>
                  </a:extLst>
                </p:cNvPr>
                <p:cNvPicPr/>
                <p:nvPr/>
              </p:nvPicPr>
              <p:blipFill>
                <a:blip r:embed="rId245"/>
                <a:stretch>
                  <a:fillRect/>
                </a:stretch>
              </p:blipFill>
              <p:spPr>
                <a:xfrm>
                  <a:off x="3417998" y="5195663"/>
                  <a:ext cx="1796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72" name="Ink 171">
                  <a:extLst>
                    <a:ext uri="{FF2B5EF4-FFF2-40B4-BE49-F238E27FC236}">
                      <a16:creationId xmlns:a16="http://schemas.microsoft.com/office/drawing/2014/main" id="{4588413D-5CBF-EEF4-9991-2E37B18ACC10}"/>
                    </a:ext>
                  </a:extLst>
                </p14:cNvPr>
                <p14:cNvContentPartPr/>
                <p14:nvPr/>
              </p14:nvContentPartPr>
              <p14:xfrm>
                <a:off x="3677198" y="5267663"/>
                <a:ext cx="132840" cy="138240"/>
              </p14:xfrm>
            </p:contentPart>
          </mc:Choice>
          <mc:Fallback xmlns="">
            <p:pic>
              <p:nvPicPr>
                <p:cNvPr id="172" name="Ink 171">
                  <a:extLst>
                    <a:ext uri="{FF2B5EF4-FFF2-40B4-BE49-F238E27FC236}">
                      <a16:creationId xmlns:a16="http://schemas.microsoft.com/office/drawing/2014/main" id="{4588413D-5CBF-EEF4-9991-2E37B18ACC10}"/>
                    </a:ext>
                  </a:extLst>
                </p:cNvPr>
                <p:cNvPicPr/>
                <p:nvPr/>
              </p:nvPicPr>
              <p:blipFill>
                <a:blip r:embed="rId247"/>
                <a:stretch>
                  <a:fillRect/>
                </a:stretch>
              </p:blipFill>
              <p:spPr>
                <a:xfrm>
                  <a:off x="3668198" y="5258663"/>
                  <a:ext cx="1504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73" name="Ink 172">
                  <a:extLst>
                    <a:ext uri="{FF2B5EF4-FFF2-40B4-BE49-F238E27FC236}">
                      <a16:creationId xmlns:a16="http://schemas.microsoft.com/office/drawing/2014/main" id="{2CDA1C97-4F6D-153C-35E5-B2C4D9B219A8}"/>
                    </a:ext>
                  </a:extLst>
                </p14:cNvPr>
                <p14:cNvContentPartPr/>
                <p14:nvPr/>
              </p14:nvContentPartPr>
              <p14:xfrm>
                <a:off x="3881678" y="5165423"/>
                <a:ext cx="28080" cy="180000"/>
              </p14:xfrm>
            </p:contentPart>
          </mc:Choice>
          <mc:Fallback xmlns="">
            <p:pic>
              <p:nvPicPr>
                <p:cNvPr id="173" name="Ink 172">
                  <a:extLst>
                    <a:ext uri="{FF2B5EF4-FFF2-40B4-BE49-F238E27FC236}">
                      <a16:creationId xmlns:a16="http://schemas.microsoft.com/office/drawing/2014/main" id="{2CDA1C97-4F6D-153C-35E5-B2C4D9B219A8}"/>
                    </a:ext>
                  </a:extLst>
                </p:cNvPr>
                <p:cNvPicPr/>
                <p:nvPr/>
              </p:nvPicPr>
              <p:blipFill>
                <a:blip r:embed="rId249"/>
                <a:stretch>
                  <a:fillRect/>
                </a:stretch>
              </p:blipFill>
              <p:spPr>
                <a:xfrm>
                  <a:off x="3872678" y="5156423"/>
                  <a:ext cx="45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74" name="Ink 173">
                  <a:extLst>
                    <a:ext uri="{FF2B5EF4-FFF2-40B4-BE49-F238E27FC236}">
                      <a16:creationId xmlns:a16="http://schemas.microsoft.com/office/drawing/2014/main" id="{050054AA-1D24-CBDB-9D06-933375F7AD81}"/>
                    </a:ext>
                  </a:extLst>
                </p14:cNvPr>
                <p14:cNvContentPartPr/>
                <p14:nvPr/>
              </p14:nvContentPartPr>
              <p14:xfrm>
                <a:off x="3941798" y="5171903"/>
                <a:ext cx="33840" cy="270000"/>
              </p14:xfrm>
            </p:contentPart>
          </mc:Choice>
          <mc:Fallback xmlns="">
            <p:pic>
              <p:nvPicPr>
                <p:cNvPr id="174" name="Ink 173">
                  <a:extLst>
                    <a:ext uri="{FF2B5EF4-FFF2-40B4-BE49-F238E27FC236}">
                      <a16:creationId xmlns:a16="http://schemas.microsoft.com/office/drawing/2014/main" id="{050054AA-1D24-CBDB-9D06-933375F7AD81}"/>
                    </a:ext>
                  </a:extLst>
                </p:cNvPr>
                <p:cNvPicPr/>
                <p:nvPr/>
              </p:nvPicPr>
              <p:blipFill>
                <a:blip r:embed="rId251"/>
                <a:stretch>
                  <a:fillRect/>
                </a:stretch>
              </p:blipFill>
              <p:spPr>
                <a:xfrm>
                  <a:off x="3932798" y="5163263"/>
                  <a:ext cx="514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76" name="Ink 175">
                  <a:extLst>
                    <a:ext uri="{FF2B5EF4-FFF2-40B4-BE49-F238E27FC236}">
                      <a16:creationId xmlns:a16="http://schemas.microsoft.com/office/drawing/2014/main" id="{326C3F80-F4E1-62ED-38B2-7DB05C2F1BDA}"/>
                    </a:ext>
                  </a:extLst>
                </p14:cNvPr>
                <p14:cNvContentPartPr/>
                <p14:nvPr/>
              </p14:nvContentPartPr>
              <p14:xfrm>
                <a:off x="2157638" y="5786423"/>
                <a:ext cx="680040" cy="32760"/>
              </p14:xfrm>
            </p:contentPart>
          </mc:Choice>
          <mc:Fallback xmlns="">
            <p:pic>
              <p:nvPicPr>
                <p:cNvPr id="176" name="Ink 175">
                  <a:extLst>
                    <a:ext uri="{FF2B5EF4-FFF2-40B4-BE49-F238E27FC236}">
                      <a16:creationId xmlns:a16="http://schemas.microsoft.com/office/drawing/2014/main" id="{326C3F80-F4E1-62ED-38B2-7DB05C2F1BDA}"/>
                    </a:ext>
                  </a:extLst>
                </p:cNvPr>
                <p:cNvPicPr/>
                <p:nvPr/>
              </p:nvPicPr>
              <p:blipFill>
                <a:blip r:embed="rId253"/>
                <a:stretch>
                  <a:fillRect/>
                </a:stretch>
              </p:blipFill>
              <p:spPr>
                <a:xfrm>
                  <a:off x="2148638" y="5777423"/>
                  <a:ext cx="6976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7" name="Ink 176">
                  <a:extLst>
                    <a:ext uri="{FF2B5EF4-FFF2-40B4-BE49-F238E27FC236}">
                      <a16:creationId xmlns:a16="http://schemas.microsoft.com/office/drawing/2014/main" id="{94AC081B-5C87-18D2-06FD-8C5D2F9FC73A}"/>
                    </a:ext>
                  </a:extLst>
                </p14:cNvPr>
                <p14:cNvContentPartPr/>
                <p14:nvPr/>
              </p14:nvContentPartPr>
              <p14:xfrm>
                <a:off x="2028758" y="6143183"/>
                <a:ext cx="810360" cy="33480"/>
              </p14:xfrm>
            </p:contentPart>
          </mc:Choice>
          <mc:Fallback xmlns="">
            <p:pic>
              <p:nvPicPr>
                <p:cNvPr id="177" name="Ink 176">
                  <a:extLst>
                    <a:ext uri="{FF2B5EF4-FFF2-40B4-BE49-F238E27FC236}">
                      <a16:creationId xmlns:a16="http://schemas.microsoft.com/office/drawing/2014/main" id="{94AC081B-5C87-18D2-06FD-8C5D2F9FC73A}"/>
                    </a:ext>
                  </a:extLst>
                </p:cNvPr>
                <p:cNvPicPr/>
                <p:nvPr/>
              </p:nvPicPr>
              <p:blipFill>
                <a:blip r:embed="rId255"/>
                <a:stretch>
                  <a:fillRect/>
                </a:stretch>
              </p:blipFill>
              <p:spPr>
                <a:xfrm>
                  <a:off x="2020118" y="6134543"/>
                  <a:ext cx="8280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8" name="Ink 177">
                  <a:extLst>
                    <a:ext uri="{FF2B5EF4-FFF2-40B4-BE49-F238E27FC236}">
                      <a16:creationId xmlns:a16="http://schemas.microsoft.com/office/drawing/2014/main" id="{64081564-0338-E93F-7C95-7D53BBE8C4FF}"/>
                    </a:ext>
                  </a:extLst>
                </p14:cNvPr>
                <p14:cNvContentPartPr/>
                <p14:nvPr/>
              </p14:nvContentPartPr>
              <p14:xfrm>
                <a:off x="2192198" y="6463223"/>
                <a:ext cx="617040" cy="33840"/>
              </p14:xfrm>
            </p:contentPart>
          </mc:Choice>
          <mc:Fallback xmlns="">
            <p:pic>
              <p:nvPicPr>
                <p:cNvPr id="178" name="Ink 177">
                  <a:extLst>
                    <a:ext uri="{FF2B5EF4-FFF2-40B4-BE49-F238E27FC236}">
                      <a16:creationId xmlns:a16="http://schemas.microsoft.com/office/drawing/2014/main" id="{64081564-0338-E93F-7C95-7D53BBE8C4FF}"/>
                    </a:ext>
                  </a:extLst>
                </p:cNvPr>
                <p:cNvPicPr/>
                <p:nvPr/>
              </p:nvPicPr>
              <p:blipFill>
                <a:blip r:embed="rId257"/>
                <a:stretch>
                  <a:fillRect/>
                </a:stretch>
              </p:blipFill>
              <p:spPr>
                <a:xfrm>
                  <a:off x="2183558" y="6454223"/>
                  <a:ext cx="634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9" name="Ink 178">
                  <a:extLst>
                    <a:ext uri="{FF2B5EF4-FFF2-40B4-BE49-F238E27FC236}">
                      <a16:creationId xmlns:a16="http://schemas.microsoft.com/office/drawing/2014/main" id="{70AA054B-EA61-A707-4538-AA7757DD0217}"/>
                    </a:ext>
                  </a:extLst>
                </p14:cNvPr>
                <p14:cNvContentPartPr/>
                <p14:nvPr/>
              </p14:nvContentPartPr>
              <p14:xfrm>
                <a:off x="2454998" y="5601383"/>
                <a:ext cx="165240" cy="198720"/>
              </p14:xfrm>
            </p:contentPart>
          </mc:Choice>
          <mc:Fallback xmlns="">
            <p:pic>
              <p:nvPicPr>
                <p:cNvPr id="179" name="Ink 178">
                  <a:extLst>
                    <a:ext uri="{FF2B5EF4-FFF2-40B4-BE49-F238E27FC236}">
                      <a16:creationId xmlns:a16="http://schemas.microsoft.com/office/drawing/2014/main" id="{70AA054B-EA61-A707-4538-AA7757DD0217}"/>
                    </a:ext>
                  </a:extLst>
                </p:cNvPr>
                <p:cNvPicPr/>
                <p:nvPr/>
              </p:nvPicPr>
              <p:blipFill>
                <a:blip r:embed="rId259"/>
                <a:stretch>
                  <a:fillRect/>
                </a:stretch>
              </p:blipFill>
              <p:spPr>
                <a:xfrm>
                  <a:off x="2446358" y="5592383"/>
                  <a:ext cx="1828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0" name="Ink 179">
                  <a:extLst>
                    <a:ext uri="{FF2B5EF4-FFF2-40B4-BE49-F238E27FC236}">
                      <a16:creationId xmlns:a16="http://schemas.microsoft.com/office/drawing/2014/main" id="{094B3ABB-5C08-8AF5-B8AF-715EA94026E1}"/>
                    </a:ext>
                  </a:extLst>
                </p14:cNvPr>
                <p14:cNvContentPartPr/>
                <p14:nvPr/>
              </p14:nvContentPartPr>
              <p14:xfrm>
                <a:off x="2692238" y="5579063"/>
                <a:ext cx="67320" cy="207360"/>
              </p14:xfrm>
            </p:contentPart>
          </mc:Choice>
          <mc:Fallback xmlns="">
            <p:pic>
              <p:nvPicPr>
                <p:cNvPr id="180" name="Ink 179">
                  <a:extLst>
                    <a:ext uri="{FF2B5EF4-FFF2-40B4-BE49-F238E27FC236}">
                      <a16:creationId xmlns:a16="http://schemas.microsoft.com/office/drawing/2014/main" id="{094B3ABB-5C08-8AF5-B8AF-715EA94026E1}"/>
                    </a:ext>
                  </a:extLst>
                </p:cNvPr>
                <p:cNvPicPr/>
                <p:nvPr/>
              </p:nvPicPr>
              <p:blipFill>
                <a:blip r:embed="rId261"/>
                <a:stretch>
                  <a:fillRect/>
                </a:stretch>
              </p:blipFill>
              <p:spPr>
                <a:xfrm>
                  <a:off x="2683598" y="5570063"/>
                  <a:ext cx="849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1" name="Ink 180">
                  <a:extLst>
                    <a:ext uri="{FF2B5EF4-FFF2-40B4-BE49-F238E27FC236}">
                      <a16:creationId xmlns:a16="http://schemas.microsoft.com/office/drawing/2014/main" id="{31E5A0FA-BD22-A208-2768-268432DF8B1C}"/>
                    </a:ext>
                  </a:extLst>
                </p14:cNvPr>
                <p14:cNvContentPartPr/>
                <p14:nvPr/>
              </p14:nvContentPartPr>
              <p14:xfrm>
                <a:off x="2786198" y="5542343"/>
                <a:ext cx="183960" cy="274680"/>
              </p14:xfrm>
            </p:contentPart>
          </mc:Choice>
          <mc:Fallback xmlns="">
            <p:pic>
              <p:nvPicPr>
                <p:cNvPr id="181" name="Ink 180">
                  <a:extLst>
                    <a:ext uri="{FF2B5EF4-FFF2-40B4-BE49-F238E27FC236}">
                      <a16:creationId xmlns:a16="http://schemas.microsoft.com/office/drawing/2014/main" id="{31E5A0FA-BD22-A208-2768-268432DF8B1C}"/>
                    </a:ext>
                  </a:extLst>
                </p:cNvPr>
                <p:cNvPicPr/>
                <p:nvPr/>
              </p:nvPicPr>
              <p:blipFill>
                <a:blip r:embed="rId263"/>
                <a:stretch>
                  <a:fillRect/>
                </a:stretch>
              </p:blipFill>
              <p:spPr>
                <a:xfrm>
                  <a:off x="2777198" y="5533703"/>
                  <a:ext cx="2016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2" name="Ink 181">
                  <a:extLst>
                    <a:ext uri="{FF2B5EF4-FFF2-40B4-BE49-F238E27FC236}">
                      <a16:creationId xmlns:a16="http://schemas.microsoft.com/office/drawing/2014/main" id="{0D2CF2A1-A8D4-76A6-E5A3-49FBF3C385EE}"/>
                    </a:ext>
                  </a:extLst>
                </p14:cNvPr>
                <p14:cNvContentPartPr/>
                <p14:nvPr/>
              </p14:nvContentPartPr>
              <p14:xfrm>
                <a:off x="2877638" y="5690663"/>
                <a:ext cx="79560" cy="90000"/>
              </p14:xfrm>
            </p:contentPart>
          </mc:Choice>
          <mc:Fallback xmlns="">
            <p:pic>
              <p:nvPicPr>
                <p:cNvPr id="182" name="Ink 181">
                  <a:extLst>
                    <a:ext uri="{FF2B5EF4-FFF2-40B4-BE49-F238E27FC236}">
                      <a16:creationId xmlns:a16="http://schemas.microsoft.com/office/drawing/2014/main" id="{0D2CF2A1-A8D4-76A6-E5A3-49FBF3C385EE}"/>
                    </a:ext>
                  </a:extLst>
                </p:cNvPr>
                <p:cNvPicPr/>
                <p:nvPr/>
              </p:nvPicPr>
              <p:blipFill>
                <a:blip r:embed="rId265"/>
                <a:stretch>
                  <a:fillRect/>
                </a:stretch>
              </p:blipFill>
              <p:spPr>
                <a:xfrm>
                  <a:off x="2868998" y="5682023"/>
                  <a:ext cx="972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3" name="Ink 182">
                  <a:extLst>
                    <a:ext uri="{FF2B5EF4-FFF2-40B4-BE49-F238E27FC236}">
                      <a16:creationId xmlns:a16="http://schemas.microsoft.com/office/drawing/2014/main" id="{A0A31F43-9A3E-50F8-DDD7-DFB6458BD0EC}"/>
                    </a:ext>
                  </a:extLst>
                </p14:cNvPr>
                <p14:cNvContentPartPr/>
                <p14:nvPr/>
              </p14:nvContentPartPr>
              <p14:xfrm>
                <a:off x="2373278" y="5931143"/>
                <a:ext cx="70560" cy="194400"/>
              </p14:xfrm>
            </p:contentPart>
          </mc:Choice>
          <mc:Fallback xmlns="">
            <p:pic>
              <p:nvPicPr>
                <p:cNvPr id="183" name="Ink 182">
                  <a:extLst>
                    <a:ext uri="{FF2B5EF4-FFF2-40B4-BE49-F238E27FC236}">
                      <a16:creationId xmlns:a16="http://schemas.microsoft.com/office/drawing/2014/main" id="{A0A31F43-9A3E-50F8-DDD7-DFB6458BD0EC}"/>
                    </a:ext>
                  </a:extLst>
                </p:cNvPr>
                <p:cNvPicPr/>
                <p:nvPr/>
              </p:nvPicPr>
              <p:blipFill>
                <a:blip r:embed="rId267"/>
                <a:stretch>
                  <a:fillRect/>
                </a:stretch>
              </p:blipFill>
              <p:spPr>
                <a:xfrm>
                  <a:off x="2364638" y="5922503"/>
                  <a:ext cx="882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4" name="Ink 183">
                  <a:extLst>
                    <a:ext uri="{FF2B5EF4-FFF2-40B4-BE49-F238E27FC236}">
                      <a16:creationId xmlns:a16="http://schemas.microsoft.com/office/drawing/2014/main" id="{BBB8A880-7675-A8AC-31FF-41E257C5B787}"/>
                    </a:ext>
                  </a:extLst>
                </p14:cNvPr>
                <p14:cNvContentPartPr/>
                <p14:nvPr/>
              </p14:nvContentPartPr>
              <p14:xfrm>
                <a:off x="2548958" y="5931863"/>
                <a:ext cx="219960" cy="165960"/>
              </p14:xfrm>
            </p:contentPart>
          </mc:Choice>
          <mc:Fallback xmlns="">
            <p:pic>
              <p:nvPicPr>
                <p:cNvPr id="184" name="Ink 183">
                  <a:extLst>
                    <a:ext uri="{FF2B5EF4-FFF2-40B4-BE49-F238E27FC236}">
                      <a16:creationId xmlns:a16="http://schemas.microsoft.com/office/drawing/2014/main" id="{BBB8A880-7675-A8AC-31FF-41E257C5B787}"/>
                    </a:ext>
                  </a:extLst>
                </p:cNvPr>
                <p:cNvPicPr/>
                <p:nvPr/>
              </p:nvPicPr>
              <p:blipFill>
                <a:blip r:embed="rId269"/>
                <a:stretch>
                  <a:fillRect/>
                </a:stretch>
              </p:blipFill>
              <p:spPr>
                <a:xfrm>
                  <a:off x="2540318" y="5923223"/>
                  <a:ext cx="2376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5" name="Ink 184">
                  <a:extLst>
                    <a:ext uri="{FF2B5EF4-FFF2-40B4-BE49-F238E27FC236}">
                      <a16:creationId xmlns:a16="http://schemas.microsoft.com/office/drawing/2014/main" id="{03A2478E-39EE-830E-50A7-F56E048585E9}"/>
                    </a:ext>
                  </a:extLst>
                </p14:cNvPr>
                <p14:cNvContentPartPr/>
                <p14:nvPr/>
              </p14:nvContentPartPr>
              <p14:xfrm>
                <a:off x="2417198" y="6306623"/>
                <a:ext cx="226080" cy="169560"/>
              </p14:xfrm>
            </p:contentPart>
          </mc:Choice>
          <mc:Fallback xmlns="">
            <p:pic>
              <p:nvPicPr>
                <p:cNvPr id="185" name="Ink 184">
                  <a:extLst>
                    <a:ext uri="{FF2B5EF4-FFF2-40B4-BE49-F238E27FC236}">
                      <a16:creationId xmlns:a16="http://schemas.microsoft.com/office/drawing/2014/main" id="{03A2478E-39EE-830E-50A7-F56E048585E9}"/>
                    </a:ext>
                  </a:extLst>
                </p:cNvPr>
                <p:cNvPicPr/>
                <p:nvPr/>
              </p:nvPicPr>
              <p:blipFill>
                <a:blip r:embed="rId271"/>
                <a:stretch>
                  <a:fillRect/>
                </a:stretch>
              </p:blipFill>
              <p:spPr>
                <a:xfrm>
                  <a:off x="2408198" y="6297623"/>
                  <a:ext cx="2437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6" name="Ink 185">
                  <a:extLst>
                    <a:ext uri="{FF2B5EF4-FFF2-40B4-BE49-F238E27FC236}">
                      <a16:creationId xmlns:a16="http://schemas.microsoft.com/office/drawing/2014/main" id="{86602851-BBE1-56FC-BF33-B4DD73E9CCF4}"/>
                    </a:ext>
                  </a:extLst>
                </p14:cNvPr>
                <p14:cNvContentPartPr/>
                <p14:nvPr/>
              </p14:nvContentPartPr>
              <p14:xfrm>
                <a:off x="2705198" y="6264503"/>
                <a:ext cx="150840" cy="221040"/>
              </p14:xfrm>
            </p:contentPart>
          </mc:Choice>
          <mc:Fallback xmlns="">
            <p:pic>
              <p:nvPicPr>
                <p:cNvPr id="186" name="Ink 185">
                  <a:extLst>
                    <a:ext uri="{FF2B5EF4-FFF2-40B4-BE49-F238E27FC236}">
                      <a16:creationId xmlns:a16="http://schemas.microsoft.com/office/drawing/2014/main" id="{86602851-BBE1-56FC-BF33-B4DD73E9CCF4}"/>
                    </a:ext>
                  </a:extLst>
                </p:cNvPr>
                <p:cNvPicPr/>
                <p:nvPr/>
              </p:nvPicPr>
              <p:blipFill>
                <a:blip r:embed="rId273"/>
                <a:stretch>
                  <a:fillRect/>
                </a:stretch>
              </p:blipFill>
              <p:spPr>
                <a:xfrm>
                  <a:off x="2696558" y="6255503"/>
                  <a:ext cx="1684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7" name="Ink 186">
                  <a:extLst>
                    <a:ext uri="{FF2B5EF4-FFF2-40B4-BE49-F238E27FC236}">
                      <a16:creationId xmlns:a16="http://schemas.microsoft.com/office/drawing/2014/main" id="{52546E3C-54E9-85B5-87C1-E6DAACCE848F}"/>
                    </a:ext>
                  </a:extLst>
                </p14:cNvPr>
                <p14:cNvContentPartPr/>
                <p14:nvPr/>
              </p14:nvContentPartPr>
              <p14:xfrm>
                <a:off x="2536718" y="6587783"/>
                <a:ext cx="140760" cy="164880"/>
              </p14:xfrm>
            </p:contentPart>
          </mc:Choice>
          <mc:Fallback xmlns="">
            <p:pic>
              <p:nvPicPr>
                <p:cNvPr id="187" name="Ink 186">
                  <a:extLst>
                    <a:ext uri="{FF2B5EF4-FFF2-40B4-BE49-F238E27FC236}">
                      <a16:creationId xmlns:a16="http://schemas.microsoft.com/office/drawing/2014/main" id="{52546E3C-54E9-85B5-87C1-E6DAACCE848F}"/>
                    </a:ext>
                  </a:extLst>
                </p:cNvPr>
                <p:cNvPicPr/>
                <p:nvPr/>
              </p:nvPicPr>
              <p:blipFill>
                <a:blip r:embed="rId275"/>
                <a:stretch>
                  <a:fillRect/>
                </a:stretch>
              </p:blipFill>
              <p:spPr>
                <a:xfrm>
                  <a:off x="2528078" y="6578783"/>
                  <a:ext cx="1584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8" name="Ink 187">
                  <a:extLst>
                    <a:ext uri="{FF2B5EF4-FFF2-40B4-BE49-F238E27FC236}">
                      <a16:creationId xmlns:a16="http://schemas.microsoft.com/office/drawing/2014/main" id="{BF2D2228-45B3-6144-FDA5-CEE32DB98120}"/>
                    </a:ext>
                  </a:extLst>
                </p14:cNvPr>
                <p14:cNvContentPartPr/>
                <p14:nvPr/>
              </p14:nvContentPartPr>
              <p14:xfrm>
                <a:off x="2722478" y="6582023"/>
                <a:ext cx="144000" cy="187560"/>
              </p14:xfrm>
            </p:contentPart>
          </mc:Choice>
          <mc:Fallback xmlns="">
            <p:pic>
              <p:nvPicPr>
                <p:cNvPr id="188" name="Ink 187">
                  <a:extLst>
                    <a:ext uri="{FF2B5EF4-FFF2-40B4-BE49-F238E27FC236}">
                      <a16:creationId xmlns:a16="http://schemas.microsoft.com/office/drawing/2014/main" id="{BF2D2228-45B3-6144-FDA5-CEE32DB98120}"/>
                    </a:ext>
                  </a:extLst>
                </p:cNvPr>
                <p:cNvPicPr/>
                <p:nvPr/>
              </p:nvPicPr>
              <p:blipFill>
                <a:blip r:embed="rId277"/>
                <a:stretch>
                  <a:fillRect/>
                </a:stretch>
              </p:blipFill>
              <p:spPr>
                <a:xfrm>
                  <a:off x="2713838" y="6573383"/>
                  <a:ext cx="1616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9" name="Ink 188">
                  <a:extLst>
                    <a:ext uri="{FF2B5EF4-FFF2-40B4-BE49-F238E27FC236}">
                      <a16:creationId xmlns:a16="http://schemas.microsoft.com/office/drawing/2014/main" id="{100ECCD0-A14D-C92B-9AAA-F6A5F11473A2}"/>
                    </a:ext>
                  </a:extLst>
                </p14:cNvPr>
                <p14:cNvContentPartPr/>
                <p14:nvPr/>
              </p14:nvContentPartPr>
              <p14:xfrm>
                <a:off x="2247998" y="6807743"/>
                <a:ext cx="788400" cy="7200"/>
              </p14:xfrm>
            </p:contentPart>
          </mc:Choice>
          <mc:Fallback xmlns="">
            <p:pic>
              <p:nvPicPr>
                <p:cNvPr id="189" name="Ink 188">
                  <a:extLst>
                    <a:ext uri="{FF2B5EF4-FFF2-40B4-BE49-F238E27FC236}">
                      <a16:creationId xmlns:a16="http://schemas.microsoft.com/office/drawing/2014/main" id="{100ECCD0-A14D-C92B-9AAA-F6A5F11473A2}"/>
                    </a:ext>
                  </a:extLst>
                </p:cNvPr>
                <p:cNvPicPr/>
                <p:nvPr/>
              </p:nvPicPr>
              <p:blipFill>
                <a:blip r:embed="rId279"/>
                <a:stretch>
                  <a:fillRect/>
                </a:stretch>
              </p:blipFill>
              <p:spPr>
                <a:xfrm>
                  <a:off x="2239358" y="6798743"/>
                  <a:ext cx="8060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5" name="Ink 194">
                  <a:extLst>
                    <a:ext uri="{FF2B5EF4-FFF2-40B4-BE49-F238E27FC236}">
                      <a16:creationId xmlns:a16="http://schemas.microsoft.com/office/drawing/2014/main" id="{634E032E-CB44-8D84-E4FB-B21232446208}"/>
                    </a:ext>
                  </a:extLst>
                </p14:cNvPr>
                <p14:cNvContentPartPr/>
                <p14:nvPr/>
              </p14:nvContentPartPr>
              <p14:xfrm>
                <a:off x="911318" y="5644943"/>
                <a:ext cx="1556640" cy="80280"/>
              </p14:xfrm>
            </p:contentPart>
          </mc:Choice>
          <mc:Fallback xmlns="">
            <p:pic>
              <p:nvPicPr>
                <p:cNvPr id="195" name="Ink 194">
                  <a:extLst>
                    <a:ext uri="{FF2B5EF4-FFF2-40B4-BE49-F238E27FC236}">
                      <a16:creationId xmlns:a16="http://schemas.microsoft.com/office/drawing/2014/main" id="{634E032E-CB44-8D84-E4FB-B21232446208}"/>
                    </a:ext>
                  </a:extLst>
                </p:cNvPr>
                <p:cNvPicPr/>
                <p:nvPr/>
              </p:nvPicPr>
              <p:blipFill>
                <a:blip r:embed="rId281"/>
                <a:stretch>
                  <a:fillRect/>
                </a:stretch>
              </p:blipFill>
              <p:spPr>
                <a:xfrm>
                  <a:off x="902318" y="5636303"/>
                  <a:ext cx="15742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6" name="Ink 195">
                  <a:extLst>
                    <a:ext uri="{FF2B5EF4-FFF2-40B4-BE49-F238E27FC236}">
                      <a16:creationId xmlns:a16="http://schemas.microsoft.com/office/drawing/2014/main" id="{195EE89E-3F24-B506-477B-1ECF02EA6671}"/>
                    </a:ext>
                  </a:extLst>
                </p14:cNvPr>
                <p14:cNvContentPartPr/>
                <p14:nvPr/>
              </p14:nvContentPartPr>
              <p14:xfrm>
                <a:off x="907718" y="5544503"/>
                <a:ext cx="199080" cy="239040"/>
              </p14:xfrm>
            </p:contentPart>
          </mc:Choice>
          <mc:Fallback xmlns="">
            <p:pic>
              <p:nvPicPr>
                <p:cNvPr id="196" name="Ink 195">
                  <a:extLst>
                    <a:ext uri="{FF2B5EF4-FFF2-40B4-BE49-F238E27FC236}">
                      <a16:creationId xmlns:a16="http://schemas.microsoft.com/office/drawing/2014/main" id="{195EE89E-3F24-B506-477B-1ECF02EA6671}"/>
                    </a:ext>
                  </a:extLst>
                </p:cNvPr>
                <p:cNvPicPr/>
                <p:nvPr/>
              </p:nvPicPr>
              <p:blipFill>
                <a:blip r:embed="rId283"/>
                <a:stretch>
                  <a:fillRect/>
                </a:stretch>
              </p:blipFill>
              <p:spPr>
                <a:xfrm>
                  <a:off x="898718" y="5535503"/>
                  <a:ext cx="21672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8" name="Ink 197">
                  <a:extLst>
                    <a:ext uri="{FF2B5EF4-FFF2-40B4-BE49-F238E27FC236}">
                      <a16:creationId xmlns:a16="http://schemas.microsoft.com/office/drawing/2014/main" id="{2CF7204D-1B20-1EFF-72E7-1157E0DD6A29}"/>
                    </a:ext>
                  </a:extLst>
                </p14:cNvPr>
                <p14:cNvContentPartPr/>
                <p14:nvPr/>
              </p14:nvContentPartPr>
              <p14:xfrm>
                <a:off x="379238" y="5323103"/>
                <a:ext cx="304200" cy="287640"/>
              </p14:xfrm>
            </p:contentPart>
          </mc:Choice>
          <mc:Fallback xmlns="">
            <p:pic>
              <p:nvPicPr>
                <p:cNvPr id="198" name="Ink 197">
                  <a:extLst>
                    <a:ext uri="{FF2B5EF4-FFF2-40B4-BE49-F238E27FC236}">
                      <a16:creationId xmlns:a16="http://schemas.microsoft.com/office/drawing/2014/main" id="{2CF7204D-1B20-1EFF-72E7-1157E0DD6A29}"/>
                    </a:ext>
                  </a:extLst>
                </p:cNvPr>
                <p:cNvPicPr/>
                <p:nvPr/>
              </p:nvPicPr>
              <p:blipFill>
                <a:blip r:embed="rId285"/>
                <a:stretch>
                  <a:fillRect/>
                </a:stretch>
              </p:blipFill>
              <p:spPr>
                <a:xfrm>
                  <a:off x="370598" y="5314463"/>
                  <a:ext cx="32184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9" name="Ink 198">
                  <a:extLst>
                    <a:ext uri="{FF2B5EF4-FFF2-40B4-BE49-F238E27FC236}">
                      <a16:creationId xmlns:a16="http://schemas.microsoft.com/office/drawing/2014/main" id="{9B8013AD-DBDB-D659-19FE-9533356E63EE}"/>
                    </a:ext>
                  </a:extLst>
                </p14:cNvPr>
                <p14:cNvContentPartPr/>
                <p14:nvPr/>
              </p14:nvContentPartPr>
              <p14:xfrm>
                <a:off x="345038" y="5639543"/>
                <a:ext cx="333360" cy="215640"/>
              </p14:xfrm>
            </p:contentPart>
          </mc:Choice>
          <mc:Fallback xmlns="">
            <p:pic>
              <p:nvPicPr>
                <p:cNvPr id="199" name="Ink 198">
                  <a:extLst>
                    <a:ext uri="{FF2B5EF4-FFF2-40B4-BE49-F238E27FC236}">
                      <a16:creationId xmlns:a16="http://schemas.microsoft.com/office/drawing/2014/main" id="{9B8013AD-DBDB-D659-19FE-9533356E63EE}"/>
                    </a:ext>
                  </a:extLst>
                </p:cNvPr>
                <p:cNvPicPr/>
                <p:nvPr/>
              </p:nvPicPr>
              <p:blipFill>
                <a:blip r:embed="rId287"/>
                <a:stretch>
                  <a:fillRect/>
                </a:stretch>
              </p:blipFill>
              <p:spPr>
                <a:xfrm>
                  <a:off x="336038" y="5630903"/>
                  <a:ext cx="3510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1" name="Ink 200">
                  <a:extLst>
                    <a:ext uri="{FF2B5EF4-FFF2-40B4-BE49-F238E27FC236}">
                      <a16:creationId xmlns:a16="http://schemas.microsoft.com/office/drawing/2014/main" id="{4DABBDF7-8693-E78E-8113-B6D0D1FDC441}"/>
                    </a:ext>
                  </a:extLst>
                </p14:cNvPr>
                <p14:cNvContentPartPr/>
                <p14:nvPr/>
              </p14:nvContentPartPr>
              <p14:xfrm>
                <a:off x="869558" y="5981903"/>
                <a:ext cx="226800" cy="193320"/>
              </p14:xfrm>
            </p:contentPart>
          </mc:Choice>
          <mc:Fallback xmlns="">
            <p:pic>
              <p:nvPicPr>
                <p:cNvPr id="201" name="Ink 200">
                  <a:extLst>
                    <a:ext uri="{FF2B5EF4-FFF2-40B4-BE49-F238E27FC236}">
                      <a16:creationId xmlns:a16="http://schemas.microsoft.com/office/drawing/2014/main" id="{4DABBDF7-8693-E78E-8113-B6D0D1FDC441}"/>
                    </a:ext>
                  </a:extLst>
                </p:cNvPr>
                <p:cNvPicPr/>
                <p:nvPr/>
              </p:nvPicPr>
              <p:blipFill>
                <a:blip r:embed="rId289"/>
                <a:stretch>
                  <a:fillRect/>
                </a:stretch>
              </p:blipFill>
              <p:spPr>
                <a:xfrm>
                  <a:off x="860558" y="5972903"/>
                  <a:ext cx="24444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02" name="Ink 201">
                  <a:extLst>
                    <a:ext uri="{FF2B5EF4-FFF2-40B4-BE49-F238E27FC236}">
                      <a16:creationId xmlns:a16="http://schemas.microsoft.com/office/drawing/2014/main" id="{FBD34443-8B57-78BC-4F65-32DE14A73B17}"/>
                    </a:ext>
                  </a:extLst>
                </p14:cNvPr>
                <p14:cNvContentPartPr/>
                <p14:nvPr/>
              </p14:nvContentPartPr>
              <p14:xfrm>
                <a:off x="771278" y="6213023"/>
                <a:ext cx="354240" cy="246960"/>
              </p14:xfrm>
            </p:contentPart>
          </mc:Choice>
          <mc:Fallback xmlns="">
            <p:pic>
              <p:nvPicPr>
                <p:cNvPr id="202" name="Ink 201">
                  <a:extLst>
                    <a:ext uri="{FF2B5EF4-FFF2-40B4-BE49-F238E27FC236}">
                      <a16:creationId xmlns:a16="http://schemas.microsoft.com/office/drawing/2014/main" id="{FBD34443-8B57-78BC-4F65-32DE14A73B17}"/>
                    </a:ext>
                  </a:extLst>
                </p:cNvPr>
                <p:cNvPicPr/>
                <p:nvPr/>
              </p:nvPicPr>
              <p:blipFill>
                <a:blip r:embed="rId291"/>
                <a:stretch>
                  <a:fillRect/>
                </a:stretch>
              </p:blipFill>
              <p:spPr>
                <a:xfrm>
                  <a:off x="762638" y="6204383"/>
                  <a:ext cx="3718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03" name="Ink 202">
                  <a:extLst>
                    <a:ext uri="{FF2B5EF4-FFF2-40B4-BE49-F238E27FC236}">
                      <a16:creationId xmlns:a16="http://schemas.microsoft.com/office/drawing/2014/main" id="{7B9753DE-B88D-E437-67CC-9975B23A6D0A}"/>
                    </a:ext>
                  </a:extLst>
                </p14:cNvPr>
                <p14:cNvContentPartPr/>
                <p14:nvPr/>
              </p14:nvContentPartPr>
              <p14:xfrm>
                <a:off x="1010678" y="6026183"/>
                <a:ext cx="1162800" cy="265680"/>
              </p14:xfrm>
            </p:contentPart>
          </mc:Choice>
          <mc:Fallback xmlns="">
            <p:pic>
              <p:nvPicPr>
                <p:cNvPr id="203" name="Ink 202">
                  <a:extLst>
                    <a:ext uri="{FF2B5EF4-FFF2-40B4-BE49-F238E27FC236}">
                      <a16:creationId xmlns:a16="http://schemas.microsoft.com/office/drawing/2014/main" id="{7B9753DE-B88D-E437-67CC-9975B23A6D0A}"/>
                    </a:ext>
                  </a:extLst>
                </p:cNvPr>
                <p:cNvPicPr/>
                <p:nvPr/>
              </p:nvPicPr>
              <p:blipFill>
                <a:blip r:embed="rId293"/>
                <a:stretch>
                  <a:fillRect/>
                </a:stretch>
              </p:blipFill>
              <p:spPr>
                <a:xfrm>
                  <a:off x="1001678" y="6017543"/>
                  <a:ext cx="11804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4" name="Ink 203">
                  <a:extLst>
                    <a:ext uri="{FF2B5EF4-FFF2-40B4-BE49-F238E27FC236}">
                      <a16:creationId xmlns:a16="http://schemas.microsoft.com/office/drawing/2014/main" id="{05E6EB57-542F-B24B-9C57-DB077B384CEA}"/>
                    </a:ext>
                  </a:extLst>
                </p14:cNvPr>
                <p14:cNvContentPartPr/>
                <p14:nvPr/>
              </p14:nvContentPartPr>
              <p14:xfrm>
                <a:off x="1126958" y="6177383"/>
                <a:ext cx="72000" cy="115200"/>
              </p14:xfrm>
            </p:contentPart>
          </mc:Choice>
          <mc:Fallback xmlns="">
            <p:pic>
              <p:nvPicPr>
                <p:cNvPr id="204" name="Ink 203">
                  <a:extLst>
                    <a:ext uri="{FF2B5EF4-FFF2-40B4-BE49-F238E27FC236}">
                      <a16:creationId xmlns:a16="http://schemas.microsoft.com/office/drawing/2014/main" id="{05E6EB57-542F-B24B-9C57-DB077B384CEA}"/>
                    </a:ext>
                  </a:extLst>
                </p:cNvPr>
                <p:cNvPicPr/>
                <p:nvPr/>
              </p:nvPicPr>
              <p:blipFill>
                <a:blip r:embed="rId295"/>
                <a:stretch>
                  <a:fillRect/>
                </a:stretch>
              </p:blipFill>
              <p:spPr>
                <a:xfrm>
                  <a:off x="1118318" y="6168743"/>
                  <a:ext cx="896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08" name="Ink 207">
                  <a:extLst>
                    <a:ext uri="{FF2B5EF4-FFF2-40B4-BE49-F238E27FC236}">
                      <a16:creationId xmlns:a16="http://schemas.microsoft.com/office/drawing/2014/main" id="{7B9D87D9-9281-95A7-2767-02D85F1994B6}"/>
                    </a:ext>
                  </a:extLst>
                </p14:cNvPr>
                <p14:cNvContentPartPr/>
                <p14:nvPr/>
              </p14:nvContentPartPr>
              <p14:xfrm>
                <a:off x="4872398" y="3427343"/>
                <a:ext cx="2107080" cy="604440"/>
              </p14:xfrm>
            </p:contentPart>
          </mc:Choice>
          <mc:Fallback xmlns="">
            <p:pic>
              <p:nvPicPr>
                <p:cNvPr id="208" name="Ink 207">
                  <a:extLst>
                    <a:ext uri="{FF2B5EF4-FFF2-40B4-BE49-F238E27FC236}">
                      <a16:creationId xmlns:a16="http://schemas.microsoft.com/office/drawing/2014/main" id="{7B9D87D9-9281-95A7-2767-02D85F1994B6}"/>
                    </a:ext>
                  </a:extLst>
                </p:cNvPr>
                <p:cNvPicPr/>
                <p:nvPr/>
              </p:nvPicPr>
              <p:blipFill>
                <a:blip r:embed="rId297"/>
                <a:stretch>
                  <a:fillRect/>
                </a:stretch>
              </p:blipFill>
              <p:spPr>
                <a:xfrm>
                  <a:off x="4863398" y="3418343"/>
                  <a:ext cx="2124720" cy="6220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9" name="Ink 208">
                  <a:extLst>
                    <a:ext uri="{FF2B5EF4-FFF2-40B4-BE49-F238E27FC236}">
                      <a16:creationId xmlns:a16="http://schemas.microsoft.com/office/drawing/2014/main" id="{37B791DC-107E-F3EC-D969-32646AA8FBA4}"/>
                    </a:ext>
                  </a:extLst>
                </p14:cNvPr>
                <p14:cNvContentPartPr/>
                <p14:nvPr/>
              </p14:nvContentPartPr>
              <p14:xfrm>
                <a:off x="6807758" y="3997583"/>
                <a:ext cx="224640" cy="99360"/>
              </p14:xfrm>
            </p:contentPart>
          </mc:Choice>
          <mc:Fallback xmlns="">
            <p:pic>
              <p:nvPicPr>
                <p:cNvPr id="209" name="Ink 208">
                  <a:extLst>
                    <a:ext uri="{FF2B5EF4-FFF2-40B4-BE49-F238E27FC236}">
                      <a16:creationId xmlns:a16="http://schemas.microsoft.com/office/drawing/2014/main" id="{37B791DC-107E-F3EC-D969-32646AA8FBA4}"/>
                    </a:ext>
                  </a:extLst>
                </p:cNvPr>
                <p:cNvPicPr/>
                <p:nvPr/>
              </p:nvPicPr>
              <p:blipFill>
                <a:blip r:embed="rId299"/>
                <a:stretch>
                  <a:fillRect/>
                </a:stretch>
              </p:blipFill>
              <p:spPr>
                <a:xfrm>
                  <a:off x="6799118" y="3988943"/>
                  <a:ext cx="2422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11" name="Ink 210">
                  <a:extLst>
                    <a:ext uri="{FF2B5EF4-FFF2-40B4-BE49-F238E27FC236}">
                      <a16:creationId xmlns:a16="http://schemas.microsoft.com/office/drawing/2014/main" id="{1BBC52A6-A581-5AF8-A067-8B5066DE0EE9}"/>
                    </a:ext>
                  </a:extLst>
                </p14:cNvPr>
                <p14:cNvContentPartPr/>
                <p14:nvPr/>
              </p14:nvContentPartPr>
              <p14:xfrm>
                <a:off x="7775078" y="4362263"/>
                <a:ext cx="1134000" cy="55080"/>
              </p14:xfrm>
            </p:contentPart>
          </mc:Choice>
          <mc:Fallback xmlns="">
            <p:pic>
              <p:nvPicPr>
                <p:cNvPr id="211" name="Ink 210">
                  <a:extLst>
                    <a:ext uri="{FF2B5EF4-FFF2-40B4-BE49-F238E27FC236}">
                      <a16:creationId xmlns:a16="http://schemas.microsoft.com/office/drawing/2014/main" id="{1BBC52A6-A581-5AF8-A067-8B5066DE0EE9}"/>
                    </a:ext>
                  </a:extLst>
                </p:cNvPr>
                <p:cNvPicPr/>
                <p:nvPr/>
              </p:nvPicPr>
              <p:blipFill>
                <a:blip r:embed="rId301"/>
                <a:stretch>
                  <a:fillRect/>
                </a:stretch>
              </p:blipFill>
              <p:spPr>
                <a:xfrm>
                  <a:off x="7766078" y="4353623"/>
                  <a:ext cx="11516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13" name="Ink 212">
                  <a:extLst>
                    <a:ext uri="{FF2B5EF4-FFF2-40B4-BE49-F238E27FC236}">
                      <a16:creationId xmlns:a16="http://schemas.microsoft.com/office/drawing/2014/main" id="{59AF9C61-0215-49D9-B3E0-A609C3B198BB}"/>
                    </a:ext>
                  </a:extLst>
                </p14:cNvPr>
                <p14:cNvContentPartPr/>
                <p14:nvPr/>
              </p14:nvContentPartPr>
              <p14:xfrm>
                <a:off x="9094478" y="4135823"/>
                <a:ext cx="192240" cy="344520"/>
              </p14:xfrm>
            </p:contentPart>
          </mc:Choice>
          <mc:Fallback xmlns="">
            <p:pic>
              <p:nvPicPr>
                <p:cNvPr id="213" name="Ink 212">
                  <a:extLst>
                    <a:ext uri="{FF2B5EF4-FFF2-40B4-BE49-F238E27FC236}">
                      <a16:creationId xmlns:a16="http://schemas.microsoft.com/office/drawing/2014/main" id="{59AF9C61-0215-49D9-B3E0-A609C3B198BB}"/>
                    </a:ext>
                  </a:extLst>
                </p:cNvPr>
                <p:cNvPicPr/>
                <p:nvPr/>
              </p:nvPicPr>
              <p:blipFill>
                <a:blip r:embed="rId303"/>
                <a:stretch>
                  <a:fillRect/>
                </a:stretch>
              </p:blipFill>
              <p:spPr>
                <a:xfrm>
                  <a:off x="9085478" y="4126823"/>
                  <a:ext cx="2098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14" name="Ink 213">
                  <a:extLst>
                    <a:ext uri="{FF2B5EF4-FFF2-40B4-BE49-F238E27FC236}">
                      <a16:creationId xmlns:a16="http://schemas.microsoft.com/office/drawing/2014/main" id="{2A46499E-1F03-89FC-D7F1-F368CEA84AC6}"/>
                    </a:ext>
                  </a:extLst>
                </p14:cNvPr>
                <p14:cNvContentPartPr/>
                <p14:nvPr/>
              </p14:nvContentPartPr>
              <p14:xfrm>
                <a:off x="9343238" y="4336343"/>
                <a:ext cx="120960" cy="162360"/>
              </p14:xfrm>
            </p:contentPart>
          </mc:Choice>
          <mc:Fallback xmlns="">
            <p:pic>
              <p:nvPicPr>
                <p:cNvPr id="214" name="Ink 213">
                  <a:extLst>
                    <a:ext uri="{FF2B5EF4-FFF2-40B4-BE49-F238E27FC236}">
                      <a16:creationId xmlns:a16="http://schemas.microsoft.com/office/drawing/2014/main" id="{2A46499E-1F03-89FC-D7F1-F368CEA84AC6}"/>
                    </a:ext>
                  </a:extLst>
                </p:cNvPr>
                <p:cNvPicPr/>
                <p:nvPr/>
              </p:nvPicPr>
              <p:blipFill>
                <a:blip r:embed="rId305"/>
                <a:stretch>
                  <a:fillRect/>
                </a:stretch>
              </p:blipFill>
              <p:spPr>
                <a:xfrm>
                  <a:off x="9334598" y="4327343"/>
                  <a:ext cx="1386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5" name="Ink 214">
                  <a:extLst>
                    <a:ext uri="{FF2B5EF4-FFF2-40B4-BE49-F238E27FC236}">
                      <a16:creationId xmlns:a16="http://schemas.microsoft.com/office/drawing/2014/main" id="{9D2223C6-6398-07F8-7D1C-C4D329AE3729}"/>
                    </a:ext>
                  </a:extLst>
                </p14:cNvPr>
                <p14:cNvContentPartPr/>
                <p14:nvPr/>
              </p14:nvContentPartPr>
              <p14:xfrm>
                <a:off x="9487958" y="4392143"/>
                <a:ext cx="126000" cy="149760"/>
              </p14:xfrm>
            </p:contentPart>
          </mc:Choice>
          <mc:Fallback xmlns="">
            <p:pic>
              <p:nvPicPr>
                <p:cNvPr id="215" name="Ink 214">
                  <a:extLst>
                    <a:ext uri="{FF2B5EF4-FFF2-40B4-BE49-F238E27FC236}">
                      <a16:creationId xmlns:a16="http://schemas.microsoft.com/office/drawing/2014/main" id="{9D2223C6-6398-07F8-7D1C-C4D329AE3729}"/>
                    </a:ext>
                  </a:extLst>
                </p:cNvPr>
                <p:cNvPicPr/>
                <p:nvPr/>
              </p:nvPicPr>
              <p:blipFill>
                <a:blip r:embed="rId307"/>
                <a:stretch>
                  <a:fillRect/>
                </a:stretch>
              </p:blipFill>
              <p:spPr>
                <a:xfrm>
                  <a:off x="9478958" y="4383503"/>
                  <a:ext cx="1436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6" name="Ink 215">
                  <a:extLst>
                    <a:ext uri="{FF2B5EF4-FFF2-40B4-BE49-F238E27FC236}">
                      <a16:creationId xmlns:a16="http://schemas.microsoft.com/office/drawing/2014/main" id="{A9649741-FE05-4F54-03A4-92C719DF0F83}"/>
                    </a:ext>
                  </a:extLst>
                </p14:cNvPr>
                <p14:cNvContentPartPr/>
                <p14:nvPr/>
              </p14:nvContentPartPr>
              <p14:xfrm>
                <a:off x="9684518" y="4244183"/>
                <a:ext cx="130320" cy="272160"/>
              </p14:xfrm>
            </p:contentPart>
          </mc:Choice>
          <mc:Fallback xmlns="">
            <p:pic>
              <p:nvPicPr>
                <p:cNvPr id="216" name="Ink 215">
                  <a:extLst>
                    <a:ext uri="{FF2B5EF4-FFF2-40B4-BE49-F238E27FC236}">
                      <a16:creationId xmlns:a16="http://schemas.microsoft.com/office/drawing/2014/main" id="{A9649741-FE05-4F54-03A4-92C719DF0F83}"/>
                    </a:ext>
                  </a:extLst>
                </p:cNvPr>
                <p:cNvPicPr/>
                <p:nvPr/>
              </p:nvPicPr>
              <p:blipFill>
                <a:blip r:embed="rId309"/>
                <a:stretch>
                  <a:fillRect/>
                </a:stretch>
              </p:blipFill>
              <p:spPr>
                <a:xfrm>
                  <a:off x="9675518" y="4235183"/>
                  <a:ext cx="14796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7" name="Ink 216">
                  <a:extLst>
                    <a:ext uri="{FF2B5EF4-FFF2-40B4-BE49-F238E27FC236}">
                      <a16:creationId xmlns:a16="http://schemas.microsoft.com/office/drawing/2014/main" id="{ACC7B923-603B-CFFA-B03F-1B026143996B}"/>
                    </a:ext>
                  </a:extLst>
                </p14:cNvPr>
                <p14:cNvContentPartPr/>
                <p14:nvPr/>
              </p14:nvContentPartPr>
              <p14:xfrm>
                <a:off x="9852278" y="4383863"/>
                <a:ext cx="24120" cy="150120"/>
              </p14:xfrm>
            </p:contentPart>
          </mc:Choice>
          <mc:Fallback xmlns="">
            <p:pic>
              <p:nvPicPr>
                <p:cNvPr id="217" name="Ink 216">
                  <a:extLst>
                    <a:ext uri="{FF2B5EF4-FFF2-40B4-BE49-F238E27FC236}">
                      <a16:creationId xmlns:a16="http://schemas.microsoft.com/office/drawing/2014/main" id="{ACC7B923-603B-CFFA-B03F-1B026143996B}"/>
                    </a:ext>
                  </a:extLst>
                </p:cNvPr>
                <p:cNvPicPr/>
                <p:nvPr/>
              </p:nvPicPr>
              <p:blipFill>
                <a:blip r:embed="rId311"/>
                <a:stretch>
                  <a:fillRect/>
                </a:stretch>
              </p:blipFill>
              <p:spPr>
                <a:xfrm>
                  <a:off x="9843638" y="4375223"/>
                  <a:ext cx="417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8" name="Ink 217">
                  <a:extLst>
                    <a:ext uri="{FF2B5EF4-FFF2-40B4-BE49-F238E27FC236}">
                      <a16:creationId xmlns:a16="http://schemas.microsoft.com/office/drawing/2014/main" id="{0B0FA3AB-3375-A9C9-E59A-1E1F681BD0EF}"/>
                    </a:ext>
                  </a:extLst>
                </p14:cNvPr>
                <p14:cNvContentPartPr/>
                <p14:nvPr/>
              </p14:nvContentPartPr>
              <p14:xfrm>
                <a:off x="9912758" y="4244903"/>
                <a:ext cx="11160" cy="39240"/>
              </p14:xfrm>
            </p:contentPart>
          </mc:Choice>
          <mc:Fallback xmlns="">
            <p:pic>
              <p:nvPicPr>
                <p:cNvPr id="218" name="Ink 217">
                  <a:extLst>
                    <a:ext uri="{FF2B5EF4-FFF2-40B4-BE49-F238E27FC236}">
                      <a16:creationId xmlns:a16="http://schemas.microsoft.com/office/drawing/2014/main" id="{0B0FA3AB-3375-A9C9-E59A-1E1F681BD0EF}"/>
                    </a:ext>
                  </a:extLst>
                </p:cNvPr>
                <p:cNvPicPr/>
                <p:nvPr/>
              </p:nvPicPr>
              <p:blipFill>
                <a:blip r:embed="rId313"/>
                <a:stretch>
                  <a:fillRect/>
                </a:stretch>
              </p:blipFill>
              <p:spPr>
                <a:xfrm>
                  <a:off x="9903758" y="4236263"/>
                  <a:ext cx="288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20" name="Ink 219">
                  <a:extLst>
                    <a:ext uri="{FF2B5EF4-FFF2-40B4-BE49-F238E27FC236}">
                      <a16:creationId xmlns:a16="http://schemas.microsoft.com/office/drawing/2014/main" id="{80219247-AA39-59CF-9D3D-7EC3BE037508}"/>
                    </a:ext>
                  </a:extLst>
                </p14:cNvPr>
                <p14:cNvContentPartPr/>
                <p14:nvPr/>
              </p14:nvContentPartPr>
              <p14:xfrm>
                <a:off x="9932198" y="4402583"/>
                <a:ext cx="312480" cy="444240"/>
              </p14:xfrm>
            </p:contentPart>
          </mc:Choice>
          <mc:Fallback xmlns="">
            <p:pic>
              <p:nvPicPr>
                <p:cNvPr id="220" name="Ink 219">
                  <a:extLst>
                    <a:ext uri="{FF2B5EF4-FFF2-40B4-BE49-F238E27FC236}">
                      <a16:creationId xmlns:a16="http://schemas.microsoft.com/office/drawing/2014/main" id="{80219247-AA39-59CF-9D3D-7EC3BE037508}"/>
                    </a:ext>
                  </a:extLst>
                </p:cNvPr>
                <p:cNvPicPr/>
                <p:nvPr/>
              </p:nvPicPr>
              <p:blipFill>
                <a:blip r:embed="rId315"/>
                <a:stretch>
                  <a:fillRect/>
                </a:stretch>
              </p:blipFill>
              <p:spPr>
                <a:xfrm>
                  <a:off x="9923558" y="4393943"/>
                  <a:ext cx="33012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21" name="Ink 220">
                  <a:extLst>
                    <a:ext uri="{FF2B5EF4-FFF2-40B4-BE49-F238E27FC236}">
                      <a16:creationId xmlns:a16="http://schemas.microsoft.com/office/drawing/2014/main" id="{33EC0678-B76C-14B3-9F7E-A9B64CF00ADF}"/>
                    </a:ext>
                  </a:extLst>
                </p14:cNvPr>
                <p14:cNvContentPartPr/>
                <p14:nvPr/>
              </p14:nvContentPartPr>
              <p14:xfrm>
                <a:off x="10379318" y="4304663"/>
                <a:ext cx="186840" cy="252360"/>
              </p14:xfrm>
            </p:contentPart>
          </mc:Choice>
          <mc:Fallback xmlns="">
            <p:pic>
              <p:nvPicPr>
                <p:cNvPr id="221" name="Ink 220">
                  <a:extLst>
                    <a:ext uri="{FF2B5EF4-FFF2-40B4-BE49-F238E27FC236}">
                      <a16:creationId xmlns:a16="http://schemas.microsoft.com/office/drawing/2014/main" id="{33EC0678-B76C-14B3-9F7E-A9B64CF00ADF}"/>
                    </a:ext>
                  </a:extLst>
                </p:cNvPr>
                <p:cNvPicPr/>
                <p:nvPr/>
              </p:nvPicPr>
              <p:blipFill>
                <a:blip r:embed="rId317"/>
                <a:stretch>
                  <a:fillRect/>
                </a:stretch>
              </p:blipFill>
              <p:spPr>
                <a:xfrm>
                  <a:off x="10370678" y="4295663"/>
                  <a:ext cx="2044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22" name="Ink 221">
                  <a:extLst>
                    <a:ext uri="{FF2B5EF4-FFF2-40B4-BE49-F238E27FC236}">
                      <a16:creationId xmlns:a16="http://schemas.microsoft.com/office/drawing/2014/main" id="{6729EBB9-BAF3-8CE7-5481-54CD25A37FEE}"/>
                    </a:ext>
                  </a:extLst>
                </p14:cNvPr>
                <p14:cNvContentPartPr/>
                <p14:nvPr/>
              </p14:nvContentPartPr>
              <p14:xfrm>
                <a:off x="10406318" y="4413383"/>
                <a:ext cx="144360" cy="46080"/>
              </p14:xfrm>
            </p:contentPart>
          </mc:Choice>
          <mc:Fallback xmlns="">
            <p:pic>
              <p:nvPicPr>
                <p:cNvPr id="222" name="Ink 221">
                  <a:extLst>
                    <a:ext uri="{FF2B5EF4-FFF2-40B4-BE49-F238E27FC236}">
                      <a16:creationId xmlns:a16="http://schemas.microsoft.com/office/drawing/2014/main" id="{6729EBB9-BAF3-8CE7-5481-54CD25A37FEE}"/>
                    </a:ext>
                  </a:extLst>
                </p:cNvPr>
                <p:cNvPicPr/>
                <p:nvPr/>
              </p:nvPicPr>
              <p:blipFill>
                <a:blip r:embed="rId319"/>
                <a:stretch>
                  <a:fillRect/>
                </a:stretch>
              </p:blipFill>
              <p:spPr>
                <a:xfrm>
                  <a:off x="10397678" y="4404383"/>
                  <a:ext cx="1620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23" name="Ink 222">
                  <a:extLst>
                    <a:ext uri="{FF2B5EF4-FFF2-40B4-BE49-F238E27FC236}">
                      <a16:creationId xmlns:a16="http://schemas.microsoft.com/office/drawing/2014/main" id="{BA06C1AD-A82C-9EB2-42D9-E0A7A49D1121}"/>
                    </a:ext>
                  </a:extLst>
                </p14:cNvPr>
                <p14:cNvContentPartPr/>
                <p14:nvPr/>
              </p14:nvContentPartPr>
              <p14:xfrm>
                <a:off x="10610078" y="4205663"/>
                <a:ext cx="926640" cy="343080"/>
              </p14:xfrm>
            </p:contentPart>
          </mc:Choice>
          <mc:Fallback xmlns="">
            <p:pic>
              <p:nvPicPr>
                <p:cNvPr id="223" name="Ink 222">
                  <a:extLst>
                    <a:ext uri="{FF2B5EF4-FFF2-40B4-BE49-F238E27FC236}">
                      <a16:creationId xmlns:a16="http://schemas.microsoft.com/office/drawing/2014/main" id="{BA06C1AD-A82C-9EB2-42D9-E0A7A49D1121}"/>
                    </a:ext>
                  </a:extLst>
                </p:cNvPr>
                <p:cNvPicPr/>
                <p:nvPr/>
              </p:nvPicPr>
              <p:blipFill>
                <a:blip r:embed="rId321"/>
                <a:stretch>
                  <a:fillRect/>
                </a:stretch>
              </p:blipFill>
              <p:spPr>
                <a:xfrm>
                  <a:off x="10601078" y="4197023"/>
                  <a:ext cx="94428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4" name="Ink 223">
                  <a:extLst>
                    <a:ext uri="{FF2B5EF4-FFF2-40B4-BE49-F238E27FC236}">
                      <a16:creationId xmlns:a16="http://schemas.microsoft.com/office/drawing/2014/main" id="{B925122F-C8EB-3194-5843-39C3C87433FF}"/>
                    </a:ext>
                  </a:extLst>
                </p14:cNvPr>
                <p14:cNvContentPartPr/>
                <p14:nvPr/>
              </p14:nvContentPartPr>
              <p14:xfrm>
                <a:off x="11467598" y="4364783"/>
                <a:ext cx="228240" cy="94680"/>
              </p14:xfrm>
            </p:contentPart>
          </mc:Choice>
          <mc:Fallback xmlns="">
            <p:pic>
              <p:nvPicPr>
                <p:cNvPr id="224" name="Ink 223">
                  <a:extLst>
                    <a:ext uri="{FF2B5EF4-FFF2-40B4-BE49-F238E27FC236}">
                      <a16:creationId xmlns:a16="http://schemas.microsoft.com/office/drawing/2014/main" id="{B925122F-C8EB-3194-5843-39C3C87433FF}"/>
                    </a:ext>
                  </a:extLst>
                </p:cNvPr>
                <p:cNvPicPr/>
                <p:nvPr/>
              </p:nvPicPr>
              <p:blipFill>
                <a:blip r:embed="rId323"/>
                <a:stretch>
                  <a:fillRect/>
                </a:stretch>
              </p:blipFill>
              <p:spPr>
                <a:xfrm>
                  <a:off x="11458598" y="4356143"/>
                  <a:ext cx="2458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38" name="Ink 137">
                  <a:extLst>
                    <a:ext uri="{FF2B5EF4-FFF2-40B4-BE49-F238E27FC236}">
                      <a16:creationId xmlns:a16="http://schemas.microsoft.com/office/drawing/2014/main" id="{7CE5425B-D98D-8F25-DB51-E93371C811EE}"/>
                    </a:ext>
                  </a:extLst>
                </p14:cNvPr>
                <p14:cNvContentPartPr/>
                <p14:nvPr/>
              </p14:nvContentPartPr>
              <p14:xfrm>
                <a:off x="1671278" y="3078503"/>
                <a:ext cx="475560" cy="53280"/>
              </p14:xfrm>
            </p:contentPart>
          </mc:Choice>
          <mc:Fallback xmlns="">
            <p:pic>
              <p:nvPicPr>
                <p:cNvPr id="138" name="Ink 137">
                  <a:extLst>
                    <a:ext uri="{FF2B5EF4-FFF2-40B4-BE49-F238E27FC236}">
                      <a16:creationId xmlns:a16="http://schemas.microsoft.com/office/drawing/2014/main" id="{7CE5425B-D98D-8F25-DB51-E93371C811EE}"/>
                    </a:ext>
                  </a:extLst>
                </p:cNvPr>
                <p:cNvPicPr/>
                <p:nvPr/>
              </p:nvPicPr>
              <p:blipFill>
                <a:blip r:embed="rId325"/>
                <a:stretch>
                  <a:fillRect/>
                </a:stretch>
              </p:blipFill>
              <p:spPr>
                <a:xfrm>
                  <a:off x="1662278" y="3069503"/>
                  <a:ext cx="493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39" name="Ink 138">
                  <a:extLst>
                    <a:ext uri="{FF2B5EF4-FFF2-40B4-BE49-F238E27FC236}">
                      <a16:creationId xmlns:a16="http://schemas.microsoft.com/office/drawing/2014/main" id="{9FBA7702-AEAB-D9F8-96D2-3C8E1A2230AF}"/>
                    </a:ext>
                  </a:extLst>
                </p14:cNvPr>
                <p14:cNvContentPartPr/>
                <p14:nvPr/>
              </p14:nvContentPartPr>
              <p14:xfrm>
                <a:off x="1972958" y="3037463"/>
                <a:ext cx="220680" cy="173160"/>
              </p14:xfrm>
            </p:contentPart>
          </mc:Choice>
          <mc:Fallback xmlns="">
            <p:pic>
              <p:nvPicPr>
                <p:cNvPr id="139" name="Ink 138">
                  <a:extLst>
                    <a:ext uri="{FF2B5EF4-FFF2-40B4-BE49-F238E27FC236}">
                      <a16:creationId xmlns:a16="http://schemas.microsoft.com/office/drawing/2014/main" id="{9FBA7702-AEAB-D9F8-96D2-3C8E1A2230AF}"/>
                    </a:ext>
                  </a:extLst>
                </p:cNvPr>
                <p:cNvPicPr/>
                <p:nvPr/>
              </p:nvPicPr>
              <p:blipFill>
                <a:blip r:embed="rId327"/>
                <a:stretch>
                  <a:fillRect/>
                </a:stretch>
              </p:blipFill>
              <p:spPr>
                <a:xfrm>
                  <a:off x="1963958" y="3028463"/>
                  <a:ext cx="2383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40" name="Ink 139">
                  <a:extLst>
                    <a:ext uri="{FF2B5EF4-FFF2-40B4-BE49-F238E27FC236}">
                      <a16:creationId xmlns:a16="http://schemas.microsoft.com/office/drawing/2014/main" id="{25F3974C-82E3-2331-7EE5-7EDA221A2561}"/>
                    </a:ext>
                  </a:extLst>
                </p14:cNvPr>
                <p14:cNvContentPartPr/>
                <p14:nvPr/>
              </p14:nvContentPartPr>
              <p14:xfrm>
                <a:off x="2405318" y="2897063"/>
                <a:ext cx="207720" cy="315360"/>
              </p14:xfrm>
            </p:contentPart>
          </mc:Choice>
          <mc:Fallback xmlns="">
            <p:pic>
              <p:nvPicPr>
                <p:cNvPr id="140" name="Ink 139">
                  <a:extLst>
                    <a:ext uri="{FF2B5EF4-FFF2-40B4-BE49-F238E27FC236}">
                      <a16:creationId xmlns:a16="http://schemas.microsoft.com/office/drawing/2014/main" id="{25F3974C-82E3-2331-7EE5-7EDA221A2561}"/>
                    </a:ext>
                  </a:extLst>
                </p:cNvPr>
                <p:cNvPicPr/>
                <p:nvPr/>
              </p:nvPicPr>
              <p:blipFill>
                <a:blip r:embed="rId329"/>
                <a:stretch>
                  <a:fillRect/>
                </a:stretch>
              </p:blipFill>
              <p:spPr>
                <a:xfrm>
                  <a:off x="2396678" y="2888063"/>
                  <a:ext cx="2253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41" name="Ink 140">
                  <a:extLst>
                    <a:ext uri="{FF2B5EF4-FFF2-40B4-BE49-F238E27FC236}">
                      <a16:creationId xmlns:a16="http://schemas.microsoft.com/office/drawing/2014/main" id="{87BA8CEB-E6E8-CBD1-C991-DE534D22812C}"/>
                    </a:ext>
                  </a:extLst>
                </p14:cNvPr>
                <p14:cNvContentPartPr/>
                <p14:nvPr/>
              </p14:nvContentPartPr>
              <p14:xfrm>
                <a:off x="2661638" y="3043583"/>
                <a:ext cx="12240" cy="111240"/>
              </p14:xfrm>
            </p:contentPart>
          </mc:Choice>
          <mc:Fallback xmlns="">
            <p:pic>
              <p:nvPicPr>
                <p:cNvPr id="141" name="Ink 140">
                  <a:extLst>
                    <a:ext uri="{FF2B5EF4-FFF2-40B4-BE49-F238E27FC236}">
                      <a16:creationId xmlns:a16="http://schemas.microsoft.com/office/drawing/2014/main" id="{87BA8CEB-E6E8-CBD1-C991-DE534D22812C}"/>
                    </a:ext>
                  </a:extLst>
                </p:cNvPr>
                <p:cNvPicPr/>
                <p:nvPr/>
              </p:nvPicPr>
              <p:blipFill>
                <a:blip r:embed="rId331"/>
                <a:stretch>
                  <a:fillRect/>
                </a:stretch>
              </p:blipFill>
              <p:spPr>
                <a:xfrm>
                  <a:off x="2652638" y="3034583"/>
                  <a:ext cx="29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42" name="Ink 141">
                  <a:extLst>
                    <a:ext uri="{FF2B5EF4-FFF2-40B4-BE49-F238E27FC236}">
                      <a16:creationId xmlns:a16="http://schemas.microsoft.com/office/drawing/2014/main" id="{17227624-1442-7D27-E53F-C9A2D0627EE1}"/>
                    </a:ext>
                  </a:extLst>
                </p14:cNvPr>
                <p14:cNvContentPartPr/>
                <p14:nvPr/>
              </p14:nvContentPartPr>
              <p14:xfrm>
                <a:off x="2674238" y="2919383"/>
                <a:ext cx="29160" cy="93240"/>
              </p14:xfrm>
            </p:contentPart>
          </mc:Choice>
          <mc:Fallback xmlns="">
            <p:pic>
              <p:nvPicPr>
                <p:cNvPr id="142" name="Ink 141">
                  <a:extLst>
                    <a:ext uri="{FF2B5EF4-FFF2-40B4-BE49-F238E27FC236}">
                      <a16:creationId xmlns:a16="http://schemas.microsoft.com/office/drawing/2014/main" id="{17227624-1442-7D27-E53F-C9A2D0627EE1}"/>
                    </a:ext>
                  </a:extLst>
                </p:cNvPr>
                <p:cNvPicPr/>
                <p:nvPr/>
              </p:nvPicPr>
              <p:blipFill>
                <a:blip r:embed="rId333"/>
                <a:stretch>
                  <a:fillRect/>
                </a:stretch>
              </p:blipFill>
              <p:spPr>
                <a:xfrm>
                  <a:off x="2665238" y="2910743"/>
                  <a:ext cx="46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43" name="Ink 142">
                  <a:extLst>
                    <a:ext uri="{FF2B5EF4-FFF2-40B4-BE49-F238E27FC236}">
                      <a16:creationId xmlns:a16="http://schemas.microsoft.com/office/drawing/2014/main" id="{22B9DF2E-2BA3-F5D4-EA32-E95EC3945061}"/>
                    </a:ext>
                  </a:extLst>
                </p14:cNvPr>
                <p14:cNvContentPartPr/>
                <p14:nvPr/>
              </p14:nvContentPartPr>
              <p14:xfrm>
                <a:off x="2755238" y="2993903"/>
                <a:ext cx="328320" cy="180720"/>
              </p14:xfrm>
            </p:contentPart>
          </mc:Choice>
          <mc:Fallback xmlns="">
            <p:pic>
              <p:nvPicPr>
                <p:cNvPr id="143" name="Ink 142">
                  <a:extLst>
                    <a:ext uri="{FF2B5EF4-FFF2-40B4-BE49-F238E27FC236}">
                      <a16:creationId xmlns:a16="http://schemas.microsoft.com/office/drawing/2014/main" id="{22B9DF2E-2BA3-F5D4-EA32-E95EC3945061}"/>
                    </a:ext>
                  </a:extLst>
                </p:cNvPr>
                <p:cNvPicPr/>
                <p:nvPr/>
              </p:nvPicPr>
              <p:blipFill>
                <a:blip r:embed="rId335"/>
                <a:stretch>
                  <a:fillRect/>
                </a:stretch>
              </p:blipFill>
              <p:spPr>
                <a:xfrm>
                  <a:off x="2746598" y="2984903"/>
                  <a:ext cx="34596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44" name="Ink 143">
                  <a:extLst>
                    <a:ext uri="{FF2B5EF4-FFF2-40B4-BE49-F238E27FC236}">
                      <a16:creationId xmlns:a16="http://schemas.microsoft.com/office/drawing/2014/main" id="{10A9C2CA-CE2B-18DD-DA0D-C34E1D78CDC3}"/>
                    </a:ext>
                  </a:extLst>
                </p14:cNvPr>
                <p14:cNvContentPartPr/>
                <p14:nvPr/>
              </p14:nvContentPartPr>
              <p14:xfrm>
                <a:off x="3091478" y="2914703"/>
                <a:ext cx="209880" cy="280800"/>
              </p14:xfrm>
            </p:contentPart>
          </mc:Choice>
          <mc:Fallback xmlns="">
            <p:pic>
              <p:nvPicPr>
                <p:cNvPr id="144" name="Ink 143">
                  <a:extLst>
                    <a:ext uri="{FF2B5EF4-FFF2-40B4-BE49-F238E27FC236}">
                      <a16:creationId xmlns:a16="http://schemas.microsoft.com/office/drawing/2014/main" id="{10A9C2CA-CE2B-18DD-DA0D-C34E1D78CDC3}"/>
                    </a:ext>
                  </a:extLst>
                </p:cNvPr>
                <p:cNvPicPr/>
                <p:nvPr/>
              </p:nvPicPr>
              <p:blipFill>
                <a:blip r:embed="rId337"/>
                <a:stretch>
                  <a:fillRect/>
                </a:stretch>
              </p:blipFill>
              <p:spPr>
                <a:xfrm>
                  <a:off x="3082838" y="2906063"/>
                  <a:ext cx="227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48" name="Ink 147">
                  <a:extLst>
                    <a:ext uri="{FF2B5EF4-FFF2-40B4-BE49-F238E27FC236}">
                      <a16:creationId xmlns:a16="http://schemas.microsoft.com/office/drawing/2014/main" id="{0F9904FB-CCDF-9071-E397-4F2054FB04FC}"/>
                    </a:ext>
                  </a:extLst>
                </p14:cNvPr>
                <p14:cNvContentPartPr/>
                <p14:nvPr/>
              </p14:nvContentPartPr>
              <p14:xfrm>
                <a:off x="3333038" y="2975543"/>
                <a:ext cx="149040" cy="195480"/>
              </p14:xfrm>
            </p:contentPart>
          </mc:Choice>
          <mc:Fallback xmlns="">
            <p:pic>
              <p:nvPicPr>
                <p:cNvPr id="148" name="Ink 147">
                  <a:extLst>
                    <a:ext uri="{FF2B5EF4-FFF2-40B4-BE49-F238E27FC236}">
                      <a16:creationId xmlns:a16="http://schemas.microsoft.com/office/drawing/2014/main" id="{0F9904FB-CCDF-9071-E397-4F2054FB04FC}"/>
                    </a:ext>
                  </a:extLst>
                </p:cNvPr>
                <p:cNvPicPr/>
                <p:nvPr/>
              </p:nvPicPr>
              <p:blipFill>
                <a:blip r:embed="rId339"/>
                <a:stretch>
                  <a:fillRect/>
                </a:stretch>
              </p:blipFill>
              <p:spPr>
                <a:xfrm>
                  <a:off x="3324038" y="2966903"/>
                  <a:ext cx="1666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49" name="Ink 148">
                  <a:extLst>
                    <a:ext uri="{FF2B5EF4-FFF2-40B4-BE49-F238E27FC236}">
                      <a16:creationId xmlns:a16="http://schemas.microsoft.com/office/drawing/2014/main" id="{B0FE0235-3BC6-AE5F-65BF-0AF3E998907E}"/>
                    </a:ext>
                  </a:extLst>
                </p14:cNvPr>
                <p14:cNvContentPartPr/>
                <p14:nvPr/>
              </p14:nvContentPartPr>
              <p14:xfrm>
                <a:off x="3500798" y="2861783"/>
                <a:ext cx="241560" cy="284760"/>
              </p14:xfrm>
            </p:contentPart>
          </mc:Choice>
          <mc:Fallback xmlns="">
            <p:pic>
              <p:nvPicPr>
                <p:cNvPr id="149" name="Ink 148">
                  <a:extLst>
                    <a:ext uri="{FF2B5EF4-FFF2-40B4-BE49-F238E27FC236}">
                      <a16:creationId xmlns:a16="http://schemas.microsoft.com/office/drawing/2014/main" id="{B0FE0235-3BC6-AE5F-65BF-0AF3E998907E}"/>
                    </a:ext>
                  </a:extLst>
                </p:cNvPr>
                <p:cNvPicPr/>
                <p:nvPr/>
              </p:nvPicPr>
              <p:blipFill>
                <a:blip r:embed="rId341"/>
                <a:stretch>
                  <a:fillRect/>
                </a:stretch>
              </p:blipFill>
              <p:spPr>
                <a:xfrm>
                  <a:off x="3491798" y="2853143"/>
                  <a:ext cx="25920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51" name="Ink 150">
                  <a:extLst>
                    <a:ext uri="{FF2B5EF4-FFF2-40B4-BE49-F238E27FC236}">
                      <a16:creationId xmlns:a16="http://schemas.microsoft.com/office/drawing/2014/main" id="{AD1F80D2-69AF-0FD9-877A-848C1FDA5C22}"/>
                    </a:ext>
                  </a:extLst>
                </p14:cNvPr>
                <p14:cNvContentPartPr/>
                <p14:nvPr/>
              </p14:nvContentPartPr>
              <p14:xfrm>
                <a:off x="2850638" y="3365423"/>
                <a:ext cx="275400" cy="29520"/>
              </p14:xfrm>
            </p:contentPart>
          </mc:Choice>
          <mc:Fallback xmlns="">
            <p:pic>
              <p:nvPicPr>
                <p:cNvPr id="151" name="Ink 150">
                  <a:extLst>
                    <a:ext uri="{FF2B5EF4-FFF2-40B4-BE49-F238E27FC236}">
                      <a16:creationId xmlns:a16="http://schemas.microsoft.com/office/drawing/2014/main" id="{AD1F80D2-69AF-0FD9-877A-848C1FDA5C22}"/>
                    </a:ext>
                  </a:extLst>
                </p:cNvPr>
                <p:cNvPicPr/>
                <p:nvPr/>
              </p:nvPicPr>
              <p:blipFill>
                <a:blip r:embed="rId343"/>
                <a:stretch>
                  <a:fillRect/>
                </a:stretch>
              </p:blipFill>
              <p:spPr>
                <a:xfrm>
                  <a:off x="2841998" y="3356783"/>
                  <a:ext cx="293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52" name="Ink 151">
                  <a:extLst>
                    <a:ext uri="{FF2B5EF4-FFF2-40B4-BE49-F238E27FC236}">
                      <a16:creationId xmlns:a16="http://schemas.microsoft.com/office/drawing/2014/main" id="{2C2EC874-2511-BEBF-A16A-B386A24711E9}"/>
                    </a:ext>
                  </a:extLst>
                </p14:cNvPr>
                <p14:cNvContentPartPr/>
                <p14:nvPr/>
              </p14:nvContentPartPr>
              <p14:xfrm>
                <a:off x="2890598" y="3315023"/>
                <a:ext cx="68400" cy="129960"/>
              </p14:xfrm>
            </p:contentPart>
          </mc:Choice>
          <mc:Fallback xmlns="">
            <p:pic>
              <p:nvPicPr>
                <p:cNvPr id="152" name="Ink 151">
                  <a:extLst>
                    <a:ext uri="{FF2B5EF4-FFF2-40B4-BE49-F238E27FC236}">
                      <a16:creationId xmlns:a16="http://schemas.microsoft.com/office/drawing/2014/main" id="{2C2EC874-2511-BEBF-A16A-B386A24711E9}"/>
                    </a:ext>
                  </a:extLst>
                </p:cNvPr>
                <p:cNvPicPr/>
                <p:nvPr/>
              </p:nvPicPr>
              <p:blipFill>
                <a:blip r:embed="rId345"/>
                <a:stretch>
                  <a:fillRect/>
                </a:stretch>
              </p:blipFill>
              <p:spPr>
                <a:xfrm>
                  <a:off x="2881958" y="3306023"/>
                  <a:ext cx="860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53" name="Ink 152">
                  <a:extLst>
                    <a:ext uri="{FF2B5EF4-FFF2-40B4-BE49-F238E27FC236}">
                      <a16:creationId xmlns:a16="http://schemas.microsoft.com/office/drawing/2014/main" id="{E40C907B-ABDB-94C2-19A0-B24075F28AB5}"/>
                    </a:ext>
                  </a:extLst>
                </p14:cNvPr>
                <p14:cNvContentPartPr/>
                <p14:nvPr/>
              </p14:nvContentPartPr>
              <p14:xfrm>
                <a:off x="2480198" y="3477023"/>
                <a:ext cx="215280" cy="277200"/>
              </p14:xfrm>
            </p:contentPart>
          </mc:Choice>
          <mc:Fallback xmlns="">
            <p:pic>
              <p:nvPicPr>
                <p:cNvPr id="153" name="Ink 152">
                  <a:extLst>
                    <a:ext uri="{FF2B5EF4-FFF2-40B4-BE49-F238E27FC236}">
                      <a16:creationId xmlns:a16="http://schemas.microsoft.com/office/drawing/2014/main" id="{E40C907B-ABDB-94C2-19A0-B24075F28AB5}"/>
                    </a:ext>
                  </a:extLst>
                </p:cNvPr>
                <p:cNvPicPr/>
                <p:nvPr/>
              </p:nvPicPr>
              <p:blipFill>
                <a:blip r:embed="rId347"/>
                <a:stretch>
                  <a:fillRect/>
                </a:stretch>
              </p:blipFill>
              <p:spPr>
                <a:xfrm>
                  <a:off x="2471558" y="3468383"/>
                  <a:ext cx="2329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54" name="Ink 153">
                  <a:extLst>
                    <a:ext uri="{FF2B5EF4-FFF2-40B4-BE49-F238E27FC236}">
                      <a16:creationId xmlns:a16="http://schemas.microsoft.com/office/drawing/2014/main" id="{121A730D-E3E5-46F7-6CDD-B96A6217C109}"/>
                    </a:ext>
                  </a:extLst>
                </p14:cNvPr>
                <p14:cNvContentPartPr/>
                <p14:nvPr/>
              </p14:nvContentPartPr>
              <p14:xfrm>
                <a:off x="2717438" y="3595103"/>
                <a:ext cx="155160" cy="150840"/>
              </p14:xfrm>
            </p:contentPart>
          </mc:Choice>
          <mc:Fallback xmlns="">
            <p:pic>
              <p:nvPicPr>
                <p:cNvPr id="154" name="Ink 153">
                  <a:extLst>
                    <a:ext uri="{FF2B5EF4-FFF2-40B4-BE49-F238E27FC236}">
                      <a16:creationId xmlns:a16="http://schemas.microsoft.com/office/drawing/2014/main" id="{121A730D-E3E5-46F7-6CDD-B96A6217C109}"/>
                    </a:ext>
                  </a:extLst>
                </p:cNvPr>
                <p:cNvPicPr/>
                <p:nvPr/>
              </p:nvPicPr>
              <p:blipFill>
                <a:blip r:embed="rId349"/>
                <a:stretch>
                  <a:fillRect/>
                </a:stretch>
              </p:blipFill>
              <p:spPr>
                <a:xfrm>
                  <a:off x="2708798" y="3586103"/>
                  <a:ext cx="1728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55" name="Ink 154">
                  <a:extLst>
                    <a:ext uri="{FF2B5EF4-FFF2-40B4-BE49-F238E27FC236}">
                      <a16:creationId xmlns:a16="http://schemas.microsoft.com/office/drawing/2014/main" id="{A67159DD-6B43-055D-11CD-B866C1EAE7DA}"/>
                    </a:ext>
                  </a:extLst>
                </p14:cNvPr>
                <p14:cNvContentPartPr/>
                <p14:nvPr/>
              </p14:nvContentPartPr>
              <p14:xfrm>
                <a:off x="2911838" y="3504743"/>
                <a:ext cx="235440" cy="204480"/>
              </p14:xfrm>
            </p:contentPart>
          </mc:Choice>
          <mc:Fallback xmlns="">
            <p:pic>
              <p:nvPicPr>
                <p:cNvPr id="155" name="Ink 154">
                  <a:extLst>
                    <a:ext uri="{FF2B5EF4-FFF2-40B4-BE49-F238E27FC236}">
                      <a16:creationId xmlns:a16="http://schemas.microsoft.com/office/drawing/2014/main" id="{A67159DD-6B43-055D-11CD-B866C1EAE7DA}"/>
                    </a:ext>
                  </a:extLst>
                </p:cNvPr>
                <p:cNvPicPr/>
                <p:nvPr/>
              </p:nvPicPr>
              <p:blipFill>
                <a:blip r:embed="rId351"/>
                <a:stretch>
                  <a:fillRect/>
                </a:stretch>
              </p:blipFill>
              <p:spPr>
                <a:xfrm>
                  <a:off x="2903198" y="3496103"/>
                  <a:ext cx="2530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56" name="Ink 155">
                  <a:extLst>
                    <a:ext uri="{FF2B5EF4-FFF2-40B4-BE49-F238E27FC236}">
                      <a16:creationId xmlns:a16="http://schemas.microsoft.com/office/drawing/2014/main" id="{EF935307-C185-55EB-B7AA-B8FC71E9C618}"/>
                    </a:ext>
                  </a:extLst>
                </p14:cNvPr>
                <p14:cNvContentPartPr/>
                <p14:nvPr/>
              </p14:nvContentPartPr>
              <p14:xfrm>
                <a:off x="3195878" y="3520583"/>
                <a:ext cx="148680" cy="194760"/>
              </p14:xfrm>
            </p:contentPart>
          </mc:Choice>
          <mc:Fallback xmlns="">
            <p:pic>
              <p:nvPicPr>
                <p:cNvPr id="156" name="Ink 155">
                  <a:extLst>
                    <a:ext uri="{FF2B5EF4-FFF2-40B4-BE49-F238E27FC236}">
                      <a16:creationId xmlns:a16="http://schemas.microsoft.com/office/drawing/2014/main" id="{EF935307-C185-55EB-B7AA-B8FC71E9C618}"/>
                    </a:ext>
                  </a:extLst>
                </p:cNvPr>
                <p:cNvPicPr/>
                <p:nvPr/>
              </p:nvPicPr>
              <p:blipFill>
                <a:blip r:embed="rId353"/>
                <a:stretch>
                  <a:fillRect/>
                </a:stretch>
              </p:blipFill>
              <p:spPr>
                <a:xfrm>
                  <a:off x="3187238" y="3511583"/>
                  <a:ext cx="1663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157" name="Ink 156">
                  <a:extLst>
                    <a:ext uri="{FF2B5EF4-FFF2-40B4-BE49-F238E27FC236}">
                      <a16:creationId xmlns:a16="http://schemas.microsoft.com/office/drawing/2014/main" id="{25D47CD3-C450-9857-7462-8920F02A6AEA}"/>
                    </a:ext>
                  </a:extLst>
                </p14:cNvPr>
                <p14:cNvContentPartPr/>
                <p14:nvPr/>
              </p14:nvContentPartPr>
              <p14:xfrm>
                <a:off x="3374798" y="3540023"/>
                <a:ext cx="107640" cy="138240"/>
              </p14:xfrm>
            </p:contentPart>
          </mc:Choice>
          <mc:Fallback xmlns="">
            <p:pic>
              <p:nvPicPr>
                <p:cNvPr id="157" name="Ink 156">
                  <a:extLst>
                    <a:ext uri="{FF2B5EF4-FFF2-40B4-BE49-F238E27FC236}">
                      <a16:creationId xmlns:a16="http://schemas.microsoft.com/office/drawing/2014/main" id="{25D47CD3-C450-9857-7462-8920F02A6AEA}"/>
                    </a:ext>
                  </a:extLst>
                </p:cNvPr>
                <p:cNvPicPr/>
                <p:nvPr/>
              </p:nvPicPr>
              <p:blipFill>
                <a:blip r:embed="rId355"/>
                <a:stretch>
                  <a:fillRect/>
                </a:stretch>
              </p:blipFill>
              <p:spPr>
                <a:xfrm>
                  <a:off x="3366158" y="3531383"/>
                  <a:ext cx="1252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158" name="Ink 157">
                  <a:extLst>
                    <a:ext uri="{FF2B5EF4-FFF2-40B4-BE49-F238E27FC236}">
                      <a16:creationId xmlns:a16="http://schemas.microsoft.com/office/drawing/2014/main" id="{77332D21-311B-1F88-1D26-82F4220058AF}"/>
                    </a:ext>
                  </a:extLst>
                </p14:cNvPr>
                <p14:cNvContentPartPr/>
                <p14:nvPr/>
              </p14:nvContentPartPr>
              <p14:xfrm>
                <a:off x="3556598" y="3509783"/>
                <a:ext cx="235800" cy="144720"/>
              </p14:xfrm>
            </p:contentPart>
          </mc:Choice>
          <mc:Fallback xmlns="">
            <p:pic>
              <p:nvPicPr>
                <p:cNvPr id="158" name="Ink 157">
                  <a:extLst>
                    <a:ext uri="{FF2B5EF4-FFF2-40B4-BE49-F238E27FC236}">
                      <a16:creationId xmlns:a16="http://schemas.microsoft.com/office/drawing/2014/main" id="{77332D21-311B-1F88-1D26-82F4220058AF}"/>
                    </a:ext>
                  </a:extLst>
                </p:cNvPr>
                <p:cNvPicPr/>
                <p:nvPr/>
              </p:nvPicPr>
              <p:blipFill>
                <a:blip r:embed="rId357"/>
                <a:stretch>
                  <a:fillRect/>
                </a:stretch>
              </p:blipFill>
              <p:spPr>
                <a:xfrm>
                  <a:off x="3547958" y="3500783"/>
                  <a:ext cx="2534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159" name="Ink 158">
                  <a:extLst>
                    <a:ext uri="{FF2B5EF4-FFF2-40B4-BE49-F238E27FC236}">
                      <a16:creationId xmlns:a16="http://schemas.microsoft.com/office/drawing/2014/main" id="{8966806C-2A45-1E74-BD8F-673FA4E45DF8}"/>
                    </a:ext>
                  </a:extLst>
                </p14:cNvPr>
                <p14:cNvContentPartPr/>
                <p14:nvPr/>
              </p14:nvContentPartPr>
              <p14:xfrm>
                <a:off x="3957638" y="3412583"/>
                <a:ext cx="50760" cy="216360"/>
              </p14:xfrm>
            </p:contentPart>
          </mc:Choice>
          <mc:Fallback xmlns="">
            <p:pic>
              <p:nvPicPr>
                <p:cNvPr id="159" name="Ink 158">
                  <a:extLst>
                    <a:ext uri="{FF2B5EF4-FFF2-40B4-BE49-F238E27FC236}">
                      <a16:creationId xmlns:a16="http://schemas.microsoft.com/office/drawing/2014/main" id="{8966806C-2A45-1E74-BD8F-673FA4E45DF8}"/>
                    </a:ext>
                  </a:extLst>
                </p:cNvPr>
                <p:cNvPicPr/>
                <p:nvPr/>
              </p:nvPicPr>
              <p:blipFill>
                <a:blip r:embed="rId359"/>
                <a:stretch>
                  <a:fillRect/>
                </a:stretch>
              </p:blipFill>
              <p:spPr>
                <a:xfrm>
                  <a:off x="3948638" y="3403583"/>
                  <a:ext cx="6840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160" name="Ink 159">
                  <a:extLst>
                    <a:ext uri="{FF2B5EF4-FFF2-40B4-BE49-F238E27FC236}">
                      <a16:creationId xmlns:a16="http://schemas.microsoft.com/office/drawing/2014/main" id="{3E2D1D7F-8A36-39BD-9505-AFC15716FA0B}"/>
                    </a:ext>
                  </a:extLst>
                </p14:cNvPr>
                <p14:cNvContentPartPr/>
                <p14:nvPr/>
              </p14:nvContentPartPr>
              <p14:xfrm>
                <a:off x="4026398" y="3297023"/>
                <a:ext cx="488880" cy="297360"/>
              </p14:xfrm>
            </p:contentPart>
          </mc:Choice>
          <mc:Fallback xmlns="">
            <p:pic>
              <p:nvPicPr>
                <p:cNvPr id="160" name="Ink 159">
                  <a:extLst>
                    <a:ext uri="{FF2B5EF4-FFF2-40B4-BE49-F238E27FC236}">
                      <a16:creationId xmlns:a16="http://schemas.microsoft.com/office/drawing/2014/main" id="{3E2D1D7F-8A36-39BD-9505-AFC15716FA0B}"/>
                    </a:ext>
                  </a:extLst>
                </p:cNvPr>
                <p:cNvPicPr/>
                <p:nvPr/>
              </p:nvPicPr>
              <p:blipFill>
                <a:blip r:embed="rId361"/>
                <a:stretch>
                  <a:fillRect/>
                </a:stretch>
              </p:blipFill>
              <p:spPr>
                <a:xfrm>
                  <a:off x="4017398" y="3288023"/>
                  <a:ext cx="50652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61" name="Ink 160">
                  <a:extLst>
                    <a:ext uri="{FF2B5EF4-FFF2-40B4-BE49-F238E27FC236}">
                      <a16:creationId xmlns:a16="http://schemas.microsoft.com/office/drawing/2014/main" id="{221A1DD6-2B65-8B58-F170-4D55D7DCFAD6}"/>
                    </a:ext>
                  </a:extLst>
                </p14:cNvPr>
                <p14:cNvContentPartPr/>
                <p14:nvPr/>
              </p14:nvContentPartPr>
              <p14:xfrm>
                <a:off x="4376678" y="3415463"/>
                <a:ext cx="334080" cy="142200"/>
              </p14:xfrm>
            </p:contentPart>
          </mc:Choice>
          <mc:Fallback xmlns="">
            <p:pic>
              <p:nvPicPr>
                <p:cNvPr id="161" name="Ink 160">
                  <a:extLst>
                    <a:ext uri="{FF2B5EF4-FFF2-40B4-BE49-F238E27FC236}">
                      <a16:creationId xmlns:a16="http://schemas.microsoft.com/office/drawing/2014/main" id="{221A1DD6-2B65-8B58-F170-4D55D7DCFAD6}"/>
                    </a:ext>
                  </a:extLst>
                </p:cNvPr>
                <p:cNvPicPr/>
                <p:nvPr/>
              </p:nvPicPr>
              <p:blipFill>
                <a:blip r:embed="rId363"/>
                <a:stretch>
                  <a:fillRect/>
                </a:stretch>
              </p:blipFill>
              <p:spPr>
                <a:xfrm>
                  <a:off x="4368038" y="3406463"/>
                  <a:ext cx="3517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62" name="Ink 161">
                  <a:extLst>
                    <a:ext uri="{FF2B5EF4-FFF2-40B4-BE49-F238E27FC236}">
                      <a16:creationId xmlns:a16="http://schemas.microsoft.com/office/drawing/2014/main" id="{C367255F-DE19-724C-D7EE-163F680EED80}"/>
                    </a:ext>
                  </a:extLst>
                </p14:cNvPr>
                <p14:cNvContentPartPr/>
                <p14:nvPr/>
              </p14:nvContentPartPr>
              <p14:xfrm>
                <a:off x="4797518" y="3513383"/>
                <a:ext cx="2880" cy="1440"/>
              </p14:xfrm>
            </p:contentPart>
          </mc:Choice>
          <mc:Fallback xmlns="">
            <p:pic>
              <p:nvPicPr>
                <p:cNvPr id="162" name="Ink 161">
                  <a:extLst>
                    <a:ext uri="{FF2B5EF4-FFF2-40B4-BE49-F238E27FC236}">
                      <a16:creationId xmlns:a16="http://schemas.microsoft.com/office/drawing/2014/main" id="{C367255F-DE19-724C-D7EE-163F680EED80}"/>
                    </a:ext>
                  </a:extLst>
                </p:cNvPr>
                <p:cNvPicPr/>
                <p:nvPr/>
              </p:nvPicPr>
              <p:blipFill>
                <a:blip r:embed="rId365"/>
                <a:stretch>
                  <a:fillRect/>
                </a:stretch>
              </p:blipFill>
              <p:spPr>
                <a:xfrm>
                  <a:off x="4788518" y="3504383"/>
                  <a:ext cx="205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63" name="Ink 162">
                  <a:extLst>
                    <a:ext uri="{FF2B5EF4-FFF2-40B4-BE49-F238E27FC236}">
                      <a16:creationId xmlns:a16="http://schemas.microsoft.com/office/drawing/2014/main" id="{9B948283-E880-888C-A3EE-74696B056114}"/>
                    </a:ext>
                  </a:extLst>
                </p14:cNvPr>
                <p14:cNvContentPartPr/>
                <p14:nvPr/>
              </p14:nvContentPartPr>
              <p14:xfrm>
                <a:off x="4868438" y="3250223"/>
                <a:ext cx="155520" cy="471960"/>
              </p14:xfrm>
            </p:contentPart>
          </mc:Choice>
          <mc:Fallback xmlns="">
            <p:pic>
              <p:nvPicPr>
                <p:cNvPr id="163" name="Ink 162">
                  <a:extLst>
                    <a:ext uri="{FF2B5EF4-FFF2-40B4-BE49-F238E27FC236}">
                      <a16:creationId xmlns:a16="http://schemas.microsoft.com/office/drawing/2014/main" id="{9B948283-E880-888C-A3EE-74696B056114}"/>
                    </a:ext>
                  </a:extLst>
                </p:cNvPr>
                <p:cNvPicPr/>
                <p:nvPr/>
              </p:nvPicPr>
              <p:blipFill>
                <a:blip r:embed="rId367"/>
                <a:stretch>
                  <a:fillRect/>
                </a:stretch>
              </p:blipFill>
              <p:spPr>
                <a:xfrm>
                  <a:off x="4859798" y="3241223"/>
                  <a:ext cx="17316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26" name="Ink 225">
                  <a:extLst>
                    <a:ext uri="{FF2B5EF4-FFF2-40B4-BE49-F238E27FC236}">
                      <a16:creationId xmlns:a16="http://schemas.microsoft.com/office/drawing/2014/main" id="{78602B3C-51A6-71C0-0C3A-9F7F50326E77}"/>
                    </a:ext>
                  </a:extLst>
                </p14:cNvPr>
                <p14:cNvContentPartPr/>
                <p14:nvPr/>
              </p14:nvContentPartPr>
              <p14:xfrm>
                <a:off x="2528798" y="3689423"/>
                <a:ext cx="1209960" cy="124920"/>
              </p14:xfrm>
            </p:contentPart>
          </mc:Choice>
          <mc:Fallback xmlns="">
            <p:pic>
              <p:nvPicPr>
                <p:cNvPr id="226" name="Ink 225">
                  <a:extLst>
                    <a:ext uri="{FF2B5EF4-FFF2-40B4-BE49-F238E27FC236}">
                      <a16:creationId xmlns:a16="http://schemas.microsoft.com/office/drawing/2014/main" id="{78602B3C-51A6-71C0-0C3A-9F7F50326E77}"/>
                    </a:ext>
                  </a:extLst>
                </p:cNvPr>
                <p:cNvPicPr/>
                <p:nvPr/>
              </p:nvPicPr>
              <p:blipFill>
                <a:blip r:embed="rId369"/>
                <a:stretch>
                  <a:fillRect/>
                </a:stretch>
              </p:blipFill>
              <p:spPr>
                <a:xfrm>
                  <a:off x="2520158" y="3680423"/>
                  <a:ext cx="12276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27" name="Ink 226">
                  <a:extLst>
                    <a:ext uri="{FF2B5EF4-FFF2-40B4-BE49-F238E27FC236}">
                      <a16:creationId xmlns:a16="http://schemas.microsoft.com/office/drawing/2014/main" id="{09965CB2-9502-90DF-1108-1C29504BAB5A}"/>
                    </a:ext>
                  </a:extLst>
                </p14:cNvPr>
                <p14:cNvContentPartPr/>
                <p14:nvPr/>
              </p14:nvContentPartPr>
              <p14:xfrm>
                <a:off x="2399558" y="3722543"/>
                <a:ext cx="1314360" cy="147600"/>
              </p14:xfrm>
            </p:contentPart>
          </mc:Choice>
          <mc:Fallback xmlns="">
            <p:pic>
              <p:nvPicPr>
                <p:cNvPr id="227" name="Ink 226">
                  <a:extLst>
                    <a:ext uri="{FF2B5EF4-FFF2-40B4-BE49-F238E27FC236}">
                      <a16:creationId xmlns:a16="http://schemas.microsoft.com/office/drawing/2014/main" id="{09965CB2-9502-90DF-1108-1C29504BAB5A}"/>
                    </a:ext>
                  </a:extLst>
                </p:cNvPr>
                <p:cNvPicPr/>
                <p:nvPr/>
              </p:nvPicPr>
              <p:blipFill>
                <a:blip r:embed="rId371"/>
                <a:stretch>
                  <a:fillRect/>
                </a:stretch>
              </p:blipFill>
              <p:spPr>
                <a:xfrm>
                  <a:off x="2390558" y="3713903"/>
                  <a:ext cx="13320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29" name="Ink 228">
                  <a:extLst>
                    <a:ext uri="{FF2B5EF4-FFF2-40B4-BE49-F238E27FC236}">
                      <a16:creationId xmlns:a16="http://schemas.microsoft.com/office/drawing/2014/main" id="{E2EAF395-1D3F-7EE9-A52B-822D79C300FE}"/>
                    </a:ext>
                  </a:extLst>
                </p14:cNvPr>
                <p14:cNvContentPartPr/>
                <p14:nvPr/>
              </p14:nvContentPartPr>
              <p14:xfrm>
                <a:off x="9121838" y="4516703"/>
                <a:ext cx="2226600" cy="250920"/>
              </p14:xfrm>
            </p:contentPart>
          </mc:Choice>
          <mc:Fallback xmlns="">
            <p:pic>
              <p:nvPicPr>
                <p:cNvPr id="229" name="Ink 228">
                  <a:extLst>
                    <a:ext uri="{FF2B5EF4-FFF2-40B4-BE49-F238E27FC236}">
                      <a16:creationId xmlns:a16="http://schemas.microsoft.com/office/drawing/2014/main" id="{E2EAF395-1D3F-7EE9-A52B-822D79C300FE}"/>
                    </a:ext>
                  </a:extLst>
                </p:cNvPr>
                <p:cNvPicPr/>
                <p:nvPr/>
              </p:nvPicPr>
              <p:blipFill>
                <a:blip r:embed="rId373"/>
                <a:stretch>
                  <a:fillRect/>
                </a:stretch>
              </p:blipFill>
              <p:spPr>
                <a:xfrm>
                  <a:off x="9113198" y="4508063"/>
                  <a:ext cx="2244240" cy="268560"/>
                </a:xfrm>
                <a:prstGeom prst="rect">
                  <a:avLst/>
                </a:prstGeom>
              </p:spPr>
            </p:pic>
          </mc:Fallback>
        </mc:AlternateContent>
      </p:grpSp>
    </p:spTree>
    <p:extLst>
      <p:ext uri="{BB962C8B-B14F-4D97-AF65-F5344CB8AC3E}">
        <p14:creationId xmlns:p14="http://schemas.microsoft.com/office/powerpoint/2010/main" val="1450042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203B5-50C6-78BC-1DEC-AD4ED6415765}"/>
              </a:ext>
            </a:extLst>
          </p:cNvPr>
          <p:cNvSpPr>
            <a:spLocks noGrp="1"/>
          </p:cNvSpPr>
          <p:nvPr>
            <p:ph type="title"/>
          </p:nvPr>
        </p:nvSpPr>
        <p:spPr/>
        <p:txBody>
          <a:bodyPr/>
          <a:lstStyle/>
          <a:p>
            <a:r>
              <a:rPr lang="en-IN" dirty="0"/>
              <a:t>Runtime</a:t>
            </a:r>
          </a:p>
        </p:txBody>
      </p:sp>
      <p:grpSp>
        <p:nvGrpSpPr>
          <p:cNvPr id="234" name="Group 233">
            <a:extLst>
              <a:ext uri="{FF2B5EF4-FFF2-40B4-BE49-F238E27FC236}">
                <a16:creationId xmlns:a16="http://schemas.microsoft.com/office/drawing/2014/main" id="{25BDBD45-B237-47C9-8D63-ED7F95716E9D}"/>
              </a:ext>
            </a:extLst>
          </p:cNvPr>
          <p:cNvGrpSpPr/>
          <p:nvPr/>
        </p:nvGrpSpPr>
        <p:grpSpPr>
          <a:xfrm>
            <a:off x="272318" y="198863"/>
            <a:ext cx="11751120" cy="6444720"/>
            <a:chOff x="272318" y="198863"/>
            <a:chExt cx="11751120" cy="6444720"/>
          </a:xfrm>
        </p:grpSpPr>
        <mc:AlternateContent xmlns:mc="http://schemas.openxmlformats.org/markup-compatibility/2006" xmlns:p14="http://schemas.microsoft.com/office/powerpoint/2010/main">
          <mc:Choice Requires="p14">
            <p:contentPart p14:bwMode="auto" r:id="rId2">
              <p14:nvContentPartPr>
                <p14:cNvPr id="91" name="Ink 90">
                  <a:extLst>
                    <a:ext uri="{FF2B5EF4-FFF2-40B4-BE49-F238E27FC236}">
                      <a16:creationId xmlns:a16="http://schemas.microsoft.com/office/drawing/2014/main" id="{9BC34051-E508-5E16-18DC-BE24F8ABC09D}"/>
                    </a:ext>
                  </a:extLst>
                </p14:cNvPr>
                <p14:cNvContentPartPr/>
                <p14:nvPr/>
              </p14:nvContentPartPr>
              <p14:xfrm>
                <a:off x="5252198" y="214343"/>
                <a:ext cx="505440" cy="498960"/>
              </p14:xfrm>
            </p:contentPart>
          </mc:Choice>
          <mc:Fallback xmlns="">
            <p:pic>
              <p:nvPicPr>
                <p:cNvPr id="91" name="Ink 90">
                  <a:extLst>
                    <a:ext uri="{FF2B5EF4-FFF2-40B4-BE49-F238E27FC236}">
                      <a16:creationId xmlns:a16="http://schemas.microsoft.com/office/drawing/2014/main" id="{9BC34051-E508-5E16-18DC-BE24F8ABC09D}"/>
                    </a:ext>
                  </a:extLst>
                </p:cNvPr>
                <p:cNvPicPr/>
                <p:nvPr/>
              </p:nvPicPr>
              <p:blipFill>
                <a:blip r:embed="rId3"/>
                <a:stretch>
                  <a:fillRect/>
                </a:stretch>
              </p:blipFill>
              <p:spPr>
                <a:xfrm>
                  <a:off x="5243198" y="205343"/>
                  <a:ext cx="52308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2" name="Ink 91">
                  <a:extLst>
                    <a:ext uri="{FF2B5EF4-FFF2-40B4-BE49-F238E27FC236}">
                      <a16:creationId xmlns:a16="http://schemas.microsoft.com/office/drawing/2014/main" id="{08D9C7FA-AC42-7562-AFF6-0F4FDB8EFE53}"/>
                    </a:ext>
                  </a:extLst>
                </p14:cNvPr>
                <p14:cNvContentPartPr/>
                <p14:nvPr/>
              </p14:nvContentPartPr>
              <p14:xfrm>
                <a:off x="5281358" y="725543"/>
                <a:ext cx="456480" cy="308160"/>
              </p14:xfrm>
            </p:contentPart>
          </mc:Choice>
          <mc:Fallback xmlns="">
            <p:pic>
              <p:nvPicPr>
                <p:cNvPr id="92" name="Ink 91">
                  <a:extLst>
                    <a:ext uri="{FF2B5EF4-FFF2-40B4-BE49-F238E27FC236}">
                      <a16:creationId xmlns:a16="http://schemas.microsoft.com/office/drawing/2014/main" id="{08D9C7FA-AC42-7562-AFF6-0F4FDB8EFE53}"/>
                    </a:ext>
                  </a:extLst>
                </p:cNvPr>
                <p:cNvPicPr/>
                <p:nvPr/>
              </p:nvPicPr>
              <p:blipFill>
                <a:blip r:embed="rId5"/>
                <a:stretch>
                  <a:fillRect/>
                </a:stretch>
              </p:blipFill>
              <p:spPr>
                <a:xfrm>
                  <a:off x="5272358" y="716543"/>
                  <a:ext cx="4741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3" name="Ink 92">
                  <a:extLst>
                    <a:ext uri="{FF2B5EF4-FFF2-40B4-BE49-F238E27FC236}">
                      <a16:creationId xmlns:a16="http://schemas.microsoft.com/office/drawing/2014/main" id="{375BD408-C050-7890-9781-95C1D1E2B9CE}"/>
                    </a:ext>
                  </a:extLst>
                </p14:cNvPr>
                <p14:cNvContentPartPr/>
                <p14:nvPr/>
              </p14:nvContentPartPr>
              <p14:xfrm>
                <a:off x="5356238" y="500903"/>
                <a:ext cx="257040" cy="113040"/>
              </p14:xfrm>
            </p:contentPart>
          </mc:Choice>
          <mc:Fallback xmlns="">
            <p:pic>
              <p:nvPicPr>
                <p:cNvPr id="93" name="Ink 92">
                  <a:extLst>
                    <a:ext uri="{FF2B5EF4-FFF2-40B4-BE49-F238E27FC236}">
                      <a16:creationId xmlns:a16="http://schemas.microsoft.com/office/drawing/2014/main" id="{375BD408-C050-7890-9781-95C1D1E2B9CE}"/>
                    </a:ext>
                  </a:extLst>
                </p:cNvPr>
                <p:cNvPicPr/>
                <p:nvPr/>
              </p:nvPicPr>
              <p:blipFill>
                <a:blip r:embed="rId7"/>
                <a:stretch>
                  <a:fillRect/>
                </a:stretch>
              </p:blipFill>
              <p:spPr>
                <a:xfrm>
                  <a:off x="5347598" y="491903"/>
                  <a:ext cx="2746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4" name="Ink 93">
                  <a:extLst>
                    <a:ext uri="{FF2B5EF4-FFF2-40B4-BE49-F238E27FC236}">
                      <a16:creationId xmlns:a16="http://schemas.microsoft.com/office/drawing/2014/main" id="{CD362F7B-D32C-E01D-3E8B-296BA3D5BF44}"/>
                    </a:ext>
                  </a:extLst>
                </p14:cNvPr>
                <p14:cNvContentPartPr/>
                <p14:nvPr/>
              </p14:nvContentPartPr>
              <p14:xfrm>
                <a:off x="5417438" y="388223"/>
                <a:ext cx="24840" cy="17280"/>
              </p14:xfrm>
            </p:contentPart>
          </mc:Choice>
          <mc:Fallback xmlns="">
            <p:pic>
              <p:nvPicPr>
                <p:cNvPr id="94" name="Ink 93">
                  <a:extLst>
                    <a:ext uri="{FF2B5EF4-FFF2-40B4-BE49-F238E27FC236}">
                      <a16:creationId xmlns:a16="http://schemas.microsoft.com/office/drawing/2014/main" id="{CD362F7B-D32C-E01D-3E8B-296BA3D5BF44}"/>
                    </a:ext>
                  </a:extLst>
                </p:cNvPr>
                <p:cNvPicPr/>
                <p:nvPr/>
              </p:nvPicPr>
              <p:blipFill>
                <a:blip r:embed="rId9"/>
                <a:stretch>
                  <a:fillRect/>
                </a:stretch>
              </p:blipFill>
              <p:spPr>
                <a:xfrm>
                  <a:off x="5408798" y="379583"/>
                  <a:ext cx="424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5" name="Ink 94">
                  <a:extLst>
                    <a:ext uri="{FF2B5EF4-FFF2-40B4-BE49-F238E27FC236}">
                      <a16:creationId xmlns:a16="http://schemas.microsoft.com/office/drawing/2014/main" id="{FCA4EE81-1C09-9431-7D34-37AD79E38A30}"/>
                    </a:ext>
                  </a:extLst>
                </p14:cNvPr>
                <p14:cNvContentPartPr/>
                <p14:nvPr/>
              </p14:nvContentPartPr>
              <p14:xfrm>
                <a:off x="5567558" y="398303"/>
                <a:ext cx="10080" cy="2880"/>
              </p14:xfrm>
            </p:contentPart>
          </mc:Choice>
          <mc:Fallback xmlns="">
            <p:pic>
              <p:nvPicPr>
                <p:cNvPr id="95" name="Ink 94">
                  <a:extLst>
                    <a:ext uri="{FF2B5EF4-FFF2-40B4-BE49-F238E27FC236}">
                      <a16:creationId xmlns:a16="http://schemas.microsoft.com/office/drawing/2014/main" id="{FCA4EE81-1C09-9431-7D34-37AD79E38A30}"/>
                    </a:ext>
                  </a:extLst>
                </p:cNvPr>
                <p:cNvPicPr/>
                <p:nvPr/>
              </p:nvPicPr>
              <p:blipFill>
                <a:blip r:embed="rId11"/>
                <a:stretch>
                  <a:fillRect/>
                </a:stretch>
              </p:blipFill>
              <p:spPr>
                <a:xfrm>
                  <a:off x="5558918" y="389303"/>
                  <a:ext cx="27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6" name="Ink 95">
                  <a:extLst>
                    <a:ext uri="{FF2B5EF4-FFF2-40B4-BE49-F238E27FC236}">
                      <a16:creationId xmlns:a16="http://schemas.microsoft.com/office/drawing/2014/main" id="{6DCEB3F1-68B7-5CC2-F8DD-DDF1D5D4FACE}"/>
                    </a:ext>
                  </a:extLst>
                </p14:cNvPr>
                <p14:cNvContentPartPr/>
                <p14:nvPr/>
              </p14:nvContentPartPr>
              <p14:xfrm>
                <a:off x="5942318" y="303983"/>
                <a:ext cx="218880" cy="372240"/>
              </p14:xfrm>
            </p:contentPart>
          </mc:Choice>
          <mc:Fallback xmlns="">
            <p:pic>
              <p:nvPicPr>
                <p:cNvPr id="96" name="Ink 95">
                  <a:extLst>
                    <a:ext uri="{FF2B5EF4-FFF2-40B4-BE49-F238E27FC236}">
                      <a16:creationId xmlns:a16="http://schemas.microsoft.com/office/drawing/2014/main" id="{6DCEB3F1-68B7-5CC2-F8DD-DDF1D5D4FACE}"/>
                    </a:ext>
                  </a:extLst>
                </p:cNvPr>
                <p:cNvPicPr/>
                <p:nvPr/>
              </p:nvPicPr>
              <p:blipFill>
                <a:blip r:embed="rId13"/>
                <a:stretch>
                  <a:fillRect/>
                </a:stretch>
              </p:blipFill>
              <p:spPr>
                <a:xfrm>
                  <a:off x="5933318" y="295343"/>
                  <a:ext cx="23652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7" name="Ink 96">
                  <a:extLst>
                    <a:ext uri="{FF2B5EF4-FFF2-40B4-BE49-F238E27FC236}">
                      <a16:creationId xmlns:a16="http://schemas.microsoft.com/office/drawing/2014/main" id="{FF430DA3-21CF-A9A4-C81B-657C99A3D59B}"/>
                    </a:ext>
                  </a:extLst>
                </p14:cNvPr>
                <p14:cNvContentPartPr/>
                <p14:nvPr/>
              </p14:nvContentPartPr>
              <p14:xfrm>
                <a:off x="6030158" y="447263"/>
                <a:ext cx="426240" cy="202680"/>
              </p14:xfrm>
            </p:contentPart>
          </mc:Choice>
          <mc:Fallback xmlns="">
            <p:pic>
              <p:nvPicPr>
                <p:cNvPr id="97" name="Ink 96">
                  <a:extLst>
                    <a:ext uri="{FF2B5EF4-FFF2-40B4-BE49-F238E27FC236}">
                      <a16:creationId xmlns:a16="http://schemas.microsoft.com/office/drawing/2014/main" id="{FF430DA3-21CF-A9A4-C81B-657C99A3D59B}"/>
                    </a:ext>
                  </a:extLst>
                </p:cNvPr>
                <p:cNvPicPr/>
                <p:nvPr/>
              </p:nvPicPr>
              <p:blipFill>
                <a:blip r:embed="rId15"/>
                <a:stretch>
                  <a:fillRect/>
                </a:stretch>
              </p:blipFill>
              <p:spPr>
                <a:xfrm>
                  <a:off x="6021518" y="438263"/>
                  <a:ext cx="4438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8" name="Ink 97">
                  <a:extLst>
                    <a:ext uri="{FF2B5EF4-FFF2-40B4-BE49-F238E27FC236}">
                      <a16:creationId xmlns:a16="http://schemas.microsoft.com/office/drawing/2014/main" id="{6ACC619D-1AAE-6622-1A41-0395AB53952C}"/>
                    </a:ext>
                  </a:extLst>
                </p14:cNvPr>
                <p14:cNvContentPartPr/>
                <p14:nvPr/>
              </p14:nvContentPartPr>
              <p14:xfrm>
                <a:off x="6494198" y="438983"/>
                <a:ext cx="120600" cy="231480"/>
              </p14:xfrm>
            </p:contentPart>
          </mc:Choice>
          <mc:Fallback xmlns="">
            <p:pic>
              <p:nvPicPr>
                <p:cNvPr id="98" name="Ink 97">
                  <a:extLst>
                    <a:ext uri="{FF2B5EF4-FFF2-40B4-BE49-F238E27FC236}">
                      <a16:creationId xmlns:a16="http://schemas.microsoft.com/office/drawing/2014/main" id="{6ACC619D-1AAE-6622-1A41-0395AB53952C}"/>
                    </a:ext>
                  </a:extLst>
                </p:cNvPr>
                <p:cNvPicPr/>
                <p:nvPr/>
              </p:nvPicPr>
              <p:blipFill>
                <a:blip r:embed="rId17"/>
                <a:stretch>
                  <a:fillRect/>
                </a:stretch>
              </p:blipFill>
              <p:spPr>
                <a:xfrm>
                  <a:off x="6485198" y="429983"/>
                  <a:ext cx="1382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9" name="Ink 98">
                  <a:extLst>
                    <a:ext uri="{FF2B5EF4-FFF2-40B4-BE49-F238E27FC236}">
                      <a16:creationId xmlns:a16="http://schemas.microsoft.com/office/drawing/2014/main" id="{6028EBC5-5557-9A1B-E794-20905754E000}"/>
                    </a:ext>
                  </a:extLst>
                </p14:cNvPr>
                <p14:cNvContentPartPr/>
                <p14:nvPr/>
              </p14:nvContentPartPr>
              <p14:xfrm>
                <a:off x="6625958" y="342143"/>
                <a:ext cx="162360" cy="300960"/>
              </p14:xfrm>
            </p:contentPart>
          </mc:Choice>
          <mc:Fallback xmlns="">
            <p:pic>
              <p:nvPicPr>
                <p:cNvPr id="99" name="Ink 98">
                  <a:extLst>
                    <a:ext uri="{FF2B5EF4-FFF2-40B4-BE49-F238E27FC236}">
                      <a16:creationId xmlns:a16="http://schemas.microsoft.com/office/drawing/2014/main" id="{6028EBC5-5557-9A1B-E794-20905754E000}"/>
                    </a:ext>
                  </a:extLst>
                </p:cNvPr>
                <p:cNvPicPr/>
                <p:nvPr/>
              </p:nvPicPr>
              <p:blipFill>
                <a:blip r:embed="rId19"/>
                <a:stretch>
                  <a:fillRect/>
                </a:stretch>
              </p:blipFill>
              <p:spPr>
                <a:xfrm>
                  <a:off x="6617318" y="333143"/>
                  <a:ext cx="18000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0" name="Ink 99">
                  <a:extLst>
                    <a:ext uri="{FF2B5EF4-FFF2-40B4-BE49-F238E27FC236}">
                      <a16:creationId xmlns:a16="http://schemas.microsoft.com/office/drawing/2014/main" id="{D926B51E-5D86-4CAD-BC45-8A8E5B19B077}"/>
                    </a:ext>
                  </a:extLst>
                </p14:cNvPr>
                <p14:cNvContentPartPr/>
                <p14:nvPr/>
              </p14:nvContentPartPr>
              <p14:xfrm>
                <a:off x="6807758" y="345023"/>
                <a:ext cx="533160" cy="289440"/>
              </p14:xfrm>
            </p:contentPart>
          </mc:Choice>
          <mc:Fallback xmlns="">
            <p:pic>
              <p:nvPicPr>
                <p:cNvPr id="100" name="Ink 99">
                  <a:extLst>
                    <a:ext uri="{FF2B5EF4-FFF2-40B4-BE49-F238E27FC236}">
                      <a16:creationId xmlns:a16="http://schemas.microsoft.com/office/drawing/2014/main" id="{D926B51E-5D86-4CAD-BC45-8A8E5B19B077}"/>
                    </a:ext>
                  </a:extLst>
                </p:cNvPr>
                <p:cNvPicPr/>
                <p:nvPr/>
              </p:nvPicPr>
              <p:blipFill>
                <a:blip r:embed="rId21"/>
                <a:stretch>
                  <a:fillRect/>
                </a:stretch>
              </p:blipFill>
              <p:spPr>
                <a:xfrm>
                  <a:off x="6799118" y="336383"/>
                  <a:ext cx="5508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1" name="Ink 100">
                  <a:extLst>
                    <a:ext uri="{FF2B5EF4-FFF2-40B4-BE49-F238E27FC236}">
                      <a16:creationId xmlns:a16="http://schemas.microsoft.com/office/drawing/2014/main" id="{0214B90F-63FD-CE65-0BDC-25356BDB99D4}"/>
                    </a:ext>
                  </a:extLst>
                </p14:cNvPr>
                <p14:cNvContentPartPr/>
                <p14:nvPr/>
              </p14:nvContentPartPr>
              <p14:xfrm>
                <a:off x="7509038" y="341063"/>
                <a:ext cx="121320" cy="153720"/>
              </p14:xfrm>
            </p:contentPart>
          </mc:Choice>
          <mc:Fallback xmlns="">
            <p:pic>
              <p:nvPicPr>
                <p:cNvPr id="101" name="Ink 100">
                  <a:extLst>
                    <a:ext uri="{FF2B5EF4-FFF2-40B4-BE49-F238E27FC236}">
                      <a16:creationId xmlns:a16="http://schemas.microsoft.com/office/drawing/2014/main" id="{0214B90F-63FD-CE65-0BDC-25356BDB99D4}"/>
                    </a:ext>
                  </a:extLst>
                </p:cNvPr>
                <p:cNvPicPr/>
                <p:nvPr/>
              </p:nvPicPr>
              <p:blipFill>
                <a:blip r:embed="rId23"/>
                <a:stretch>
                  <a:fillRect/>
                </a:stretch>
              </p:blipFill>
              <p:spPr>
                <a:xfrm>
                  <a:off x="7500398" y="332423"/>
                  <a:ext cx="1389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 name="Ink 2">
                  <a:extLst>
                    <a:ext uri="{FF2B5EF4-FFF2-40B4-BE49-F238E27FC236}">
                      <a16:creationId xmlns:a16="http://schemas.microsoft.com/office/drawing/2014/main" id="{1E9BDEE1-CC0D-79A6-F1D5-8B9E6800EFE9}"/>
                    </a:ext>
                  </a:extLst>
                </p14:cNvPr>
                <p14:cNvContentPartPr/>
                <p14:nvPr/>
              </p14:nvContentPartPr>
              <p14:xfrm>
                <a:off x="325238" y="1197503"/>
                <a:ext cx="562320" cy="532440"/>
              </p14:xfrm>
            </p:contentPart>
          </mc:Choice>
          <mc:Fallback xmlns="">
            <p:pic>
              <p:nvPicPr>
                <p:cNvPr id="3" name="Ink 2">
                  <a:extLst>
                    <a:ext uri="{FF2B5EF4-FFF2-40B4-BE49-F238E27FC236}">
                      <a16:creationId xmlns:a16="http://schemas.microsoft.com/office/drawing/2014/main" id="{1E9BDEE1-CC0D-79A6-F1D5-8B9E6800EFE9}"/>
                    </a:ext>
                  </a:extLst>
                </p:cNvPr>
                <p:cNvPicPr/>
                <p:nvPr/>
              </p:nvPicPr>
              <p:blipFill>
                <a:blip r:embed="rId25"/>
                <a:stretch>
                  <a:fillRect/>
                </a:stretch>
              </p:blipFill>
              <p:spPr>
                <a:xfrm>
                  <a:off x="316598" y="1188503"/>
                  <a:ext cx="57996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 name="Ink 3">
                  <a:extLst>
                    <a:ext uri="{FF2B5EF4-FFF2-40B4-BE49-F238E27FC236}">
                      <a16:creationId xmlns:a16="http://schemas.microsoft.com/office/drawing/2014/main" id="{39DCD96E-B5EC-1909-41A2-1D767DBB2B8C}"/>
                    </a:ext>
                  </a:extLst>
                </p14:cNvPr>
                <p14:cNvContentPartPr/>
                <p14:nvPr/>
              </p14:nvContentPartPr>
              <p14:xfrm>
                <a:off x="272318" y="1787543"/>
                <a:ext cx="492840" cy="425880"/>
              </p14:xfrm>
            </p:contentPart>
          </mc:Choice>
          <mc:Fallback xmlns="">
            <p:pic>
              <p:nvPicPr>
                <p:cNvPr id="4" name="Ink 3">
                  <a:extLst>
                    <a:ext uri="{FF2B5EF4-FFF2-40B4-BE49-F238E27FC236}">
                      <a16:creationId xmlns:a16="http://schemas.microsoft.com/office/drawing/2014/main" id="{39DCD96E-B5EC-1909-41A2-1D767DBB2B8C}"/>
                    </a:ext>
                  </a:extLst>
                </p:cNvPr>
                <p:cNvPicPr/>
                <p:nvPr/>
              </p:nvPicPr>
              <p:blipFill>
                <a:blip r:embed="rId27"/>
                <a:stretch>
                  <a:fillRect/>
                </a:stretch>
              </p:blipFill>
              <p:spPr>
                <a:xfrm>
                  <a:off x="263678" y="1778543"/>
                  <a:ext cx="510480" cy="443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 name="Ink 4">
                  <a:extLst>
                    <a:ext uri="{FF2B5EF4-FFF2-40B4-BE49-F238E27FC236}">
                      <a16:creationId xmlns:a16="http://schemas.microsoft.com/office/drawing/2014/main" id="{549DE7CB-0D5B-2252-2AA1-A0B628A63AAB}"/>
                    </a:ext>
                  </a:extLst>
                </p14:cNvPr>
                <p14:cNvContentPartPr/>
                <p14:nvPr/>
              </p14:nvContentPartPr>
              <p14:xfrm>
                <a:off x="1032998" y="1801583"/>
                <a:ext cx="230040" cy="420840"/>
              </p14:xfrm>
            </p:contentPart>
          </mc:Choice>
          <mc:Fallback xmlns="">
            <p:pic>
              <p:nvPicPr>
                <p:cNvPr id="5" name="Ink 4">
                  <a:extLst>
                    <a:ext uri="{FF2B5EF4-FFF2-40B4-BE49-F238E27FC236}">
                      <a16:creationId xmlns:a16="http://schemas.microsoft.com/office/drawing/2014/main" id="{549DE7CB-0D5B-2252-2AA1-A0B628A63AAB}"/>
                    </a:ext>
                  </a:extLst>
                </p:cNvPr>
                <p:cNvPicPr/>
                <p:nvPr/>
              </p:nvPicPr>
              <p:blipFill>
                <a:blip r:embed="rId29"/>
                <a:stretch>
                  <a:fillRect/>
                </a:stretch>
              </p:blipFill>
              <p:spPr>
                <a:xfrm>
                  <a:off x="1023998" y="1792943"/>
                  <a:ext cx="2476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 name="Ink 5">
                  <a:extLst>
                    <a:ext uri="{FF2B5EF4-FFF2-40B4-BE49-F238E27FC236}">
                      <a16:creationId xmlns:a16="http://schemas.microsoft.com/office/drawing/2014/main" id="{25CFBE03-D845-EC44-93CB-80A7CA97CA68}"/>
                    </a:ext>
                  </a:extLst>
                </p14:cNvPr>
                <p14:cNvContentPartPr/>
                <p14:nvPr/>
              </p14:nvContentPartPr>
              <p14:xfrm>
                <a:off x="1290398" y="2020103"/>
                <a:ext cx="334080" cy="424800"/>
              </p14:xfrm>
            </p:contentPart>
          </mc:Choice>
          <mc:Fallback xmlns="">
            <p:pic>
              <p:nvPicPr>
                <p:cNvPr id="6" name="Ink 5">
                  <a:extLst>
                    <a:ext uri="{FF2B5EF4-FFF2-40B4-BE49-F238E27FC236}">
                      <a16:creationId xmlns:a16="http://schemas.microsoft.com/office/drawing/2014/main" id="{25CFBE03-D845-EC44-93CB-80A7CA97CA68}"/>
                    </a:ext>
                  </a:extLst>
                </p:cNvPr>
                <p:cNvPicPr/>
                <p:nvPr/>
              </p:nvPicPr>
              <p:blipFill>
                <a:blip r:embed="rId31"/>
                <a:stretch>
                  <a:fillRect/>
                </a:stretch>
              </p:blipFill>
              <p:spPr>
                <a:xfrm>
                  <a:off x="1281758" y="2011463"/>
                  <a:ext cx="35172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 name="Ink 6">
                  <a:extLst>
                    <a:ext uri="{FF2B5EF4-FFF2-40B4-BE49-F238E27FC236}">
                      <a16:creationId xmlns:a16="http://schemas.microsoft.com/office/drawing/2014/main" id="{875DB26D-F19C-3CAC-7D2F-6CF5AEADCC92}"/>
                    </a:ext>
                  </a:extLst>
                </p14:cNvPr>
                <p14:cNvContentPartPr/>
                <p14:nvPr/>
              </p14:nvContentPartPr>
              <p14:xfrm>
                <a:off x="1578038" y="1855223"/>
                <a:ext cx="15480" cy="5400"/>
              </p14:xfrm>
            </p:contentPart>
          </mc:Choice>
          <mc:Fallback xmlns="">
            <p:pic>
              <p:nvPicPr>
                <p:cNvPr id="7" name="Ink 6">
                  <a:extLst>
                    <a:ext uri="{FF2B5EF4-FFF2-40B4-BE49-F238E27FC236}">
                      <a16:creationId xmlns:a16="http://schemas.microsoft.com/office/drawing/2014/main" id="{875DB26D-F19C-3CAC-7D2F-6CF5AEADCC92}"/>
                    </a:ext>
                  </a:extLst>
                </p:cNvPr>
                <p:cNvPicPr/>
                <p:nvPr/>
              </p:nvPicPr>
              <p:blipFill>
                <a:blip r:embed="rId33"/>
                <a:stretch>
                  <a:fillRect/>
                </a:stretch>
              </p:blipFill>
              <p:spPr>
                <a:xfrm>
                  <a:off x="1569038" y="1846223"/>
                  <a:ext cx="331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 name="Ink 7">
                  <a:extLst>
                    <a:ext uri="{FF2B5EF4-FFF2-40B4-BE49-F238E27FC236}">
                      <a16:creationId xmlns:a16="http://schemas.microsoft.com/office/drawing/2014/main" id="{5DEF4723-0855-471F-739C-9E1D49A67F84}"/>
                    </a:ext>
                  </a:extLst>
                </p14:cNvPr>
                <p14:cNvContentPartPr/>
                <p14:nvPr/>
              </p14:nvContentPartPr>
              <p14:xfrm>
                <a:off x="471758" y="2888423"/>
                <a:ext cx="530280" cy="570960"/>
              </p14:xfrm>
            </p:contentPart>
          </mc:Choice>
          <mc:Fallback xmlns="">
            <p:pic>
              <p:nvPicPr>
                <p:cNvPr id="8" name="Ink 7">
                  <a:extLst>
                    <a:ext uri="{FF2B5EF4-FFF2-40B4-BE49-F238E27FC236}">
                      <a16:creationId xmlns:a16="http://schemas.microsoft.com/office/drawing/2014/main" id="{5DEF4723-0855-471F-739C-9E1D49A67F84}"/>
                    </a:ext>
                  </a:extLst>
                </p:cNvPr>
                <p:cNvPicPr/>
                <p:nvPr/>
              </p:nvPicPr>
              <p:blipFill>
                <a:blip r:embed="rId35"/>
                <a:stretch>
                  <a:fillRect/>
                </a:stretch>
              </p:blipFill>
              <p:spPr>
                <a:xfrm>
                  <a:off x="463118" y="2879423"/>
                  <a:ext cx="547920"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 name="Ink 8">
                  <a:extLst>
                    <a:ext uri="{FF2B5EF4-FFF2-40B4-BE49-F238E27FC236}">
                      <a16:creationId xmlns:a16="http://schemas.microsoft.com/office/drawing/2014/main" id="{C4A7479F-0026-C6C4-53FC-BC7B7F605655}"/>
                    </a:ext>
                  </a:extLst>
                </p14:cNvPr>
                <p14:cNvContentPartPr/>
                <p14:nvPr/>
              </p14:nvContentPartPr>
              <p14:xfrm>
                <a:off x="519278" y="3452183"/>
                <a:ext cx="421920" cy="376560"/>
              </p14:xfrm>
            </p:contentPart>
          </mc:Choice>
          <mc:Fallback xmlns="">
            <p:pic>
              <p:nvPicPr>
                <p:cNvPr id="9" name="Ink 8">
                  <a:extLst>
                    <a:ext uri="{FF2B5EF4-FFF2-40B4-BE49-F238E27FC236}">
                      <a16:creationId xmlns:a16="http://schemas.microsoft.com/office/drawing/2014/main" id="{C4A7479F-0026-C6C4-53FC-BC7B7F605655}"/>
                    </a:ext>
                  </a:extLst>
                </p:cNvPr>
                <p:cNvPicPr/>
                <p:nvPr/>
              </p:nvPicPr>
              <p:blipFill>
                <a:blip r:embed="rId37"/>
                <a:stretch>
                  <a:fillRect/>
                </a:stretch>
              </p:blipFill>
              <p:spPr>
                <a:xfrm>
                  <a:off x="510638" y="3443183"/>
                  <a:ext cx="43956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2" name="Ink 11">
                  <a:extLst>
                    <a:ext uri="{FF2B5EF4-FFF2-40B4-BE49-F238E27FC236}">
                      <a16:creationId xmlns:a16="http://schemas.microsoft.com/office/drawing/2014/main" id="{D553F0FE-71C4-8A4B-E065-F172EAF97CCE}"/>
                    </a:ext>
                  </a:extLst>
                </p14:cNvPr>
                <p14:cNvContentPartPr/>
                <p14:nvPr/>
              </p14:nvContentPartPr>
              <p14:xfrm>
                <a:off x="1207238" y="3541823"/>
                <a:ext cx="163080" cy="367200"/>
              </p14:xfrm>
            </p:contentPart>
          </mc:Choice>
          <mc:Fallback xmlns="">
            <p:pic>
              <p:nvPicPr>
                <p:cNvPr id="12" name="Ink 11">
                  <a:extLst>
                    <a:ext uri="{FF2B5EF4-FFF2-40B4-BE49-F238E27FC236}">
                      <a16:creationId xmlns:a16="http://schemas.microsoft.com/office/drawing/2014/main" id="{D553F0FE-71C4-8A4B-E065-F172EAF97CCE}"/>
                    </a:ext>
                  </a:extLst>
                </p:cNvPr>
                <p:cNvPicPr/>
                <p:nvPr/>
              </p:nvPicPr>
              <p:blipFill>
                <a:blip r:embed="rId39"/>
                <a:stretch>
                  <a:fillRect/>
                </a:stretch>
              </p:blipFill>
              <p:spPr>
                <a:xfrm>
                  <a:off x="1198598" y="3532823"/>
                  <a:ext cx="18072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 name="Ink 12">
                  <a:extLst>
                    <a:ext uri="{FF2B5EF4-FFF2-40B4-BE49-F238E27FC236}">
                      <a16:creationId xmlns:a16="http://schemas.microsoft.com/office/drawing/2014/main" id="{3F5303D2-F091-E88F-6567-D0A69F171210}"/>
                    </a:ext>
                  </a:extLst>
                </p14:cNvPr>
                <p14:cNvContentPartPr/>
                <p14:nvPr/>
              </p14:nvContentPartPr>
              <p14:xfrm>
                <a:off x="1427918" y="3738743"/>
                <a:ext cx="38520" cy="124920"/>
              </p14:xfrm>
            </p:contentPart>
          </mc:Choice>
          <mc:Fallback xmlns="">
            <p:pic>
              <p:nvPicPr>
                <p:cNvPr id="13" name="Ink 12">
                  <a:extLst>
                    <a:ext uri="{FF2B5EF4-FFF2-40B4-BE49-F238E27FC236}">
                      <a16:creationId xmlns:a16="http://schemas.microsoft.com/office/drawing/2014/main" id="{3F5303D2-F091-E88F-6567-D0A69F171210}"/>
                    </a:ext>
                  </a:extLst>
                </p:cNvPr>
                <p:cNvPicPr/>
                <p:nvPr/>
              </p:nvPicPr>
              <p:blipFill>
                <a:blip r:embed="rId41"/>
                <a:stretch>
                  <a:fillRect/>
                </a:stretch>
              </p:blipFill>
              <p:spPr>
                <a:xfrm>
                  <a:off x="1418918" y="3730103"/>
                  <a:ext cx="561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4" name="Ink 13">
                  <a:extLst>
                    <a:ext uri="{FF2B5EF4-FFF2-40B4-BE49-F238E27FC236}">
                      <a16:creationId xmlns:a16="http://schemas.microsoft.com/office/drawing/2014/main" id="{E1EC4EC1-870F-C8C0-A1A9-4C1DC8199474}"/>
                    </a:ext>
                  </a:extLst>
                </p14:cNvPr>
                <p14:cNvContentPartPr/>
                <p14:nvPr/>
              </p14:nvContentPartPr>
              <p14:xfrm>
                <a:off x="1454558" y="3540743"/>
                <a:ext cx="23760" cy="31680"/>
              </p14:xfrm>
            </p:contentPart>
          </mc:Choice>
          <mc:Fallback xmlns="">
            <p:pic>
              <p:nvPicPr>
                <p:cNvPr id="14" name="Ink 13">
                  <a:extLst>
                    <a:ext uri="{FF2B5EF4-FFF2-40B4-BE49-F238E27FC236}">
                      <a16:creationId xmlns:a16="http://schemas.microsoft.com/office/drawing/2014/main" id="{E1EC4EC1-870F-C8C0-A1A9-4C1DC8199474}"/>
                    </a:ext>
                  </a:extLst>
                </p:cNvPr>
                <p:cNvPicPr/>
                <p:nvPr/>
              </p:nvPicPr>
              <p:blipFill>
                <a:blip r:embed="rId43"/>
                <a:stretch>
                  <a:fillRect/>
                </a:stretch>
              </p:blipFill>
              <p:spPr>
                <a:xfrm>
                  <a:off x="1445558" y="3531743"/>
                  <a:ext cx="414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 name="Ink 14">
                  <a:extLst>
                    <a:ext uri="{FF2B5EF4-FFF2-40B4-BE49-F238E27FC236}">
                      <a16:creationId xmlns:a16="http://schemas.microsoft.com/office/drawing/2014/main" id="{ACD0E170-E42A-A9A1-983A-547E3D9AB698}"/>
                    </a:ext>
                  </a:extLst>
                </p14:cNvPr>
                <p14:cNvContentPartPr/>
                <p14:nvPr/>
              </p14:nvContentPartPr>
              <p14:xfrm>
                <a:off x="1609718" y="3531383"/>
                <a:ext cx="162000" cy="315000"/>
              </p14:xfrm>
            </p:contentPart>
          </mc:Choice>
          <mc:Fallback xmlns="">
            <p:pic>
              <p:nvPicPr>
                <p:cNvPr id="15" name="Ink 14">
                  <a:extLst>
                    <a:ext uri="{FF2B5EF4-FFF2-40B4-BE49-F238E27FC236}">
                      <a16:creationId xmlns:a16="http://schemas.microsoft.com/office/drawing/2014/main" id="{ACD0E170-E42A-A9A1-983A-547E3D9AB698}"/>
                    </a:ext>
                  </a:extLst>
                </p:cNvPr>
                <p:cNvPicPr/>
                <p:nvPr/>
              </p:nvPicPr>
              <p:blipFill>
                <a:blip r:embed="rId45"/>
                <a:stretch>
                  <a:fillRect/>
                </a:stretch>
              </p:blipFill>
              <p:spPr>
                <a:xfrm>
                  <a:off x="1600718" y="3522743"/>
                  <a:ext cx="1796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 name="Ink 15">
                  <a:extLst>
                    <a:ext uri="{FF2B5EF4-FFF2-40B4-BE49-F238E27FC236}">
                      <a16:creationId xmlns:a16="http://schemas.microsoft.com/office/drawing/2014/main" id="{E60B5B31-0E32-6BB3-E6D9-3EAD19196979}"/>
                    </a:ext>
                  </a:extLst>
                </p14:cNvPr>
                <p14:cNvContentPartPr/>
                <p14:nvPr/>
              </p14:nvContentPartPr>
              <p14:xfrm>
                <a:off x="1833638" y="3527783"/>
                <a:ext cx="129240" cy="289440"/>
              </p14:xfrm>
            </p:contentPart>
          </mc:Choice>
          <mc:Fallback xmlns="">
            <p:pic>
              <p:nvPicPr>
                <p:cNvPr id="16" name="Ink 15">
                  <a:extLst>
                    <a:ext uri="{FF2B5EF4-FFF2-40B4-BE49-F238E27FC236}">
                      <a16:creationId xmlns:a16="http://schemas.microsoft.com/office/drawing/2014/main" id="{E60B5B31-0E32-6BB3-E6D9-3EAD19196979}"/>
                    </a:ext>
                  </a:extLst>
                </p:cNvPr>
                <p:cNvPicPr/>
                <p:nvPr/>
              </p:nvPicPr>
              <p:blipFill>
                <a:blip r:embed="rId47"/>
                <a:stretch>
                  <a:fillRect/>
                </a:stretch>
              </p:blipFill>
              <p:spPr>
                <a:xfrm>
                  <a:off x="1824638" y="3519143"/>
                  <a:ext cx="14688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 name="Ink 16">
                  <a:extLst>
                    <a:ext uri="{FF2B5EF4-FFF2-40B4-BE49-F238E27FC236}">
                      <a16:creationId xmlns:a16="http://schemas.microsoft.com/office/drawing/2014/main" id="{CFE17E74-07EA-31B4-86B6-D4CDD2A2ED38}"/>
                    </a:ext>
                  </a:extLst>
                </p14:cNvPr>
                <p14:cNvContentPartPr/>
                <p14:nvPr/>
              </p14:nvContentPartPr>
              <p14:xfrm>
                <a:off x="1989878" y="3525983"/>
                <a:ext cx="376920" cy="273600"/>
              </p14:xfrm>
            </p:contentPart>
          </mc:Choice>
          <mc:Fallback xmlns="">
            <p:pic>
              <p:nvPicPr>
                <p:cNvPr id="17" name="Ink 16">
                  <a:extLst>
                    <a:ext uri="{FF2B5EF4-FFF2-40B4-BE49-F238E27FC236}">
                      <a16:creationId xmlns:a16="http://schemas.microsoft.com/office/drawing/2014/main" id="{CFE17E74-07EA-31B4-86B6-D4CDD2A2ED38}"/>
                    </a:ext>
                  </a:extLst>
                </p:cNvPr>
                <p:cNvPicPr/>
                <p:nvPr/>
              </p:nvPicPr>
              <p:blipFill>
                <a:blip r:embed="rId49"/>
                <a:stretch>
                  <a:fillRect/>
                </a:stretch>
              </p:blipFill>
              <p:spPr>
                <a:xfrm>
                  <a:off x="1980878" y="3516983"/>
                  <a:ext cx="3945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 name="Ink 17">
                  <a:extLst>
                    <a:ext uri="{FF2B5EF4-FFF2-40B4-BE49-F238E27FC236}">
                      <a16:creationId xmlns:a16="http://schemas.microsoft.com/office/drawing/2014/main" id="{34B4548E-0824-71EE-F08E-C714AB9C3C7D}"/>
                    </a:ext>
                  </a:extLst>
                </p14:cNvPr>
                <p14:cNvContentPartPr/>
                <p14:nvPr/>
              </p14:nvContentPartPr>
              <p14:xfrm>
                <a:off x="570758" y="4324463"/>
                <a:ext cx="414720" cy="405000"/>
              </p14:xfrm>
            </p:contentPart>
          </mc:Choice>
          <mc:Fallback xmlns="">
            <p:pic>
              <p:nvPicPr>
                <p:cNvPr id="18" name="Ink 17">
                  <a:extLst>
                    <a:ext uri="{FF2B5EF4-FFF2-40B4-BE49-F238E27FC236}">
                      <a16:creationId xmlns:a16="http://schemas.microsoft.com/office/drawing/2014/main" id="{34B4548E-0824-71EE-F08E-C714AB9C3C7D}"/>
                    </a:ext>
                  </a:extLst>
                </p:cNvPr>
                <p:cNvPicPr/>
                <p:nvPr/>
              </p:nvPicPr>
              <p:blipFill>
                <a:blip r:embed="rId51"/>
                <a:stretch>
                  <a:fillRect/>
                </a:stretch>
              </p:blipFill>
              <p:spPr>
                <a:xfrm>
                  <a:off x="561758" y="4315823"/>
                  <a:ext cx="43236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 name="Ink 18">
                  <a:extLst>
                    <a:ext uri="{FF2B5EF4-FFF2-40B4-BE49-F238E27FC236}">
                      <a16:creationId xmlns:a16="http://schemas.microsoft.com/office/drawing/2014/main" id="{71CBE5F1-DCBF-8C32-5AB5-66F3C8FC9C44}"/>
                    </a:ext>
                  </a:extLst>
                </p14:cNvPr>
                <p14:cNvContentPartPr/>
                <p14:nvPr/>
              </p14:nvContentPartPr>
              <p14:xfrm>
                <a:off x="539078" y="4816223"/>
                <a:ext cx="464040" cy="408240"/>
              </p14:xfrm>
            </p:contentPart>
          </mc:Choice>
          <mc:Fallback xmlns="">
            <p:pic>
              <p:nvPicPr>
                <p:cNvPr id="19" name="Ink 18">
                  <a:extLst>
                    <a:ext uri="{FF2B5EF4-FFF2-40B4-BE49-F238E27FC236}">
                      <a16:creationId xmlns:a16="http://schemas.microsoft.com/office/drawing/2014/main" id="{71CBE5F1-DCBF-8C32-5AB5-66F3C8FC9C44}"/>
                    </a:ext>
                  </a:extLst>
                </p:cNvPr>
                <p:cNvPicPr/>
                <p:nvPr/>
              </p:nvPicPr>
              <p:blipFill>
                <a:blip r:embed="rId53"/>
                <a:stretch>
                  <a:fillRect/>
                </a:stretch>
              </p:blipFill>
              <p:spPr>
                <a:xfrm>
                  <a:off x="530078" y="4807223"/>
                  <a:ext cx="48168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0" name="Ink 19">
                  <a:extLst>
                    <a:ext uri="{FF2B5EF4-FFF2-40B4-BE49-F238E27FC236}">
                      <a16:creationId xmlns:a16="http://schemas.microsoft.com/office/drawing/2014/main" id="{DCC63DD3-65EE-43D7-33CB-98355336C30F}"/>
                    </a:ext>
                  </a:extLst>
                </p14:cNvPr>
                <p14:cNvContentPartPr/>
                <p14:nvPr/>
              </p14:nvContentPartPr>
              <p14:xfrm>
                <a:off x="1178078" y="4886063"/>
                <a:ext cx="181800" cy="338040"/>
              </p14:xfrm>
            </p:contentPart>
          </mc:Choice>
          <mc:Fallback xmlns="">
            <p:pic>
              <p:nvPicPr>
                <p:cNvPr id="20" name="Ink 19">
                  <a:extLst>
                    <a:ext uri="{FF2B5EF4-FFF2-40B4-BE49-F238E27FC236}">
                      <a16:creationId xmlns:a16="http://schemas.microsoft.com/office/drawing/2014/main" id="{DCC63DD3-65EE-43D7-33CB-98355336C30F}"/>
                    </a:ext>
                  </a:extLst>
                </p:cNvPr>
                <p:cNvPicPr/>
                <p:nvPr/>
              </p:nvPicPr>
              <p:blipFill>
                <a:blip r:embed="rId55"/>
                <a:stretch>
                  <a:fillRect/>
                </a:stretch>
              </p:blipFill>
              <p:spPr>
                <a:xfrm>
                  <a:off x="1169078" y="4877423"/>
                  <a:ext cx="19944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1" name="Ink 20">
                  <a:extLst>
                    <a:ext uri="{FF2B5EF4-FFF2-40B4-BE49-F238E27FC236}">
                      <a16:creationId xmlns:a16="http://schemas.microsoft.com/office/drawing/2014/main" id="{2A16A07E-1D4B-100D-3228-908443DD3291}"/>
                    </a:ext>
                  </a:extLst>
                </p14:cNvPr>
                <p14:cNvContentPartPr/>
                <p14:nvPr/>
              </p14:nvContentPartPr>
              <p14:xfrm>
                <a:off x="1453838" y="4987223"/>
                <a:ext cx="129960" cy="223560"/>
              </p14:xfrm>
            </p:contentPart>
          </mc:Choice>
          <mc:Fallback xmlns="">
            <p:pic>
              <p:nvPicPr>
                <p:cNvPr id="21" name="Ink 20">
                  <a:extLst>
                    <a:ext uri="{FF2B5EF4-FFF2-40B4-BE49-F238E27FC236}">
                      <a16:creationId xmlns:a16="http://schemas.microsoft.com/office/drawing/2014/main" id="{2A16A07E-1D4B-100D-3228-908443DD3291}"/>
                    </a:ext>
                  </a:extLst>
                </p:cNvPr>
                <p:cNvPicPr/>
                <p:nvPr/>
              </p:nvPicPr>
              <p:blipFill>
                <a:blip r:embed="rId57"/>
                <a:stretch>
                  <a:fillRect/>
                </a:stretch>
              </p:blipFill>
              <p:spPr>
                <a:xfrm>
                  <a:off x="1445198" y="4978223"/>
                  <a:ext cx="1476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2" name="Ink 21">
                  <a:extLst>
                    <a:ext uri="{FF2B5EF4-FFF2-40B4-BE49-F238E27FC236}">
                      <a16:creationId xmlns:a16="http://schemas.microsoft.com/office/drawing/2014/main" id="{B7253F0E-C610-7721-ADB4-3C350D6407AB}"/>
                    </a:ext>
                  </a:extLst>
                </p14:cNvPr>
                <p14:cNvContentPartPr/>
                <p14:nvPr/>
              </p14:nvContentPartPr>
              <p14:xfrm>
                <a:off x="1638158" y="5000183"/>
                <a:ext cx="9720" cy="150480"/>
              </p14:xfrm>
            </p:contentPart>
          </mc:Choice>
          <mc:Fallback xmlns="">
            <p:pic>
              <p:nvPicPr>
                <p:cNvPr id="22" name="Ink 21">
                  <a:extLst>
                    <a:ext uri="{FF2B5EF4-FFF2-40B4-BE49-F238E27FC236}">
                      <a16:creationId xmlns:a16="http://schemas.microsoft.com/office/drawing/2014/main" id="{B7253F0E-C610-7721-ADB4-3C350D6407AB}"/>
                    </a:ext>
                  </a:extLst>
                </p:cNvPr>
                <p:cNvPicPr/>
                <p:nvPr/>
              </p:nvPicPr>
              <p:blipFill>
                <a:blip r:embed="rId59"/>
                <a:stretch>
                  <a:fillRect/>
                </a:stretch>
              </p:blipFill>
              <p:spPr>
                <a:xfrm>
                  <a:off x="1629158" y="4991183"/>
                  <a:ext cx="2736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3" name="Ink 22">
                  <a:extLst>
                    <a:ext uri="{FF2B5EF4-FFF2-40B4-BE49-F238E27FC236}">
                      <a16:creationId xmlns:a16="http://schemas.microsoft.com/office/drawing/2014/main" id="{71D38F98-36ED-2D8A-2A6F-63ECA5B70499}"/>
                    </a:ext>
                  </a:extLst>
                </p14:cNvPr>
                <p14:cNvContentPartPr/>
                <p14:nvPr/>
              </p14:nvContentPartPr>
              <p14:xfrm>
                <a:off x="1693598" y="4785623"/>
                <a:ext cx="5040" cy="18360"/>
              </p14:xfrm>
            </p:contentPart>
          </mc:Choice>
          <mc:Fallback xmlns="">
            <p:pic>
              <p:nvPicPr>
                <p:cNvPr id="23" name="Ink 22">
                  <a:extLst>
                    <a:ext uri="{FF2B5EF4-FFF2-40B4-BE49-F238E27FC236}">
                      <a16:creationId xmlns:a16="http://schemas.microsoft.com/office/drawing/2014/main" id="{71D38F98-36ED-2D8A-2A6F-63ECA5B70499}"/>
                    </a:ext>
                  </a:extLst>
                </p:cNvPr>
                <p:cNvPicPr/>
                <p:nvPr/>
              </p:nvPicPr>
              <p:blipFill>
                <a:blip r:embed="rId61"/>
                <a:stretch>
                  <a:fillRect/>
                </a:stretch>
              </p:blipFill>
              <p:spPr>
                <a:xfrm>
                  <a:off x="1684958" y="4776983"/>
                  <a:ext cx="226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4" name="Ink 23">
                  <a:extLst>
                    <a:ext uri="{FF2B5EF4-FFF2-40B4-BE49-F238E27FC236}">
                      <a16:creationId xmlns:a16="http://schemas.microsoft.com/office/drawing/2014/main" id="{62C9ADE8-D7A7-666C-9FC7-1CDBAAC560F8}"/>
                    </a:ext>
                  </a:extLst>
                </p14:cNvPr>
                <p14:cNvContentPartPr/>
                <p14:nvPr/>
              </p14:nvContentPartPr>
              <p14:xfrm>
                <a:off x="1778558" y="4974983"/>
                <a:ext cx="209880" cy="176040"/>
              </p14:xfrm>
            </p:contentPart>
          </mc:Choice>
          <mc:Fallback xmlns="">
            <p:pic>
              <p:nvPicPr>
                <p:cNvPr id="24" name="Ink 23">
                  <a:extLst>
                    <a:ext uri="{FF2B5EF4-FFF2-40B4-BE49-F238E27FC236}">
                      <a16:creationId xmlns:a16="http://schemas.microsoft.com/office/drawing/2014/main" id="{62C9ADE8-D7A7-666C-9FC7-1CDBAAC560F8}"/>
                    </a:ext>
                  </a:extLst>
                </p:cNvPr>
                <p:cNvPicPr/>
                <p:nvPr/>
              </p:nvPicPr>
              <p:blipFill>
                <a:blip r:embed="rId63"/>
                <a:stretch>
                  <a:fillRect/>
                </a:stretch>
              </p:blipFill>
              <p:spPr>
                <a:xfrm>
                  <a:off x="1769918" y="4965983"/>
                  <a:ext cx="2275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5" name="Ink 24">
                  <a:extLst>
                    <a:ext uri="{FF2B5EF4-FFF2-40B4-BE49-F238E27FC236}">
                      <a16:creationId xmlns:a16="http://schemas.microsoft.com/office/drawing/2014/main" id="{8DDBDC9A-4120-4570-C31D-D32F590B8D49}"/>
                    </a:ext>
                  </a:extLst>
                </p14:cNvPr>
                <p14:cNvContentPartPr/>
                <p14:nvPr/>
              </p14:nvContentPartPr>
              <p14:xfrm>
                <a:off x="2066198" y="4985063"/>
                <a:ext cx="32040" cy="118440"/>
              </p14:xfrm>
            </p:contentPart>
          </mc:Choice>
          <mc:Fallback xmlns="">
            <p:pic>
              <p:nvPicPr>
                <p:cNvPr id="25" name="Ink 24">
                  <a:extLst>
                    <a:ext uri="{FF2B5EF4-FFF2-40B4-BE49-F238E27FC236}">
                      <a16:creationId xmlns:a16="http://schemas.microsoft.com/office/drawing/2014/main" id="{8DDBDC9A-4120-4570-C31D-D32F590B8D49}"/>
                    </a:ext>
                  </a:extLst>
                </p:cNvPr>
                <p:cNvPicPr/>
                <p:nvPr/>
              </p:nvPicPr>
              <p:blipFill>
                <a:blip r:embed="rId65"/>
                <a:stretch>
                  <a:fillRect/>
                </a:stretch>
              </p:blipFill>
              <p:spPr>
                <a:xfrm>
                  <a:off x="2057558" y="4976063"/>
                  <a:ext cx="496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6" name="Ink 25">
                  <a:extLst>
                    <a:ext uri="{FF2B5EF4-FFF2-40B4-BE49-F238E27FC236}">
                      <a16:creationId xmlns:a16="http://schemas.microsoft.com/office/drawing/2014/main" id="{E9E118E4-1EFD-D476-69F1-FCDDE4BC34FC}"/>
                    </a:ext>
                  </a:extLst>
                </p14:cNvPr>
                <p14:cNvContentPartPr/>
                <p14:nvPr/>
              </p14:nvContentPartPr>
              <p14:xfrm>
                <a:off x="2091758" y="4798583"/>
                <a:ext cx="6480" cy="30240"/>
              </p14:xfrm>
            </p:contentPart>
          </mc:Choice>
          <mc:Fallback xmlns="">
            <p:pic>
              <p:nvPicPr>
                <p:cNvPr id="26" name="Ink 25">
                  <a:extLst>
                    <a:ext uri="{FF2B5EF4-FFF2-40B4-BE49-F238E27FC236}">
                      <a16:creationId xmlns:a16="http://schemas.microsoft.com/office/drawing/2014/main" id="{E9E118E4-1EFD-D476-69F1-FCDDE4BC34FC}"/>
                    </a:ext>
                  </a:extLst>
                </p:cNvPr>
                <p:cNvPicPr/>
                <p:nvPr/>
              </p:nvPicPr>
              <p:blipFill>
                <a:blip r:embed="rId67"/>
                <a:stretch>
                  <a:fillRect/>
                </a:stretch>
              </p:blipFill>
              <p:spPr>
                <a:xfrm>
                  <a:off x="2082758" y="4789943"/>
                  <a:ext cx="241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7" name="Ink 26">
                  <a:extLst>
                    <a:ext uri="{FF2B5EF4-FFF2-40B4-BE49-F238E27FC236}">
                      <a16:creationId xmlns:a16="http://schemas.microsoft.com/office/drawing/2014/main" id="{D8AF14A6-AE11-5A7F-21ED-1CEC64EFA8EF}"/>
                    </a:ext>
                  </a:extLst>
                </p14:cNvPr>
                <p14:cNvContentPartPr/>
                <p14:nvPr/>
              </p14:nvContentPartPr>
              <p14:xfrm>
                <a:off x="486158" y="5587343"/>
                <a:ext cx="439920" cy="479880"/>
              </p14:xfrm>
            </p:contentPart>
          </mc:Choice>
          <mc:Fallback xmlns="">
            <p:pic>
              <p:nvPicPr>
                <p:cNvPr id="27" name="Ink 26">
                  <a:extLst>
                    <a:ext uri="{FF2B5EF4-FFF2-40B4-BE49-F238E27FC236}">
                      <a16:creationId xmlns:a16="http://schemas.microsoft.com/office/drawing/2014/main" id="{D8AF14A6-AE11-5A7F-21ED-1CEC64EFA8EF}"/>
                    </a:ext>
                  </a:extLst>
                </p:cNvPr>
                <p:cNvPicPr/>
                <p:nvPr/>
              </p:nvPicPr>
              <p:blipFill>
                <a:blip r:embed="rId69"/>
                <a:stretch>
                  <a:fillRect/>
                </a:stretch>
              </p:blipFill>
              <p:spPr>
                <a:xfrm>
                  <a:off x="477518" y="5578703"/>
                  <a:ext cx="45756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8" name="Ink 27">
                  <a:extLst>
                    <a:ext uri="{FF2B5EF4-FFF2-40B4-BE49-F238E27FC236}">
                      <a16:creationId xmlns:a16="http://schemas.microsoft.com/office/drawing/2014/main" id="{8EDA0092-0C89-E4C2-43E3-0AF016C040C4}"/>
                    </a:ext>
                  </a:extLst>
                </p14:cNvPr>
                <p14:cNvContentPartPr/>
                <p14:nvPr/>
              </p14:nvContentPartPr>
              <p14:xfrm>
                <a:off x="484718" y="6025823"/>
                <a:ext cx="457920" cy="543240"/>
              </p14:xfrm>
            </p:contentPart>
          </mc:Choice>
          <mc:Fallback xmlns="">
            <p:pic>
              <p:nvPicPr>
                <p:cNvPr id="28" name="Ink 27">
                  <a:extLst>
                    <a:ext uri="{FF2B5EF4-FFF2-40B4-BE49-F238E27FC236}">
                      <a16:creationId xmlns:a16="http://schemas.microsoft.com/office/drawing/2014/main" id="{8EDA0092-0C89-E4C2-43E3-0AF016C040C4}"/>
                    </a:ext>
                  </a:extLst>
                </p:cNvPr>
                <p:cNvPicPr/>
                <p:nvPr/>
              </p:nvPicPr>
              <p:blipFill>
                <a:blip r:embed="rId71"/>
                <a:stretch>
                  <a:fillRect/>
                </a:stretch>
              </p:blipFill>
              <p:spPr>
                <a:xfrm>
                  <a:off x="475718" y="6017183"/>
                  <a:ext cx="475560" cy="560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9" name="Ink 28">
                  <a:extLst>
                    <a:ext uri="{FF2B5EF4-FFF2-40B4-BE49-F238E27FC236}">
                      <a16:creationId xmlns:a16="http://schemas.microsoft.com/office/drawing/2014/main" id="{7DF492E0-376E-5666-3EB6-2984C2F3BF64}"/>
                    </a:ext>
                  </a:extLst>
                </p14:cNvPr>
                <p14:cNvContentPartPr/>
                <p14:nvPr/>
              </p14:nvContentPartPr>
              <p14:xfrm>
                <a:off x="1270598" y="6338303"/>
                <a:ext cx="253800" cy="305280"/>
              </p14:xfrm>
            </p:contentPart>
          </mc:Choice>
          <mc:Fallback xmlns="">
            <p:pic>
              <p:nvPicPr>
                <p:cNvPr id="29" name="Ink 28">
                  <a:extLst>
                    <a:ext uri="{FF2B5EF4-FFF2-40B4-BE49-F238E27FC236}">
                      <a16:creationId xmlns:a16="http://schemas.microsoft.com/office/drawing/2014/main" id="{7DF492E0-376E-5666-3EB6-2984C2F3BF64}"/>
                    </a:ext>
                  </a:extLst>
                </p:cNvPr>
                <p:cNvPicPr/>
                <p:nvPr/>
              </p:nvPicPr>
              <p:blipFill>
                <a:blip r:embed="rId73"/>
                <a:stretch>
                  <a:fillRect/>
                </a:stretch>
              </p:blipFill>
              <p:spPr>
                <a:xfrm>
                  <a:off x="1261958" y="6329303"/>
                  <a:ext cx="27144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0" name="Ink 29">
                  <a:extLst>
                    <a:ext uri="{FF2B5EF4-FFF2-40B4-BE49-F238E27FC236}">
                      <a16:creationId xmlns:a16="http://schemas.microsoft.com/office/drawing/2014/main" id="{9A83AB74-8740-EB8F-471F-CC344E33B2C1}"/>
                    </a:ext>
                  </a:extLst>
                </p14:cNvPr>
                <p14:cNvContentPartPr/>
                <p14:nvPr/>
              </p14:nvContentPartPr>
              <p14:xfrm>
                <a:off x="1366358" y="6344423"/>
                <a:ext cx="307440" cy="259920"/>
              </p14:xfrm>
            </p:contentPart>
          </mc:Choice>
          <mc:Fallback xmlns="">
            <p:pic>
              <p:nvPicPr>
                <p:cNvPr id="30" name="Ink 29">
                  <a:extLst>
                    <a:ext uri="{FF2B5EF4-FFF2-40B4-BE49-F238E27FC236}">
                      <a16:creationId xmlns:a16="http://schemas.microsoft.com/office/drawing/2014/main" id="{9A83AB74-8740-EB8F-471F-CC344E33B2C1}"/>
                    </a:ext>
                  </a:extLst>
                </p:cNvPr>
                <p:cNvPicPr/>
                <p:nvPr/>
              </p:nvPicPr>
              <p:blipFill>
                <a:blip r:embed="rId75"/>
                <a:stretch>
                  <a:fillRect/>
                </a:stretch>
              </p:blipFill>
              <p:spPr>
                <a:xfrm>
                  <a:off x="1357358" y="6335783"/>
                  <a:ext cx="32508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1" name="Ink 30">
                  <a:extLst>
                    <a:ext uri="{FF2B5EF4-FFF2-40B4-BE49-F238E27FC236}">
                      <a16:creationId xmlns:a16="http://schemas.microsoft.com/office/drawing/2014/main" id="{03BFF2AD-E896-70CC-267D-B99AA7B59AF0}"/>
                    </a:ext>
                  </a:extLst>
                </p14:cNvPr>
                <p14:cNvContentPartPr/>
                <p14:nvPr/>
              </p14:nvContentPartPr>
              <p14:xfrm>
                <a:off x="1765958" y="6374303"/>
                <a:ext cx="152280" cy="214560"/>
              </p14:xfrm>
            </p:contentPart>
          </mc:Choice>
          <mc:Fallback xmlns="">
            <p:pic>
              <p:nvPicPr>
                <p:cNvPr id="31" name="Ink 30">
                  <a:extLst>
                    <a:ext uri="{FF2B5EF4-FFF2-40B4-BE49-F238E27FC236}">
                      <a16:creationId xmlns:a16="http://schemas.microsoft.com/office/drawing/2014/main" id="{03BFF2AD-E896-70CC-267D-B99AA7B59AF0}"/>
                    </a:ext>
                  </a:extLst>
                </p:cNvPr>
                <p:cNvPicPr/>
                <p:nvPr/>
              </p:nvPicPr>
              <p:blipFill>
                <a:blip r:embed="rId77"/>
                <a:stretch>
                  <a:fillRect/>
                </a:stretch>
              </p:blipFill>
              <p:spPr>
                <a:xfrm>
                  <a:off x="1756958" y="6365663"/>
                  <a:ext cx="1699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2" name="Ink 31">
                  <a:extLst>
                    <a:ext uri="{FF2B5EF4-FFF2-40B4-BE49-F238E27FC236}">
                      <a16:creationId xmlns:a16="http://schemas.microsoft.com/office/drawing/2014/main" id="{53CC208B-2749-CEF0-8E34-011C3B897FC8}"/>
                    </a:ext>
                  </a:extLst>
                </p14:cNvPr>
                <p14:cNvContentPartPr/>
                <p14:nvPr/>
              </p14:nvContentPartPr>
              <p14:xfrm>
                <a:off x="1941638" y="6367823"/>
                <a:ext cx="168120" cy="153360"/>
              </p14:xfrm>
            </p:contentPart>
          </mc:Choice>
          <mc:Fallback xmlns="">
            <p:pic>
              <p:nvPicPr>
                <p:cNvPr id="32" name="Ink 31">
                  <a:extLst>
                    <a:ext uri="{FF2B5EF4-FFF2-40B4-BE49-F238E27FC236}">
                      <a16:creationId xmlns:a16="http://schemas.microsoft.com/office/drawing/2014/main" id="{53CC208B-2749-CEF0-8E34-011C3B897FC8}"/>
                    </a:ext>
                  </a:extLst>
                </p:cNvPr>
                <p:cNvPicPr/>
                <p:nvPr/>
              </p:nvPicPr>
              <p:blipFill>
                <a:blip r:embed="rId79"/>
                <a:stretch>
                  <a:fillRect/>
                </a:stretch>
              </p:blipFill>
              <p:spPr>
                <a:xfrm>
                  <a:off x="1932998" y="6359183"/>
                  <a:ext cx="1857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7" name="Ink 36">
                  <a:extLst>
                    <a:ext uri="{FF2B5EF4-FFF2-40B4-BE49-F238E27FC236}">
                      <a16:creationId xmlns:a16="http://schemas.microsoft.com/office/drawing/2014/main" id="{749B1707-BCC3-FF84-02F1-8F7D6F82D930}"/>
                    </a:ext>
                  </a:extLst>
                </p14:cNvPr>
                <p14:cNvContentPartPr/>
                <p14:nvPr/>
              </p14:nvContentPartPr>
              <p14:xfrm>
                <a:off x="5068958" y="1960343"/>
                <a:ext cx="2608560" cy="2967480"/>
              </p14:xfrm>
            </p:contentPart>
          </mc:Choice>
          <mc:Fallback xmlns="">
            <p:pic>
              <p:nvPicPr>
                <p:cNvPr id="37" name="Ink 36">
                  <a:extLst>
                    <a:ext uri="{FF2B5EF4-FFF2-40B4-BE49-F238E27FC236}">
                      <a16:creationId xmlns:a16="http://schemas.microsoft.com/office/drawing/2014/main" id="{749B1707-BCC3-FF84-02F1-8F7D6F82D930}"/>
                    </a:ext>
                  </a:extLst>
                </p:cNvPr>
                <p:cNvPicPr/>
                <p:nvPr/>
              </p:nvPicPr>
              <p:blipFill>
                <a:blip r:embed="rId81"/>
                <a:stretch>
                  <a:fillRect/>
                </a:stretch>
              </p:blipFill>
              <p:spPr>
                <a:xfrm>
                  <a:off x="5060318" y="1951343"/>
                  <a:ext cx="2626200" cy="2985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8" name="Ink 37">
                  <a:extLst>
                    <a:ext uri="{FF2B5EF4-FFF2-40B4-BE49-F238E27FC236}">
                      <a16:creationId xmlns:a16="http://schemas.microsoft.com/office/drawing/2014/main" id="{C2C254D3-67A4-916A-B9D9-0F002E305AEC}"/>
                    </a:ext>
                  </a:extLst>
                </p14:cNvPr>
                <p14:cNvContentPartPr/>
                <p14:nvPr/>
              </p14:nvContentPartPr>
              <p14:xfrm>
                <a:off x="5598878" y="1562183"/>
                <a:ext cx="3012480" cy="3051360"/>
              </p14:xfrm>
            </p:contentPart>
          </mc:Choice>
          <mc:Fallback xmlns="">
            <p:pic>
              <p:nvPicPr>
                <p:cNvPr id="38" name="Ink 37">
                  <a:extLst>
                    <a:ext uri="{FF2B5EF4-FFF2-40B4-BE49-F238E27FC236}">
                      <a16:creationId xmlns:a16="http://schemas.microsoft.com/office/drawing/2014/main" id="{C2C254D3-67A4-916A-B9D9-0F002E305AEC}"/>
                    </a:ext>
                  </a:extLst>
                </p:cNvPr>
                <p:cNvPicPr/>
                <p:nvPr/>
              </p:nvPicPr>
              <p:blipFill>
                <a:blip r:embed="rId83"/>
                <a:stretch>
                  <a:fillRect/>
                </a:stretch>
              </p:blipFill>
              <p:spPr>
                <a:xfrm>
                  <a:off x="5589878" y="1553543"/>
                  <a:ext cx="3030120" cy="3069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9" name="Ink 38">
                  <a:extLst>
                    <a:ext uri="{FF2B5EF4-FFF2-40B4-BE49-F238E27FC236}">
                      <a16:creationId xmlns:a16="http://schemas.microsoft.com/office/drawing/2014/main" id="{969C6CCB-9985-E77F-D0A7-D5EFD81E2DE8}"/>
                    </a:ext>
                  </a:extLst>
                </p14:cNvPr>
                <p14:cNvContentPartPr/>
                <p14:nvPr/>
              </p14:nvContentPartPr>
              <p14:xfrm>
                <a:off x="5742878" y="2940263"/>
                <a:ext cx="421200" cy="377640"/>
              </p14:xfrm>
            </p:contentPart>
          </mc:Choice>
          <mc:Fallback xmlns="">
            <p:pic>
              <p:nvPicPr>
                <p:cNvPr id="39" name="Ink 38">
                  <a:extLst>
                    <a:ext uri="{FF2B5EF4-FFF2-40B4-BE49-F238E27FC236}">
                      <a16:creationId xmlns:a16="http://schemas.microsoft.com/office/drawing/2014/main" id="{969C6CCB-9985-E77F-D0A7-D5EFD81E2DE8}"/>
                    </a:ext>
                  </a:extLst>
                </p:cNvPr>
                <p:cNvPicPr/>
                <p:nvPr/>
              </p:nvPicPr>
              <p:blipFill>
                <a:blip r:embed="rId85"/>
                <a:stretch>
                  <a:fillRect/>
                </a:stretch>
              </p:blipFill>
              <p:spPr>
                <a:xfrm>
                  <a:off x="5734238" y="2931623"/>
                  <a:ext cx="43884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0" name="Ink 39">
                  <a:extLst>
                    <a:ext uri="{FF2B5EF4-FFF2-40B4-BE49-F238E27FC236}">
                      <a16:creationId xmlns:a16="http://schemas.microsoft.com/office/drawing/2014/main" id="{2928DE96-5CBA-8B72-58C7-26FF49366E60}"/>
                    </a:ext>
                  </a:extLst>
                </p14:cNvPr>
                <p14:cNvContentPartPr/>
                <p14:nvPr/>
              </p14:nvContentPartPr>
              <p14:xfrm>
                <a:off x="6294758" y="2941703"/>
                <a:ext cx="198720" cy="752040"/>
              </p14:xfrm>
            </p:contentPart>
          </mc:Choice>
          <mc:Fallback xmlns="">
            <p:pic>
              <p:nvPicPr>
                <p:cNvPr id="40" name="Ink 39">
                  <a:extLst>
                    <a:ext uri="{FF2B5EF4-FFF2-40B4-BE49-F238E27FC236}">
                      <a16:creationId xmlns:a16="http://schemas.microsoft.com/office/drawing/2014/main" id="{2928DE96-5CBA-8B72-58C7-26FF49366E60}"/>
                    </a:ext>
                  </a:extLst>
                </p:cNvPr>
                <p:cNvPicPr/>
                <p:nvPr/>
              </p:nvPicPr>
              <p:blipFill>
                <a:blip r:embed="rId87"/>
                <a:stretch>
                  <a:fillRect/>
                </a:stretch>
              </p:blipFill>
              <p:spPr>
                <a:xfrm>
                  <a:off x="6286118" y="2932703"/>
                  <a:ext cx="216360" cy="769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1" name="Ink 40">
                  <a:extLst>
                    <a:ext uri="{FF2B5EF4-FFF2-40B4-BE49-F238E27FC236}">
                      <a16:creationId xmlns:a16="http://schemas.microsoft.com/office/drawing/2014/main" id="{4B325E9E-6928-A62E-1ED6-A6ECA0957E5B}"/>
                    </a:ext>
                  </a:extLst>
                </p14:cNvPr>
                <p14:cNvContentPartPr/>
                <p14:nvPr/>
              </p14:nvContentPartPr>
              <p14:xfrm>
                <a:off x="6645398" y="2989583"/>
                <a:ext cx="225360" cy="322920"/>
              </p14:xfrm>
            </p:contentPart>
          </mc:Choice>
          <mc:Fallback xmlns="">
            <p:pic>
              <p:nvPicPr>
                <p:cNvPr id="41" name="Ink 40">
                  <a:extLst>
                    <a:ext uri="{FF2B5EF4-FFF2-40B4-BE49-F238E27FC236}">
                      <a16:creationId xmlns:a16="http://schemas.microsoft.com/office/drawing/2014/main" id="{4B325E9E-6928-A62E-1ED6-A6ECA0957E5B}"/>
                    </a:ext>
                  </a:extLst>
                </p:cNvPr>
                <p:cNvPicPr/>
                <p:nvPr/>
              </p:nvPicPr>
              <p:blipFill>
                <a:blip r:embed="rId89"/>
                <a:stretch>
                  <a:fillRect/>
                </a:stretch>
              </p:blipFill>
              <p:spPr>
                <a:xfrm>
                  <a:off x="6636398" y="2980583"/>
                  <a:ext cx="2430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2" name="Ink 41">
                  <a:extLst>
                    <a:ext uri="{FF2B5EF4-FFF2-40B4-BE49-F238E27FC236}">
                      <a16:creationId xmlns:a16="http://schemas.microsoft.com/office/drawing/2014/main" id="{993E62FE-61BE-ABD1-D026-AB44288E382C}"/>
                    </a:ext>
                  </a:extLst>
                </p14:cNvPr>
                <p14:cNvContentPartPr/>
                <p14:nvPr/>
              </p14:nvContentPartPr>
              <p14:xfrm>
                <a:off x="6883358" y="3046463"/>
                <a:ext cx="425880" cy="533160"/>
              </p14:xfrm>
            </p:contentPart>
          </mc:Choice>
          <mc:Fallback xmlns="">
            <p:pic>
              <p:nvPicPr>
                <p:cNvPr id="42" name="Ink 41">
                  <a:extLst>
                    <a:ext uri="{FF2B5EF4-FFF2-40B4-BE49-F238E27FC236}">
                      <a16:creationId xmlns:a16="http://schemas.microsoft.com/office/drawing/2014/main" id="{993E62FE-61BE-ABD1-D026-AB44288E382C}"/>
                    </a:ext>
                  </a:extLst>
                </p:cNvPr>
                <p:cNvPicPr/>
                <p:nvPr/>
              </p:nvPicPr>
              <p:blipFill>
                <a:blip r:embed="rId91"/>
                <a:stretch>
                  <a:fillRect/>
                </a:stretch>
              </p:blipFill>
              <p:spPr>
                <a:xfrm>
                  <a:off x="6874718" y="3037823"/>
                  <a:ext cx="44352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3" name="Ink 42">
                  <a:extLst>
                    <a:ext uri="{FF2B5EF4-FFF2-40B4-BE49-F238E27FC236}">
                      <a16:creationId xmlns:a16="http://schemas.microsoft.com/office/drawing/2014/main" id="{AC7D963D-56F7-D042-073A-80240082DA91}"/>
                    </a:ext>
                  </a:extLst>
                </p14:cNvPr>
                <p14:cNvContentPartPr/>
                <p14:nvPr/>
              </p14:nvContentPartPr>
              <p14:xfrm>
                <a:off x="7384478" y="2994983"/>
                <a:ext cx="415440" cy="409320"/>
              </p14:xfrm>
            </p:contentPart>
          </mc:Choice>
          <mc:Fallback xmlns="">
            <p:pic>
              <p:nvPicPr>
                <p:cNvPr id="43" name="Ink 42">
                  <a:extLst>
                    <a:ext uri="{FF2B5EF4-FFF2-40B4-BE49-F238E27FC236}">
                      <a16:creationId xmlns:a16="http://schemas.microsoft.com/office/drawing/2014/main" id="{AC7D963D-56F7-D042-073A-80240082DA91}"/>
                    </a:ext>
                  </a:extLst>
                </p:cNvPr>
                <p:cNvPicPr/>
                <p:nvPr/>
              </p:nvPicPr>
              <p:blipFill>
                <a:blip r:embed="rId93"/>
                <a:stretch>
                  <a:fillRect/>
                </a:stretch>
              </p:blipFill>
              <p:spPr>
                <a:xfrm>
                  <a:off x="7375478" y="2985983"/>
                  <a:ext cx="43308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4" name="Ink 43">
                  <a:extLst>
                    <a:ext uri="{FF2B5EF4-FFF2-40B4-BE49-F238E27FC236}">
                      <a16:creationId xmlns:a16="http://schemas.microsoft.com/office/drawing/2014/main" id="{5CCF470A-45DE-8DC5-03FB-B9A1EBF86C0B}"/>
                    </a:ext>
                  </a:extLst>
                </p14:cNvPr>
                <p14:cNvContentPartPr/>
                <p14:nvPr/>
              </p14:nvContentPartPr>
              <p14:xfrm>
                <a:off x="7898918" y="2997503"/>
                <a:ext cx="149040" cy="376560"/>
              </p14:xfrm>
            </p:contentPart>
          </mc:Choice>
          <mc:Fallback xmlns="">
            <p:pic>
              <p:nvPicPr>
                <p:cNvPr id="44" name="Ink 43">
                  <a:extLst>
                    <a:ext uri="{FF2B5EF4-FFF2-40B4-BE49-F238E27FC236}">
                      <a16:creationId xmlns:a16="http://schemas.microsoft.com/office/drawing/2014/main" id="{5CCF470A-45DE-8DC5-03FB-B9A1EBF86C0B}"/>
                    </a:ext>
                  </a:extLst>
                </p:cNvPr>
                <p:cNvPicPr/>
                <p:nvPr/>
              </p:nvPicPr>
              <p:blipFill>
                <a:blip r:embed="rId95"/>
                <a:stretch>
                  <a:fillRect/>
                </a:stretch>
              </p:blipFill>
              <p:spPr>
                <a:xfrm>
                  <a:off x="7889918" y="2988503"/>
                  <a:ext cx="16668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5" name="Ink 44">
                  <a:extLst>
                    <a:ext uri="{FF2B5EF4-FFF2-40B4-BE49-F238E27FC236}">
                      <a16:creationId xmlns:a16="http://schemas.microsoft.com/office/drawing/2014/main" id="{E2A0ED6D-D9B2-BE6F-6BB2-73E1320AA64A}"/>
                    </a:ext>
                  </a:extLst>
                </p14:cNvPr>
                <p14:cNvContentPartPr/>
                <p14:nvPr/>
              </p14:nvContentPartPr>
              <p14:xfrm>
                <a:off x="6321038" y="1884023"/>
                <a:ext cx="260280" cy="378720"/>
              </p14:xfrm>
            </p:contentPart>
          </mc:Choice>
          <mc:Fallback xmlns="">
            <p:pic>
              <p:nvPicPr>
                <p:cNvPr id="45" name="Ink 44">
                  <a:extLst>
                    <a:ext uri="{FF2B5EF4-FFF2-40B4-BE49-F238E27FC236}">
                      <a16:creationId xmlns:a16="http://schemas.microsoft.com/office/drawing/2014/main" id="{E2A0ED6D-D9B2-BE6F-6BB2-73E1320AA64A}"/>
                    </a:ext>
                  </a:extLst>
                </p:cNvPr>
                <p:cNvPicPr/>
                <p:nvPr/>
              </p:nvPicPr>
              <p:blipFill>
                <a:blip r:embed="rId97"/>
                <a:stretch>
                  <a:fillRect/>
                </a:stretch>
              </p:blipFill>
              <p:spPr>
                <a:xfrm>
                  <a:off x="6312398" y="1875023"/>
                  <a:ext cx="27792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6" name="Ink 45">
                  <a:extLst>
                    <a:ext uri="{FF2B5EF4-FFF2-40B4-BE49-F238E27FC236}">
                      <a16:creationId xmlns:a16="http://schemas.microsoft.com/office/drawing/2014/main" id="{43315800-C2E7-AFFA-4C4A-CD87580C8C9C}"/>
                    </a:ext>
                  </a:extLst>
                </p14:cNvPr>
                <p14:cNvContentPartPr/>
                <p14:nvPr/>
              </p14:nvContentPartPr>
              <p14:xfrm>
                <a:off x="6632438" y="1939103"/>
                <a:ext cx="130680" cy="319680"/>
              </p14:xfrm>
            </p:contentPart>
          </mc:Choice>
          <mc:Fallback xmlns="">
            <p:pic>
              <p:nvPicPr>
                <p:cNvPr id="46" name="Ink 45">
                  <a:extLst>
                    <a:ext uri="{FF2B5EF4-FFF2-40B4-BE49-F238E27FC236}">
                      <a16:creationId xmlns:a16="http://schemas.microsoft.com/office/drawing/2014/main" id="{43315800-C2E7-AFFA-4C4A-CD87580C8C9C}"/>
                    </a:ext>
                  </a:extLst>
                </p:cNvPr>
                <p:cNvPicPr/>
                <p:nvPr/>
              </p:nvPicPr>
              <p:blipFill>
                <a:blip r:embed="rId99"/>
                <a:stretch>
                  <a:fillRect/>
                </a:stretch>
              </p:blipFill>
              <p:spPr>
                <a:xfrm>
                  <a:off x="6623798" y="1930463"/>
                  <a:ext cx="14832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7" name="Ink 46">
                  <a:extLst>
                    <a:ext uri="{FF2B5EF4-FFF2-40B4-BE49-F238E27FC236}">
                      <a16:creationId xmlns:a16="http://schemas.microsoft.com/office/drawing/2014/main" id="{B0C650BB-8EA8-A9BB-E8AB-E74D90577941}"/>
                    </a:ext>
                  </a:extLst>
                </p14:cNvPr>
                <p14:cNvContentPartPr/>
                <p14:nvPr/>
              </p14:nvContentPartPr>
              <p14:xfrm>
                <a:off x="6877238" y="1892303"/>
                <a:ext cx="230760" cy="380160"/>
              </p14:xfrm>
            </p:contentPart>
          </mc:Choice>
          <mc:Fallback xmlns="">
            <p:pic>
              <p:nvPicPr>
                <p:cNvPr id="47" name="Ink 46">
                  <a:extLst>
                    <a:ext uri="{FF2B5EF4-FFF2-40B4-BE49-F238E27FC236}">
                      <a16:creationId xmlns:a16="http://schemas.microsoft.com/office/drawing/2014/main" id="{B0C650BB-8EA8-A9BB-E8AB-E74D90577941}"/>
                    </a:ext>
                  </a:extLst>
                </p:cNvPr>
                <p:cNvPicPr/>
                <p:nvPr/>
              </p:nvPicPr>
              <p:blipFill>
                <a:blip r:embed="rId101"/>
                <a:stretch>
                  <a:fillRect/>
                </a:stretch>
              </p:blipFill>
              <p:spPr>
                <a:xfrm>
                  <a:off x="6868598" y="1883663"/>
                  <a:ext cx="24840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4" name="Ink 53">
                  <a:extLst>
                    <a:ext uri="{FF2B5EF4-FFF2-40B4-BE49-F238E27FC236}">
                      <a16:creationId xmlns:a16="http://schemas.microsoft.com/office/drawing/2014/main" id="{FD27F4FF-49D4-8056-349C-8426B633DAEE}"/>
                    </a:ext>
                  </a:extLst>
                </p14:cNvPr>
                <p14:cNvContentPartPr/>
                <p14:nvPr/>
              </p14:nvContentPartPr>
              <p14:xfrm>
                <a:off x="1980878" y="1821743"/>
                <a:ext cx="3225960" cy="1085040"/>
              </p14:xfrm>
            </p:contentPart>
          </mc:Choice>
          <mc:Fallback xmlns="">
            <p:pic>
              <p:nvPicPr>
                <p:cNvPr id="54" name="Ink 53">
                  <a:extLst>
                    <a:ext uri="{FF2B5EF4-FFF2-40B4-BE49-F238E27FC236}">
                      <a16:creationId xmlns:a16="http://schemas.microsoft.com/office/drawing/2014/main" id="{FD27F4FF-49D4-8056-349C-8426B633DAEE}"/>
                    </a:ext>
                  </a:extLst>
                </p:cNvPr>
                <p:cNvPicPr/>
                <p:nvPr/>
              </p:nvPicPr>
              <p:blipFill>
                <a:blip r:embed="rId103"/>
                <a:stretch>
                  <a:fillRect/>
                </a:stretch>
              </p:blipFill>
              <p:spPr>
                <a:xfrm>
                  <a:off x="1972238" y="1813103"/>
                  <a:ext cx="3243600" cy="1102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5" name="Ink 54">
                  <a:extLst>
                    <a:ext uri="{FF2B5EF4-FFF2-40B4-BE49-F238E27FC236}">
                      <a16:creationId xmlns:a16="http://schemas.microsoft.com/office/drawing/2014/main" id="{AF9E74F4-4958-425F-73F5-AB744A3EDCFB}"/>
                    </a:ext>
                  </a:extLst>
                </p14:cNvPr>
                <p14:cNvContentPartPr/>
                <p14:nvPr/>
              </p14:nvContentPartPr>
              <p14:xfrm>
                <a:off x="5037278" y="2542823"/>
                <a:ext cx="251640" cy="409320"/>
              </p14:xfrm>
            </p:contentPart>
          </mc:Choice>
          <mc:Fallback xmlns="">
            <p:pic>
              <p:nvPicPr>
                <p:cNvPr id="55" name="Ink 54">
                  <a:extLst>
                    <a:ext uri="{FF2B5EF4-FFF2-40B4-BE49-F238E27FC236}">
                      <a16:creationId xmlns:a16="http://schemas.microsoft.com/office/drawing/2014/main" id="{AF9E74F4-4958-425F-73F5-AB744A3EDCFB}"/>
                    </a:ext>
                  </a:extLst>
                </p:cNvPr>
                <p:cNvPicPr/>
                <p:nvPr/>
              </p:nvPicPr>
              <p:blipFill>
                <a:blip r:embed="rId105"/>
                <a:stretch>
                  <a:fillRect/>
                </a:stretch>
              </p:blipFill>
              <p:spPr>
                <a:xfrm>
                  <a:off x="5028638" y="2534183"/>
                  <a:ext cx="26928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6" name="Ink 55">
                  <a:extLst>
                    <a:ext uri="{FF2B5EF4-FFF2-40B4-BE49-F238E27FC236}">
                      <a16:creationId xmlns:a16="http://schemas.microsoft.com/office/drawing/2014/main" id="{BC8EA41E-1C29-578F-3D0F-CFC665FB99C3}"/>
                    </a:ext>
                  </a:extLst>
                </p14:cNvPr>
                <p14:cNvContentPartPr/>
                <p14:nvPr/>
              </p14:nvContentPartPr>
              <p14:xfrm>
                <a:off x="2685398" y="3510143"/>
                <a:ext cx="2007000" cy="135720"/>
              </p14:xfrm>
            </p:contentPart>
          </mc:Choice>
          <mc:Fallback xmlns="">
            <p:pic>
              <p:nvPicPr>
                <p:cNvPr id="56" name="Ink 55">
                  <a:extLst>
                    <a:ext uri="{FF2B5EF4-FFF2-40B4-BE49-F238E27FC236}">
                      <a16:creationId xmlns:a16="http://schemas.microsoft.com/office/drawing/2014/main" id="{BC8EA41E-1C29-578F-3D0F-CFC665FB99C3}"/>
                    </a:ext>
                  </a:extLst>
                </p:cNvPr>
                <p:cNvPicPr/>
                <p:nvPr/>
              </p:nvPicPr>
              <p:blipFill>
                <a:blip r:embed="rId107"/>
                <a:stretch>
                  <a:fillRect/>
                </a:stretch>
              </p:blipFill>
              <p:spPr>
                <a:xfrm>
                  <a:off x="2676758" y="3501143"/>
                  <a:ext cx="20246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7" name="Ink 56">
                  <a:extLst>
                    <a:ext uri="{FF2B5EF4-FFF2-40B4-BE49-F238E27FC236}">
                      <a16:creationId xmlns:a16="http://schemas.microsoft.com/office/drawing/2014/main" id="{6D9D6D31-34B7-22EE-A2D0-EBFCC2126F8E}"/>
                    </a:ext>
                  </a:extLst>
                </p14:cNvPr>
                <p14:cNvContentPartPr/>
                <p14:nvPr/>
              </p14:nvContentPartPr>
              <p14:xfrm>
                <a:off x="4401158" y="3338783"/>
                <a:ext cx="540360" cy="374400"/>
              </p14:xfrm>
            </p:contentPart>
          </mc:Choice>
          <mc:Fallback xmlns="">
            <p:pic>
              <p:nvPicPr>
                <p:cNvPr id="57" name="Ink 56">
                  <a:extLst>
                    <a:ext uri="{FF2B5EF4-FFF2-40B4-BE49-F238E27FC236}">
                      <a16:creationId xmlns:a16="http://schemas.microsoft.com/office/drawing/2014/main" id="{6D9D6D31-34B7-22EE-A2D0-EBFCC2126F8E}"/>
                    </a:ext>
                  </a:extLst>
                </p:cNvPr>
                <p:cNvPicPr/>
                <p:nvPr/>
              </p:nvPicPr>
              <p:blipFill>
                <a:blip r:embed="rId109"/>
                <a:stretch>
                  <a:fillRect/>
                </a:stretch>
              </p:blipFill>
              <p:spPr>
                <a:xfrm>
                  <a:off x="4392518" y="3329783"/>
                  <a:ext cx="55800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8" name="Ink 57">
                  <a:extLst>
                    <a:ext uri="{FF2B5EF4-FFF2-40B4-BE49-F238E27FC236}">
                      <a16:creationId xmlns:a16="http://schemas.microsoft.com/office/drawing/2014/main" id="{61DFE31C-4A5D-42F7-2405-AA6CFEEA6EDC}"/>
                    </a:ext>
                  </a:extLst>
                </p14:cNvPr>
                <p14:cNvContentPartPr/>
                <p14:nvPr/>
              </p14:nvContentPartPr>
              <p14:xfrm>
                <a:off x="2304518" y="3950063"/>
                <a:ext cx="2219040" cy="798120"/>
              </p14:xfrm>
            </p:contentPart>
          </mc:Choice>
          <mc:Fallback xmlns="">
            <p:pic>
              <p:nvPicPr>
                <p:cNvPr id="58" name="Ink 57">
                  <a:extLst>
                    <a:ext uri="{FF2B5EF4-FFF2-40B4-BE49-F238E27FC236}">
                      <a16:creationId xmlns:a16="http://schemas.microsoft.com/office/drawing/2014/main" id="{61DFE31C-4A5D-42F7-2405-AA6CFEEA6EDC}"/>
                    </a:ext>
                  </a:extLst>
                </p:cNvPr>
                <p:cNvPicPr/>
                <p:nvPr/>
              </p:nvPicPr>
              <p:blipFill>
                <a:blip r:embed="rId111"/>
                <a:stretch>
                  <a:fillRect/>
                </a:stretch>
              </p:blipFill>
              <p:spPr>
                <a:xfrm>
                  <a:off x="2295518" y="3941063"/>
                  <a:ext cx="2236680" cy="815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9" name="Ink 58">
                  <a:extLst>
                    <a:ext uri="{FF2B5EF4-FFF2-40B4-BE49-F238E27FC236}">
                      <a16:creationId xmlns:a16="http://schemas.microsoft.com/office/drawing/2014/main" id="{6A8FA9AB-D128-0CA9-9F29-BA3D562E90CA}"/>
                    </a:ext>
                  </a:extLst>
                </p14:cNvPr>
                <p14:cNvContentPartPr/>
                <p14:nvPr/>
              </p14:nvContentPartPr>
              <p14:xfrm>
                <a:off x="4277678" y="3858983"/>
                <a:ext cx="552240" cy="333720"/>
              </p14:xfrm>
            </p:contentPart>
          </mc:Choice>
          <mc:Fallback xmlns="">
            <p:pic>
              <p:nvPicPr>
                <p:cNvPr id="59" name="Ink 58">
                  <a:extLst>
                    <a:ext uri="{FF2B5EF4-FFF2-40B4-BE49-F238E27FC236}">
                      <a16:creationId xmlns:a16="http://schemas.microsoft.com/office/drawing/2014/main" id="{6A8FA9AB-D128-0CA9-9F29-BA3D562E90CA}"/>
                    </a:ext>
                  </a:extLst>
                </p:cNvPr>
                <p:cNvPicPr/>
                <p:nvPr/>
              </p:nvPicPr>
              <p:blipFill>
                <a:blip r:embed="rId113"/>
                <a:stretch>
                  <a:fillRect/>
                </a:stretch>
              </p:blipFill>
              <p:spPr>
                <a:xfrm>
                  <a:off x="4269038" y="3850343"/>
                  <a:ext cx="56988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0" name="Ink 59">
                  <a:extLst>
                    <a:ext uri="{FF2B5EF4-FFF2-40B4-BE49-F238E27FC236}">
                      <a16:creationId xmlns:a16="http://schemas.microsoft.com/office/drawing/2014/main" id="{E348846B-36C9-BE4F-8DE5-070167A8D630}"/>
                    </a:ext>
                  </a:extLst>
                </p14:cNvPr>
                <p14:cNvContentPartPr/>
                <p14:nvPr/>
              </p14:nvContentPartPr>
              <p14:xfrm>
                <a:off x="2509718" y="4694183"/>
                <a:ext cx="2859480" cy="1566720"/>
              </p14:xfrm>
            </p:contentPart>
          </mc:Choice>
          <mc:Fallback xmlns="">
            <p:pic>
              <p:nvPicPr>
                <p:cNvPr id="60" name="Ink 59">
                  <a:extLst>
                    <a:ext uri="{FF2B5EF4-FFF2-40B4-BE49-F238E27FC236}">
                      <a16:creationId xmlns:a16="http://schemas.microsoft.com/office/drawing/2014/main" id="{E348846B-36C9-BE4F-8DE5-070167A8D630}"/>
                    </a:ext>
                  </a:extLst>
                </p:cNvPr>
                <p:cNvPicPr/>
                <p:nvPr/>
              </p:nvPicPr>
              <p:blipFill>
                <a:blip r:embed="rId115"/>
                <a:stretch>
                  <a:fillRect/>
                </a:stretch>
              </p:blipFill>
              <p:spPr>
                <a:xfrm>
                  <a:off x="2501078" y="4685543"/>
                  <a:ext cx="2877120" cy="1584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1" name="Ink 60">
                  <a:extLst>
                    <a:ext uri="{FF2B5EF4-FFF2-40B4-BE49-F238E27FC236}">
                      <a16:creationId xmlns:a16="http://schemas.microsoft.com/office/drawing/2014/main" id="{CD7EF52E-332C-A4E7-FC5F-12270C78B91D}"/>
                    </a:ext>
                  </a:extLst>
                </p14:cNvPr>
                <p14:cNvContentPartPr/>
                <p14:nvPr/>
              </p14:nvContentPartPr>
              <p14:xfrm>
                <a:off x="5082998" y="4582223"/>
                <a:ext cx="318600" cy="364680"/>
              </p14:xfrm>
            </p:contentPart>
          </mc:Choice>
          <mc:Fallback xmlns="">
            <p:pic>
              <p:nvPicPr>
                <p:cNvPr id="61" name="Ink 60">
                  <a:extLst>
                    <a:ext uri="{FF2B5EF4-FFF2-40B4-BE49-F238E27FC236}">
                      <a16:creationId xmlns:a16="http://schemas.microsoft.com/office/drawing/2014/main" id="{CD7EF52E-332C-A4E7-FC5F-12270C78B91D}"/>
                    </a:ext>
                  </a:extLst>
                </p:cNvPr>
                <p:cNvPicPr/>
                <p:nvPr/>
              </p:nvPicPr>
              <p:blipFill>
                <a:blip r:embed="rId117"/>
                <a:stretch>
                  <a:fillRect/>
                </a:stretch>
              </p:blipFill>
              <p:spPr>
                <a:xfrm>
                  <a:off x="5074358" y="4573223"/>
                  <a:ext cx="33624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3" name="Ink 62">
                  <a:extLst>
                    <a:ext uri="{FF2B5EF4-FFF2-40B4-BE49-F238E27FC236}">
                      <a16:creationId xmlns:a16="http://schemas.microsoft.com/office/drawing/2014/main" id="{F5B80575-5872-2818-ED54-28D0060EBFF7}"/>
                    </a:ext>
                  </a:extLst>
                </p14:cNvPr>
                <p14:cNvContentPartPr/>
                <p14:nvPr/>
              </p14:nvContentPartPr>
              <p14:xfrm>
                <a:off x="9903758" y="1540223"/>
                <a:ext cx="273240" cy="438840"/>
              </p14:xfrm>
            </p:contentPart>
          </mc:Choice>
          <mc:Fallback xmlns="">
            <p:pic>
              <p:nvPicPr>
                <p:cNvPr id="63" name="Ink 62">
                  <a:extLst>
                    <a:ext uri="{FF2B5EF4-FFF2-40B4-BE49-F238E27FC236}">
                      <a16:creationId xmlns:a16="http://schemas.microsoft.com/office/drawing/2014/main" id="{F5B80575-5872-2818-ED54-28D0060EBFF7}"/>
                    </a:ext>
                  </a:extLst>
                </p:cNvPr>
                <p:cNvPicPr/>
                <p:nvPr/>
              </p:nvPicPr>
              <p:blipFill>
                <a:blip r:embed="rId119"/>
                <a:stretch>
                  <a:fillRect/>
                </a:stretch>
              </p:blipFill>
              <p:spPr>
                <a:xfrm>
                  <a:off x="9895118" y="1531223"/>
                  <a:ext cx="29088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4" name="Ink 63">
                  <a:extLst>
                    <a:ext uri="{FF2B5EF4-FFF2-40B4-BE49-F238E27FC236}">
                      <a16:creationId xmlns:a16="http://schemas.microsoft.com/office/drawing/2014/main" id="{63BC4237-B7E6-21FD-0D14-011051745858}"/>
                    </a:ext>
                  </a:extLst>
                </p14:cNvPr>
                <p14:cNvContentPartPr/>
                <p14:nvPr/>
              </p14:nvContentPartPr>
              <p14:xfrm>
                <a:off x="10231718" y="1648223"/>
                <a:ext cx="68760" cy="299880"/>
              </p14:xfrm>
            </p:contentPart>
          </mc:Choice>
          <mc:Fallback xmlns="">
            <p:pic>
              <p:nvPicPr>
                <p:cNvPr id="64" name="Ink 63">
                  <a:extLst>
                    <a:ext uri="{FF2B5EF4-FFF2-40B4-BE49-F238E27FC236}">
                      <a16:creationId xmlns:a16="http://schemas.microsoft.com/office/drawing/2014/main" id="{63BC4237-B7E6-21FD-0D14-011051745858}"/>
                    </a:ext>
                  </a:extLst>
                </p:cNvPr>
                <p:cNvPicPr/>
                <p:nvPr/>
              </p:nvPicPr>
              <p:blipFill>
                <a:blip r:embed="rId121"/>
                <a:stretch>
                  <a:fillRect/>
                </a:stretch>
              </p:blipFill>
              <p:spPr>
                <a:xfrm>
                  <a:off x="10222718" y="1639583"/>
                  <a:ext cx="8640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5" name="Ink 64">
                  <a:extLst>
                    <a:ext uri="{FF2B5EF4-FFF2-40B4-BE49-F238E27FC236}">
                      <a16:creationId xmlns:a16="http://schemas.microsoft.com/office/drawing/2014/main" id="{3028EBE7-EE0B-5A17-46B1-75528A662A1E}"/>
                    </a:ext>
                  </a:extLst>
                </p14:cNvPr>
                <p14:cNvContentPartPr/>
                <p14:nvPr/>
              </p14:nvContentPartPr>
              <p14:xfrm>
                <a:off x="10314878" y="1527263"/>
                <a:ext cx="268560" cy="365040"/>
              </p14:xfrm>
            </p:contentPart>
          </mc:Choice>
          <mc:Fallback xmlns="">
            <p:pic>
              <p:nvPicPr>
                <p:cNvPr id="65" name="Ink 64">
                  <a:extLst>
                    <a:ext uri="{FF2B5EF4-FFF2-40B4-BE49-F238E27FC236}">
                      <a16:creationId xmlns:a16="http://schemas.microsoft.com/office/drawing/2014/main" id="{3028EBE7-EE0B-5A17-46B1-75528A662A1E}"/>
                    </a:ext>
                  </a:extLst>
                </p:cNvPr>
                <p:cNvPicPr/>
                <p:nvPr/>
              </p:nvPicPr>
              <p:blipFill>
                <a:blip r:embed="rId123"/>
                <a:stretch>
                  <a:fillRect/>
                </a:stretch>
              </p:blipFill>
              <p:spPr>
                <a:xfrm>
                  <a:off x="10306238" y="1518263"/>
                  <a:ext cx="28620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6" name="Ink 65">
                  <a:extLst>
                    <a:ext uri="{FF2B5EF4-FFF2-40B4-BE49-F238E27FC236}">
                      <a16:creationId xmlns:a16="http://schemas.microsoft.com/office/drawing/2014/main" id="{4C483071-0043-FBE5-89E6-07A2018F7298}"/>
                    </a:ext>
                  </a:extLst>
                </p14:cNvPr>
                <p14:cNvContentPartPr/>
                <p14:nvPr/>
              </p14:nvContentPartPr>
              <p14:xfrm>
                <a:off x="10597118" y="1549223"/>
                <a:ext cx="263520" cy="456840"/>
              </p14:xfrm>
            </p:contentPart>
          </mc:Choice>
          <mc:Fallback xmlns="">
            <p:pic>
              <p:nvPicPr>
                <p:cNvPr id="66" name="Ink 65">
                  <a:extLst>
                    <a:ext uri="{FF2B5EF4-FFF2-40B4-BE49-F238E27FC236}">
                      <a16:creationId xmlns:a16="http://schemas.microsoft.com/office/drawing/2014/main" id="{4C483071-0043-FBE5-89E6-07A2018F7298}"/>
                    </a:ext>
                  </a:extLst>
                </p:cNvPr>
                <p:cNvPicPr/>
                <p:nvPr/>
              </p:nvPicPr>
              <p:blipFill>
                <a:blip r:embed="rId125"/>
                <a:stretch>
                  <a:fillRect/>
                </a:stretch>
              </p:blipFill>
              <p:spPr>
                <a:xfrm>
                  <a:off x="10588478" y="1540223"/>
                  <a:ext cx="28116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7" name="Ink 66">
                  <a:extLst>
                    <a:ext uri="{FF2B5EF4-FFF2-40B4-BE49-F238E27FC236}">
                      <a16:creationId xmlns:a16="http://schemas.microsoft.com/office/drawing/2014/main" id="{73C1B649-7DD2-AB55-DBB0-F81EE5F9A630}"/>
                    </a:ext>
                  </a:extLst>
                </p14:cNvPr>
                <p14:cNvContentPartPr/>
                <p14:nvPr/>
              </p14:nvContentPartPr>
              <p14:xfrm>
                <a:off x="9712238" y="2053583"/>
                <a:ext cx="1411920" cy="145080"/>
              </p14:xfrm>
            </p:contentPart>
          </mc:Choice>
          <mc:Fallback xmlns="">
            <p:pic>
              <p:nvPicPr>
                <p:cNvPr id="67" name="Ink 66">
                  <a:extLst>
                    <a:ext uri="{FF2B5EF4-FFF2-40B4-BE49-F238E27FC236}">
                      <a16:creationId xmlns:a16="http://schemas.microsoft.com/office/drawing/2014/main" id="{73C1B649-7DD2-AB55-DBB0-F81EE5F9A630}"/>
                    </a:ext>
                  </a:extLst>
                </p:cNvPr>
                <p:cNvPicPr/>
                <p:nvPr/>
              </p:nvPicPr>
              <p:blipFill>
                <a:blip r:embed="rId127"/>
                <a:stretch>
                  <a:fillRect/>
                </a:stretch>
              </p:blipFill>
              <p:spPr>
                <a:xfrm>
                  <a:off x="9703598" y="2044583"/>
                  <a:ext cx="14295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9" name="Ink 48">
                  <a:extLst>
                    <a:ext uri="{FF2B5EF4-FFF2-40B4-BE49-F238E27FC236}">
                      <a16:creationId xmlns:a16="http://schemas.microsoft.com/office/drawing/2014/main" id="{81AD2748-394C-4E82-C783-8B68028EC3C1}"/>
                    </a:ext>
                  </a:extLst>
                </p14:cNvPr>
                <p14:cNvContentPartPr/>
                <p14:nvPr/>
              </p14:nvContentPartPr>
              <p14:xfrm>
                <a:off x="8649878" y="3168863"/>
                <a:ext cx="1191600" cy="25920"/>
              </p14:xfrm>
            </p:contentPart>
          </mc:Choice>
          <mc:Fallback xmlns="">
            <p:pic>
              <p:nvPicPr>
                <p:cNvPr id="49" name="Ink 48">
                  <a:extLst>
                    <a:ext uri="{FF2B5EF4-FFF2-40B4-BE49-F238E27FC236}">
                      <a16:creationId xmlns:a16="http://schemas.microsoft.com/office/drawing/2014/main" id="{81AD2748-394C-4E82-C783-8B68028EC3C1}"/>
                    </a:ext>
                  </a:extLst>
                </p:cNvPr>
                <p:cNvPicPr/>
                <p:nvPr/>
              </p:nvPicPr>
              <p:blipFill>
                <a:blip r:embed="rId129"/>
                <a:stretch>
                  <a:fillRect/>
                </a:stretch>
              </p:blipFill>
              <p:spPr>
                <a:xfrm>
                  <a:off x="8641238" y="3160223"/>
                  <a:ext cx="1209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0" name="Ink 49">
                  <a:extLst>
                    <a:ext uri="{FF2B5EF4-FFF2-40B4-BE49-F238E27FC236}">
                      <a16:creationId xmlns:a16="http://schemas.microsoft.com/office/drawing/2014/main" id="{8087845A-BD0E-51C5-21AD-524ED079D8FA}"/>
                    </a:ext>
                  </a:extLst>
                </p14:cNvPr>
                <p14:cNvContentPartPr/>
                <p14:nvPr/>
              </p14:nvContentPartPr>
              <p14:xfrm>
                <a:off x="10123718" y="2491703"/>
                <a:ext cx="1317600" cy="407880"/>
              </p14:xfrm>
            </p:contentPart>
          </mc:Choice>
          <mc:Fallback xmlns="">
            <p:pic>
              <p:nvPicPr>
                <p:cNvPr id="50" name="Ink 49">
                  <a:extLst>
                    <a:ext uri="{FF2B5EF4-FFF2-40B4-BE49-F238E27FC236}">
                      <a16:creationId xmlns:a16="http://schemas.microsoft.com/office/drawing/2014/main" id="{8087845A-BD0E-51C5-21AD-524ED079D8FA}"/>
                    </a:ext>
                  </a:extLst>
                </p:cNvPr>
                <p:cNvPicPr/>
                <p:nvPr/>
              </p:nvPicPr>
              <p:blipFill>
                <a:blip r:embed="rId131"/>
                <a:stretch>
                  <a:fillRect/>
                </a:stretch>
              </p:blipFill>
              <p:spPr>
                <a:xfrm>
                  <a:off x="10115078" y="2482703"/>
                  <a:ext cx="133524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1" name="Ink 50">
                  <a:extLst>
                    <a:ext uri="{FF2B5EF4-FFF2-40B4-BE49-F238E27FC236}">
                      <a16:creationId xmlns:a16="http://schemas.microsoft.com/office/drawing/2014/main" id="{4E98E6EB-540D-EF7D-FBE2-EEDC730CEEB3}"/>
                    </a:ext>
                  </a:extLst>
                </p14:cNvPr>
                <p14:cNvContentPartPr/>
                <p14:nvPr/>
              </p14:nvContentPartPr>
              <p14:xfrm>
                <a:off x="10038398" y="2767823"/>
                <a:ext cx="1297080" cy="940320"/>
              </p14:xfrm>
            </p:contentPart>
          </mc:Choice>
          <mc:Fallback xmlns="">
            <p:pic>
              <p:nvPicPr>
                <p:cNvPr id="51" name="Ink 50">
                  <a:extLst>
                    <a:ext uri="{FF2B5EF4-FFF2-40B4-BE49-F238E27FC236}">
                      <a16:creationId xmlns:a16="http://schemas.microsoft.com/office/drawing/2014/main" id="{4E98E6EB-540D-EF7D-FBE2-EEDC730CEEB3}"/>
                    </a:ext>
                  </a:extLst>
                </p:cNvPr>
                <p:cNvPicPr/>
                <p:nvPr/>
              </p:nvPicPr>
              <p:blipFill>
                <a:blip r:embed="rId133"/>
                <a:stretch>
                  <a:fillRect/>
                </a:stretch>
              </p:blipFill>
              <p:spPr>
                <a:xfrm>
                  <a:off x="10029398" y="2759183"/>
                  <a:ext cx="1314720" cy="957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2" name="Ink 51">
                  <a:extLst>
                    <a:ext uri="{FF2B5EF4-FFF2-40B4-BE49-F238E27FC236}">
                      <a16:creationId xmlns:a16="http://schemas.microsoft.com/office/drawing/2014/main" id="{8C40D788-BEA6-F99B-428D-5FA01574EF06}"/>
                    </a:ext>
                  </a:extLst>
                </p14:cNvPr>
                <p14:cNvContentPartPr/>
                <p14:nvPr/>
              </p14:nvContentPartPr>
              <p14:xfrm>
                <a:off x="11210198" y="2711663"/>
                <a:ext cx="106920" cy="1003320"/>
              </p14:xfrm>
            </p:contentPart>
          </mc:Choice>
          <mc:Fallback xmlns="">
            <p:pic>
              <p:nvPicPr>
                <p:cNvPr id="52" name="Ink 51">
                  <a:extLst>
                    <a:ext uri="{FF2B5EF4-FFF2-40B4-BE49-F238E27FC236}">
                      <a16:creationId xmlns:a16="http://schemas.microsoft.com/office/drawing/2014/main" id="{8C40D788-BEA6-F99B-428D-5FA01574EF06}"/>
                    </a:ext>
                  </a:extLst>
                </p:cNvPr>
                <p:cNvPicPr/>
                <p:nvPr/>
              </p:nvPicPr>
              <p:blipFill>
                <a:blip r:embed="rId135"/>
                <a:stretch>
                  <a:fillRect/>
                </a:stretch>
              </p:blipFill>
              <p:spPr>
                <a:xfrm>
                  <a:off x="11201558" y="2703023"/>
                  <a:ext cx="124560" cy="1020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69" name="Ink 68">
                  <a:extLst>
                    <a:ext uri="{FF2B5EF4-FFF2-40B4-BE49-F238E27FC236}">
                      <a16:creationId xmlns:a16="http://schemas.microsoft.com/office/drawing/2014/main" id="{14975303-0088-7D62-0684-D316CB471C95}"/>
                    </a:ext>
                  </a:extLst>
                </p14:cNvPr>
                <p14:cNvContentPartPr/>
                <p14:nvPr/>
              </p14:nvContentPartPr>
              <p14:xfrm>
                <a:off x="10383278" y="3185783"/>
                <a:ext cx="254520" cy="14400"/>
              </p14:xfrm>
            </p:contentPart>
          </mc:Choice>
          <mc:Fallback xmlns="">
            <p:pic>
              <p:nvPicPr>
                <p:cNvPr id="69" name="Ink 68">
                  <a:extLst>
                    <a:ext uri="{FF2B5EF4-FFF2-40B4-BE49-F238E27FC236}">
                      <a16:creationId xmlns:a16="http://schemas.microsoft.com/office/drawing/2014/main" id="{14975303-0088-7D62-0684-D316CB471C95}"/>
                    </a:ext>
                  </a:extLst>
                </p:cNvPr>
                <p:cNvPicPr/>
                <p:nvPr/>
              </p:nvPicPr>
              <p:blipFill>
                <a:blip r:embed="rId137"/>
                <a:stretch>
                  <a:fillRect/>
                </a:stretch>
              </p:blipFill>
              <p:spPr>
                <a:xfrm>
                  <a:off x="10374278" y="3177143"/>
                  <a:ext cx="2721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0" name="Ink 69">
                  <a:extLst>
                    <a:ext uri="{FF2B5EF4-FFF2-40B4-BE49-F238E27FC236}">
                      <a16:creationId xmlns:a16="http://schemas.microsoft.com/office/drawing/2014/main" id="{FB8643CD-2884-900B-6C90-5EBCF372F112}"/>
                    </a:ext>
                  </a:extLst>
                </p14:cNvPr>
                <p14:cNvContentPartPr/>
                <p14:nvPr/>
              </p14:nvContentPartPr>
              <p14:xfrm>
                <a:off x="10364918" y="3306383"/>
                <a:ext cx="230040" cy="7200"/>
              </p14:xfrm>
            </p:contentPart>
          </mc:Choice>
          <mc:Fallback xmlns="">
            <p:pic>
              <p:nvPicPr>
                <p:cNvPr id="70" name="Ink 69">
                  <a:extLst>
                    <a:ext uri="{FF2B5EF4-FFF2-40B4-BE49-F238E27FC236}">
                      <a16:creationId xmlns:a16="http://schemas.microsoft.com/office/drawing/2014/main" id="{FB8643CD-2884-900B-6C90-5EBCF372F112}"/>
                    </a:ext>
                  </a:extLst>
                </p:cNvPr>
                <p:cNvPicPr/>
                <p:nvPr/>
              </p:nvPicPr>
              <p:blipFill>
                <a:blip r:embed="rId139"/>
                <a:stretch>
                  <a:fillRect/>
                </a:stretch>
              </p:blipFill>
              <p:spPr>
                <a:xfrm>
                  <a:off x="10356278" y="3297383"/>
                  <a:ext cx="247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1" name="Ink 70">
                  <a:extLst>
                    <a:ext uri="{FF2B5EF4-FFF2-40B4-BE49-F238E27FC236}">
                      <a16:creationId xmlns:a16="http://schemas.microsoft.com/office/drawing/2014/main" id="{0664CFE0-52A3-6180-85E8-2A334A27ACE4}"/>
                    </a:ext>
                  </a:extLst>
                </p14:cNvPr>
                <p14:cNvContentPartPr/>
                <p14:nvPr/>
              </p14:nvContentPartPr>
              <p14:xfrm>
                <a:off x="10396598" y="3381983"/>
                <a:ext cx="140400" cy="6480"/>
              </p14:xfrm>
            </p:contentPart>
          </mc:Choice>
          <mc:Fallback xmlns="">
            <p:pic>
              <p:nvPicPr>
                <p:cNvPr id="71" name="Ink 70">
                  <a:extLst>
                    <a:ext uri="{FF2B5EF4-FFF2-40B4-BE49-F238E27FC236}">
                      <a16:creationId xmlns:a16="http://schemas.microsoft.com/office/drawing/2014/main" id="{0664CFE0-52A3-6180-85E8-2A334A27ACE4}"/>
                    </a:ext>
                  </a:extLst>
                </p:cNvPr>
                <p:cNvPicPr/>
                <p:nvPr/>
              </p:nvPicPr>
              <p:blipFill>
                <a:blip r:embed="rId141"/>
                <a:stretch>
                  <a:fillRect/>
                </a:stretch>
              </p:blipFill>
              <p:spPr>
                <a:xfrm>
                  <a:off x="10387598" y="3372983"/>
                  <a:ext cx="1580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2" name="Ink 71">
                  <a:extLst>
                    <a:ext uri="{FF2B5EF4-FFF2-40B4-BE49-F238E27FC236}">
                      <a16:creationId xmlns:a16="http://schemas.microsoft.com/office/drawing/2014/main" id="{99CCFA3D-8CC5-48D2-D44B-F4F964C4534D}"/>
                    </a:ext>
                  </a:extLst>
                </p14:cNvPr>
                <p14:cNvContentPartPr/>
                <p14:nvPr/>
              </p14:nvContentPartPr>
              <p14:xfrm>
                <a:off x="10320998" y="3500783"/>
                <a:ext cx="260280" cy="12960"/>
              </p14:xfrm>
            </p:contentPart>
          </mc:Choice>
          <mc:Fallback xmlns="">
            <p:pic>
              <p:nvPicPr>
                <p:cNvPr id="72" name="Ink 71">
                  <a:extLst>
                    <a:ext uri="{FF2B5EF4-FFF2-40B4-BE49-F238E27FC236}">
                      <a16:creationId xmlns:a16="http://schemas.microsoft.com/office/drawing/2014/main" id="{99CCFA3D-8CC5-48D2-D44B-F4F964C4534D}"/>
                    </a:ext>
                  </a:extLst>
                </p:cNvPr>
                <p:cNvPicPr/>
                <p:nvPr/>
              </p:nvPicPr>
              <p:blipFill>
                <a:blip r:embed="rId143"/>
                <a:stretch>
                  <a:fillRect/>
                </a:stretch>
              </p:blipFill>
              <p:spPr>
                <a:xfrm>
                  <a:off x="10311998" y="3492143"/>
                  <a:ext cx="277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3" name="Ink 72">
                  <a:extLst>
                    <a:ext uri="{FF2B5EF4-FFF2-40B4-BE49-F238E27FC236}">
                      <a16:creationId xmlns:a16="http://schemas.microsoft.com/office/drawing/2014/main" id="{8B3CAD90-029D-A6D6-D16C-83E0C4A93819}"/>
                    </a:ext>
                  </a:extLst>
                </p14:cNvPr>
                <p14:cNvContentPartPr/>
                <p14:nvPr/>
              </p14:nvContentPartPr>
              <p14:xfrm>
                <a:off x="10768478" y="3131423"/>
                <a:ext cx="217080" cy="37800"/>
              </p14:xfrm>
            </p:contentPart>
          </mc:Choice>
          <mc:Fallback xmlns="">
            <p:pic>
              <p:nvPicPr>
                <p:cNvPr id="73" name="Ink 72">
                  <a:extLst>
                    <a:ext uri="{FF2B5EF4-FFF2-40B4-BE49-F238E27FC236}">
                      <a16:creationId xmlns:a16="http://schemas.microsoft.com/office/drawing/2014/main" id="{8B3CAD90-029D-A6D6-D16C-83E0C4A93819}"/>
                    </a:ext>
                  </a:extLst>
                </p:cNvPr>
                <p:cNvPicPr/>
                <p:nvPr/>
              </p:nvPicPr>
              <p:blipFill>
                <a:blip r:embed="rId145"/>
                <a:stretch>
                  <a:fillRect/>
                </a:stretch>
              </p:blipFill>
              <p:spPr>
                <a:xfrm>
                  <a:off x="10759478" y="3122783"/>
                  <a:ext cx="234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4" name="Ink 73">
                  <a:extLst>
                    <a:ext uri="{FF2B5EF4-FFF2-40B4-BE49-F238E27FC236}">
                      <a16:creationId xmlns:a16="http://schemas.microsoft.com/office/drawing/2014/main" id="{8A74010B-127F-F489-8E69-4C9C272DF9C4}"/>
                    </a:ext>
                  </a:extLst>
                </p14:cNvPr>
                <p14:cNvContentPartPr/>
                <p14:nvPr/>
              </p14:nvContentPartPr>
              <p14:xfrm>
                <a:off x="10733198" y="3250223"/>
                <a:ext cx="204120" cy="19800"/>
              </p14:xfrm>
            </p:contentPart>
          </mc:Choice>
          <mc:Fallback xmlns="">
            <p:pic>
              <p:nvPicPr>
                <p:cNvPr id="74" name="Ink 73">
                  <a:extLst>
                    <a:ext uri="{FF2B5EF4-FFF2-40B4-BE49-F238E27FC236}">
                      <a16:creationId xmlns:a16="http://schemas.microsoft.com/office/drawing/2014/main" id="{8A74010B-127F-F489-8E69-4C9C272DF9C4}"/>
                    </a:ext>
                  </a:extLst>
                </p:cNvPr>
                <p:cNvPicPr/>
                <p:nvPr/>
              </p:nvPicPr>
              <p:blipFill>
                <a:blip r:embed="rId147"/>
                <a:stretch>
                  <a:fillRect/>
                </a:stretch>
              </p:blipFill>
              <p:spPr>
                <a:xfrm>
                  <a:off x="10724198" y="3241223"/>
                  <a:ext cx="2217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5" name="Ink 74">
                  <a:extLst>
                    <a:ext uri="{FF2B5EF4-FFF2-40B4-BE49-F238E27FC236}">
                      <a16:creationId xmlns:a16="http://schemas.microsoft.com/office/drawing/2014/main" id="{A7C7190F-B148-524D-F7D4-895A3DB095F7}"/>
                    </a:ext>
                  </a:extLst>
                </p14:cNvPr>
                <p14:cNvContentPartPr/>
                <p14:nvPr/>
              </p14:nvContentPartPr>
              <p14:xfrm>
                <a:off x="10794398" y="3331943"/>
                <a:ext cx="141480" cy="13320"/>
              </p14:xfrm>
            </p:contentPart>
          </mc:Choice>
          <mc:Fallback xmlns="">
            <p:pic>
              <p:nvPicPr>
                <p:cNvPr id="75" name="Ink 74">
                  <a:extLst>
                    <a:ext uri="{FF2B5EF4-FFF2-40B4-BE49-F238E27FC236}">
                      <a16:creationId xmlns:a16="http://schemas.microsoft.com/office/drawing/2014/main" id="{A7C7190F-B148-524D-F7D4-895A3DB095F7}"/>
                    </a:ext>
                  </a:extLst>
                </p:cNvPr>
                <p:cNvPicPr/>
                <p:nvPr/>
              </p:nvPicPr>
              <p:blipFill>
                <a:blip r:embed="rId149"/>
                <a:stretch>
                  <a:fillRect/>
                </a:stretch>
              </p:blipFill>
              <p:spPr>
                <a:xfrm>
                  <a:off x="10785758" y="3322943"/>
                  <a:ext cx="159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6" name="Ink 75">
                  <a:extLst>
                    <a:ext uri="{FF2B5EF4-FFF2-40B4-BE49-F238E27FC236}">
                      <a16:creationId xmlns:a16="http://schemas.microsoft.com/office/drawing/2014/main" id="{DDCD57C7-6069-D0A6-1F59-E8F2F6A42F8C}"/>
                    </a:ext>
                  </a:extLst>
                </p14:cNvPr>
                <p14:cNvContentPartPr/>
                <p14:nvPr/>
              </p14:nvContentPartPr>
              <p14:xfrm>
                <a:off x="10744718" y="3463343"/>
                <a:ext cx="213480" cy="13320"/>
              </p14:xfrm>
            </p:contentPart>
          </mc:Choice>
          <mc:Fallback xmlns="">
            <p:pic>
              <p:nvPicPr>
                <p:cNvPr id="76" name="Ink 75">
                  <a:extLst>
                    <a:ext uri="{FF2B5EF4-FFF2-40B4-BE49-F238E27FC236}">
                      <a16:creationId xmlns:a16="http://schemas.microsoft.com/office/drawing/2014/main" id="{DDCD57C7-6069-D0A6-1F59-E8F2F6A42F8C}"/>
                    </a:ext>
                  </a:extLst>
                </p:cNvPr>
                <p:cNvPicPr/>
                <p:nvPr/>
              </p:nvPicPr>
              <p:blipFill>
                <a:blip r:embed="rId151"/>
                <a:stretch>
                  <a:fillRect/>
                </a:stretch>
              </p:blipFill>
              <p:spPr>
                <a:xfrm>
                  <a:off x="10735718" y="3454343"/>
                  <a:ext cx="231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7" name="Ink 76">
                  <a:extLst>
                    <a:ext uri="{FF2B5EF4-FFF2-40B4-BE49-F238E27FC236}">
                      <a16:creationId xmlns:a16="http://schemas.microsoft.com/office/drawing/2014/main" id="{F9DBBE6C-AA2A-50E5-C6F0-521C1A8F5D95}"/>
                    </a:ext>
                  </a:extLst>
                </p14:cNvPr>
                <p14:cNvContentPartPr/>
                <p14:nvPr/>
              </p14:nvContentPartPr>
              <p14:xfrm>
                <a:off x="11066558" y="3156263"/>
                <a:ext cx="151200" cy="6480"/>
              </p14:xfrm>
            </p:contentPart>
          </mc:Choice>
          <mc:Fallback xmlns="">
            <p:pic>
              <p:nvPicPr>
                <p:cNvPr id="77" name="Ink 76">
                  <a:extLst>
                    <a:ext uri="{FF2B5EF4-FFF2-40B4-BE49-F238E27FC236}">
                      <a16:creationId xmlns:a16="http://schemas.microsoft.com/office/drawing/2014/main" id="{F9DBBE6C-AA2A-50E5-C6F0-521C1A8F5D95}"/>
                    </a:ext>
                  </a:extLst>
                </p:cNvPr>
                <p:cNvPicPr/>
                <p:nvPr/>
              </p:nvPicPr>
              <p:blipFill>
                <a:blip r:embed="rId153"/>
                <a:stretch>
                  <a:fillRect/>
                </a:stretch>
              </p:blipFill>
              <p:spPr>
                <a:xfrm>
                  <a:off x="11057918" y="3147263"/>
                  <a:ext cx="1688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8" name="Ink 77">
                  <a:extLst>
                    <a:ext uri="{FF2B5EF4-FFF2-40B4-BE49-F238E27FC236}">
                      <a16:creationId xmlns:a16="http://schemas.microsoft.com/office/drawing/2014/main" id="{F5B2E94C-C5A6-DA74-6745-F117F5B4A14B}"/>
                    </a:ext>
                  </a:extLst>
                </p14:cNvPr>
                <p14:cNvContentPartPr/>
                <p14:nvPr/>
              </p14:nvContentPartPr>
              <p14:xfrm>
                <a:off x="11098958" y="3256703"/>
                <a:ext cx="109080" cy="29160"/>
              </p14:xfrm>
            </p:contentPart>
          </mc:Choice>
          <mc:Fallback xmlns="">
            <p:pic>
              <p:nvPicPr>
                <p:cNvPr id="78" name="Ink 77">
                  <a:extLst>
                    <a:ext uri="{FF2B5EF4-FFF2-40B4-BE49-F238E27FC236}">
                      <a16:creationId xmlns:a16="http://schemas.microsoft.com/office/drawing/2014/main" id="{F5B2E94C-C5A6-DA74-6745-F117F5B4A14B}"/>
                    </a:ext>
                  </a:extLst>
                </p:cNvPr>
                <p:cNvPicPr/>
                <p:nvPr/>
              </p:nvPicPr>
              <p:blipFill>
                <a:blip r:embed="rId155"/>
                <a:stretch>
                  <a:fillRect/>
                </a:stretch>
              </p:blipFill>
              <p:spPr>
                <a:xfrm>
                  <a:off x="11089958" y="3247703"/>
                  <a:ext cx="1267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79" name="Ink 78">
                  <a:extLst>
                    <a:ext uri="{FF2B5EF4-FFF2-40B4-BE49-F238E27FC236}">
                      <a16:creationId xmlns:a16="http://schemas.microsoft.com/office/drawing/2014/main" id="{039EDD15-A610-38FC-2F19-D636BEBB04EE}"/>
                    </a:ext>
                  </a:extLst>
                </p14:cNvPr>
                <p14:cNvContentPartPr/>
                <p14:nvPr/>
              </p14:nvContentPartPr>
              <p14:xfrm>
                <a:off x="11104358" y="3375503"/>
                <a:ext cx="153000" cy="19800"/>
              </p14:xfrm>
            </p:contentPart>
          </mc:Choice>
          <mc:Fallback xmlns="">
            <p:pic>
              <p:nvPicPr>
                <p:cNvPr id="79" name="Ink 78">
                  <a:extLst>
                    <a:ext uri="{FF2B5EF4-FFF2-40B4-BE49-F238E27FC236}">
                      <a16:creationId xmlns:a16="http://schemas.microsoft.com/office/drawing/2014/main" id="{039EDD15-A610-38FC-2F19-D636BEBB04EE}"/>
                    </a:ext>
                  </a:extLst>
                </p:cNvPr>
                <p:cNvPicPr/>
                <p:nvPr/>
              </p:nvPicPr>
              <p:blipFill>
                <a:blip r:embed="rId157"/>
                <a:stretch>
                  <a:fillRect/>
                </a:stretch>
              </p:blipFill>
              <p:spPr>
                <a:xfrm>
                  <a:off x="11095358" y="3366863"/>
                  <a:ext cx="1706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0" name="Ink 79">
                  <a:extLst>
                    <a:ext uri="{FF2B5EF4-FFF2-40B4-BE49-F238E27FC236}">
                      <a16:creationId xmlns:a16="http://schemas.microsoft.com/office/drawing/2014/main" id="{5209381C-B361-9914-582F-355E8CD38921}"/>
                    </a:ext>
                  </a:extLst>
                </p14:cNvPr>
                <p14:cNvContentPartPr/>
                <p14:nvPr/>
              </p14:nvContentPartPr>
              <p14:xfrm>
                <a:off x="11060078" y="3544343"/>
                <a:ext cx="151560" cy="6120"/>
              </p14:xfrm>
            </p:contentPart>
          </mc:Choice>
          <mc:Fallback xmlns="">
            <p:pic>
              <p:nvPicPr>
                <p:cNvPr id="80" name="Ink 79">
                  <a:extLst>
                    <a:ext uri="{FF2B5EF4-FFF2-40B4-BE49-F238E27FC236}">
                      <a16:creationId xmlns:a16="http://schemas.microsoft.com/office/drawing/2014/main" id="{5209381C-B361-9914-582F-355E8CD38921}"/>
                    </a:ext>
                  </a:extLst>
                </p:cNvPr>
                <p:cNvPicPr/>
                <p:nvPr/>
              </p:nvPicPr>
              <p:blipFill>
                <a:blip r:embed="rId159"/>
                <a:stretch>
                  <a:fillRect/>
                </a:stretch>
              </p:blipFill>
              <p:spPr>
                <a:xfrm>
                  <a:off x="11051438" y="3535703"/>
                  <a:ext cx="169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1" name="Ink 80">
                  <a:extLst>
                    <a:ext uri="{FF2B5EF4-FFF2-40B4-BE49-F238E27FC236}">
                      <a16:creationId xmlns:a16="http://schemas.microsoft.com/office/drawing/2014/main" id="{2B25AFB7-D1D2-CDD8-0911-5D49F9B6EE7D}"/>
                    </a:ext>
                  </a:extLst>
                </p14:cNvPr>
                <p14:cNvContentPartPr/>
                <p14:nvPr/>
              </p14:nvContentPartPr>
              <p14:xfrm>
                <a:off x="11132798" y="3632183"/>
                <a:ext cx="137880" cy="13680"/>
              </p14:xfrm>
            </p:contentPart>
          </mc:Choice>
          <mc:Fallback xmlns="">
            <p:pic>
              <p:nvPicPr>
                <p:cNvPr id="81" name="Ink 80">
                  <a:extLst>
                    <a:ext uri="{FF2B5EF4-FFF2-40B4-BE49-F238E27FC236}">
                      <a16:creationId xmlns:a16="http://schemas.microsoft.com/office/drawing/2014/main" id="{2B25AFB7-D1D2-CDD8-0911-5D49F9B6EE7D}"/>
                    </a:ext>
                  </a:extLst>
                </p:cNvPr>
                <p:cNvPicPr/>
                <p:nvPr/>
              </p:nvPicPr>
              <p:blipFill>
                <a:blip r:embed="rId161"/>
                <a:stretch>
                  <a:fillRect/>
                </a:stretch>
              </p:blipFill>
              <p:spPr>
                <a:xfrm>
                  <a:off x="11124158" y="3623543"/>
                  <a:ext cx="1555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2" name="Ink 81">
                  <a:extLst>
                    <a:ext uri="{FF2B5EF4-FFF2-40B4-BE49-F238E27FC236}">
                      <a16:creationId xmlns:a16="http://schemas.microsoft.com/office/drawing/2014/main" id="{05005108-CFDE-6FB8-630F-BA4D8EE9D7C2}"/>
                    </a:ext>
                  </a:extLst>
                </p14:cNvPr>
                <p14:cNvContentPartPr/>
                <p14:nvPr/>
              </p14:nvContentPartPr>
              <p14:xfrm>
                <a:off x="10120118" y="3205943"/>
                <a:ext cx="146880" cy="13320"/>
              </p14:xfrm>
            </p:contentPart>
          </mc:Choice>
          <mc:Fallback xmlns="">
            <p:pic>
              <p:nvPicPr>
                <p:cNvPr id="82" name="Ink 81">
                  <a:extLst>
                    <a:ext uri="{FF2B5EF4-FFF2-40B4-BE49-F238E27FC236}">
                      <a16:creationId xmlns:a16="http://schemas.microsoft.com/office/drawing/2014/main" id="{05005108-CFDE-6FB8-630F-BA4D8EE9D7C2}"/>
                    </a:ext>
                  </a:extLst>
                </p:cNvPr>
                <p:cNvPicPr/>
                <p:nvPr/>
              </p:nvPicPr>
              <p:blipFill>
                <a:blip r:embed="rId163"/>
                <a:stretch>
                  <a:fillRect/>
                </a:stretch>
              </p:blipFill>
              <p:spPr>
                <a:xfrm>
                  <a:off x="10111118" y="3197303"/>
                  <a:ext cx="164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3" name="Ink 82">
                  <a:extLst>
                    <a:ext uri="{FF2B5EF4-FFF2-40B4-BE49-F238E27FC236}">
                      <a16:creationId xmlns:a16="http://schemas.microsoft.com/office/drawing/2014/main" id="{D998EC8B-01F9-61E0-4E93-E6E9C3B574C2}"/>
                    </a:ext>
                  </a:extLst>
                </p14:cNvPr>
                <p14:cNvContentPartPr/>
                <p14:nvPr/>
              </p14:nvContentPartPr>
              <p14:xfrm>
                <a:off x="10122998" y="3312863"/>
                <a:ext cx="43920" cy="19440"/>
              </p14:xfrm>
            </p:contentPart>
          </mc:Choice>
          <mc:Fallback xmlns="">
            <p:pic>
              <p:nvPicPr>
                <p:cNvPr id="83" name="Ink 82">
                  <a:extLst>
                    <a:ext uri="{FF2B5EF4-FFF2-40B4-BE49-F238E27FC236}">
                      <a16:creationId xmlns:a16="http://schemas.microsoft.com/office/drawing/2014/main" id="{D998EC8B-01F9-61E0-4E93-E6E9C3B574C2}"/>
                    </a:ext>
                  </a:extLst>
                </p:cNvPr>
                <p:cNvPicPr/>
                <p:nvPr/>
              </p:nvPicPr>
              <p:blipFill>
                <a:blip r:embed="rId165"/>
                <a:stretch>
                  <a:fillRect/>
                </a:stretch>
              </p:blipFill>
              <p:spPr>
                <a:xfrm>
                  <a:off x="10113998" y="3304223"/>
                  <a:ext cx="615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4" name="Ink 83">
                  <a:extLst>
                    <a:ext uri="{FF2B5EF4-FFF2-40B4-BE49-F238E27FC236}">
                      <a16:creationId xmlns:a16="http://schemas.microsoft.com/office/drawing/2014/main" id="{DB17D459-8788-B8B7-A796-4C3717B6D203}"/>
                    </a:ext>
                  </a:extLst>
                </p14:cNvPr>
                <p14:cNvContentPartPr/>
                <p14:nvPr/>
              </p14:nvContentPartPr>
              <p14:xfrm>
                <a:off x="10146038" y="3456863"/>
                <a:ext cx="157320" cy="28080"/>
              </p14:xfrm>
            </p:contentPart>
          </mc:Choice>
          <mc:Fallback xmlns="">
            <p:pic>
              <p:nvPicPr>
                <p:cNvPr id="84" name="Ink 83">
                  <a:extLst>
                    <a:ext uri="{FF2B5EF4-FFF2-40B4-BE49-F238E27FC236}">
                      <a16:creationId xmlns:a16="http://schemas.microsoft.com/office/drawing/2014/main" id="{DB17D459-8788-B8B7-A796-4C3717B6D203}"/>
                    </a:ext>
                  </a:extLst>
                </p:cNvPr>
                <p:cNvPicPr/>
                <p:nvPr/>
              </p:nvPicPr>
              <p:blipFill>
                <a:blip r:embed="rId167"/>
                <a:stretch>
                  <a:fillRect/>
                </a:stretch>
              </p:blipFill>
              <p:spPr>
                <a:xfrm>
                  <a:off x="10137038" y="3447863"/>
                  <a:ext cx="174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6" name="Ink 85">
                  <a:extLst>
                    <a:ext uri="{FF2B5EF4-FFF2-40B4-BE49-F238E27FC236}">
                      <a16:creationId xmlns:a16="http://schemas.microsoft.com/office/drawing/2014/main" id="{67DD08B5-0062-CEFF-C6A3-08C4418FA1C2}"/>
                    </a:ext>
                  </a:extLst>
                </p14:cNvPr>
                <p14:cNvContentPartPr/>
                <p14:nvPr/>
              </p14:nvContentPartPr>
              <p14:xfrm>
                <a:off x="9738518" y="4068863"/>
                <a:ext cx="20880" cy="68040"/>
              </p14:xfrm>
            </p:contentPart>
          </mc:Choice>
          <mc:Fallback xmlns="">
            <p:pic>
              <p:nvPicPr>
                <p:cNvPr id="86" name="Ink 85">
                  <a:extLst>
                    <a:ext uri="{FF2B5EF4-FFF2-40B4-BE49-F238E27FC236}">
                      <a16:creationId xmlns:a16="http://schemas.microsoft.com/office/drawing/2014/main" id="{67DD08B5-0062-CEFF-C6A3-08C4418FA1C2}"/>
                    </a:ext>
                  </a:extLst>
                </p:cNvPr>
                <p:cNvPicPr/>
                <p:nvPr/>
              </p:nvPicPr>
              <p:blipFill>
                <a:blip r:embed="rId169"/>
                <a:stretch>
                  <a:fillRect/>
                </a:stretch>
              </p:blipFill>
              <p:spPr>
                <a:xfrm>
                  <a:off x="9729878" y="4060223"/>
                  <a:ext cx="3852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7" name="Ink 86">
                  <a:extLst>
                    <a:ext uri="{FF2B5EF4-FFF2-40B4-BE49-F238E27FC236}">
                      <a16:creationId xmlns:a16="http://schemas.microsoft.com/office/drawing/2014/main" id="{F57CD697-4C56-22EA-D364-BFCA1CD25F6E}"/>
                    </a:ext>
                  </a:extLst>
                </p14:cNvPr>
                <p14:cNvContentPartPr/>
                <p14:nvPr/>
              </p14:nvContentPartPr>
              <p14:xfrm>
                <a:off x="9737078" y="3975263"/>
                <a:ext cx="197280" cy="410040"/>
              </p14:xfrm>
            </p:contentPart>
          </mc:Choice>
          <mc:Fallback xmlns="">
            <p:pic>
              <p:nvPicPr>
                <p:cNvPr id="87" name="Ink 86">
                  <a:extLst>
                    <a:ext uri="{FF2B5EF4-FFF2-40B4-BE49-F238E27FC236}">
                      <a16:creationId xmlns:a16="http://schemas.microsoft.com/office/drawing/2014/main" id="{F57CD697-4C56-22EA-D364-BFCA1CD25F6E}"/>
                    </a:ext>
                  </a:extLst>
                </p:cNvPr>
                <p:cNvPicPr/>
                <p:nvPr/>
              </p:nvPicPr>
              <p:blipFill>
                <a:blip r:embed="rId171"/>
                <a:stretch>
                  <a:fillRect/>
                </a:stretch>
              </p:blipFill>
              <p:spPr>
                <a:xfrm>
                  <a:off x="9728078" y="3966623"/>
                  <a:ext cx="21492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8" name="Ink 87">
                  <a:extLst>
                    <a:ext uri="{FF2B5EF4-FFF2-40B4-BE49-F238E27FC236}">
                      <a16:creationId xmlns:a16="http://schemas.microsoft.com/office/drawing/2014/main" id="{CCF20646-B8A2-5321-C894-AA1F5CF97BD3}"/>
                    </a:ext>
                  </a:extLst>
                </p14:cNvPr>
                <p14:cNvContentPartPr/>
                <p14:nvPr/>
              </p14:nvContentPartPr>
              <p14:xfrm>
                <a:off x="10039838" y="4062383"/>
                <a:ext cx="429120" cy="353520"/>
              </p14:xfrm>
            </p:contentPart>
          </mc:Choice>
          <mc:Fallback xmlns="">
            <p:pic>
              <p:nvPicPr>
                <p:cNvPr id="88" name="Ink 87">
                  <a:extLst>
                    <a:ext uri="{FF2B5EF4-FFF2-40B4-BE49-F238E27FC236}">
                      <a16:creationId xmlns:a16="http://schemas.microsoft.com/office/drawing/2014/main" id="{CCF20646-B8A2-5321-C894-AA1F5CF97BD3}"/>
                    </a:ext>
                  </a:extLst>
                </p:cNvPr>
                <p:cNvPicPr/>
                <p:nvPr/>
              </p:nvPicPr>
              <p:blipFill>
                <a:blip r:embed="rId173"/>
                <a:stretch>
                  <a:fillRect/>
                </a:stretch>
              </p:blipFill>
              <p:spPr>
                <a:xfrm>
                  <a:off x="10030838" y="4053383"/>
                  <a:ext cx="44676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1F198B5D-2ADF-FAA4-B140-5AC7855A36DC}"/>
                    </a:ext>
                  </a:extLst>
                </p14:cNvPr>
                <p14:cNvContentPartPr/>
                <p14:nvPr/>
              </p14:nvContentPartPr>
              <p14:xfrm>
                <a:off x="10515758" y="4058063"/>
                <a:ext cx="12240" cy="38160"/>
              </p14:xfrm>
            </p:contentPart>
          </mc:Choice>
          <mc:Fallback xmlns="">
            <p:pic>
              <p:nvPicPr>
                <p:cNvPr id="89" name="Ink 88">
                  <a:extLst>
                    <a:ext uri="{FF2B5EF4-FFF2-40B4-BE49-F238E27FC236}">
                      <a16:creationId xmlns:a16="http://schemas.microsoft.com/office/drawing/2014/main" id="{1F198B5D-2ADF-FAA4-B140-5AC7855A36DC}"/>
                    </a:ext>
                  </a:extLst>
                </p:cNvPr>
                <p:cNvPicPr/>
                <p:nvPr/>
              </p:nvPicPr>
              <p:blipFill>
                <a:blip r:embed="rId175"/>
                <a:stretch>
                  <a:fillRect/>
                </a:stretch>
              </p:blipFill>
              <p:spPr>
                <a:xfrm>
                  <a:off x="10507118" y="4049423"/>
                  <a:ext cx="298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3" name="Ink 102">
                  <a:extLst>
                    <a:ext uri="{FF2B5EF4-FFF2-40B4-BE49-F238E27FC236}">
                      <a16:creationId xmlns:a16="http://schemas.microsoft.com/office/drawing/2014/main" id="{2476B1F7-D043-8F87-E172-D86DF2F3B53B}"/>
                    </a:ext>
                  </a:extLst>
                </p14:cNvPr>
                <p14:cNvContentPartPr/>
                <p14:nvPr/>
              </p14:nvContentPartPr>
              <p14:xfrm>
                <a:off x="5599238" y="981503"/>
                <a:ext cx="914760" cy="628920"/>
              </p14:xfrm>
            </p:contentPart>
          </mc:Choice>
          <mc:Fallback xmlns="">
            <p:pic>
              <p:nvPicPr>
                <p:cNvPr id="103" name="Ink 102">
                  <a:extLst>
                    <a:ext uri="{FF2B5EF4-FFF2-40B4-BE49-F238E27FC236}">
                      <a16:creationId xmlns:a16="http://schemas.microsoft.com/office/drawing/2014/main" id="{2476B1F7-D043-8F87-E172-D86DF2F3B53B}"/>
                    </a:ext>
                  </a:extLst>
                </p:cNvPr>
                <p:cNvPicPr/>
                <p:nvPr/>
              </p:nvPicPr>
              <p:blipFill>
                <a:blip r:embed="rId177"/>
                <a:stretch>
                  <a:fillRect/>
                </a:stretch>
              </p:blipFill>
              <p:spPr>
                <a:xfrm>
                  <a:off x="5590598" y="972503"/>
                  <a:ext cx="932400" cy="646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4" name="Ink 103">
                  <a:extLst>
                    <a:ext uri="{FF2B5EF4-FFF2-40B4-BE49-F238E27FC236}">
                      <a16:creationId xmlns:a16="http://schemas.microsoft.com/office/drawing/2014/main" id="{487178B2-4279-8274-654A-41ABA6806872}"/>
                    </a:ext>
                  </a:extLst>
                </p14:cNvPr>
                <p14:cNvContentPartPr/>
                <p14:nvPr/>
              </p14:nvContentPartPr>
              <p14:xfrm>
                <a:off x="6311678" y="1532663"/>
                <a:ext cx="233280" cy="75960"/>
              </p14:xfrm>
            </p:contentPart>
          </mc:Choice>
          <mc:Fallback xmlns="">
            <p:pic>
              <p:nvPicPr>
                <p:cNvPr id="104" name="Ink 103">
                  <a:extLst>
                    <a:ext uri="{FF2B5EF4-FFF2-40B4-BE49-F238E27FC236}">
                      <a16:creationId xmlns:a16="http://schemas.microsoft.com/office/drawing/2014/main" id="{487178B2-4279-8274-654A-41ABA6806872}"/>
                    </a:ext>
                  </a:extLst>
                </p:cNvPr>
                <p:cNvPicPr/>
                <p:nvPr/>
              </p:nvPicPr>
              <p:blipFill>
                <a:blip r:embed="rId179"/>
                <a:stretch>
                  <a:fillRect/>
                </a:stretch>
              </p:blipFill>
              <p:spPr>
                <a:xfrm>
                  <a:off x="6303038" y="1523663"/>
                  <a:ext cx="2509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5" name="Ink 104">
                  <a:extLst>
                    <a:ext uri="{FF2B5EF4-FFF2-40B4-BE49-F238E27FC236}">
                      <a16:creationId xmlns:a16="http://schemas.microsoft.com/office/drawing/2014/main" id="{7102A449-1C2C-02E9-31A4-8B79AA4E3EAB}"/>
                    </a:ext>
                  </a:extLst>
                </p14:cNvPr>
                <p14:cNvContentPartPr/>
                <p14:nvPr/>
              </p14:nvContentPartPr>
              <p14:xfrm>
                <a:off x="6701198" y="1170863"/>
                <a:ext cx="151200" cy="177120"/>
              </p14:xfrm>
            </p:contentPart>
          </mc:Choice>
          <mc:Fallback xmlns="">
            <p:pic>
              <p:nvPicPr>
                <p:cNvPr id="105" name="Ink 104">
                  <a:extLst>
                    <a:ext uri="{FF2B5EF4-FFF2-40B4-BE49-F238E27FC236}">
                      <a16:creationId xmlns:a16="http://schemas.microsoft.com/office/drawing/2014/main" id="{7102A449-1C2C-02E9-31A4-8B79AA4E3EAB}"/>
                    </a:ext>
                  </a:extLst>
                </p:cNvPr>
                <p:cNvPicPr/>
                <p:nvPr/>
              </p:nvPicPr>
              <p:blipFill>
                <a:blip r:embed="rId181"/>
                <a:stretch>
                  <a:fillRect/>
                </a:stretch>
              </p:blipFill>
              <p:spPr>
                <a:xfrm>
                  <a:off x="6692198" y="1161863"/>
                  <a:ext cx="16884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0" name="Ink 109">
                  <a:extLst>
                    <a:ext uri="{FF2B5EF4-FFF2-40B4-BE49-F238E27FC236}">
                      <a16:creationId xmlns:a16="http://schemas.microsoft.com/office/drawing/2014/main" id="{D76C3664-B34A-ACAA-5002-A2ABE51A9A53}"/>
                    </a:ext>
                  </a:extLst>
                </p14:cNvPr>
                <p14:cNvContentPartPr/>
                <p14:nvPr/>
              </p14:nvContentPartPr>
              <p14:xfrm>
                <a:off x="6894878" y="987623"/>
                <a:ext cx="202680" cy="371520"/>
              </p14:xfrm>
            </p:contentPart>
          </mc:Choice>
          <mc:Fallback xmlns="">
            <p:pic>
              <p:nvPicPr>
                <p:cNvPr id="110" name="Ink 109">
                  <a:extLst>
                    <a:ext uri="{FF2B5EF4-FFF2-40B4-BE49-F238E27FC236}">
                      <a16:creationId xmlns:a16="http://schemas.microsoft.com/office/drawing/2014/main" id="{D76C3664-B34A-ACAA-5002-A2ABE51A9A53}"/>
                    </a:ext>
                  </a:extLst>
                </p:cNvPr>
                <p:cNvPicPr/>
                <p:nvPr/>
              </p:nvPicPr>
              <p:blipFill>
                <a:blip r:embed="rId183"/>
                <a:stretch>
                  <a:fillRect/>
                </a:stretch>
              </p:blipFill>
              <p:spPr>
                <a:xfrm>
                  <a:off x="6885878" y="978983"/>
                  <a:ext cx="22032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1" name="Ink 110">
                  <a:extLst>
                    <a:ext uri="{FF2B5EF4-FFF2-40B4-BE49-F238E27FC236}">
                      <a16:creationId xmlns:a16="http://schemas.microsoft.com/office/drawing/2014/main" id="{2BBC2636-236B-F7DD-1268-9370891F836B}"/>
                    </a:ext>
                  </a:extLst>
                </p14:cNvPr>
                <p14:cNvContentPartPr/>
                <p14:nvPr/>
              </p14:nvContentPartPr>
              <p14:xfrm>
                <a:off x="7208438" y="1138823"/>
                <a:ext cx="155160" cy="206640"/>
              </p14:xfrm>
            </p:contentPart>
          </mc:Choice>
          <mc:Fallback xmlns="">
            <p:pic>
              <p:nvPicPr>
                <p:cNvPr id="111" name="Ink 110">
                  <a:extLst>
                    <a:ext uri="{FF2B5EF4-FFF2-40B4-BE49-F238E27FC236}">
                      <a16:creationId xmlns:a16="http://schemas.microsoft.com/office/drawing/2014/main" id="{2BBC2636-236B-F7DD-1268-9370891F836B}"/>
                    </a:ext>
                  </a:extLst>
                </p:cNvPr>
                <p:cNvPicPr/>
                <p:nvPr/>
              </p:nvPicPr>
              <p:blipFill>
                <a:blip r:embed="rId185"/>
                <a:stretch>
                  <a:fillRect/>
                </a:stretch>
              </p:blipFill>
              <p:spPr>
                <a:xfrm>
                  <a:off x="7199798" y="1130183"/>
                  <a:ext cx="1728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2" name="Ink 111">
                  <a:extLst>
                    <a:ext uri="{FF2B5EF4-FFF2-40B4-BE49-F238E27FC236}">
                      <a16:creationId xmlns:a16="http://schemas.microsoft.com/office/drawing/2014/main" id="{9F1BA86C-9EBB-526B-9C2E-F7CF10DEEDCA}"/>
                    </a:ext>
                  </a:extLst>
                </p14:cNvPr>
                <p14:cNvContentPartPr/>
                <p14:nvPr/>
              </p14:nvContentPartPr>
              <p14:xfrm>
                <a:off x="7664198" y="986543"/>
                <a:ext cx="185400" cy="316800"/>
              </p14:xfrm>
            </p:contentPart>
          </mc:Choice>
          <mc:Fallback xmlns="">
            <p:pic>
              <p:nvPicPr>
                <p:cNvPr id="112" name="Ink 111">
                  <a:extLst>
                    <a:ext uri="{FF2B5EF4-FFF2-40B4-BE49-F238E27FC236}">
                      <a16:creationId xmlns:a16="http://schemas.microsoft.com/office/drawing/2014/main" id="{9F1BA86C-9EBB-526B-9C2E-F7CF10DEEDCA}"/>
                    </a:ext>
                  </a:extLst>
                </p:cNvPr>
                <p:cNvPicPr/>
                <p:nvPr/>
              </p:nvPicPr>
              <p:blipFill>
                <a:blip r:embed="rId187"/>
                <a:stretch>
                  <a:fillRect/>
                </a:stretch>
              </p:blipFill>
              <p:spPr>
                <a:xfrm>
                  <a:off x="7655558" y="977903"/>
                  <a:ext cx="2030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3" name="Ink 112">
                  <a:extLst>
                    <a:ext uri="{FF2B5EF4-FFF2-40B4-BE49-F238E27FC236}">
                      <a16:creationId xmlns:a16="http://schemas.microsoft.com/office/drawing/2014/main" id="{52067020-87CE-65F1-07F1-AFF0984CC06C}"/>
                    </a:ext>
                  </a:extLst>
                </p14:cNvPr>
                <p14:cNvContentPartPr/>
                <p14:nvPr/>
              </p14:nvContentPartPr>
              <p14:xfrm>
                <a:off x="7925558" y="1098503"/>
                <a:ext cx="86760" cy="191520"/>
              </p14:xfrm>
            </p:contentPart>
          </mc:Choice>
          <mc:Fallback xmlns="">
            <p:pic>
              <p:nvPicPr>
                <p:cNvPr id="113" name="Ink 112">
                  <a:extLst>
                    <a:ext uri="{FF2B5EF4-FFF2-40B4-BE49-F238E27FC236}">
                      <a16:creationId xmlns:a16="http://schemas.microsoft.com/office/drawing/2014/main" id="{52067020-87CE-65F1-07F1-AFF0984CC06C}"/>
                    </a:ext>
                  </a:extLst>
                </p:cNvPr>
                <p:cNvPicPr/>
                <p:nvPr/>
              </p:nvPicPr>
              <p:blipFill>
                <a:blip r:embed="rId189"/>
                <a:stretch>
                  <a:fillRect/>
                </a:stretch>
              </p:blipFill>
              <p:spPr>
                <a:xfrm>
                  <a:off x="7916918" y="1089503"/>
                  <a:ext cx="1044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4" name="Ink 113">
                  <a:extLst>
                    <a:ext uri="{FF2B5EF4-FFF2-40B4-BE49-F238E27FC236}">
                      <a16:creationId xmlns:a16="http://schemas.microsoft.com/office/drawing/2014/main" id="{6FB8E3BC-BD42-ED0F-9638-1A9AFDF96069}"/>
                    </a:ext>
                  </a:extLst>
                </p14:cNvPr>
                <p14:cNvContentPartPr/>
                <p14:nvPr/>
              </p14:nvContentPartPr>
              <p14:xfrm>
                <a:off x="8060558" y="1093103"/>
                <a:ext cx="136080" cy="340920"/>
              </p14:xfrm>
            </p:contentPart>
          </mc:Choice>
          <mc:Fallback xmlns="">
            <p:pic>
              <p:nvPicPr>
                <p:cNvPr id="114" name="Ink 113">
                  <a:extLst>
                    <a:ext uri="{FF2B5EF4-FFF2-40B4-BE49-F238E27FC236}">
                      <a16:creationId xmlns:a16="http://schemas.microsoft.com/office/drawing/2014/main" id="{6FB8E3BC-BD42-ED0F-9638-1A9AFDF96069}"/>
                    </a:ext>
                  </a:extLst>
                </p:cNvPr>
                <p:cNvPicPr/>
                <p:nvPr/>
              </p:nvPicPr>
              <p:blipFill>
                <a:blip r:embed="rId191"/>
                <a:stretch>
                  <a:fillRect/>
                </a:stretch>
              </p:blipFill>
              <p:spPr>
                <a:xfrm>
                  <a:off x="8051918" y="1084103"/>
                  <a:ext cx="15372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58650DB9-FF9F-CADE-FDA3-D49585E87692}"/>
                    </a:ext>
                  </a:extLst>
                </p14:cNvPr>
                <p14:cNvContentPartPr/>
                <p14:nvPr/>
              </p14:nvContentPartPr>
              <p14:xfrm>
                <a:off x="8285558" y="980423"/>
                <a:ext cx="6840" cy="258480"/>
              </p14:xfrm>
            </p:contentPart>
          </mc:Choice>
          <mc:Fallback xmlns="">
            <p:pic>
              <p:nvPicPr>
                <p:cNvPr id="115" name="Ink 114">
                  <a:extLst>
                    <a:ext uri="{FF2B5EF4-FFF2-40B4-BE49-F238E27FC236}">
                      <a16:creationId xmlns:a16="http://schemas.microsoft.com/office/drawing/2014/main" id="{58650DB9-FF9F-CADE-FDA3-D49585E87692}"/>
                    </a:ext>
                  </a:extLst>
                </p:cNvPr>
                <p:cNvPicPr/>
                <p:nvPr/>
              </p:nvPicPr>
              <p:blipFill>
                <a:blip r:embed="rId193"/>
                <a:stretch>
                  <a:fillRect/>
                </a:stretch>
              </p:blipFill>
              <p:spPr>
                <a:xfrm>
                  <a:off x="8276918" y="971423"/>
                  <a:ext cx="2448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BDE778C1-DBA7-3D28-4387-78601A468EC1}"/>
                    </a:ext>
                  </a:extLst>
                </p14:cNvPr>
                <p14:cNvContentPartPr/>
                <p14:nvPr/>
              </p14:nvContentPartPr>
              <p14:xfrm>
                <a:off x="8416598" y="1107503"/>
                <a:ext cx="336240" cy="442440"/>
              </p14:xfrm>
            </p:contentPart>
          </mc:Choice>
          <mc:Fallback xmlns="">
            <p:pic>
              <p:nvPicPr>
                <p:cNvPr id="116" name="Ink 115">
                  <a:extLst>
                    <a:ext uri="{FF2B5EF4-FFF2-40B4-BE49-F238E27FC236}">
                      <a16:creationId xmlns:a16="http://schemas.microsoft.com/office/drawing/2014/main" id="{BDE778C1-DBA7-3D28-4387-78601A468EC1}"/>
                    </a:ext>
                  </a:extLst>
                </p:cNvPr>
                <p:cNvPicPr/>
                <p:nvPr/>
              </p:nvPicPr>
              <p:blipFill>
                <a:blip r:embed="rId195"/>
                <a:stretch>
                  <a:fillRect/>
                </a:stretch>
              </p:blipFill>
              <p:spPr>
                <a:xfrm>
                  <a:off x="8407958" y="1098863"/>
                  <a:ext cx="3538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7" name="Ink 116">
                  <a:extLst>
                    <a:ext uri="{FF2B5EF4-FFF2-40B4-BE49-F238E27FC236}">
                      <a16:creationId xmlns:a16="http://schemas.microsoft.com/office/drawing/2014/main" id="{89CDD442-D022-1401-4ACE-51C10951CC18}"/>
                    </a:ext>
                  </a:extLst>
                </p14:cNvPr>
                <p14:cNvContentPartPr/>
                <p14:nvPr/>
              </p14:nvContentPartPr>
              <p14:xfrm>
                <a:off x="8874518" y="1079063"/>
                <a:ext cx="143280" cy="17280"/>
              </p14:xfrm>
            </p:contentPart>
          </mc:Choice>
          <mc:Fallback xmlns="">
            <p:pic>
              <p:nvPicPr>
                <p:cNvPr id="117" name="Ink 116">
                  <a:extLst>
                    <a:ext uri="{FF2B5EF4-FFF2-40B4-BE49-F238E27FC236}">
                      <a16:creationId xmlns:a16="http://schemas.microsoft.com/office/drawing/2014/main" id="{89CDD442-D022-1401-4ACE-51C10951CC18}"/>
                    </a:ext>
                  </a:extLst>
                </p:cNvPr>
                <p:cNvPicPr/>
                <p:nvPr/>
              </p:nvPicPr>
              <p:blipFill>
                <a:blip r:embed="rId197"/>
                <a:stretch>
                  <a:fillRect/>
                </a:stretch>
              </p:blipFill>
              <p:spPr>
                <a:xfrm>
                  <a:off x="8865518" y="1070423"/>
                  <a:ext cx="1609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8" name="Ink 117">
                  <a:extLst>
                    <a:ext uri="{FF2B5EF4-FFF2-40B4-BE49-F238E27FC236}">
                      <a16:creationId xmlns:a16="http://schemas.microsoft.com/office/drawing/2014/main" id="{2B712BED-1781-C367-CE40-CF1B19EF322F}"/>
                    </a:ext>
                  </a:extLst>
                </p14:cNvPr>
                <p14:cNvContentPartPr/>
                <p14:nvPr/>
              </p14:nvContentPartPr>
              <p14:xfrm>
                <a:off x="9175478" y="1066463"/>
                <a:ext cx="78480" cy="23400"/>
              </p14:xfrm>
            </p:contentPart>
          </mc:Choice>
          <mc:Fallback xmlns="">
            <p:pic>
              <p:nvPicPr>
                <p:cNvPr id="118" name="Ink 117">
                  <a:extLst>
                    <a:ext uri="{FF2B5EF4-FFF2-40B4-BE49-F238E27FC236}">
                      <a16:creationId xmlns:a16="http://schemas.microsoft.com/office/drawing/2014/main" id="{2B712BED-1781-C367-CE40-CF1B19EF322F}"/>
                    </a:ext>
                  </a:extLst>
                </p:cNvPr>
                <p:cNvPicPr/>
                <p:nvPr/>
              </p:nvPicPr>
              <p:blipFill>
                <a:blip r:embed="rId199"/>
                <a:stretch>
                  <a:fillRect/>
                </a:stretch>
              </p:blipFill>
              <p:spPr>
                <a:xfrm>
                  <a:off x="9166478" y="1057823"/>
                  <a:ext cx="961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9" name="Ink 118">
                  <a:extLst>
                    <a:ext uri="{FF2B5EF4-FFF2-40B4-BE49-F238E27FC236}">
                      <a16:creationId xmlns:a16="http://schemas.microsoft.com/office/drawing/2014/main" id="{586CD7EA-2027-E931-D9A5-1D2AF2130876}"/>
                    </a:ext>
                  </a:extLst>
                </p14:cNvPr>
                <p14:cNvContentPartPr/>
                <p14:nvPr/>
              </p14:nvContentPartPr>
              <p14:xfrm>
                <a:off x="9429638" y="892943"/>
                <a:ext cx="48600" cy="276480"/>
              </p14:xfrm>
            </p:contentPart>
          </mc:Choice>
          <mc:Fallback xmlns="">
            <p:pic>
              <p:nvPicPr>
                <p:cNvPr id="119" name="Ink 118">
                  <a:extLst>
                    <a:ext uri="{FF2B5EF4-FFF2-40B4-BE49-F238E27FC236}">
                      <a16:creationId xmlns:a16="http://schemas.microsoft.com/office/drawing/2014/main" id="{586CD7EA-2027-E931-D9A5-1D2AF2130876}"/>
                    </a:ext>
                  </a:extLst>
                </p:cNvPr>
                <p:cNvPicPr/>
                <p:nvPr/>
              </p:nvPicPr>
              <p:blipFill>
                <a:blip r:embed="rId201"/>
                <a:stretch>
                  <a:fillRect/>
                </a:stretch>
              </p:blipFill>
              <p:spPr>
                <a:xfrm>
                  <a:off x="9420998" y="884303"/>
                  <a:ext cx="662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0" name="Ink 119">
                  <a:extLst>
                    <a:ext uri="{FF2B5EF4-FFF2-40B4-BE49-F238E27FC236}">
                      <a16:creationId xmlns:a16="http://schemas.microsoft.com/office/drawing/2014/main" id="{7273226F-B980-96C3-7D61-A51E55E38D25}"/>
                    </a:ext>
                  </a:extLst>
                </p14:cNvPr>
                <p14:cNvContentPartPr/>
                <p14:nvPr/>
              </p14:nvContentPartPr>
              <p14:xfrm>
                <a:off x="9429278" y="1005623"/>
                <a:ext cx="360000" cy="196200"/>
              </p14:xfrm>
            </p:contentPart>
          </mc:Choice>
          <mc:Fallback xmlns="">
            <p:pic>
              <p:nvPicPr>
                <p:cNvPr id="120" name="Ink 119">
                  <a:extLst>
                    <a:ext uri="{FF2B5EF4-FFF2-40B4-BE49-F238E27FC236}">
                      <a16:creationId xmlns:a16="http://schemas.microsoft.com/office/drawing/2014/main" id="{7273226F-B980-96C3-7D61-A51E55E38D25}"/>
                    </a:ext>
                  </a:extLst>
                </p:cNvPr>
                <p:cNvPicPr/>
                <p:nvPr/>
              </p:nvPicPr>
              <p:blipFill>
                <a:blip r:embed="rId203"/>
                <a:stretch>
                  <a:fillRect/>
                </a:stretch>
              </p:blipFill>
              <p:spPr>
                <a:xfrm>
                  <a:off x="9420278" y="996983"/>
                  <a:ext cx="37764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1" name="Ink 120">
                  <a:extLst>
                    <a:ext uri="{FF2B5EF4-FFF2-40B4-BE49-F238E27FC236}">
                      <a16:creationId xmlns:a16="http://schemas.microsoft.com/office/drawing/2014/main" id="{6E1F8B16-0DFD-9DFA-F77C-5DA11AE0366C}"/>
                    </a:ext>
                  </a:extLst>
                </p14:cNvPr>
                <p14:cNvContentPartPr/>
                <p14:nvPr/>
              </p14:nvContentPartPr>
              <p14:xfrm>
                <a:off x="10106798" y="831743"/>
                <a:ext cx="189000" cy="312840"/>
              </p14:xfrm>
            </p:contentPart>
          </mc:Choice>
          <mc:Fallback xmlns="">
            <p:pic>
              <p:nvPicPr>
                <p:cNvPr id="121" name="Ink 120">
                  <a:extLst>
                    <a:ext uri="{FF2B5EF4-FFF2-40B4-BE49-F238E27FC236}">
                      <a16:creationId xmlns:a16="http://schemas.microsoft.com/office/drawing/2014/main" id="{6E1F8B16-0DFD-9DFA-F77C-5DA11AE0366C}"/>
                    </a:ext>
                  </a:extLst>
                </p:cNvPr>
                <p:cNvPicPr/>
                <p:nvPr/>
              </p:nvPicPr>
              <p:blipFill>
                <a:blip r:embed="rId205"/>
                <a:stretch>
                  <a:fillRect/>
                </a:stretch>
              </p:blipFill>
              <p:spPr>
                <a:xfrm>
                  <a:off x="10097798" y="822743"/>
                  <a:ext cx="20664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2" name="Ink 121">
                  <a:extLst>
                    <a:ext uri="{FF2B5EF4-FFF2-40B4-BE49-F238E27FC236}">
                      <a16:creationId xmlns:a16="http://schemas.microsoft.com/office/drawing/2014/main" id="{865FAC6D-3865-626A-9425-83AE2CFE5AF0}"/>
                    </a:ext>
                  </a:extLst>
                </p14:cNvPr>
                <p14:cNvContentPartPr/>
                <p14:nvPr/>
              </p14:nvContentPartPr>
              <p14:xfrm>
                <a:off x="10338638" y="933983"/>
                <a:ext cx="151920" cy="204120"/>
              </p14:xfrm>
            </p:contentPart>
          </mc:Choice>
          <mc:Fallback xmlns="">
            <p:pic>
              <p:nvPicPr>
                <p:cNvPr id="122" name="Ink 121">
                  <a:extLst>
                    <a:ext uri="{FF2B5EF4-FFF2-40B4-BE49-F238E27FC236}">
                      <a16:creationId xmlns:a16="http://schemas.microsoft.com/office/drawing/2014/main" id="{865FAC6D-3865-626A-9425-83AE2CFE5AF0}"/>
                    </a:ext>
                  </a:extLst>
                </p:cNvPr>
                <p:cNvPicPr/>
                <p:nvPr/>
              </p:nvPicPr>
              <p:blipFill>
                <a:blip r:embed="rId207"/>
                <a:stretch>
                  <a:fillRect/>
                </a:stretch>
              </p:blipFill>
              <p:spPr>
                <a:xfrm>
                  <a:off x="10329998" y="925343"/>
                  <a:ext cx="1695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3" name="Ink 122">
                  <a:extLst>
                    <a:ext uri="{FF2B5EF4-FFF2-40B4-BE49-F238E27FC236}">
                      <a16:creationId xmlns:a16="http://schemas.microsoft.com/office/drawing/2014/main" id="{AD618D39-8224-3118-A4B6-1FFF3AF57596}"/>
                    </a:ext>
                  </a:extLst>
                </p14:cNvPr>
                <p14:cNvContentPartPr/>
                <p14:nvPr/>
              </p14:nvContentPartPr>
              <p14:xfrm>
                <a:off x="10561478" y="936503"/>
                <a:ext cx="106920" cy="164880"/>
              </p14:xfrm>
            </p:contentPart>
          </mc:Choice>
          <mc:Fallback xmlns="">
            <p:pic>
              <p:nvPicPr>
                <p:cNvPr id="123" name="Ink 122">
                  <a:extLst>
                    <a:ext uri="{FF2B5EF4-FFF2-40B4-BE49-F238E27FC236}">
                      <a16:creationId xmlns:a16="http://schemas.microsoft.com/office/drawing/2014/main" id="{AD618D39-8224-3118-A4B6-1FFF3AF57596}"/>
                    </a:ext>
                  </a:extLst>
                </p:cNvPr>
                <p:cNvPicPr/>
                <p:nvPr/>
              </p:nvPicPr>
              <p:blipFill>
                <a:blip r:embed="rId209"/>
                <a:stretch>
                  <a:fillRect/>
                </a:stretch>
              </p:blipFill>
              <p:spPr>
                <a:xfrm>
                  <a:off x="10552478" y="927503"/>
                  <a:ext cx="1245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4" name="Ink 123">
                  <a:extLst>
                    <a:ext uri="{FF2B5EF4-FFF2-40B4-BE49-F238E27FC236}">
                      <a16:creationId xmlns:a16="http://schemas.microsoft.com/office/drawing/2014/main" id="{7C6B119F-BE73-8036-406E-B7DDE76FA4AD}"/>
                    </a:ext>
                  </a:extLst>
                </p14:cNvPr>
                <p14:cNvContentPartPr/>
                <p14:nvPr/>
              </p14:nvContentPartPr>
              <p14:xfrm>
                <a:off x="10671278" y="941543"/>
                <a:ext cx="138960" cy="194040"/>
              </p14:xfrm>
            </p:contentPart>
          </mc:Choice>
          <mc:Fallback xmlns="">
            <p:pic>
              <p:nvPicPr>
                <p:cNvPr id="124" name="Ink 123">
                  <a:extLst>
                    <a:ext uri="{FF2B5EF4-FFF2-40B4-BE49-F238E27FC236}">
                      <a16:creationId xmlns:a16="http://schemas.microsoft.com/office/drawing/2014/main" id="{7C6B119F-BE73-8036-406E-B7DDE76FA4AD}"/>
                    </a:ext>
                  </a:extLst>
                </p:cNvPr>
                <p:cNvPicPr/>
                <p:nvPr/>
              </p:nvPicPr>
              <p:blipFill>
                <a:blip r:embed="rId211"/>
                <a:stretch>
                  <a:fillRect/>
                </a:stretch>
              </p:blipFill>
              <p:spPr>
                <a:xfrm>
                  <a:off x="10662638" y="932543"/>
                  <a:ext cx="1566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5" name="Ink 124">
                  <a:extLst>
                    <a:ext uri="{FF2B5EF4-FFF2-40B4-BE49-F238E27FC236}">
                      <a16:creationId xmlns:a16="http://schemas.microsoft.com/office/drawing/2014/main" id="{E49343AD-3768-9F63-1BAE-71AEE8236D62}"/>
                    </a:ext>
                  </a:extLst>
                </p14:cNvPr>
                <p14:cNvContentPartPr/>
                <p14:nvPr/>
              </p14:nvContentPartPr>
              <p14:xfrm>
                <a:off x="10940198" y="882863"/>
                <a:ext cx="13680" cy="3960"/>
              </p14:xfrm>
            </p:contentPart>
          </mc:Choice>
          <mc:Fallback xmlns="">
            <p:pic>
              <p:nvPicPr>
                <p:cNvPr id="125" name="Ink 124">
                  <a:extLst>
                    <a:ext uri="{FF2B5EF4-FFF2-40B4-BE49-F238E27FC236}">
                      <a16:creationId xmlns:a16="http://schemas.microsoft.com/office/drawing/2014/main" id="{E49343AD-3768-9F63-1BAE-71AEE8236D62}"/>
                    </a:ext>
                  </a:extLst>
                </p:cNvPr>
                <p:cNvPicPr/>
                <p:nvPr/>
              </p:nvPicPr>
              <p:blipFill>
                <a:blip r:embed="rId213"/>
                <a:stretch>
                  <a:fillRect/>
                </a:stretch>
              </p:blipFill>
              <p:spPr>
                <a:xfrm>
                  <a:off x="10931558" y="874223"/>
                  <a:ext cx="313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6" name="Ink 125">
                  <a:extLst>
                    <a:ext uri="{FF2B5EF4-FFF2-40B4-BE49-F238E27FC236}">
                      <a16:creationId xmlns:a16="http://schemas.microsoft.com/office/drawing/2014/main" id="{84BD4E4C-F2FF-E1A3-E4AE-670949348697}"/>
                    </a:ext>
                  </a:extLst>
                </p14:cNvPr>
                <p14:cNvContentPartPr/>
                <p14:nvPr/>
              </p14:nvContentPartPr>
              <p14:xfrm>
                <a:off x="10889798" y="1077263"/>
                <a:ext cx="31320" cy="12960"/>
              </p14:xfrm>
            </p:contentPart>
          </mc:Choice>
          <mc:Fallback xmlns="">
            <p:pic>
              <p:nvPicPr>
                <p:cNvPr id="126" name="Ink 125">
                  <a:extLst>
                    <a:ext uri="{FF2B5EF4-FFF2-40B4-BE49-F238E27FC236}">
                      <a16:creationId xmlns:a16="http://schemas.microsoft.com/office/drawing/2014/main" id="{84BD4E4C-F2FF-E1A3-E4AE-670949348697}"/>
                    </a:ext>
                  </a:extLst>
                </p:cNvPr>
                <p:cNvPicPr/>
                <p:nvPr/>
              </p:nvPicPr>
              <p:blipFill>
                <a:blip r:embed="rId215"/>
                <a:stretch>
                  <a:fillRect/>
                </a:stretch>
              </p:blipFill>
              <p:spPr>
                <a:xfrm>
                  <a:off x="10880798" y="1068263"/>
                  <a:ext cx="489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7" name="Ink 126">
                  <a:extLst>
                    <a:ext uri="{FF2B5EF4-FFF2-40B4-BE49-F238E27FC236}">
                      <a16:creationId xmlns:a16="http://schemas.microsoft.com/office/drawing/2014/main" id="{3AC7C93B-B652-14AB-48CB-F5388C420B76}"/>
                    </a:ext>
                  </a:extLst>
                </p14:cNvPr>
                <p14:cNvContentPartPr/>
                <p14:nvPr/>
              </p14:nvContentPartPr>
              <p14:xfrm>
                <a:off x="11025878" y="949463"/>
                <a:ext cx="335880" cy="183600"/>
              </p14:xfrm>
            </p:contentPart>
          </mc:Choice>
          <mc:Fallback xmlns="">
            <p:pic>
              <p:nvPicPr>
                <p:cNvPr id="127" name="Ink 126">
                  <a:extLst>
                    <a:ext uri="{FF2B5EF4-FFF2-40B4-BE49-F238E27FC236}">
                      <a16:creationId xmlns:a16="http://schemas.microsoft.com/office/drawing/2014/main" id="{3AC7C93B-B652-14AB-48CB-F5388C420B76}"/>
                    </a:ext>
                  </a:extLst>
                </p:cNvPr>
                <p:cNvPicPr/>
                <p:nvPr/>
              </p:nvPicPr>
              <p:blipFill>
                <a:blip r:embed="rId217"/>
                <a:stretch>
                  <a:fillRect/>
                </a:stretch>
              </p:blipFill>
              <p:spPr>
                <a:xfrm>
                  <a:off x="11016878" y="940463"/>
                  <a:ext cx="3535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8" name="Ink 127">
                  <a:extLst>
                    <a:ext uri="{FF2B5EF4-FFF2-40B4-BE49-F238E27FC236}">
                      <a16:creationId xmlns:a16="http://schemas.microsoft.com/office/drawing/2014/main" id="{8B213572-179D-EDC9-7B7B-98F49E1B4D38}"/>
                    </a:ext>
                  </a:extLst>
                </p14:cNvPr>
                <p14:cNvContentPartPr/>
                <p14:nvPr/>
              </p14:nvContentPartPr>
              <p14:xfrm>
                <a:off x="11355638" y="847223"/>
                <a:ext cx="36720" cy="92520"/>
              </p14:xfrm>
            </p:contentPart>
          </mc:Choice>
          <mc:Fallback xmlns="">
            <p:pic>
              <p:nvPicPr>
                <p:cNvPr id="128" name="Ink 127">
                  <a:extLst>
                    <a:ext uri="{FF2B5EF4-FFF2-40B4-BE49-F238E27FC236}">
                      <a16:creationId xmlns:a16="http://schemas.microsoft.com/office/drawing/2014/main" id="{8B213572-179D-EDC9-7B7B-98F49E1B4D38}"/>
                    </a:ext>
                  </a:extLst>
                </p:cNvPr>
                <p:cNvPicPr/>
                <p:nvPr/>
              </p:nvPicPr>
              <p:blipFill>
                <a:blip r:embed="rId219"/>
                <a:stretch>
                  <a:fillRect/>
                </a:stretch>
              </p:blipFill>
              <p:spPr>
                <a:xfrm>
                  <a:off x="11346998" y="838223"/>
                  <a:ext cx="543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9" name="Ink 128">
                  <a:extLst>
                    <a:ext uri="{FF2B5EF4-FFF2-40B4-BE49-F238E27FC236}">
                      <a16:creationId xmlns:a16="http://schemas.microsoft.com/office/drawing/2014/main" id="{2E212FE4-897F-FDCB-C7A2-F20A11FEDA68}"/>
                    </a:ext>
                  </a:extLst>
                </p14:cNvPr>
                <p14:cNvContentPartPr/>
                <p14:nvPr/>
              </p14:nvContentPartPr>
              <p14:xfrm>
                <a:off x="11442398" y="879983"/>
                <a:ext cx="13320" cy="192240"/>
              </p14:xfrm>
            </p:contentPart>
          </mc:Choice>
          <mc:Fallback xmlns="">
            <p:pic>
              <p:nvPicPr>
                <p:cNvPr id="129" name="Ink 128">
                  <a:extLst>
                    <a:ext uri="{FF2B5EF4-FFF2-40B4-BE49-F238E27FC236}">
                      <a16:creationId xmlns:a16="http://schemas.microsoft.com/office/drawing/2014/main" id="{2E212FE4-897F-FDCB-C7A2-F20A11FEDA68}"/>
                    </a:ext>
                  </a:extLst>
                </p:cNvPr>
                <p:cNvPicPr/>
                <p:nvPr/>
              </p:nvPicPr>
              <p:blipFill>
                <a:blip r:embed="rId221"/>
                <a:stretch>
                  <a:fillRect/>
                </a:stretch>
              </p:blipFill>
              <p:spPr>
                <a:xfrm>
                  <a:off x="11433398" y="871343"/>
                  <a:ext cx="309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0" name="Ink 129">
                  <a:extLst>
                    <a:ext uri="{FF2B5EF4-FFF2-40B4-BE49-F238E27FC236}">
                      <a16:creationId xmlns:a16="http://schemas.microsoft.com/office/drawing/2014/main" id="{C490F464-590B-C8FB-C63C-3D27DD4B345B}"/>
                    </a:ext>
                  </a:extLst>
                </p14:cNvPr>
                <p14:cNvContentPartPr/>
                <p14:nvPr/>
              </p14:nvContentPartPr>
              <p14:xfrm>
                <a:off x="11479118" y="962063"/>
                <a:ext cx="100080" cy="207000"/>
              </p14:xfrm>
            </p:contentPart>
          </mc:Choice>
          <mc:Fallback xmlns="">
            <p:pic>
              <p:nvPicPr>
                <p:cNvPr id="130" name="Ink 129">
                  <a:extLst>
                    <a:ext uri="{FF2B5EF4-FFF2-40B4-BE49-F238E27FC236}">
                      <a16:creationId xmlns:a16="http://schemas.microsoft.com/office/drawing/2014/main" id="{C490F464-590B-C8FB-C63C-3D27DD4B345B}"/>
                    </a:ext>
                  </a:extLst>
                </p:cNvPr>
                <p:cNvPicPr/>
                <p:nvPr/>
              </p:nvPicPr>
              <p:blipFill>
                <a:blip r:embed="rId223"/>
                <a:stretch>
                  <a:fillRect/>
                </a:stretch>
              </p:blipFill>
              <p:spPr>
                <a:xfrm>
                  <a:off x="11470118" y="953063"/>
                  <a:ext cx="1177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1" name="Ink 130">
                  <a:extLst>
                    <a:ext uri="{FF2B5EF4-FFF2-40B4-BE49-F238E27FC236}">
                      <a16:creationId xmlns:a16="http://schemas.microsoft.com/office/drawing/2014/main" id="{CEAF2F17-943A-13DB-921C-A06A7407F3AF}"/>
                    </a:ext>
                  </a:extLst>
                </p14:cNvPr>
                <p14:cNvContentPartPr/>
                <p14:nvPr/>
              </p14:nvContentPartPr>
              <p14:xfrm>
                <a:off x="11594318" y="963503"/>
                <a:ext cx="429120" cy="528480"/>
              </p14:xfrm>
            </p:contentPart>
          </mc:Choice>
          <mc:Fallback xmlns="">
            <p:pic>
              <p:nvPicPr>
                <p:cNvPr id="131" name="Ink 130">
                  <a:extLst>
                    <a:ext uri="{FF2B5EF4-FFF2-40B4-BE49-F238E27FC236}">
                      <a16:creationId xmlns:a16="http://schemas.microsoft.com/office/drawing/2014/main" id="{CEAF2F17-943A-13DB-921C-A06A7407F3AF}"/>
                    </a:ext>
                  </a:extLst>
                </p:cNvPr>
                <p:cNvPicPr/>
                <p:nvPr/>
              </p:nvPicPr>
              <p:blipFill>
                <a:blip r:embed="rId225"/>
                <a:stretch>
                  <a:fillRect/>
                </a:stretch>
              </p:blipFill>
              <p:spPr>
                <a:xfrm>
                  <a:off x="11585318" y="954863"/>
                  <a:ext cx="44676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3" name="Ink 132">
                  <a:extLst>
                    <a:ext uri="{FF2B5EF4-FFF2-40B4-BE49-F238E27FC236}">
                      <a16:creationId xmlns:a16="http://schemas.microsoft.com/office/drawing/2014/main" id="{BD6017B8-F233-48EF-F7D7-9FE4489C1C41}"/>
                    </a:ext>
                  </a:extLst>
                </p14:cNvPr>
                <p14:cNvContentPartPr/>
                <p14:nvPr/>
              </p14:nvContentPartPr>
              <p14:xfrm>
                <a:off x="8204918" y="328823"/>
                <a:ext cx="268560" cy="360360"/>
              </p14:xfrm>
            </p:contentPart>
          </mc:Choice>
          <mc:Fallback xmlns="">
            <p:pic>
              <p:nvPicPr>
                <p:cNvPr id="133" name="Ink 132">
                  <a:extLst>
                    <a:ext uri="{FF2B5EF4-FFF2-40B4-BE49-F238E27FC236}">
                      <a16:creationId xmlns:a16="http://schemas.microsoft.com/office/drawing/2014/main" id="{BD6017B8-F233-48EF-F7D7-9FE4489C1C41}"/>
                    </a:ext>
                  </a:extLst>
                </p:cNvPr>
                <p:cNvPicPr/>
                <p:nvPr/>
              </p:nvPicPr>
              <p:blipFill>
                <a:blip r:embed="rId227"/>
                <a:stretch>
                  <a:fillRect/>
                </a:stretch>
              </p:blipFill>
              <p:spPr>
                <a:xfrm>
                  <a:off x="8195918" y="320183"/>
                  <a:ext cx="28620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4" name="Ink 133">
                  <a:extLst>
                    <a:ext uri="{FF2B5EF4-FFF2-40B4-BE49-F238E27FC236}">
                      <a16:creationId xmlns:a16="http://schemas.microsoft.com/office/drawing/2014/main" id="{56C16147-776F-3B2B-D648-4B7604658215}"/>
                    </a:ext>
                  </a:extLst>
                </p14:cNvPr>
                <p14:cNvContentPartPr/>
                <p14:nvPr/>
              </p14:nvContentPartPr>
              <p14:xfrm>
                <a:off x="8573558" y="341063"/>
                <a:ext cx="163800" cy="313560"/>
              </p14:xfrm>
            </p:contentPart>
          </mc:Choice>
          <mc:Fallback xmlns="">
            <p:pic>
              <p:nvPicPr>
                <p:cNvPr id="134" name="Ink 133">
                  <a:extLst>
                    <a:ext uri="{FF2B5EF4-FFF2-40B4-BE49-F238E27FC236}">
                      <a16:creationId xmlns:a16="http://schemas.microsoft.com/office/drawing/2014/main" id="{56C16147-776F-3B2B-D648-4B7604658215}"/>
                    </a:ext>
                  </a:extLst>
                </p:cNvPr>
                <p:cNvPicPr/>
                <p:nvPr/>
              </p:nvPicPr>
              <p:blipFill>
                <a:blip r:embed="rId229"/>
                <a:stretch>
                  <a:fillRect/>
                </a:stretch>
              </p:blipFill>
              <p:spPr>
                <a:xfrm>
                  <a:off x="8564558" y="332423"/>
                  <a:ext cx="18144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5" name="Ink 134">
                  <a:extLst>
                    <a:ext uri="{FF2B5EF4-FFF2-40B4-BE49-F238E27FC236}">
                      <a16:creationId xmlns:a16="http://schemas.microsoft.com/office/drawing/2014/main" id="{860AB8C3-AC0C-CA2B-EDD1-B48A158ECDF9}"/>
                    </a:ext>
                  </a:extLst>
                </p14:cNvPr>
                <p14:cNvContentPartPr/>
                <p14:nvPr/>
              </p14:nvContentPartPr>
              <p14:xfrm>
                <a:off x="8641958" y="359423"/>
                <a:ext cx="435240" cy="298800"/>
              </p14:xfrm>
            </p:contentPart>
          </mc:Choice>
          <mc:Fallback xmlns="">
            <p:pic>
              <p:nvPicPr>
                <p:cNvPr id="135" name="Ink 134">
                  <a:extLst>
                    <a:ext uri="{FF2B5EF4-FFF2-40B4-BE49-F238E27FC236}">
                      <a16:creationId xmlns:a16="http://schemas.microsoft.com/office/drawing/2014/main" id="{860AB8C3-AC0C-CA2B-EDD1-B48A158ECDF9}"/>
                    </a:ext>
                  </a:extLst>
                </p:cNvPr>
                <p:cNvPicPr/>
                <p:nvPr/>
              </p:nvPicPr>
              <p:blipFill>
                <a:blip r:embed="rId231"/>
                <a:stretch>
                  <a:fillRect/>
                </a:stretch>
              </p:blipFill>
              <p:spPr>
                <a:xfrm>
                  <a:off x="8633318" y="350783"/>
                  <a:ext cx="45288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7" name="Ink 136">
                  <a:extLst>
                    <a:ext uri="{FF2B5EF4-FFF2-40B4-BE49-F238E27FC236}">
                      <a16:creationId xmlns:a16="http://schemas.microsoft.com/office/drawing/2014/main" id="{A97EFB4E-AA47-4FEA-DBD8-2774E54E6456}"/>
                    </a:ext>
                  </a:extLst>
                </p14:cNvPr>
                <p14:cNvContentPartPr/>
                <p14:nvPr/>
              </p14:nvContentPartPr>
              <p14:xfrm>
                <a:off x="3660278" y="198863"/>
                <a:ext cx="1148400" cy="1064520"/>
              </p14:xfrm>
            </p:contentPart>
          </mc:Choice>
          <mc:Fallback xmlns="">
            <p:pic>
              <p:nvPicPr>
                <p:cNvPr id="137" name="Ink 136">
                  <a:extLst>
                    <a:ext uri="{FF2B5EF4-FFF2-40B4-BE49-F238E27FC236}">
                      <a16:creationId xmlns:a16="http://schemas.microsoft.com/office/drawing/2014/main" id="{A97EFB4E-AA47-4FEA-DBD8-2774E54E6456}"/>
                    </a:ext>
                  </a:extLst>
                </p:cNvPr>
                <p:cNvPicPr/>
                <p:nvPr/>
              </p:nvPicPr>
              <p:blipFill>
                <a:blip r:embed="rId233"/>
                <a:stretch>
                  <a:fillRect/>
                </a:stretch>
              </p:blipFill>
              <p:spPr>
                <a:xfrm>
                  <a:off x="3651278" y="189863"/>
                  <a:ext cx="1166040" cy="10821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8" name="Ink 137">
                  <a:extLst>
                    <a:ext uri="{FF2B5EF4-FFF2-40B4-BE49-F238E27FC236}">
                      <a16:creationId xmlns:a16="http://schemas.microsoft.com/office/drawing/2014/main" id="{978A7B07-8192-ECA2-4A0C-A22D2FECFBE7}"/>
                    </a:ext>
                  </a:extLst>
                </p14:cNvPr>
                <p14:cNvContentPartPr/>
                <p14:nvPr/>
              </p14:nvContentPartPr>
              <p14:xfrm>
                <a:off x="3446078" y="1138823"/>
                <a:ext cx="974520" cy="422640"/>
              </p14:xfrm>
            </p:contentPart>
          </mc:Choice>
          <mc:Fallback xmlns="">
            <p:pic>
              <p:nvPicPr>
                <p:cNvPr id="138" name="Ink 137">
                  <a:extLst>
                    <a:ext uri="{FF2B5EF4-FFF2-40B4-BE49-F238E27FC236}">
                      <a16:creationId xmlns:a16="http://schemas.microsoft.com/office/drawing/2014/main" id="{978A7B07-8192-ECA2-4A0C-A22D2FECFBE7}"/>
                    </a:ext>
                  </a:extLst>
                </p:cNvPr>
                <p:cNvPicPr/>
                <p:nvPr/>
              </p:nvPicPr>
              <p:blipFill>
                <a:blip r:embed="rId235"/>
                <a:stretch>
                  <a:fillRect/>
                </a:stretch>
              </p:blipFill>
              <p:spPr>
                <a:xfrm>
                  <a:off x="3437078" y="1129823"/>
                  <a:ext cx="9921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9" name="Ink 138">
                  <a:extLst>
                    <a:ext uri="{FF2B5EF4-FFF2-40B4-BE49-F238E27FC236}">
                      <a16:creationId xmlns:a16="http://schemas.microsoft.com/office/drawing/2014/main" id="{91F1C2F9-58DE-C95C-C2EC-0FFF135F9BC5}"/>
                    </a:ext>
                  </a:extLst>
                </p14:cNvPr>
                <p14:cNvContentPartPr/>
                <p14:nvPr/>
              </p14:nvContentPartPr>
              <p14:xfrm>
                <a:off x="4101998" y="774863"/>
                <a:ext cx="1389600" cy="2025360"/>
              </p14:xfrm>
            </p:contentPart>
          </mc:Choice>
          <mc:Fallback xmlns="">
            <p:pic>
              <p:nvPicPr>
                <p:cNvPr id="139" name="Ink 138">
                  <a:extLst>
                    <a:ext uri="{FF2B5EF4-FFF2-40B4-BE49-F238E27FC236}">
                      <a16:creationId xmlns:a16="http://schemas.microsoft.com/office/drawing/2014/main" id="{91F1C2F9-58DE-C95C-C2EC-0FFF135F9BC5}"/>
                    </a:ext>
                  </a:extLst>
                </p:cNvPr>
                <p:cNvPicPr/>
                <p:nvPr/>
              </p:nvPicPr>
              <p:blipFill>
                <a:blip r:embed="rId237"/>
                <a:stretch>
                  <a:fillRect/>
                </a:stretch>
              </p:blipFill>
              <p:spPr>
                <a:xfrm>
                  <a:off x="4093358" y="765863"/>
                  <a:ext cx="1407240" cy="2043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83C659F0-091A-7B11-AFDF-D6BEE7F928A1}"/>
                    </a:ext>
                  </a:extLst>
                </p14:cNvPr>
                <p14:cNvContentPartPr/>
                <p14:nvPr/>
              </p14:nvContentPartPr>
              <p14:xfrm>
                <a:off x="5437238" y="2633183"/>
                <a:ext cx="116280" cy="192240"/>
              </p14:xfrm>
            </p:contentPart>
          </mc:Choice>
          <mc:Fallback xmlns="">
            <p:pic>
              <p:nvPicPr>
                <p:cNvPr id="140" name="Ink 139">
                  <a:extLst>
                    <a:ext uri="{FF2B5EF4-FFF2-40B4-BE49-F238E27FC236}">
                      <a16:creationId xmlns:a16="http://schemas.microsoft.com/office/drawing/2014/main" id="{83C659F0-091A-7B11-AFDF-D6BEE7F928A1}"/>
                    </a:ext>
                  </a:extLst>
                </p:cNvPr>
                <p:cNvPicPr/>
                <p:nvPr/>
              </p:nvPicPr>
              <p:blipFill>
                <a:blip r:embed="rId239"/>
                <a:stretch>
                  <a:fillRect/>
                </a:stretch>
              </p:blipFill>
              <p:spPr>
                <a:xfrm>
                  <a:off x="5428238" y="2624183"/>
                  <a:ext cx="1339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2" name="Ink 141">
                  <a:extLst>
                    <a:ext uri="{FF2B5EF4-FFF2-40B4-BE49-F238E27FC236}">
                      <a16:creationId xmlns:a16="http://schemas.microsoft.com/office/drawing/2014/main" id="{8B41AEEC-F2B6-0AAE-69CE-03D71E8DF690}"/>
                    </a:ext>
                  </a:extLst>
                </p14:cNvPr>
                <p14:cNvContentPartPr/>
                <p14:nvPr/>
              </p14:nvContentPartPr>
              <p14:xfrm>
                <a:off x="7640078" y="1421423"/>
                <a:ext cx="380520" cy="57240"/>
              </p14:xfrm>
            </p:contentPart>
          </mc:Choice>
          <mc:Fallback xmlns="">
            <p:pic>
              <p:nvPicPr>
                <p:cNvPr id="142" name="Ink 141">
                  <a:extLst>
                    <a:ext uri="{FF2B5EF4-FFF2-40B4-BE49-F238E27FC236}">
                      <a16:creationId xmlns:a16="http://schemas.microsoft.com/office/drawing/2014/main" id="{8B41AEEC-F2B6-0AAE-69CE-03D71E8DF690}"/>
                    </a:ext>
                  </a:extLst>
                </p:cNvPr>
                <p:cNvPicPr/>
                <p:nvPr/>
              </p:nvPicPr>
              <p:blipFill>
                <a:blip r:embed="rId241"/>
                <a:stretch>
                  <a:fillRect/>
                </a:stretch>
              </p:blipFill>
              <p:spPr>
                <a:xfrm>
                  <a:off x="7631438" y="1412423"/>
                  <a:ext cx="3981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3" name="Ink 142">
                  <a:extLst>
                    <a:ext uri="{FF2B5EF4-FFF2-40B4-BE49-F238E27FC236}">
                      <a16:creationId xmlns:a16="http://schemas.microsoft.com/office/drawing/2014/main" id="{C9D3E80A-B814-D1D9-62D0-162E69854A5E}"/>
                    </a:ext>
                  </a:extLst>
                </p14:cNvPr>
                <p14:cNvContentPartPr/>
                <p14:nvPr/>
              </p14:nvContentPartPr>
              <p14:xfrm>
                <a:off x="7646918" y="1574063"/>
                <a:ext cx="313560" cy="40320"/>
              </p14:xfrm>
            </p:contentPart>
          </mc:Choice>
          <mc:Fallback xmlns="">
            <p:pic>
              <p:nvPicPr>
                <p:cNvPr id="143" name="Ink 142">
                  <a:extLst>
                    <a:ext uri="{FF2B5EF4-FFF2-40B4-BE49-F238E27FC236}">
                      <a16:creationId xmlns:a16="http://schemas.microsoft.com/office/drawing/2014/main" id="{C9D3E80A-B814-D1D9-62D0-162E69854A5E}"/>
                    </a:ext>
                  </a:extLst>
                </p:cNvPr>
                <p:cNvPicPr/>
                <p:nvPr/>
              </p:nvPicPr>
              <p:blipFill>
                <a:blip r:embed="rId243"/>
                <a:stretch>
                  <a:fillRect/>
                </a:stretch>
              </p:blipFill>
              <p:spPr>
                <a:xfrm>
                  <a:off x="7637918" y="1565423"/>
                  <a:ext cx="331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5" name="Ink 144">
                  <a:extLst>
                    <a:ext uri="{FF2B5EF4-FFF2-40B4-BE49-F238E27FC236}">
                      <a16:creationId xmlns:a16="http://schemas.microsoft.com/office/drawing/2014/main" id="{B39DFCA7-0658-3F40-280F-90DCAB10E9EF}"/>
                    </a:ext>
                  </a:extLst>
                </p14:cNvPr>
                <p14:cNvContentPartPr/>
                <p14:nvPr/>
              </p14:nvContentPartPr>
              <p14:xfrm>
                <a:off x="4533638" y="1858103"/>
                <a:ext cx="215640" cy="363600"/>
              </p14:xfrm>
            </p:contentPart>
          </mc:Choice>
          <mc:Fallback xmlns="">
            <p:pic>
              <p:nvPicPr>
                <p:cNvPr id="145" name="Ink 144">
                  <a:extLst>
                    <a:ext uri="{FF2B5EF4-FFF2-40B4-BE49-F238E27FC236}">
                      <a16:creationId xmlns:a16="http://schemas.microsoft.com/office/drawing/2014/main" id="{B39DFCA7-0658-3F40-280F-90DCAB10E9EF}"/>
                    </a:ext>
                  </a:extLst>
                </p:cNvPr>
                <p:cNvPicPr/>
                <p:nvPr/>
              </p:nvPicPr>
              <p:blipFill>
                <a:blip r:embed="rId245"/>
                <a:stretch>
                  <a:fillRect/>
                </a:stretch>
              </p:blipFill>
              <p:spPr>
                <a:xfrm>
                  <a:off x="4524998" y="1849103"/>
                  <a:ext cx="23328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6" name="Ink 145">
                  <a:extLst>
                    <a:ext uri="{FF2B5EF4-FFF2-40B4-BE49-F238E27FC236}">
                      <a16:creationId xmlns:a16="http://schemas.microsoft.com/office/drawing/2014/main" id="{860F9EA5-094F-5CC5-90F1-5AB72EB20360}"/>
                    </a:ext>
                  </a:extLst>
                </p14:cNvPr>
                <p14:cNvContentPartPr/>
                <p14:nvPr/>
              </p14:nvContentPartPr>
              <p14:xfrm>
                <a:off x="4796798" y="1977263"/>
                <a:ext cx="283320" cy="310680"/>
              </p14:xfrm>
            </p:contentPart>
          </mc:Choice>
          <mc:Fallback xmlns="">
            <p:pic>
              <p:nvPicPr>
                <p:cNvPr id="146" name="Ink 145">
                  <a:extLst>
                    <a:ext uri="{FF2B5EF4-FFF2-40B4-BE49-F238E27FC236}">
                      <a16:creationId xmlns:a16="http://schemas.microsoft.com/office/drawing/2014/main" id="{860F9EA5-094F-5CC5-90F1-5AB72EB20360}"/>
                    </a:ext>
                  </a:extLst>
                </p:cNvPr>
                <p:cNvPicPr/>
                <p:nvPr/>
              </p:nvPicPr>
              <p:blipFill>
                <a:blip r:embed="rId247"/>
                <a:stretch>
                  <a:fillRect/>
                </a:stretch>
              </p:blipFill>
              <p:spPr>
                <a:xfrm>
                  <a:off x="4788158" y="1968623"/>
                  <a:ext cx="3009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7" name="Ink 146">
                  <a:extLst>
                    <a:ext uri="{FF2B5EF4-FFF2-40B4-BE49-F238E27FC236}">
                      <a16:creationId xmlns:a16="http://schemas.microsoft.com/office/drawing/2014/main" id="{50B94E4C-2294-CBC9-3E15-62C5BE789679}"/>
                    </a:ext>
                  </a:extLst>
                </p14:cNvPr>
                <p14:cNvContentPartPr/>
                <p14:nvPr/>
              </p14:nvContentPartPr>
              <p14:xfrm>
                <a:off x="5167238" y="1878983"/>
                <a:ext cx="18000" cy="176040"/>
              </p14:xfrm>
            </p:contentPart>
          </mc:Choice>
          <mc:Fallback xmlns="">
            <p:pic>
              <p:nvPicPr>
                <p:cNvPr id="147" name="Ink 146">
                  <a:extLst>
                    <a:ext uri="{FF2B5EF4-FFF2-40B4-BE49-F238E27FC236}">
                      <a16:creationId xmlns:a16="http://schemas.microsoft.com/office/drawing/2014/main" id="{50B94E4C-2294-CBC9-3E15-62C5BE789679}"/>
                    </a:ext>
                  </a:extLst>
                </p:cNvPr>
                <p:cNvPicPr/>
                <p:nvPr/>
              </p:nvPicPr>
              <p:blipFill>
                <a:blip r:embed="rId249"/>
                <a:stretch>
                  <a:fillRect/>
                </a:stretch>
              </p:blipFill>
              <p:spPr>
                <a:xfrm>
                  <a:off x="5158598" y="1869983"/>
                  <a:ext cx="356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8" name="Ink 147">
                  <a:extLst>
                    <a:ext uri="{FF2B5EF4-FFF2-40B4-BE49-F238E27FC236}">
                      <a16:creationId xmlns:a16="http://schemas.microsoft.com/office/drawing/2014/main" id="{97A7C6E1-5621-3B34-FF79-D1E85B556061}"/>
                    </a:ext>
                  </a:extLst>
                </p14:cNvPr>
                <p14:cNvContentPartPr/>
                <p14:nvPr/>
              </p14:nvContentPartPr>
              <p14:xfrm>
                <a:off x="5235278" y="1960703"/>
                <a:ext cx="308160" cy="407160"/>
              </p14:xfrm>
            </p:contentPart>
          </mc:Choice>
          <mc:Fallback xmlns="">
            <p:pic>
              <p:nvPicPr>
                <p:cNvPr id="148" name="Ink 147">
                  <a:extLst>
                    <a:ext uri="{FF2B5EF4-FFF2-40B4-BE49-F238E27FC236}">
                      <a16:creationId xmlns:a16="http://schemas.microsoft.com/office/drawing/2014/main" id="{97A7C6E1-5621-3B34-FF79-D1E85B556061}"/>
                    </a:ext>
                  </a:extLst>
                </p:cNvPr>
                <p:cNvPicPr/>
                <p:nvPr/>
              </p:nvPicPr>
              <p:blipFill>
                <a:blip r:embed="rId251"/>
                <a:stretch>
                  <a:fillRect/>
                </a:stretch>
              </p:blipFill>
              <p:spPr>
                <a:xfrm>
                  <a:off x="5226278" y="1951703"/>
                  <a:ext cx="32580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9" name="Ink 148">
                  <a:extLst>
                    <a:ext uri="{FF2B5EF4-FFF2-40B4-BE49-F238E27FC236}">
                      <a16:creationId xmlns:a16="http://schemas.microsoft.com/office/drawing/2014/main" id="{9794E825-50F8-2E4A-6C5A-FE63B91B50AA}"/>
                    </a:ext>
                  </a:extLst>
                </p14:cNvPr>
                <p14:cNvContentPartPr/>
                <p14:nvPr/>
              </p14:nvContentPartPr>
              <p14:xfrm>
                <a:off x="4565678" y="2131343"/>
                <a:ext cx="874080" cy="148680"/>
              </p14:xfrm>
            </p:contentPart>
          </mc:Choice>
          <mc:Fallback xmlns="">
            <p:pic>
              <p:nvPicPr>
                <p:cNvPr id="149" name="Ink 148">
                  <a:extLst>
                    <a:ext uri="{FF2B5EF4-FFF2-40B4-BE49-F238E27FC236}">
                      <a16:creationId xmlns:a16="http://schemas.microsoft.com/office/drawing/2014/main" id="{9794E825-50F8-2E4A-6C5A-FE63B91B50AA}"/>
                    </a:ext>
                  </a:extLst>
                </p:cNvPr>
                <p:cNvPicPr/>
                <p:nvPr/>
              </p:nvPicPr>
              <p:blipFill>
                <a:blip r:embed="rId253"/>
                <a:stretch>
                  <a:fillRect/>
                </a:stretch>
              </p:blipFill>
              <p:spPr>
                <a:xfrm>
                  <a:off x="4556678" y="2122343"/>
                  <a:ext cx="8917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1" name="Ink 150">
                  <a:extLst>
                    <a:ext uri="{FF2B5EF4-FFF2-40B4-BE49-F238E27FC236}">
                      <a16:creationId xmlns:a16="http://schemas.microsoft.com/office/drawing/2014/main" id="{7FC99F0D-7C1F-2A2A-AFED-7A53D1F918B5}"/>
                    </a:ext>
                  </a:extLst>
                </p14:cNvPr>
                <p14:cNvContentPartPr/>
                <p14:nvPr/>
              </p14:nvContentPartPr>
              <p14:xfrm>
                <a:off x="10972238" y="933623"/>
                <a:ext cx="823680" cy="241200"/>
              </p14:xfrm>
            </p:contentPart>
          </mc:Choice>
          <mc:Fallback xmlns="">
            <p:pic>
              <p:nvPicPr>
                <p:cNvPr id="151" name="Ink 150">
                  <a:extLst>
                    <a:ext uri="{FF2B5EF4-FFF2-40B4-BE49-F238E27FC236}">
                      <a16:creationId xmlns:a16="http://schemas.microsoft.com/office/drawing/2014/main" id="{7FC99F0D-7C1F-2A2A-AFED-7A53D1F918B5}"/>
                    </a:ext>
                  </a:extLst>
                </p:cNvPr>
                <p:cNvPicPr/>
                <p:nvPr/>
              </p:nvPicPr>
              <p:blipFill>
                <a:blip r:embed="rId255"/>
                <a:stretch>
                  <a:fillRect/>
                </a:stretch>
              </p:blipFill>
              <p:spPr>
                <a:xfrm>
                  <a:off x="10963238" y="924983"/>
                  <a:ext cx="8413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2" name="Ink 151">
                  <a:extLst>
                    <a:ext uri="{FF2B5EF4-FFF2-40B4-BE49-F238E27FC236}">
                      <a16:creationId xmlns:a16="http://schemas.microsoft.com/office/drawing/2014/main" id="{C31788FC-CBC8-00BC-900C-55903A5880DD}"/>
                    </a:ext>
                  </a:extLst>
                </p14:cNvPr>
                <p14:cNvContentPartPr/>
                <p14:nvPr/>
              </p14:nvContentPartPr>
              <p14:xfrm>
                <a:off x="10985558" y="1272023"/>
                <a:ext cx="580680" cy="219240"/>
              </p14:xfrm>
            </p:contentPart>
          </mc:Choice>
          <mc:Fallback xmlns="">
            <p:pic>
              <p:nvPicPr>
                <p:cNvPr id="152" name="Ink 151">
                  <a:extLst>
                    <a:ext uri="{FF2B5EF4-FFF2-40B4-BE49-F238E27FC236}">
                      <a16:creationId xmlns:a16="http://schemas.microsoft.com/office/drawing/2014/main" id="{C31788FC-CBC8-00BC-900C-55903A5880DD}"/>
                    </a:ext>
                  </a:extLst>
                </p:cNvPr>
                <p:cNvPicPr/>
                <p:nvPr/>
              </p:nvPicPr>
              <p:blipFill>
                <a:blip r:embed="rId257"/>
                <a:stretch>
                  <a:fillRect/>
                </a:stretch>
              </p:blipFill>
              <p:spPr>
                <a:xfrm>
                  <a:off x="10976918" y="1263023"/>
                  <a:ext cx="5983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4" name="Ink 153">
                  <a:extLst>
                    <a:ext uri="{FF2B5EF4-FFF2-40B4-BE49-F238E27FC236}">
                      <a16:creationId xmlns:a16="http://schemas.microsoft.com/office/drawing/2014/main" id="{4B03B0E7-2EAD-7859-12B4-4EF2A82ABB51}"/>
                    </a:ext>
                  </a:extLst>
                </p14:cNvPr>
                <p14:cNvContentPartPr/>
                <p14:nvPr/>
              </p14:nvContentPartPr>
              <p14:xfrm>
                <a:off x="5746838" y="5086583"/>
                <a:ext cx="230040" cy="338040"/>
              </p14:xfrm>
            </p:contentPart>
          </mc:Choice>
          <mc:Fallback xmlns="">
            <p:pic>
              <p:nvPicPr>
                <p:cNvPr id="154" name="Ink 153">
                  <a:extLst>
                    <a:ext uri="{FF2B5EF4-FFF2-40B4-BE49-F238E27FC236}">
                      <a16:creationId xmlns:a16="http://schemas.microsoft.com/office/drawing/2014/main" id="{4B03B0E7-2EAD-7859-12B4-4EF2A82ABB51}"/>
                    </a:ext>
                  </a:extLst>
                </p:cNvPr>
                <p:cNvPicPr/>
                <p:nvPr/>
              </p:nvPicPr>
              <p:blipFill>
                <a:blip r:embed="rId259"/>
                <a:stretch>
                  <a:fillRect/>
                </a:stretch>
              </p:blipFill>
              <p:spPr>
                <a:xfrm>
                  <a:off x="5737838" y="5077583"/>
                  <a:ext cx="2476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5" name="Ink 154">
                  <a:extLst>
                    <a:ext uri="{FF2B5EF4-FFF2-40B4-BE49-F238E27FC236}">
                      <a16:creationId xmlns:a16="http://schemas.microsoft.com/office/drawing/2014/main" id="{35E193B0-14D3-20A2-AED8-E810C53A1D4A}"/>
                    </a:ext>
                  </a:extLst>
                </p14:cNvPr>
                <p14:cNvContentPartPr/>
                <p14:nvPr/>
              </p14:nvContentPartPr>
              <p14:xfrm>
                <a:off x="6063278" y="5145983"/>
                <a:ext cx="175320" cy="270360"/>
              </p14:xfrm>
            </p:contentPart>
          </mc:Choice>
          <mc:Fallback xmlns="">
            <p:pic>
              <p:nvPicPr>
                <p:cNvPr id="155" name="Ink 154">
                  <a:extLst>
                    <a:ext uri="{FF2B5EF4-FFF2-40B4-BE49-F238E27FC236}">
                      <a16:creationId xmlns:a16="http://schemas.microsoft.com/office/drawing/2014/main" id="{35E193B0-14D3-20A2-AED8-E810C53A1D4A}"/>
                    </a:ext>
                  </a:extLst>
                </p:cNvPr>
                <p:cNvPicPr/>
                <p:nvPr/>
              </p:nvPicPr>
              <p:blipFill>
                <a:blip r:embed="rId261"/>
                <a:stretch>
                  <a:fillRect/>
                </a:stretch>
              </p:blipFill>
              <p:spPr>
                <a:xfrm>
                  <a:off x="6054638" y="5137343"/>
                  <a:ext cx="1929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6" name="Ink 155">
                  <a:extLst>
                    <a:ext uri="{FF2B5EF4-FFF2-40B4-BE49-F238E27FC236}">
                      <a16:creationId xmlns:a16="http://schemas.microsoft.com/office/drawing/2014/main" id="{3A6C779F-0483-8E18-D37D-0A72854D4668}"/>
                    </a:ext>
                  </a:extLst>
                </p14:cNvPr>
                <p14:cNvContentPartPr/>
                <p14:nvPr/>
              </p14:nvContentPartPr>
              <p14:xfrm>
                <a:off x="6431918" y="5266583"/>
                <a:ext cx="79920" cy="13320"/>
              </p14:xfrm>
            </p:contentPart>
          </mc:Choice>
          <mc:Fallback xmlns="">
            <p:pic>
              <p:nvPicPr>
                <p:cNvPr id="156" name="Ink 155">
                  <a:extLst>
                    <a:ext uri="{FF2B5EF4-FFF2-40B4-BE49-F238E27FC236}">
                      <a16:creationId xmlns:a16="http://schemas.microsoft.com/office/drawing/2014/main" id="{3A6C779F-0483-8E18-D37D-0A72854D4668}"/>
                    </a:ext>
                  </a:extLst>
                </p:cNvPr>
                <p:cNvPicPr/>
                <p:nvPr/>
              </p:nvPicPr>
              <p:blipFill>
                <a:blip r:embed="rId263"/>
                <a:stretch>
                  <a:fillRect/>
                </a:stretch>
              </p:blipFill>
              <p:spPr>
                <a:xfrm>
                  <a:off x="6422918" y="5257583"/>
                  <a:ext cx="975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7" name="Ink 156">
                  <a:extLst>
                    <a:ext uri="{FF2B5EF4-FFF2-40B4-BE49-F238E27FC236}">
                      <a16:creationId xmlns:a16="http://schemas.microsoft.com/office/drawing/2014/main" id="{E935E20F-B831-5DE4-F549-3219C89FC44E}"/>
                    </a:ext>
                  </a:extLst>
                </p14:cNvPr>
                <p14:cNvContentPartPr/>
                <p14:nvPr/>
              </p14:nvContentPartPr>
              <p14:xfrm>
                <a:off x="6632438" y="5062823"/>
                <a:ext cx="246240" cy="310320"/>
              </p14:xfrm>
            </p:contentPart>
          </mc:Choice>
          <mc:Fallback xmlns="">
            <p:pic>
              <p:nvPicPr>
                <p:cNvPr id="157" name="Ink 156">
                  <a:extLst>
                    <a:ext uri="{FF2B5EF4-FFF2-40B4-BE49-F238E27FC236}">
                      <a16:creationId xmlns:a16="http://schemas.microsoft.com/office/drawing/2014/main" id="{E935E20F-B831-5DE4-F549-3219C89FC44E}"/>
                    </a:ext>
                  </a:extLst>
                </p:cNvPr>
                <p:cNvPicPr/>
                <p:nvPr/>
              </p:nvPicPr>
              <p:blipFill>
                <a:blip r:embed="rId265"/>
                <a:stretch>
                  <a:fillRect/>
                </a:stretch>
              </p:blipFill>
              <p:spPr>
                <a:xfrm>
                  <a:off x="6623798" y="5053823"/>
                  <a:ext cx="26388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8" name="Ink 157">
                  <a:extLst>
                    <a:ext uri="{FF2B5EF4-FFF2-40B4-BE49-F238E27FC236}">
                      <a16:creationId xmlns:a16="http://schemas.microsoft.com/office/drawing/2014/main" id="{962AA14E-1DD2-49F2-B129-6D8188A973F2}"/>
                    </a:ext>
                  </a:extLst>
                </p14:cNvPr>
                <p14:cNvContentPartPr/>
                <p14:nvPr/>
              </p14:nvContentPartPr>
              <p14:xfrm>
                <a:off x="6951398" y="5181623"/>
                <a:ext cx="176040" cy="152280"/>
              </p14:xfrm>
            </p:contentPart>
          </mc:Choice>
          <mc:Fallback xmlns="">
            <p:pic>
              <p:nvPicPr>
                <p:cNvPr id="158" name="Ink 157">
                  <a:extLst>
                    <a:ext uri="{FF2B5EF4-FFF2-40B4-BE49-F238E27FC236}">
                      <a16:creationId xmlns:a16="http://schemas.microsoft.com/office/drawing/2014/main" id="{962AA14E-1DD2-49F2-B129-6D8188A973F2}"/>
                    </a:ext>
                  </a:extLst>
                </p:cNvPr>
                <p:cNvPicPr/>
                <p:nvPr/>
              </p:nvPicPr>
              <p:blipFill>
                <a:blip r:embed="rId267"/>
                <a:stretch>
                  <a:fillRect/>
                </a:stretch>
              </p:blipFill>
              <p:spPr>
                <a:xfrm>
                  <a:off x="6942758" y="5172983"/>
                  <a:ext cx="1936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9" name="Ink 158">
                  <a:extLst>
                    <a:ext uri="{FF2B5EF4-FFF2-40B4-BE49-F238E27FC236}">
                      <a16:creationId xmlns:a16="http://schemas.microsoft.com/office/drawing/2014/main" id="{2026D653-CC0D-2616-049D-15967BC849FD}"/>
                    </a:ext>
                  </a:extLst>
                </p14:cNvPr>
                <p14:cNvContentPartPr/>
                <p14:nvPr/>
              </p14:nvContentPartPr>
              <p14:xfrm>
                <a:off x="7195838" y="5066783"/>
                <a:ext cx="127800" cy="387360"/>
              </p14:xfrm>
            </p:contentPart>
          </mc:Choice>
          <mc:Fallback xmlns="">
            <p:pic>
              <p:nvPicPr>
                <p:cNvPr id="159" name="Ink 158">
                  <a:extLst>
                    <a:ext uri="{FF2B5EF4-FFF2-40B4-BE49-F238E27FC236}">
                      <a16:creationId xmlns:a16="http://schemas.microsoft.com/office/drawing/2014/main" id="{2026D653-CC0D-2616-049D-15967BC849FD}"/>
                    </a:ext>
                  </a:extLst>
                </p:cNvPr>
                <p:cNvPicPr/>
                <p:nvPr/>
              </p:nvPicPr>
              <p:blipFill>
                <a:blip r:embed="rId269"/>
                <a:stretch>
                  <a:fillRect/>
                </a:stretch>
              </p:blipFill>
              <p:spPr>
                <a:xfrm>
                  <a:off x="7186838" y="5057783"/>
                  <a:ext cx="14544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0" name="Ink 159">
                  <a:extLst>
                    <a:ext uri="{FF2B5EF4-FFF2-40B4-BE49-F238E27FC236}">
                      <a16:creationId xmlns:a16="http://schemas.microsoft.com/office/drawing/2014/main" id="{FEA1FF28-5E00-0ADE-79E4-B620BF8FFA1C}"/>
                    </a:ext>
                  </a:extLst>
                </p14:cNvPr>
                <p14:cNvContentPartPr/>
                <p14:nvPr/>
              </p14:nvContentPartPr>
              <p14:xfrm>
                <a:off x="7370078" y="5048063"/>
                <a:ext cx="39960" cy="256680"/>
              </p14:xfrm>
            </p:contentPart>
          </mc:Choice>
          <mc:Fallback xmlns="">
            <p:pic>
              <p:nvPicPr>
                <p:cNvPr id="160" name="Ink 159">
                  <a:extLst>
                    <a:ext uri="{FF2B5EF4-FFF2-40B4-BE49-F238E27FC236}">
                      <a16:creationId xmlns:a16="http://schemas.microsoft.com/office/drawing/2014/main" id="{FEA1FF28-5E00-0ADE-79E4-B620BF8FFA1C}"/>
                    </a:ext>
                  </a:extLst>
                </p:cNvPr>
                <p:cNvPicPr/>
                <p:nvPr/>
              </p:nvPicPr>
              <p:blipFill>
                <a:blip r:embed="rId271"/>
                <a:stretch>
                  <a:fillRect/>
                </a:stretch>
              </p:blipFill>
              <p:spPr>
                <a:xfrm>
                  <a:off x="7361438" y="5039063"/>
                  <a:ext cx="576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1" name="Ink 160">
                  <a:extLst>
                    <a:ext uri="{FF2B5EF4-FFF2-40B4-BE49-F238E27FC236}">
                      <a16:creationId xmlns:a16="http://schemas.microsoft.com/office/drawing/2014/main" id="{5B6FEC0C-8D40-6EB6-C240-186728918AA0}"/>
                    </a:ext>
                  </a:extLst>
                </p14:cNvPr>
                <p14:cNvContentPartPr/>
                <p14:nvPr/>
              </p14:nvContentPartPr>
              <p14:xfrm>
                <a:off x="7502918" y="5139863"/>
                <a:ext cx="549360" cy="354240"/>
              </p14:xfrm>
            </p:contentPart>
          </mc:Choice>
          <mc:Fallback xmlns="">
            <p:pic>
              <p:nvPicPr>
                <p:cNvPr id="161" name="Ink 160">
                  <a:extLst>
                    <a:ext uri="{FF2B5EF4-FFF2-40B4-BE49-F238E27FC236}">
                      <a16:creationId xmlns:a16="http://schemas.microsoft.com/office/drawing/2014/main" id="{5B6FEC0C-8D40-6EB6-C240-186728918AA0}"/>
                    </a:ext>
                  </a:extLst>
                </p:cNvPr>
                <p:cNvPicPr/>
                <p:nvPr/>
              </p:nvPicPr>
              <p:blipFill>
                <a:blip r:embed="rId273"/>
                <a:stretch>
                  <a:fillRect/>
                </a:stretch>
              </p:blipFill>
              <p:spPr>
                <a:xfrm>
                  <a:off x="7493918" y="5130863"/>
                  <a:ext cx="56700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2" name="Ink 161">
                  <a:extLst>
                    <a:ext uri="{FF2B5EF4-FFF2-40B4-BE49-F238E27FC236}">
                      <a16:creationId xmlns:a16="http://schemas.microsoft.com/office/drawing/2014/main" id="{9E985E34-9B20-B880-A7DE-B82313F6B242}"/>
                    </a:ext>
                  </a:extLst>
                </p14:cNvPr>
                <p14:cNvContentPartPr/>
                <p14:nvPr/>
              </p14:nvContentPartPr>
              <p14:xfrm>
                <a:off x="5352638" y="5398703"/>
                <a:ext cx="3153600" cy="257040"/>
              </p14:xfrm>
            </p:contentPart>
          </mc:Choice>
          <mc:Fallback xmlns="">
            <p:pic>
              <p:nvPicPr>
                <p:cNvPr id="162" name="Ink 161">
                  <a:extLst>
                    <a:ext uri="{FF2B5EF4-FFF2-40B4-BE49-F238E27FC236}">
                      <a16:creationId xmlns:a16="http://schemas.microsoft.com/office/drawing/2014/main" id="{9E985E34-9B20-B880-A7DE-B82313F6B242}"/>
                    </a:ext>
                  </a:extLst>
                </p:cNvPr>
                <p:cNvPicPr/>
                <p:nvPr/>
              </p:nvPicPr>
              <p:blipFill>
                <a:blip r:embed="rId275"/>
                <a:stretch>
                  <a:fillRect/>
                </a:stretch>
              </p:blipFill>
              <p:spPr>
                <a:xfrm>
                  <a:off x="5343638" y="5390063"/>
                  <a:ext cx="317124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4" name="Ink 163">
                  <a:extLst>
                    <a:ext uri="{FF2B5EF4-FFF2-40B4-BE49-F238E27FC236}">
                      <a16:creationId xmlns:a16="http://schemas.microsoft.com/office/drawing/2014/main" id="{23F1F031-488E-F343-55C0-1027A5D5F2A4}"/>
                    </a:ext>
                  </a:extLst>
                </p14:cNvPr>
                <p14:cNvContentPartPr/>
                <p14:nvPr/>
              </p14:nvContentPartPr>
              <p14:xfrm>
                <a:off x="8564198" y="4944023"/>
                <a:ext cx="221760" cy="328680"/>
              </p14:xfrm>
            </p:contentPart>
          </mc:Choice>
          <mc:Fallback xmlns="">
            <p:pic>
              <p:nvPicPr>
                <p:cNvPr id="164" name="Ink 163">
                  <a:extLst>
                    <a:ext uri="{FF2B5EF4-FFF2-40B4-BE49-F238E27FC236}">
                      <a16:creationId xmlns:a16="http://schemas.microsoft.com/office/drawing/2014/main" id="{23F1F031-488E-F343-55C0-1027A5D5F2A4}"/>
                    </a:ext>
                  </a:extLst>
                </p:cNvPr>
                <p:cNvPicPr/>
                <p:nvPr/>
              </p:nvPicPr>
              <p:blipFill>
                <a:blip r:embed="rId277"/>
                <a:stretch>
                  <a:fillRect/>
                </a:stretch>
              </p:blipFill>
              <p:spPr>
                <a:xfrm>
                  <a:off x="8555198" y="4935023"/>
                  <a:ext cx="23940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5" name="Ink 164">
                  <a:extLst>
                    <a:ext uri="{FF2B5EF4-FFF2-40B4-BE49-F238E27FC236}">
                      <a16:creationId xmlns:a16="http://schemas.microsoft.com/office/drawing/2014/main" id="{BF93AFCC-7C1C-74BF-A91C-020E354E8C67}"/>
                    </a:ext>
                  </a:extLst>
                </p14:cNvPr>
                <p14:cNvContentPartPr/>
                <p14:nvPr/>
              </p14:nvContentPartPr>
              <p14:xfrm>
                <a:off x="8881718" y="4940783"/>
                <a:ext cx="240120" cy="303840"/>
              </p14:xfrm>
            </p:contentPart>
          </mc:Choice>
          <mc:Fallback xmlns="">
            <p:pic>
              <p:nvPicPr>
                <p:cNvPr id="165" name="Ink 164">
                  <a:extLst>
                    <a:ext uri="{FF2B5EF4-FFF2-40B4-BE49-F238E27FC236}">
                      <a16:creationId xmlns:a16="http://schemas.microsoft.com/office/drawing/2014/main" id="{BF93AFCC-7C1C-74BF-A91C-020E354E8C67}"/>
                    </a:ext>
                  </a:extLst>
                </p:cNvPr>
                <p:cNvPicPr/>
                <p:nvPr/>
              </p:nvPicPr>
              <p:blipFill>
                <a:blip r:embed="rId279"/>
                <a:stretch>
                  <a:fillRect/>
                </a:stretch>
              </p:blipFill>
              <p:spPr>
                <a:xfrm>
                  <a:off x="8873078" y="4931783"/>
                  <a:ext cx="25776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6" name="Ink 165">
                  <a:extLst>
                    <a:ext uri="{FF2B5EF4-FFF2-40B4-BE49-F238E27FC236}">
                      <a16:creationId xmlns:a16="http://schemas.microsoft.com/office/drawing/2014/main" id="{552F6ACA-D892-5711-E984-1DD8E5D18EDB}"/>
                    </a:ext>
                  </a:extLst>
                </p14:cNvPr>
                <p14:cNvContentPartPr/>
                <p14:nvPr/>
              </p14:nvContentPartPr>
              <p14:xfrm>
                <a:off x="9208598" y="4974263"/>
                <a:ext cx="185400" cy="275760"/>
              </p14:xfrm>
            </p:contentPart>
          </mc:Choice>
          <mc:Fallback xmlns="">
            <p:pic>
              <p:nvPicPr>
                <p:cNvPr id="166" name="Ink 165">
                  <a:extLst>
                    <a:ext uri="{FF2B5EF4-FFF2-40B4-BE49-F238E27FC236}">
                      <a16:creationId xmlns:a16="http://schemas.microsoft.com/office/drawing/2014/main" id="{552F6ACA-D892-5711-E984-1DD8E5D18EDB}"/>
                    </a:ext>
                  </a:extLst>
                </p:cNvPr>
                <p:cNvPicPr/>
                <p:nvPr/>
              </p:nvPicPr>
              <p:blipFill>
                <a:blip r:embed="rId281"/>
                <a:stretch>
                  <a:fillRect/>
                </a:stretch>
              </p:blipFill>
              <p:spPr>
                <a:xfrm>
                  <a:off x="9199958" y="4965623"/>
                  <a:ext cx="2030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7" name="Ink 166">
                  <a:extLst>
                    <a:ext uri="{FF2B5EF4-FFF2-40B4-BE49-F238E27FC236}">
                      <a16:creationId xmlns:a16="http://schemas.microsoft.com/office/drawing/2014/main" id="{E3EF5AC1-D110-1E83-1332-203AAEE97219}"/>
                    </a:ext>
                  </a:extLst>
                </p14:cNvPr>
                <p14:cNvContentPartPr/>
                <p14:nvPr/>
              </p14:nvContentPartPr>
              <p14:xfrm>
                <a:off x="8245598" y="5331743"/>
                <a:ext cx="1518840" cy="98640"/>
              </p14:xfrm>
            </p:contentPart>
          </mc:Choice>
          <mc:Fallback xmlns="">
            <p:pic>
              <p:nvPicPr>
                <p:cNvPr id="167" name="Ink 166">
                  <a:extLst>
                    <a:ext uri="{FF2B5EF4-FFF2-40B4-BE49-F238E27FC236}">
                      <a16:creationId xmlns:a16="http://schemas.microsoft.com/office/drawing/2014/main" id="{E3EF5AC1-D110-1E83-1332-203AAEE97219}"/>
                    </a:ext>
                  </a:extLst>
                </p:cNvPr>
                <p:cNvPicPr/>
                <p:nvPr/>
              </p:nvPicPr>
              <p:blipFill>
                <a:blip r:embed="rId283"/>
                <a:stretch>
                  <a:fillRect/>
                </a:stretch>
              </p:blipFill>
              <p:spPr>
                <a:xfrm>
                  <a:off x="8236598" y="5323103"/>
                  <a:ext cx="15364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9" name="Ink 168">
                  <a:extLst>
                    <a:ext uri="{FF2B5EF4-FFF2-40B4-BE49-F238E27FC236}">
                      <a16:creationId xmlns:a16="http://schemas.microsoft.com/office/drawing/2014/main" id="{32B1EDD8-4067-DA92-6287-221E8D655DE3}"/>
                    </a:ext>
                  </a:extLst>
                </p14:cNvPr>
                <p14:cNvContentPartPr/>
                <p14:nvPr/>
              </p14:nvContentPartPr>
              <p14:xfrm>
                <a:off x="8386358" y="4604543"/>
                <a:ext cx="1507680" cy="957600"/>
              </p14:xfrm>
            </p:contentPart>
          </mc:Choice>
          <mc:Fallback xmlns="">
            <p:pic>
              <p:nvPicPr>
                <p:cNvPr id="169" name="Ink 168">
                  <a:extLst>
                    <a:ext uri="{FF2B5EF4-FFF2-40B4-BE49-F238E27FC236}">
                      <a16:creationId xmlns:a16="http://schemas.microsoft.com/office/drawing/2014/main" id="{32B1EDD8-4067-DA92-6287-221E8D655DE3}"/>
                    </a:ext>
                  </a:extLst>
                </p:cNvPr>
                <p:cNvPicPr/>
                <p:nvPr/>
              </p:nvPicPr>
              <p:blipFill>
                <a:blip r:embed="rId285"/>
                <a:stretch>
                  <a:fillRect/>
                </a:stretch>
              </p:blipFill>
              <p:spPr>
                <a:xfrm>
                  <a:off x="8377718" y="4595543"/>
                  <a:ext cx="1525320" cy="9752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1" name="Ink 170">
                  <a:extLst>
                    <a:ext uri="{FF2B5EF4-FFF2-40B4-BE49-F238E27FC236}">
                      <a16:creationId xmlns:a16="http://schemas.microsoft.com/office/drawing/2014/main" id="{0F0C7046-293F-3027-DC13-C107A05AF608}"/>
                    </a:ext>
                  </a:extLst>
                </p14:cNvPr>
                <p14:cNvContentPartPr/>
                <p14:nvPr/>
              </p14:nvContentPartPr>
              <p14:xfrm>
                <a:off x="4095878" y="1072583"/>
                <a:ext cx="1938960" cy="3272040"/>
              </p14:xfrm>
            </p:contentPart>
          </mc:Choice>
          <mc:Fallback xmlns="">
            <p:pic>
              <p:nvPicPr>
                <p:cNvPr id="171" name="Ink 170">
                  <a:extLst>
                    <a:ext uri="{FF2B5EF4-FFF2-40B4-BE49-F238E27FC236}">
                      <a16:creationId xmlns:a16="http://schemas.microsoft.com/office/drawing/2014/main" id="{0F0C7046-293F-3027-DC13-C107A05AF608}"/>
                    </a:ext>
                  </a:extLst>
                </p:cNvPr>
                <p:cNvPicPr/>
                <p:nvPr/>
              </p:nvPicPr>
              <p:blipFill>
                <a:blip r:embed="rId287"/>
                <a:stretch>
                  <a:fillRect/>
                </a:stretch>
              </p:blipFill>
              <p:spPr>
                <a:xfrm>
                  <a:off x="4086878" y="1063583"/>
                  <a:ext cx="1956600" cy="32896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2" name="Ink 171">
                  <a:extLst>
                    <a:ext uri="{FF2B5EF4-FFF2-40B4-BE49-F238E27FC236}">
                      <a16:creationId xmlns:a16="http://schemas.microsoft.com/office/drawing/2014/main" id="{8FD7B477-7625-EA8F-36BB-CD7BD54B14E3}"/>
                    </a:ext>
                  </a:extLst>
                </p14:cNvPr>
                <p14:cNvContentPartPr/>
                <p14:nvPr/>
              </p14:nvContentPartPr>
              <p14:xfrm>
                <a:off x="5831438" y="4095863"/>
                <a:ext cx="264960" cy="407520"/>
              </p14:xfrm>
            </p:contentPart>
          </mc:Choice>
          <mc:Fallback xmlns="">
            <p:pic>
              <p:nvPicPr>
                <p:cNvPr id="172" name="Ink 171">
                  <a:extLst>
                    <a:ext uri="{FF2B5EF4-FFF2-40B4-BE49-F238E27FC236}">
                      <a16:creationId xmlns:a16="http://schemas.microsoft.com/office/drawing/2014/main" id="{8FD7B477-7625-EA8F-36BB-CD7BD54B14E3}"/>
                    </a:ext>
                  </a:extLst>
                </p:cNvPr>
                <p:cNvPicPr/>
                <p:nvPr/>
              </p:nvPicPr>
              <p:blipFill>
                <a:blip r:embed="rId289"/>
                <a:stretch>
                  <a:fillRect/>
                </a:stretch>
              </p:blipFill>
              <p:spPr>
                <a:xfrm>
                  <a:off x="5822438" y="4087223"/>
                  <a:ext cx="28260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4" name="Ink 173">
                  <a:extLst>
                    <a:ext uri="{FF2B5EF4-FFF2-40B4-BE49-F238E27FC236}">
                      <a16:creationId xmlns:a16="http://schemas.microsoft.com/office/drawing/2014/main" id="{FFA9FAE5-9C6D-F157-6C0D-8C872058D77D}"/>
                    </a:ext>
                  </a:extLst>
                </p14:cNvPr>
                <p14:cNvContentPartPr/>
                <p14:nvPr/>
              </p14:nvContentPartPr>
              <p14:xfrm>
                <a:off x="6210878" y="4103063"/>
                <a:ext cx="261720" cy="269280"/>
              </p14:xfrm>
            </p:contentPart>
          </mc:Choice>
          <mc:Fallback xmlns="">
            <p:pic>
              <p:nvPicPr>
                <p:cNvPr id="174" name="Ink 173">
                  <a:extLst>
                    <a:ext uri="{FF2B5EF4-FFF2-40B4-BE49-F238E27FC236}">
                      <a16:creationId xmlns:a16="http://schemas.microsoft.com/office/drawing/2014/main" id="{FFA9FAE5-9C6D-F157-6C0D-8C872058D77D}"/>
                    </a:ext>
                  </a:extLst>
                </p:cNvPr>
                <p:cNvPicPr/>
                <p:nvPr/>
              </p:nvPicPr>
              <p:blipFill>
                <a:blip r:embed="rId291"/>
                <a:stretch>
                  <a:fillRect/>
                </a:stretch>
              </p:blipFill>
              <p:spPr>
                <a:xfrm>
                  <a:off x="6201878" y="4094063"/>
                  <a:ext cx="27936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5" name="Ink 174">
                  <a:extLst>
                    <a:ext uri="{FF2B5EF4-FFF2-40B4-BE49-F238E27FC236}">
                      <a16:creationId xmlns:a16="http://schemas.microsoft.com/office/drawing/2014/main" id="{93CDAAE4-30E1-B5A2-27F1-98C908D85A5D}"/>
                    </a:ext>
                  </a:extLst>
                </p14:cNvPr>
                <p14:cNvContentPartPr/>
                <p14:nvPr/>
              </p14:nvContentPartPr>
              <p14:xfrm>
                <a:off x="6630278" y="4190903"/>
                <a:ext cx="270720" cy="55440"/>
              </p14:xfrm>
            </p:contentPart>
          </mc:Choice>
          <mc:Fallback xmlns="">
            <p:pic>
              <p:nvPicPr>
                <p:cNvPr id="175" name="Ink 174">
                  <a:extLst>
                    <a:ext uri="{FF2B5EF4-FFF2-40B4-BE49-F238E27FC236}">
                      <a16:creationId xmlns:a16="http://schemas.microsoft.com/office/drawing/2014/main" id="{93CDAAE4-30E1-B5A2-27F1-98C908D85A5D}"/>
                    </a:ext>
                  </a:extLst>
                </p:cNvPr>
                <p:cNvPicPr/>
                <p:nvPr/>
              </p:nvPicPr>
              <p:blipFill>
                <a:blip r:embed="rId293"/>
                <a:stretch>
                  <a:fillRect/>
                </a:stretch>
              </p:blipFill>
              <p:spPr>
                <a:xfrm>
                  <a:off x="6621638" y="4182263"/>
                  <a:ext cx="288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6" name="Ink 175">
                  <a:extLst>
                    <a:ext uri="{FF2B5EF4-FFF2-40B4-BE49-F238E27FC236}">
                      <a16:creationId xmlns:a16="http://schemas.microsoft.com/office/drawing/2014/main" id="{B7C3DA24-1175-F7BA-3417-9FA3E2EA9E14}"/>
                    </a:ext>
                  </a:extLst>
                </p14:cNvPr>
                <p14:cNvContentPartPr/>
                <p14:nvPr/>
              </p14:nvContentPartPr>
              <p14:xfrm>
                <a:off x="7091798" y="4106303"/>
                <a:ext cx="4320" cy="172080"/>
              </p14:xfrm>
            </p:contentPart>
          </mc:Choice>
          <mc:Fallback xmlns="">
            <p:pic>
              <p:nvPicPr>
                <p:cNvPr id="176" name="Ink 175">
                  <a:extLst>
                    <a:ext uri="{FF2B5EF4-FFF2-40B4-BE49-F238E27FC236}">
                      <a16:creationId xmlns:a16="http://schemas.microsoft.com/office/drawing/2014/main" id="{B7C3DA24-1175-F7BA-3417-9FA3E2EA9E14}"/>
                    </a:ext>
                  </a:extLst>
                </p:cNvPr>
                <p:cNvPicPr/>
                <p:nvPr/>
              </p:nvPicPr>
              <p:blipFill>
                <a:blip r:embed="rId295"/>
                <a:stretch>
                  <a:fillRect/>
                </a:stretch>
              </p:blipFill>
              <p:spPr>
                <a:xfrm>
                  <a:off x="7083158" y="4097303"/>
                  <a:ext cx="219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7" name="Ink 176">
                  <a:extLst>
                    <a:ext uri="{FF2B5EF4-FFF2-40B4-BE49-F238E27FC236}">
                      <a16:creationId xmlns:a16="http://schemas.microsoft.com/office/drawing/2014/main" id="{9A2D86BE-7CFA-B28E-BDD2-D9AD342CB62A}"/>
                    </a:ext>
                  </a:extLst>
                </p14:cNvPr>
                <p14:cNvContentPartPr/>
                <p14:nvPr/>
              </p14:nvContentPartPr>
              <p14:xfrm>
                <a:off x="6979118" y="4040063"/>
                <a:ext cx="322920" cy="302040"/>
              </p14:xfrm>
            </p:contentPart>
          </mc:Choice>
          <mc:Fallback xmlns="">
            <p:pic>
              <p:nvPicPr>
                <p:cNvPr id="177" name="Ink 176">
                  <a:extLst>
                    <a:ext uri="{FF2B5EF4-FFF2-40B4-BE49-F238E27FC236}">
                      <a16:creationId xmlns:a16="http://schemas.microsoft.com/office/drawing/2014/main" id="{9A2D86BE-7CFA-B28E-BDD2-D9AD342CB62A}"/>
                    </a:ext>
                  </a:extLst>
                </p:cNvPr>
                <p:cNvPicPr/>
                <p:nvPr/>
              </p:nvPicPr>
              <p:blipFill>
                <a:blip r:embed="rId297"/>
                <a:stretch>
                  <a:fillRect/>
                </a:stretch>
              </p:blipFill>
              <p:spPr>
                <a:xfrm>
                  <a:off x="6970118" y="4031423"/>
                  <a:ext cx="34056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9" name="Ink 178">
                  <a:extLst>
                    <a:ext uri="{FF2B5EF4-FFF2-40B4-BE49-F238E27FC236}">
                      <a16:creationId xmlns:a16="http://schemas.microsoft.com/office/drawing/2014/main" id="{A6933AF4-9351-FF75-5E64-D216931E6364}"/>
                    </a:ext>
                  </a:extLst>
                </p14:cNvPr>
                <p14:cNvContentPartPr/>
                <p14:nvPr/>
              </p14:nvContentPartPr>
              <p14:xfrm>
                <a:off x="7478798" y="4143383"/>
                <a:ext cx="279720" cy="15120"/>
              </p14:xfrm>
            </p:contentPart>
          </mc:Choice>
          <mc:Fallback xmlns="">
            <p:pic>
              <p:nvPicPr>
                <p:cNvPr id="179" name="Ink 178">
                  <a:extLst>
                    <a:ext uri="{FF2B5EF4-FFF2-40B4-BE49-F238E27FC236}">
                      <a16:creationId xmlns:a16="http://schemas.microsoft.com/office/drawing/2014/main" id="{A6933AF4-9351-FF75-5E64-D216931E6364}"/>
                    </a:ext>
                  </a:extLst>
                </p:cNvPr>
                <p:cNvPicPr/>
                <p:nvPr/>
              </p:nvPicPr>
              <p:blipFill>
                <a:blip r:embed="rId299"/>
                <a:stretch>
                  <a:fillRect/>
                </a:stretch>
              </p:blipFill>
              <p:spPr>
                <a:xfrm>
                  <a:off x="7469798" y="4134743"/>
                  <a:ext cx="2973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0" name="Ink 179">
                  <a:extLst>
                    <a:ext uri="{FF2B5EF4-FFF2-40B4-BE49-F238E27FC236}">
                      <a16:creationId xmlns:a16="http://schemas.microsoft.com/office/drawing/2014/main" id="{DF38FCFA-CB13-0AC5-D081-DC405D2967AE}"/>
                    </a:ext>
                  </a:extLst>
                </p14:cNvPr>
                <p14:cNvContentPartPr/>
                <p14:nvPr/>
              </p14:nvContentPartPr>
              <p14:xfrm>
                <a:off x="7868318" y="4013783"/>
                <a:ext cx="128880" cy="218520"/>
              </p14:xfrm>
            </p:contentPart>
          </mc:Choice>
          <mc:Fallback xmlns="">
            <p:pic>
              <p:nvPicPr>
                <p:cNvPr id="180" name="Ink 179">
                  <a:extLst>
                    <a:ext uri="{FF2B5EF4-FFF2-40B4-BE49-F238E27FC236}">
                      <a16:creationId xmlns:a16="http://schemas.microsoft.com/office/drawing/2014/main" id="{DF38FCFA-CB13-0AC5-D081-DC405D2967AE}"/>
                    </a:ext>
                  </a:extLst>
                </p:cNvPr>
                <p:cNvPicPr/>
                <p:nvPr/>
              </p:nvPicPr>
              <p:blipFill>
                <a:blip r:embed="rId301"/>
                <a:stretch>
                  <a:fillRect/>
                </a:stretch>
              </p:blipFill>
              <p:spPr>
                <a:xfrm>
                  <a:off x="7859318" y="4005143"/>
                  <a:ext cx="1465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1" name="Ink 180">
                  <a:extLst>
                    <a:ext uri="{FF2B5EF4-FFF2-40B4-BE49-F238E27FC236}">
                      <a16:creationId xmlns:a16="http://schemas.microsoft.com/office/drawing/2014/main" id="{6869EB41-CE86-E6A5-FFD7-96DAD13376C5}"/>
                    </a:ext>
                  </a:extLst>
                </p14:cNvPr>
                <p14:cNvContentPartPr/>
                <p14:nvPr/>
              </p14:nvContentPartPr>
              <p14:xfrm>
                <a:off x="8072798" y="3965183"/>
                <a:ext cx="23040" cy="248400"/>
              </p14:xfrm>
            </p:contentPart>
          </mc:Choice>
          <mc:Fallback xmlns="">
            <p:pic>
              <p:nvPicPr>
                <p:cNvPr id="181" name="Ink 180">
                  <a:extLst>
                    <a:ext uri="{FF2B5EF4-FFF2-40B4-BE49-F238E27FC236}">
                      <a16:creationId xmlns:a16="http://schemas.microsoft.com/office/drawing/2014/main" id="{6869EB41-CE86-E6A5-FFD7-96DAD13376C5}"/>
                    </a:ext>
                  </a:extLst>
                </p:cNvPr>
                <p:cNvPicPr/>
                <p:nvPr/>
              </p:nvPicPr>
              <p:blipFill>
                <a:blip r:embed="rId303"/>
                <a:stretch>
                  <a:fillRect/>
                </a:stretch>
              </p:blipFill>
              <p:spPr>
                <a:xfrm>
                  <a:off x="8064158" y="3956543"/>
                  <a:ext cx="406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2" name="Ink 181">
                  <a:extLst>
                    <a:ext uri="{FF2B5EF4-FFF2-40B4-BE49-F238E27FC236}">
                      <a16:creationId xmlns:a16="http://schemas.microsoft.com/office/drawing/2014/main" id="{74F7E97C-E7A1-5B39-E67F-E86D6871A0B0}"/>
                    </a:ext>
                  </a:extLst>
                </p14:cNvPr>
                <p14:cNvContentPartPr/>
                <p14:nvPr/>
              </p14:nvContentPartPr>
              <p14:xfrm>
                <a:off x="8035358" y="4076783"/>
                <a:ext cx="256680" cy="131040"/>
              </p14:xfrm>
            </p:contentPart>
          </mc:Choice>
          <mc:Fallback xmlns="">
            <p:pic>
              <p:nvPicPr>
                <p:cNvPr id="182" name="Ink 181">
                  <a:extLst>
                    <a:ext uri="{FF2B5EF4-FFF2-40B4-BE49-F238E27FC236}">
                      <a16:creationId xmlns:a16="http://schemas.microsoft.com/office/drawing/2014/main" id="{74F7E97C-E7A1-5B39-E67F-E86D6871A0B0}"/>
                    </a:ext>
                  </a:extLst>
                </p:cNvPr>
                <p:cNvPicPr/>
                <p:nvPr/>
              </p:nvPicPr>
              <p:blipFill>
                <a:blip r:embed="rId305"/>
                <a:stretch>
                  <a:fillRect/>
                </a:stretch>
              </p:blipFill>
              <p:spPr>
                <a:xfrm>
                  <a:off x="8026358" y="4067783"/>
                  <a:ext cx="2743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83" name="Ink 182">
                  <a:extLst>
                    <a:ext uri="{FF2B5EF4-FFF2-40B4-BE49-F238E27FC236}">
                      <a16:creationId xmlns:a16="http://schemas.microsoft.com/office/drawing/2014/main" id="{6CA48EE8-BC2F-1FE5-3519-041AD2EA1264}"/>
                    </a:ext>
                  </a:extLst>
                </p14:cNvPr>
                <p14:cNvContentPartPr/>
                <p14:nvPr/>
              </p14:nvContentPartPr>
              <p14:xfrm>
                <a:off x="8344598" y="4032863"/>
                <a:ext cx="129960" cy="307080"/>
              </p14:xfrm>
            </p:contentPart>
          </mc:Choice>
          <mc:Fallback xmlns="">
            <p:pic>
              <p:nvPicPr>
                <p:cNvPr id="183" name="Ink 182">
                  <a:extLst>
                    <a:ext uri="{FF2B5EF4-FFF2-40B4-BE49-F238E27FC236}">
                      <a16:creationId xmlns:a16="http://schemas.microsoft.com/office/drawing/2014/main" id="{6CA48EE8-BC2F-1FE5-3519-041AD2EA1264}"/>
                    </a:ext>
                  </a:extLst>
                </p:cNvPr>
                <p:cNvPicPr/>
                <p:nvPr/>
              </p:nvPicPr>
              <p:blipFill>
                <a:blip r:embed="rId307"/>
                <a:stretch>
                  <a:fillRect/>
                </a:stretch>
              </p:blipFill>
              <p:spPr>
                <a:xfrm>
                  <a:off x="8335598" y="4023863"/>
                  <a:ext cx="14760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5" name="Ink 184">
                  <a:extLst>
                    <a:ext uri="{FF2B5EF4-FFF2-40B4-BE49-F238E27FC236}">
                      <a16:creationId xmlns:a16="http://schemas.microsoft.com/office/drawing/2014/main" id="{AACCAE27-68EA-C7AB-DD43-F74096113DCA}"/>
                    </a:ext>
                  </a:extLst>
                </p14:cNvPr>
                <p14:cNvContentPartPr/>
                <p14:nvPr/>
              </p14:nvContentPartPr>
              <p14:xfrm>
                <a:off x="4214678" y="1377503"/>
                <a:ext cx="1768680" cy="3152880"/>
              </p14:xfrm>
            </p:contentPart>
          </mc:Choice>
          <mc:Fallback xmlns="">
            <p:pic>
              <p:nvPicPr>
                <p:cNvPr id="185" name="Ink 184">
                  <a:extLst>
                    <a:ext uri="{FF2B5EF4-FFF2-40B4-BE49-F238E27FC236}">
                      <a16:creationId xmlns:a16="http://schemas.microsoft.com/office/drawing/2014/main" id="{AACCAE27-68EA-C7AB-DD43-F74096113DCA}"/>
                    </a:ext>
                  </a:extLst>
                </p:cNvPr>
                <p:cNvPicPr/>
                <p:nvPr/>
              </p:nvPicPr>
              <p:blipFill>
                <a:blip r:embed="rId309"/>
                <a:stretch>
                  <a:fillRect/>
                </a:stretch>
              </p:blipFill>
              <p:spPr>
                <a:xfrm>
                  <a:off x="4206038" y="1368863"/>
                  <a:ext cx="1786320" cy="31705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6" name="Ink 185">
                  <a:extLst>
                    <a:ext uri="{FF2B5EF4-FFF2-40B4-BE49-F238E27FC236}">
                      <a16:creationId xmlns:a16="http://schemas.microsoft.com/office/drawing/2014/main" id="{45564D1F-CA9C-6101-81A8-8B9E66C4351C}"/>
                    </a:ext>
                  </a:extLst>
                </p14:cNvPr>
                <p14:cNvContentPartPr/>
                <p14:nvPr/>
              </p14:nvContentPartPr>
              <p14:xfrm>
                <a:off x="5840438" y="4446863"/>
                <a:ext cx="129960" cy="255240"/>
              </p14:xfrm>
            </p:contentPart>
          </mc:Choice>
          <mc:Fallback xmlns="">
            <p:pic>
              <p:nvPicPr>
                <p:cNvPr id="186" name="Ink 185">
                  <a:extLst>
                    <a:ext uri="{FF2B5EF4-FFF2-40B4-BE49-F238E27FC236}">
                      <a16:creationId xmlns:a16="http://schemas.microsoft.com/office/drawing/2014/main" id="{45564D1F-CA9C-6101-81A8-8B9E66C4351C}"/>
                    </a:ext>
                  </a:extLst>
                </p:cNvPr>
                <p:cNvPicPr/>
                <p:nvPr/>
              </p:nvPicPr>
              <p:blipFill>
                <a:blip r:embed="rId311"/>
                <a:stretch>
                  <a:fillRect/>
                </a:stretch>
              </p:blipFill>
              <p:spPr>
                <a:xfrm>
                  <a:off x="5831438" y="4437863"/>
                  <a:ext cx="14760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7" name="Ink 186">
                  <a:extLst>
                    <a:ext uri="{FF2B5EF4-FFF2-40B4-BE49-F238E27FC236}">
                      <a16:creationId xmlns:a16="http://schemas.microsoft.com/office/drawing/2014/main" id="{C9ACD99E-8851-7A23-3440-4C47053DEFBC}"/>
                    </a:ext>
                  </a:extLst>
                </p14:cNvPr>
                <p14:cNvContentPartPr/>
                <p14:nvPr/>
              </p14:nvContentPartPr>
              <p14:xfrm>
                <a:off x="6155438" y="4578983"/>
                <a:ext cx="222840" cy="169200"/>
              </p14:xfrm>
            </p:contentPart>
          </mc:Choice>
          <mc:Fallback xmlns="">
            <p:pic>
              <p:nvPicPr>
                <p:cNvPr id="187" name="Ink 186">
                  <a:extLst>
                    <a:ext uri="{FF2B5EF4-FFF2-40B4-BE49-F238E27FC236}">
                      <a16:creationId xmlns:a16="http://schemas.microsoft.com/office/drawing/2014/main" id="{C9ACD99E-8851-7A23-3440-4C47053DEFBC}"/>
                    </a:ext>
                  </a:extLst>
                </p:cNvPr>
                <p:cNvPicPr/>
                <p:nvPr/>
              </p:nvPicPr>
              <p:blipFill>
                <a:blip r:embed="rId313"/>
                <a:stretch>
                  <a:fillRect/>
                </a:stretch>
              </p:blipFill>
              <p:spPr>
                <a:xfrm>
                  <a:off x="6146438" y="4569983"/>
                  <a:ext cx="2404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8" name="Ink 187">
                  <a:extLst>
                    <a:ext uri="{FF2B5EF4-FFF2-40B4-BE49-F238E27FC236}">
                      <a16:creationId xmlns:a16="http://schemas.microsoft.com/office/drawing/2014/main" id="{1216425F-2099-8C8B-A148-394FA041F375}"/>
                    </a:ext>
                  </a:extLst>
                </p14:cNvPr>
                <p14:cNvContentPartPr/>
                <p14:nvPr/>
              </p14:nvContentPartPr>
              <p14:xfrm>
                <a:off x="6400598" y="4593023"/>
                <a:ext cx="155520" cy="148680"/>
              </p14:xfrm>
            </p:contentPart>
          </mc:Choice>
          <mc:Fallback xmlns="">
            <p:pic>
              <p:nvPicPr>
                <p:cNvPr id="188" name="Ink 187">
                  <a:extLst>
                    <a:ext uri="{FF2B5EF4-FFF2-40B4-BE49-F238E27FC236}">
                      <a16:creationId xmlns:a16="http://schemas.microsoft.com/office/drawing/2014/main" id="{1216425F-2099-8C8B-A148-394FA041F375}"/>
                    </a:ext>
                  </a:extLst>
                </p:cNvPr>
                <p:cNvPicPr/>
                <p:nvPr/>
              </p:nvPicPr>
              <p:blipFill>
                <a:blip r:embed="rId315"/>
                <a:stretch>
                  <a:fillRect/>
                </a:stretch>
              </p:blipFill>
              <p:spPr>
                <a:xfrm>
                  <a:off x="6391598" y="4584023"/>
                  <a:ext cx="17316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9" name="Ink 188">
                  <a:extLst>
                    <a:ext uri="{FF2B5EF4-FFF2-40B4-BE49-F238E27FC236}">
                      <a16:creationId xmlns:a16="http://schemas.microsoft.com/office/drawing/2014/main" id="{00F39A06-1187-5624-3A20-7E935AC02F96}"/>
                    </a:ext>
                  </a:extLst>
                </p14:cNvPr>
                <p14:cNvContentPartPr/>
                <p14:nvPr/>
              </p14:nvContentPartPr>
              <p14:xfrm>
                <a:off x="6663758" y="4553423"/>
                <a:ext cx="161280" cy="188640"/>
              </p14:xfrm>
            </p:contentPart>
          </mc:Choice>
          <mc:Fallback xmlns="">
            <p:pic>
              <p:nvPicPr>
                <p:cNvPr id="189" name="Ink 188">
                  <a:extLst>
                    <a:ext uri="{FF2B5EF4-FFF2-40B4-BE49-F238E27FC236}">
                      <a16:creationId xmlns:a16="http://schemas.microsoft.com/office/drawing/2014/main" id="{00F39A06-1187-5624-3A20-7E935AC02F96}"/>
                    </a:ext>
                  </a:extLst>
                </p:cNvPr>
                <p:cNvPicPr/>
                <p:nvPr/>
              </p:nvPicPr>
              <p:blipFill>
                <a:blip r:embed="rId317"/>
                <a:stretch>
                  <a:fillRect/>
                </a:stretch>
              </p:blipFill>
              <p:spPr>
                <a:xfrm>
                  <a:off x="6654758" y="4544423"/>
                  <a:ext cx="17892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91" name="Ink 190">
                  <a:extLst>
                    <a:ext uri="{FF2B5EF4-FFF2-40B4-BE49-F238E27FC236}">
                      <a16:creationId xmlns:a16="http://schemas.microsoft.com/office/drawing/2014/main" id="{75DAAE75-5DD5-92F7-4B1D-70E7CBAD582F}"/>
                    </a:ext>
                  </a:extLst>
                </p14:cNvPr>
                <p14:cNvContentPartPr/>
                <p14:nvPr/>
              </p14:nvContentPartPr>
              <p14:xfrm>
                <a:off x="7039238" y="4472783"/>
                <a:ext cx="180360" cy="280800"/>
              </p14:xfrm>
            </p:contentPart>
          </mc:Choice>
          <mc:Fallback xmlns="">
            <p:pic>
              <p:nvPicPr>
                <p:cNvPr id="191" name="Ink 190">
                  <a:extLst>
                    <a:ext uri="{FF2B5EF4-FFF2-40B4-BE49-F238E27FC236}">
                      <a16:creationId xmlns:a16="http://schemas.microsoft.com/office/drawing/2014/main" id="{75DAAE75-5DD5-92F7-4B1D-70E7CBAD582F}"/>
                    </a:ext>
                  </a:extLst>
                </p:cNvPr>
                <p:cNvPicPr/>
                <p:nvPr/>
              </p:nvPicPr>
              <p:blipFill>
                <a:blip r:embed="rId319"/>
                <a:stretch>
                  <a:fillRect/>
                </a:stretch>
              </p:blipFill>
              <p:spPr>
                <a:xfrm>
                  <a:off x="7030238" y="4464143"/>
                  <a:ext cx="1980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92" name="Ink 191">
                  <a:extLst>
                    <a:ext uri="{FF2B5EF4-FFF2-40B4-BE49-F238E27FC236}">
                      <a16:creationId xmlns:a16="http://schemas.microsoft.com/office/drawing/2014/main" id="{B03E7E3D-B6ED-5FAB-9A56-4B10FA4147C0}"/>
                    </a:ext>
                  </a:extLst>
                </p14:cNvPr>
                <p14:cNvContentPartPr/>
                <p14:nvPr/>
              </p14:nvContentPartPr>
              <p14:xfrm>
                <a:off x="7228238" y="4536143"/>
                <a:ext cx="276480" cy="175320"/>
              </p14:xfrm>
            </p:contentPart>
          </mc:Choice>
          <mc:Fallback xmlns="">
            <p:pic>
              <p:nvPicPr>
                <p:cNvPr id="192" name="Ink 191">
                  <a:extLst>
                    <a:ext uri="{FF2B5EF4-FFF2-40B4-BE49-F238E27FC236}">
                      <a16:creationId xmlns:a16="http://schemas.microsoft.com/office/drawing/2014/main" id="{B03E7E3D-B6ED-5FAB-9A56-4B10FA4147C0}"/>
                    </a:ext>
                  </a:extLst>
                </p:cNvPr>
                <p:cNvPicPr/>
                <p:nvPr/>
              </p:nvPicPr>
              <p:blipFill>
                <a:blip r:embed="rId321"/>
                <a:stretch>
                  <a:fillRect/>
                </a:stretch>
              </p:blipFill>
              <p:spPr>
                <a:xfrm>
                  <a:off x="7219598" y="4527503"/>
                  <a:ext cx="2941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93" name="Ink 192">
                  <a:extLst>
                    <a:ext uri="{FF2B5EF4-FFF2-40B4-BE49-F238E27FC236}">
                      <a16:creationId xmlns:a16="http://schemas.microsoft.com/office/drawing/2014/main" id="{3D20C9CC-DB3A-4B5B-7E13-97B671EF7181}"/>
                    </a:ext>
                  </a:extLst>
                </p14:cNvPr>
                <p14:cNvContentPartPr/>
                <p14:nvPr/>
              </p14:nvContentPartPr>
              <p14:xfrm>
                <a:off x="7402478" y="4572143"/>
                <a:ext cx="837720" cy="138600"/>
              </p14:xfrm>
            </p:contentPart>
          </mc:Choice>
          <mc:Fallback xmlns="">
            <p:pic>
              <p:nvPicPr>
                <p:cNvPr id="193" name="Ink 192">
                  <a:extLst>
                    <a:ext uri="{FF2B5EF4-FFF2-40B4-BE49-F238E27FC236}">
                      <a16:creationId xmlns:a16="http://schemas.microsoft.com/office/drawing/2014/main" id="{3D20C9CC-DB3A-4B5B-7E13-97B671EF7181}"/>
                    </a:ext>
                  </a:extLst>
                </p:cNvPr>
                <p:cNvPicPr/>
                <p:nvPr/>
              </p:nvPicPr>
              <p:blipFill>
                <a:blip r:embed="rId323"/>
                <a:stretch>
                  <a:fillRect/>
                </a:stretch>
              </p:blipFill>
              <p:spPr>
                <a:xfrm>
                  <a:off x="7393838" y="4563143"/>
                  <a:ext cx="8553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95" name="Ink 194">
                  <a:extLst>
                    <a:ext uri="{FF2B5EF4-FFF2-40B4-BE49-F238E27FC236}">
                      <a16:creationId xmlns:a16="http://schemas.microsoft.com/office/drawing/2014/main" id="{78303A6B-1B79-2CD2-2DE4-7AFF51E6DC0A}"/>
                    </a:ext>
                  </a:extLst>
                </p14:cNvPr>
                <p14:cNvContentPartPr/>
                <p14:nvPr/>
              </p14:nvContentPartPr>
              <p14:xfrm>
                <a:off x="3955838" y="2079143"/>
                <a:ext cx="1847520" cy="3240720"/>
              </p14:xfrm>
            </p:contentPart>
          </mc:Choice>
          <mc:Fallback xmlns="">
            <p:pic>
              <p:nvPicPr>
                <p:cNvPr id="195" name="Ink 194">
                  <a:extLst>
                    <a:ext uri="{FF2B5EF4-FFF2-40B4-BE49-F238E27FC236}">
                      <a16:creationId xmlns:a16="http://schemas.microsoft.com/office/drawing/2014/main" id="{78303A6B-1B79-2CD2-2DE4-7AFF51E6DC0A}"/>
                    </a:ext>
                  </a:extLst>
                </p:cNvPr>
                <p:cNvPicPr/>
                <p:nvPr/>
              </p:nvPicPr>
              <p:blipFill>
                <a:blip r:embed="rId325"/>
                <a:stretch>
                  <a:fillRect/>
                </a:stretch>
              </p:blipFill>
              <p:spPr>
                <a:xfrm>
                  <a:off x="3947198" y="2070503"/>
                  <a:ext cx="1865160" cy="32583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6" name="Ink 195">
                  <a:extLst>
                    <a:ext uri="{FF2B5EF4-FFF2-40B4-BE49-F238E27FC236}">
                      <a16:creationId xmlns:a16="http://schemas.microsoft.com/office/drawing/2014/main" id="{E9B40724-85F5-00B3-2E91-CE796CEDDE88}"/>
                    </a:ext>
                  </a:extLst>
                </p14:cNvPr>
                <p14:cNvContentPartPr/>
                <p14:nvPr/>
              </p14:nvContentPartPr>
              <p14:xfrm>
                <a:off x="5719838" y="5022503"/>
                <a:ext cx="104760" cy="248760"/>
              </p14:xfrm>
            </p:contentPart>
          </mc:Choice>
          <mc:Fallback xmlns="">
            <p:pic>
              <p:nvPicPr>
                <p:cNvPr id="196" name="Ink 195">
                  <a:extLst>
                    <a:ext uri="{FF2B5EF4-FFF2-40B4-BE49-F238E27FC236}">
                      <a16:creationId xmlns:a16="http://schemas.microsoft.com/office/drawing/2014/main" id="{E9B40724-85F5-00B3-2E91-CE796CEDDE88}"/>
                    </a:ext>
                  </a:extLst>
                </p:cNvPr>
                <p:cNvPicPr/>
                <p:nvPr/>
              </p:nvPicPr>
              <p:blipFill>
                <a:blip r:embed="rId327"/>
                <a:stretch>
                  <a:fillRect/>
                </a:stretch>
              </p:blipFill>
              <p:spPr>
                <a:xfrm>
                  <a:off x="5711198" y="5013503"/>
                  <a:ext cx="1224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97" name="Ink 196">
                  <a:extLst>
                    <a:ext uri="{FF2B5EF4-FFF2-40B4-BE49-F238E27FC236}">
                      <a16:creationId xmlns:a16="http://schemas.microsoft.com/office/drawing/2014/main" id="{213101C2-FE25-6641-AEFC-A3CB91635507}"/>
                    </a:ext>
                  </a:extLst>
                </p14:cNvPr>
                <p14:cNvContentPartPr/>
                <p14:nvPr/>
              </p14:nvContentPartPr>
              <p14:xfrm>
                <a:off x="6036278" y="4868423"/>
                <a:ext cx="392400" cy="290160"/>
              </p14:xfrm>
            </p:contentPart>
          </mc:Choice>
          <mc:Fallback xmlns="">
            <p:pic>
              <p:nvPicPr>
                <p:cNvPr id="197" name="Ink 196">
                  <a:extLst>
                    <a:ext uri="{FF2B5EF4-FFF2-40B4-BE49-F238E27FC236}">
                      <a16:creationId xmlns:a16="http://schemas.microsoft.com/office/drawing/2014/main" id="{213101C2-FE25-6641-AEFC-A3CB91635507}"/>
                    </a:ext>
                  </a:extLst>
                </p:cNvPr>
                <p:cNvPicPr/>
                <p:nvPr/>
              </p:nvPicPr>
              <p:blipFill>
                <a:blip r:embed="rId329"/>
                <a:stretch>
                  <a:fillRect/>
                </a:stretch>
              </p:blipFill>
              <p:spPr>
                <a:xfrm>
                  <a:off x="6027638" y="4859783"/>
                  <a:ext cx="4100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98" name="Ink 197">
                  <a:extLst>
                    <a:ext uri="{FF2B5EF4-FFF2-40B4-BE49-F238E27FC236}">
                      <a16:creationId xmlns:a16="http://schemas.microsoft.com/office/drawing/2014/main" id="{D88CB027-B41D-34EF-A07D-5E0E0A6076B6}"/>
                    </a:ext>
                  </a:extLst>
                </p14:cNvPr>
                <p14:cNvContentPartPr/>
                <p14:nvPr/>
              </p14:nvContentPartPr>
              <p14:xfrm>
                <a:off x="6469358" y="4829183"/>
                <a:ext cx="137160" cy="264960"/>
              </p14:xfrm>
            </p:contentPart>
          </mc:Choice>
          <mc:Fallback xmlns="">
            <p:pic>
              <p:nvPicPr>
                <p:cNvPr id="198" name="Ink 197">
                  <a:extLst>
                    <a:ext uri="{FF2B5EF4-FFF2-40B4-BE49-F238E27FC236}">
                      <a16:creationId xmlns:a16="http://schemas.microsoft.com/office/drawing/2014/main" id="{D88CB027-B41D-34EF-A07D-5E0E0A6076B6}"/>
                    </a:ext>
                  </a:extLst>
                </p:cNvPr>
                <p:cNvPicPr/>
                <p:nvPr/>
              </p:nvPicPr>
              <p:blipFill>
                <a:blip r:embed="rId331"/>
                <a:stretch>
                  <a:fillRect/>
                </a:stretch>
              </p:blipFill>
              <p:spPr>
                <a:xfrm>
                  <a:off x="6460718" y="4820183"/>
                  <a:ext cx="15480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00" name="Ink 199">
                  <a:extLst>
                    <a:ext uri="{FF2B5EF4-FFF2-40B4-BE49-F238E27FC236}">
                      <a16:creationId xmlns:a16="http://schemas.microsoft.com/office/drawing/2014/main" id="{9A227684-4823-00DB-40B8-457285370F08}"/>
                    </a:ext>
                  </a:extLst>
                </p14:cNvPr>
                <p14:cNvContentPartPr/>
                <p14:nvPr/>
              </p14:nvContentPartPr>
              <p14:xfrm>
                <a:off x="6123758" y="4797503"/>
                <a:ext cx="634320" cy="205560"/>
              </p14:xfrm>
            </p:contentPart>
          </mc:Choice>
          <mc:Fallback xmlns="">
            <p:pic>
              <p:nvPicPr>
                <p:cNvPr id="200" name="Ink 199">
                  <a:extLst>
                    <a:ext uri="{FF2B5EF4-FFF2-40B4-BE49-F238E27FC236}">
                      <a16:creationId xmlns:a16="http://schemas.microsoft.com/office/drawing/2014/main" id="{9A227684-4823-00DB-40B8-457285370F08}"/>
                    </a:ext>
                  </a:extLst>
                </p:cNvPr>
                <p:cNvPicPr/>
                <p:nvPr/>
              </p:nvPicPr>
              <p:blipFill>
                <a:blip r:embed="rId333"/>
                <a:stretch>
                  <a:fillRect/>
                </a:stretch>
              </p:blipFill>
              <p:spPr>
                <a:xfrm>
                  <a:off x="6115118" y="4788863"/>
                  <a:ext cx="6519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01" name="Ink 200">
                  <a:extLst>
                    <a:ext uri="{FF2B5EF4-FFF2-40B4-BE49-F238E27FC236}">
                      <a16:creationId xmlns:a16="http://schemas.microsoft.com/office/drawing/2014/main" id="{CD66973C-FB7B-1F81-41EB-BDCAC35C8229}"/>
                    </a:ext>
                  </a:extLst>
                </p14:cNvPr>
                <p14:cNvContentPartPr/>
                <p14:nvPr/>
              </p14:nvContentPartPr>
              <p14:xfrm>
                <a:off x="6107558" y="4841423"/>
                <a:ext cx="549000" cy="302040"/>
              </p14:xfrm>
            </p:contentPart>
          </mc:Choice>
          <mc:Fallback xmlns="">
            <p:pic>
              <p:nvPicPr>
                <p:cNvPr id="201" name="Ink 200">
                  <a:extLst>
                    <a:ext uri="{FF2B5EF4-FFF2-40B4-BE49-F238E27FC236}">
                      <a16:creationId xmlns:a16="http://schemas.microsoft.com/office/drawing/2014/main" id="{CD66973C-FB7B-1F81-41EB-BDCAC35C8229}"/>
                    </a:ext>
                  </a:extLst>
                </p:cNvPr>
                <p:cNvPicPr/>
                <p:nvPr/>
              </p:nvPicPr>
              <p:blipFill>
                <a:blip r:embed="rId335"/>
                <a:stretch>
                  <a:fillRect/>
                </a:stretch>
              </p:blipFill>
              <p:spPr>
                <a:xfrm>
                  <a:off x="6098558" y="4832423"/>
                  <a:ext cx="56664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3" name="Ink 202">
                  <a:extLst>
                    <a:ext uri="{FF2B5EF4-FFF2-40B4-BE49-F238E27FC236}">
                      <a16:creationId xmlns:a16="http://schemas.microsoft.com/office/drawing/2014/main" id="{3F7F0108-CEE0-7313-53D3-E79B317C28BE}"/>
                    </a:ext>
                  </a:extLst>
                </p14:cNvPr>
                <p14:cNvContentPartPr/>
                <p14:nvPr/>
              </p14:nvContentPartPr>
              <p14:xfrm>
                <a:off x="8492198" y="4049783"/>
                <a:ext cx="312120" cy="96480"/>
              </p14:xfrm>
            </p:contentPart>
          </mc:Choice>
          <mc:Fallback xmlns="">
            <p:pic>
              <p:nvPicPr>
                <p:cNvPr id="203" name="Ink 202">
                  <a:extLst>
                    <a:ext uri="{FF2B5EF4-FFF2-40B4-BE49-F238E27FC236}">
                      <a16:creationId xmlns:a16="http://schemas.microsoft.com/office/drawing/2014/main" id="{3F7F0108-CEE0-7313-53D3-E79B317C28BE}"/>
                    </a:ext>
                  </a:extLst>
                </p:cNvPr>
                <p:cNvPicPr/>
                <p:nvPr/>
              </p:nvPicPr>
              <p:blipFill>
                <a:blip r:embed="rId337"/>
                <a:stretch>
                  <a:fillRect/>
                </a:stretch>
              </p:blipFill>
              <p:spPr>
                <a:xfrm>
                  <a:off x="8483558" y="4041143"/>
                  <a:ext cx="3297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4" name="Ink 203">
                  <a:extLst>
                    <a:ext uri="{FF2B5EF4-FFF2-40B4-BE49-F238E27FC236}">
                      <a16:creationId xmlns:a16="http://schemas.microsoft.com/office/drawing/2014/main" id="{D170ED87-5644-584F-9D04-2578DC3B5618}"/>
                    </a:ext>
                  </a:extLst>
                </p14:cNvPr>
                <p14:cNvContentPartPr/>
                <p14:nvPr/>
              </p14:nvContentPartPr>
              <p14:xfrm>
                <a:off x="8785958" y="3856823"/>
                <a:ext cx="644400" cy="292680"/>
              </p14:xfrm>
            </p:contentPart>
          </mc:Choice>
          <mc:Fallback xmlns="">
            <p:pic>
              <p:nvPicPr>
                <p:cNvPr id="204" name="Ink 203">
                  <a:extLst>
                    <a:ext uri="{FF2B5EF4-FFF2-40B4-BE49-F238E27FC236}">
                      <a16:creationId xmlns:a16="http://schemas.microsoft.com/office/drawing/2014/main" id="{D170ED87-5644-584F-9D04-2578DC3B5618}"/>
                    </a:ext>
                  </a:extLst>
                </p:cNvPr>
                <p:cNvPicPr/>
                <p:nvPr/>
              </p:nvPicPr>
              <p:blipFill>
                <a:blip r:embed="rId339"/>
                <a:stretch>
                  <a:fillRect/>
                </a:stretch>
              </p:blipFill>
              <p:spPr>
                <a:xfrm>
                  <a:off x="8776958" y="3848183"/>
                  <a:ext cx="6620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5" name="Ink 204">
                  <a:extLst>
                    <a:ext uri="{FF2B5EF4-FFF2-40B4-BE49-F238E27FC236}">
                      <a16:creationId xmlns:a16="http://schemas.microsoft.com/office/drawing/2014/main" id="{CBDD13CB-7282-7D46-85D7-EE7492DBFEF7}"/>
                    </a:ext>
                  </a:extLst>
                </p14:cNvPr>
                <p14:cNvContentPartPr/>
                <p14:nvPr/>
              </p14:nvContentPartPr>
              <p14:xfrm>
                <a:off x="8916998" y="3531743"/>
                <a:ext cx="131400" cy="253080"/>
              </p14:xfrm>
            </p:contentPart>
          </mc:Choice>
          <mc:Fallback xmlns="">
            <p:pic>
              <p:nvPicPr>
                <p:cNvPr id="205" name="Ink 204">
                  <a:extLst>
                    <a:ext uri="{FF2B5EF4-FFF2-40B4-BE49-F238E27FC236}">
                      <a16:creationId xmlns:a16="http://schemas.microsoft.com/office/drawing/2014/main" id="{CBDD13CB-7282-7D46-85D7-EE7492DBFEF7}"/>
                    </a:ext>
                  </a:extLst>
                </p:cNvPr>
                <p:cNvPicPr/>
                <p:nvPr/>
              </p:nvPicPr>
              <p:blipFill>
                <a:blip r:embed="rId341"/>
                <a:stretch>
                  <a:fillRect/>
                </a:stretch>
              </p:blipFill>
              <p:spPr>
                <a:xfrm>
                  <a:off x="8907998" y="3523103"/>
                  <a:ext cx="1490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06" name="Ink 205">
                  <a:extLst>
                    <a:ext uri="{FF2B5EF4-FFF2-40B4-BE49-F238E27FC236}">
                      <a16:creationId xmlns:a16="http://schemas.microsoft.com/office/drawing/2014/main" id="{B1066769-980B-5C4E-467F-C22CA6BF5082}"/>
                    </a:ext>
                  </a:extLst>
                </p14:cNvPr>
                <p14:cNvContentPartPr/>
                <p14:nvPr/>
              </p14:nvContentPartPr>
              <p14:xfrm>
                <a:off x="9050198" y="3529943"/>
                <a:ext cx="172080" cy="235800"/>
              </p14:xfrm>
            </p:contentPart>
          </mc:Choice>
          <mc:Fallback xmlns="">
            <p:pic>
              <p:nvPicPr>
                <p:cNvPr id="206" name="Ink 205">
                  <a:extLst>
                    <a:ext uri="{FF2B5EF4-FFF2-40B4-BE49-F238E27FC236}">
                      <a16:creationId xmlns:a16="http://schemas.microsoft.com/office/drawing/2014/main" id="{B1066769-980B-5C4E-467F-C22CA6BF5082}"/>
                    </a:ext>
                  </a:extLst>
                </p:cNvPr>
                <p:cNvPicPr/>
                <p:nvPr/>
              </p:nvPicPr>
              <p:blipFill>
                <a:blip r:embed="rId343"/>
                <a:stretch>
                  <a:fillRect/>
                </a:stretch>
              </p:blipFill>
              <p:spPr>
                <a:xfrm>
                  <a:off x="9041198" y="3521303"/>
                  <a:ext cx="1897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07" name="Ink 206">
                  <a:extLst>
                    <a:ext uri="{FF2B5EF4-FFF2-40B4-BE49-F238E27FC236}">
                      <a16:creationId xmlns:a16="http://schemas.microsoft.com/office/drawing/2014/main" id="{3C21949A-DB98-7E7D-D834-A0735A07E154}"/>
                    </a:ext>
                  </a:extLst>
                </p14:cNvPr>
                <p14:cNvContentPartPr/>
                <p14:nvPr/>
              </p14:nvContentPartPr>
              <p14:xfrm>
                <a:off x="9244238" y="3652703"/>
                <a:ext cx="16920" cy="111600"/>
              </p14:xfrm>
            </p:contentPart>
          </mc:Choice>
          <mc:Fallback xmlns="">
            <p:pic>
              <p:nvPicPr>
                <p:cNvPr id="207" name="Ink 206">
                  <a:extLst>
                    <a:ext uri="{FF2B5EF4-FFF2-40B4-BE49-F238E27FC236}">
                      <a16:creationId xmlns:a16="http://schemas.microsoft.com/office/drawing/2014/main" id="{3C21949A-DB98-7E7D-D834-A0735A07E154}"/>
                    </a:ext>
                  </a:extLst>
                </p:cNvPr>
                <p:cNvPicPr/>
                <p:nvPr/>
              </p:nvPicPr>
              <p:blipFill>
                <a:blip r:embed="rId345"/>
                <a:stretch>
                  <a:fillRect/>
                </a:stretch>
              </p:blipFill>
              <p:spPr>
                <a:xfrm>
                  <a:off x="9235598" y="3644063"/>
                  <a:ext cx="345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8" name="Ink 207">
                  <a:extLst>
                    <a:ext uri="{FF2B5EF4-FFF2-40B4-BE49-F238E27FC236}">
                      <a16:creationId xmlns:a16="http://schemas.microsoft.com/office/drawing/2014/main" id="{1F78D966-2D23-C697-8359-AC677025EF2A}"/>
                    </a:ext>
                  </a:extLst>
                </p14:cNvPr>
                <p14:cNvContentPartPr/>
                <p14:nvPr/>
              </p14:nvContentPartPr>
              <p14:xfrm>
                <a:off x="9303998" y="3530663"/>
                <a:ext cx="2880" cy="1800"/>
              </p14:xfrm>
            </p:contentPart>
          </mc:Choice>
          <mc:Fallback xmlns="">
            <p:pic>
              <p:nvPicPr>
                <p:cNvPr id="208" name="Ink 207">
                  <a:extLst>
                    <a:ext uri="{FF2B5EF4-FFF2-40B4-BE49-F238E27FC236}">
                      <a16:creationId xmlns:a16="http://schemas.microsoft.com/office/drawing/2014/main" id="{1F78D966-2D23-C697-8359-AC677025EF2A}"/>
                    </a:ext>
                  </a:extLst>
                </p:cNvPr>
                <p:cNvPicPr/>
                <p:nvPr/>
              </p:nvPicPr>
              <p:blipFill>
                <a:blip r:embed="rId347"/>
                <a:stretch>
                  <a:fillRect/>
                </a:stretch>
              </p:blipFill>
              <p:spPr>
                <a:xfrm>
                  <a:off x="9295358" y="3522023"/>
                  <a:ext cx="205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10" name="Ink 209">
                  <a:extLst>
                    <a:ext uri="{FF2B5EF4-FFF2-40B4-BE49-F238E27FC236}">
                      <a16:creationId xmlns:a16="http://schemas.microsoft.com/office/drawing/2014/main" id="{79305DBA-10C8-FD5D-FC99-C83A36B80748}"/>
                    </a:ext>
                  </a:extLst>
                </p14:cNvPr>
                <p14:cNvContentPartPr/>
                <p14:nvPr/>
              </p14:nvContentPartPr>
              <p14:xfrm>
                <a:off x="10210838" y="4873463"/>
                <a:ext cx="415440" cy="234720"/>
              </p14:xfrm>
            </p:contentPart>
          </mc:Choice>
          <mc:Fallback xmlns="">
            <p:pic>
              <p:nvPicPr>
                <p:cNvPr id="210" name="Ink 209">
                  <a:extLst>
                    <a:ext uri="{FF2B5EF4-FFF2-40B4-BE49-F238E27FC236}">
                      <a16:creationId xmlns:a16="http://schemas.microsoft.com/office/drawing/2014/main" id="{79305DBA-10C8-FD5D-FC99-C83A36B80748}"/>
                    </a:ext>
                  </a:extLst>
                </p:cNvPr>
                <p:cNvPicPr/>
                <p:nvPr/>
              </p:nvPicPr>
              <p:blipFill>
                <a:blip r:embed="rId349"/>
                <a:stretch>
                  <a:fillRect/>
                </a:stretch>
              </p:blipFill>
              <p:spPr>
                <a:xfrm>
                  <a:off x="10202198" y="4864823"/>
                  <a:ext cx="4330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11" name="Ink 210">
                  <a:extLst>
                    <a:ext uri="{FF2B5EF4-FFF2-40B4-BE49-F238E27FC236}">
                      <a16:creationId xmlns:a16="http://schemas.microsoft.com/office/drawing/2014/main" id="{9852F72A-42FB-3AC6-C99D-BB3575AC7E3E}"/>
                    </a:ext>
                  </a:extLst>
                </p14:cNvPr>
                <p14:cNvContentPartPr/>
                <p14:nvPr/>
              </p14:nvContentPartPr>
              <p14:xfrm>
                <a:off x="10709078" y="4682303"/>
                <a:ext cx="667080" cy="403560"/>
              </p14:xfrm>
            </p:contentPart>
          </mc:Choice>
          <mc:Fallback xmlns="">
            <p:pic>
              <p:nvPicPr>
                <p:cNvPr id="211" name="Ink 210">
                  <a:extLst>
                    <a:ext uri="{FF2B5EF4-FFF2-40B4-BE49-F238E27FC236}">
                      <a16:creationId xmlns:a16="http://schemas.microsoft.com/office/drawing/2014/main" id="{9852F72A-42FB-3AC6-C99D-BB3575AC7E3E}"/>
                    </a:ext>
                  </a:extLst>
                </p:cNvPr>
                <p:cNvPicPr/>
                <p:nvPr/>
              </p:nvPicPr>
              <p:blipFill>
                <a:blip r:embed="rId351"/>
                <a:stretch>
                  <a:fillRect/>
                </a:stretch>
              </p:blipFill>
              <p:spPr>
                <a:xfrm>
                  <a:off x="10700078" y="4673663"/>
                  <a:ext cx="68472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12" name="Ink 211">
                  <a:extLst>
                    <a:ext uri="{FF2B5EF4-FFF2-40B4-BE49-F238E27FC236}">
                      <a16:creationId xmlns:a16="http://schemas.microsoft.com/office/drawing/2014/main" id="{5208300D-4A69-521C-1191-24AAC3E75886}"/>
                    </a:ext>
                  </a:extLst>
                </p14:cNvPr>
                <p14:cNvContentPartPr/>
                <p14:nvPr/>
              </p14:nvContentPartPr>
              <p14:xfrm>
                <a:off x="11433758" y="4841783"/>
                <a:ext cx="290160" cy="290520"/>
              </p14:xfrm>
            </p:contentPart>
          </mc:Choice>
          <mc:Fallback xmlns="">
            <p:pic>
              <p:nvPicPr>
                <p:cNvPr id="212" name="Ink 211">
                  <a:extLst>
                    <a:ext uri="{FF2B5EF4-FFF2-40B4-BE49-F238E27FC236}">
                      <a16:creationId xmlns:a16="http://schemas.microsoft.com/office/drawing/2014/main" id="{5208300D-4A69-521C-1191-24AAC3E75886}"/>
                    </a:ext>
                  </a:extLst>
                </p:cNvPr>
                <p:cNvPicPr/>
                <p:nvPr/>
              </p:nvPicPr>
              <p:blipFill>
                <a:blip r:embed="rId353"/>
                <a:stretch>
                  <a:fillRect/>
                </a:stretch>
              </p:blipFill>
              <p:spPr>
                <a:xfrm>
                  <a:off x="11424758" y="4833143"/>
                  <a:ext cx="30780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8" name="Ink 217">
                  <a:extLst>
                    <a:ext uri="{FF2B5EF4-FFF2-40B4-BE49-F238E27FC236}">
                      <a16:creationId xmlns:a16="http://schemas.microsoft.com/office/drawing/2014/main" id="{4C3FAD88-9683-F5E3-0105-C83D0C2CF41B}"/>
                    </a:ext>
                  </a:extLst>
                </p14:cNvPr>
                <p14:cNvContentPartPr/>
                <p14:nvPr/>
              </p14:nvContentPartPr>
              <p14:xfrm>
                <a:off x="10872518" y="5273063"/>
                <a:ext cx="162720" cy="32040"/>
              </p14:xfrm>
            </p:contentPart>
          </mc:Choice>
          <mc:Fallback xmlns="">
            <p:pic>
              <p:nvPicPr>
                <p:cNvPr id="218" name="Ink 217">
                  <a:extLst>
                    <a:ext uri="{FF2B5EF4-FFF2-40B4-BE49-F238E27FC236}">
                      <a16:creationId xmlns:a16="http://schemas.microsoft.com/office/drawing/2014/main" id="{4C3FAD88-9683-F5E3-0105-C83D0C2CF41B}"/>
                    </a:ext>
                  </a:extLst>
                </p:cNvPr>
                <p:cNvPicPr/>
                <p:nvPr/>
              </p:nvPicPr>
              <p:blipFill>
                <a:blip r:embed="rId355"/>
                <a:stretch>
                  <a:fillRect/>
                </a:stretch>
              </p:blipFill>
              <p:spPr>
                <a:xfrm>
                  <a:off x="10863518" y="5264063"/>
                  <a:ext cx="1803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9" name="Ink 218">
                  <a:extLst>
                    <a:ext uri="{FF2B5EF4-FFF2-40B4-BE49-F238E27FC236}">
                      <a16:creationId xmlns:a16="http://schemas.microsoft.com/office/drawing/2014/main" id="{194CC75B-AB67-9BF4-EF7B-FE707F803850}"/>
                    </a:ext>
                  </a:extLst>
                </p14:cNvPr>
                <p14:cNvContentPartPr/>
                <p14:nvPr/>
              </p14:nvContentPartPr>
              <p14:xfrm>
                <a:off x="10880798" y="5561063"/>
                <a:ext cx="163440" cy="32040"/>
              </p14:xfrm>
            </p:contentPart>
          </mc:Choice>
          <mc:Fallback xmlns="">
            <p:pic>
              <p:nvPicPr>
                <p:cNvPr id="219" name="Ink 218">
                  <a:extLst>
                    <a:ext uri="{FF2B5EF4-FFF2-40B4-BE49-F238E27FC236}">
                      <a16:creationId xmlns:a16="http://schemas.microsoft.com/office/drawing/2014/main" id="{194CC75B-AB67-9BF4-EF7B-FE707F803850}"/>
                    </a:ext>
                  </a:extLst>
                </p:cNvPr>
                <p:cNvPicPr/>
                <p:nvPr/>
              </p:nvPicPr>
              <p:blipFill>
                <a:blip r:embed="rId357"/>
                <a:stretch>
                  <a:fillRect/>
                </a:stretch>
              </p:blipFill>
              <p:spPr>
                <a:xfrm>
                  <a:off x="10872158" y="5552063"/>
                  <a:ext cx="1810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20" name="Ink 219">
                  <a:extLst>
                    <a:ext uri="{FF2B5EF4-FFF2-40B4-BE49-F238E27FC236}">
                      <a16:creationId xmlns:a16="http://schemas.microsoft.com/office/drawing/2014/main" id="{6E301CEB-3E26-5D93-38D9-84C05DFD67E6}"/>
                    </a:ext>
                  </a:extLst>
                </p14:cNvPr>
                <p14:cNvContentPartPr/>
                <p14:nvPr/>
              </p14:nvContentPartPr>
              <p14:xfrm>
                <a:off x="10872518" y="6236783"/>
                <a:ext cx="152280" cy="32400"/>
              </p14:xfrm>
            </p:contentPart>
          </mc:Choice>
          <mc:Fallback xmlns="">
            <p:pic>
              <p:nvPicPr>
                <p:cNvPr id="220" name="Ink 219">
                  <a:extLst>
                    <a:ext uri="{FF2B5EF4-FFF2-40B4-BE49-F238E27FC236}">
                      <a16:creationId xmlns:a16="http://schemas.microsoft.com/office/drawing/2014/main" id="{6E301CEB-3E26-5D93-38D9-84C05DFD67E6}"/>
                    </a:ext>
                  </a:extLst>
                </p:cNvPr>
                <p:cNvPicPr/>
                <p:nvPr/>
              </p:nvPicPr>
              <p:blipFill>
                <a:blip r:embed="rId359"/>
                <a:stretch>
                  <a:fillRect/>
                </a:stretch>
              </p:blipFill>
              <p:spPr>
                <a:xfrm>
                  <a:off x="10863518" y="6228143"/>
                  <a:ext cx="1699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21" name="Ink 220">
                  <a:extLst>
                    <a:ext uri="{FF2B5EF4-FFF2-40B4-BE49-F238E27FC236}">
                      <a16:creationId xmlns:a16="http://schemas.microsoft.com/office/drawing/2014/main" id="{90C5E409-6696-7A8B-29BE-17D5F6EFDFA4}"/>
                    </a:ext>
                  </a:extLst>
                </p14:cNvPr>
                <p14:cNvContentPartPr/>
                <p14:nvPr/>
              </p14:nvContentPartPr>
              <p14:xfrm>
                <a:off x="10897718" y="6557183"/>
                <a:ext cx="129240" cy="12960"/>
              </p14:xfrm>
            </p:contentPart>
          </mc:Choice>
          <mc:Fallback xmlns="">
            <p:pic>
              <p:nvPicPr>
                <p:cNvPr id="221" name="Ink 220">
                  <a:extLst>
                    <a:ext uri="{FF2B5EF4-FFF2-40B4-BE49-F238E27FC236}">
                      <a16:creationId xmlns:a16="http://schemas.microsoft.com/office/drawing/2014/main" id="{90C5E409-6696-7A8B-29BE-17D5F6EFDFA4}"/>
                    </a:ext>
                  </a:extLst>
                </p:cNvPr>
                <p:cNvPicPr/>
                <p:nvPr/>
              </p:nvPicPr>
              <p:blipFill>
                <a:blip r:embed="rId361"/>
                <a:stretch>
                  <a:fillRect/>
                </a:stretch>
              </p:blipFill>
              <p:spPr>
                <a:xfrm>
                  <a:off x="10888718" y="6548183"/>
                  <a:ext cx="1468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3" name="Ink 212">
                  <a:extLst>
                    <a:ext uri="{FF2B5EF4-FFF2-40B4-BE49-F238E27FC236}">
                      <a16:creationId xmlns:a16="http://schemas.microsoft.com/office/drawing/2014/main" id="{37D01E69-179A-1189-0CC2-C0509DCC13C3}"/>
                    </a:ext>
                  </a:extLst>
                </p14:cNvPr>
                <p14:cNvContentPartPr/>
                <p14:nvPr/>
              </p14:nvContentPartPr>
              <p14:xfrm>
                <a:off x="10363118" y="5843663"/>
                <a:ext cx="261360" cy="275040"/>
              </p14:xfrm>
            </p:contentPart>
          </mc:Choice>
          <mc:Fallback xmlns="">
            <p:pic>
              <p:nvPicPr>
                <p:cNvPr id="213" name="Ink 212">
                  <a:extLst>
                    <a:ext uri="{FF2B5EF4-FFF2-40B4-BE49-F238E27FC236}">
                      <a16:creationId xmlns:a16="http://schemas.microsoft.com/office/drawing/2014/main" id="{37D01E69-179A-1189-0CC2-C0509DCC13C3}"/>
                    </a:ext>
                  </a:extLst>
                </p:cNvPr>
                <p:cNvPicPr/>
                <p:nvPr/>
              </p:nvPicPr>
              <p:blipFill>
                <a:blip r:embed="rId363"/>
                <a:stretch>
                  <a:fillRect/>
                </a:stretch>
              </p:blipFill>
              <p:spPr>
                <a:xfrm>
                  <a:off x="10354478" y="5834663"/>
                  <a:ext cx="2790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4" name="Ink 213">
                  <a:extLst>
                    <a:ext uri="{FF2B5EF4-FFF2-40B4-BE49-F238E27FC236}">
                      <a16:creationId xmlns:a16="http://schemas.microsoft.com/office/drawing/2014/main" id="{971CC8DC-0714-916E-03EE-D929D5DD3331}"/>
                    </a:ext>
                  </a:extLst>
                </p14:cNvPr>
                <p14:cNvContentPartPr/>
                <p14:nvPr/>
              </p14:nvContentPartPr>
              <p14:xfrm>
                <a:off x="10642478" y="5823143"/>
                <a:ext cx="774720" cy="240120"/>
              </p14:xfrm>
            </p:contentPart>
          </mc:Choice>
          <mc:Fallback xmlns="">
            <p:pic>
              <p:nvPicPr>
                <p:cNvPr id="214" name="Ink 213">
                  <a:extLst>
                    <a:ext uri="{FF2B5EF4-FFF2-40B4-BE49-F238E27FC236}">
                      <a16:creationId xmlns:a16="http://schemas.microsoft.com/office/drawing/2014/main" id="{971CC8DC-0714-916E-03EE-D929D5DD3331}"/>
                    </a:ext>
                  </a:extLst>
                </p:cNvPr>
                <p:cNvPicPr/>
                <p:nvPr/>
              </p:nvPicPr>
              <p:blipFill>
                <a:blip r:embed="rId365"/>
                <a:stretch>
                  <a:fillRect/>
                </a:stretch>
              </p:blipFill>
              <p:spPr>
                <a:xfrm>
                  <a:off x="10633478" y="5814503"/>
                  <a:ext cx="79236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5" name="Ink 214">
                  <a:extLst>
                    <a:ext uri="{FF2B5EF4-FFF2-40B4-BE49-F238E27FC236}">
                      <a16:creationId xmlns:a16="http://schemas.microsoft.com/office/drawing/2014/main" id="{F4BC45CF-49D6-A379-10F4-604A56551359}"/>
                    </a:ext>
                  </a:extLst>
                </p14:cNvPr>
                <p14:cNvContentPartPr/>
                <p14:nvPr/>
              </p14:nvContentPartPr>
              <p14:xfrm>
                <a:off x="11417558" y="5837903"/>
                <a:ext cx="383040" cy="245880"/>
              </p14:xfrm>
            </p:contentPart>
          </mc:Choice>
          <mc:Fallback xmlns="">
            <p:pic>
              <p:nvPicPr>
                <p:cNvPr id="215" name="Ink 214">
                  <a:extLst>
                    <a:ext uri="{FF2B5EF4-FFF2-40B4-BE49-F238E27FC236}">
                      <a16:creationId xmlns:a16="http://schemas.microsoft.com/office/drawing/2014/main" id="{F4BC45CF-49D6-A379-10F4-604A56551359}"/>
                    </a:ext>
                  </a:extLst>
                </p:cNvPr>
                <p:cNvPicPr/>
                <p:nvPr/>
              </p:nvPicPr>
              <p:blipFill>
                <a:blip r:embed="rId367"/>
                <a:stretch>
                  <a:fillRect/>
                </a:stretch>
              </p:blipFill>
              <p:spPr>
                <a:xfrm>
                  <a:off x="11408558" y="5829263"/>
                  <a:ext cx="4006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22" name="Ink 221">
                  <a:extLst>
                    <a:ext uri="{FF2B5EF4-FFF2-40B4-BE49-F238E27FC236}">
                      <a16:creationId xmlns:a16="http://schemas.microsoft.com/office/drawing/2014/main" id="{BC7C7127-B091-10EF-D305-384E24E9E48A}"/>
                    </a:ext>
                  </a:extLst>
                </p14:cNvPr>
                <p14:cNvContentPartPr/>
                <p14:nvPr/>
              </p14:nvContentPartPr>
              <p14:xfrm>
                <a:off x="11201198" y="6116903"/>
                <a:ext cx="145440" cy="241200"/>
              </p14:xfrm>
            </p:contentPart>
          </mc:Choice>
          <mc:Fallback xmlns="">
            <p:pic>
              <p:nvPicPr>
                <p:cNvPr id="222" name="Ink 221">
                  <a:extLst>
                    <a:ext uri="{FF2B5EF4-FFF2-40B4-BE49-F238E27FC236}">
                      <a16:creationId xmlns:a16="http://schemas.microsoft.com/office/drawing/2014/main" id="{BC7C7127-B091-10EF-D305-384E24E9E48A}"/>
                    </a:ext>
                  </a:extLst>
                </p:cNvPr>
                <p:cNvPicPr/>
                <p:nvPr/>
              </p:nvPicPr>
              <p:blipFill>
                <a:blip r:embed="rId369"/>
                <a:stretch>
                  <a:fillRect/>
                </a:stretch>
              </p:blipFill>
              <p:spPr>
                <a:xfrm>
                  <a:off x="11192198" y="6107903"/>
                  <a:ext cx="163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23" name="Ink 222">
                  <a:extLst>
                    <a:ext uri="{FF2B5EF4-FFF2-40B4-BE49-F238E27FC236}">
                      <a16:creationId xmlns:a16="http://schemas.microsoft.com/office/drawing/2014/main" id="{46A90219-B5A7-CED7-F45C-94280581B852}"/>
                    </a:ext>
                  </a:extLst>
                </p14:cNvPr>
                <p14:cNvContentPartPr/>
                <p14:nvPr/>
              </p14:nvContentPartPr>
              <p14:xfrm>
                <a:off x="11422958" y="6155063"/>
                <a:ext cx="153360" cy="195480"/>
              </p14:xfrm>
            </p:contentPart>
          </mc:Choice>
          <mc:Fallback xmlns="">
            <p:pic>
              <p:nvPicPr>
                <p:cNvPr id="223" name="Ink 222">
                  <a:extLst>
                    <a:ext uri="{FF2B5EF4-FFF2-40B4-BE49-F238E27FC236}">
                      <a16:creationId xmlns:a16="http://schemas.microsoft.com/office/drawing/2014/main" id="{46A90219-B5A7-CED7-F45C-94280581B852}"/>
                    </a:ext>
                  </a:extLst>
                </p:cNvPr>
                <p:cNvPicPr/>
                <p:nvPr/>
              </p:nvPicPr>
              <p:blipFill>
                <a:blip r:embed="rId371"/>
                <a:stretch>
                  <a:fillRect/>
                </a:stretch>
              </p:blipFill>
              <p:spPr>
                <a:xfrm>
                  <a:off x="11414318" y="6146423"/>
                  <a:ext cx="1710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24" name="Ink 223">
                  <a:extLst>
                    <a:ext uri="{FF2B5EF4-FFF2-40B4-BE49-F238E27FC236}">
                      <a16:creationId xmlns:a16="http://schemas.microsoft.com/office/drawing/2014/main" id="{09FAD076-1489-FA8A-6C31-B269F0E64F86}"/>
                    </a:ext>
                  </a:extLst>
                </p14:cNvPr>
                <p14:cNvContentPartPr/>
                <p14:nvPr/>
              </p14:nvContentPartPr>
              <p14:xfrm>
                <a:off x="11654798" y="6227783"/>
                <a:ext cx="13320" cy="108720"/>
              </p14:xfrm>
            </p:contentPart>
          </mc:Choice>
          <mc:Fallback xmlns="">
            <p:pic>
              <p:nvPicPr>
                <p:cNvPr id="224" name="Ink 223">
                  <a:extLst>
                    <a:ext uri="{FF2B5EF4-FFF2-40B4-BE49-F238E27FC236}">
                      <a16:creationId xmlns:a16="http://schemas.microsoft.com/office/drawing/2014/main" id="{09FAD076-1489-FA8A-6C31-B269F0E64F86}"/>
                    </a:ext>
                  </a:extLst>
                </p:cNvPr>
                <p:cNvPicPr/>
                <p:nvPr/>
              </p:nvPicPr>
              <p:blipFill>
                <a:blip r:embed="rId373"/>
                <a:stretch>
                  <a:fillRect/>
                </a:stretch>
              </p:blipFill>
              <p:spPr>
                <a:xfrm>
                  <a:off x="11646158" y="6218783"/>
                  <a:ext cx="309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5" name="Ink 224">
                  <a:extLst>
                    <a:ext uri="{FF2B5EF4-FFF2-40B4-BE49-F238E27FC236}">
                      <a16:creationId xmlns:a16="http://schemas.microsoft.com/office/drawing/2014/main" id="{20D30FC4-D240-35E0-8297-2B5A5DCE5D49}"/>
                    </a:ext>
                  </a:extLst>
                </p14:cNvPr>
                <p14:cNvContentPartPr/>
                <p14:nvPr/>
              </p14:nvContentPartPr>
              <p14:xfrm>
                <a:off x="11749478" y="6101063"/>
                <a:ext cx="5040" cy="7560"/>
              </p14:xfrm>
            </p:contentPart>
          </mc:Choice>
          <mc:Fallback xmlns="">
            <p:pic>
              <p:nvPicPr>
                <p:cNvPr id="225" name="Ink 224">
                  <a:extLst>
                    <a:ext uri="{FF2B5EF4-FFF2-40B4-BE49-F238E27FC236}">
                      <a16:creationId xmlns:a16="http://schemas.microsoft.com/office/drawing/2014/main" id="{20D30FC4-D240-35E0-8297-2B5A5DCE5D49}"/>
                    </a:ext>
                  </a:extLst>
                </p:cNvPr>
                <p:cNvPicPr/>
                <p:nvPr/>
              </p:nvPicPr>
              <p:blipFill>
                <a:blip r:embed="rId375"/>
                <a:stretch>
                  <a:fillRect/>
                </a:stretch>
              </p:blipFill>
              <p:spPr>
                <a:xfrm>
                  <a:off x="11740478" y="6092063"/>
                  <a:ext cx="226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7" name="Ink 226">
                  <a:extLst>
                    <a:ext uri="{FF2B5EF4-FFF2-40B4-BE49-F238E27FC236}">
                      <a16:creationId xmlns:a16="http://schemas.microsoft.com/office/drawing/2014/main" id="{9DCD434E-56C9-7D58-328C-4262683B1794}"/>
                    </a:ext>
                  </a:extLst>
                </p14:cNvPr>
                <p14:cNvContentPartPr/>
                <p14:nvPr/>
              </p14:nvContentPartPr>
              <p14:xfrm>
                <a:off x="9372038" y="3490703"/>
                <a:ext cx="620640" cy="468000"/>
              </p14:xfrm>
            </p:contentPart>
          </mc:Choice>
          <mc:Fallback xmlns="">
            <p:pic>
              <p:nvPicPr>
                <p:cNvPr id="227" name="Ink 226">
                  <a:extLst>
                    <a:ext uri="{FF2B5EF4-FFF2-40B4-BE49-F238E27FC236}">
                      <a16:creationId xmlns:a16="http://schemas.microsoft.com/office/drawing/2014/main" id="{9DCD434E-56C9-7D58-328C-4262683B1794}"/>
                    </a:ext>
                  </a:extLst>
                </p:cNvPr>
                <p:cNvPicPr/>
                <p:nvPr/>
              </p:nvPicPr>
              <p:blipFill>
                <a:blip r:embed="rId377"/>
                <a:stretch>
                  <a:fillRect/>
                </a:stretch>
              </p:blipFill>
              <p:spPr>
                <a:xfrm>
                  <a:off x="9363398" y="3481703"/>
                  <a:ext cx="63828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8" name="Ink 227">
                  <a:extLst>
                    <a:ext uri="{FF2B5EF4-FFF2-40B4-BE49-F238E27FC236}">
                      <a16:creationId xmlns:a16="http://schemas.microsoft.com/office/drawing/2014/main" id="{FBBF3C54-EB04-30EE-99C9-0FB23C4F1530}"/>
                    </a:ext>
                  </a:extLst>
                </p14:cNvPr>
                <p14:cNvContentPartPr/>
                <p14:nvPr/>
              </p14:nvContentPartPr>
              <p14:xfrm>
                <a:off x="9846518" y="3449303"/>
                <a:ext cx="181440" cy="202320"/>
              </p14:xfrm>
            </p:contentPart>
          </mc:Choice>
          <mc:Fallback xmlns="">
            <p:pic>
              <p:nvPicPr>
                <p:cNvPr id="228" name="Ink 227">
                  <a:extLst>
                    <a:ext uri="{FF2B5EF4-FFF2-40B4-BE49-F238E27FC236}">
                      <a16:creationId xmlns:a16="http://schemas.microsoft.com/office/drawing/2014/main" id="{FBBF3C54-EB04-30EE-99C9-0FB23C4F1530}"/>
                    </a:ext>
                  </a:extLst>
                </p:cNvPr>
                <p:cNvPicPr/>
                <p:nvPr/>
              </p:nvPicPr>
              <p:blipFill>
                <a:blip r:embed="rId379"/>
                <a:stretch>
                  <a:fillRect/>
                </a:stretch>
              </p:blipFill>
              <p:spPr>
                <a:xfrm>
                  <a:off x="9837518" y="3440663"/>
                  <a:ext cx="1990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30" name="Ink 229">
                  <a:extLst>
                    <a:ext uri="{FF2B5EF4-FFF2-40B4-BE49-F238E27FC236}">
                      <a16:creationId xmlns:a16="http://schemas.microsoft.com/office/drawing/2014/main" id="{234F7318-CF08-0443-D99E-2B2307613921}"/>
                    </a:ext>
                  </a:extLst>
                </p14:cNvPr>
                <p14:cNvContentPartPr/>
                <p14:nvPr/>
              </p14:nvContentPartPr>
              <p14:xfrm>
                <a:off x="8154158" y="4171463"/>
                <a:ext cx="789480" cy="457200"/>
              </p14:xfrm>
            </p:contentPart>
          </mc:Choice>
          <mc:Fallback xmlns="">
            <p:pic>
              <p:nvPicPr>
                <p:cNvPr id="230" name="Ink 229">
                  <a:extLst>
                    <a:ext uri="{FF2B5EF4-FFF2-40B4-BE49-F238E27FC236}">
                      <a16:creationId xmlns:a16="http://schemas.microsoft.com/office/drawing/2014/main" id="{234F7318-CF08-0443-D99E-2B2307613921}"/>
                    </a:ext>
                  </a:extLst>
                </p:cNvPr>
                <p:cNvPicPr/>
                <p:nvPr/>
              </p:nvPicPr>
              <p:blipFill>
                <a:blip r:embed="rId381"/>
                <a:stretch>
                  <a:fillRect/>
                </a:stretch>
              </p:blipFill>
              <p:spPr>
                <a:xfrm>
                  <a:off x="8145518" y="4162823"/>
                  <a:ext cx="80712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1" name="Ink 230">
                  <a:extLst>
                    <a:ext uri="{FF2B5EF4-FFF2-40B4-BE49-F238E27FC236}">
                      <a16:creationId xmlns:a16="http://schemas.microsoft.com/office/drawing/2014/main" id="{8D5E8C83-D819-0727-B5F2-4157BA7CC8D0}"/>
                    </a:ext>
                  </a:extLst>
                </p14:cNvPr>
                <p14:cNvContentPartPr/>
                <p14:nvPr/>
              </p14:nvContentPartPr>
              <p14:xfrm>
                <a:off x="8767958" y="4161743"/>
                <a:ext cx="184320" cy="205560"/>
              </p14:xfrm>
            </p:contentPart>
          </mc:Choice>
          <mc:Fallback xmlns="">
            <p:pic>
              <p:nvPicPr>
                <p:cNvPr id="231" name="Ink 230">
                  <a:extLst>
                    <a:ext uri="{FF2B5EF4-FFF2-40B4-BE49-F238E27FC236}">
                      <a16:creationId xmlns:a16="http://schemas.microsoft.com/office/drawing/2014/main" id="{8D5E8C83-D819-0727-B5F2-4157BA7CC8D0}"/>
                    </a:ext>
                  </a:extLst>
                </p:cNvPr>
                <p:cNvPicPr/>
                <p:nvPr/>
              </p:nvPicPr>
              <p:blipFill>
                <a:blip r:embed="rId383"/>
                <a:stretch>
                  <a:fillRect/>
                </a:stretch>
              </p:blipFill>
              <p:spPr>
                <a:xfrm>
                  <a:off x="8758958" y="4153103"/>
                  <a:ext cx="2019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32" name="Ink 231">
                  <a:extLst>
                    <a:ext uri="{FF2B5EF4-FFF2-40B4-BE49-F238E27FC236}">
                      <a16:creationId xmlns:a16="http://schemas.microsoft.com/office/drawing/2014/main" id="{19CEDC0A-6064-384D-3794-24A6E05944E9}"/>
                    </a:ext>
                  </a:extLst>
                </p14:cNvPr>
                <p14:cNvContentPartPr/>
                <p14:nvPr/>
              </p14:nvContentPartPr>
              <p14:xfrm>
                <a:off x="9438278" y="3762863"/>
                <a:ext cx="703080" cy="258480"/>
              </p14:xfrm>
            </p:contentPart>
          </mc:Choice>
          <mc:Fallback xmlns="">
            <p:pic>
              <p:nvPicPr>
                <p:cNvPr id="232" name="Ink 231">
                  <a:extLst>
                    <a:ext uri="{FF2B5EF4-FFF2-40B4-BE49-F238E27FC236}">
                      <a16:creationId xmlns:a16="http://schemas.microsoft.com/office/drawing/2014/main" id="{19CEDC0A-6064-384D-3794-24A6E05944E9}"/>
                    </a:ext>
                  </a:extLst>
                </p:cNvPr>
                <p:cNvPicPr/>
                <p:nvPr/>
              </p:nvPicPr>
              <p:blipFill>
                <a:blip r:embed="rId385"/>
                <a:stretch>
                  <a:fillRect/>
                </a:stretch>
              </p:blipFill>
              <p:spPr>
                <a:xfrm>
                  <a:off x="9429278" y="3753863"/>
                  <a:ext cx="72072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3" name="Ink 232">
                  <a:extLst>
                    <a:ext uri="{FF2B5EF4-FFF2-40B4-BE49-F238E27FC236}">
                      <a16:creationId xmlns:a16="http://schemas.microsoft.com/office/drawing/2014/main" id="{83978774-4EC7-2C60-E2AC-6000879112E4}"/>
                    </a:ext>
                  </a:extLst>
                </p14:cNvPr>
                <p14:cNvContentPartPr/>
                <p14:nvPr/>
              </p14:nvContentPartPr>
              <p14:xfrm>
                <a:off x="10014638" y="3713903"/>
                <a:ext cx="191160" cy="135720"/>
              </p14:xfrm>
            </p:contentPart>
          </mc:Choice>
          <mc:Fallback xmlns="">
            <p:pic>
              <p:nvPicPr>
                <p:cNvPr id="233" name="Ink 232">
                  <a:extLst>
                    <a:ext uri="{FF2B5EF4-FFF2-40B4-BE49-F238E27FC236}">
                      <a16:creationId xmlns:a16="http://schemas.microsoft.com/office/drawing/2014/main" id="{83978774-4EC7-2C60-E2AC-6000879112E4}"/>
                    </a:ext>
                  </a:extLst>
                </p:cNvPr>
                <p:cNvPicPr/>
                <p:nvPr/>
              </p:nvPicPr>
              <p:blipFill>
                <a:blip r:embed="rId387"/>
                <a:stretch>
                  <a:fillRect/>
                </a:stretch>
              </p:blipFill>
              <p:spPr>
                <a:xfrm>
                  <a:off x="10005638" y="3704903"/>
                  <a:ext cx="208800" cy="153360"/>
                </a:xfrm>
                <a:prstGeom prst="rect">
                  <a:avLst/>
                </a:prstGeom>
              </p:spPr>
            </p:pic>
          </mc:Fallback>
        </mc:AlternateContent>
      </p:grpSp>
      <p:grpSp>
        <p:nvGrpSpPr>
          <p:cNvPr id="241" name="Group 240">
            <a:extLst>
              <a:ext uri="{FF2B5EF4-FFF2-40B4-BE49-F238E27FC236}">
                <a16:creationId xmlns:a16="http://schemas.microsoft.com/office/drawing/2014/main" id="{6C42FA75-6AB6-22B4-0763-0A01EC683DBB}"/>
              </a:ext>
            </a:extLst>
          </p:cNvPr>
          <p:cNvGrpSpPr/>
          <p:nvPr/>
        </p:nvGrpSpPr>
        <p:grpSpPr>
          <a:xfrm>
            <a:off x="11148998" y="6515423"/>
            <a:ext cx="870120" cy="174600"/>
            <a:chOff x="11148998" y="6515423"/>
            <a:chExt cx="870120" cy="174600"/>
          </a:xfrm>
        </p:grpSpPr>
        <mc:AlternateContent xmlns:mc="http://schemas.openxmlformats.org/markup-compatibility/2006" xmlns:p14="http://schemas.microsoft.com/office/powerpoint/2010/main">
          <mc:Choice Requires="p14">
            <p:contentPart p14:bwMode="auto" r:id="rId388">
              <p14:nvContentPartPr>
                <p14:cNvPr id="235" name="Ink 234">
                  <a:extLst>
                    <a:ext uri="{FF2B5EF4-FFF2-40B4-BE49-F238E27FC236}">
                      <a16:creationId xmlns:a16="http://schemas.microsoft.com/office/drawing/2014/main" id="{9FB01F52-3A1F-EF99-A265-E534CB0BBB8A}"/>
                    </a:ext>
                  </a:extLst>
                </p14:cNvPr>
                <p14:cNvContentPartPr/>
                <p14:nvPr/>
              </p14:nvContentPartPr>
              <p14:xfrm>
                <a:off x="11156558" y="6515423"/>
                <a:ext cx="138240" cy="165600"/>
              </p14:xfrm>
            </p:contentPart>
          </mc:Choice>
          <mc:Fallback xmlns="">
            <p:pic>
              <p:nvPicPr>
                <p:cNvPr id="235" name="Ink 234">
                  <a:extLst>
                    <a:ext uri="{FF2B5EF4-FFF2-40B4-BE49-F238E27FC236}">
                      <a16:creationId xmlns:a16="http://schemas.microsoft.com/office/drawing/2014/main" id="{9FB01F52-3A1F-EF99-A265-E534CB0BBB8A}"/>
                    </a:ext>
                  </a:extLst>
                </p:cNvPr>
                <p:cNvPicPr/>
                <p:nvPr/>
              </p:nvPicPr>
              <p:blipFill>
                <a:blip r:embed="rId389"/>
                <a:stretch>
                  <a:fillRect/>
                </a:stretch>
              </p:blipFill>
              <p:spPr>
                <a:xfrm>
                  <a:off x="11147918" y="6506423"/>
                  <a:ext cx="1558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36" name="Ink 235">
                  <a:extLst>
                    <a:ext uri="{FF2B5EF4-FFF2-40B4-BE49-F238E27FC236}">
                      <a16:creationId xmlns:a16="http://schemas.microsoft.com/office/drawing/2014/main" id="{A26F6DA4-E84F-9E2C-A71A-A8F60491F779}"/>
                    </a:ext>
                  </a:extLst>
                </p14:cNvPr>
                <p14:cNvContentPartPr/>
                <p14:nvPr/>
              </p14:nvContentPartPr>
              <p14:xfrm>
                <a:off x="11148998" y="6538463"/>
                <a:ext cx="162360" cy="130320"/>
              </p14:xfrm>
            </p:contentPart>
          </mc:Choice>
          <mc:Fallback xmlns="">
            <p:pic>
              <p:nvPicPr>
                <p:cNvPr id="236" name="Ink 235">
                  <a:extLst>
                    <a:ext uri="{FF2B5EF4-FFF2-40B4-BE49-F238E27FC236}">
                      <a16:creationId xmlns:a16="http://schemas.microsoft.com/office/drawing/2014/main" id="{A26F6DA4-E84F-9E2C-A71A-A8F60491F779}"/>
                    </a:ext>
                  </a:extLst>
                </p:cNvPr>
                <p:cNvPicPr/>
                <p:nvPr/>
              </p:nvPicPr>
              <p:blipFill>
                <a:blip r:embed="rId391"/>
                <a:stretch>
                  <a:fillRect/>
                </a:stretch>
              </p:blipFill>
              <p:spPr>
                <a:xfrm>
                  <a:off x="11140358" y="6529823"/>
                  <a:ext cx="180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37" name="Ink 236">
                  <a:extLst>
                    <a:ext uri="{FF2B5EF4-FFF2-40B4-BE49-F238E27FC236}">
                      <a16:creationId xmlns:a16="http://schemas.microsoft.com/office/drawing/2014/main" id="{9979442E-E074-12C6-8459-69965DD2948E}"/>
                    </a:ext>
                  </a:extLst>
                </p14:cNvPr>
                <p14:cNvContentPartPr/>
                <p14:nvPr/>
              </p14:nvContentPartPr>
              <p14:xfrm>
                <a:off x="11340518" y="6568703"/>
                <a:ext cx="95040" cy="121320"/>
              </p14:xfrm>
            </p:contentPart>
          </mc:Choice>
          <mc:Fallback xmlns="">
            <p:pic>
              <p:nvPicPr>
                <p:cNvPr id="237" name="Ink 236">
                  <a:extLst>
                    <a:ext uri="{FF2B5EF4-FFF2-40B4-BE49-F238E27FC236}">
                      <a16:creationId xmlns:a16="http://schemas.microsoft.com/office/drawing/2014/main" id="{9979442E-E074-12C6-8459-69965DD2948E}"/>
                    </a:ext>
                  </a:extLst>
                </p:cNvPr>
                <p:cNvPicPr/>
                <p:nvPr/>
              </p:nvPicPr>
              <p:blipFill>
                <a:blip r:embed="rId393"/>
                <a:stretch>
                  <a:fillRect/>
                </a:stretch>
              </p:blipFill>
              <p:spPr>
                <a:xfrm>
                  <a:off x="11331878" y="6560063"/>
                  <a:ext cx="1126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38" name="Ink 237">
                  <a:extLst>
                    <a:ext uri="{FF2B5EF4-FFF2-40B4-BE49-F238E27FC236}">
                      <a16:creationId xmlns:a16="http://schemas.microsoft.com/office/drawing/2014/main" id="{E26BC30B-1E12-E1F1-17A4-843B0D181BBA}"/>
                    </a:ext>
                  </a:extLst>
                </p14:cNvPr>
                <p14:cNvContentPartPr/>
                <p14:nvPr/>
              </p14:nvContentPartPr>
              <p14:xfrm>
                <a:off x="11524478" y="6557543"/>
                <a:ext cx="169560" cy="124920"/>
              </p14:xfrm>
            </p:contentPart>
          </mc:Choice>
          <mc:Fallback xmlns="">
            <p:pic>
              <p:nvPicPr>
                <p:cNvPr id="238" name="Ink 237">
                  <a:extLst>
                    <a:ext uri="{FF2B5EF4-FFF2-40B4-BE49-F238E27FC236}">
                      <a16:creationId xmlns:a16="http://schemas.microsoft.com/office/drawing/2014/main" id="{E26BC30B-1E12-E1F1-17A4-843B0D181BBA}"/>
                    </a:ext>
                  </a:extLst>
                </p:cNvPr>
                <p:cNvPicPr/>
                <p:nvPr/>
              </p:nvPicPr>
              <p:blipFill>
                <a:blip r:embed="rId395"/>
                <a:stretch>
                  <a:fillRect/>
                </a:stretch>
              </p:blipFill>
              <p:spPr>
                <a:xfrm>
                  <a:off x="11515838" y="6548543"/>
                  <a:ext cx="1872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39" name="Ink 238">
                  <a:extLst>
                    <a:ext uri="{FF2B5EF4-FFF2-40B4-BE49-F238E27FC236}">
                      <a16:creationId xmlns:a16="http://schemas.microsoft.com/office/drawing/2014/main" id="{0D394A26-A079-E30E-E5A9-10D1EFB5876D}"/>
                    </a:ext>
                  </a:extLst>
                </p14:cNvPr>
                <p14:cNvContentPartPr/>
                <p14:nvPr/>
              </p14:nvContentPartPr>
              <p14:xfrm>
                <a:off x="11719958" y="6552863"/>
                <a:ext cx="126000" cy="96840"/>
              </p14:xfrm>
            </p:contentPart>
          </mc:Choice>
          <mc:Fallback xmlns="">
            <p:pic>
              <p:nvPicPr>
                <p:cNvPr id="239" name="Ink 238">
                  <a:extLst>
                    <a:ext uri="{FF2B5EF4-FFF2-40B4-BE49-F238E27FC236}">
                      <a16:creationId xmlns:a16="http://schemas.microsoft.com/office/drawing/2014/main" id="{0D394A26-A079-E30E-E5A9-10D1EFB5876D}"/>
                    </a:ext>
                  </a:extLst>
                </p:cNvPr>
                <p:cNvPicPr/>
                <p:nvPr/>
              </p:nvPicPr>
              <p:blipFill>
                <a:blip r:embed="rId397"/>
                <a:stretch>
                  <a:fillRect/>
                </a:stretch>
              </p:blipFill>
              <p:spPr>
                <a:xfrm>
                  <a:off x="11710958" y="6544223"/>
                  <a:ext cx="1436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40" name="Ink 239">
                  <a:extLst>
                    <a:ext uri="{FF2B5EF4-FFF2-40B4-BE49-F238E27FC236}">
                      <a16:creationId xmlns:a16="http://schemas.microsoft.com/office/drawing/2014/main" id="{377B9ED9-3B3C-A0B5-B4E4-8098EE5C16F9}"/>
                    </a:ext>
                  </a:extLst>
                </p14:cNvPr>
                <p14:cNvContentPartPr/>
                <p14:nvPr/>
              </p14:nvContentPartPr>
              <p14:xfrm>
                <a:off x="11901398" y="6545663"/>
                <a:ext cx="117720" cy="123840"/>
              </p14:xfrm>
            </p:contentPart>
          </mc:Choice>
          <mc:Fallback xmlns="">
            <p:pic>
              <p:nvPicPr>
                <p:cNvPr id="240" name="Ink 239">
                  <a:extLst>
                    <a:ext uri="{FF2B5EF4-FFF2-40B4-BE49-F238E27FC236}">
                      <a16:creationId xmlns:a16="http://schemas.microsoft.com/office/drawing/2014/main" id="{377B9ED9-3B3C-A0B5-B4E4-8098EE5C16F9}"/>
                    </a:ext>
                  </a:extLst>
                </p:cNvPr>
                <p:cNvPicPr/>
                <p:nvPr/>
              </p:nvPicPr>
              <p:blipFill>
                <a:blip r:embed="rId399"/>
                <a:stretch>
                  <a:fillRect/>
                </a:stretch>
              </p:blipFill>
              <p:spPr>
                <a:xfrm>
                  <a:off x="11892758" y="6537023"/>
                  <a:ext cx="135360" cy="141480"/>
                </a:xfrm>
                <a:prstGeom prst="rect">
                  <a:avLst/>
                </a:prstGeom>
              </p:spPr>
            </p:pic>
          </mc:Fallback>
        </mc:AlternateContent>
      </p:grpSp>
    </p:spTree>
    <p:extLst>
      <p:ext uri="{BB962C8B-B14F-4D97-AF65-F5344CB8AC3E}">
        <p14:creationId xmlns:p14="http://schemas.microsoft.com/office/powerpoint/2010/main" val="406655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Hands-on Add Security and Test Microservice</a:t>
            </a:r>
          </a:p>
        </p:txBody>
      </p:sp>
      <p:pic>
        <p:nvPicPr>
          <p:cNvPr id="1026" name="Picture 2" descr="Page 34 | Identity Access Management Images - Free Download on Freepik">
            <a:extLst>
              <a:ext uri="{FF2B5EF4-FFF2-40B4-BE49-F238E27FC236}">
                <a16:creationId xmlns:a16="http://schemas.microsoft.com/office/drawing/2014/main" id="{BB81E557-BBEB-08A0-6A2C-2FE38C6F6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148" y="2132856"/>
            <a:ext cx="3428107" cy="3428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FC04D6-78E0-8064-4A47-0E7C46BB694F}"/>
              </a:ext>
            </a:extLst>
          </p:cNvPr>
          <p:cNvSpPr txBox="1"/>
          <p:nvPr/>
        </p:nvSpPr>
        <p:spPr>
          <a:xfrm>
            <a:off x="189756" y="908720"/>
            <a:ext cx="6048672" cy="461665"/>
          </a:xfrm>
          <a:prstGeom prst="rect">
            <a:avLst/>
          </a:prstGeom>
          <a:noFill/>
        </p:spPr>
        <p:txBody>
          <a:bodyPr wrap="square" rtlCol="0">
            <a:spAutoFit/>
          </a:bodyPr>
          <a:lstStyle/>
          <a:p>
            <a:r>
              <a:rPr lang="en-US" dirty="0" err="1">
                <a:solidFill>
                  <a:schemeClr val="bg1"/>
                </a:solidFill>
              </a:rPr>
              <a:t>cds</a:t>
            </a:r>
            <a:r>
              <a:rPr lang="en-US" dirty="0">
                <a:solidFill>
                  <a:schemeClr val="bg1"/>
                </a:solidFill>
              </a:rPr>
              <a:t> add </a:t>
            </a:r>
            <a:r>
              <a:rPr lang="en-US" dirty="0" err="1">
                <a:solidFill>
                  <a:schemeClr val="bg1"/>
                </a:solidFill>
              </a:rPr>
              <a:t>xsuaa</a:t>
            </a:r>
            <a:endParaRPr lang="en-US" dirty="0">
              <a:solidFill>
                <a:schemeClr val="bg1"/>
              </a:solidFill>
            </a:endParaRPr>
          </a:p>
        </p:txBody>
      </p:sp>
    </p:spTree>
    <p:extLst>
      <p:ext uri="{BB962C8B-B14F-4D97-AF65-F5344CB8AC3E}">
        <p14:creationId xmlns:p14="http://schemas.microsoft.com/office/powerpoint/2010/main" val="2460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a:defRPr/>
            </a:pPr>
            <a:r>
              <a:rPr lang="en-US" sz="1400" b="1" kern="0" dirty="0">
                <a:solidFill>
                  <a:prstClr val="white"/>
                </a:solidFill>
                <a:latin typeface="Segoe UI"/>
              </a:rPr>
              <a:t>Authentication</a:t>
            </a:r>
            <a:r>
              <a:rPr lang="en-US" sz="1400" kern="0" dirty="0">
                <a:solidFill>
                  <a:prstClr val="white"/>
                </a:solidFill>
                <a:latin typeface="Segoe UI"/>
              </a:rPr>
              <a:t> – It ensures that is our user a valid user? Has he/she entered valid credentials to login to our app. It is enforced by a login screen. This login screen can also come from IDP like SSO, LDAP, Social integration.</a:t>
            </a:r>
          </a:p>
          <a:p>
            <a:pPr>
              <a:defRPr/>
            </a:pPr>
            <a:endParaRPr lang="en-US" sz="1400" kern="0" dirty="0">
              <a:solidFill>
                <a:prstClr val="white"/>
              </a:solidFill>
              <a:latin typeface="Segoe UI"/>
            </a:endParaRPr>
          </a:p>
          <a:p>
            <a:pPr>
              <a:defRPr/>
            </a:pPr>
            <a:r>
              <a:rPr lang="en-US" sz="1400" b="1" kern="0" dirty="0">
                <a:solidFill>
                  <a:prstClr val="white"/>
                </a:solidFill>
                <a:latin typeface="Segoe UI"/>
              </a:rPr>
              <a:t>Authorization</a:t>
            </a:r>
            <a:r>
              <a:rPr lang="en-US" sz="1400" kern="0" dirty="0">
                <a:solidFill>
                  <a:prstClr val="white"/>
                </a:solidFill>
                <a:latin typeface="Segoe UI"/>
              </a:rPr>
              <a:t> – Once user is authentication, then the authorization comes into play. It ensures, is our user allowed to do certain activities inside app. What is the level of access. E.g. create, update, delete, approve, view.</a:t>
            </a:r>
          </a:p>
          <a:p>
            <a:pPr>
              <a:defRPr/>
            </a:pPr>
            <a:endParaRPr lang="en-US" sz="1600" kern="0" dirty="0">
              <a:solidFill>
                <a:prstClr val="white"/>
              </a:solidFill>
              <a:latin typeface="Segoe UI"/>
            </a:endParaRPr>
          </a:p>
          <a:p>
            <a:pPr>
              <a:defRPr/>
            </a:pPr>
            <a:r>
              <a:rPr lang="en-US" sz="1400" kern="0" dirty="0">
                <a:solidFill>
                  <a:prstClr val="white"/>
                </a:solidFill>
                <a:latin typeface="Segoe UI"/>
              </a:rPr>
              <a:t>SAP BTP </a:t>
            </a:r>
            <a:r>
              <a:rPr lang="en-US" sz="1400" kern="0" dirty="0" err="1">
                <a:solidFill>
                  <a:prstClr val="white"/>
                </a:solidFill>
                <a:latin typeface="Segoe UI"/>
              </a:rPr>
              <a:t>cf</a:t>
            </a:r>
            <a:r>
              <a:rPr lang="en-US" sz="1400" kern="0" dirty="0">
                <a:solidFill>
                  <a:prstClr val="white"/>
                </a:solidFill>
                <a:latin typeface="Segoe UI"/>
              </a:rPr>
              <a:t> environment has a special component called XSUAA – </a:t>
            </a:r>
          </a:p>
          <a:p>
            <a:pPr>
              <a:defRPr/>
            </a:pPr>
            <a:r>
              <a:rPr lang="en-US" sz="1400" kern="0" dirty="0">
                <a:solidFill>
                  <a:prstClr val="white"/>
                </a:solidFill>
                <a:latin typeface="Segoe UI"/>
              </a:rPr>
              <a:t>XS – </a:t>
            </a:r>
            <a:r>
              <a:rPr lang="en-US" sz="1400" kern="0" dirty="0" err="1">
                <a:solidFill>
                  <a:prstClr val="white"/>
                </a:solidFill>
                <a:latin typeface="Segoe UI"/>
              </a:rPr>
              <a:t>eXtended</a:t>
            </a:r>
            <a:r>
              <a:rPr lang="en-US" sz="1400" kern="0" dirty="0">
                <a:solidFill>
                  <a:prstClr val="white"/>
                </a:solidFill>
                <a:latin typeface="Segoe UI"/>
              </a:rPr>
              <a:t> Services</a:t>
            </a:r>
          </a:p>
          <a:p>
            <a:pPr>
              <a:defRPr/>
            </a:pPr>
            <a:r>
              <a:rPr lang="en-US" sz="1400" kern="0" dirty="0">
                <a:solidFill>
                  <a:prstClr val="white"/>
                </a:solidFill>
                <a:latin typeface="Segoe UI"/>
              </a:rPr>
              <a:t>UAA – User Account and Authorization</a:t>
            </a:r>
          </a:p>
          <a:p>
            <a:pPr marL="342797" indent="-342797">
              <a:buFont typeface="Arial" panose="020B0604020202020204" pitchFamily="34" charset="0"/>
              <a:buChar char="•"/>
              <a:defRPr/>
            </a:pPr>
            <a:r>
              <a:rPr lang="en-IN" sz="1400" kern="0" dirty="0">
                <a:solidFill>
                  <a:prstClr val="white"/>
                </a:solidFill>
                <a:latin typeface="Segoe UI"/>
              </a:rPr>
              <a:t>This is an in-built component inside of CF</a:t>
            </a:r>
          </a:p>
          <a:p>
            <a:pPr marL="342797" indent="-342797">
              <a:buFont typeface="Arial" panose="020B0604020202020204" pitchFamily="34" charset="0"/>
              <a:buChar char="•"/>
              <a:defRPr/>
            </a:pPr>
            <a:r>
              <a:rPr lang="en-IN" sz="1400" kern="0" dirty="0">
                <a:solidFill>
                  <a:prstClr val="white"/>
                </a:solidFill>
                <a:latin typeface="Segoe UI"/>
              </a:rPr>
              <a:t>It is responsible to control the user account and authorization</a:t>
            </a:r>
          </a:p>
          <a:p>
            <a:pPr marL="342797" indent="-342797">
              <a:buFont typeface="Arial" panose="020B0604020202020204" pitchFamily="34" charset="0"/>
              <a:buChar char="•"/>
              <a:defRPr/>
            </a:pPr>
            <a:r>
              <a:rPr lang="en-IN" sz="1400" kern="0" dirty="0">
                <a:solidFill>
                  <a:prstClr val="white"/>
                </a:solidFill>
                <a:latin typeface="Segoe UI"/>
              </a:rPr>
              <a:t>It manages our application security</a:t>
            </a:r>
          </a:p>
          <a:p>
            <a:pPr marL="342797" indent="-342797">
              <a:buFont typeface="Arial" panose="020B0604020202020204" pitchFamily="34" charset="0"/>
              <a:buChar char="•"/>
              <a:defRPr/>
            </a:pPr>
            <a:r>
              <a:rPr lang="en-IN" sz="1400" kern="0" dirty="0">
                <a:solidFill>
                  <a:prstClr val="white"/>
                </a:solidFill>
                <a:latin typeface="Segoe UI"/>
              </a:rPr>
              <a:t>In CF we use modular approach to address security</a:t>
            </a:r>
          </a:p>
          <a:p>
            <a:pPr marL="342797" indent="-342797">
              <a:buFont typeface="Arial" panose="020B0604020202020204" pitchFamily="34" charset="0"/>
              <a:buChar char="•"/>
              <a:defRPr/>
            </a:pPr>
            <a:r>
              <a:rPr lang="en-IN" sz="1400" kern="0" dirty="0">
                <a:solidFill>
                  <a:prstClr val="white"/>
                </a:solidFill>
                <a:latin typeface="Segoe UI"/>
              </a:rPr>
              <a:t>As a developer we need to decide what roles and level of security we need in our app. Example, we need to secure </a:t>
            </a:r>
            <a:r>
              <a:rPr lang="en-IN" sz="1400" kern="0" dirty="0" err="1">
                <a:solidFill>
                  <a:prstClr val="white"/>
                </a:solidFill>
                <a:latin typeface="Segoe UI"/>
              </a:rPr>
              <a:t>odata</a:t>
            </a:r>
            <a:r>
              <a:rPr lang="en-IN" sz="1400" kern="0" dirty="0">
                <a:solidFill>
                  <a:prstClr val="white"/>
                </a:solidFill>
                <a:latin typeface="Segoe UI"/>
              </a:rPr>
              <a:t> resource /</a:t>
            </a:r>
            <a:r>
              <a:rPr lang="en-IN" sz="1400" kern="0" dirty="0" err="1">
                <a:solidFill>
                  <a:prstClr val="white"/>
                </a:solidFill>
                <a:latin typeface="Segoe UI"/>
              </a:rPr>
              <a:t>Anubhav.svc</a:t>
            </a:r>
            <a:endParaRPr lang="en-IN" sz="1400" kern="0" dirty="0">
              <a:solidFill>
                <a:prstClr val="white"/>
              </a:solidFill>
              <a:latin typeface="Segoe UI"/>
            </a:endParaRPr>
          </a:p>
          <a:p>
            <a:pPr marL="342797" indent="-342797">
              <a:buFont typeface="Arial" panose="020B0604020202020204" pitchFamily="34" charset="0"/>
              <a:buChar char="•"/>
              <a:defRPr/>
            </a:pPr>
            <a:r>
              <a:rPr lang="en-IN" sz="1400" kern="0" dirty="0">
                <a:solidFill>
                  <a:prstClr val="white"/>
                </a:solidFill>
                <a:latin typeface="Segoe UI"/>
              </a:rPr>
              <a:t>Usually we define Viewer, Editor</a:t>
            </a:r>
          </a:p>
          <a:p>
            <a:pPr marL="342797" indent="-342797">
              <a:buFont typeface="Arial" panose="020B0604020202020204" pitchFamily="34" charset="0"/>
              <a:buChar char="•"/>
              <a:defRPr/>
            </a:pPr>
            <a:r>
              <a:rPr lang="en-IN" sz="1400" kern="0" dirty="0">
                <a:solidFill>
                  <a:prstClr val="white"/>
                </a:solidFill>
                <a:latin typeface="Segoe UI"/>
              </a:rPr>
              <a:t>We need to define our scope and role templates inside a special file called </a:t>
            </a:r>
            <a:r>
              <a:rPr lang="en-IN" sz="1400" b="1" kern="0" dirty="0" err="1">
                <a:solidFill>
                  <a:prstClr val="white"/>
                </a:solidFill>
                <a:latin typeface="Segoe UI"/>
              </a:rPr>
              <a:t>xs-security.json</a:t>
            </a:r>
            <a:r>
              <a:rPr lang="en-IN" sz="1400" b="1" kern="0" dirty="0">
                <a:solidFill>
                  <a:prstClr val="white"/>
                </a:solidFill>
                <a:latin typeface="Segoe UI"/>
              </a:rPr>
              <a:t> </a:t>
            </a:r>
            <a:r>
              <a:rPr lang="en-IN" sz="1400" kern="0" dirty="0">
                <a:solidFill>
                  <a:prstClr val="white"/>
                </a:solidFill>
                <a:latin typeface="Segoe UI"/>
              </a:rPr>
              <a:t>file</a:t>
            </a:r>
          </a:p>
          <a:p>
            <a:pPr marL="342797" indent="-342797">
              <a:buFont typeface="Arial" panose="020B0604020202020204" pitchFamily="34" charset="0"/>
              <a:buChar char="•"/>
              <a:defRPr/>
            </a:pPr>
            <a:r>
              <a:rPr lang="en-IN" sz="1400" kern="0" dirty="0">
                <a:solidFill>
                  <a:prstClr val="white"/>
                </a:solidFill>
                <a:latin typeface="Segoe UI"/>
              </a:rPr>
              <a:t>XSUAA Communicates to the </a:t>
            </a:r>
            <a:r>
              <a:rPr lang="en-IN" sz="1400" b="1" kern="0" dirty="0">
                <a:solidFill>
                  <a:prstClr val="white"/>
                </a:solidFill>
                <a:latin typeface="Segoe UI"/>
              </a:rPr>
              <a:t>IDP – Identity Provider</a:t>
            </a:r>
          </a:p>
          <a:p>
            <a:pPr marL="342797" indent="-342797">
              <a:buFont typeface="Arial" panose="020B0604020202020204" pitchFamily="34" charset="0"/>
              <a:buChar char="•"/>
              <a:defRPr/>
            </a:pPr>
            <a:r>
              <a:rPr lang="en-IN" sz="1400" kern="0" dirty="0">
                <a:solidFill>
                  <a:prstClr val="white"/>
                </a:solidFill>
                <a:latin typeface="Segoe UI"/>
              </a:rPr>
              <a:t>Issues </a:t>
            </a:r>
            <a:r>
              <a:rPr lang="en-IN" sz="1400" b="1" kern="0" dirty="0">
                <a:solidFill>
                  <a:prstClr val="white"/>
                </a:solidFill>
                <a:latin typeface="Segoe UI"/>
              </a:rPr>
              <a:t>JWT (JSON web Token) </a:t>
            </a:r>
            <a:r>
              <a:rPr lang="en-IN" sz="1400" kern="0" dirty="0">
                <a:solidFill>
                  <a:prstClr val="white"/>
                </a:solidFill>
                <a:latin typeface="Segoe UI"/>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Scope</a:t>
            </a:r>
          </a:p>
          <a:p>
            <a:pPr algn="ctr">
              <a:defRPr/>
            </a:pPr>
            <a:r>
              <a:rPr lang="en-US" sz="2399" kern="0" dirty="0">
                <a:solidFill>
                  <a:prstClr val="white"/>
                </a:solidFill>
                <a:latin typeface="Segoe UI"/>
              </a:rPr>
              <a:t>(Role)</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algn="ctr">
              <a:defRPr/>
            </a:pPr>
            <a:endParaRPr lang="en-US" sz="2399" b="1" kern="0" dirty="0">
              <a:solidFill>
                <a:prstClr val="white"/>
              </a:solidFill>
              <a:latin typeface="Segoe UI"/>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27420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11</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endCxn id="29" idx="0"/>
          </p:cNvCxnSpPr>
          <p:nvPr/>
        </p:nvCxnSpPr>
        <p:spPr>
          <a:xfrm flipH="1">
            <a:off x="4438659" y="5559276"/>
            <a:ext cx="1511774" cy="5406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286468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7665</TotalTime>
  <Words>886</Words>
  <Application>Microsoft Office PowerPoint</Application>
  <PresentationFormat>Custom</PresentationFormat>
  <Paragraphs>135</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Amasis MT Pro Black</vt:lpstr>
      <vt:lpstr>Arial</vt:lpstr>
      <vt:lpstr>Arial Black</vt:lpstr>
      <vt:lpstr>Calibri</vt:lpstr>
      <vt:lpstr>Cooper Black</vt:lpstr>
      <vt:lpstr>Segoe UI</vt:lpstr>
      <vt:lpstr>Segoe UI Black</vt:lpstr>
      <vt:lpstr>Segoe UI Light</vt:lpstr>
      <vt:lpstr>Office Theme</vt:lpstr>
      <vt:lpstr>SAP BTP Extension Suite Training</vt:lpstr>
      <vt:lpstr>PowerPoint Presentation</vt:lpstr>
      <vt:lpstr>Agenda – Day 13</vt:lpstr>
      <vt:lpstr>Authentication v/s Authorization</vt:lpstr>
      <vt:lpstr>IDP – Identity Provider</vt:lpstr>
      <vt:lpstr>How it works behind scenes</vt:lpstr>
      <vt:lpstr>PowerPoint Presentation</vt:lpstr>
      <vt:lpstr>Runtime</vt:lpstr>
      <vt:lpstr>Hands-on Add Security and Test Microservice</vt:lpstr>
      <vt:lpstr>Authentication v/s Authorization</vt:lpstr>
      <vt:lpstr>IDP – Identity Provider</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284</cp:revision>
  <dcterms:created xsi:type="dcterms:W3CDTF">2013-09-12T13:05:01Z</dcterms:created>
  <dcterms:modified xsi:type="dcterms:W3CDTF">2025-05-12T03:32:44Z</dcterms:modified>
</cp:coreProperties>
</file>