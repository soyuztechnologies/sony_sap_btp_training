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6" r:id="rId2"/>
    <p:sldId id="4122" r:id="rId3"/>
    <p:sldId id="277" r:id="rId4"/>
    <p:sldId id="4728" r:id="rId5"/>
    <p:sldId id="4729" r:id="rId6"/>
    <p:sldId id="4730" r:id="rId7"/>
    <p:sldId id="4775" r:id="rId8"/>
    <p:sldId id="4776" r:id="rId9"/>
    <p:sldId id="4755" r:id="rId10"/>
    <p:sldId id="4777" r:id="rId11"/>
    <p:sldId id="4774" r:id="rId12"/>
    <p:sldId id="4783" r:id="rId13"/>
    <p:sldId id="4782" r:id="rId14"/>
    <p:sldId id="4778" r:id="rId15"/>
    <p:sldId id="4779" r:id="rId16"/>
    <p:sldId id="4780" r:id="rId17"/>
    <p:sldId id="4781" r:id="rId18"/>
    <p:sldId id="4753" r:id="rId19"/>
    <p:sldId id="4754" r:id="rId20"/>
    <p:sldId id="4756" r:id="rId21"/>
    <p:sldId id="4757" r:id="rId22"/>
    <p:sldId id="282" r:id="rId23"/>
    <p:sldId id="280" r:id="rId24"/>
    <p:sldId id="4711" r:id="rId2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5250" autoAdjust="0"/>
  </p:normalViewPr>
  <p:slideViewPr>
    <p:cSldViewPr>
      <p:cViewPr>
        <p:scale>
          <a:sx n="90" d="100"/>
          <a:sy n="90" d="100"/>
        </p:scale>
        <p:origin x="1076" y="39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4T06:20:15.958"/>
    </inkml:context>
    <inkml:brush xml:id="br0">
      <inkml:brushProperty name="width" value="0.05292" units="cm"/>
      <inkml:brushProperty name="height" value="0.05292" units="cm"/>
      <inkml:brushProperty name="color" value="#FFFF00"/>
    </inkml:brush>
  </inkml:definitions>
  <inkml:trace contextRef="#ctx0" brushRef="#br0">6203 1680 0,'26'26'31,"-52"-52"-31,66 52 16,-27-26 0,-13 40 15,-53 0 0,26-40-15,1 13-16,-67-13 15,-26-66 17,106 53-32,13-1 15,27-78 1,131 26 15,-131 66-15,12 0-16,67 66 15,-93-27 1,27 173 0,-66-159-1,-1 13-15,-105 106 16,-172 13 15,251-172-31,0 1 16,-40-1-1,80-26-15,0-1 16,39-105 0,133-39 15,39 184 0,-158 1-31,-13-1 16,65 40-1,-79-39-15,14-1 16,39 27 0</inkml:trace>
  <inkml:trace contextRef="#ctx0" brushRef="#br0" timeOffset="386.76">6666 2010 0,'0'0'0,"0"-13"16,0 0-16,-27 13 15,-39 132 17,53-92-32,0 0 15,0 92 1,105-40 15,-65-92-15,12 0-16,67-39 15,-80 12-15,14 1 16,13-106 0,-132-27 15,52 159-16,-52 13 1,52 0 0,14 14-16</inkml:trace>
  <inkml:trace contextRef="#ctx0" brushRef="#br0" timeOffset="833.89">7367 2103 0,'0'0'0,"13"0"15,-26-53 1,0 40 0,-67-14-1,67 27 1,-80 67-1,80-41 1,-27 133 0,133-53 15,79-106 0,-132-14-15,52-65-1,-79 39 1,-26-79 0,0 93-1,-66-14 1,52 40 0,1 27-1,26-14-15</inkml:trace>
  <inkml:trace contextRef="#ctx0" brushRef="#br0" timeOffset="1386.67">8028 2103 0,'13'-13'15,"-26"26"-15,39-39 0,-12-54 16,-14 54-1,-53-120 1,26 107 0,-39-14-1,27 66 1,-67 80 0,79-54-1,-26 93 1,53-105-1,53 66 1,-26-80 0,105 0-1,-92-13 1,-1-13-16,41-53 16,-67 39-1,0 1-15,0-80 16,-13 79-16,0 1 15,-39 0 1,39 52 0,-40 119-1,40-92 1,-13 159 0,13-159-16,0 106 31,13-107-16,13 41 1,-26-80 0,0 0-16</inkml:trace>
  <inkml:trace contextRef="#ctx0" brushRef="#br0" timeOffset="4761.04">1561 6467 0,'0'0'0,"-27"0"16,27-13-16,53-27 15,-40 40 1,27 27 0,-27-1-1,14 199 1,-27-132-1,13 12-15,0 266 16,0-226 0,-13 688-1,-13-648 1,-13 530 0,26-544-1,0 15-15,0 343 16,0-344-1,13 516 1,-13-516 0,-13 489-1,13-515-15,-53 581 32,-27-131-1,54-503-16,-27 264 1,40-291 0,-27 186-1,40-226 1,-13 1-16,13 66 16,0-93 15,13-13-16,67 0 1,-41 0 0,212 0-1,-158 0 1,410 13 0,-345-13-1,623 27 1,-557-14-1,15-13-15,779 40 16,410-1 15,-1123-39-15,872 27 0,-900-27-1,795 13 1,-834-13-1,13 0-15,635-13 16,13-27 15,-753 27-15,237-14 0,-330 14-1,66 0 1,-105 0-1,-28-14 1,1 14 0,-40-27-1,40 27 1,-13-13-16,-1-27 16,14 26-1,13 1-15,-13-80 16,-1-277 15,14 303-15,0-303-1,0 264 1,-26-371 0,-53-197 15,39 396-16,-79-317 1,93 449 0,-120-449-1,106 449 1,-105-423 0,105 436-1,-92-409 1,79 277-1,-13-224 1,66 396 0,0-317-1,13 317 1,27-251 0,-27 278-1,27-186 1,-27 212-1,13-119 1,-26 146 0,14-67-1,-14 80 1,0 0 0,0 0-1,0 26 16,-14 0 1,1-13-17,-13 0 1,-1 0 0,14 0-16,-80 0 15,54 0 1,-14 13-16,-225-13 15,186 0 1,-371-978 0,330 1969-1,-449-991 1,424 0 0,-14 0-16,-331 0 15,331 0 1,-674 0-1,674 0 1,-503 14 0,503-14-1,-436 13 1,317-13 0,159 13-16,-397 0 31,291-13-16,-185 14 1,343-14 0,-224 13-1,238-13 1,13 0-16,-106 0 16,-79 13 15,185-13-31,14 0 15,-67 0 1,26 0 0,-39 0-1,80 0 1,-67 13 0,-13-13 15,26 13 0,80-13-31,0 0 16,-27 0-1,27 0-15,-27 0 32,27 0-32,0 0 15,-66 14 1,-67 12 15,106-26-15,14 0-16,-40 0 15,-14 13 17,54-13-1,0 0 0,12 0-15,-39 0-1,40 0 1,-13 0 0,12 0 15,1 0 0,0 0 0,0 0-15,-14 0 0,-12 0-1,-14 0 1,13 0-1,0 0 17,40-13-32</inkml:trace>
  <inkml:trace contextRef="#ctx0" brushRef="#br0" timeOffset="7018.9">2394 7340 0,'0'0'0,"0"-13"31,-27 39 0,27 318 1,0-251-32,0 12 15,-52 517 16,38-490-31,1-13 16,0 0-16,-14-13 16,14 0-16,-27 172 15,14-133 1,26 1 0,0-120-16,13 0 15,40-12 1,119-94 15,-119 54-31,370-67 31,278 54 1,-542 39-32,489 0 31,0 13 0,-555-13-31,-1 0 16,173 0 15,-239-13-31,1-1 31,-27-25 0,0 25-31,0-65 32,26-13-1,-26 78-31,0-12 16,0-27-1,0 27-15,0-1 16,-13-52-1,0 52-15,-14-211 32,1-132-1,52-27 0,27 120 0,-27 171-15,14-53 15,-40 27 1,-13 79-17,-14 0 1,-78-26 15,-28 52 0,-78 54 1,-265 12-1,-225 14 0,-66 0 0,370-13-15,0-14 15,357-26 0,107 13 1,-28 1-17</inkml:trace>
  <inkml:trace contextRef="#ctx0" brushRef="#br0" timeOffset="7729.3">2883 7988 0,'0'0'0,"0"-13"31,13 92 1,1-39-32,-1 171 31,-13-158-31,13 0 0</inkml:trace>
  <inkml:trace contextRef="#ctx0" brushRef="#br0" timeOffset="8063.32">2817 7988 0,'-53'-145'32,"106"290"-32,-93-436 31,54 278-31,131 26 31,67 119 0,-186-92-31,-39 132 32,-185-66-1,158-93-31,-53-26 31</inkml:trace>
  <inkml:trace contextRef="#ctx0" brushRef="#br0" timeOffset="8561.33">3439 8173 0,'0'0'0,"13"-66"15,-13 40 1,0 12-16,-13-65 16,-27 92 31,27 14-47,-53 92 15,26 26 16,40-132-15,40 14 15,65-107 1,-12-52-17,-80 119 1,0-13 15,-13 105-15,0-53-1,14 80 1,-1-93 0,0-13-16</inkml:trace>
  <inkml:trace contextRef="#ctx0" brushRef="#br0" timeOffset="8908.21">3849 7988 0,'0'0'16,"0"-40"-16,0 14 16,0 13-16,-27 13 15,-39 39 16,53-25-15,0 52 0,13-53-16,53 40 31,52 13 0,-91-53-31,-54 40 31,-106 0 1,120-53-17,13 0-15</inkml:trace>
  <inkml:trace contextRef="#ctx0" brushRef="#br0" timeOffset="9245.25">4074 7922 0,'0'0'0,"39"-40"15,-39 27-15,-39 0 32,25 26-17,-25 40 1,25-40-1,14 0-15,-13 40 16,66 27 15,-26-41-15,-14-12 0,-40 12-1,27-25-15,-79 12 31,52-26-15,14 0-16</inkml:trace>
  <inkml:trace contextRef="#ctx0" brushRef="#br0" timeOffset="9668.11">4206 7975 0,'0'13'32,"0"0"-17,0 0 1,26 14 15,14-27 0,13-53 1,-66 0-1,-67 53 0,14 106 0,66 39 1,93-79-1,-67-66-31,1 0 0</inkml:trace>
  <inkml:trace contextRef="#ctx0" brushRef="#br0" timeOffset="10265.2">4431 7948 0,'0'-39'31,"0"78"-31,0-39 31,0 27-31,0-14 16,13 119 15,-13-119-31,0 1 0,13-1 31,0-40 1,40-39-1,13 40 0,-26 79 0,0-14 1,39-25-1,-66-28-31,93-52 31,-79-39 0,-120 52 1,0 145-1,80-65-31,13 39 15,27 106 17,-14-146-32,13 14 15</inkml:trace>
  <inkml:trace contextRef="#ctx0" brushRef="#br0" timeOffset="10703.24">4999 8014 0,'-39'14'32,"78"-28"-32,-78 41 0,25-27 15,28 26 16,39-26 1,39-53-1,-52-39 0,-40 79-31,-66-27 31,39 40-31,-65 66 32,65 66-1,93-52 0,-13-67-15</inkml:trace>
  <inkml:trace contextRef="#ctx0" brushRef="#br0" timeOffset="11031.96">5158 7882 0,'0'0'0,"-13"-13"16,13-13-16,13 26 31,53 105 0,-39-12 0,-41-67 1,14-92-1,40-79 0,-13 118-31,52-26 31,-79 120-15</inkml:trace>
  <inkml:trace contextRef="#ctx0" brushRef="#br0" timeOffset="11626.24">4021 8795 0,'0'-27'0,"0"54"0,0-80 16,-14 40-16,14-14 31,14 146 0,-14 93 1,0-173-32,-14 41 31,14-67-15,27-132 15,-27 79-31,53-185 31,39-39 0,1 317 1,-27 198-1,-53-211-31,14 132 31,-27-146-31,-27 40 16</inkml:trace>
  <inkml:trace contextRef="#ctx0" brushRef="#br0" timeOffset="12196.23">4166 8914 0,'0'0'0,"13"-106"15,1 106 1,65 13 0,80 0 15,-120-13-15,41 0-1,-67 0 1,13-13-1,-26 79 17,0-39-17,0 12-15,0 67 16,0-66-16,0-14 16,0 93-1,14-92 16,-14-40-15,13-54 0,-13 41-1,-13-133 1,13 106 0,0 14-16,0-94 15,92 54 16,-79 92-15,53 93 0,-66-79-1,-26 92 1,13-93 0,-53 40-1,52-66-15</inkml:trace>
  <inkml:trace contextRef="#ctx0" brushRef="#br0" timeOffset="12640.39">4867 8887 0,'13'27'0,"-26"-54"15,26 67-15,1-14 0,-14-12 16,0 91-1,0-78-15,13-1 16,0 67 0,0-80-1,0 27 1,-26-67 15,0 14-15,13-13-16,-13-67 15,0 53 1,13 1-16,0-120 16,13 119-1,-13 1-15,39-41 16,-25 80-16,12 0 16,40 66-1,-53-39 1,-13 132 15,-13-146-31,-13 13 16,-54 1-1</inkml:trace>
  <inkml:trace contextRef="#ctx0" brushRef="#br0" timeOffset="14386.84">6309 7657 0,'0'0'0,"0"-66"31,0 53-31,0 13 32,0 185-1,0 199 0,-53 171 0,0-66 1,40-277-17,39 0 16,53-133 1,-52-79-32,132 0 31,-106-13-31,343-53 31,279 26 0,237 40 1,14 26-1,-754-12-31,423 12 31,-52-13 0,-424-26 1,-133-53-1,1 0 0,0-53 0,-40-132 1,0-133-1,27-105-15,26 396-1,0 1-15,13-133 16,-13 159-1,0-146 1,0 186 0,0-14-1,-27 40 79,1 0-78,13 0-16,-106 0 15,66 13 1,-27-13-16,-184 0 16,26 0-1,-371-13 1,451 13-1,-543 0 1,529 0 0,-450 13-1,490-13 1,-291 13 0,119-13 15,264 0-16,13 0-15,-25 0 16,38 0 0,1 0-1,-13 0 1,-1 0 0,-65 0-1,65 0-15,-105 0 31,119 0-15,-1 0-16,-25 14 31,26-1 1,13 0 30,0 0-31</inkml:trace>
  <inkml:trace contextRef="#ctx0" brushRef="#br0" timeOffset="14686.4">7049 8041 0,'0'-13'15,"0"52"17,0-12-17,0-1-15,0 106 16,0 14 0,0-40-1</inkml:trace>
  <inkml:trace contextRef="#ctx0" brushRef="#br0" timeOffset="15079.35">6586 8173 0,'0'0'0,"-26"-66"15,26 26-15,106-52 32,-53 79-17,158 13 1,27 145 15,-185 80 0,-198-40 1,92-172-32,0 14 0,0-27 15,-159-27 17,186 1-32,0-1 15</inkml:trace>
  <inkml:trace contextRef="#ctx0" brushRef="#br0" timeOffset="15585.47">7182 8226 0,'0'0'0,"13"-13"32,79 26-1,1 80 0,-80-14 0,-26-39 1,13-80-1,26-66 0,-12 80-31,65-40 31,-66 52-31,67 41 32,-41 39-17,-12 27 32,-27-67-47,13 40 16</inkml:trace>
  <inkml:trace contextRef="#ctx0" brushRef="#br0" timeOffset="15775.6">7512 7935 0,'0'0'0,"-26"0"16,26 13 0,13 1-1</inkml:trace>
  <inkml:trace contextRef="#ctx0" brushRef="#br0" timeOffset="16125.22">7697 8173 0,'0'0'0,"14"27"32,25 52-1,-26-53-16,27 67 1,-40-80 0,13 0-16,-13 1 15,14-14 1,-14-14-16,26-25 16,-13-14-1,40-79 1,-40 105-1,14-39 1,-14 66 0</inkml:trace>
  <inkml:trace contextRef="#ctx0" brushRef="#br0" timeOffset="16561.18">8187 8266 0,'0'0'15,"-14"-14"1,28 1 46,-1 13-46,27-26 0,-40 13-1,26-27 1,-26 27 0,0-14-16,-93-26 31,67 53-16,13 14-15,-40 38 16,26-12 0,27 53-1,14-80 1,52 40 0,-40-53-1</inkml:trace>
  <inkml:trace contextRef="#ctx0" brushRef="#br0" timeOffset="16918.18">8412 8041 0,'0'0'0,"0"-13"16,0-1-16,13 67 31,0 0-16,0-26 1,14 65 0,-14-79-16,-13 14 15,13 13 1,-26-80 15,13 27-15,0-14-16,13-65 15,0 52 1,53-92 0,27 105 15,-80 41-31</inkml:trace>
  <inkml:trace contextRef="#ctx0" brushRef="#br0" timeOffset="17386.83">8861 8702 0,'0'0'15,"-39"40"1,39-27-1,-40 53 1,-13 27 15,27-40 1,26-67-1,52-171 0,67-92 0,-13 105 1,-93 172-32,54 132 31,-54-79-31,27 224 31,-27-118 0</inkml:trace>
  <inkml:trace contextRef="#ctx0" brushRef="#br0" timeOffset="17957.13">8874 8729 0,'0'-14'16,"0"28"-16,27-67 15,-1 39 1,80-12 0,-79 13-16,12 13 15,107-13 16,-133 13-15,0 0-16,40 119 31,-40-80-15,14 133 0,-27-92-1,0 65 16,-13-171 1,-1-93-1,14 79-31,0 0 16,27-105-1,-14 92-15,0 13 16,53-105-1,-39 131 1,39 41 0,-53 132 15,-26-120-15,0-12-16,-27 52 15,0-26 1</inkml:trace>
  <inkml:trace contextRef="#ctx0" brushRef="#br0" timeOffset="18438.48">9721 8781 0,'0'0'0,"0"40"31,0 66 0,0-80-31,0 1 16,13 52 0,-13-52-16,0-1 15,0 1 1,-13-67 15,13 27-15,0-14-16,-27-79 15,27 67 1,-13-14-16,13-106 16,66-39 15,-39 185-31,52 79 31,-26 145 0,-53-184-15,-79 65 0,52-79-16,-12 1 15</inkml:trace>
  <inkml:trace contextRef="#ctx0" brushRef="#br0" timeOffset="20184.16">2420 10990 0,'0'0'0,"-39"-26"16,12 26-16,14 26 16,0 159 15,13-119-31,0 14 16,0 316-1,-13 186 16,-1-463-15,14-13-16,-26 198 16,-1 14 15,94-173 0,-54-132-31,13 1 16,54-14-1,-41 0-15,1-14 16,185-12 0,304 39 15,251 53 0,93 27 0,-159-54 1,-608-39-32,-13 14 15,105-14 1,-145 0-16,-27 0 16,27 0-1,-106-53 16,14 13-15,-1-26 0,13-146 15,41-171 0,12-265 0,27 185 1,-26 146-1,-27 277-31,-27-79 31,14 66 0,0 40 1,-27 13-1,-172-13 0,-303-14 0,-477 14 1,211 13-1,305 0 0,423 0-31,0 0 16,-39 0 15,79 13 0,-14 27 1</inkml:trace>
  <inkml:trace contextRef="#ctx0" brushRef="#br0" timeOffset="21058.37">2301 11056 0,'0'-13'31,"0"26"-31,225-13 31,212 40 0,-133-14 1,-278-26-32,-13 0 0</inkml:trace>
  <inkml:trace contextRef="#ctx0" brushRef="#br0" timeOffset="21726.61">2698 12141 0,'0'-14'0,"0"28"0,0-54 32,0 53-1,0 27 0,0-27-31,13-26 47,53-106-16,-52 92-31,12-171 32,-13 132-32,-13-185 15,-13 211 1,-40-26-1,0 264 32,40-145-47,39 172 32,-12-172-32,78 79 15,-65-119 1,-1-13-16</inkml:trace>
  <inkml:trace contextRef="#ctx0" brushRef="#br0" timeOffset="22060.28">3108 11810 0,'0'0'0,"-13"-66"16,13 53-16,-40 52 31,27 54 0,13-67-15,40 27-1,-40-40 1,66-13 0,-40 0-1,40-66 1,-66 40-1,0-67 1,-13 80-16,-66-13 31,65 26-15,-12 0-16,-27 66 16</inkml:trace>
  <inkml:trace contextRef="#ctx0" brushRef="#br0" timeOffset="22341.54">3730 11770 0,'13'-13'15,"-26"26"-15,26-79 16,-26 53-1,-67 13 1,54 13 0,-67 93-1,80-66 1,13 79 0,13-93-16,120 14 31,-54-40-16</inkml:trace>
  <inkml:trace contextRef="#ctx0" brushRef="#br0" timeOffset="22995.23">4060 11889 0,'0'-13'0,"0"26"0,0-92 16,0 66-16,0-14 15,-26-12 1,26 25-16,-40-25 15,27 39 1,-53 53 0,53-27-1,-14-13-15,-39 80 16,66-80 0,26 27-1,1-27 1,79-26-1,-80-1 1,54-25 0,-67 12-1,-13-12 1,-13 25 0,-14 1-1,14 53 1,-14 26-1,27-40 1,0-12-16,14 25 16,52-39 15,-40 0-15,80-66-1,-80 40 1,1-1-16,26-78 15,-53 52 1,0 0-16,-13-119 16,-1 132-1,-25 14 1,39 39 0,-27 159-1,27-119 1,0 0-16,13 92 15,-13-92 1,0-27-16,14 14 0</inkml:trace>
  <inkml:trace contextRef="#ctx0" brushRef="#br0" timeOffset="23355.35">4232 11731 0,'40'0'15,"105"-27"17,-118 27-32,13-13 0,79-14 31,-93 1 0,-39 39 0,0-13-15,13 13-16,-14 54 16,-12 78 15,26-132-31,0 14 15,0-1-15</inkml:trace>
  <inkml:trace contextRef="#ctx0" brushRef="#br0" timeOffset="23507.17">4550 11373 0,'0'0'0,"-40"0"16</inkml:trace>
  <inkml:trace contextRef="#ctx0" brushRef="#br0" timeOffset="24353.95">4920 11651 0,'0'13'16,"-13"1"15,-40 65 0,40-53-31,13 80 32,92-40-1,54-132 0,-67-66 0,-132-13 1,-53 105-1,93 53-31,-40 66 31,66-26 0,1-53-31,12 0 16,27 0 0,-27 0-16,80-26 31,13-14 0,-53 53 0,-52 1-31,-14-1 16,0 119 15,0-119-31,0 1 16,0-1 15,39-66 0,14-53 1,-53 93-32,27-14 31,-27 160 0,13-14 0,-13-106-31</inkml:trace>
  <inkml:trace contextRef="#ctx0" brushRef="#br0" timeOffset="25162.2">3769 12683 0,'0'0'0,"14"-53"15,-14 40 1,0-1-1,0 28 1,-14 78 0,1-52-1,-13 105 1,-14-52 15,40-80-15,0-26-1,40-133 17,-14 94-17,53-200 1,-52 186 0,79-119-1,-80 172 1,1 13-16,26 92 15,-40-39 1,40 251 0,-53-237-1,13 91 1</inkml:trace>
  <inkml:trace contextRef="#ctx0" brushRef="#br0" timeOffset="25750.6">3941 12630 0,'0'0'0,"53"-13"16,-26 13-16,-1 0 15,80 0 1,-66 0-16,131-27 31,-144 14-15,26 0-1,-53 39 17,0 1-17,0 92 1,-13-40-1,13 53 1,0-119 0,-14 40-1,1-79 17,0 13-17,0-106 1,13 79-1,0 0-15,13-92 16,0 79 0,0 0-16,54-53 15,-1 67 1,-13 78 0,-40-12-1,-26 105 1,-14-53-1,1-52-15,-67 66 32</inkml:trace>
  <inkml:trace contextRef="#ctx0" brushRef="#br0" timeOffset="26016.57">4907 12498 0,'0'0'0,"13"13"15,13 40 1,-12-14 0,-1 67-1,-13 132 16,-13-211-31,-1 12 16</inkml:trace>
  <inkml:trace contextRef="#ctx0" brushRef="#br0" timeOffset="27918.22">6705 11413 0,'0'-26'16,"0"52"-16,0-79 31,0 66-31,0 14 0,27 118 31,13 358 1,-40-384-32,-14 383 31,-78 94 0,-1-226 0,67-185 1,145-172-1,198-132 0,265 27 0,529 105 1,79 40-1,-26-40 0,-436-26 0,-543-14 1,-185 14-32,-80-27 31,-12-26 0,79-53-15,26-132 15,-26 172-15,-14-278-1,14 264 1,0-357-1,0 345 1,-27-266 0,13 292-1,-39-252 1,13 146 31,27 106-16,26 52 0,0 14-15,-13 0 15,-40 0 0,40 0-15,-146-1 0,80 1-1,-345 0 1,279 13 0,-675-13-1,-93 26 16,106 13 1,662-12-17,-291 25 1,356-39 0,-171 40-1,211-40 1,14 13-16,-54 0 15,67-13 1,0 14 0,-13-1 15,-41 13 0,54-13-15,0 1-1,13-1 1,0 13 0,-13-12-1,-14 65 1,14-66-16,-13 93 31,12-40-15,14 53-1,-13-92 1,0 65 0,13-79-1,-13 27 1</inkml:trace>
  <inkml:trace contextRef="#ctx0" brushRef="#br0" timeOffset="28648.04">7301 11863 0,'0'-13'0,"0"26"0,0-40 15,13 14-15,40 26 31,-40 40-15,0 79 0,-13 54-1</inkml:trace>
  <inkml:trace contextRef="#ctx0" brushRef="#br0" timeOffset="28983.11">7354 11770 0,'13'-304'31,"-26"608"-31,184-753 31,-131 449-31,0 26 16,79 67 0,-66 158 15,-199-66 0,120-172-31,-27 0 16,-79 14-1,118-40-15</inkml:trace>
  <inkml:trace contextRef="#ctx0" brushRef="#br0" timeOffset="30186.15">7935 11995 0,'40'-13'16,"-80"26"-16,133-106 31,-93 80-31,13-53 31,-26 40-15,-40 52-1,0 27 1,27-13-16,-54 118 31,67-131-15,26 26 0,1-40-1,65-26 1,-39 0-1,-27-1-15,53-52 16,-40 40 0,-12-1-16,-1-52 15,0 52 1,-13 14-16,-13 53 31,13-14-15,-13 1-16,13 52 15,0-66 1,0 14-16,26 13 16,1-40-1,-14 0-15,13-14 0,54-39 32,-54 27-17,-13-1-15,1 1 0,12-53 16,-26 52-1,0-12 1,-26 91 15,26-38-15,0 12-16,0 27 16,0-40-1,13 0-15,13 27 16,-13-27-1,54-13 1,-54 0 0,53-13-1,-53 13 1,0 0-16,1 0 16,-14-13 15,0 0-16,13-1-15,-13-12 32,0 13-17,0 0 1,-13-1 15,13 1-15,0 0-1,0 0 1,13-1 0,-13 1-1,0 0 1,-13 13 15,13 13-31,-27 159 31,14 146 1,13-266-17,-13 160 1,-1-172 0,14-27-16</inkml:trace>
  <inkml:trace contextRef="#ctx0" brushRef="#br0" timeOffset="31079.29">8769 11902 0,'-14'-13'16,"28"26"15,-14 1-15,13-1-16,0 53 15,-13-26 1,13-14-16,-13 54 16,0-54-1,0-13-15,0 27 16,0-27-1,14-53 1,-14 27 0,39-93-1,-26 67 1,1-1-16,65-105 31,-53 131-15,14 80-1,-53 93 17,13-132-17,0 39 1,0-53-16,13-39 31,0 12-15,40-65-1,40-40 17,-67 92-17,27 120 17,-53-67-17,13 54 1,14-27-1,52-40 17,-52-13-32,-1-13 15,54-27 1,-67 14-16,13-1 16,-26-145 15,-13 146-31,0 26 15,-93 79 17,66 40-1,93-66 0,13-53-15</inkml:trace>
  <inkml:trace contextRef="#ctx0" brushRef="#br0" timeOffset="31702.57">9668 11731 0,'13'66'31,"14"92"1,-27-144-17,13 25 1,13-39 15,14-53 0,-27 53-31,-13-13 16,40 26 15,-14 40 1,-12-26-1,-1-27-16,53-40 1,-40 14 0,41-93-1,-28 39 1,-26-277 15,-13 317-15,-52 107 15,52-1-15,-14 132-1,14-119-15,53 226 32</inkml:trace>
  <inkml:trace contextRef="#ctx0" brushRef="#br0" timeOffset="31841.27">10012 11929 0,'0'0'0,"40"-106"16,105 27 15,27 118 0</inkml:trace>
  <inkml:trace contextRef="#ctx0" brushRef="#br0" timeOffset="32418.14">9351 12722 0,'0'0'0,"52"-79"16,-12-14-1,-93 173 17,27-27-17,-80 172 1,66 13 15,120-146 0,-41-92-31,-12-13 16,184-159 15,-184 132-31,-14 1 16,27-94 0,-27 67 15,-92 238 0,65-119-31,1 0 16,-26 172 15,65-199-31</inkml:trace>
  <inkml:trace contextRef="#ctx0" brushRef="#br0" timeOffset="32632.15">9893 12683 0,'0'0'0,"13"-40"0,-13 40 32,-13 40-32,0-1 15,-40 133 1,-27 106 15,67-146-15</inkml:trace>
  <inkml:trace contextRef="#ctx0" brushRef="#br0" timeOffset="33245.48">10078 12921 0,'0'0'32,"40"-66"-32,-93 132 31,-13 79 0,52-52 0,28-80-31,52-26 32,-53 0-32,13-1 15,133-144 17,-119 105-17,-14 40 1,-26 26-16,-26 106 31,-1 66 0,27-172-31,14 0 16,105-39 15,66-93 0,-106 40 1,-66 65-1,1 1 0,-41-79 0,-13 52-15,-26 0 0</inkml:trace>
  <inkml:trace contextRef="#ctx0" brushRef="#br0" timeOffset="40262.29">3571 14415 0,'0'13'31,"0"1"1,0-28 93,0 41-32,-13 79-61,13-67-17,-27 160 1,14 105 15,0-212-15,0 27-1,13 0 17,0-105-17,0 12 1,0-13 15,13-13 0,0 0 1,13 0-1,-12 0-31,105 0 31,251-26 0,199 13 1,145-1-1,80 1 0,-27 26 0,-622 1-31,516 12 32,-65-13-1,-266-13-15,107-13 15,-173 13 0,-171-13 0,-80 13 1,-26-13 61,-27-27-61,27 27-32,-27-80 31,0-118 0,40 158-31,-13-159 31,-13 1 1,26 171-1,-13 27 0,-27 39-15</inkml:trace>
  <inkml:trace contextRef="#ctx0" brushRef="#br0" timeOffset="40936.76">4841 14772 0,'-14'-39'32,"28"78"-32,-28-65 31,41 118 0,-27 107 0,0-27 1,0-146-32</inkml:trace>
  <inkml:trace contextRef="#ctx0" brushRef="#br0" timeOffset="41341.01">5145 14812 0,'0'0'31,"-40"40"0,40-27-31,-13 106 31,26 13 1,40-106-1,53-105 0,-93 53-31,27-93 16,-40 92-1,-40-39 1,27 66 0,-14-13-16,-26 26 31,40-13-31,0 13 15</inkml:trace>
  <inkml:trace contextRef="#ctx0" brushRef="#br0" timeOffset="41762.07">5608 14812 0,'0'0'0,"-14"-13"32,-25 26-17,26 0 1,-1 0-16,14 1 0,-13 12 16,13-13-16,-13 14 15,13 12-15,13 54 31,40-14 1,-40-79-32,40-13 31,-40 0-31,40-93 16,-39 80-1,-14-14-15,0 13 0,0-25 16,-14 25-16,-25 1 31,-14 26-15</inkml:trace>
  <inkml:trace contextRef="#ctx0" brushRef="#br0" timeOffset="42246.38">6044 14812 0,'-40'-27'31,"80"54"-16,-93-54 1,53 41 0,0-1-16,-26 53 15,26-40 1,0 1-16,-13 65 16,79 41 15,-53-133-16,132-27 17,-131 14-32,12-13 15,14-107 1,-40 94 0,-53-80-1,-53 66 16,93 53-15,0 0-16,-1 13 16</inkml:trace>
  <inkml:trace contextRef="#ctx0" brushRef="#br0" timeOffset="42760.03">6811 14772 0,'0'0'0,"-53"-26"16,40 13-1,-40 26 1,40-13-1,-13 79 1,12-52-16,14-1 16,-13 80-1,13-80 1,40 54 0,-27-67-1,66-13 1,-52-13-1,52-80 1,-66 67-16,-13-14 16,14-53-1,-14 67-15,0-1 32,0 54-17,0-1-15,-14 67 16,14-53-1,0 92 1,14-106-16,-14-13 16</inkml:trace>
  <inkml:trace contextRef="#ctx0" brushRef="#br0" timeOffset="43521.1">7049 14799 0,'0'0'0,"0"39"31,0-25-15,0 12-16,0 106 31,0-92-16,0 0 1,0-67 15,0 14-15,0-93 0,40-79 15,-27 159-16,80-54 1,-67 80-16,1 0 16,65 40-1,-78-27 1,-1 40 0,-13-40-1,-53 40 1,40-53-1,-67 27 1,54-27 0,13 0 15,26 0-15,66 13-1,-52 0 1,52 53-1,-66-13 1,-39 79 15,13-119-15,-67 14 0,14-80 15,40 13-16,-1-26 1,-26 79 15</inkml:trace>
  <inkml:trace contextRef="#ctx0" brushRef="#br0" timeOffset="52245.46">10263 15539 0,'0'-26'16,"53"-887"15,-53 1932-15,0-900 0,0-80-1,0 107 1,0-120-1,0 1-15,0-1 16,13 14-16</inkml:trace>
  <inkml:trace contextRef="#ctx0" brushRef="#br0" timeOffset="52701.14">10647 15632 0,'0'0'0,"-14"13"16,14 0 0,-13 67-1,0-54 1,13 93-1,13-92 1,27 39 0,-27-53-1,0 0-15,14-13 16,65-53 0,-65 27-1,26-93 1,-53 92-16,-27-79 31,14 80-15,-13 13-16,-40 13 15,-27 53 17,93-40-17,0 0-15</inkml:trace>
  <inkml:trace contextRef="#ctx0" brushRef="#br0" timeOffset="53130.96">11176 15698 0,'0'0'0,"13"-13"16,13-27-1,-26 27 1,-13 13 0,0 13-16,0 0 15,-40 67 1,40-54 0,-1 80-1,14-80 1,53 40-1,-26-66 1,79 0 0,-27-92 15,-79 39-15,-27-40-1,-78-26 16,78 119-15,-26 27 0</inkml:trace>
  <inkml:trace contextRef="#ctx0" brushRef="#br0" timeOffset="53558.08">11705 15671 0,'0'-13'16,"0"26"-16,0-39 16,-53 39 15,0 106 0,79-13 0,80-66 1,-79-40-32,-1 0 15,106-106 16,-132 79-15,-79-118 15,53 132-31,-80 26 32,93 0-32,-1 0 0</inkml:trace>
  <inkml:trace contextRef="#ctx0" brushRef="#br0" timeOffset="54084.13">12194 15790 0,'0'0'0,"0"27"47,0 92-16,0-93-31,0 93 31,-13-26 0,0-119 1,-14-93-1,-12-120 0,91 54 0,-25 172-31,79 13 32,-14 119-1,-171-13 0,-14-53-15</inkml:trace>
  <inkml:trace contextRef="#ctx0" brushRef="#br0" timeOffset="54616.61">12683 15804 0,'0'0'16,"14"-14"-16,-14-52 31,0 27-15,0 12-16,-14-26 31,-65 93 0,0 79 1,66-26-1,26-80-31,66 0 31,0-79 0,-26-27 1,-26 40-1,-1 146 0,1 0 0,26-67-15</inkml:trace>
  <inkml:trace contextRef="#ctx0" brushRef="#br0" timeOffset="54871.11">12895 15579 0,'0'0'0,"13"26"32,1-12-32,38 91 31,28 1 0,-80-93-31,13 1 0,0-1 31</inkml:trace>
  <inkml:trace contextRef="#ctx0" brushRef="#br0" timeOffset="55055.54">13054 15619 0,'0'0'0,"-53"13"31,40 0-31,-1 0 0,-52 93 32,0 0-1,40-40-15</inkml:trace>
  <inkml:trace contextRef="#ctx0" brushRef="#br0" timeOffset="55683.88">13517 15632 0,'-27'0'16,"54"0"-16,-41-13 31,28 13-31,91-14 32,-25 14-17</inkml:trace>
  <inkml:trace contextRef="#ctx0" brushRef="#br0" timeOffset="55864.09">13424 15790 0,'0'14'31,"0"-28"-31,146 14 31,-107-13-31,54 13 16</inkml:trace>
  <inkml:trace contextRef="#ctx0" brushRef="#br0" timeOffset="56704.31">14284 15566 0,'0'-14'15,"0"28"-15,53-107 32,-27 67-32,40-80 31,-105-26 0,-133 171 0,39 120 1,133-133-32,67 107 31,184 25 0,-145-65 0,-199-14 1,-105-52-1,79-67 0,105 27-31,1-53 16</inkml:trace>
  <inkml:trace contextRef="#ctx0" brushRef="#br0" timeOffset="57210.03">14760 15790 0,'-27'0'32,"-25"-13"-1,78 26 16,27 14-16,39-54 0,-25-25 1,-67 38-32,-14-52 31,-39 27-16,-26 25 1,-40 94 15,106-54-31,0 93 32,26-92-32,0-1 0,0-13 15,106 53 1</inkml:trace>
  <inkml:trace contextRef="#ctx0" brushRef="#br0" timeOffset="57646.47">15130 15685 0,'0'0'15,"0"-14"-15,0 1 0,0-40 31,-26 53 1,-40 80-1,39 25 0,93-38 0,-39-67-31,79-14 32,-67-91-1,-39 25 0,13 93 0,-13 14-31,0 52 32,40 27-17</inkml:trace>
  <inkml:trace contextRef="#ctx0" brushRef="#br0" timeOffset="57970.23">15408 15645 0,'26'-53'32,"-52"106"-32,105-40 31,-65 14-31,-1-1 0,13 40 15,-13-39 1,-26 26 0,-26-67 31,25-78-32,14 65 1,14-39-1</inkml:trace>
  <inkml:trace contextRef="#ctx0" brushRef="#br0" timeOffset="58353.1">15924 15671 0,'0'0'16,"13"0"-16,-13-13 16,-13 0-1,-14-13 1,14 26 0,-53-14-1,53 28-15,-80 91 31,93-78-15,0 65 0,13-78-1,67 25 1,-54-39 0,93-39-1,-92 25 1,-1-12-16</inkml:trace>
  <inkml:trace contextRef="#ctx0" brushRef="#br0" timeOffset="58672.2">16069 15447 0,'0'-40'0,"0"80"0,0-106 16,-13 39-16,13 14 16,0 26-1,0 159 1,0-119-1,13 92 1,-13-105 0,13 39-1,-13-65 1,27-14 0,-27-14-1,13 1-15,27-53 16,-14 53-16,54-27 31,-27 119 0,-40-52-15,0 39 0</inkml:trace>
  <inkml:trace contextRef="#ctx0" brushRef="#br0" timeOffset="59348.41">16916 15738 0,'0'0'16,"0"-14"-16,0 1 0,0-40 16,0-26 15,-53 105 0,40-12-15,-54 105-1,54-93 1,40 106 15,-1-105-31,120 12 31,-107-39-31</inkml:trace>
  <inkml:trace contextRef="#ctx0" brushRef="#br0" timeOffset="60215.36">17246 15711 0,'0'-26'16,"0"52"-16,-39-132 15,25 93 1,1 13-16,-26 13 15,25 1 1,-39 78 15,40 27 1,79-79-1,40-67-16,-93 1 1,14-53 15,-14 26 1,-13 145-1,53-12 0,26-67 0,27-106 1,-53-92-1,-66 66 0,-27 172 0,14 92 1,26-118-32,0 79 31,13-93-31,0 27 31,0-67 0,1 14-31,52-66 32,-40 65-32,106-12 31,27 132 0,-132-80-31,-1 67 16,-172-80 31,-92-66-16,186 40-31,12-14 0</inkml:trace>
  <inkml:trace contextRef="#ctx0" brushRef="#br0" timeOffset="64748.66">10858 16346 0,'0'0'0,"-13"0"31,40 0 32,12-13-47,-12 13-16,158-14 31,-79 14 0,-93 14-31</inkml:trace>
  <inkml:trace contextRef="#ctx0" brushRef="#br0" timeOffset="65365.51">10938 16346 0,'0'-13'0,"0"26"0,39-40 32,-25 67-1,-14 119 0,13-93-15,-13 53 15,0-106-31,0 14 31,26-67 0,14-39 1,26 26-1,-53 53-31,80 53 31,-53 79 0,-27-26 1,-79-40-1,39-53-31,-105 0 31,105-26-31,-65-27 31,65 27-31,14-27 16</inkml:trace>
  <inkml:trace contextRef="#ctx0" brushRef="#br0" timeOffset="65828.5">11546 16729 0,'0'0'0,"-53"-39"32,40 26-32,0 13 15,-14 39 16,14 54 1,26-14-1,0-79-31,80 27 31,26-80 0,-92-53 1,-133 13-1,79 80-31,-65 13 31,78 13-31,1 14 16</inkml:trace>
  <inkml:trace contextRef="#ctx0" brushRef="#br0" timeOffset="66248.39">11877 16743 0,'13'-14'16,"-26"28"-16,39-54 31,-39 53 0,-14 67 1,27-67-32,27 66 15,-14-79 1,67 40-1,-54-40 1,67-40 0,-80-66 15,-26 80-15,-54-53-1,41 65 1,-40 14 15,53 0-31,-1 27 16</inkml:trace>
  <inkml:trace contextRef="#ctx0" brushRef="#br0" timeOffset="66800.1">12432 16769 0,'0'13'15,"0"14"17,0-14-17,0 13-15,0 41 16,0-41-16,-13 106 31,13-66 0,0-52-15,0-28 0,0 1-1,-13-79 1,13 65-1,-13-145 1,13 119-16,26-105 31,-13 131-15,106 1 0,-13 105 15,-106-52-16,-13 52 1,-14-66 0,-78 27-1,91-27 1,-52 0 0</inkml:trace>
  <inkml:trace contextRef="#ctx0" brushRef="#br0" timeOffset="67306.37">12802 16703 0,'0'0'0,"14"-13"0,-1 0 15,0-27 1,-66 27 31,40 13-47,-53 53 15,66-40 1,-13 79 0,13-78-1,0 12-15,13 27 16,40-40 15,-40-26-15,27-40-1,-40 40 1,13 0-16,0-54 16,0 54-1,1-26 1,-1 39-1,27 79 1,-27-53 0,40 107-1,-40-120 1,0 0-16,14 0 16</inkml:trace>
  <inkml:trace contextRef="#ctx0" brushRef="#br0" timeOffset="67545.36">13080 16703 0,'0'0'0,"-13"-13"0,0-14 16,26 27-1,0 14-15,0-1 16,93 79-1,-53-39 1,-40-26-16,1-1 16,25 27-1,-25-53-15,-14 13 32</inkml:trace>
  <inkml:trace contextRef="#ctx0" brushRef="#br0" timeOffset="67749.92">13239 16650 0,'0'0'0,"0"-13"15,-27 39 1,-12 93 15,26-79-31,-1 0 16,1 39-1,13-53-15,13 54 32</inkml:trace>
  <inkml:trace contextRef="#ctx0" brushRef="#br0" timeOffset="68060.25">13702 16716 0,'0'0'16,"-13"0"-16,26-26 16,0 26-1,80-13 1,-67 13 0,1 0-16,-1 13 0</inkml:trace>
  <inkml:trace contextRef="#ctx0" brushRef="#br0" timeOffset="68210.03">13715 16822 0,'0'0'0,"-26"0"0,12 13 16,81-13 15,25 0-15</inkml:trace>
  <inkml:trace contextRef="#ctx0" brushRef="#br0" timeOffset="73043.14">14323 16518 0,'0'-40'15,"14"40"1,-1-13 0,0 39 15,-13-12-16,40 144 1,-40-118 0,13 13-16,13 79 15,-12-92-15,-14 26 16</inkml:trace>
  <inkml:trace contextRef="#ctx0" brushRef="#br0" timeOffset="73590.84">14112 16663 0,'0'-53'15,"0"40"1,26-79-1,-12 65 1,52-79 0,-40 80-1,120 13 1,-94 26 0,-12 13-16,159 93 15,-160-79 1,67 106-1,-106-107 1,-53 80 0,13-92-1,-145 39 1,132-53 0,14 0-16,-80-13 15,105 0-15,-12-53 31</inkml:trace>
  <inkml:trace contextRef="#ctx0" brushRef="#br0" timeOffset="74134.39">14905 16637 0,'0'0'0,"-13"-13"16,26-1-1,1 1 1,65 13 0,-53 13-1,-12-13-15,39 53 16,-40-39-16,-13 65 31,-27-53-15,-26 14-1,40-40 1,-13-26 0,26 12-1,0 1-15,39-27 16,-25 27-1,39-40 1,-40 53 0,0-13-16,0 13 0</inkml:trace>
  <inkml:trace contextRef="#ctx0" brushRef="#br0" timeOffset="74356.61">15262 16637 0,'0'0'0,"0"-13"32,27 39-1,-27 1-15,26 52-1,-26-53 1,0 40-1</inkml:trace>
  <inkml:trace contextRef="#ctx0" brushRef="#br0" timeOffset="74516.42">15262 16333 0,'0'0'0,"-13"26"31</inkml:trace>
  <inkml:trace contextRef="#ctx0" brushRef="#br0" timeOffset="74934.28">15342 16610 0,'0'0'0,"13"14"16,-13-1-1,27 40 1,-14-27-1,26 54 1,-25-67-16,-1 0 16,13 13-1,27-52 17,-53 13-17,13 0-15,1-14 16,25-79-1,-39 80-15,14-1 16,-14-25 0,0 91 15,0-26-15,0 1-16,0-1 0</inkml:trace>
  <inkml:trace contextRef="#ctx0" brushRef="#br0" timeOffset="75384.64">15765 16703 0,'0'0'0,"13"13"46,40 0-14,13 1-1,-39-28-15,-1-12-1,-26-40 16,0 53-15,-66-14 0,40 27-1,-27 80 17,53-67-32,53 106 31,0-80-16,-27-25-15,93 12 32,-93-26-32</inkml:trace>
  <inkml:trace contextRef="#ctx0" brushRef="#br0" timeOffset="75763.44">16109 16624 0,'-13'-14'0,"26"28"0,-26-41 16,-1 14 0,134 53 15,-94-27-31,40 66 31,-39-13 0,-41-52-31,1-14 16,-27 0 0,14-53 15,92-80 0,-39 107-31,-1 0 16,80-14-1,-53 119 17,-53-66-32</inkml:trace>
  <inkml:trace contextRef="#ctx0" brushRef="#br0" timeOffset="78052.06">16902 16663 0,'0'0'16,"0"-13"-16,0 0 0,0-14 15,0 14 1,0-13 0,14 26-1,-14 13-15,0 40 16,0-27-1,0 14-15,0 79 16,0-13 15,0-93-15,0 0 0,0-52 15,0 12-16,0 1-15,0-80 16,0 66-16,13 1 16,13-107-1,-12 93 1,12 27-16,53-27 16,-65 66-1,52 119 1,-66-92-1,39 119 1,-39-133 0,14 14-16,-14 26 15,0-53 1,0 0-16</inkml:trace>
  <inkml:trace contextRef="#ctx0" brushRef="#br0" timeOffset="78241.33">16902 16637 0,'27'0'16,"-1"0"0,120 26-1,-106-26 1,12 0-16,-12 14 15,92-28 1</inkml:trace>
  <inkml:trace contextRef="#ctx0" brushRef="#br0" timeOffset="78700.3">17392 16610 0,'0'0'0,"-13"-13"16,-14 0-1,27 79 16,0-39-15,27 92 0,-27-67-1,13 28 1,-13-67 0,0 0-16,13 14 15,-13-41 16,0 1-15,0-79 0,0 52-1,0 0-15,13-79 16,1 53 0,25 0-1,-12 53 1,52 79 15,-66-13-15,-26 13-1,0-53 1,0 14-16,-27 12 16,27-39-16,-1 14 15,1-14-15</inkml:trace>
  <inkml:trace contextRef="#ctx0" brushRef="#br0" timeOffset="79207.28">17630 16637 0,'0'0'0,"40"0"15,-1 53 16,-26-27-15,1 1-16,12 65 31,-26-65-15,0 26 0,0-27 15,-13-26-16,13-40 1,0 27-16,-13-79 31,13 52-31,-14 13 16,14-78 0,0 78-16,67-79 31,-41 93-16,0 13-15,14 27 16,26 52 15,-92 0 1,-159-39-1</inkml:trace>
  <inkml:trace contextRef="#ctx0" brushRef="#br0" timeOffset="84721.03">11057 17523 0,'0'0'0,"13"-13"32,0-1-1,0 1 0,1 0 0,-14 0 1,13 0-1,-13-1-16,13 14 1,-13 27 62,0-14-62,-13 53-1,13-39 1,13 65 0,0-65-1,14 12 1,-14-39 0,40 0-1,-40 0 1,40-13-1,-40 0 1,27-53 0,-40 52-16,13-78 31,-13 79-15,-13-27-1,0 66 16,13 1-15,0 105 0,0-92-1,13 105 1,-13-118 0,0 79-1,0-93 1,0 0-16,13 13 15</inkml:trace>
  <inkml:trace contextRef="#ctx0" brushRef="#br0" timeOffset="85484.05">11744 17748 0,'0'0'0,"0"-27"15,0 14 1,-13-13 0,-26 65 15,25 1-16,1 53 1,13-67 0,40 27-1,-27-40 1,0-13-16,40 0 16,-40 0-16,53-26 31,-66-1-16,0-26 1,-26 0 0,-80-52-1,67 52 1,12 26 0,1-52-1,26 66-15,53-40 31,-40 40-15,53 13 0,-53 0-1,0 13-15,14 40 16,-27-27 0,0 80-1,-40 13 16,40-106-15,0 0-16</inkml:trace>
  <inkml:trace contextRef="#ctx0" brushRef="#br0" timeOffset="85924.22">12168 17629 0,'0'39'31,"0"-25"-31,-14-1 16,-12 119 15,66-13 0,39-79 0,0-80 1,-52-66-1,-27 80-31,-40-106 31,-39 92 0,39 80 1</inkml:trace>
  <inkml:trace contextRef="#ctx0" brushRef="#br0" timeOffset="86484.68">12644 17787 0,'13'-13'31,"-26"26"-31,39 14 32,-13 92-1,-13 13 0,14-105-31,-14 25 31,0-38 1,0-94-1,-27-105 0,27 132-31,0-92 31,40 65 1,52 147-1,-92-41-31,0 53 31,-66-12 0,27-54-15</inkml:trace>
  <inkml:trace contextRef="#ctx0" brushRef="#br0" timeOffset="87014.47">12935 17761 0,'39'-53'32,"-78"106"-32,92-185 31,-53 118-31,0 1 16,-53 53 15,40-14-31,-40 93 31,66 0 0,40-92 1,39-67-1,-39-52 0,-26-27 0,-14 119 1,27 145-1,12-66 0,-12-52 0</inkml:trace>
  <inkml:trace contextRef="#ctx0" brushRef="#br0" timeOffset="87221.83">13305 17602 0,'40'53'31,"13"93"1,0-54-1,-40-79-16</inkml:trace>
  <inkml:trace contextRef="#ctx0" brushRef="#br0" timeOffset="87426.59">13451 17576 0,'-27'53'15,"-52"119"17,39-27-1,40-92-15</inkml:trace>
  <inkml:trace contextRef="#ctx0" brushRef="#br0" timeOffset="87761.83">13913 17642 0,'-26'-27'31,"79"1"1,-13 26-32</inkml:trace>
  <inkml:trace contextRef="#ctx0" brushRef="#br0" timeOffset="87941.96">13913 17774 0,'-13'13'16,"26"-26"-16,-39 26 0,13-13 31,119 27 1,-80-27-32,27 0 15</inkml:trace>
  <inkml:trace contextRef="#ctx0" brushRef="#br0" timeOffset="89574.03">14575 17589 0,'13'-26'31,"-26"52"-31,52-52 31,-39 52 1,0 0-1</inkml:trace>
  <inkml:trace contextRef="#ctx0" brushRef="#br0" timeOffset="89783.94">14614 17615 0</inkml:trace>
  <inkml:trace contextRef="#ctx0" brushRef="#br0" timeOffset="90786.56">14614 17602 0,'14'0'31,"-1"0"188,0 0-156,-13-13-32,0 0 16,13 13-32,1-13 17,-14-1-17,0 1 1,0-13 15,0 12 78,0 1-93,0 0 0,0 0 15,0 26 0,0 27-15,0 105-1,-14-105 1,1 158 0,13-158-1,-13 66 1,13-80 0,0 14-1,13-40-15,106-13 31,-92-1-15,12 1-16,80-13 16,-92 26-1,65-27 1</inkml:trace>
  <inkml:trace contextRef="#ctx0" brushRef="#br0" timeOffset="91228.36">15157 17774 0,'0'-13'0,"0"26"15,0-66 1,-27 93 15,27-14-15,-26 80-1,26-79 1,0 12-16,26 14 16,-13-26-1,54-1 1,-15-39-1,-38 0 1,39-67 0,-53 54-16,0-106 31,-27 79-15,14 40-16,-14-1 15,1 14-15,13 0 16,-14 53-1</inkml:trace>
  <inkml:trace contextRef="#ctx0" brushRef="#br0" timeOffset="91543.1">15567 17827 0,'13'-66'31,"-26"132"-31,13-145 16,0 66-16,-14-40 15,-25 53 17,-1 119-1,27 26 0,26-118-31,93 39 31,66-53 1</inkml:trace>
  <inkml:trace contextRef="#ctx0" brushRef="#br0" timeOffset="92208">16030 17906 0,'13'-26'0,"-26"52"0,-1-184 32,1 131-32,0 14 15,-40 0 1,-40 92 15,54 40 0,39-106-31,39 67 32,54-67-1,-80-26-31,53-53 31,-66-67 0,0 120-31,0-13 16,-13 52 15,13 80 1,0-80-32,0-12 15,27 25 1,52-39 15,14-79 0,-27-93 1,-40-53-1,-26 199-31,-13 13 31,-14 105-15,27-52-16,-13 13 15,13 79 1,0-92-16,27 92 31,-1-106-15</inkml:trace>
  <inkml:trace contextRef="#ctx0" brushRef="#br0" timeOffset="92579.24">16122 17695 0,'-13'-13'0,"26"26"15,-26-40-15,26 14 16,119 13 15,-105 0-31,13 13 16,92-13-1,-106 0 1,40-26 0,-52 13-1,-14-27 1,0 27-16,0 26 31,-14 13-15,1 94-1,13-94 1,0 0-16,13 93 31,1-119-15</inkml:trace>
  <inkml:trace contextRef="#ctx0" brushRef="#br0" timeOffset="92736.56">16559 17470 0,'0'0'15,"-14"-53"1,14 40-16,14 26 31</inkml:trace>
  <inkml:trace contextRef="#ctx0" brushRef="#br0" timeOffset="93593.73">16744 17629 0,'0'0'0,"13"0"31,-13 13 0,-26 93 1,12-80-32,14 1 15,0 39 1,14-53-16,-14 13 15,105 1 17,-78-27-32,-14 0 15,27-40 1,-27 14-16,-13-93 31,-13 92-15,-1 1-16,-52-27 31,53 53-15,0 79 15,13-65-31,0-1 16,26 13-1,-12-26-15,25-13 31,41-27 1,52-13-1,-40 53 0,-92 40-15,0 13-1,-26 13 1,0-13 15,39-66 1,-13 0-17,13-1-15,53-78 31,40 12 1,-80 94-17,1 105 17,-27-93-32,0 67 31,13-54-16</inkml:trace>
  <inkml:trace contextRef="#ctx0" brushRef="#br0" timeOffset="94073.39">17603 17695 0,'0'-27'16,"0"54"-16,14-133 15,-1 106 1,-13 26 0,13 41-1,-13 105 17,-13-159-32,13 26 31,0-65 0,40-119 0,26-67 1,-53 172-17,53-13 1,-26 186 15,-27-41-15,0 40-1,14 27 17,-14-146-32,-13 14 15,0-14-15</inkml:trace>
  <inkml:trace contextRef="#ctx0" brushRef="#br0" timeOffset="94732.96">17630 17655 0,'-27'-13'31,"54"26"-31,52-13 31,-39 0-31,132 13 31,-53-52 1,-93 12-17,1 1 1,-14 26 15,-26 106 0,0-80-31,-1 106 32,14-66-1,0-52 0,0-80 0,0 39-15,-13-198 15,13 186-31,0-1 16,79-66 15,14 172 0,-80 0-15,-52 53 15,12-92-15,-13 13-1,27-40-15</inkml:trace>
  <inkml:trace contextRef="#ctx0" brushRef="#br0" timeOffset="94997.92">18371 17470 0,'13'0'32,"-26"0"-32,65 93 31,-52-54-31,14 146 31,-28-39 0,1-120-31</inkml:trace>
  <inkml:trace contextRef="#ctx0" brushRef="#br0" timeOffset="117042.05">11480 18554 0,'0'0'0,"26"-52"31,-12 38-15,-1-12-1,13-1 17,-12 1-1,-14 52 0,-14-12-15,14 12-16,-26 53 15,26-52 1,-27 92 0,14-79-1,13-1 1,13-26-16</inkml:trace>
  <inkml:trace contextRef="#ctx0" brushRef="#br0" timeOffset="117499.07">11837 18515 0,'0'0'16,"-13"-13"-1,13 39 16,0 0-15,0 41 0,0 38 15,13-91-31,13 25 31,94-52 0,-107-13-31,13 12 16,1-105 15,-27 93-31,-53-40 32,-40 79-1,53 53 0,40-53-31</inkml:trace>
  <inkml:trace contextRef="#ctx0" brushRef="#br0" timeOffset="117903.23">12300 18554 0,'-13'-13'31,"26"26"-31,-79 14 32,26 79-1,40-14 0,13-79-31,40-13 31,80-39 1,-94-80-1,-105 13 0,53 93-31,-27 0 31,27 39-31</inkml:trace>
  <inkml:trace contextRef="#ctx0" brushRef="#br0" timeOffset="118421.24">12750 18621 0,'0'0'0,"0"39"47,13 107-16,-26-14 0,13-39 1,0-80-32,0-53 31,26-119 0,-13-52 0,40 105 1,40 119-1,-40 93 0,-53-80-31,-80 67 31,-26-67 1</inkml:trace>
  <inkml:trace contextRef="#ctx0" brushRef="#br0" timeOffset="118807.41">13252 18713 0,'13'-26'31,"-13"12"-31,0-12 0,-13 92 0,40-145 16,-27 66-16,0-54 31,-40 54 0,-39 132-15,65-92 0,-25 65-1,39-79 1,26 27-1,-13-40 1,67 0 15,-1-53 1,-66 27-32,1 13 0</inkml:trace>
  <inkml:trace contextRef="#ctx0" brushRef="#br0" timeOffset="118952.16">13345 18660 0,'13'-26'16,"-26"52"-16,79-79 31,-26 159 0,-40-79-31,26 65 32,14-13-17</inkml:trace>
  <inkml:trace contextRef="#ctx0" brushRef="#br0" timeOffset="119162.83">13649 18607 0,'26'27'31,"-26"-1"-31,14-13 0,-1 40 16,13 13 0,-26-52-1,27 25 1</inkml:trace>
  <inkml:trace contextRef="#ctx0" brushRef="#br0" timeOffset="119397.15">13781 18568 0,'0'26'0,"0"-52"0,-13 79 16,-40 79-1,40-106 1,-40 106-1,40-105 1,13-1-16,0 1 16,0-14-16</inkml:trace>
  <inkml:trace contextRef="#ctx0" brushRef="#br0" timeOffset="119646.75">14204 18660 0,'0'0'0,"-13"-13"15,26-13 1,1 26-1,12-14-15,40 14 16,-39 0 0,-1 14-16</inkml:trace>
  <inkml:trace contextRef="#ctx0" brushRef="#br0" timeOffset="119820.1">14218 18779 0,'0'0'0,"0"13"32,13-13-17,13 0-15,80 0 16,-66 0 0,-1 0-16</inkml:trace>
  <inkml:trace contextRef="#ctx0" brushRef="#br0" timeOffset="121670.07">14892 18779 0,'0'0'0,"-13"-26"16,13 13-1,0-54 1,13 54-16,27 40 31,-27-14-31,0 27 16,14 131-1,-14 54 17,-13-198-17,0-14-15,0 13 16,13-39-16</inkml:trace>
  <inkml:trace contextRef="#ctx0" brushRef="#br0" timeOffset="121909.97">14985 18740 0,'-27'-172'31,"27"145"-31,27 226 0,-54-424 16,93 185 0,1 40-1,25 40 1,14 52 15,-106-78-15,-66 65-1,0-26 1</inkml:trace>
  <inkml:trace contextRef="#ctx0" brushRef="#br0" timeOffset="122261.17">15448 18779 0,'0'0'0,"13"0"16,27-53 15,-40-39 0,-40 118 0,-39 133 1,65-133-32,1 1 15,66 105 16,40-172 1,-54 1-32</inkml:trace>
  <inkml:trace contextRef="#ctx0" brushRef="#br0" timeOffset="122919.34">15659 18647 0,'0'0'0,"0"53"31,-13-27-31,13 1 0,0-14 16,13 80 15,0-80-31,54 40 31,25-67 0,-65 1-31,26-93 32,-40 14-1,-26 145 0,-1 26 0,28-52 1,52-41-1,-53 1-31,40-27 31,-40 40-31,40-26 16,-40 79 31,14 39-16,39-65 0,-53-40-31,40-53 16,-53 39-1,13-79 1,-13 93 0,0-13-16,-26-27 15,12 53 1,1 0-16</inkml:trace>
  <inkml:trace contextRef="#ctx0" brushRef="#br0" timeOffset="124386.82">16440 18700 0,'0'-13'16,"0"26"-16,0-40 0,0 14 15,26-26 1,0 158 15,-26-93-15,0 67-1,0-80 1,0 13 0,27-65 15,-27 25-16,13 1-15,14-66 16,-14 52 0,0 1-16,40-40 15,-27 53 1,1 52 0,-27-12-1,0 65 1,0-79-1,0 1-15,0 12 16,0-13 0,26-26-1,-12 0 1,52-27 0,-40 27-1,40-27 1,-39 80 15,-27-14-15,0 27-1,0-39 1,26-1 0,40-53 15,-52 27-16,38-66 1,-38 52 0,-14-79-1,-14 93 1,1 13-16,-66 40 16,39 66 15,40-93-16,53 40 1,-26-53 0,65 13-1,-65-13 1,25-79 0,-25-80 15,-27 132-16,0 1-15,40 13 16,-40 26 0,26 80-1,-26-67 1,0 67 0,0-67-16,0 0 31,13-26-16,27 0 1,53-26 15,-54-14-15,41-26 0,-67 66-1,26-13 1,-25 53 15,-1-40-15,0 13-1,0-13 1,40-40 0,-26 27-1,39-80 1,-53 67-1,13-80 1,-26 80 0,-26-1-1,13 41 1,0-1-16,-40 66 16,39-52-1,14-1-15,-13 93 16,13-66-1,27 39 1,-27-65 0,13-27-16</inkml:trace>
  <inkml:trace contextRef="#ctx0" brushRef="#br0" timeOffset="124541.56">17696 18726 0,'0'0'0,"0"-26"16,53-93-1,172 66 17,-186 53-32,54 26 31,-93-12-31</inkml:trace>
  <inkml:trace contextRef="#ctx0" brushRef="#br0" timeOffset="150948.78">12683 9866 0,'0'26'47,"27"-12"-16,-14-14-16,106 13 1,476 40 15,-410-27-15,649 27 0,-623-27-1,504 1 1,-596-27-1,-14 0-15,107 13 16,-186-13 0,-26 0-1,-132 0 17,119 0-32,-14 0 15</inkml:trace>
  <inkml:trace contextRef="#ctx0" brushRef="#br0" timeOffset="151659.26">15514 9760 0,'-27'-13'16,"14"0"-16,-13-1 15,-1-25 17,40 52-1,80 66 0,-67-52-31,14-1 16,264 93 15,-79-53 0,-159-26-15,-52-14 15,-41-12-15,-79 78 15,80-65-15,-67 92-1,-26 39 17,27-52-1,78-93-31,1-13 15,0 0 17,26 0-17,27-26 1,-27 26-16</inkml:trace>
  <inkml:trace contextRef="#ctx0" brushRef="#br0" timeOffset="163872.84">19931 4153 0,'0'0'15,"0"-13"1,0-1 15,0 1 0,0 40 1,-92 92-1,-94 185 0,-38 26 0,171-263-31,-172 171 32,40-14-1,158-184-31,-79 158 31,-13 27 0,27-92 1,39-67-1,40-53 0,13 0 0,-14 0 1,1 1-1,13-1 0,27 13 110,65 93-110,-65-79-31,145 132 31,105 79 1,-25 27-1,-213-212-31,147 159 15,-147-172 1,160 145 15,-147-158-31,-12-1 0,92 54 16,-105-67 0,92 67-1,-106-67 1,80 54-1,-80-67 1,40 40 0,0 13 15,-40-53-15,53 40-1,-53-40 1,53 27-1,-39-27 1,-14-13-16,27 40 16,-14-27 15,-26 0 0,0-26 47,13 13-31,-13-13-31,40 0-1,-27-1 1,14 14-16,52-26 16,-52 26-1,171-13 1,-66 0 0,384 13 15,-423 0-16,317-14 1,-305 14 0,332 0-1,-331 0 1,317 14 0,-330-14-16,343 13 31,-370-13-16,225 13 1,13 27 15,-251-40-15,119 26 0,-53-13 15,-92-13-16,12 0 1,1-13 15,-27 13 1,-13-13 30,13 0-31,1-14 1,-1-12-1,0 12-31,0 14 15,14-66 1,39-146 15,-40 119-15,67-145 0,13-120 15,-80 305-16,67-185 1,13 26 15,-1 53 1,-12 27-1,-40 65-16,-40 54-15,14 0 16,12-41 0,1 28-1,13-27 1,0 13 15,-40 26 0,0 14 1,-13 0-32,0 0 31,0-1 0,0 1-31,0-13 31,13-1 1,-13 14-1,0 0 0,0 0-31,0-1 47,0 1-16,-13 13 16,13-13-16,-13 0 1,0-1-1,-14-25 0,-79-27 0,-79-40 1,-66-66-1,211 132-31,-118-132 31,-54-66 0,53 53 1,27 13-1,106 133-31,-54-54 31,67 67-31,-13 12 16,-1-25-1,14 25-15,-27 1 32,14-13-1,12 13-31,-12-1 31,-14-12 0,27 13-15,0-1 15,0 14 1,-1 0 30,1 0-31,-66 0 1,-146 14-1,172-14-31,-251 0 31,-331-27 0,66 14 1,54 0-1,409 13-31,0 0 15,-410 0 17,450 0-32,0 0 15,-106 0 1,27 13 0,-94 0 15,41 0 0,26 1 0,53-14 1,40 0-1,13 0 0,26 0 0,13 0 1,14 0-32,26 13 62</inkml:trace>
  <inkml:trace contextRef="#ctx0" brushRef="#br0" timeOffset="168003.47">26914 5951 0,'40'-39'32,"-80"78"-32,93-78 31,-66 52-31,-53 119 31,-132 186 0,39-94-15,-119 239 15,14 13-15,-14-79 15,225-331-15,-132 212 15,13 66 0,106-159 1,52-119-1,14-53-31,14 0 125,-1-13-110,27 27 1,-27-27 0,66 26-1,-52-12 1,105 39 0,-92-40-1,198 106 1,-172-80-1,159 133 1,92 106 15,-251-225-15,146 172 0,-159-186-1,0 14-15,105 66 16,-105-79-1,0 0-15,159 92 16,-173-92 0,133 52-1,-145-79 1,79 40 0,-67-39-1,1-1 1,-40 0-1,13-13 1,0 13 15,1-13 1,-1 0 30,13-13-31,80-27 1,-66 27-17,118-13 1,-105 12-1,212 14 1,-186 0 0,292 14-1,-266-14-15,319 13 32,-213 0-17,107-13 1,-213 13-1,1-13-15,304 14 16,-317-1 0,502 26 15,-516-25-15,186-1-1,-199-13 1,-26 0-16,13 0 15,52 13 1,-91-13-16,25-13 31,-26 0 1,1 13-1,-1-14-16,13 14 1,-12 0 0,-1 0-1,0-26 17,0 26-17,0-26 1,1 26-1,39-93 1,52-92 15,-78 145-15,105-211 0,-92 172-1,118-212 1,-118 211-1,145-171 1,-132 185 0,-13 0-16,119-146 15,-27 1 17,-119 184-17,40-65 1,-40 65-1,14-26 1,-14 40 0,0-27-1,0 27 1,-13 0-16,27-27 16,-14-26 15,0 53-16,0-40 17,1 40-32,-1-27 15,-13 0 17,0 14-1,0 13-16,0-14 1,0 14 15,-13 0 1,13 0-17,-14-1 1,1 14-1,0-13 1,0 13 0,13-13-1,-53-14 1,40 14 0,-106-66-1,-119-106 16,185 132-15,-199-185 0,199 172-1,1 13-15,-107-146 16,106 133 0,-119-145-1,93 118 1,-54-79-1,107 133 1,-119-120 0,105 119-1,0 14-15,14-14 16,-146-79 0,145 106-1,-52-27 1,66 40-1,-14-13 1,14 0 0,0 13-1,0-27 17,-1 14-1,1 0 0,13 0-15,-13 13-1,0 0 17,-14 0-1,14 0-16,0 0-15,-93 0 16,53 0 0,-185 0-1,159 0 1,-305 0 0,278-14-1,1 14-15,-200-13 16,213 13-1,-1-13-15,-171 13 16,92-13 0,-172-1-1,264 14 1,1 0-16,-132-13 16,144 0-1,14 13-15,-92 0 16,105 0-1,-118 13 1,78-13 0,41 0-16,-147 0 31,147 0-15,-107 0-1,1-13 16,92 13-15,-40 0 0,-52 13 15,118-13-15,-39 13-1,13 1 1,40-14-1,-40 13 1,27 0 15,13-13 1,-1 0 14</inkml:trace>
  <inkml:trace contextRef="#ctx0" brushRef="#br0" timeOffset="172425.71">19891 9231 0,'0'0'0,"14"0"16,39-13 0,224-27 15,-184 27-31,396-13 31,477-27 0,-794 39-31,529-12 32,79 13-1,-661 13-31,0 0 15,119-13 1,-185 13-16,40 0 31,-107 0 1,1 0-1,40 13 94,52 66-94,-53-52-31,1-1 16,79 80-1,132 132 17,53 79-1,-225-251-31,-13-13 0,0 13 15,105 120 1,80 91 15,-52-39 1,-160-198-32,93 92 31,-13 27 0,-66-93 0,-27-66 1,-26 0 93,-14 40-94,-39 26 0,-80 66 0,107-92-31,-80 105 32,-53 67-1,145-173-31,-12 1 15,-67 79 1,79-92-16,-12 12 16,-160 186 15,41-27 0,25-39 0,107-132-31,-67 52 32,-26 40-1,14-26 0,25-27 0,67-53-31,-53 27 32,53-27-32,-27 40 31,27-53-31,-1 13 16,-12 40 15,13-40 0,0 0 0,-1-13 79,-52-26-79,53 26-31,-119-27 31,92 27-31,-185-13 31,159 0-31,-225 0 32,212 13-32,-344-14 31,26 14 0,0 0 0,27 0 1,79 0-1,251 0-31,-53 0 16,-131 0 15,184 0-31,-92 0 15,-14 0 17,133 0-17,-66 14 1,52-14 0,-79 0-1,1 0 16,-1 0 1,93 0-17,-40 0 17,39 0-32,-12 0 31,13 0 94,-14-14-94,-26-12 0,-26-53 1,66 52-32,-80-118 15,67 105 1,-120-198-1,107 172 1,-133-159 0,132 172-1,-172-172 1,1 40 15,171 159-15,-92-80-1,105 93 1,-52-53 15,53 52-31,12 14 0,-12-39 16,13 26 0,-14-27-1,14 40 1,0-40-1,0 14 17,13 12-17,-14 14 1,14-26 0,0 13 15,0 0 78,27-14-78,-14 14-15,0 0-16,27-53 16,79-93 15,-93 119-15,14 1-16,106-160 15,-120 146 1,119-158-1,-105 158 1,66-146 0,-80 160-1,1-14-15,39-79 16,-40 79 0,-12 13-16,39-79 15,-14 40 1,27-54-1,-52 120 1,52-79 0,-40 78-1,-13 1-15,40-27 16,-26 27 0,39-40-1,-40 40 1,1-13-1,-14 12 1,0 14-16,40-26 16,-13 0-1,26-1 17,-40 14-17,-12 0 1,-1 13 46</inkml:trace>
  <inkml:trace contextRef="#ctx0" brushRef="#br0" timeOffset="177267.11">26967 11413 0,'0'0'0,"27"-26"16,-27 12-16,13-12 31,-40 52 0,14-12-15,-93 105 0,67-66-1,-1 0-15,-13-1 0,-225 253 31,212-239-15,-185 211 0,-66 80 15,250-290-15,1-1-16,-119 106 15,-93 52 16,239-184-31,-14-13 0,-132 78 32,39-38-1,133-54-31,-13-13 31,12 0 0,28 13 79,25 27-79,-26-27-31,1 0 16,158 172 15,-27 80 0,80 65 0,26-65 1,27-54-1,-40 1 0,27 53 0,-226-226-31,93 80 32,-12-13-1,-41-40 0,-39-39 0,-40-14-31,13 0 32,0 0-1,0 14 0,0-27 0,1-14 63,65-12-63,53 0 1,120-1-1,105 1 0,119 12 0,-27 14 1,54 27-1,-397-14-31,-14-13 16,477 40 15,-146-14 0,-66 14 0,-290-40-31,157 26 32,-171-26-32,119 14 31,-13-14 0,-133 0-31,54 0 31,-1 0 1,-52 0-32,25 13 31,-38-13-31,52 0 31,-53 0-31,27 0 31,-27-27 1,-13 1-1,-13-1 0,13-12-15,0 26-1,26-80 1,-13 67 0,54-146-1,-41 119 1,106-278-1,-105 252 1,92-172 0,-93 198-1,106-185 1,1-40 15,-107 225-15,67-159-1,-80 159 1,66-105 0,-65 118-1,38-52 1,-38 52 0,39-26-1,-53 53 1,39-40-1,1-14 17,-27 67-17,0-39 1,1 39 0,-1-40-1,0 14 16,-13-1 1,0 14-1,-26 0 94,12 0-109,-39-14-1,40 14 1,-79-40-1,-67-53 17,132 80-32,1 13 15,-53-67 1,52 54-16,1-1 16,-80-79-1,66 67-15,1-14 16,-160-132-1,-39 0 17,199 158-17,-1 1-15,-79-40 16,79 52 0,14-12-16,-67-27 15,67 27-15,-1 12 16,-52-25-1,66 25 1,-14-12 0,14 26-1,0 0 17,13-13-1,-14 0-16,1 13 1,13-14 0,-26 1-1,13 0-15,-27-14 32,27 14-17,-14-13 1,1-1 15,13 27-15,13-13-1,-14 0 17,1 0-1,0 13 0,13-14-15,-13 14 15,-1-13 0,-12 0 0,13 0 1,0 13-1,-14-13 0,-79-1 0,80 14-31,-1 0 16,-118 0 0,-93-13 15,185 13-15,-185-13-1,-80-14 16,1-12 1,-14 12-1,265 14-31,-79 13 16,-199-40 15,278 27-31,13 13 15,-238-26 17,251 26-32,1 0 15,-81-14 1,-91 1 15,184 13-15,-65 0-1,65 0 1,-39 13 0,27-13-1,-28 14 1,54-14 0,-79 26-1,65-26-15,1 0 16,-54 27-1,54-27 1,-53 26 0,-27 14 15,40-14 0,52-13-31,1-13 16,-13 14-1,13-14 17,13 13-1</inkml:trace>
  <inkml:trace contextRef="#ctx0" brushRef="#br0" timeOffset="179902.93">19177 5343 0,'0'0'0,"14"-40"15,12 27 17,0 93-1,-26-54-16,14 146 1,-14-132 0,13 158-1,0-158 1</inkml:trace>
  <inkml:trace contextRef="#ctx0" brushRef="#br0" timeOffset="180276.88">19243 5462 0,'-13'-66'0,"26"132"0,-26-198 15,66-93 1,-26 185-1,-1-13-15,80-26 16,-80 79 0,14 0-16,79 53 15,-66 26 1,-13 67 0,-40-40-1,-80 52 1,-118-78 15,158-80-15,-26-14-1,66 1-15</inkml:trace>
  <inkml:trace contextRef="#ctx0" brushRef="#br0" timeOffset="180689.01">20090 5555 0,'0'0'0,"0"-14"16,0-65-1,0 53 1,-40-54 0,-39 80 15,66 27-15,-67 105-1,54 27 16,65-67 1,-25-92-32,118-39 31,-39-94 0</inkml:trace>
  <inkml:trace contextRef="#ctx0" brushRef="#br0" timeOffset="180802.17">20130 5515 0,'0'-26'0,"0"52"0,0-66 15,0 67 17,13 131-1,0-131-31,40 52 16</inkml:trace>
  <inkml:trace contextRef="#ctx0" brushRef="#br0" timeOffset="181176.66">20619 5343 0,'-53'-40'31,"106"80"-31,-238-53 31,158 26-31,-39 27 31,132 39 1,-39-66-32,118 53 31,-13 27 0,-211-27 0,-66-13 1,131-53-32</inkml:trace>
  <inkml:trace contextRef="#ctx0" brushRef="#br0" timeOffset="181543.99">20989 5396 0,'93'-79'31,"-93"65"-31,-93 107 0,133-238 31,-80 145-31,-92 26 32,79 53-1,159 14 0,53-14 0,-133-66-31,-13 27 32,-145 39-1,92-65-31</inkml:trace>
  <inkml:trace contextRef="#ctx0" brushRef="#br0" timeOffset="181970.61">21399 5436 0,'0'0'0,"13"0"16,-39 0 0,13 0-1,-40 13 1,79-13 15,80-13 0,-79 13-15,25-66 0,-52 52-1,-39-65 1,12 66-1,-65-14 1,52 41 0,27-1-16,-53 106 15,105 26 17,147-79-1,-147-66-16</inkml:trace>
  <inkml:trace contextRef="#ctx0" brushRef="#br0" timeOffset="182380.35">21690 5184 0,'0'0'0,"27"-13"15,-14 26-15,40 106 32,-27-39-17,1 12 1,-27-52 0,0 0-1,26-54 16,-13-12-15,1 13-16,38-93 16,-38 66-16,118-105 31,-119 145-15,53 53-1,-66-14 1,14 107 15,-14-120-31,39 80 16</inkml:trace>
  <inkml:trace contextRef="#ctx0" brushRef="#br0" timeOffset="182994.01">22854 5370 0,'0'0'0,"-13"-14"16,0 1-16,-67-66 16,54 52-1,-67 14 1,67 26-1,-54 80 1,67-67 0,-13 93-1,26-105 1,13 12-16,40 14 16,-40-40-1,66-27 1,-65 14-1,52-80 1,-53 67 0,27-53-1,-27 224 17,0 146-1,0-238-16,-13 145 1,-13-158 0,-79 26-1,-41-158 17,94-1-17,12-79 1,27 119-1,13 13-15,54-52 16</inkml:trace>
  <inkml:trace contextRef="#ctx0" brushRef="#br0" timeOffset="183435.65">23132 5396 0,'0'0'0,"-53"-13"16,40 13-1,-14 26 1,27-13-16,0 1 16,40 25-1,52-39 16,-65 0-15,39-39 0,-53 12-1,0-52 1,-26 52 0,-53-65-1,53 92 1,-106 53-1,66 119 17,53-146-17,93 93 1,-54-106 0,107 27-1</inkml:trace>
  <inkml:trace contextRef="#ctx0" brushRef="#br0" timeOffset="183784.11">23515 5211 0,'-13'0'0,"26"0"0,-13 13 15,14 0 1,25 93-1,-26-66-15,27 66 32,-40-93-17,0 40 1,-13-53 0,-27-27-1,40 1 1,-13-106-1,26 92 1,67-92 0,-67 118-1,79 14 1</inkml:trace>
  <inkml:trace contextRef="#ctx0" brushRef="#br0" timeOffset="184284.18">24124 5317 0,'-53'-14'31,"106"28"-31,-133 25 31,67 27-15,0 1 0,0 38-1,13-91-15,-14 25 32,14-52-17,14 0-15,-1-53 16,0 0-1,14-146 1,-14 146 0,53-146-1,-53 173 1,14 25-16,78 160 31,-91-93-15,39 198-1,-1 13 17,-52-224-32,0 0 15</inkml:trace>
  <inkml:trace contextRef="#ctx0" brushRef="#br0" timeOffset="184885.6">24163 5422 0,'0'0'0,"-13"-26"16,0 13-16,39 0 15,14-1 1,106 14 0,-107 0-1,93-13 1,-65-13 15,-54 79 0,-13 39-15,0 186 15,13-212-15,-13-13-16,0 106 15,27-40 17,-27-172-1,13-159 0,-13 146-15,26-185-1,1 105 1,39 67 15,-53 79-31,40 66 32,-40-26-17,-13-14-15,13 67 16,-26-40-1,-40 39 1,27-79 0,-1 1-16</inkml:trace>
  <inkml:trace contextRef="#ctx0" brushRef="#br0" timeOffset="185385.47">25116 5660 0,'-14'14'0,"28"-28"15,-54 54 1,14 79 15,26-79-15,13 105-1,-13-105 1,39 66 0,-39-80-1,14 14 1,-28-80 15,1 1-15,-13-67-1,26-238 17,0 291-17,66-79 1,53 185 15,-53 145 0,-66-145-31,-13-27 16,-67 80 0,41-93-16,-1 14 0</inkml:trace>
  <inkml:trace contextRef="#ctx0" brushRef="#br0" timeOffset="186060.75">27166 7644 0,'0'0'0,"13"-132"31,27 132-31,-27 0 16,40 92 0,-27-39-16,-13 14 15,53 144 1,-52-145-16,-1 0 16,0 53-16</inkml:trace>
  <inkml:trace contextRef="#ctx0" brushRef="#br0" timeOffset="186389.09">27126 7208 0,'0'0'0,"529"145"31,-450-92-31,159 212 32,-304 52-1,-317-132 0,118-145 0</inkml:trace>
  <inkml:trace contextRef="#ctx0" brushRef="#br0" timeOffset="186848.01">28105 7657 0,'0'0'0,"26"-13"15,1 0-15,12 13 16,80 66 15,0 93 0,-66-14 1,-53-132-32,-79 14 31,66-27-31,-80-79 31,159-93 0,119 13 1,-39 199-1,-133-14-31,27 106 31,-14-13 0,-26-105-31</inkml:trace>
  <inkml:trace contextRef="#ctx0" brushRef="#br0" timeOffset="187026.65">28554 7274 0,'-53'-40'31,"106"80"-31,-119-27 31,79 14-31,1-14 0</inkml:trace>
  <inkml:trace contextRef="#ctx0" brushRef="#br0" timeOffset="187420.09">28792 7618 0,'-13'13'31,"13"0"-31,13-39 0,14 105 31,-1-52-31,-12-1 16,91 146 15,-65-132 0,0-120 1,-27 41-32,27-160 31,-27 146-31,26-66 31,1 212 0,-27-54-31</inkml:trace>
  <inkml:trace contextRef="#ctx0" brushRef="#br0" timeOffset="187829.02">29493 7710 0,'0'0'15,"27"0"17,12-13-1,54-27 0,-27-13 0,-79-39 1,0 79-32,-80-14 31,67 40-31,-80 159 31,106 27 0,145-93 1,67-106-1,-172-14-31</inkml:trace>
  <inkml:trace contextRef="#ctx0" brushRef="#br0" timeOffset="188276.96">30049 7697 0,'0'-13'16,"0"26"-16,13-79 31,14 53-31,78-40 32,94 132-1,-173-39-31,54 66 31,-67-40 0,-26-66-31,-54-27 32,54 1-32,0 13 0,26-93 31,106-53 0,-13 119 0,-106 54-31,0 12 0</inkml:trace>
  <inkml:trace contextRef="#ctx0" brushRef="#br0" timeOffset="189372.26">29136 8781 0,'0'0'0,"0"53"16,0-26-1,-39 132 1,39-120 0,-27 80-1,14-79 1,-14 52-1,27-78 1,-13 12 0,13-39-1,0-27 1,0 14-16,27-212 31,92-66 0,-93 251-15,106-40 0,-92 106-1,79 120 1,-79-81 0,26 134-1,-53-133 1,0 92-1,-13-92 1,0-27-16</inkml:trace>
  <inkml:trace contextRef="#ctx0" brushRef="#br0" timeOffset="189542.93">29295 8980 0,'53'13'16,"-27"0"-16</inkml:trace>
  <inkml:trace contextRef="#ctx0" brushRef="#br0" timeOffset="190088.99">29890 8993 0,'0'0'0,"13"-26"15,1 26-15,-14-14 16,0 28 0,13 65 15,0 66 0,-13-26 0,0-79-15,0 26 0,0-53 15,-26-79 0,26-132 0,0 145-31,13 0 16,40-145 0,-27 158-1,54-13 1,-54 66-1,40 80 1,-53-53 0,1-14-16,-14 14 0,13-14 15,-13 80 1,-13-93 0,-40 40-1,39-40 1,-12-13-16</inkml:trace>
  <inkml:trace contextRef="#ctx0" brushRef="#br0" timeOffset="190655.39">30393 9020 0,'-27'52'31,"1"41"0,13-67-15,-1 93 0,14-92-16,0 79 31,-13-80-16,13-13 1,0-26 0,0-66-1,0 52 1,13-131 0,-13 105-1,0 0-15,14-93 16,-1 107-1,-13-1-15,26-53 16,-13 80 0,54 0-1,-41 26 1,53 53 0,-52-39-1,-14-1-15,27 54 16,-40-41-1,0 80 1,-66-66 15,39-40-15</inkml:trace>
  <inkml:trace contextRef="#ctx0" brushRef="#br0" timeOffset="195042.68">20473 9972 0,'0'0'0,"-13"-14"16,-13-52-1,39 93 16,-13-1-15,26 173 0,-26-14-1,-13-119 1,-13 145 0,26-171-1,13 66 1,0-106-1,133 0 1,-93-13-16,13-1 16,106-25-1,-67 12 1,-38 1-16</inkml:trace>
  <inkml:trace contextRef="#ctx0" brushRef="#br0" timeOffset="195425.33">21280 10421 0,'0'0'32,"-13"-79"-32,-13 39 15,-1 40 1,-13 66-1,14 93 17,26-132-32,0-1 15,13 40 1,0-53-16,67 1 31,-67-14-31,13-14 0,41-52 31,-67-92 1,-80 65-1,27 119-15</inkml:trace>
  <inkml:trace contextRef="#ctx0" brushRef="#br0" timeOffset="196388.69">21889 10408 0,'-40'-79'31,"80"158"-31,-93-171 0,26 78 16,1 14-16,-133 80 31,106 65 1,133-52-1,131-80 0,-171-26-31,158-40 31,40-119 1,-211 145-32,12-92 31,-39 93-31,-66-14 31,40 40-31,-120 106 31,54 53 1,131-67-1,80-78 0,-79-28-31,53-52 31,-40-79 1,-53 118-17,13 80 16,-13-40-31,0 14 16,39 65 0,54-52 15,39-93 0,1-119 0,-147-198 1,-12 304-17,-53-53 1,39 291 15,80 132 0,-27-251-31,13-13 16,40 65 0,-39-78-16,-14-1 0</inkml:trace>
  <inkml:trace contextRef="#ctx0" brushRef="#br0" timeOffset="196746.65">22722 10157 0,'26'-27'31,"-13"27"-31,-52 27 0,105-54 16,40 27 0,79-13 15,-145 0-31,-14 13 15,40-53 1,-53 40-16,14-67 31,-27 160 1,-27 145-1,27-67 0,14-131-31</inkml:trace>
  <inkml:trace contextRef="#ctx0" brushRef="#br0" timeOffset="196900.12">23277 9707 0,'0'0'0,"-39"-39"31,39 52-31,0 0 0</inkml:trace>
  <inkml:trace contextRef="#ctx0" brushRef="#br0" timeOffset="197666.89">23476 10051 0,'13'93'31,"0"-54"-31,-39-171 0,65 291 16,-12-53-1,26 26 16,-40-119-31,0 0 16,40-13 0,93-119 15,-133-106 0,-13 186-31,-13-1 16,-14 27-16,-92 13 31,26 119 0,107-40 1,-1-66-32,53-13 31,-40-13-31,80-40 31,53-39 0,-146 92-15,40 79 0,-13 67 15,-40-67 0,0-66-31,13-26 31,53-106 1,40-40-1,-27 186 0,-65 12-31,-1 1 16,26 291 15,-39-265-31</inkml:trace>
  <inkml:trace contextRef="#ctx0" brushRef="#br0" timeOffset="198229.13">22008 11797 0,'0'0'0,"-27"-133"31,27 107-31,27 13 31,-67 211 0,27-145-31,-1-13 16,-65 132 15,53-159 1,92-225-1,40-132 0,-80 265-31,80-106 31,-80 172-31,1 13 16,92 264 15,-106-198-31,40 159 31,-40-172-31,0-13 0</inkml:trace>
  <inkml:trace contextRef="#ctx0" brushRef="#br0" timeOffset="198850.2">22061 11744 0,'0'0'32,"26"-27"-32,225-26 31,-198 40-31,185-26 31,-198 25-31,66-12 31,-93 52 1,-66 120-17,0 92 17,66-79 14,27-159-14,-27-14-32,53-131 31,-52 39-15,-1 53-16,-13-158 31,-13 25 0,105 226 0,14 106 1,-93-120-32,-26 80 31,-106-27-16</inkml:trace>
  <inkml:trace contextRef="#ctx0" brushRef="#br0" timeOffset="199104.18">23185 11585 0,'0'0'0,"13"0"15,27 53 1,-40-40 0,13 93-1,0-80 1,0 107 0,0-94-1,1 54 1,-14-80-1,0 0-15</inkml:trace>
  <inkml:trace contextRef="#ctx0" brushRef="#br0" timeOffset="199439.95">23158 11202 0,'0'0'15,"-26"0"-15,-54-14 16,67 14 15</inkml:trace>
  <inkml:trace contextRef="#ctx0" brushRef="#br0" timeOffset="200340.59">26980 12445 0,'0'0'0,"0"-14"0,-13-65 31,53 119 1,13 251-1,-53 53 0,0-292-31,0-12 16,-13 53-1</inkml:trace>
  <inkml:trace contextRef="#ctx0" brushRef="#br0" timeOffset="200622.82">27126 12260 0,'93'-252'31,"-186"504"-31,371-557 31,-239 332-31,1 12 16,0 1-16,26 304 31,-265-66 0,-25-159 1</inkml:trace>
  <inkml:trace contextRef="#ctx0" brushRef="#br0" timeOffset="201683.4">27893 12841 0,'0'0'0,"13"0"15,0-13-15,14-26 16,-1-14 0,-26 26-16,0 1 15,0-54 1,0 67-16,-105 79 31,-54 172 0,146-198-31,-1 0 16,1 39 0,119-39 15,-13-67-16,-67 14 1,67-106 0,-67-53 15,-13 159 0,-26 39-31,13 1 16,-26 171 15,26-171-31,53 39 31,-40-53-15,79-40 0,-26-131 15,-52-14 0,-14 159 0,-14 145 1,14-106-32,27 67 31,-27-80-31,53 27 31,39-93 0,-25-93 1,-28 27-1,-39 199 0,13 105 0,67-119 1,52-92-1,-53-133 0,-79-53 0,0 186-31,-39-27 32,25 66-32</inkml:trace>
  <inkml:trace contextRef="#ctx0" brushRef="#br0" timeOffset="203544.21">29017 12802 0,'-26'-27'31,"13"14"0,39 92 1,40-39-1,27-53 0,-67 0-31,-13-1 16,40-78 15,-53 39-15,-79 0 15,66 53-31,-14 0 16,-92 132 15,119-105-31,0 79 31,13-93-31,14 40 31,39-27 1,-13-92-1,0-53 0,-40 93-31,27-67 31,-27 80-31,13-1 32,27 107-1,-39-66-31,25 105 31,-39-40 0,-13-78-31,0-1 32,0-79-1,92-80 0,13 40 0,-39 186 1,-53 78-1,0-144-31,0-1 15,14 27 17,-1-67-1,79-79 0,-78 80-31,78-27 31,-52 146 1,26 39-1,13-66 0,-52-66-31,65-27 16,-65 14-1,-1 0-15,1-13 16,26-173 0,-53 160-1,-27-41 1,14 80 0,-66 93-1,65-54 1,-12 94 15,26-107-31,40 67 16,-27-93-1,40-14 17,-40 1-32,53-79 31,53-146 0,-53 211 0,-79 173 1,0-14-1,13-119-31,13 40 31,27 26 0,-1-39 1,14-53-1,-39 0-31,78-54 31,14-118 0,-93 132-31,14-264 32,-54 172-1,14 158-31,-40 145 31,0 120 0,53-225-31,0 0 0,0-13 16,-13 79 0</inkml:trace>
  <inkml:trace contextRef="#ctx0" brushRef="#br0" timeOffset="203705.61">30631 12974 0,'0'0'0,"119"-225"31,66 185 0,-92 159-15</inkml:trace>
  <inkml:trace contextRef="#ctx0" brushRef="#br0" timeOffset="204341.25">28449 14005 0,'0'0'0,"105"-211"31,-91 184-31,-54 40 31,-145 252 0,79 13 1,198-133-1,-52-132-31,145-39 31,80-186 0,-186 1 1,-132 277-1,-53 159 0,120-67-15,12-145-1</inkml:trace>
  <inkml:trace contextRef="#ctx0" brushRef="#br0" timeOffset="204594.48">29295 13833 0,'0'0'0,"0"-39"15,-13 52-15,-67 159 32,67-119-17,-13 13-15,-40 145 16,66-26 15,0-158-15,52-1-1</inkml:trace>
  <inkml:trace contextRef="#ctx0" brushRef="#br0" timeOffset="205092.38">29321 14336 0,'0'0'0,"40"-93"16,-27 40-16,1 14 16,38-80-1,-52 105-15,-13 67 31,-13 93 1,26-133-17,0 13-15,39 14 16,-25-40 0,65 0-1,-66-13 1,80-53-1,-80 39-15,0 1 16,40-53 0,-66 145 15,13-40-15,-13 80-1,13-93 1,13 0-16,40 14 15,13-27 1,40-27 0,-27-12-1,14-94 1,-93 94 0,-106-120-1,40 133 1,-159-14-1</inkml:trace>
  <inkml:trace contextRef="#ctx0" brushRef="#br0" timeOffset="-201015.51">21426 7287 0,'-80'-26'32,"160"52"-32,-146-66 31,92 40-31,199 0 31,39 0 0,-198 14-15</inkml:trace>
  <inkml:trace contextRef="#ctx0" brushRef="#br0" timeOffset="-200515.72">21439 7314 0,'0'0'16,"26"39"15,-12-12-31,-1 78 32,-13-65-32,13 66 31,-13-27 0,13-79 0,14-26-15,-14 13-16,132-106 31,54 105 0,-67 147 1,-132 39-1,-106-80 0,-52-65 0,131-41-31,-13-12 0</inkml:trace>
  <inkml:trace contextRef="#ctx0" brushRef="#br0" timeOffset="-200146.66">22325 7552 0,'0'0'0,"-26"-14"16,12 1-16,1 13 16,-53 40 15,53-14-31,-14 133 31,67-53 0,0-80-31,13-26 32,66-79-1,-106 52-31,0-118 15</inkml:trace>
  <inkml:trace contextRef="#ctx0" brushRef="#br0" timeOffset="-199762.48">22709 7512 0,'0'0'0,"-27"13"31,-26 119 1,40 1-1,26-107-31,133 40 31,65-79 0,-131-53-15</inkml:trace>
  <inkml:trace contextRef="#ctx0" brushRef="#br0" timeOffset="-199625.95">22867 7512 0,'0'0'15,"-92"26"1,78-12-16,-25 52 31,39-53-31,0 13 0</inkml:trace>
  <inkml:trace contextRef="#ctx0" brushRef="#br0" timeOffset="-199125.2">23449 7433 0,'-13'-27'0,"26"54"0,-39-67 16,13 40-16,-54 0 31,1 119 0,53 53 1,13-146-32,40 67 31,92-40 0,-26-106 0,-27-79 1,-79 105-32,27-39 31,-41 106 0,1 92 0,40-13 1</inkml:trace>
  <inkml:trace contextRef="#ctx0" brushRef="#br0" timeOffset="-198561">22801 7618 0,'-40'-40'32,"80"80"-32,-53-159 31,26 92-31,66 1 31,80 132 0,-66 52 1,-173-25-1,41-107-31</inkml:trace>
  <inkml:trace contextRef="#ctx0" brushRef="#br0" timeOffset="-195892.75">28607 9906 0,'0'0'0,"40"-80"31,-14 67-31,54-13 31,-41 52 0,-39-13-31,-53 40 32,-92-26-1,13-80 0,105-80 0,54 81-15,184-28 15,-92 239 0,-132 92 1,-13-198-32,-133 79 31,119-105-31,-118 26 31,78-67 0,199-118 1,53 79-1,-145 53-31,39 80 31,-53-54-31,53 67 31,-13-54-31</inkml:trace>
  <inkml:trace contextRef="#ctx0" brushRef="#br0" timeOffset="-195496.78">29163 9906 0,'0'0'0,"-27"13"16,27 13-1,-39 106 1,25 40 15,14-158-15,53 52-1,-40-66 1,93-40 15,-40-119 1,-66 120-32,-52-80 31,38 105-31,-118 41 31,106 26-15</inkml:trace>
  <inkml:trace contextRef="#ctx0" brushRef="#br0" timeOffset="-195035.58">29612 10025 0,'0'-53'31,"0"106"-31,-26-67 31,26 41-31,-13-1 0,-1 80 16,1-79-1,26 78 1,1-78 0,-1-14-16,53 0 15,53-66 17,-79-119-1,-40 133-16,-66-54 1,39 80 0,-65 39-1,78-12 1,-12 65 0,26-53-1,13-12-15</inkml:trace>
  <inkml:trace contextRef="#ctx0" brushRef="#br0" timeOffset="-194562.31">30208 9826 0,'0'0'0,"-14"-13"15,-65 119 17,66-80-17,-40 133 1,53-133 0,0 107-1,13-120 1,53 27-1,-53-40 1,80-40 0,-67 27-1,14-133 1,-27 106-16,-13-52 31,-26 211 0,26-93-15,-13 107 0,39-41 15,-13-92-15,1 13-16,-1-13 0</inkml:trace>
  <inkml:trace contextRef="#ctx0" brushRef="#br0" timeOffset="-193781.04">30499 9985 0,'0'0'0,"13"-13"16,-13-1-16,0 67 16,0 93 15,0-120-16,0 54 1,0-67 0,13 13-1,-13-105 17,-26-133 14,26 173-46,26-133 16,-26 145 0,66 1-1,-39 39 1,78 66 0,-78-52-1,12 79 1,-39-93-1,-66 53 1,-39-26 15,91-27-15,1-13 0,26 0-1,67-13 1,25 52 15,-38 54 0,-67-67-15,-14 27 0,1-39-1,-79 12 1,65-26-1,-52-26 1,66 12 0,-40-39-1,53 14 17,26 52-1,-26 0-16</inkml:trace>
  <inkml:trace contextRef="#ctx0" brushRef="#br0" timeOffset="-191452.78">21188 12445 0,'0'0'0,"13"-53"15,0-40 17,-13 106-1,0 14-31,-13 145 31,-14-27-15,14 14 15,13-146-31</inkml:trace>
  <inkml:trace contextRef="#ctx0" brushRef="#br0" timeOffset="-191092.45">21479 12379 0,'0'0'0,"13"-14"16,-40 67 31,-12 53-16,39-80-31,26 41 31,1-54-31,65 0 32,40 13-1,-118-12-31,-14 65 31,-14-52-31,-131 39 16,52-80 15</inkml:trace>
  <inkml:trace contextRef="#ctx0" brushRef="#br0" timeOffset="-190255.75">21545 12365 0,'0'0'0,"39"-26"16,1 13-16,132-1 15,-132 28 1,105 12 0,-118-13-1,65 1 1,-65-14-1,12 0 1,-52 39 15,0-26-15,0 14-16,-40 79 16,26 39 15,27-132-16,53 40 1,-40-53 0,106-13-1,-92 0 1,65-53 0,-92 39-1,-39-131 1,12 131-1,-52-52 1,66 39 15,26 40-15,0 0-16,67 0 16,-54 0-1,80 27 1,-93-27-1,0 13-15,27 40 16,-40-40 0,-27 93-1,14-80 1,0 67 0,13-67-1,53 14 1,-40-40-1,0 0-15,67-13 16,-41-14 0,14-26-1,-53 0 1,-39-79 0,25 92-1,-52-39 1,53 66-1,0 13-15,-14 26 16</inkml:trace>
  <inkml:trace contextRef="#ctx0" brushRef="#br0" timeOffset="-189339.67">22497 12458 0,'0'0'0,"26"-53"16,-12 40-16,-14 0 16,13-1-1,-53 120 16,27-66-15,0-1-16,-14 80 16,27-79-1,27 66 1,-14-93-16,80 14 31,-67-27-15,0-14-16,80-91 15,-93 78 1,1-145 0,-14 133-1,-40-14 1,27 66 0,0 13-16,-14 80 15,14-53 1,0-13-16,26 92 15,66-53 17,-52-79-17,39 0 1</inkml:trace>
  <inkml:trace contextRef="#ctx0" brushRef="#br0" timeOffset="-188697.51">23013 12484 0,'0'-26'16,"0"52"-16,13-65 16,-13 65-1,-13 93 1,13-79 0,-13 79-1,-1-106 1,14 40-1,0-66 17,0 0-17,14-14-15,-14 14 0,13-27 16,26-132 0,-12 119-1,-1 14-15,1-1 0,-1 0 16,93 1-1,-92 52 1,-14 13-16,0 1 0,-13 131 31,-13-131-15,-40 65 0,27-78-1,-41-1 1,54-13-1,0 0-15,0-40 16,13 27 0,13-13-16,53-1 15,-13 27 1,53 79 0,-80-52-1,14 66 1,-40-80-1,0 13-15,-40 1 16,14-14 0,-93-13-1,-13-53 17</inkml:trace>
  <inkml:trace contextRef="#ctx0" brushRef="#br0" timeOffset="-187734.61">27999 14746 0,'13'-53'31,"14"40"0,-1 105 0,-26 120 1,-13-14-1,0-171 0,13-41-15,26-52-1,-13 40-15,80-133 32,-67 119-32,93-26 31,-66 80-15,-40 78-1,-66 120 16,-13-133 1,53-79-32</inkml:trace>
  <inkml:trace contextRef="#ctx0" brushRef="#br0" timeOffset="-187546.48">28237 14746 0,'53'-40'32,"-106"80"-32,212-67 31,26 80 0,-106-40-15</inkml:trace>
  <inkml:trace contextRef="#ctx0" brushRef="#br0" timeOffset="-187155.44">28911 14812 0,'0'0'0,"14"-13"15,-14-1-15,-14 14 16,-25 0 0,26 0-1,-40 53 1,-27 119 15,67-132-15,39 52-1,80-39 17,-53-53-17,13-39 1,-13-146 15,-66 145-15,-53-92-1,-53 118 17,106 14-17,-14 14-15,14 25 16,26-12-1</inkml:trace>
  <inkml:trace contextRef="#ctx0" brushRef="#br0" timeOffset="-186689.97">29282 14812 0,'0'0'16,"26"-53"-1,-26 40 1,-13 13 0,-13 39-1,-67 173 17,80-172-17,13 79 1,92-66 15,1-53-15,39-93 15,-92-13 0,-80 146 0,14 0-15,-1 39 0,27-13-1,66-13 17,-39-53-32</inkml:trace>
  <inkml:trace contextRef="#ctx0" brushRef="#br0" timeOffset="-185970.13">29652 14904 0,'0'-52'31,"0"104"-31,0 28 31,-13-54-15,0 106-1,13-52 17,0-107-1,0 14-31,0-13 0,13-67 31,40-105 0,66 92 1,-40 119-17,-13 27 1,-39 52 15,-93 1 0,-27-27 1,80-66-32,0 0 31,92-26 0,13 39 0,-12 66 1,-80-66-32,13 67 31,-119-14 0,-26-92 0,66-27 1,66 39-32,-13 1 15,13 0-15</inkml:trace>
  <inkml:trace contextRef="#ctx0" brushRef="#br0" timeOffset="-167204.55">21915 8781 0,'0'80'0,"0"-160"0,0 213 15,0-80-15,13 39 32</inkml:trace>
  <inkml:trace contextRef="#ctx0" brushRef="#br0" timeOffset="-167108.16">21941 9059 0,'14'-13'0,"-14"0"16,0-14 15,0 14-31,13 0 16,0-40-1</inkml:trace>
  <inkml:trace contextRef="#ctx0" brushRef="#br0" timeOffset="-166687.56">21994 8781 0,'0'0'0,"0"-52"32,0 38-32,0-12 15,0 13-15,0-14 16,14-65 0,-14 65-16,0 1 15,0-1-15,0-52 31,0 26 1,-14 66 15,14 67-16,0-54-31,0 146 31,0 66 0,0-198-31,0 118 32,0-118-17</inkml:trace>
  <inkml:trace contextRef="#ctx0" brushRef="#br0" timeOffset="-166394.27">21770 8980 0,'0'13'31,"0"-26"-31,79 66 32,13 26-1,-52-26-16</inkml:trace>
  <inkml:trace contextRef="#ctx0" brushRef="#br0" timeOffset="-166182.6">22206 8993 0,'66'-106'31,"-132"212"-31,132-185 32,-79 118-32,-66 107 31,-27-14 0,106-119-31</inkml:trace>
  <inkml:trace contextRef="#ctx0" brushRef="#br0" timeOffset="-165619.33">22788 8504 0,'0'0'0,"13"-53"31,-39 93 0,-80 105 1,79-105-32,-25 52 31,25-65 0,67-133 0,66-132 1,-80 185-32,67-93 31,-67 133-31,40 106 31,-26 52-15,13 67-1,-53-186 1,13 40 0</inkml:trace>
  <inkml:trace contextRef="#ctx0" brushRef="#br0" timeOffset="-165317.7">22854 8319 0,'-13'132'32,"26"-264"-32,-26 317 0,13-132 0,0 0 15,0 224 1,0-224-1,0 106 1,0-119 0,-13 39-1,13-66 1</inkml:trace>
  <inkml:trace contextRef="#ctx0" brushRef="#br0" timeOffset="-165109.97">22722 9086 0,'0'0'0,"-13"0"16,-14 13-1,40 27 16,1-27-15,-1 26 0</inkml:trace>
  <inkml:trace contextRef="#ctx0" brushRef="#br0" timeOffset="-164450.73">24878 9906 0,'-14'0'0,"28"0"0,-41-14 15,27 1 1,79-27 0,-26 14-1,225-80 1,-93 53-1,159-39 1,-278 78 0,67-25-1,-133 12 17</inkml:trace>
  <inkml:trace contextRef="#ctx0" brushRef="#br0" timeOffset="-164094.64">25684 9337 0,'-13'-13'0,"26"26"0,-52-26 0,25 13 16,41 0 15,158 26 0,-145-13-15,105 14 0,-118-14-1,12 66 16,-184 133 1,-1-27-1</inkml:trace>
  <inkml:trace contextRef="#ctx0" brushRef="#br0" timeOffset="-163716.75">26623 9866 0,'0'0'0,"0"-13"16,14 13 0,-120 53 15,53-40-15,-185 106-1,158-80 1,14 1-16,-132 53 15,145-67 1,-79 54 0,105-67-1,14-13-15,0 0 16</inkml:trace>
  <inkml:trace contextRef="#ctx0" brushRef="#br0" timeOffset="-163375.6">25777 10051 0,'0'0'16,"-13"13"-1,-1 14 16,14-14-15,0 0-16,-13 0 16,-26 54-1,12-28 1,14-12 0,0 12-1,13-25 1,0-1-16,53 13 15,-40-13 1,66 14 0</inkml:trace>
  <inkml:trace contextRef="#ctx0" brushRef="#br0" timeOffset="-162853.77">25221 11347 0,'0'0'0,"133"66"31,-80-39-31,13-1 16,13 1-16,0-1 0,14 14 16,172 52-1,-1 1 16,-224-67-15,-40-39 15</inkml:trace>
  <inkml:trace contextRef="#ctx0" brushRef="#br0" timeOffset="-162558.31">26319 11519 0,'0'13'32,"40"27"-1,26 52 0,-40 1 0,-26-67-31,-145 27 32,26-39-17</inkml:trace>
  <inkml:trace contextRef="#ctx0" brushRef="#br0" timeOffset="-162031.25">25314 11969 0,'0'0'0,"40"-27"32,-27 14-32,-79 13 47,-119 0-16,52 13 0,120 14 0,26-14-31,40 79 32,40 67-1,-67-106-16</inkml:trace>
  <inkml:trace contextRef="#ctx0" brushRef="#br0" timeOffset="-161721.52">25182 12035 0,'-40'-14'31,"80"28"-31,-14-1 31,226 80 1,52 12-1,-265-78-31,80 26 31,-105-53-31</inkml:trace>
  <inkml:trace contextRef="#ctx0" brushRef="#br0" timeOffset="-161077.08">29044 10831 0,'0'-53'31,"0"106"-31,13-132 32,-13 172-1,0 158 0,0-185-31,-13 159 31</inkml:trace>
  <inkml:trace contextRef="#ctx0" brushRef="#br0" timeOffset="-160752.75">28938 11268 0,'0'-14'31,"0"28"-31,0-14 0,0 66 31,0-53-31,13 13 0,-13 1 16,53 39 15,13-53 0,40-79 1,-40-26-1,-53 92 0,-13 13-31</inkml:trace>
  <inkml:trace contextRef="#ctx0" brushRef="#br0" timeOffset="-160441.33">29665 10712 0,'0'-26'0,"0"52"0,14-65 15,-1 78 16,-40 186 1,27-172-32,-26 145 31,26-39-15</inkml:trace>
  <inkml:trace contextRef="#ctx0" brushRef="#br0" timeOffset="-159995.47">29652 10620 0,'0'0'0,"-13"-14"31,-14 54 0,-52 79-15,66-92 0,-53 78 15,52-78 0,28-40-31,-1-1 16,53-78-1,-40 65 1,54-92 0,-67 93-1,66 26 1,14 251 15,-80-185-15</inkml:trace>
  <inkml:trace contextRef="#ctx0" brushRef="#br0" timeOffset="-153754.43">23833 6520 0,'0'0'16,"-13"-40"-1,-1-13 17,14 93-1,-53 119 0,40-80-15,-27 14-1,1-14 17,65-119-1,93-198 0,-92 172-15,65-159-1,1 159 17,-67 80-17,-12 25-15,12 80 16,-52 119 15,26-172-15,-14 27-1,14-40 1</inkml:trace>
  <inkml:trace contextRef="#ctx0" brushRef="#br0" timeOffset="-153251.25">23925 6613 0,'0'0'0,"-26"-27"15,26 14-15,13 0 32,14 0-17,92-14 17,0 67-1,-106-14-16,27 80 1,-27 13 15,-26-79 1,-1-54-1,14-52-16,80-66 17,-54 106-17,-13 12-15,40 14 16,13 106 15,-52-93-15,-1 80-1,-13-80 1,0 14-16</inkml:trace>
  <inkml:trace contextRef="#ctx0" brushRef="#br0" timeOffset="-152825.31">24851 6758 0,'-13'-26'16,"26"52"-16,-26-66 15,13 27-15,0-13 16,-13 13 15,-1 26 1</inkml:trace>
  <inkml:trace contextRef="#ctx0" brushRef="#br0" timeOffset="-152456.08">24811 6679 0</inkml:trace>
  <inkml:trace contextRef="#ctx0" brushRef="#br0" timeOffset="-151640.85">24203 7234 0,'0'0'0,"0"-92"16,0 65-1,27-26 17,-14 146-17,-13 132 17,0-53-1,-13-146-16,13 0-15</inkml:trace>
  <inkml:trace contextRef="#ctx0" brushRef="#br0" timeOffset="-151443.41">24084 7512 0,'40'-53'31,"-80"106"-31,133-106 16,-67 53 0,106 40 15,40-40-15</inkml:trace>
  <inkml:trace contextRef="#ctx0" brushRef="#br0" timeOffset="-151249.62">24137 7076 0,'0'0'16,"93"0"15,-54 13-31,146 13 31,-158-13-31</inkml:trace>
  <inkml:trace contextRef="#ctx0" brushRef="#br0" timeOffset="-150874.39">24613 7287 0,'27'0'31,"-54"0"-31,40 27 31,-26-14-31,13 13 0,-40 40 32,14 40-1,26-93-31,53 1 31,66-67 0,-79-80 1,-93 1-1,39 119-31,-52 0 31,53 26-31</inkml:trace>
  <inkml:trace contextRef="#ctx0" brushRef="#br0" timeOffset="-150529.43">24904 7208 0,'0'0'0,"53"-40"31,-80-13 0,-52 40 1,66 26-32,0 0 0,-1 67 31,94 92 0,-27-27 0,-119-66 1,-120-105-1,120 0-16</inkml:trace>
  <inkml:trace contextRef="#ctx0" brushRef="#br0" timeOffset="-147010.21">28237 6560 0,'0'0'15,"0"-13"-15,0-27 16,0 27 0,0 52-1,0-12 1,-27 105 0,14-92-1,-13 92 1,13-119-1,-1 40 1,28-93 15,-14 14-15,39-120 0,-26 94-1,1-15-15,39-131 16,-27 145-1,93-106 1,-26 318 15,-80-106-15,27 172 0,-40-185-1,13 118 1,-13-131-1,0 12 1,13-39 0,-13-39-1,0 12 1,0 1-16,0-93 16,-26 39-1,12 41-15,1 12 16,0 14-16,-53 0 15,39 26-15,-52 66 32,66-52-17,-1-14-15,14 14 0,0-14 16,0 53 0,14-53-1,25-13 1,-25 0-1,12 0-15,67-53 16,-1-26 0,-65 52-1,92-12 1,-93 39-16,54 92 31,-80-65-15,26 52-1,-26-66 1,0 14 0,13-54 15,0 14-15,27-79-1,53 12 16,-67 80-15,1 66 0,-27-39-1,26 39 1,-13-53 0,-13 0-16,66 14 15,-52-27 1,118-27-1,-79-12 1,39-54 0,-78 67-1,-28-27 1,1 53 0,-132 66 15,131-53-16,1 27 1,13-27 0,53 13-1,-40-26 1,53-26 0,-39 0-1,26-1 1,-40 14-1,-13 0-15,26 39 16,1 172 15,-27-145-15,0 119 0,0-132-16,0-14 15,-13 1 1,-67 26-1,54-66 1,-67-80 0,80 67-1,13-133 1,13 119-16,1 14 16,38-14-1,-25 27 1,-1 13-16,27 0 15,-26 0 1</inkml:trace>
  <inkml:trace contextRef="#ctx0" brushRef="#br0" timeOffset="-145360.2">29784 6586 0,'0'0'0,"-13"-26"15,0-14 1,13 53 15,0 14-15,0 79 0,13 39 15,14-92-16,65-40 17,1-66-1,-40-92 0,-40 65 0,-26 120 1,13 26-1,13-53-31,27 14 31,-1-40-15,54-67 15,-40-131 0,-53 171-31,0 14 16,0-41 0,-14 67-16,1 14 15,-26 105 1,25-93-1,1 146 1,92-26 15,-39-120-15,39 0 0,93-105 15,-145 53-16,39-67 1,-53 27 15,-26 66-15,0-13-16,-53 26 16,-27 40 15,80-40-31,13 14 15,-27 12 1,27-26-16,14 27 31,-1-27-15,0-13-16,40 0 31,0-26 0,-13 39 1,-40 0-17,0 1-15,39 52 32,14-40-1,-13-92 0,-14-40 0,14-26 1,0 79-1,-27 66-31,53 106 31,0 27 0,-39-67 1,-54-66-1,14-26-31,-40-53 31,53 40-31,26-160 31,67 81 1,-67 105-32,1 0 15,79 53 16,-93-40-31,13 26 32,-39-39-32</inkml:trace>
  <inkml:trace contextRef="#ctx0" brushRef="#br0" timeOffset="-143420.14">19667 11704 0,'-27'-40'16,"40"27"15,-13 26-15,0 1-16,14 52 15,-14-27 1,-40 120 0,27-132-1,-14 39 1,27-53 0,-13-26-1</inkml:trace>
  <inkml:trace contextRef="#ctx0" brushRef="#br0" timeOffset="-143109.98">19667 11612 0,'0'0'0,"26"-40"16,1 185 15,-27-118-15,0 12-16,26 54 15,-26-67 1,40 41 0,-27-54-1,0-13-15,40 0 16,26-106 15,-26-66 0,-53 146-15,-13-1 0,0 27-1</inkml:trace>
  <inkml:trace contextRef="#ctx0" brushRef="#br0" timeOffset="-142870.25">20169 11744 0,'0'26'31,"-13"-13"-31,-13 67 16,12-54-1,1 54 1,13-67-1,53 13 1,-40-26 0,0-13-16</inkml:trace>
  <inkml:trace contextRef="#ctx0" brushRef="#br0" timeOffset="-141936.41">20222 11731 0,'0'0'0,"-13"-14"15,-27 14 1,27 14 0,39-1-1,-12-13 1,91 13 0,-91-13-1,52-13 1,-53 13-1,0-13 1,-13 39 15,-13-26-15,-13 79 0,12-13 15,14-52 0,40-1-15,13-66 31,13-66-16,-13-66 0,-53 145-31,13-13 16,-26 53-1,13 14-15,-53 91 16,0 28 15,53-107-15,13 53-1,-13-65 1,27 52 0,-14-53-1,0 0 1,1-13 0,25-53-1,27-53 16,-52 93-15,25-26 0,-52 39 15,-13 39 0,12-26-15,14 1-16,-13 65 15,26-13 17,-13-53-17,27 14 1,-14-27 0</inkml:trace>
  <inkml:trace contextRef="#ctx0" brushRef="#br0" timeOffset="-141546.08">20844 11757 0,'0'0'0,"0"-13"15,0 39 16,13-13-15,0 106 0,-13-92-1,0 13-15,-26 65 16,13-78 0,-14-1-16,-66 27 15,54-53-15</inkml:trace>
  <inkml:trace contextRef="#ctx0" brushRef="#br0" timeOffset="-141370.17">20804 11466 0,'40'-13'31,"-80"26"-31,80-13 16,-40 13-16,26 27 16</inkml:trace>
  <inkml:trace contextRef="#ctx0" brushRef="#br0" timeOffset="-141022.74">21082 11783 0,'0'0'0,"13"-13"16,0-26-1,-13 25 1,13-25 0,-26 25-1,0 14-15,-27 0 16,27 14-1,-40 25 1,40 14 0,53 40 15,-27-67-15,0-13-16,-13 27 15,-159 0 16,93-40-31</inkml:trace>
  <inkml:trace contextRef="#ctx0" brushRef="#br0" timeOffset="-139089.22">31107 14164 0,'0'-13'31,"0"26"-31,13-40 32,-13 14-1,0 0 63,13-13-63,-13 12 0,-13 41 0,13-1-31,-53 133 32,0 0-1,27-80 0,13-53 0,-1-65 1,1-14-1,0 40 0,0 13 0,-14 0 1,-12-40-1</inkml:trace>
  <inkml:trace contextRef="#ctx0" brushRef="#br0" timeOffset="-138892.55">31160 13886 0,'0'0'0,"-27"0"31,41 0 0,12 27-15</inkml:trace>
  <inkml:trace contextRef="#ctx0" brushRef="#br0" timeOffset="-137450.64">31385 14270 0,'0'0'0,"0"-27"31,13 14-31,-13-53 32,0 13-1,-53 66 0,-40 80 0,27 13 1,93-67-1,-14-26-31,53-39 31,-39 26-31,39-93 31,-40 41 1,-13 78-1,-26 53 0,26-52 0,40-40 1,-40-1-32,27-52 31,26-40 0,-39 80 0,-27 52-31,-53 80 32,40-40-1,26-39 0,40-67 0,-40 14-31,40-40 32,-40 52-32,14-12 31,-27 79 0,13 13 0,26-40 1,67-52-1,-13-27-16,-80 40 1,0 0-16,14-54 16,-14 54-1,-13-79 1,-53 118 15,27-13-15,-41 67-1,54-67 1,-13 40 0,26-40-1,26 0 1,-13-13 0,80-26-1,-27-27 16,-39 13 1,-27 106-1,0-52-15,0 52-1,13-40 16,13-52 1,-12-1-1</inkml:trace>
  <inkml:trace contextRef="#ctx0" brushRef="#br0" timeOffset="-87089.86">22259 1402 0,'0'0'15,"13"-40"1,0 40-16,1-39 31,25-1 1,-26 40-32,1-26 31,-1 12 0,-26 1 0,-1 13-31,-118 13 32,-106 93-1,185-79-31,0 12 15,-119 279 17,305-120-1,250-145 0,-224-66-15,13-53-1,-66-80 17,-106 120-32</inkml:trace>
  <inkml:trace contextRef="#ctx0" brushRef="#br0" timeOffset="-86577.58">22841 1561 0,'-27'-93'15,"54"186"1,-67-199-16,27 93 0,13 0 16,-13 79 15,26 159 0,-13 26 0,-13-198 1,52-172-1,14-172 0,66 0 0,-92 251-31,171 53 32,-52 173-1,-107 38 0,-25-25 0,-1-120-15</inkml:trace>
  <inkml:trace contextRef="#ctx0" brushRef="#br0" timeOffset="-85920.3">23026 1653 0,'-13'14'32,"26"-28"-32,106 14 31,172-52 0,-159 25-15,-39-65 15,-93 39 0,0 172 0,13 92 1,27-26-1,-14-119 0,-13-66-31,-13-39 31,-13-160 1,0 147-32,-40-226 31,79 93 0,146 171 0,0 120-15,-158-93 0,-54 80-1,0-66 1,-105 39 0,105-66-1,14 13-15,-1 0 16</inkml:trace>
  <inkml:trace contextRef="#ctx0" brushRef="#br0" timeOffset="-85152.58">24190 1468 0,'0'0'0,"0"27"16,0-14-1,-13 13 1,13-12 0,26 105-1,-26-93-15,27 120 32,-27-94-17,0 1 1,0-92 15,0 12-15,0-12-16,0-94 15,0 80 1,0 1-16,0-94 16,0 106-16,13 1 15,53-27 1,66 132 15,-105-40-15,39 80-1,-66-80 1,13 54 0,-13-67-1,0 0-15,0 14 16,-13-14-1,13-40 1,0-25 0,53-94-1,-40 106 1,93-92 0,-80 119-1,1 13-15,144 132 31,-157-92-15,-1 0-16,13 79 16,-39 66 15,0-119-15,0-40-16,-27 14 15,27-27 1,0-13-16,-67 0 15</inkml:trace>
  <inkml:trace contextRef="#ctx0" brushRef="#br0" timeOffset="-79453.73">5528 3597 0,'0'0'0,"0"-26"31,14 0 0,-1 12 0,-13 1 1,0 40-1,0-1-31,0 133 31,0 26 0,-13-66 1,13-79-1,13-67-15</inkml:trace>
  <inkml:trace contextRef="#ctx0" brushRef="#br0" timeOffset="-78971.65">5608 3690 0,'0'0'16,"0"-53"-16,-14-158 31,1 65 1,119 93-1,-79 53-31,12 13 0,1 1 15,132 184 17,-159-158-32,-26 184 31,-40-144-15,13-54-16,-132 54 31,53-80 0,119-14-31,66-91 31,120 91 1,-1 133-1,-66 14 0,-40-54 0,-66-66-31</inkml:trace>
  <inkml:trace contextRef="#ctx0" brushRef="#br0" timeOffset="-78452.08">6467 3624 0,'0'0'32,"0"-27"-32,-13 107 31,13-54-31,-13 14 15,13 66 1,0 26 15,0-119-31,0 27 32,13-93-1,-13-172 0,40-79 0,13 198-15,79 159 15,0 212 0,-119-213-15,14 107 0,-27-27 15,-13-105-15</inkml:trace>
  <inkml:trace contextRef="#ctx0" brushRef="#br0" timeOffset="-78242.49">6613 3743 0,'0'0'0,"-53"0"16,119-27 15,13 14-16,133-13 1,-66-1 0</inkml:trace>
  <inkml:trace contextRef="#ctx0" brushRef="#br0" timeOffset="-77705">7168 3611 0,'0'0'15,"-26"0"1,13 0-16,-1 0 15,28 39 17,12 94-1,-13 65 0,-13-172-15,-13 27-1,0-66 17,0-132-1,-1-133 0,67 0 0,-26 238-31,145 14 32,0 172-1,-133 39 0,-171-80 0,106-91-31,-133-1 32,106-79-1</inkml:trace>
  <inkml:trace contextRef="#ctx0" brushRef="#br0" timeOffset="-76204.66">5449 4616 0,'0'0'16,"-13"-53"-1,-27 26 1,0 107 15,-39 197 0,66 67 1,185-225-1,-119-119-31</inkml:trace>
  <inkml:trace contextRef="#ctx0" brushRef="#br0" timeOffset="-75373.69">5727 4893 0,'0'-39'16,"0"78"-16,0-105 16,13 40-16,27-40 15,79 119 16,-106-27-15,40 120 0,-40-120-16,-13 80 31,-13-40-15,-14-26 15,1-93 0,13 26-31,13 1 16,13-146-1,53 0 17,66 212-1,-26 92 0,-79 0 0,-54-79 1,1-79-1,79-133 0,66 27 0,-14 198 1,-91 106-1,-14-146-31,0 1 15,-14 92 17</inkml:trace>
  <inkml:trace contextRef="#ctx0" brushRef="#br0" timeOffset="-74943.14">6785 4801 0,'-13'-13'31,"26"26"-31,-93 27 31,67 105 0,53-13 1,-27-105-32,40 12 31,66-118 0,-79-106 0,-93 53 1,-40 171-1,67 54-15</inkml:trace>
  <inkml:trace contextRef="#ctx0" brushRef="#br0" timeOffset="-74450.02">7063 4774 0,'0'-39'31,"0"78"-31,39 28 32,-26-41-32,27 80 31,-27-93-31,-13 53 31,-13-26 0,0-40-31,13-66 32,40-119-1,65 13 0,1 211 0,-13 120 1,-80 13-1,-13-119-15</inkml:trace>
  <inkml:trace contextRef="#ctx0" brushRef="#br0" timeOffset="-73994.67">7869 4735 0,'-13'0'0,"26"0"0,-92-13 31,66 13-15,-14 52 0,27-25-1,27 132 1,26-54 15,-40-91-15,53 12-1,-53-26 1,67-66 0,-54 39-1,0-118 1,-26 105 0,-39-79-1,12 93 1,14 13-16,-66 39 15,52-13 1,1 27 0</inkml:trace>
  <inkml:trace contextRef="#ctx0" brushRef="#br0" timeOffset="-73705.87">8200 4378 0,'0'0'0,"0"39"16,13 199 15,-13-185-16,13 132 1,1-145 0,-14 66-1,13-80 1,-13-12-16</inkml:trace>
  <inkml:trace contextRef="#ctx0" brushRef="#br0" timeOffset="-73251.53">8478 4814 0,'0'0'0,"-14"0"16,-12 13-1,13-13 1,13 14-1,39-14 17,-25-14-17,25-25 1,-25 25 0,12-65-1,-26 39 1,-40-65-1,-26 184 17,53-39-17,-13 132 1,26-133 0,52 80-1,107-92 16,-119-41-15</inkml:trace>
  <inkml:trace contextRef="#ctx0" brushRef="#br0" timeOffset="-73000.87">8716 4232 0,'0'0'15,"-13"0"-15,-14 159 16,27-106 0,13 238-1,-13-212 1,40 119 0,-27-158-1,14 39 1,-14-79-1,-40-79 1</inkml:trace>
  <inkml:trace contextRef="#ctx0" brushRef="#br0" timeOffset="-72512.69">8729 4827 0,'0'-26'0,"0"52"0,0-92 16,13 66-16,0-13 15,27 13 1,-27 0-16,53 0 31,-39-13-15,-14 13-16,27-27 15,-27 27-15,13 27 32,-12-14-17,-14 93 1,13-67-1,-13-12-15,13-1 16,14 67 0,-14-80-1,13 0 1,-12-13 0,38-39-1,-38 12-15,12-39 31,-13 53-15,-13 0-16,-13-1 16,13 28-1,-26 12 1,12-13 0,14 1-1,0-28 32</inkml:trace>
  <inkml:trace contextRef="#ctx0" brushRef="#br0" timeOffset="-71685.19">8993 4259 0,'0'0'16,"14"0"0,12 105 15,-13-65-15,1 13-16,25 159 15,-39-159 1,27 105-1,-14-131 1,-13 39 0,0-53-1,13-13-15,-13-13 16,0 0 0,13-1-16,1-52 15,-14 27-15,53-80 31,-40 105-15,0 1-16,0 13 16,27 53-1,-40-40-15,40 93 32,-14-66-17,-26-27-15,26 13 16,1 1-1,-14-27-15,67-13 32,-54-14-17,-13-39 1,-13 13 0,-13-79-1,13 105 1,-26 1-1,12 145 17,14-79-32,0 65 31,14-91-15,-1-1-16</inkml:trace>
  <inkml:trace contextRef="#ctx0" brushRef="#br0" timeOffset="-71528.5">9496 4245 0,'-26'-39'16,"52"78"-16,-92-118 15,66 92 1,-13 27-1</inkml:trace>
  <inkml:trace contextRef="#ctx0" brushRef="#br0" timeOffset="-71172.52">9880 4642 0,'0'-13'16,"0"0"0,0-53-1,-27 13 17,14 53-17,-66 106 1,65-67-1,-12 14-15,-1-13 16,27 145 0,14-159-1,131 14 1,-105-40 0,158-53-1,-158 27-15</inkml:trace>
  <inkml:trace contextRef="#ctx0" brushRef="#br0" timeOffset="-70952.23">10210 4232 0,'0'0'0,"-13"-13"16,0 0-1,26 26 1,66 119-1,-26-26 1,0 92 0,-53-131-1,0-1-15,-26 0 0,-14 0 16,-185 79 0</inkml:trace>
  <inkml:trace contextRef="#ctx0" brushRef="#br0" timeOffset="-3358.72">24216 2923 0,'40'-26'47,"-14"-80"-16,-26 93-16,-52-1 1,25 28-16,1-1 16,-160 119-1,147-92 1,-107 184 0,133-157-1,40 91 1,-1-131-1,212 26 1,-159-53-16,1-14 16,65-12-16</inkml:trace>
  <inkml:trace contextRef="#ctx0" brushRef="#br0" timeOffset="-2947.34">24679 3148 0,'27'-13'15,"-54"26"-15,67-26 16,-27-14 0,-39 54 15,12-1-16,-12 0-15,-27 54 16,40-54-16,-14 80 31,41-106-15,78 27 0,-65-27-1,12-14-15,54-12 16,-67-1-1,27-65 1,-53 65-16,-79-92 31,0 93 1</inkml:trace>
  <inkml:trace contextRef="#ctx0" brushRef="#br0" timeOffset="-2510.11">25433 3108 0,'27'-40'16,"-54"80"-16,54-106 15,-41 0 1,1 53 0,0 13-16,-53 0 15,52 13 1,-65 53 0,92 27 15,14-67-16,79 53 1,-80-65 0,80 65-1,-93-66 1,-53 53 0,14-66-1,-133 27 1,133-27-1,-1 0-15,-26-40 16</inkml:trace>
  <inkml:trace contextRef="#ctx0" brushRef="#br0" timeOffset="-2203.29">25817 2725 0,'0'0'0,"13"-14"16,27 14 0,-40 14-1,39 91 1,-26-52 0,1-13-16,25 105 15,-12-52 1,12 66-1,-25-120 1,12 28 0,-13-54-1,27-40 1,-27 14-16</inkml:trace>
  <inkml:trace contextRef="#ctx0" brushRef="#br0" timeOffset="-1975.36">26068 3095 0,'0'0'0,"-132"-40"16,79 27-16,-119 13 31,264 26 1,-39-26-17,238 0 1,-225 0-1,53-13 1,-132 13 0,-13-13-16</inkml:trace>
  <inkml:trace contextRef="#ctx0" brushRef="#br0" timeOffset="3079.39">26861 2619 0,'0'0'0,"27"-13"15,-27-1 1,13 14 0,0 0-1,-13 14 1,0-1 0,0 106-1,0-66-15,0 238 31,0-119-15,-13 79 0,0 66 15,13-290-15,-13 65-1,13-78-15</inkml:trace>
  <inkml:trace contextRef="#ctx0" brushRef="#br0" timeOffset="3358.78">26663 3888 0,'0'0'0,"0"14"16,66 52 15,-53-40-15,54 67-1,-54-67 1,0-13-16,27 27 15,-40-27 1</inkml:trace>
  <inkml:trace contextRef="#ctx0" brushRef="#br0" timeOffset="3586.31">27086 3902 0,'0'0'0,"0"-14"15,14 14-15,-14 14 16,-14 25 0,-39 41-1,40-67 1,-53 40 0,53-40-1,13 0-15,-13 0 16</inkml:trace>
  <inkml:trace contextRef="#ctx0" brushRef="#br0" timeOffset="4223.5">27787 3135 0,'0'-14'16,"0"28"-16,-13-41 0,13-13 16,0-39 15,0 66-31,-106-27 31,80 40-15,-14 0-16,-92 27 15,105-14 1,-39 66 0,79-39-1,252 105 16,-212-118-15,106 39 0,-146-40-16,0-12 15,-26 39 1,0-40 0,-14 0-16,-79 13 15,-66-26 16</inkml:trace>
  <inkml:trace contextRef="#ctx0" brushRef="#br0" timeOffset="4545.64">27615 2764 0,'14'-13'0,"-28"26"0,41-26 31,-14 26-31,-13 1 16,26 65 0,1 185 15,-14-131-16,-13 78 1,0-52 15,0-146-15,0 0-16</inkml:trace>
  <inkml:trace contextRef="#ctx0" brushRef="#br0" timeOffset="5335.01">28435 3187 0,'0'0'15,"0"-39"1,0 26-16,-79-54 31,66 41-31,-133-14 31,14 80 1,119 66-1,198 39 0,27-65 0,-93-14 1,-119-53-32,0 0 15,-146 27 17,-79-67-1</inkml:trace>
  <inkml:trace contextRef="#ctx0" brushRef="#br0" timeOffset="5630.72">28105 2764 0,'0'0'15,"13"0"-15,53 106 32,-26 159-1,-40-213-31,0 15 16,13 197 15,-13-79 0,26-145-15</inkml:trace>
  <inkml:trace contextRef="#ctx0" brushRef="#br0" timeOffset="8455.16">11163 3531 0,'0'0'0,"0"-39"16,0 25-16,-40 67 31,-13 132 1,40-158-32,-40 132 31,40-106 0,13-93 0,13-26-15,0-67 0,66-184 15,14 317 0,-14 198 0,-79-105-15,14 26 0,12 40 15</inkml:trace>
  <inkml:trace contextRef="#ctx0" brushRef="#br0" timeOffset="9251.62">11110 3783 0,'0'0'0,"-14"-27"31,133-39 1,67-13-1,-160 65-31,53-12 16,-65 26-1,-1 79 16,-26 106 1,13-158-32,0 52 31,-14-65-31,14-14 31,0-14-31,0-65 31,0 52-31,0-12 0,-26-133 32,66 13-1,92 146-15,-92 13-1,-14 13-15,67 27 31,-67-27-31,0 40 32,-26-27-32,-26-12 0,-14 25 15,-79 14 17,93-40-32,-1-13 0,1 14 15,0-1 16,39-26-31,93-1 16,-67 14 0,80 14-1,-92-1 1,-14 13-16,0-12 16,-53 78-1,14-79 1,-93 27-1,79-40 1,-26-13 0</inkml:trace>
  <inkml:trace contextRef="#ctx0" brushRef="#br0" timeOffset="9732.7">12035 3531 0,'0'0'0,"14"40"31,-1 53 1,-13-67-17,13 53 1,-13-65-1,-26 38 1,26-38 0,-40-28-1,40-105 17,13 67-17,0 12-15,54-106 16,-54 107-1,66-27 1,-66 66 0,53 119-1,-66-80 1,14 14-16,25 93 16,-39-120-1,14 67 1,-28-80-1,-12 13-15</inkml:trace>
  <inkml:trace contextRef="#ctx0" brushRef="#br0" timeOffset="10385.32">12075 3584 0,'0'0'0,"0"-13"16,40 26-1,-14-13 1,1 13-16,92 1 16,-27-14-1,67-27 1,-133 14 0,41-53-1,-67 39 1,0 14-16,-14-53 15,1 53 1,-13 39 0,26 1-1,-14-1-15,1 106 16,13-92 0,0 13-16,0 79 15,27-39 16,-27-106 1,13-1-17,-13 1-15,0-66 16,0 39 0,-27-145-1,27 79 1,-13-13-1,26 93 1,54 12 0,-41 28-1,53 39 1,-52-27 0,-40 67-1,-106-1 16,92-79-15</inkml:trace>
  <inkml:trace contextRef="#ctx0" brushRef="#br0" timeOffset="10662.75">13398 3373 0,'0'0'0,"-53"-53"15,40 53-15,-1 26 32,14 14-17,14 0-15,25 171 16,-39-158-1,13 145 1,-13-171 0,-39 79-1</inkml:trace>
  <inkml:trace contextRef="#ctx0" brushRef="#br0" timeOffset="10920.1">13279 3201 0,'0'0'0,"-14"-27"16,-39-39 0,40 66-1,-66 79 1,-14 120 15,80-159-15,-13 79-1,12-119 1</inkml:trace>
  <inkml:trace contextRef="#ctx0" brushRef="#br0" timeOffset="11128.78">13199 3082 0,'0'0'0,"53"26"16,-40-13 0,67 67-1,-54-54 1,80 80-1,-66-40 1,-27-39-16,13 12 16</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4T06:28:56.568"/>
    </inkml:context>
    <inkml:brush xml:id="br0">
      <inkml:brushProperty name="width" value="0.05292" units="cm"/>
      <inkml:brushProperty name="height" value="0.05292" units="cm"/>
      <inkml:brushProperty name="color" value="#FFFF00"/>
    </inkml:brush>
  </inkml:definitions>
  <inkml:trace contextRef="#ctx0" brushRef="#br0">2764 4007 0,'0'0'16,"13"-26"0,-13 0-1,-26-41 16,13 54-31,-1-13 16,14 52 15,0 1-15,40 184 0,-27 80 15,-13-79 0</inkml:trace>
  <inkml:trace contextRef="#ctx0" brushRef="#br0" timeOffset="457.08">2724 4325 0,'0'0'0,"0"-27"16,0-26 0,14 53-1,39-13 1,-27 13 0,1 0-16,92-26 15,-67 26 1,-12-13-16,145-40 15,-158 53 1,52-40 0,-79 14-1,0 12-15,0-39 16,-13 27 0,0 0-16,-27-54 15,40 67-15,-13 13 31,26 40-15,27 118 0,-27-105-1,13 119 1,-12-132 0,-14-1-16</inkml:trace>
  <inkml:trace contextRef="#ctx0" brushRef="#br0" timeOffset="870.15">3809 4113 0,'0'0'0,"-66"0"16,39 0 0,-12 40-1,39-14 1,13 93 0,-13-79-16,53 79 31,-27-106-16,-12 0-15,52 1 16,26-120 15,-79 66-31,-13 1 16,0-80 0,-13 79-16,-79-26 31,78 66-16,-12 13-15,26 0 0</inkml:trace>
  <inkml:trace contextRef="#ctx0" brushRef="#br0" timeOffset="1374.12">4259 4140 0,'0'0'0,"-93"-66"31,80 52-31,13 1 15,13 0 1,0 13-16,120 53 31,-28 53 1,-91-14-1,-67-39 0,39-53-31,-25-93 31,39 54-15,26-107 0,80 27 15,-40 119-16,27 0 1</inkml:trace>
  <inkml:trace contextRef="#ctx0" brushRef="#br0" timeOffset="1610.14">4788 3994 0,'0'0'0,"-27"0"31,54 66 1,-1 67-1,-26-94-31,0-26 16,0 54-1,0-54-15</inkml:trace>
  <inkml:trace contextRef="#ctx0" brushRef="#br0" timeOffset="1752.18">4774 3637 0,'-79'0'31,"158"0"-31,-184 13 16</inkml:trace>
  <inkml:trace contextRef="#ctx0" brushRef="#br0" timeOffset="2173.37">4960 4034 0,'-14'-27'31,"28"54"-31,-14-67 16,13 27-16,159-53 31,-133 66-15,41 53-1,-40 119 17,-40-146-32,-14 1 15,-12 39 1,-1 26 15,41-79-31,-1 1 16,93-28 15,-80 1-31,-13-13 16,1-1-16</inkml:trace>
  <inkml:trace contextRef="#ctx0" brushRef="#br0" timeOffset="2606.77">5251 4153 0,'0'0'15,"-40"0"-15,-26 0 16,39 0-16,-12 0 15,25 0-15,81 0 32,118-27-1,-146 27-31,80-39 31,-26-27 0,-106 52 1,0 28-17,-1-1-15,-25 40 16,39-27 0,-14 80-1,67-27 16,53-79 1,-93-13-32,14-53 31,-27 53-31,0-14 16,-40-39-1,27 53-15,-66-27 31</inkml:trace>
  <inkml:trace contextRef="#ctx0" brushRef="#br0" timeOffset="3103.14">5859 4100 0,'-40'-53'31,"80"106"-31,-93-106 0,80 66 32,-14 1-32,0 12 15,40 80 16,-40-27 1,-13-66-32,0-39 47,66-133-16,-26 93-16,79 26 17,-93 80-17,27 119 17,0-53-1,-40-106-31</inkml:trace>
  <inkml:trace contextRef="#ctx0" brushRef="#br0" timeOffset="3313.05">6481 3756 0,'0'0'0,"0"40"31,0-1-31,0 1 16,13 238 15,-13-238-15,26 92 0</inkml:trace>
  <inkml:trace contextRef="#ctx0" brushRef="#br0" timeOffset="4136.75">6335 4087 0,'0'0'0,"13"-40"32,133 40-1,-27 0-16,53 0 1,39-26 15,-197 12-31,-1 14 0,-40-13 32,-105 13-1,106 13-16,-67 54 1,53 25 15,54-65-15,12 12 0,93-39 15,-106 0-31,67-53 31,-41-26 0,-25 66-31,-14 0 16,0 26 0,0 13-1,0 1-15,13 26 16,27-14 15,39-26 0,-53-26-31,1 0 16,26-53 0,-14-172 15,-39 172-31,-13 0 15,-27-133 1,1 226 15,39 237 1,13-198-32,13-13 15,27 106 1,0-80-1,0-26 1,-26-53-16</inkml:trace>
  <inkml:trace contextRef="#ctx0" brushRef="#br0" timeOffset="5105.7">17008 3055 0,'0'-106'32,"0"212"-32,14-251 15,-1 145-15,53 13 16,132 331 15,40 224 0,-145-343 1,-40-278-1,-27 1-31,1-15 15,52-224 1,53-317 15,-118 529-31,-1-53 32,-40 330-1,41 27-16</inkml:trace>
  <inkml:trace contextRef="#ctx0" brushRef="#br0" timeOffset="5528.2">18172 3743 0,'13'26'63,"14"54"-32,-14-67-31,66 0 31,-12-119 0,-67 67-31,0-1 16,-14-92 0,-92 92 15,67 67-31,-54 158 31,80-132-31,39 119 31,1-133-31,132 14 32,-133-53-32</inkml:trace>
  <inkml:trace contextRef="#ctx0" brushRef="#br0" timeOffset="5856.65">18503 3650 0,'0'-39'0,"0"78"0,0-118 16,0 53-16,0 39 31,39 172 0,-25-145-31,-1-1 16,27 120 15,-67-146 0,-13-145 1,40 92-32,67-211 31,38 172 0,-78 79-31</inkml:trace>
  <inkml:trace contextRef="#ctx0" brushRef="#br0" timeOffset="6066.83">18926 3373 0,'-53'-159'31,"106"318"-31,-106-384 31,119 476 1,0 93-1,-26-146-15</inkml:trace>
  <inkml:trace contextRef="#ctx0" brushRef="#br0" timeOffset="6435.89">18952 3637 0,'0'0'0,"-13"-13"31,26 13-31,40 0 31,119-40 1,-66 1-1,-79 78 0,-14-12-31,13 92 31,14 53 1,-40-159-32</inkml:trace>
  <inkml:trace contextRef="#ctx0" brushRef="#br0" timeOffset="6551.99">19336 3280 0,'0'0'0,"-13"-79"31,13 92-31,0 53 16</inkml:trace>
  <inkml:trace contextRef="#ctx0" brushRef="#br0" timeOffset="7292.3">19759 3743 0,'13'-13'0,"-26"26"0,26-40 16,40-92 15,-53 27 0,-92 145 0,-14 172 1,132-93-1,93-79 0,53-106 0,-53-106 1,-105 133-32,12-93 15,-26 105 1,0-12-1,-13 0 1,0 12 15,-1 1 1,14 0-17,0-14 16,27-65-15,-27 65 0,13-105-1,-13 106 1,13-40 0,-13 185 15,0-67-16,0 213 1,0-212 0,66 198-1</inkml:trace>
  <inkml:trace contextRef="#ctx0" brushRef="#br0" timeOffset="7754.21">20447 3716 0,'-13'-13'15,"26"26"-15,-53-26 32,27 13-32,26 13 15,1-13 1,-1 14-16,13-14 15,106 13 17,-105-13-32,79-53 15,-93 40 1,13-106 0,-158 66 15,92 66-16,-92 106 17,132 79-17,27-158 1,131 40 0,-105-67-1,0-13-15,119-53 16,-106-40 15</inkml:trace>
  <inkml:trace contextRef="#ctx0" brushRef="#br0" timeOffset="9543.06">20368 3716 0,'0'0'0,"-40"-52"15,40 25-15,0 1 16,13-107-1,0-39 17,-13 159-17,-105 40 1,65 12 0,-145 160-1,145-146 1,-39 92-1,79-118 1,106 25 0,-67-52-1,14 0-15,119-52 16,-132 25 0,13-79-1,-53 80 1,-14-40-1,1 66 1,-13 92 0,12-52-1,14 92 1,0-92 0,40 53-1,-13-80 1,-14 0-16,53-13 31,-40-13-31,133-106 16,-119 53-1,171-424 17,-171 14-17,-66 437 1,-107 65-1,94 27 1,-80 238 15,132 79-15,13-317 0,27 40-1,93 26 1,-120-119-1,67 0 1,-80-14 0,13 1-16,41-53 15</inkml:trace>
  <inkml:trace contextRef="#ctx0" brushRef="#br0" timeOffset="12129.99">1495 7856 0,'0'0'0,"39"-40"16,-26 40-1,1-26 1,-1 26 0,-13 53-1,26 158 17,-26-52-17,14 145 1,-41 370 15,14-568-15,0 317-1,13-317 1,0 225 0,0-133 15,0-185-16,13 1-15,0-14 32,-13 13-1,66 0 0,344-13 0,-278-13-31,27 13 16,939-13 15,-490 13 1,-449-14-1,-252-25 0</inkml:trace>
  <inkml:trace contextRef="#ctx0" brushRef="#br0" timeOffset="13074.22">1495 7935 0,'0'0'31,"-27"-40"-31,54 14 16,-1 13-16,291-53 31,-79 39-15,225 27-1,516 27 16,-754-14-15,-80-13 0,-39 0-1,-93 0 17,-13 13-17,-26 66 1,39 226 15,14-1-15,26 238 15,-40-436-15,-13 0-16,26 171 15,1 107 16,-14-331-31,-13 13 16,-13 145 15,-1-131 1,14-67-1,0 0 0,-66-13 0,-26 27-15,26-27-16,-14 26 16,-211 27-1</inkml:trace>
  <inkml:trace contextRef="#ctx0" brushRef="#br0" timeOffset="14025.57">4761 10130 0,'-13'14'31,"26"-14"1,0 0-32,1 0 46,25 0-14,-12 0-32</inkml:trace>
  <inkml:trace contextRef="#ctx0" brushRef="#br0" timeOffset="14243.35">5330 10144 0,'0'13'0,"0"-26"0,13 26 15,0-13-15,1 0 47,-1 0-16</inkml:trace>
  <inkml:trace contextRef="#ctx0" brushRef="#br0" timeOffset="14431.22">5714 10170 0,'0'13'0,"0"1"47,52-28-16,-38 14-31</inkml:trace>
  <inkml:trace contextRef="#ctx0" brushRef="#br0" timeOffset="14610.34">6428 10223 0,'39'0'32,"-78"0"-32,92 0 31,-27-13-16</inkml:trace>
  <inkml:trace contextRef="#ctx0" brushRef="#br0" timeOffset="14814.19">6864 10223 0,'27'13'31,"-54"-26"-31,67 26 47,13-13-16,-40 0-31,0 0 16</inkml:trace>
  <inkml:trace contextRef="#ctx0" brushRef="#br0" timeOffset="15498.83">7433 8266 0,'0'0'15,"-13"-93"17,13 80-32,13 53 31,0 317 0,-39 132 0,-14-53 1,27-356-32,0 211 15,13-238 1,0 185-1,0-199 1,0 120 0,0-119-1,0 65 17,0-91-32,0-1 15,13-53 16,0 14-15</inkml:trace>
  <inkml:trace contextRef="#ctx0" brushRef="#br0" timeOffset="16224.69">7221 8411 0,'0'0'0,"-53"-132"31,67 119-31,144-53 31,213-40 1,-292 79-32,199-12 31,-173 65 0,-78 159 0,-27-119-31,26 318 32,-26-278-32,40 370 31,-40-79 0,0-54 0,-13-105 1,13-198-32,0 53 31,-13-40 0,-1-53 0,-131 0 1,105 0-32,-211 26 31,185-26-31,-133 26 31,147-52-15</inkml:trace>
  <inkml:trace contextRef="#ctx0" brushRef="#br0" timeOffset="16656.37">8782 8173 0,'0'0'0,"-93"0"31,120 265 0,65 356 1,-78-105-1,-54-93 0,27-357-31,-14 119 31,14-105-15,39-146 15</inkml:trace>
  <inkml:trace contextRef="#ctx0" brushRef="#br0" timeOffset="17322.34">8835 8411 0,'0'0'0,"-106"-198"16,93 158-16,39-52 31,14 65-15,198-39-1,-159 53 1,278-27 0,-277 40-1,184 13 1,-171 93 15,-80 198 0,-39 225 1,12-410-17,1 304 1,13-330 0,-26 370-1,-1-106 16,27-304-15,-26 119 0,13-93 15,-1-79 0,1-13-15,-132-14-1,92 14 1,-27 0-16,-158 0 16,159 13-1,13 0-15,-146-13 16,159 13 0</inkml:trace>
  <inkml:trace contextRef="#ctx0" brushRef="#br0" timeOffset="17952.13">3029 6890 0,'0'0'16,"-14"0"-16,54 14 15,-27-1-15,40 106 32,-53-66-17,13 0-15,27 171 16,-27-171 0,27 53-1</inkml:trace>
  <inkml:trace contextRef="#ctx0" brushRef="#br0" timeOffset="18150.43">4510 7657 0,'0'0'0,"-40"0"32,40-13-17</inkml:trace>
  <inkml:trace contextRef="#ctx0" brushRef="#br0" timeOffset="18314.28">5489 7724 0,'92'-14'15,"-184"28"-15,409-54 32</inkml:trace>
  <inkml:trace contextRef="#ctx0" brushRef="#br0" timeOffset="18481.18">7115 7710 0,'0'0'15,"53"0"-15,27 0 16,-67 0 0,0 0-1,0 0 16</inkml:trace>
  <inkml:trace contextRef="#ctx0" brushRef="#br0" timeOffset="19320.4">8663 7419 0,'0'0'0,"-93"-53"15,80 40-15,-53-66 32,66 66-17,-27-93 1,41 40-1,39-53 1,-27 92 0,53 14-1,-52 26 1,52 120 0,-66-81-16,40 120 31,-53-132-16,0 0-15,0 52 16,-13-79 0,13 14-16,-26 13 15,26-93 32,13 26-31,53-145-1,-40 119 1,1 1-16,-1-1 16,1 0-16,79-66 15,-1 198 17,-91-52-17,25 131 1,-25-118-1,-14 0-15,26 52 16,-26-79 0,0 14-16,26 26 15,1-40 17,-14-13-17,40-40 16,-40 27-31,0-13 0,27-41 16,-27 41 0,1 0-1,-28 39 1</inkml:trace>
  <inkml:trace contextRef="#ctx0" brushRef="#br0" timeOffset="21690.29">3148 12127 0,'0'0'0,"0"-13"15,26-13 1,54-80-1,-54 93-15,-39-54 32,-199 134-1,146-28-31,-159 199 31,172-158-31,27-14 16,-14 185-1,239-119 17,184-211-1,-92-146 0,-251-66 0,-186 132 1,-92 186-1,146 39-15</inkml:trace>
  <inkml:trace contextRef="#ctx0" brushRef="#br0" timeOffset="22279.17">2830 12802 0,'0'39'32,"0"-78"-32,0 145 31,0-80-31,-13 0 0,-40 120 31,40-106-15,0-1-16,-53 67 15,13 0 17,39-66-1,133-14 0,-92-26-31,158 0 31,27 0 1,-146-26-1,-53-41 0,-13 54-31,0-13 16,-40-120-1,-39-26 17,39 119-1,27 67 0,13-1 0</inkml:trace>
  <inkml:trace contextRef="#ctx0" brushRef="#br0" timeOffset="23400.37">4126 12445 0,'0'0'32,"-13"-106"-32,53-26 31,-27 118-31,-66 54 31,-106 172 0,67 52 1,158-92-1,-26-159-31,132-39 31,26-159 0,-172 39-15,-105-131 15,-40 171 0,40 159 1,79-27-32,0 14 0</inkml:trace>
  <inkml:trace contextRef="#ctx0" brushRef="#br0" timeOffset="23958.99">4047 12934 0,'0'0'0,"13"13"31,-26 40 1,0-26-32,0-1 0,-106 146 46,52-79-14,94-54-1,-14-26-31,119 14 31,27-14 0,-146-13-31,40 13 32,-26-13-1,-1-53 0,-26 40-31,0-13 0,13-1 16,-52-145 15,25 133-31,-52-67 31,13 53 1,53 79-17</inkml:trace>
  <inkml:trace contextRef="#ctx0" brushRef="#br0" timeOffset="27706.53">4801 13318 0,'0'0'0,"-13"0"15,26 0 17,0 0-17,53-14 1,-52 14 0,25 0-16</inkml:trace>
  <inkml:trace contextRef="#ctx0" brushRef="#br0" timeOffset="27855.82">5304 13331 0,'0'0'0,"0"13"15,13-13 32,0 0-31,13 0-16</inkml:trace>
  <inkml:trace contextRef="#ctx0" brushRef="#br0" timeOffset="27998.04">5528 13370 0,'0'0'0</inkml:trace>
  <inkml:trace contextRef="#ctx0" brushRef="#br0" timeOffset="30874.28">6004 13013 0,'0'0'0,"0"-53"31,0 40-31,67-40 31,25 14 0,-79 52-31,1 0 16,25 80 0,-39-67-1,0 93 1,0-106-1,0 67 1,-13-67-16,13 0 31,0-26-15,-13-40 0,66-145 15,-40 158-16,53-79 1,-26 93 0,-1 39-1,-25 0 1,25 80 0,-25-67-16,-14 0 15,26 41 1,-13-41-16,-13-13 15,0 27 1,0-40 15,0-93 1,14 67-32,-1-14 15,79-118 16,-26 184 1,-26 80-1,-27 0 0,-13-80-31,0-13 0,0 27 31,0-27-15</inkml:trace>
  <inkml:trace contextRef="#ctx0" brushRef="#br0" timeOffset="31495.68">6798 12934 0,'0'0'0,"26"-79"16,-12 65-1,25-65 1,14 53 15,-26 39-15,12 53 0,-12 40 15,-27-80-31,0 54 31,0-28 0,0-38-31,0-28 47,0 1-31,0 0-16,13-66 15,40-93 17,-40 145-32,27-26 31,13 93 0,-53-27-15,26 80-1,-13 26 17,1-53-1,-1-40 0,-13-12 0,0-28-31</inkml:trace>
  <inkml:trace contextRef="#ctx0" brushRef="#br0" timeOffset="31830.22">7380 12617 0,'0'0'0,"-13"-14"16,-14 1 0,41 13-1,91 66 16,-12 119 1,-93-145-32,-79 132 31,-279 26 0</inkml:trace>
  <inkml:trace contextRef="#ctx0" brushRef="#br0" timeOffset="32336.92">5885 12656 0,'0'0'0,"-13"13"31,0 14-31,-53 79 31,0 158 1,66-224-32,106 105 31,132-78 0,-172-67-31</inkml:trace>
  <inkml:trace contextRef="#ctx0" brushRef="#br0" timeOffset="65463.09">23555 12167 0,'0'0'0,"0"-13"15,0 0-15,-40-27 16,1 13 15,39 41-31,0-1 16,13 119 0,27 318 15,-27 92 0,-13-436-31,-53 423 31,-13-106 1,53-357-32,13-13 15,-14 66 1,14-93-16,27 54 31,12-67 0,133-26 1,397 0-1,-384 13-31,27 0 15,528 0 1,-475 13-16,793 26 31,251 14 1,-674-66-1,-450 0-16,-118-14 17,-67 14-17,-14 0 1,14-27 15,0 14-31,27-159 31,-1-238 1,1-133-1,52 67 0,-66 396-31,67-224 31,-54 264-31,-13 0 16,14-40 0,-14 67 15,-26 26 31,-93-26-30,66 26-32,-79-14 15,27 14 1,-1-13-16,-291 13 16,-872 0 15,1005 13-16,-754 14 1,515-14 0,-753 40 15,1098-40-15,-318 14-1,198-14 16,239-13-15,12 13 15,28-13 1,12 13-17</inkml:trace>
  <inkml:trace contextRef="#ctx0" brushRef="#br0" timeOffset="66425.28">30181 13304 0,'0'0'0,"-13"0"15,13-53 1,0 40 0,0 40 15,0-1-16,-53 93 1,40-79 0,0-14-16,-27 80 15,27-66 1,-1-14-16,-12 27 16,39-66 15,40-93 0,-26 80-15,92-67-1,-93 80 1,80 39 0,-93 1-1,13 145 1,-26-133-16,-13 1 15,-26 79 1,12-93-16,1-12 16,-1-1-16</inkml:trace>
  <inkml:trace contextRef="#ctx0" brushRef="#br0" timeOffset="66628.06">30022 13291 0,'0'0'0,"67"-40"15,-41 40 1,119 0 0,-105 14-1,92-1 1,-105-13-16,-14 0 15</inkml:trace>
  <inkml:trace contextRef="#ctx0" brushRef="#br0" timeOffset="67024.12">30604 13384 0,'-13'0'0,"13"13"16,-40 40 0,40-40-1,-39 132 1,39-105-16,0 106 31,0-107-15,53-12-1,-27-27 1,67-80 0,-80 54-1,13-14-15,14-79 16,-27 80 0,-13-107-1,-13 133 1,0 0-16,-53-1 15,0 28 17</inkml:trace>
  <inkml:trace contextRef="#ctx0" brushRef="#br0" timeOffset="67448">31028 13437 0,'0'-14'15,"0"28"-15,0-54 16,-40 93 15,27-27-15,-40 133-1,53-119 1,-13 105 0,26-92-1,53-13 1,-53-40 0,80-80-1,-67 54 1,14-159-1,-40 132 1,0 13-16,-53-52 16,40 78-1,-53 1 1,52 40 15</inkml:trace>
  <inkml:trace contextRef="#ctx0" brushRef="#br0" timeOffset="67760.2">31358 13410 0,'0'0'0,"-26"-53"16,26 93 15,0-14-15,0 133 0,0-106-1,-27 92 1,14-118-1,0-1-15,0 14 16</inkml:trace>
  <inkml:trace contextRef="#ctx0" brushRef="#br0" timeOffset="68001.28">31371 13357 0,'0'0'0,"14"-26"15,-14-1 1,13 54 0,13 65-1,-26-65 1,53 118 0,-13-52 15,-14-120 0</inkml:trace>
  <inkml:trace contextRef="#ctx0" brushRef="#br0" timeOffset="68210.25">31702 13357 0,'0'0'0,"0"-26"15,-13 39 1,0 13-16,-80 67 15,67-53 1,-93 118 0,105-131-1,-25 79 1</inkml:trace>
  <inkml:trace contextRef="#ctx0" brushRef="#br0" timeOffset="68446.49">31676 13384 0,'0'0'0,"13"-14"0,0 1 16,14 119 15,-14-80-15,13 133-1,-13-119 1,14 92 0,-27-106-1,0 27 1</inkml:trace>
  <inkml:trace contextRef="#ctx0" brushRef="#br0" timeOffset="71352.59">30816 8226 0,'-27'0'16,"-52"-26"15,26-27 1,40-93-1,13 107-31,53-173 31,106-92 0,-120 251-31,226-106 32,39 225-1,-119 225 0,-119 53 0,-66-278-31,14 106 32,-1-40-1,-26-132-31</inkml:trace>
  <inkml:trace contextRef="#ctx0" brushRef="#br0" timeOffset="71768.03">31464 8239 0,'-13'0'31,"26"0"-31,0 0 32,0 0-32,67 53 31,-54-26-31,40 92 16,-52-93-1,52 67 1,-13-107 15,26-131 0,-26-53 1,-53 171-17,13 1-15,-13 12 16,-13 28-1,0-1-15,13 13 16,-14 1-16,-25 65 16</inkml:trace>
  <inkml:trace contextRef="#ctx0" brushRef="#br0" timeOffset="72276.5">30975 8980 0,'0'0'0,"-14"-53"16,14 40-1,-13-67 1,0 54 0,-27-53-1,27 65 1,-27-39 15,27 40 0,0 40-15,13-14 0,-13 79-1,13-52 1,-14 119 0,14-119-1,0 105 1,0-119-1,14 1-15,25 39 16,-12-53 0</inkml:trace>
  <inkml:trace contextRef="#ctx0" brushRef="#br0" timeOffset="72702.17">31028 8848 0,'0'0'0,"-14"-14"16,1 14-16,0-13 15,13 26 1,13 80 0,-13-67-1,40 120 1,-14-106-1,67 79 1,-54-93 0,120 27-1,-119-53 1,145-66 0,-145 26-1,66-119 1,-54-13 15,-52 146-15,0 13-1,-13 13 1,13 13-16,-26 13 16,13-12-1,-14-1-15</inkml:trace>
  <inkml:trace contextRef="#ctx0" brushRef="#br0" timeOffset="87666.81">21598 7856 0,'0'0'0,"-14"-13"0,14-1 15,14 14 1,-14 14-16,13 105 15,-13 66 1,-40 423 0,27-410-1,0 1-15,-67 422 16,67-422 0,-53 568-1,53-582 1,-40 410-1,40-476 1,-1-13-16,-52 158 16,27-211-1</inkml:trace>
  <inkml:trace contextRef="#ctx0" brushRef="#br0" timeOffset="88302.19">21280 7909 0,'0'-27'0,"0"54"0,27-80 16,-27 40 0,13 26-1,-13 0 1,-13 146-1,-1-93 1,14 0-16,-26 185 16,13-198-1,13-13-15</inkml:trace>
  <inkml:trace contextRef="#ctx0" brushRef="#br0" timeOffset="88729.04">21465 7882 0,'0'0'0,"27"-39"32,12 12-1,-12 27-15,79 106-1,-67-53 1,147 251-1,-147-225 1,120 225 0,-119-251-1,13 53 1,-53-93 0,13-39-1,-13 13-15,13-1 16,-13 1-16</inkml:trace>
  <inkml:trace contextRef="#ctx0" brushRef="#br0" timeOffset="90961.12">23661 11493 0,'-13'13'32,"26"-13"14,172-13-14,-92 13-32,515 13 31,-396-13-31,965 53 31,-953-40-15,610 27-1,-54-14 17,-674-26-17,185 26 1,-252-26-16,1 0 16,13 0-1,-40 0-15,0-13 31,1-13 1,-1 26-17,13-27 1,1 1 15,-14 13 0,-13-1 1,0 1-1,0-40 0,-26-105 0,-54-226 1,54 292-32,13-14 15,-40-278 1,39 27 15,14 225 0,0 119 1,-26 26 93,-212 27-94,-370-54 0,-318-78 0,-40 12 1,173 28-1,211-1 0,278 0 0,277 39 1,27 81-1,-13-41-31,-27 93 31,-66 159 0,1 52 1,78-197-17,14-54-15,-13 53 16,12 172 15,28-26 0,25-53 1,-26-185-17,1-14 17,25-92-17</inkml:trace>
  <inkml:trace contextRef="#ctx0" brushRef="#br0" timeOffset="92646.81">23767 7895 0,'-27'-26'31,"54"52"-31,-67 1 32,40 184-1,26 160 0,-12-292-31,-1 67 16,40 131 15,13-118 0,-53-146-31,27 27 32,118-53-1,226-14 0,-40 40-15,-80 1-1,424 25 17,-556-25-32,411 12 31,-424-26-31,304 13 15,-344-13 1,146 0 0,-212-13 15,-26-13 0,0 26-15,13-14 15,0-12 16,0-93-16,0 79-31,0-13 0,13-132 16,-13 106-1,40-358 1,13 94 15,-40 144 16,-26 173-47,-1-14 16,1 27 15,0 13 0,-40 13 1,27-13-17,-120 27 1,93-14-1,-277 13 1,211-26 0,-450 13-1,397-26 1,-476-13 0,344 26-1,158 0-15,1-13 16,-318 13-1,383-14 1,-158 14 0,199 14-1,-27-1 1,66 0 0,0 0 62,0 14-47,0-14-15,13 66-1,-13-52 1,13 92-1,-13-80 1,13 67 0</inkml:trace>
  <inkml:trace contextRef="#ctx0" brushRef="#br0" timeOffset="94141.32">23912 6242 0,'0'0'15,"-13"-13"-15,0 13 16,13 13 0,26 80-1,-26-53 1,27 145 0,-27-132-1,0-14-15,-14 160 16,1-1 15,13-171-15,0-1-16,13 27 15,-13-27 1,80 1 15,184-40-15,-184 13-1,356-14 1,133 67 15,-463-40-15,264 27 0,-291-40-1,199 13 1,-212-13-1,93 0 1,-133-13 0,-13 13-16,1 0 0,-1 0 15,-13-13 1,0 0 15,-13-1-15,13-12-1,-14 13 1,14 0-16,-13-67 16,0 54-1,13-120 1,0 107 0,0-107 15,0 67-31,0-80 15,-40-13 17,40 146-17,-26-80 1,26 93 0,-13-27-1,-1 14 16,1 26 32,-66 0-32,39 0-15,-251 0-1,199 0 1,-358 0 0,331 0-1,-13-14-15,13 14 0,0 0 16,-305-13 0,332 13-1,26 0-15,-93 0 16,132 13-16,-39 1 31,53-14-15,13 13-1,-13 13 17,-14 14-1,27 0 0,0-27-15</inkml:trace>
  <inkml:trace contextRef="#ctx0" brushRef="#br0" timeOffset="95511.38">24137 5158 0,'0'0'0,"0"-13"15,13 13 17,0 26-17,1 40 1,-14 133 15,0-160-15,-14 146-1,14-158 1,-13 92 0,13-93-1,0-12-15,0 12 16,13-26 0,1 0-16,65-13 15,14 0 1,171-27-1,-171 27 1,290-14 0,-290 27-1,-14 13-15,146 27 16,-172-27 0,92 14-1,-118-27 1,-14-13 46,-13-1-46,0-39 0,0 1-1,-26-54 1,26 79-1,-27-118 1,14 118 0,13-25-16,13-54 15,-13 66 1,27-66 0,-27 93-1,26-40 1,-26 27 15,0 12 16,-13 14-31,-27 0-1,-211 0 16,171 14-15,-330-1 0,-158 13 15,488-26-15,1 0-16,-80 14 15,93-14 16,66 13 1,27-13 30,-14 13-31,0-13-31,-13 13 16</inkml:trace>
  <inkml:trace contextRef="#ctx0" brushRef="#br0" timeOffset="101669.18">8610 14838 0,'13'-13'31,"67"-13"0,-67 12-31,13-25 32,-65 26-1,-107 79 0,1 145 0,118-158-31,27 93 32,13-120-32,172 1 31,54-94 0,-187 41-15,-38 13-16</inkml:trace>
  <inkml:trace contextRef="#ctx0" brushRef="#br0" timeOffset="102152.05">9152 14852 0,'0'-14'0,"0"28"0,-13-41 31,26 80 0,0 0-15,1 53 0,-14 39 15,-14-118-31,14-14 0,-13-66 47,0-172-16,0 159-31,0 0 16,-27-291 15,106 251 0,93 172 0,-133-39-31,1-1 16,39 106 0,-66-79-1</inkml:trace>
  <inkml:trace contextRef="#ctx0" brushRef="#br0" timeOffset="102388.41">8980 14865 0,'13'13'31,"-26"-26"-31,159-14 31,-93 14-31,-14 13 0,67-13 31,-53 13 1</inkml:trace>
  <inkml:trace contextRef="#ctx0" brushRef="#br0" timeOffset="103515.47">10422 14852 0,'13'-14'0,"14"-25"16,-27-1 15,0 27-16,-53 0 1,26 13 0,-105 13-1,92 0 1,14 0-16,-40 27 16,52-27-1,67 40 1,-26-40-1,12 14-15,107 26 16,-106-40 0,-1 13-16,67 27 15,-106-40 1,-40 53 0,1-52-1,-107 52 1,107-66-1,-1 13-15,-53-13 16,67-13 0,13-14-16</inkml:trace>
  <inkml:trace contextRef="#ctx0" brushRef="#br0" timeOffset="103856.21">10977 14865 0,'0'0'0,"66"-27"16,-79 1 15,0 13-15,0 13-16,-53-14 15,39 14 1,-79 67 0,67-15-1,-1 41 1,40-27 0,66 13-1,-26-65 1,0-14-16,52 0 15</inkml:trace>
  <inkml:trace contextRef="#ctx0" brushRef="#br0" timeOffset="104596.87">11506 14825 0,'0'-26'0,"0"52"0,-39-92 16,25 53-16,-12 0 15,-53-1 1,26 14 0,-40 66-1,67-13 1,13-26-16,26 92 31,0-106-15,66 27-1,-52-40 1,52-27 0,-52 14-1,-14-66 1,-13 52 0,0-39-1,0 53 1,0 66-1,0 66 17,0-106-17,39 40 1,81-66 15,-81-1-15,-12-12-16,92-186 31,-119 107-15,-14-41-1,-52 27 17,53 119-32,-13 79 31,12 1-16,14-54-15,53 159 32,-26-118-17,39 38 1,-40-91 0,14 25-1,-14-39-15</inkml:trace>
  <inkml:trace contextRef="#ctx0" brushRef="#br0" timeOffset="105118.37">12035 14799 0,'0'0'0,"-39"0"31,65 0 0,67 13 1,-80-13-17,53-13 1,-13-53 15,-53 52-15,0 1-16,-40-66 31,-65 92 0,78 13-31,-39 67 31,66-67-15,0 1-16,13 52 16,119 1 15,14-107 0,-80-26 0,-66 40-31</inkml:trace>
  <inkml:trace contextRef="#ctx0" brushRef="#br0" timeOffset="106173.15">13080 14627 0,'-13'-53'32,"26"106"-32,-26-119 31,13 92-31,0 1 15,-26 78 1,12-65-16,-12 119 31,13-133-31,-1 40 32,14-132-1,40-159 0,13-52 0,53 184 1,-14 238-1,-39 80 0,-26-26 0,-40-146-15</inkml:trace>
  <inkml:trace contextRef="#ctx0" brushRef="#br0" timeOffset="106777.03">12988 14706 0,'0'0'0,"66"-26"31,-40 12-31,133-12 31,79 0 0,-159-1 1,-65 40-1,-1 1-31,0 91 31,-13 41 0,0-133-31,0 66 32,0-92-1,0-132 0,-13-93 0,13 198-31,0-13 16,13-26 0,0 65-16,93 28 31,-13 91 0,-107 15 0,-25-81-15,12-26-16,-12 14 16,25-27-16,1 13 0</inkml:trace>
  <inkml:trace contextRef="#ctx0" brushRef="#br0" timeOffset="107299.74">13913 14547 0,'0'0'31,"27"27"-31,13 26 32,-40-40-32,13 13 15,0 1-15,0 26 16,0 119 15,-13-146-15,0 14-1,0-80 17,-26-198-1,0 0 0,26 198-15,0 1-16,26-14 15,40 79 17,-39-13-32,-14 14 15,53 92 1,-79 0 15,0-106-15,-80 27-1,27-53 1</inkml:trace>
  <inkml:trace contextRef="#ctx0" brushRef="#br0" timeOffset="107804.06">14681 14666 0,'0'0'0,"0"-26"32,13 26-17,79-13 1,27 13 15,-105-13-15,-1 13-1,-26 0 1</inkml:trace>
  <inkml:trace contextRef="#ctx0" brushRef="#br0" timeOffset="108171.26">15157 14494 0,'13'0'31,"0"0"-31,40 0 31,13 40 0,-106 53 1,1 13-1,78-40 0,120-66 0,-119-27-15</inkml:trace>
  <inkml:trace contextRef="#ctx0" brushRef="#br0" timeOffset="108362.08">15170 14243 0,'0'0'15,"-13"-13"-15,-14 13 0,14 0 32,13 13-32,40-13 31,-14 0-16,-13 0-15</inkml:trace>
  <inkml:trace contextRef="#ctx0" brushRef="#br0" timeOffset="109602.3">15924 14666 0,'0'0'16,"13"-26"0,-13 13-1,40-40 1,-27 26-1,40-39 1,-27 53 0,67-13-1,-40 118 17,-40 27-1,-13-106-16,0 40 1,0-39 0,-13 12-1,13-13 1,0-39 0,53-80 15,-27 80-16,27-94 1,-40 107 0,40-26-1,-40 39 1,27 13 0,-27 0-16,14 66 31,-27 27 0,0-93-15,13 54-1,-13-54 1,26 0 0,-12 0-1,39-26 1,-40 0-1,13 0-15,40-67 16,-39-39 15,-27 106-15,-27 0 0,14 26-1,0 0-15</inkml:trace>
  <inkml:trace contextRef="#ctx0" brushRef="#br0" timeOffset="111122.35">11374 13542 0,'0'0'0,"27"-13"31,-27 0-15,26 0-1,-13-1 1,14-38-1,-27 38 1,0-12-16,0-67 16,0 67-1,-93-173 1,1 54 0,-213-186-1,213 252 1,-384-225-1,343 251 1,-330-53 0,358 93-1,12 13-15,-119 0 16,160 0 0,-1 0-16,-13 13 15,52-13 1,41 0-1,26 0 1</inkml:trace>
  <inkml:trace contextRef="#ctx0" brushRef="#br0" timeOffset="111480.97">9655 11863 0,'13'-13'0,"-26"26"0,39-53 31,-92 67 0,40-14-15,-80 26-1,79-25 1,1-1-16,-14 0 16,40 0-1,13 27 1,27 0 0,92 79-1,-92-93 1,39 40-16</inkml:trace>
  <inkml:trace contextRef="#ctx0" brushRef="#br0" timeOffset="114950.44">15038 16729 0,'-14'-13'31,"-12"-13"0,13 13 1,92-1-1,27-12 0,-53 13 0,-53-1 1</inkml:trace>
  <inkml:trace contextRef="#ctx0" brushRef="#br0" timeOffset="115754.3">15395 16558 0,'-13'-14'31,"26"-25"1,26 25-1,-25 28-31,25 52 31,-25 53 0,-1-13 1,-13-80-1,0-79 0,0 27-31,0-120 31,53-65 1,26 224-1,-39 132 0,-27-118-31,0 65 31,0-39 1,-13-79-1,27-120 0,52 1 0,-13 132 1,-66 26-32,53 79 31,-53-65-31,40 79 31,-14-14 0,-26-79-31,0 1 16</inkml:trace>
  <inkml:trace contextRef="#ctx0" brushRef="#br0" timeOffset="116763.58">16770 16372 0,'0'0'0,"0"-26"15,13 13-15,1-53 16,-14 52 0,0 54-1,0-14 1,-27 120 0,27-106-1,-26 92 1,13-92 15,13-93 0,0 26-15,-14-145 0,14 106-1,27-132 1,-27 158-1,39-13 1,-25 53 0,25 66-1,-12-39-15,39 158 32,-53-145-17,27 52 1,-40-65-1,13-1 1,-13-79 15,13 27-15,1-14-16,38-132 16,28 27 15,-67 131-16,13 28 1,-26-1 0,14 13-16,-1 67 15,-13-53 1,40 92 0,-27-40-1,-13-65 1,26 39-1,-26-53 1,13-13 0</inkml:trace>
  <inkml:trace contextRef="#ctx0" brushRef="#br0" timeOffset="117637.11">17524 16200 0,'0'0'0,"13"-52"16,-13 91 31,0-12-32,0-1-15,0 80 16,0-66-1,0-1-15,14 80 16,-14-92 0,0 26-1,0-53 17,0-14-17,0 1-15,-14-79 16,14 52-1,-13-158 1,13 145-16,-13-106 31,13 133-15,13 12-16,14-25 16,39 39-1,-53 13 1,93 27-1,-80-27-15,40 40 32,-66-40-17,0 0-15,-53 27 16,27-27 0,-53 27-1,39-1 16,80-12 1,-14-27-17,0 13-15,54 27 16,-67-27 0,40 119 15,-66-105-16,-1-14-15,-52 40 16,-79-40 15,118-26-15,-12-27 0,26 0 15,13 54 0</inkml:trace>
</inkml:ink>
</file>

<file path=ppt/ink/ink3.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4T06:42:11.138"/>
    </inkml:context>
    <inkml:brush xml:id="br0">
      <inkml:brushProperty name="width" value="0.05292" units="cm"/>
      <inkml:brushProperty name="height" value="0.05292" units="cm"/>
      <inkml:brushProperty name="color" value="#FFFF00"/>
    </inkml:brush>
  </inkml:definitions>
  <inkml:trace contextRef="#ctx0" brushRef="#br0">6772 9443 0,'0'0'0,"0"-40"16,0 0 15,0 27-15,0 0-1,0 66 32,0 53-16,0 79 1,0-146-17,-27 120 1,27-119-1,0 39 1,0-66 0,13 14-1,40-40 17,-26-1-17,92 1 1,132-27 15,-185 27-15,252-13-1,-107 13 17,-145 13-1,-66-27 16,-13-39-16,13 40-31,0-80 31,0 79-31,0-79 31,0 80-31,13-53 32,-13 52-32,0-52 31,0 26 0,0 27 0,-13 26-31,-53 0 32,26 0-32,-251 52 31,-53 15 0,93-15 0,145-25 1,80-27-1,-1 0-15</inkml:trace>
  <inkml:trace contextRef="#ctx0" brushRef="#br0" timeOffset="377.61">7049 9377 0,'0'0'0,"-13"-14"16,-27 28 31,-52 91-16,79-65-31,-67 79 31,67-92-31,0 39 32,13-53-32</inkml:trace>
  <inkml:trace contextRef="#ctx0" brushRef="#br0" timeOffset="623.88">7221 9350 0,'0'-13'31,"0"26"-31,-39 27 16,25-27-1,-52 93 1,40-67 0,-40 94-1,52-94 1,-25 67 0</inkml:trace>
  <inkml:trace contextRef="#ctx0" brushRef="#br0" timeOffset="906.34">7393 9324 0,'0'0'0,"-13"53"31,-13-40-16,12 26-15,-52 67 16,40-79-16,-1 12 16,-39 94-1,53-41 17</inkml:trace>
  <inkml:trace contextRef="#ctx0" brushRef="#br0" timeOffset="1145.67">7644 9403 0,'0'0'0,"0"13"16,-13 106-1,-26-53 1,-28 27 0,28-27-1,-14 0 1,40-53 0,13-26-1</inkml:trace>
  <inkml:trace contextRef="#ctx0" brushRef="#br0" timeOffset="2231.27">7420 9562 0,'13'0'16,"-26"-14"77,-14-12-61,27 0-17,-13 12-15,-13-78 16,12 52 0,-12-211-1,26 172-15,0-14 16,53-211-1,-27 211-15,265-343 32,-212 370-17,252-133 1,-40 80 15,-264 119-15,12-13-1,-39 53 17,0-27-17,0 13 1</inkml:trace>
  <inkml:trace contextRef="#ctx0" brushRef="#br0" timeOffset="2999.21">8676 7618 0,'27'-53'31,"-54"106"-31,54-119 0,39-14 31,-66 54-31,13 13 16,-26-40-1,-106 79 17,92 1-17,-92 78 1,119 14 15,40-92-15,52-1-1,67-39 17,-146 13-17,-26 0 1,-13 13 0,-40 14-1,52-1 1,1-13-16,-13 40 15,79 27 17,-27-67-32,159-26 31,-79-40-15</inkml:trace>
  <inkml:trace contextRef="#ctx0" brushRef="#br0" timeOffset="3480.85">9060 7631 0,'-14'0'0,"28"0"0,-41 0 31,40 0 0,-13 13-15,27 27-1,26 26 17,-53-53-17,0 0-15,0 14 16,0-27 15,0-13-15,26-67-1,-13 54 1,40-67 0,-39 80-1,25 26 1,-26 0-16,-13 14 16,40 52-1,-40-52 1,53 26-1,-40-40 1,53-26 0,-52-1-1,-1 1-15</inkml:trace>
  <inkml:trace contextRef="#ctx0" brushRef="#br0" timeOffset="3972.94">9562 7618 0,'0'0'0,"0"-27"15,13-79 1,-13 80-1,-39 26 1,26 13 0,-1 0-16,-39 80 15,53-80 1,0 53 0,14-52-1,39-1 1,-40-13-1,0 0-15,40-53 32,-53 40-17,13-1 1,0 120 15,1-79-15,-1 12-16,13 67 15,-13-53 1,-13 13 0,0-39-1,-52-14 1,-41-92 15,80 52-15,-14-65-1,27 65-15,53-26 32,-40 40-17,1 13-15,12-13 0</inkml:trace>
  <inkml:trace contextRef="#ctx0" brushRef="#br0" timeOffset="4206.54">9747 7433 0,'0'0'0,"0"79"32,14-66-32,-1 93 31,-13-93-16,0 0-15,13 27 16,-13-27 0</inkml:trace>
  <inkml:trace contextRef="#ctx0" brushRef="#br0" timeOffset="4354.71">9708 7128 0,'0'0'0,"-27"-66"32,27 80-32,13 38 31</inkml:trace>
  <inkml:trace contextRef="#ctx0" brushRef="#br0" timeOffset="4809.1">9866 7433 0,'0'0'0,"0"26"32,14 0-17,-1 14 1,-13-13-16,0 39 31,0-40 0,0-79 1,0 40-17,0-13-15,26-54 16,1 1 15,-14 79-31,27 66 31,-27-53-15,-13 14-16,26 26 16,1 13-1,-27-53 1,13-13-16</inkml:trace>
  <inkml:trace contextRef="#ctx0" brushRef="#br0" timeOffset="4901.35">10184 7446 0</inkml:trace>
  <inkml:trace contextRef="#ctx0" brushRef="#br0" timeOffset="5226.54">10184 7459 0,'0'0'0,"13"0"16,0 0 0,0 0-1,1 0-15,12-13 16,-13 0 0,1-27-1,-14-66 16,-14 80-31,-39-14 32,27 53-17,-53 146 17,105-14-1,-13-118-31,106 12 31,-13-52-15,40-66 15</inkml:trace>
  <inkml:trace contextRef="#ctx0" brushRef="#br0" timeOffset="9644.62">10223 7895 0,'0'0'31,"40"0"-31,40 0 31,-67 0-31,0 14 0,40 12 32,66 27-1,-79-27-31,184 67 31,67 0 0,53-14 1,79 14-1,-317-80-31,-13 13 0,317 40 31,159 0 0,-450-52-31,13-1 16,370 27 0,-369-27-16,435 26 31,-422-25-15,13-1-16,542 27 31,-291-14-16,-265-13-15,1-13 16,396 27 0,-410-27-1,397 0 1,119-27 15,-66-39 0,-265 0-15,67-40 15,-331 80-15,66-54 0,-53-39 15,-53 80-16,14-14 1,-1 13 15,-26 27-15,13 0 0,-13-1 15,0 1 0,14 13-15</inkml:trace>
  <inkml:trace contextRef="#ctx0" brushRef="#br0" timeOffset="9833.14">19587 8054 0,'-13'0'16</inkml:trace>
  <inkml:trace contextRef="#ctx0" brushRef="#br0" timeOffset="10176.57">19561 7988 0,'66'40'31,"-40"-27"-31,-118-66 0,198 132 16,-80-65-16,14 25 15,52 67 16,-78-93-31,-1 0 0</inkml:trace>
  <inkml:trace contextRef="#ctx0" brushRef="#br0" timeOffset="11007.38">19653 8001 0,'14'-13'32,"-28"26"-1,-78 93 0,-27 13 0,106-93-31,-27 14 32,40-27-32</inkml:trace>
  <inkml:trace contextRef="#ctx0" brushRef="#br0" timeOffset="11852.81">19349 6639 0,'40'0'32,"-80"0"-32,212 0 31,-132 0-31,92-13 31,-79 0 0,-66 13-15</inkml:trace>
  <inkml:trace contextRef="#ctx0" brushRef="#br0" timeOffset="12176.53">19468 6520 0,'0'-26'32,"0"52"-32,0-66 31,0 54-16,0-1 1,13 0-16,1 53 16,-14-39-1,0-1-15,13 14 16,13 92 0,-26-119-1,0 14-15,14-1 16</inkml:trace>
  <inkml:trace contextRef="#ctx0" brushRef="#br0" timeOffset="13987.71">18754 6163 0,'-26'26'15,"-27"27"17,39-39-17,-52 78 1,40-52-1,-93 105 1,92-105 0,1 0-16,-53 79 15,52-80 1,14 1-16,-66 92 16,-27 93 15,93-185-31,-1-14 15,-39 80 1,40-93 0,-13 27-1,26-27 1,-13 0 0,-1 1 15,41-14 47,-1 0-62,54 13-1,224 0 16,-238-13-15,198 0 0,-145 0-1,14 0 1,-107 0 0,53 0-1,-65 0 16,-28-26 48,-12-27-48,13 26-16,-40-131 1,-53-133 15,80 224-15,-67-157 0,80 171-16,-14 13 15,-26-53 1,27 41-1,-53-41 17,52 53-1,14 27-31,26 13 125</inkml:trace>
  <inkml:trace contextRef="#ctx0" brushRef="#br0" timeOffset="18146.33">17670 5978 0,'-14'92'31,"28"-184"-31,-94 436 31,67-291-31,-27 290 31,27 81 1,0-1-1,0-119 0,-1-251-31,1 106 31,0-27 1,13-119-32,13 13 31,93-12 0,119-28 0,211 1 1,345 53-1,-186-27-16,410 27 17,-106-27-1,-595-13 0,-304-26 0,-92-27 1,39-40-1,-26-158 0,12-291 0,67 409-31,14-501 32,39 303-1,0 146 0,-67 172 0,-92-1 1,-171 1-1,-424-26 0,489 25-31,-938-52 31,118 53 1,873 26-32,27 0 15,-318 93 17,437-93-32,79 14 31</inkml:trace>
  <inkml:trace contextRef="#ctx0" brushRef="#br0" timeOffset="18646.62">19296 5383 0,'0'0'0,"-13"-13"16,13 26 0,-40 106-1,27-80 1,-13 147 0,13-134-1,-1 15-15</inkml:trace>
  <inkml:trace contextRef="#ctx0" brushRef="#br0" timeOffset="18927.5">19164 5343 0,'27'13'31,"-54"-26"-31,80 66 16,26 40-1,-26-41 1,40 28 0,26 12 15,-66-118 0</inkml:trace>
  <inkml:trace contextRef="#ctx0" brushRef="#br0" timeOffset="19101.33">19627 5475 0,'0'0'0,"-13"-53"16,13 14-16,-27-54 16,14 120 15,13 145 0,0-133-15,0 1-16,0 66 15,13-40 1</inkml:trace>
  <inkml:trace contextRef="#ctx0" brushRef="#br0" timeOffset="19543.05">19799 5555 0,'0'0'0,"-13"39"16,13-12-16,0-1 16,13 54-1,-13-54-15,13 0 16,27 27 0,-27-53-1,40-26 1,-40 13-1,27-106 1,-53 13 0,-67 27 15,67 79-15,-27 39-1,40-26-15</inkml:trace>
  <inkml:trace contextRef="#ctx0" brushRef="#br0" timeOffset="20013.87">20368 5555 0,'0'0'0,"0"-14"0,-27-12 15,1 13 1,-40 13 0,-1 106 15,54-80-15,13 67-1,53-27 16,-26-66-15,-14 0-16,53-40 16,13-119 15,-79 106-31,14 14 16,-14-146-1,-27 119 16,-13 211 1,27-105-32,40 132 31,39 13 0,-53-172-31</inkml:trace>
  <inkml:trace contextRef="#ctx0" brushRef="#br0" timeOffset="20416.5">20632 5608 0,'0'0'0,"0"-27"31,13 67 0,53-1 0,27-65 1,-66-67-1,-27 80-31,-40-53 31,-13 79-15,-13 106 15,119 106 0,119-132 0</inkml:trace>
  <inkml:trace contextRef="#ctx0" brushRef="#br0" timeOffset="20666.64">21148 5555 0,'-40'39'31,"80"-78"-31,-80 105 16,40-27-16,27 133 16,39 146 15,-66-265-31,0-14 16,-93 67-1,54-93 1,-160-39-1</inkml:trace>
  <inkml:trace contextRef="#ctx0" brushRef="#br0" timeOffset="20839.41">21016 5224 0,'0'0'0,"53"27"32,-40-1-17</inkml:trace>
  <inkml:trace contextRef="#ctx0" brushRef="#br0" timeOffset="21309.21">21651 5647 0,'0'0'0,"52"-66"16,-38 53-1,-1-66 1,-26 65 0,-93-25-1,66 39-15,-119 79 32,146-66-17,40 80 1,145 13 15,-133-80-15,80 53-1,-92-52-15,-14-14 16,-53 53 0,14-66-1,-159 0 1,132-26-1,-13 13-15,-119-80 16</inkml:trace>
  <inkml:trace contextRef="#ctx0" brushRef="#br0" timeOffset="33456.57">28938 3174 0,'0'0'0,"-13"0"0,13 13 31,92-39 0,384-53 1,450 39-1,-727 40-31,449-26 16,-543 26-1,147-40 1,-305 0 15,13 27-15</inkml:trace>
  <inkml:trace contextRef="#ctx0" brushRef="#br0" timeOffset="33740.19">32548 3121 0,'14'-13'0,"78"-13"31,1 26-15,92 0 0,-132 0-1,13 13-15,40-13 16,-80-13 0</inkml:trace>
  <inkml:trace contextRef="#ctx0" brushRef="#br0" timeOffset="34849.19">1481 4206 0,'0'0'0,"66"13"32,-13-13-32,27 0 15,660-66 17,-594 53-17,198-14 1,13 1 15,-304 13 0</inkml:trace>
  <inkml:trace contextRef="#ctx0" brushRef="#br0" timeOffset="36005.35">6877 3068 0,'0'0'31,"-158"-92"-31,-292 26 32,331 53-32,-13 13 15,-821 119 17,173 158-1,423-92-16,79 80 17,490-67-1,515-105 0,292-120 0,-794 1-31,621-120 32,-661 94-32,371-213 31,-451-185 0,-766 226 0,-609 250 1,993 14-32,-768 185 31,833-159-31</inkml:trace>
  <inkml:trace contextRef="#ctx0" brushRef="#br0" timeOffset="37567.4">6785 3293 0,'0'0'0,"-53"-92"31,-198-14 0,-371 106 1,-92 172-1,105 66 0,517-198-31,-107 171 31,239 1 1,317-67-1,-13-118-15,384-80 15,65-119 0,-211-159 0,-569-13 1,-489 106-1,-384 185 0,-39 172 0,132 172 1,542-13-1,344-53 0,291-66 0,397-106 1,-40-133-1,-92-131 0,-332-146 0,-475-40 1,40 344-32,-424-79 31,-384 211 0,239 225 0,251 80 1,331-93-1,343-53 0,292-159 0,158-132 1,-555 13-32,396-131 31,-92-160 0,-423 252-31,-53-292 31,-411 107 1,-369 224-1,-173 265 0,596-53-31</inkml:trace>
  <inkml:trace contextRef="#ctx0" brushRef="#br0" timeOffset="38267.9">7777 4166 0,'0'0'0,"-14"13"15,54-26 1,344-40-1,-212 27 1,780-27 0,-635 53-1,1138-27 1,-1071 14 0,1018-66-1,-1111 39-15</inkml:trace>
  <inkml:trace contextRef="#ctx0" brushRef="#br0" timeOffset="46770.92">2976 9178 0,'-13'-13'31,"26"26"-31,13-79 31,1 66-31,39-13 32,0 26-1,-66 0-31,40 93 31,26 0 0,26-106 1,186-251-1,132-225 0,-238 264-15</inkml:trace>
  <inkml:trace contextRef="#ctx0" brushRef="#br0" timeOffset="49546.42">28568 9046 0,'0'0'0,"26"-40"31,27 1 0,-40 25-31,14-12 31,-27 13 1,0 26-17,0 27 1,0-27-16,0 79 31,0-78-15,-14 12-16,14 40 15,27-13 17,-14-53-17,93-92 1,-66 52-1,224-185 1,106-145 15,-304 304-15,-13 26-16,40-53 16,-67 93 15,-26 14-31,-39 52 15</inkml:trace>
  <inkml:trace contextRef="#ctx0" brushRef="#br0" timeOffset="54677.61">25301 5859 0,'-27'0'31,"14"0"-16,40 0 1,-14 0 0,106-13 15,-66 13-31,158 0 31,-92 13 0,-119 0-31,-13-13 16</inkml:trace>
  <inkml:trace contextRef="#ctx0" brushRef="#br0" timeOffset="55289.07">25605 5621 0,'0'0'0,"-13"0"15,39 26 48,80 27-32,-93-40-31,80 40 31,-27-13 1,-92-14-1,-67 54 0,66-67-31,-52 40 31,66-40-31,-14 0 32,27 1-17</inkml:trace>
  <inkml:trace contextRef="#ctx0" brushRef="#br0" timeOffset="60946.78">25883 6533 0,'0'0'0,"53"-39"31,-40 78 0,-159 252 0,27 185 1,212-52-1,-40-358-31,26 0 15,490 172 17</inkml:trace>
  <inkml:trace contextRef="#ctx0" brushRef="#br0" timeOffset="61479.16">28620 6639 0,'0'0'0,"80"-40"32,-67 40-32,13 27 0,14-14 15,159 265 17,-67 238-1,-159-80 0,-211-158 0,66-225-15</inkml:trace>
  <inkml:trace contextRef="#ctx0" brushRef="#br0" timeOffset="62577.46">29427 6573 0,'0'0'0,"13"0"16,-13-53 0,0 40-1,-39 26 1,39 0 0,-13 14-16,-1 52 15,14-39 1,-13-1-16,-13 67 15,26-93 1,0 1-16</inkml:trace>
  <inkml:trace contextRef="#ctx0" brushRef="#br0" timeOffset="63016.17">29361 6480 0,'0'0'0,"13"-39"32,-13 52-17,40 80 1,-14-67 0,-12 0-16,39 41 15,-40-54 1,53 40-1,-53-53 1,14-14 0,-27 1-1,0-13-15,13-93 16,-13 79 0,0 14-16,0-54 15,0 67 1,0 26-1,13 14 1,-13 65 0,0-65-16,0 79 31,0-80-15</inkml:trace>
  <inkml:trace contextRef="#ctx0" brushRef="#br0" timeOffset="63404">29890 6520 0,'0'-13'16,"-13"13"15,0 13-16,-1 0-15,-12 40 16,13-40-16,-14 54 31,27-41-15,27 14 0,-14-40-1,53-27 1,-39 14-1,12-66 1,-39 52 0,-13-39-1,0 53-15,0 13 16,-14-13 0,14 13-16,0 13 15</inkml:trace>
  <inkml:trace contextRef="#ctx0" brushRef="#br0" timeOffset="63896.4">30234 6573 0,'13'-26'31,"-26"52"-31,26-66 15,-13 27-15,-53-13 32,40 26-17,0 13-15,-27 27 16,14-1 0,-1 27-1,27-52 1,27 12-1,-14-26 1,0 0-16,40-13 16,-26 0-1,39-67 1,-40 14 0,1-79-1,-27 118 1,0 1-1,-14 39 1,-12 66 0,13-39-1,13 79 1,26-66 0,1 0-1,-27-40 1,13 0-16</inkml:trace>
  <inkml:trace contextRef="#ctx0" brushRef="#br0" timeOffset="64305.17">30446 6573 0,'0'0'0,"0"13"31,53 0 1,-27-13-17,0 0-15,14 0 16,-27-13-16,40-40 31,-53 27-15,0 13-16,-26-27 15,-93 27 17,92 13-17,1 26-15,-27 40 16,40 80 15,26-133-15,93 40-1,-27-53 1</inkml:trace>
  <inkml:trace contextRef="#ctx0" brushRef="#br0" timeOffset="64599.03">30816 6467 0,'0'0'0,"13"27"32,0-27-17,1 13-15,25 27 16,1-1 0,0 41-1,-27-28 1,-40 54-1,14-93 1,-93 27 0,80-40-1,-14 0-15,-39-13 16</inkml:trace>
  <inkml:trace contextRef="#ctx0" brushRef="#br0" timeOffset="64773.77">30750 6242 0,'0'0'0,"13"0"16,0 14 0,-13-1-1,0 0-15,27 13 16</inkml:trace>
  <inkml:trace contextRef="#ctx0" brushRef="#br0" timeOffset="65194.12">31266 6547 0,'0'0'16,"13"0"-16,0-27 16,-13 14-1,0 0-15,-119-40 32,93 53-17,-67 26 1,80 1-1,79 92 17,-40-93-17,14-13-15,53 40 16,-14-13 15,-105-40-15,-94 13-1,81-13 1,-54 0-16</inkml:trace>
  <inkml:trace contextRef="#ctx0" brushRef="#br0" timeOffset="113661.22">11877 16822 0,'39'-26'47,"199"26"-16,291 0 0,53-14 0,-357-25 1,-198 39-1</inkml:trace>
  <inkml:trace contextRef="#ctx0" brushRef="#br0" timeOffset="114562.35">16003 16769 0,'27'0'62,"118"0"-46,40 0-16,238 0 15,-184-40 1,369 14 0,-516 13-1,-65 0 1,-40-14 31</inkml:trace>
  <inkml:trace contextRef="#ctx0" brushRef="#br0" timeOffset="115731.33">19362 16729 0,'0'0'0,"119"14"47,146 12-32,634 40 1,-542-66-1,675 0 1,-767-13 0,92-27-1,-344 27 17,-92 13-1,92 0 31,26 0-46</inkml:trace>
  <inkml:trace contextRef="#ctx0" brushRef="#br0" timeOffset="117570.83">24507 16809 0,'93'0'63,"92"13"-48,595 80 1,-449-93-1,753 0 1,-793 0 0,344 0-1,-555 0 1,-54 0 0,-158 39 15,79-39-16,13 13 1,27 1 0</inkml:trace>
  <inkml:trace contextRef="#ctx0" brushRef="#br0" timeOffset="119740.68">2169 17589 0,'0'0'0,"172"-13"32,53 13-1,304 0 0,-344 0-15,437 26 15,-543-26 0</inkml:trace>
  <inkml:trace contextRef="#ctx0" brushRef="#br0" timeOffset="122177.7">6772 17629 0,'0'0'15,"79"0"-15,185 0 32,318 0-17,-238 0 16,-317-14 1</inkml:trace>
  <inkml:trace contextRef="#ctx0" brushRef="#br0" timeOffset="124147.61">10607 17615 0,'13'0'15,"40"0"17,0-13-1,132 40 0,225 52 0,-225-66 1,-145-13-1</inkml:trace>
  <inkml:trace contextRef="#ctx0" brushRef="#br0" timeOffset="125549.37">14442 17655 0,'27'0'78,"409"27"-46,265 12-1,-211 1 0,-424-40 0</inkml:trace>
  <inkml:trace contextRef="#ctx0" brushRef="#br0" timeOffset="127210.13">18159 17629 0,'106'0'62,"-27"0"-46,53 0-16,212 0 15,-225 0 1,384 0 0,-344 0-1,-14 0 1,-132 0 0</inkml:trace>
  <inkml:trace contextRef="#ctx0" brushRef="#br0" timeOffset="128020.25">20645 17563 0,'106'0'63,"53"0"-47,238 0-1,-67-40 16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6:52:36.095"/>
    </inkml:context>
    <inkml:brush xml:id="br0">
      <inkml:brushProperty name="width" value="0.05" units="cm"/>
      <inkml:brushProperty name="height" value="0.05" units="cm"/>
      <inkml:brushProperty name="color" value="#FFC114"/>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3.845"/>
    </inkml:context>
    <inkml:brush xml:id="br0">
      <inkml:brushProperty name="width" value="0.05" units="cm"/>
      <inkml:brushProperty name="height" value="0.05" units="cm"/>
      <inkml:brushProperty name="color" value="#FFC114"/>
    </inkml:brush>
  </inkml:definitions>
  <inkml:trace contextRef="#ctx0" brushRef="#br0">140 62 24575,'-36'2'0,"24"-1"0,0-1 0,0 0 0,0 0 0,1-1 0,-21-4 0,32 5 0,0 0 0,-1 0 0,1 0 0,0 0 0,0 0 0,0 0 0,0 0 0,-1 0 0,1 0 0,0 0 0,0 0 0,0-1 0,0 1 0,-1 0 0,1 0 0,0 0 0,0 0 0,0 0 0,0 0 0,0 0 0,-1-1 0,1 1 0,0 0 0,0 0 0,0 0 0,0 0 0,0-1 0,0 1 0,0 0 0,0 0 0,0 0 0,0 0 0,0-1 0,-1 1 0,1 0 0,0 0 0,0 0 0,0-1 0,0 1 0,1 0 0,-1 0 0,0 0 0,0 0 0,0-1 0,0 1 0,0 0 0,0 0 0,0 0 0,0 0 0,0-1 0,0 1 0,12-9 0,17-4 0,-10 6 0,-1 1 0,35-6 0,-43 10 0,0 1 0,0 0 0,0 1 0,0 0 0,0 0 0,0 1 0,13 3 0,-19-3 0,0 1 0,0-1 0,0 1 0,0 0 0,0 0 0,0 0 0,-1 0 0,1 1 0,-1 0 0,1 0 0,-1 0 0,0 0 0,0 0 0,-1 0 0,1 1 0,-1-1 0,1 1 0,-1 0 0,0 0 0,0 0 0,-1 0 0,1 0 0,-1 0 0,0 0 0,0 1 0,0 5 0,0 1 0,0-1 0,-1 1 0,-1 0 0,0-1 0,0 1 0,-1-1 0,0 0 0,-1 1 0,-7 17 0,-1-4 0,-2-1 0,0 1 0,-2-2 0,0 0 0,-37 39 0,9-19 0,-73 58 0,105-93 0,13-12 0,16-16 0,469-433 0,-473 441 0,29-24 0,-35 30 0,-28 26 0,-10 8 0,-7 6 0,-54 60 0,82-82 0,0 1 0,1-1 0,0 1 0,1 1 0,1 0 0,0 0 0,0 0 0,1 0 0,1 1 0,-4 18 0,7-25 0,0-1 0,1 0 0,0 0 0,0 0 0,0 1 0,1-1 0,0 0 0,0 0 0,0 0 0,1 0 0,0 0 0,0 0 0,0 0 0,1-1 0,0 1 0,0-1 0,1 0 0,-1 0 0,1 0 0,0 0 0,0-1 0,1 1 0,-1-1 0,1 0 0,0 0 0,8 4 0,1 0 0,1-1 0,0-1 0,0 0 0,0-1 0,1 0 0,0-1 0,0-1 0,0-1 0,18 1 0,3-2-682,70-7-1,-40-3-6143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4.061"/>
    </inkml:context>
    <inkml:brush xml:id="br0">
      <inkml:brushProperty name="width" value="0.05" units="cm"/>
      <inkml:brushProperty name="height" value="0.05" units="cm"/>
      <inkml:brushProperty name="color" value="#FFC114"/>
    </inkml:brush>
  </inkml:definitions>
  <inkml:trace contextRef="#ctx0" brushRef="#br0">49 15 24575,'-7'3'0,"-5"1"0,-4 4 0,3-3 0,12-3 0,9-5 0,12-1 0,11-4 0,6-1 0,7 2 0,-4 1-8191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4.247"/>
    </inkml:context>
    <inkml:brush xml:id="br0">
      <inkml:brushProperty name="width" value="0.05" units="cm"/>
      <inkml:brushProperty name="height" value="0.05" units="cm"/>
      <inkml:brushProperty name="color" value="#FFC114"/>
    </inkml:brush>
  </inkml:definitions>
  <inkml:trace contextRef="#ctx0" brushRef="#br0">25 0 24575,'-4'3'0,"-3"2"0,-2 3 0,5-1 0,6 0 0,6-2 0,8-2 0,6-1 0,4-2 0,6-3 0,-4-1-8191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4.511"/>
    </inkml:context>
    <inkml:brush xml:id="br0">
      <inkml:brushProperty name="width" value="0.05" units="cm"/>
      <inkml:brushProperty name="height" value="0.05" units="cm"/>
      <inkml:brushProperty name="color" value="#FFC114"/>
    </inkml:brush>
  </inkml:definitions>
  <inkml:trace contextRef="#ctx0" brushRef="#br0">35 1 24575,'-3'0'0,"-5"0"0,-1 3 0,1 5 0,2 4 0,6 4 0,2 1 0,1 6 0,0 5 0,0 1 0,-1 3 0,-1 2 0,0 2 0,-4 2 0,-2 1 0,1-6-8191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4.930"/>
    </inkml:context>
    <inkml:brush xml:id="br0">
      <inkml:brushProperty name="width" value="0.05" units="cm"/>
      <inkml:brushProperty name="height" value="0.05" units="cm"/>
      <inkml:brushProperty name="color" value="#FFC114"/>
    </inkml:brush>
  </inkml:definitions>
  <inkml:trace contextRef="#ctx0" brushRef="#br0">44 4 24575,'0'3'0,"-1"-1"0,0 0 0,0 0 0,0 1 0,0-1 0,0 0 0,0 0 0,0 0 0,-1 0 0,1 0 0,-4 2 0,-8 15 0,10-10 0,0 1 0,0-1 0,1 1 0,1 0 0,0 0 0,0-1 0,1 1 0,1 19 0,1-14 0,0 0 0,2 0 0,-1 0 0,2 0 0,6 14 0,-9-24 0,0 0 0,0 0 0,1 0 0,0-1 0,0 1 0,0-1 0,0 0 0,1 0 0,0 0 0,-1 0 0,1-1 0,1 0 0,-1 0 0,1 0 0,-1 0 0,1 0 0,0-1 0,10 4 0,-9-5 0,1 0 0,0 0 0,0 0 0,0-1 0,0 0 0,-1 0 0,1-1 0,0 0 0,0 0 0,0-1 0,-1 0 0,1 0 0,-1 0 0,10-6 0,-1 1 0,-2-1 0,1-1 0,-1 0 0,0-1 0,-1 0 0,0-1 0,-1-1 0,15-17 0,-21 22 0,1 0 0,-2 0 0,1-1 0,-1 1 0,0-1 0,0 0 0,-1 0 0,0-1 0,0 1 0,-1-1 0,0 1 0,-1-1 0,0 0 0,0 1 0,-1-1 0,-1-17 0,0 23 9,1 0-1,-1 1 1,0-1-1,0 0 1,0 0-1,0 0 1,0 1 0,0-1-1,-1 1 1,1-1-1,-1 1 1,0 0-1,0-1 1,0 1-1,0 0 1,0 0-1,0 0 1,-1 0-1,-2-1 1,2 1 5,-1 1 0,-1-1 1,1 1-1,0 0 0,0 0 0,0 0 0,-1 0 1,1 1-1,0 0 0,-1 0 0,-6 1 1,-3 1-259,0 1 0,-1 0 0,1 1 0,0 1 1,1 0-1,-19 10 0,3 1-6582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9.718"/>
    </inkml:context>
    <inkml:brush xml:id="br0">
      <inkml:brushProperty name="width" value="0.05" units="cm"/>
      <inkml:brushProperty name="height" value="0.05" units="cm"/>
      <inkml:brushProperty name="color" value="#FFC114"/>
    </inkml:brush>
  </inkml:definitions>
  <inkml:trace contextRef="#ctx0" brushRef="#br0">72 324 24575,'-1'-3'0,"-1"-1"0,1 1 0,-1 0 0,0 0 0,0 1 0,0-1 0,0 0 0,-1 1 0,-2-4 0,-4-3 0,4 2 0,-1 0 0,1 0 0,1-1 0,-1 1 0,1-1 0,-4-13 0,7 17 0,0 1 0,0-1 0,1 0 0,0 1 0,-1-1 0,1 0 0,1 0 0,-1 0 0,1 1 0,-1-1 0,1 0 0,0 1 0,0-1 0,0 1 0,1-1 0,-1 1 0,5-7 0,2-1 0,0 0 0,0 1 0,1 0 0,0 1 0,1 0 0,0 1 0,1-1 0,0 2 0,0 0 0,0 0 0,1 1 0,0 0 0,0 1 0,1 0 0,-1 1 0,17-3 0,-24 6 0,-1 1 0,1-1 0,-1 1 0,1 0 0,-1 0 0,1 0 0,-1 1 0,0-1 0,1 1 0,-1 0 0,0 0 0,1 1 0,-1-1 0,0 1 0,0 0 0,0 0 0,0 1 0,-1-1 0,1 1 0,5 4 0,-4-2 0,-1 0 0,0 1 0,0-1 0,-1 1 0,1-1 0,-1 1 0,0 0 0,-1 0 0,1 1 0,-1-1 0,-1 1 0,1-1 0,0 8 0,0 7 0,-2-1 0,0 1 0,-1-1 0,-1 1 0,-1-1 0,-1 0 0,-1 0 0,0 0 0,-1 0 0,-2-1 0,0 0 0,-1-1 0,0 1 0,-2-2 0,0 1 0,-1-2 0,-1 0 0,0 0 0,-1-1 0,-1-1 0,0 0 0,-1-1 0,-32 20 0,32-26 0,16-7 0,0 0 0,0 0 0,0 0 0,0 1 0,0-1 0,0 0 0,-1 0 0,1 0 0,0 0 0,0 0 0,0 0 0,0 0 0,0-1 0,0 1 0,0 0 0,0 0 0,0 0 0,0 0 0,-1 0 0,1 0 0,0 0 0,0 0 0,0 0 0,0 0 0,0 0 0,0 0 0,0 0 0,0 0 0,0 0 0,0 0 0,0 0 0,0 0 0,0 0 0,0-1 0,0 1 0,0 0 0,-1 0 0,1 0 0,0 0 0,0 0 0,0 0 0,0 0 0,0 0 0,0 0 0,0 0 0,0-1 0,0 1 0,0 0 0,0 0 0,0 0 0,0 0 0,0 0 0,1 0 0,-1 0 0,0 0 0,0 0 0,0 0 0,0-1 0,0 1 0,0 0 0,0 0 0,0 0 0,0 0 0,0 0 0,0 0 0,0 0 0,0 0 0,21-23 0,288-290 0,-102 101 0,-187 193 0,-4 2 0,-39 34 0,-26 24 0,1 3 0,2 2 0,-46 60 0,82-93 0,0 0 0,1 1 0,1-1 0,0 2 0,-8 18 0,15-29 0,0-1 0,-1 0 0,1 0 0,0 1 0,1-1 0,-1 1 0,1-1 0,-1 1 0,1-1 0,0 1 0,0-1 0,1 1 0,-1-1 0,1 0 0,0 1 0,0-1 0,0 1 0,0-1 0,0 0 0,1 0 0,-1 0 0,1 0 0,0 0 0,0 0 0,0 0 0,0 0 0,1-1 0,-1 1 0,1-1 0,4 3 0,2 1 23,2 0 0,-1-1 0,0 0-1,1-1 1,0 0 0,0 0 0,0-1-1,1-1 1,-1 0 0,1-1 0,-1 0-1,1-1 1,-1 0 0,16-2 0,6-3-450,-1-1 0,0-1 1,53-21-1,-53 17-6399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9.935"/>
    </inkml:context>
    <inkml:brush xml:id="br0">
      <inkml:brushProperty name="width" value="0.05" units="cm"/>
      <inkml:brushProperty name="height" value="0.05" units="cm"/>
      <inkml:brushProperty name="color" value="#FFC114"/>
    </inkml:brush>
  </inkml:definitions>
  <inkml:trace contextRef="#ctx0" brushRef="#br0">25 61 24575,'-3'-3'0,"-5"-1"0,-1-4 0,5 1 0,6-3 0,9 0 0,7 2 0,6 3 0,3 2 0,0 1 0,-1 1 0,-5 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0.091"/>
    </inkml:context>
    <inkml:brush xml:id="br0">
      <inkml:brushProperty name="width" value="0.05" units="cm"/>
      <inkml:brushProperty name="height" value="0.05" units="cm"/>
      <inkml:brushProperty name="color" value="#FFC114"/>
    </inkml:brush>
  </inkml:definitions>
  <inkml:trace contextRef="#ctx0" brushRef="#br0">17 43 24575,'-3'0'0,"-5"0"0,2 0 0,7 0 0,5 0 0,5-3 0,8-1 0,7-4 0,3 0 0,2-2 0,-3 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0.652"/>
    </inkml:context>
    <inkml:brush xml:id="br0">
      <inkml:brushProperty name="width" value="0.05" units="cm"/>
      <inkml:brushProperty name="height" value="0.05" units="cm"/>
      <inkml:brushProperty name="color" value="#FFC114"/>
    </inkml:brush>
  </inkml:definitions>
  <inkml:trace contextRef="#ctx0" brushRef="#br0">130 372 24575,'-4'-4'0,"0"-1"0,0 0 0,1 0 0,0 0 0,-1-1 0,2 1 0,-1-1 0,1 1 0,0-1 0,0 0 0,0 0 0,1 0 0,0 0 0,0 0 0,1 0 0,-1 0 0,1-1 0,1 1 0,-1 0 0,1 0 0,0 0 0,3-8 0,0 0 0,0 1 0,1-1 0,1 1 0,1 0 0,0 0 0,0 1 0,1 0 0,13-16 0,-11 17 0,1 0 0,0 0 0,1 1 0,0 1 0,1 0 0,0 0 0,20-9 0,-28 16 0,-1 0 0,1 0 0,0 1 0,0-1 0,0 1 0,0 0 0,0 1 0,0-1 0,0 1 0,1 0 0,6 1 0,-8 0 0,-1 0 0,0 0 0,0 0 0,1 0 0,-1 1 0,0-1 0,0 1 0,0 0 0,-1 0 0,1 0 0,0 0 0,-1 1 0,1-1 0,-1 1 0,0-1 0,0 1 0,0 0 0,3 5 0,0 3 0,-1-1 0,0 1 0,0 0 0,-1 0 0,0 0 0,-1 1 0,-1-1 0,0 1 0,0-1 0,-2 20 0,-1-7 0,-1-1 0,0 0 0,-2-1 0,-11 31 0,4-20 0,-3-1 0,0-1 0,-2-1 0,-1 0 0,-1-1 0,-2-1 0,0-1 0,-2-1 0,-1-1 0,-1-1 0,-2-1 0,0-1 0,-33 19 0,55-37 0,-28 13 0,32-16 0,-1 0 0,0 0 0,1-1 0,-1 1 0,0-1 0,1 1 0,-1-1 0,0 0 0,0 0 0,1 0 0,-1 0 0,0 0 0,0 0 0,1 0 0,-1 0 0,0-1 0,-2 0 0,4 1 0,-1-1 0,1 1 0,-1-1 0,1 1 0,-1-1 0,1 1 0,-1-1 0,1 1 0,0-1 0,-1 1 0,1-1 0,0 0 0,0 1 0,-1-1 0,1 0 0,0 1 0,0-1 0,0 0 0,0 1 0,0-1 0,-1 0 0,1 1 0,1-1 0,-1 0 0,0 0 0,0 1 0,0-1 0,0 0 0,0 1 0,1-1 0,-1 0 0,0 1 0,1-2 0,12-21 0,-13 23 0,13-18 0,1 1 0,1 1 0,0 1 0,1 0 0,0 0 0,1 2 0,26-17 0,-39 28 0,0-1 0,1 1 0,-1 0 0,0 0 0,1 0 0,-1 0 0,1 1 0,-1 0 0,1 0 0,0 0 0,0 0 0,-1 1 0,1 0 0,0 0 0,0 0 0,0 1 0,-1-1 0,1 1 0,0 0 0,-1 0 0,1 1 0,-1 0 0,1-1 0,-1 2 0,0-1 0,1 0 0,-1 1 0,-1 0 0,1 0 0,0 0 0,-1 0 0,1 0 0,-1 1 0,0 0 0,5 7 0,1 4 108,0 0 0,9 25 1,-14-28-391,2 0 0,0 1 1,0-2-1,1 1 1,15 17-1,-9-16-6544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1.012"/>
    </inkml:context>
    <inkml:brush xml:id="br0">
      <inkml:brushProperty name="width" value="0.05" units="cm"/>
      <inkml:brushProperty name="height" value="0.05" units="cm"/>
      <inkml:brushProperty name="color" value="#FFC114"/>
    </inkml:brush>
  </inkml:definitions>
  <inkml:trace contextRef="#ctx0" brushRef="#br0">145 69 24575,'2'-2'0,"1"-1"0,-1 0 0,0 0 0,0 0 0,0 0 0,0-1 0,0 1 0,-1 0 0,1-1 0,-1 0 0,1-4 0,-2 8 0,0 0 0,0 0 0,0 0 0,1 0 0,-1 0 0,0 0 0,0 0 0,0 0 0,0 0 0,0-1 0,0 1 0,0 0 0,0 0 0,0 0 0,0 0 0,0 0 0,0 0 0,0 0 0,0 0 0,0-1 0,0 1 0,0 0 0,0 0 0,0 0 0,0 0 0,0 0 0,0 0 0,-1 0 0,1 0 0,0 0 0,0-1 0,0 1 0,0 0 0,0 0 0,0 0 0,0 0 0,0 0 0,0 0 0,0 0 0,0 0 0,0 0 0,-1 0 0,1 0 0,0 0 0,0 0 0,0 0 0,0 0 0,0 0 0,0 0 0,0 0 0,0 0 0,-1 0 0,1 0 0,0 0 0,0 0 0,0 0 0,-7 5 0,-7 11 0,-1 7 0,1 1 0,1 0 0,0 1 0,-8 28 0,15-35 0,0 0 0,2 0 0,0 0 0,1 1 0,1-1 0,1 1 0,1 19 0,0-34 0,1-1 0,-1 1 0,1 0 0,0 0 0,0-1 0,0 1 0,0-1 0,0 1 0,1-1 0,0 1 0,0-1 0,0 0 0,0 0 0,0 0 0,1 0 0,-1 0 0,1 0 0,0-1 0,0 1 0,0-1 0,0 0 0,0 0 0,0 0 0,0 0 0,1 0 0,-1-1 0,1 0 0,0 1 0,-1-1 0,1-1 0,0 1 0,5 0 0,0 0 0,0-1 0,1 0 0,-1 0 0,1-1 0,-1 0 0,0-1 0,0 0 0,0 0 0,0-1 0,0 0 0,0 0 0,10-6 0,-10 2 0,1 1 0,-1-2 0,0 1 0,0-1 0,-1 0 0,0-1 0,-1 0 0,0 0 0,0 0 0,-1-1 0,0 0 0,-1-1 0,0 1 0,0-1 0,-1 0 0,-1 0 0,4-19 0,-5 21 0,-1 0 0,0 0 0,-1 1 0,0-1 0,0 0 0,-1 0 0,0 1 0,0-1 0,-1 0 0,0 1 0,-1-1 0,1 1 0,-2 0 0,1 0 0,-1 0 0,-1 0 0,1 1 0,-1 0 0,0-1 0,-1 2 0,0-1 0,0 1 0,-13-11 0,13 13 18,0 0 0,-1 1 0,1-1 0,-1 1 0,1 0 0,-1 1 0,0 0 0,0 0 0,0 0 0,0 1 0,-1 0 0,1 0 0,0 1 0,-1 0 0,1 0 0,0 1 0,0 0 0,-10 2 0,2 2-232,-1 0 1,1 0 0,1 1-1,-1 1 1,1 1 0,0 0-1,-16 12 1,0 3-6613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4.221"/>
    </inkml:context>
    <inkml:brush xml:id="br0">
      <inkml:brushProperty name="width" value="0.05" units="cm"/>
      <inkml:brushProperty name="height" value="0.05" units="cm"/>
      <inkml:brushProperty name="color" value="#FFC114"/>
    </inkml:brush>
  </inkml:definitions>
  <inkml:trace contextRef="#ctx0" brushRef="#br0">119 0 24575,'-20'49'0,"-1"15"0,3 2 0,3 1 0,-9 93 0,4 207 0,20-359 3,3 145 335,-2-136-582,2 1 0,0-1 1,0 1-1,2-1 0,0-1 1,12 26-1,-3-17-6582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4.925"/>
    </inkml:context>
    <inkml:brush xml:id="br0">
      <inkml:brushProperty name="width" value="0.05" units="cm"/>
      <inkml:brushProperty name="height" value="0.05" units="cm"/>
      <inkml:brushProperty name="color" value="#FFC114"/>
    </inkml:brush>
  </inkml:definitions>
  <inkml:trace contextRef="#ctx0" brushRef="#br0">8 94 24575,'-8'-2'0,"10"-3"0,14-3 0,96-10 0,186-40 0,-298 57 0,1 1 0,-1 0 0,1 0 0,-1-1 0,1 1 0,0 0 0,-1 0 0,1 0 0,0 0 0,-1-1 0,1 1 0,-1 0 0,1 0 0,0 0 0,-1 0 0,1 1 0,0-1 0,-1 0 0,1 0 0,0 0 0,-1 0 0,1 1 0,-1-1 0,1 0 0,-1 1 0,1-1 0,0 0 0,-1 1 0,1-1 0,-1 1 0,1-1 0,-1 0 0,0 1 0,1 0 0,0 2 0,-1-1 0,0 0 0,1 1 0,-1-1 0,0 0 0,0 1 0,-1-1 0,0 3 0,0 6 0,0 9 0,0 0 0,2 1 0,0-1 0,1 0 0,1 0 0,1 0 0,1 0 0,0-1 0,11 26 0,-12-37 0,0 0 0,0 0 0,1-1 0,0 1 0,0-1 0,0 0 0,1 0 0,0-1 0,0 0 0,1 0 0,0 0 0,0-1 0,0 0 0,1 0 0,0-1 0,0 0 0,0 0 0,0-1 0,0 0 0,1-1 0,-1 0 0,1 0 0,15 1 0,-14-2 0,0-1 0,0-1 0,0 1 0,0-2 0,-1 1 0,1-1 0,0-1 0,-1 0 0,1 0 0,-1-1 0,0 0 0,0 0 0,0-1 0,10-8 0,-13 9 0,-1 0 0,0-1 0,-1 0 0,1 0 0,-1 0 0,0 0 0,0-1 0,0 0 0,-1 1 0,0-1 0,0-1 0,0 1 0,-1 0 0,0-1 0,0 1 0,-1-1 0,0 1 0,0-1 0,0 0 0,-1 0 0,-1-13 0,1 12 0,-1-1 0,-1 0 0,1 0 0,-2 0 0,1 1 0,-1 0 0,0-1 0,-1 1 0,0 0 0,0 0 0,-10-12 0,13 19 0,1 0 0,-1 1 0,1-1 0,-1 0 0,0 1 0,1-1 0,-1 1 0,0-1 0,0 1 0,1-1 0,-1 1 0,0-1 0,0 1 0,0 0 0,1 0 0,-1-1 0,0 1 0,0 0 0,0 0 0,-1 0 0,1 0 0,1 0 0,-1 0 0,0 1 0,1-1 0,-1 0 0,0 1 0,1-1 0,-1 1 0,1-1 0,-1 1 0,1-1 0,-1 1 0,1-1 0,-1 1 0,1-1 0,0 1 0,-1 0 0,1-1 0,-1 2 0,-1 3 0,1 1 0,-1-1 0,1 1 0,0 0 0,-1 5 0,0 44 0,2 1 0,10 77 0,-1-5 0,-7-90 0,-2-1 0,-1 0 0,-2 0 0,-12 56 0,13-81 0,-1 0 0,-1-1 0,0 1 0,-1-1 0,0 0 0,-1 0 0,0-1 0,-1 1 0,0-2 0,0 1 0,-1-1 0,-1 0 0,1 0 0,-1-1 0,-1 0 0,1-1 0,-21 12 0,23-15 0,0-1 0,0 0 0,-1 0 0,0 0 0,1-1 0,-1 0 0,0-1 0,0 0 0,0 0 0,0 0 0,-15-2 0,18 0 0,0 0 0,0 0 0,-1 0 0,1-1 0,0 0 0,0 0 0,1 0 0,-1-1 0,0 1 0,1-1 0,0 0 0,-1-1 0,1 1 0,0-1 0,1 0 0,-1 0 0,1 0 0,-6-8 0,3 1 38,1 0 0,-1 0 0,2-1 0,0 1 0,0-1 0,1 0 0,0 0 0,0-14 0,0-2-607,2-1 0,3-39 0,3 20-6257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5.468"/>
    </inkml:context>
    <inkml:brush xml:id="br0">
      <inkml:brushProperty name="width" value="0.05" units="cm"/>
      <inkml:brushProperty name="height" value="0.05" units="cm"/>
      <inkml:brushProperty name="color" value="#FFC114"/>
    </inkml:brush>
  </inkml:definitions>
  <inkml:trace contextRef="#ctx0" brushRef="#br0">43 281 24575,'-13'-3'0,"13"2"0,-1 1 0,1-1 0,-1 1 0,1 0 0,-1 0 0,1-1 0,-1 1 0,1 0 0,-1 0 0,1 0 0,-1-1 0,1 1 0,-1 0 0,1 0 0,-1 0 0,1 0 0,-1 0 0,0 0 0,1 0 0,-1 0 0,1 0 0,-1 0 0,1 1 0,-1-1 0,1 0 0,-1 0 0,1 0 0,-1 1 0,1-1 0,-1 0 0,1 1 0,-1-1 0,1 0 0,0 1 0,-1-1 0,1 1 0,0-1 0,-1 0 0,1 1 0,0-1 0,-1 1 0,1-1 0,0 1 0,0-1 0,-1 1 0,1-1 0,0 1 0,0-1 0,0 1 0,0-1 0,0 1 0,0 1 0,-3 8 0,1 1 0,0 0 0,1 0 0,0 0 0,1 15 0,8 58 0,-5-62 0,6 73 0,-4 104 0,-15-422 0,-1 32 0,10 153 0,3-100 0,-1 126 0,1-1 0,0 0 0,1 1 0,0 0 0,1-1 0,1 1 0,-1 1 0,10-17 0,-11 24 0,-1 0 0,1 1 0,0-1 0,0 1 0,0 0 0,0 0 0,0 0 0,1 0 0,0 0 0,-1 1 0,1-1 0,0 1 0,0 0 0,0 0 0,0 1 0,9-3 0,-6 3 0,-1 0 0,1 1 0,-1 0 0,1 0 0,0 0 0,-1 1 0,1 0 0,-1 0 0,1 1 0,9 3 0,-4 0 0,0 0 0,0 1 0,-1 0 0,0 0 0,-1 2 0,1-1 0,-1 1 0,-1 1 0,1 0 0,-1 0 0,10 15 0,-15-19 0,-1 0 0,0 0 0,0 1 0,-1-1 0,1 1 0,-1-1 0,0 1 0,-1 0 0,0 0 0,1-1 0,-2 1 0,1 0 0,-1 0 0,0 0 0,0 0 0,-1 0 0,0 7 0,-2-5 0,1-1 0,-1 0 0,0 0 0,0 0 0,-1 0 0,0 0 0,0-1 0,-1 0 0,0 0 0,0 0 0,0 0 0,-12 9 0,-4 1-170,1-1-1,-2-1 0,0-1 1,-1-1-1,0-1 0,-1-1 1,-43 12-1,29-13-6655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5.916"/>
    </inkml:context>
    <inkml:brush xml:id="br0">
      <inkml:brushProperty name="width" value="0.05" units="cm"/>
      <inkml:brushProperty name="height" value="0.05" units="cm"/>
      <inkml:brushProperty name="color" value="#FFC114"/>
    </inkml:brush>
  </inkml:definitions>
  <inkml:trace contextRef="#ctx0" brushRef="#br0">40 193 24575,'-2'0'0,"1"0"0,-1 0 0,1 0 0,-1 0 0,1 0 0,-1 0 0,1 0 0,-1 0 0,1 1 0,-1-1 0,1 1 0,-1-1 0,1 1 0,0 0 0,-1-1 0,1 1 0,0 0 0,-1 0 0,1 0 0,0 0 0,0 0 0,0 0 0,0 0 0,0 0 0,0 0 0,0 1 0,0-1 0,1 0 0,-2 3 0,2-2 0,0 0 0,0 0 0,0 0 0,0 0 0,0 0 0,1 0 0,-1 0 0,0 0 0,1-1 0,0 1 0,-1 0 0,1 0 0,0 0 0,0 0 0,0-1 0,0 1 0,0 0 0,0-1 0,1 1 0,-1-1 0,3 3 0,1 0 0,-1 0 0,1 0 0,0-1 0,0 0 0,1 0 0,-1 0 0,1 0 0,-1-1 0,1 0 0,0 0 0,0-1 0,0 0 0,-1 1 0,1-2 0,7 1 0,-4-1 0,-1 0 0,1-1 0,-1 0 0,1-1 0,-1 0 0,0 0 0,0-1 0,0 0 0,0 0 0,10-6 0,-11 5 0,-1 0 0,0 0 0,0-1 0,0 1 0,-1-1 0,1-1 0,-1 1 0,-1-1 0,1 0 0,-1 0 0,7-12 0,-9 14 0,0-2 0,0 1 0,-1 0 0,1 0 0,-1-1 0,0 1 0,0 0 0,-1-1 0,0 1 0,0-1 0,0 1 0,0-1 0,-1 1 0,0-1 0,0 1 0,-1 0 0,-2-6 0,2 4 0,-1 1 0,0 0 0,-1-1 0,0 1 0,0 0 0,0 1 0,-1-1 0,1 1 0,-1 0 0,-1 0 0,1 0 0,-1 1 0,-10-7 0,13 10 0,0-1 0,0 1 0,0 0 0,0-1 0,0 2 0,0-1 0,-1 0 0,1 1 0,0-1 0,0 1 0,-1 0 0,1 0 0,0 0 0,-1 0 0,1 1 0,0-1 0,0 1 0,0 0 0,0 0 0,-1 0 0,1 1 0,1-1 0,-1 1 0,0-1 0,0 1 0,0 0 0,1 0 0,-1 0 0,1 0 0,0 1 0,-4 3 0,-3 7 0,0 0 0,1 0 0,1 1 0,0 0 0,1 0 0,0 0 0,1 1 0,1 0 0,0 0 0,1 0 0,0 1 0,2-1 0,0 1 0,0-1 0,2 1 0,0-1 0,0 1 0,5 17 0,-4-27-72,0 1 1,1-1-1,-1 1 0,1-1 0,1 0 0,-1 0 0,1-1 0,0 1 1,0-1-1,1 0 0,0 0 0,-1 0 0,2 0 0,-1-1 0,0 0 1,1 0-1,0 0 0,7 2 0,16 7-6754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6.308"/>
    </inkml:context>
    <inkml:brush xml:id="br0">
      <inkml:brushProperty name="width" value="0.05" units="cm"/>
      <inkml:brushProperty name="height" value="0.05" units="cm"/>
      <inkml:brushProperty name="color" value="#FFC114"/>
    </inkml:brush>
  </inkml:definitions>
  <inkml:trace contextRef="#ctx0" brushRef="#br0">294 55 24575,'-34'-19'0,"24"13"0,-1 0 0,0 1 0,0 0 0,-17-5 0,25 9 0,-1 0 0,1 0 0,-1 1 0,0 0 0,1 0 0,-1 0 0,1 0 0,-1 0 0,0 1 0,1-1 0,-1 1 0,1 0 0,-1 0 0,1 1 0,0-1 0,-1 1 0,1-1 0,0 1 0,-4 3 0,-1 2 0,0 1 0,0 0 0,1 0 0,0 1 0,0-1 0,1 1 0,0 1 0,1-1 0,0 1 0,-4 12 0,-1 5 0,1 1 0,-8 46 0,16-69 0,0 0 0,0 0 0,1 1 0,0-1 0,0 0 0,0 1 0,0-1 0,1 0 0,0 0 0,0 0 0,3 8 0,-3-10 0,1 0 0,0-1 0,-1 1 0,1 0 0,0-1 0,0 1 0,1-1 0,-1 0 0,0 0 0,1 0 0,-1 0 0,1 0 0,0 0 0,0-1 0,0 0 0,0 1 0,0-1 0,0 0 0,0 0 0,3 0 0,7 2 0,0-2 0,1 0 0,-1 0 0,0-1 0,0 0 0,0-2 0,1 1 0,-1-2 0,0 1 0,-1-2 0,22-8 0,-26 9 0,0 0 0,0-1 0,0 0 0,0 0 0,-1-1 0,0 0 0,0 0 0,0-1 0,-1 0 0,1 0 0,-1 0 0,-1-1 0,1 0 0,-1 0 0,-1-1 0,1 1 0,-1-1 0,5-13 0,-8 15 15,0 0 0,0 0 0,-1 0 0,1-1-1,-1 1 1,0 0 0,-1 0 0,0 0 0,0-1 0,0 1-1,-1 0 1,0 0 0,0 0 0,0 1 0,-1-1 0,0 1 0,0-1-1,0 1 1,-1 0 0,1 0 0,-1 0 0,-9-7 0,5 4-147,0 0 1,0 1 0,-1 1-1,-1 0 1,1 0 0,-1 0 0,0 1-1,0 1 1,0 0 0,-1 0 0,1 1-1,-12-2 1,-1 2-6695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6.698"/>
    </inkml:context>
    <inkml:brush xml:id="br0">
      <inkml:brushProperty name="width" value="0.05" units="cm"/>
      <inkml:brushProperty name="height" value="0.05" units="cm"/>
      <inkml:brushProperty name="color" value="#FFC114"/>
    </inkml:brush>
  </inkml:definitions>
  <inkml:trace contextRef="#ctx0" brushRef="#br0">563 530 24575,'0'-16'0,"7"-33"0,1-12 0,-9 27 0,-1-1 0,-2 1 0,-1 0 0,-1 0 0,-2 0 0,-2 1 0,-25-59 0,31 83 0,0 1 0,0 1 0,0-1 0,-1 0 0,-8-8 0,12 15 0,-1-1 0,1 1 0,0-1 0,-1 1 0,0 0 0,1 0 0,-1-1 0,1 1 0,-1 1 0,0-1 0,0 0 0,0 0 0,0 1 0,1-1 0,-1 1 0,0-1 0,0 1 0,0 0 0,0 0 0,0 0 0,0 0 0,0 0 0,0 0 0,0 0 0,0 1 0,0-1 0,0 1 0,0-1 0,-2 2 0,-4 3 0,1 0 0,-1 0 0,1 1 0,1 0 0,-1 0 0,1 0 0,0 1 0,1 0 0,0 0 0,-6 9 0,-7 16 0,-15 35 0,2 6 0,4 1 0,2 0 0,4 2 0,4 1 0,-10 95 0,16-42 0,5 0 0,15 178 0,-3-246 0,-1-7 0,-2 58 0,-3-98 0,-1 1 0,-1-1 0,0 0 0,-2 1 0,1-1 0,-2-1 0,0 1 0,-10 20 0,13-32-54,0 1-1,0 0 0,0-1 1,-1 0-1,1 1 1,-1-1-1,0 0 0,0 0 1,0-1-1,0 1 1,-1-1-1,1 1 0,-1-1 1,1 0-1,-1 0 0,0-1 1,0 1-1,0-1 1,0 1-1,0-1 0,0-1 1,0 1-1,0-1 1,-8 1-1,-9-4-6771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46.902"/>
    </inkml:context>
    <inkml:brush xml:id="br0">
      <inkml:brushProperty name="width" value="0.05" units="cm"/>
      <inkml:brushProperty name="height" value="0.05" units="cm"/>
      <inkml:brushProperty name="color" value="#FFC114"/>
    </inkml:brush>
  </inkml:definitions>
  <inkml:trace contextRef="#ctx0" brushRef="#br0">1 103 24575,'2'-2'0,"1"-1"0,-1 0 0,0 0 0,-1 0 0,1-1 0,2-6 0,10-15 0,-9 20 0,-1 0 0,1 1 0,1 0 0,-1 0 0,1 0 0,-1 1 0,1-1 0,0 1 0,0 1 0,0-1 0,1 1 0,-1 0 0,1 1 0,-1-1 0,1 1 0,-1 1 0,1-1 0,0 1 0,10 1 0,5 1 0,1 1 0,-1 0 0,0 2 0,32 11 0,-12 2-1365,-26-11-5461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6.449"/>
    </inkml:context>
    <inkml:brush xml:id="br0">
      <inkml:brushProperty name="width" value="0.05" units="cm"/>
      <inkml:brushProperty name="height" value="0.05" units="cm"/>
      <inkml:brushProperty name="color" value="#FFC114"/>
    </inkml:brush>
  </inkml:definitions>
  <inkml:trace contextRef="#ctx0" brushRef="#br0">161 258 24575,'-16'-19'0,"1"0"0,1-1 0,-20-36 0,26 41 0,4 9 0,1 0 0,0 0 0,0 0 0,0 0 0,1 0 0,0-1 0,-2-12 0,4 17 0,0 0 0,0 0 0,0 0 0,0 0 0,1-1 0,-1 1 0,0 0 0,1 0 0,0 0 0,-1 0 0,1 0 0,0 0 0,0 0 0,0 0 0,0 1 0,0-1 0,1 0 0,-1 1 0,1-1 0,-1 0 0,1 1 0,-1 0 0,1-1 0,0 1 0,0 0 0,-1 0 0,1 0 0,4-1 0,3-2 0,0 2 0,0-1 0,0 1 0,0 0 0,1 1 0,-1 0 0,1 1 0,-1 0 0,1 0 0,-1 1 0,1 1 0,-1-1 0,0 1 0,12 4 0,-7-1 0,1 0 0,-1 1 0,0 1 0,0 0 0,-1 1 0,0 0 0,0 1 0,12 12 0,-19-15 0,0 0 0,-1 0 0,1 1 0,-1-1 0,0 1 0,-1 1 0,0-1 0,0 1 0,0-1 0,-1 1 0,0 0 0,-1 0 0,0 1 0,0-1 0,-1 0 0,1 12 0,-2-10 0,0 1 0,-1-1 0,-1 1 0,1-1 0,-2 0 0,0 0 0,0 0 0,0 0 0,-1 0 0,-1 0 0,0-1 0,-11 16 0,-2-1 0,0-1 0,-2-2 0,-1 0 0,0 0 0,-32 21 0,10-12 0,-1-2 0,-53 25 0,64-40 0,18-12 0,15-1 0,-1 0 0,1-1 0,0 1 0,0 0 0,-1-1 0,1 1 0,0 0 0,0 0 0,-1-1 0,1 1 0,0 0 0,0-1 0,0 1 0,0-1 0,0 1 0,0 0 0,0-1 0,0 1 0,0 0 0,0-1 0,0 1 0,0 0 0,0-1 0,0 1 0,0-1 0,0 1 0,0 0 0,0-1 0,0 1 0,0 0 0,1-1 0,-1 1 0,0 0 0,0-1 0,1 1 0,3-8 0,0 1 0,0 0 0,1 0 0,0 1 0,0-1 0,1 1 0,6-6 0,53-41 0,-33 27 0,321-249 0,-320 250 0,-20 15 0,18-13 0,-2-1 0,28-29 0,-55 52 0,-1-1 0,1 1 0,-1-1 0,1 1 0,-1-1 0,0 0 0,0 0 0,0 1 0,0-1 0,0 0 0,0 0 0,-1 0 0,1 0 0,0 0 0,-1 0 0,0 0 0,1-4 0,-2 5 0,1 0 0,-1 0 0,0 0 0,0 0 0,1 0 0,-1 0 0,0 0 0,0 0 0,0 0 0,0 0 0,0 0 0,0 1 0,0-1 0,0 0 0,-1 1 0,1-1 0,0 1 0,0-1 0,-1 1 0,1 0 0,0-1 0,0 1 0,-1 0 0,1 0 0,0 0 0,-1 0 0,-1 0 0,-18 0 0,0 0 0,0 2 0,1 0 0,-1 1 0,1 1 0,0 1 0,0 1 0,0 1 0,0 1 0,1 0 0,1 1 0,0 2 0,0-1 0,1 2 0,-23 20 0,32-24 0,0 1 0,1 0 0,0 0 0,0 0 0,1 1 0,1 0 0,0 1 0,0-1 0,1 1 0,0 0 0,1 0 0,0 0 0,1 1 0,0-1 0,1 0 0,0 1 0,1 13 0,0-17 0,1 0 0,-1 0 0,1 0 0,1 0 0,0-1 0,0 1 0,0-1 0,1 1 0,0-1 0,1 0 0,0 0 0,0 0 0,0 0 0,1-1 0,0 0 0,0 1 0,0-2 0,1 1 0,0-1 0,0 0 0,0 0 0,1-1 0,0 1 0,0-2 0,13 6 0,-12-6 0,0-1 0,0-1 0,0 1 0,1-1 0,-1-1 0,0 0 0,1 0 0,-1 0 0,0-1 0,1-1 0,-1 1 0,10-4 0,12-5 0,52-24 0,-73 30 0,104-56-1365,-82 42-5461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6.978"/>
    </inkml:context>
    <inkml:brush xml:id="br0">
      <inkml:brushProperty name="width" value="0.05" units="cm"/>
      <inkml:brushProperty name="height" value="0.05" units="cm"/>
      <inkml:brushProperty name="color" value="#FFC114"/>
    </inkml:brush>
  </inkml:definitions>
  <inkml:trace contextRef="#ctx0" brushRef="#br0">50 101 24575,'-3'0'0,"-5"-4"0,-4 0 0,0-4 0,2-3 0,6 0 0,10 1 0,8 0 0,8 2 0,7 1 0,5-1 0,4 1 0,-2 2 0,1 2 0,-4 0 0,-3 2 0,-8 1-8191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7.166"/>
    </inkml:context>
    <inkml:brush xml:id="br0">
      <inkml:brushProperty name="width" value="0.05" units="cm"/>
      <inkml:brushProperty name="height" value="0.05" units="cm"/>
      <inkml:brushProperty name="color" value="#FFC114"/>
    </inkml:brush>
  </inkml:definitions>
  <inkml:trace contextRef="#ctx0" brushRef="#br0">5 36 24575,'-4'3'0,"3"2"0,5-1 0,4 0 0,8-5 0,9-2 0,5-4 0,6 0 0,5 0 0,4-1 0,0 0 0,0 1 0,-9 3-8191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7.617"/>
    </inkml:context>
    <inkml:brush xml:id="br0">
      <inkml:brushProperty name="width" value="0.05" units="cm"/>
      <inkml:brushProperty name="height" value="0.05" units="cm"/>
      <inkml:brushProperty name="color" value="#FFC114"/>
    </inkml:brush>
  </inkml:definitions>
  <inkml:trace contextRef="#ctx0" brushRef="#br0">17 79 24575,'-3'0'0,"-5"0"0,2-3 0,6-2 0,6-2 0,6-1 0,7 1 0,10-1 0,8 0 0,3-1 0,6 0 0,1 2 0,-1 2 0,-7 2-8191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7.803"/>
    </inkml:context>
    <inkml:brush xml:id="br0">
      <inkml:brushProperty name="width" value="0.05" units="cm"/>
      <inkml:brushProperty name="height" value="0.05" units="cm"/>
      <inkml:brushProperty name="color" value="#FFC114"/>
    </inkml:brush>
  </inkml:definitions>
  <inkml:trace contextRef="#ctx0" brushRef="#br0">1 39 24575,'3'0'0,"8"0"0,6 0 0,6-4 0,6 0 0,8-4 0,5 1 0,5 0 0,1 2 0,-7 2-8191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8.209"/>
    </inkml:context>
    <inkml:brush xml:id="br0">
      <inkml:brushProperty name="width" value="0.05" units="cm"/>
      <inkml:brushProperty name="height" value="0.05" units="cm"/>
      <inkml:brushProperty name="color" value="#FFC114"/>
    </inkml:brush>
  </inkml:definitions>
  <inkml:trace contextRef="#ctx0" brushRef="#br0">31 81 24575,'-4'0'0,"-3"0"0,-2-3 0,1-5 0,6 0 0,6 0 0,9-1 0,9 0 0,7-1 0,6 1 0,4 2 0,5 2 0,1 2 0,1 2 0,-5 0 0,-6 1 0,-9 1-8191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8.366"/>
    </inkml:context>
    <inkml:brush xml:id="br0">
      <inkml:brushProperty name="width" value="0.05" units="cm"/>
      <inkml:brushProperty name="height" value="0.05" units="cm"/>
      <inkml:brushProperty name="color" value="#FFC114"/>
    </inkml:brush>
  </inkml:definitions>
  <inkml:trace contextRef="#ctx0" brushRef="#br0">40 4 24575,'-7'0'0,"-5"0"0,-1 3 0,5 2 0,11-1 0,11 0 0,11-2 0,10 0 0,10-2 0,7-3 0,5-1 0,2-4 0,-8 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59.163"/>
    </inkml:context>
    <inkml:brush xml:id="br0">
      <inkml:brushProperty name="width" value="0.05" units="cm"/>
      <inkml:brushProperty name="height" value="0.05" units="cm"/>
      <inkml:brushProperty name="color" value="#FFC114"/>
    </inkml:brush>
  </inkml:definitions>
  <inkml:trace contextRef="#ctx0" brushRef="#br0">39 45 24575,'0'-41'0,"0"37"0,0 6 0,0 21 0,0 1 0,-1-1 0,1 0 0,2-1 0,7 44 0,-7-60 0,0 1 0,0 0 0,1 0 0,0-1 0,0 0 0,0 1 0,1-1 0,0-1 0,0 1 0,1 0 0,-1-1 0,1 0 0,1 0 0,-1 0 0,0-1 0,13 7 0,-7-5 0,1 0 0,-1-1 0,1-1 0,1 0 0,-1-1 0,0 0 0,1-1 0,-1 0 0,1-1 0,0-1 0,0 0 0,-1 0 0,1-1 0,0-1 0,-1 0 0,1-1 0,-1 0 0,22-9 0,-25 8 0,0 0 0,0 0 0,0-1 0,-1-1 0,1 1 0,-1-1 0,-1 0 0,1-1 0,-1 0 0,0 0 0,0-1 0,-1 0 0,0 0 0,-1 0 0,0-1 0,0 0 0,-1 0 0,0 0 0,0 0 0,-1-1 0,0 0 0,-1 1 0,0-1 0,1-12 0,-3 19 0,0 0 0,0 0 0,0-1 0,0 1 0,0 0 0,-1 0 0,1 0 0,-1 0 0,-2-6 0,3 9 0,0 0 0,0 0 0,0 0 0,-1 0 0,1 0 0,0 0 0,0 0 0,0 0 0,0-1 0,-1 1 0,1 0 0,0 0 0,0 0 0,0 0 0,-1 0 0,1 0 0,0 0 0,0 0 0,0 0 0,0 0 0,-1 0 0,1 0 0,0 0 0,0 1 0,0-1 0,0 0 0,-1 0 0,1 0 0,0 0 0,0 0 0,0 0 0,0 0 0,-1 0 0,1 0 0,0 1 0,0-1 0,0 0 0,0 0 0,0 0 0,0 0 0,0 0 0,0 1 0,-1-1 0,1 0 0,0 0 0,0 0 0,0 0 0,0 1 0,0-1 0,0 0 0,-5 11 0,0 6 0,0 0 0,2 1 0,-4 34 0,4 58 0,3-66 0,0 89 0,-3 83 0,0-164 0,-3-1 0,-13 58 0,14-88 0,-1-1 0,-1 0 0,-1 0 0,-1 0 0,0-1 0,-1-1 0,-1 1 0,-1-2 0,-19 22 0,25-32 0,0 0 0,-1-1 0,0 1 0,0-1 0,-1-1 0,1 0 0,-1 0 0,-1 0 0,1-1 0,0 0 0,-1-1 0,0 0 0,0 0 0,0-1 0,0 0 0,0 0 0,-1-1 0,1 0 0,0-1 0,-1 0 0,1-1 0,0 0 0,-14-3 0,16 3 0,0-1 0,0-1 0,0 1 0,1-1 0,-1 0 0,1 0 0,-1-1 0,1 0 0,0 0 0,1-1 0,-1 0 0,1 0 0,0 0 0,-7-9 0,6 6 0,2 0 0,-1 0 0,1 0 0,0-1 0,1 0 0,0 0 0,0 0 0,1 0 0,0 0 0,-1-12 0,2 2 0,1 0 0,1 0 0,0 1 0,2-1 0,0 0 0,1 0 0,0 1 0,2 0 0,0 0 0,15-28 0,-14 32-72,1 1 1,0 0-1,1 0 0,0 1 0,1 0 0,1 1 0,0 0 0,0 1 1,1 0-1,0 0 0,1 2 0,0-1 0,0 2 0,1 0 0,0 0 1,0 1-1,1 1 0,21-5 0,-4 6-6754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00.504"/>
    </inkml:context>
    <inkml:brush xml:id="br0">
      <inkml:brushProperty name="width" value="0.05" units="cm"/>
      <inkml:brushProperty name="height" value="0.05" units="cm"/>
      <inkml:brushProperty name="color" value="#FFC114"/>
    </inkml:brush>
  </inkml:definitions>
  <inkml:trace contextRef="#ctx0" brushRef="#br0">1 93 24575,'0'-2'0,"0"-1"0,0 1 0,0-1 0,1 1 0,-1 0 0,1-1 0,-1 1 0,1 0 0,0-1 0,0 1 0,0 0 0,0 0 0,1 0 0,1-3 0,-3 5 0,0 0 0,0 0 0,1 0 0,-1 0 0,0 0 0,0 0 0,0 0 0,0 0 0,1 0 0,-1 0 0,0 0 0,0 0 0,0 0 0,1 0 0,-1 0 0,0 0 0,0 0 0,0 0 0,0 0 0,1 1 0,-1-1 0,0 0 0,0 0 0,0 0 0,0 0 0,1 0 0,-1 0 0,0 0 0,0 1 0,0-1 0,0 0 0,0 0 0,0 0 0,0 0 0,0 1 0,1-1 0,-1 0 0,0 0 0,0 0 0,0 0 0,0 1 0,0-1 0,0 0 0,0 0 0,0 0 0,0 1 0,0-1 0,0 0 0,0 0 0,0 0 0,0 1 0,1 11 0,2 19 0,2 0 0,12 47 0,-12-60 0,1-1 0,0 0 0,1-1 0,1 0 0,19 30 0,-25-44 0,0 0 0,0 1 0,0-1 0,0 0 0,0 0 0,1-1 0,-1 1 0,0 0 0,1-1 0,0 1 0,-1-1 0,1 0 0,0 0 0,-1 0 0,1 0 0,0 0 0,0-1 0,0 1 0,0-1 0,0 0 0,0 0 0,0 0 0,0 0 0,0-1 0,0 1 0,-1-1 0,1 1 0,4-3 0,7-2 0,0-1 0,-1 0 0,1-1 0,16-12 0,-12 8 0,273-170 0,-279 174 0,0 0 0,1 1 0,-1 1 0,1 0 0,14-3 0,-22 6 0,0 1 0,0 0 0,0 1 0,0-1 0,0 1 0,0 0 0,0 0 0,0 1 0,0-1 0,0 1 0,0 0 0,0 1 0,0-1 0,0 1 0,-1 0 0,1 0 0,4 3 0,5 6 0,0-1 0,-1 2 0,0-1 0,-1 2 0,-1 0 0,0 0 0,-1 1 0,12 21 0,-21-34 0,-1 0 0,1 0 0,-1 0 0,1 0 0,-1 0 0,1-1 0,0 1 0,-1 0 0,1 0 0,0 0 0,0-1 0,-1 1 0,1 0 0,0-1 0,0 1 0,0-1 0,0 1 0,0-1 0,0 1 0,0-1 0,0 0 0,0 1 0,0-1 0,0 0 0,0 0 0,0 0 0,1 0 0,-1 0 0,2 0 0,1-1 0,-1-1 0,1 1 0,-1-1 0,1 0 0,-1 0 0,7-5 0,2-2 0,12-7 0,1 1 0,0 2 0,1 0 0,0 2 0,0 0 0,2 2 0,-1 1 0,1 1 0,0 2 0,0 0 0,35 0 0,-9 6 0,0 2 0,-1 3 0,0 2 0,0 2 0,-1 2 0,73 28 0,-45-11 0,-78-29 0,0 0 0,0 0 0,0 1 0,0-1 0,0-1 0,0 1 0,0 0 0,0 0 0,0-1 0,-1 1 0,1-1 0,0 1 0,0-1 0,0 0 0,0 0 0,-1 0 0,1 0 0,0 0 0,-1 0 0,1-1 0,-1 1 0,1 0 0,-1-1 0,0 1 0,1-1 0,-1 1 0,2-5 0,4-5 0,-1-1 0,0 0 0,6-14 0,-5 8 0,34-76 0,-41 93-62,0 0 0,1 1 0,-1-1 0,0 0 0,0 0 0,1 0 0,-1 0 0,0 0 0,0 0 0,0 1 0,0-1 0,0 0-1,0 0 1,-1 0 0,1 0 0,0 0 0,0 0 0,-1 1 0,1-1 0,0 0 0,-2-1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2.363"/>
    </inkml:context>
    <inkml:brush xml:id="br0">
      <inkml:brushProperty name="width" value="0.05" units="cm"/>
      <inkml:brushProperty name="height" value="0.05" units="cm"/>
      <inkml:brushProperty name="color" value="#FFC114"/>
    </inkml:brush>
  </inkml:definitions>
  <inkml:trace contextRef="#ctx0" brushRef="#br0">9 54 24575,'0'-3'0,"0"-5"0,0-4 0,-3-4 0,-2 5 0,4 7 0,2 12 0,1 13 0,3 11 0,1 13 0,3 8 0,0 10 0,-2 10 0,-2 6 0,-2 3 0,-4 1 0,-3-3 0,0-16-8191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2.924"/>
    </inkml:context>
    <inkml:brush xml:id="br0">
      <inkml:brushProperty name="width" value="0.05" units="cm"/>
      <inkml:brushProperty name="height" value="0.05" units="cm"/>
      <inkml:brushProperty name="color" value="#FFC114"/>
    </inkml:brush>
  </inkml:definitions>
  <inkml:trace contextRef="#ctx0" brushRef="#br0">35 757 24575,'-10'-44'0,"1"0"0,2-1 0,2 0 0,2 0 0,2 0 0,6-52 0,-2 76 0,1 1 0,0-1 0,2 1 0,0 0 0,2 0 0,14-27 0,-14 32 0,1 1 0,0 1 0,1-1 0,1 2 0,0-1 0,1 2 0,0-1 0,0 2 0,17-11 0,-9 9 0,1 0 0,0 2 0,1 0 0,0 2 0,0 0 0,1 1 0,0 2 0,0 0 0,25-1 0,-15 3 0,-1 2 0,1 1 0,0 2 0,-1 1 0,0 1 0,34 10 0,-43-8 0,-1 1 0,1 2 0,-1 0 0,0 2 0,-1 0 0,-1 1 0,0 1 0,0 1 0,-1 1 0,-1 1 0,-1 0 0,0 1 0,21 28 0,-27-30 0,-1 0 0,-1 0 0,0 1 0,-1 0 0,-1 0 0,-1 1 0,0 0 0,-1 0 0,-1 1 0,0 0 0,-2-1 0,0 1 0,-1 0 0,0 0 0,-2 0 0,0 0 0,-1 0 0,-6 27 0,1-24 0,0 0 0,-2-1 0,0 0 0,-1 0 0,-1-1 0,-1 0 0,-1-1 0,0 0 0,-1-1 0,-1-1 0,-1 0 0,-33 26 0,16-17 0,-1-2 0,-2-1 0,0-2 0,-1-1 0,-78 27 0,107-43 0,-36 9 0,42-11 0,0-1 0,0 0 0,0 1 0,-1-1 0,1 0 0,0 0 0,0 0 0,0-1 0,-1 1 0,1 0 0,0-1 0,0 0 0,0 1 0,0-1 0,0 0 0,-3-1 0,4 1 0,1 0 0,-1 0 0,0 1 0,1-1 0,-1 0 0,1 0 0,-1 0 0,1 0 0,-1 0 0,1 1 0,0-1 0,-1 0 0,1 0 0,0 0 0,0 0 0,0 0 0,0 0 0,0 0 0,0 0 0,0 0 0,0 0 0,0 0 0,0 0 0,0 0 0,1 0 0,-1 0 0,0 0 0,1 0 0,-1 0 0,1 0 0,0-1 0,20-28 0,-20 29 0,12-14 0,0 2 0,0-1 0,2 2 0,0 0 0,0 1 0,1 0 0,0 1 0,1 1 0,0 1 0,0 0 0,1 1 0,0 1 0,0 1 0,0 0 0,1 2 0,26-3 0,-28 5 0,0 0 0,1 2 0,-1 0 0,1 1 0,-1 0 0,0 2 0,0 0 0,0 0 0,0 2 0,-1 0 0,0 1 0,0 1 0,-1 0 0,0 1 0,-1 1 0,1 0 0,24 24 0,-31-25 0,1 0 0,-2 0 0,1 1 0,-1 0 0,-1 0 0,0 1 0,0 0 0,-1 0 0,-1 1 0,0-1 0,4 14 0,-7-18 0,0 0 0,0 0 0,-1 0 0,0-1 0,0 1 0,0 0 0,-1 0 0,0 0 0,0-1 0,-1 1 0,0 0 0,0-1 0,-1 1 0,1-1 0,-1 0 0,-1 0 0,1 0 0,-1 0 0,0-1 0,0 1 0,-7 5 0,-2 1 0,-1 0 0,-1-1 0,0 0 0,0-2 0,-1 1 0,-34 13 0,7-7 0,-72 17 0,65-21-341,-1-2 0,-1-2-1,-76 1 1,77-11-6485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3.341"/>
    </inkml:context>
    <inkml:brush xml:id="br0">
      <inkml:brushProperty name="width" value="0.05" units="cm"/>
      <inkml:brushProperty name="height" value="0.05" units="cm"/>
      <inkml:brushProperty name="color" value="#FFC114"/>
    </inkml:brush>
  </inkml:definitions>
  <inkml:trace contextRef="#ctx0" brushRef="#br0">1 125 24575,'13'3'0,"1"1"0,-1 0 0,25 13 0,-9-5 0,13 6 0,0 2 0,-1 2 0,-2 1 0,0 3 0,69 59 0,-97-75 0,0 1 0,-2 0 0,1 1 0,-1 0 0,-1 1 0,0 0 0,-1 0 0,0 1 0,5 16 0,-10-24 0,0 0 0,-1 1 0,0-1 0,0 0 0,0 1 0,-1-1 0,0 1 0,0-1 0,0 0 0,-3 10 0,2-11 0,-1-1 0,1 1 0,-1-1 0,-1 1 0,1-1 0,0 0 0,-1 0 0,0 0 0,0 0 0,0 0 0,0-1 0,-1 1 0,1-1 0,-1 0 0,-6 4 0,1-2 0,-1 0 0,0 0 0,0-1 0,-1 0 0,0-1 0,1 0 0,-1 0 0,0-1 0,0-1 0,0 0 0,-15-1 0,19 1 0,-1-2 0,0 1 0,0-1 0,0 0 0,1-1 0,-1 0 0,1 0 0,-1 0 0,1-1 0,0 0 0,0-1 0,0 0 0,0 0 0,1 0 0,-1-1 0,-9-9 0,11 7 0,0 0 0,1-1 0,0 1 0,0-1 0,0 0 0,1 0 0,1 0 0,-1 0 0,1 0 0,1-1 0,-1 1 0,1-1 0,1 1 0,0-1 0,0 0 0,0 1 0,3-11 0,1-3 0,0 0 0,2 1 0,0-1 0,2 1 0,14-30 0,-6 21 69,1 1-1,1 1 0,1 1 0,37-40 1,-42 53-240,0 0 0,0 1 1,2 0-1,-1 2 0,2 0 1,-1 0-1,1 2 0,1 0 1,21-8-1,-3 7-6655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3.878"/>
    </inkml:context>
    <inkml:brush xml:id="br0">
      <inkml:brushProperty name="width" value="0.05" units="cm"/>
      <inkml:brushProperty name="height" value="0.05" units="cm"/>
      <inkml:brushProperty name="color" value="#FFC114"/>
    </inkml:brush>
  </inkml:definitions>
  <inkml:trace contextRef="#ctx0" brushRef="#br0">336 275 24575,'15'-42'0,"-12"21"0,-1 0 0,0-35 0,-2 45 0,-1 0 0,0 0 0,-1 0 0,0 0 0,0 1 0,-8-20 0,9 27 0,0 1 0,0-1 0,-1 1 0,1 0 0,0 0 0,-1-1 0,1 1 0,-1 0 0,0 0 0,0 1 0,0-1 0,0 0 0,0 1 0,0-1 0,0 1 0,0-1 0,-1 1 0,1 0 0,0 0 0,-5-1 0,4 1 0,0 1 0,-1 0 0,1 0 0,0 1 0,-1-1 0,1 1 0,0-1 0,0 1 0,0 0 0,-1 0 0,1 0 0,0 1 0,0-1 0,-2 3 0,-9 5 0,1 1 0,1 0 0,0 0 0,0 2 0,-13 17 0,1 0 0,2 1 0,-33 58 0,45-69 0,1 0 0,0 1 0,2 0 0,0 0 0,2 1 0,-5 29 0,9-46 0,1 0 0,-1 0 0,1 1 0,0-1 0,0 0 0,1 0 0,-1 1 0,1-1 0,0 0 0,0 0 0,0 0 0,0 0 0,1 0 0,0 0 0,0-1 0,0 1 0,0 0 0,1-1 0,-1 0 0,1 1 0,0-1 0,0 0 0,0 0 0,0-1 0,0 1 0,1-1 0,-1 1 0,1-1 0,0 0 0,0 0 0,-1-1 0,1 1 0,0-1 0,7 1 0,0 1 0,0-1 0,1-1 0,-1 0 0,1-1 0,-1 0 0,1-1 0,-1 0 0,1-1 0,-1 0 0,0-1 0,19-6 0,-16 2 0,0 0 0,0-1 0,0 0 0,-1-1 0,0 0 0,-1-1 0,0 0 0,0-1 0,-1-1 0,-1 0 0,0 0 0,-1-1 0,0 0 0,0-1 0,-2 0 0,0 0 0,0-1 0,-2 1 0,0-1 0,0-1 0,-1 1 0,-1-1 0,-1 1 0,1-28 0,-5 24 0,2 19 0,-1 0 0,1 0 0,0 0 0,0 0 0,0 0 0,0 0 0,0 0 0,0-1 0,-1 1 0,1 0 0,0 0 0,0 0 0,0 0 0,0 0 0,0 0 0,-1 0 0,1 0 0,0 0 0,0 0 0,0 0 0,0 0 0,-1 0 0,1 0 0,0 0 0,0 0 0,0 0 0,0 0 0,-1 0 0,1 0 0,0 0 0,0 0 0,0 0 0,0 0 0,0 1 0,-1-1 0,1 0 0,0 0 0,0 0 0,0 0 0,0 0 0,0 0 0,0 0 0,0 1 0,-1-1 0,1 0 0,0 0 0,-2 4 0,0-1 0,-1 1 0,2-1 0,-1 1 0,-2 7 0,0 0 0,1 0 0,0 1 0,1-1 0,0 0 0,1 1 0,-1 14 0,3-19 0,-1 0 0,1-1 0,0 1 0,1-1 0,0 0 0,0 1 0,0-1 0,1 0 0,-1 0 0,1 0 0,1-1 0,6 10 0,7 5-1365,0-3-5461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4.426"/>
    </inkml:context>
    <inkml:brush xml:id="br0">
      <inkml:brushProperty name="width" value="0.05" units="cm"/>
      <inkml:brushProperty name="height" value="0.05" units="cm"/>
      <inkml:brushProperty name="color" value="#FFC114"/>
    </inkml:brush>
  </inkml:definitions>
  <inkml:trace contextRef="#ctx0" brushRef="#br0">294 296 24575,'1'-3'0,"0"-1"0,0 1 0,0-1 0,1 1 0,-1 0 0,1 0 0,0 0 0,0-1 0,5-3 0,3-9 0,-4 4 0,-1 0 0,0 0 0,-1-1 0,-1 0 0,0 1 0,0-1 0,-2-1 0,1 1 0,-2 0 0,0 0 0,0 0 0,-1 0 0,-3-14 0,3 24 0,1 1 0,0-1 0,-1 1 0,0 0 0,0 0 0,1-1 0,-1 1 0,-1 0 0,1 0 0,0 0 0,0 0 0,-1 0 0,1 0 0,-1 0 0,0 1 0,0-1 0,1 0 0,-1 1 0,0 0 0,0-1 0,0 1 0,0 0 0,-1 0 0,1 0 0,0 0 0,0 0 0,-1 1 0,1-1 0,0 1 0,-1-1 0,1 1 0,-1 0 0,1 0 0,0 0 0,-1 0 0,1 1 0,-1-1 0,-2 1 0,-5 2 0,1 0 0,0 0 0,-1 1 0,2 0 0,-1 1 0,0 0 0,1 0 0,-9 8 0,-1 2 0,1 1 0,1 0 0,0 1 0,2 1 0,0 0 0,1 1 0,0 1 0,2 0 0,1 0 0,0 1 0,1 1 0,2-1 0,0 2 0,-5 29 0,11-45 0,0 1 0,0-1 0,1 1 0,0-1 0,0 0 0,1 1 0,0-1 0,1 1 0,-1-1 0,1 0 0,1 0 0,-1 0 0,1 0 0,1 0 0,-1-1 0,1 1 0,0-1 0,7 9 0,-5-9 0,1 0 0,0 0 0,0 0 0,0-1 0,0 0 0,1 0 0,0-1 0,0 0 0,0-1 0,0 1 0,1-1 0,-1-1 0,1 0 0,0 0 0,10 0 0,-2-1-124,0-1 0,0-1 0,0 0 0,0-2 0,-1 0 0,1 0-1,-1-2 1,0 0 0,0-1 0,28-14 0,2-5-6702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4.612"/>
    </inkml:context>
    <inkml:brush xml:id="br0">
      <inkml:brushProperty name="width" value="0.05" units="cm"/>
      <inkml:brushProperty name="height" value="0.05" units="cm"/>
      <inkml:brushProperty name="color" value="#FFC114"/>
    </inkml:brush>
  </inkml:definitions>
  <inkml:trace contextRef="#ctx0" brushRef="#br0">58 312 24575,'-20'-129'0,"12"72"0,-14-58 0,17 105 0,3 20 0,2 23 0,36 520 0,-34-512 49,24 261-1463,-21-277-5412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4.908"/>
    </inkml:context>
    <inkml:brush xml:id="br0">
      <inkml:brushProperty name="width" value="0.05" units="cm"/>
      <inkml:brushProperty name="height" value="0.05" units="cm"/>
      <inkml:brushProperty name="color" value="#FFC114"/>
    </inkml:brush>
  </inkml:definitions>
  <inkml:trace contextRef="#ctx0" brushRef="#br0">143 73 24575,'2'-6'0,"1"1"0,-1 0 0,1 0 0,0 0 0,1 0 0,-1 0 0,1 0 0,0 1 0,0 0 0,0 0 0,1 0 0,0 0 0,-1 1 0,7-4 0,-11 7 0,0 0 0,0 0 0,1 0 0,-1-1 0,0 1 0,0 0 0,0 0 0,0 0 0,1 0 0,-1 0 0,0 0 0,0 0 0,0 0 0,1 0 0,-1 0 0,0 0 0,0 0 0,0 0 0,1 0 0,-1 0 0,0 0 0,0 0 0,0 0 0,1 0 0,-1 0 0,0 0 0,0 1 0,0-1 0,0 0 0,1 0 0,-1 0 0,0 0 0,0 0 0,0 0 0,0 1 0,1-1 0,-2 9 0,-8 9 0,-15 15 0,-2 0 0,-1-2 0,-1 0 0,-40 33 0,65-62 0,0 0 0,1 1 0,-1-1 0,1 1 0,0 0 0,0-1 0,0 1 0,0 0 0,0 1 0,1-1 0,-2 3 0,3-4 0,-1-1 0,1 1 0,0-1 0,0 1 0,0-1 0,0 1 0,1-1 0,-1 1 0,0-1 0,1 1 0,-1-1 0,1 0 0,-1 1 0,1-1 0,0 0 0,-1 1 0,1-1 0,0 0 0,0 0 0,0 0 0,0 1 0,0-1 0,0 0 0,0 0 0,0-1 0,1 1 0,-1 0 0,2 1 0,83 47 0,-4-3 0,-67-37 23,28 20-717,90 44 0,-99-59-6132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5.562"/>
    </inkml:context>
    <inkml:brush xml:id="br0">
      <inkml:brushProperty name="width" value="0.05" units="cm"/>
      <inkml:brushProperty name="height" value="0.05" units="cm"/>
      <inkml:brushProperty name="color" value="#FFC114"/>
    </inkml:brush>
  </inkml:definitions>
  <inkml:trace contextRef="#ctx0" brushRef="#br0">82 880 24575,'-20'-28'0,"19"26"0,0-1 0,0 1 0,0-1 0,-1 1 0,1 0 0,-1-1 0,0 1 0,1 0 0,-1 0 0,0 0 0,0 1 0,-1-1 0,1 0 0,0 1 0,0-1 0,-1 1 0,-4-2 0,6 3 0,0 0 0,0 0 0,0 0 0,0 0 0,0 0 0,0 1 0,0-1 0,0 0 0,0 1 0,1-1 0,-1 0 0,0 1 0,0-1 0,0 1 0,1 0 0,-1-1 0,0 1 0,0-1 0,1 1 0,-1 0 0,1 0 0,-1-1 0,1 1 0,-1 0 0,1 0 0,-1 0 0,1 0 0,-1 0 0,1-1 0,0 1 0,0 0 0,0 0 0,-1 0 0,1 0 0,0 0 0,0 2 0,-2 37 0,3-36 0,-1 1 0,1 0 0,-1 0 0,2 0 0,-1 0 0,0-1 0,1 1 0,0 0 0,0-1 0,0 1 0,0-1 0,1 0 0,0 0 0,0 0 0,0 0 0,0 0 0,1-1 0,-1 0 0,1 1 0,0-1 0,0-1 0,0 1 0,1 0 0,-1-1 0,8 3 0,-3-2 0,0 0 0,0-1 0,1 0 0,-1-1 0,0 0 0,1 0 0,-1-1 0,1 0 0,-1-1 0,1 0 0,-1-1 0,15-4 0,-14 3 0,0 0 0,0-1 0,0 0 0,-1-1 0,0 0 0,0 0 0,0-1 0,0 0 0,-1-1 0,0 0 0,-1 0 0,9-11 0,-10 11 0,-2 0 0,1 0 0,-1-1 0,0 0 0,0 0 0,-1 0 0,0 0 0,0 0 0,-1-1 0,0 1 0,-1-1 0,0 0 0,0 1 0,-1-1 0,-1-11 0,0 6 0,-1 1 0,-1 0 0,0-1 0,-1 1 0,-1 0 0,0 1 0,-10-21 0,11 27 0,0-1 0,0 1 0,-1 1 0,0-1 0,0 1 0,-11-10 0,13 12 0,-1 1 0,1 0 0,-1 0 0,0 0 0,1 0 0,-1 1 0,0-1 0,0 1 0,0 0 0,0 0 0,0 0 0,0 1 0,-5-1 0,4 2 0,0 0 0,0 0 0,0 0 0,0 0 0,1 1 0,-1 0 0,1 0 0,-1 0 0,1 0 0,0 1 0,0 0 0,0 0 0,0 0 0,0 0 0,1 1 0,-1-1 0,-5 9 0,-2 2 0,1 1 0,1 0 0,-12 26 0,12-20 0,1-1 0,1 1 0,1 1 0,0-1 0,2 1 0,-3 44 0,7-53 0,-1 0 0,2 0 0,0 0 0,0 0 0,2 0 0,-1-1 0,2 1 0,-1 0 0,2-1 0,0 0 0,0 0 0,1 0 0,9 12 0,-11-18 0,1 0 0,0 0 0,1-1 0,-1 1 0,1-1 0,0 0 0,1-1 0,-1 0 0,1 0 0,0 0 0,0-1 0,14 5 0,-10-5 0,-1-1 0,1 0 0,0 0 0,0-1 0,1-1 0,-1 0 0,0-1 0,14-2 0,-2-1 0,0-2 0,-1-1 0,1 0 0,-1-2 0,-1 0 0,0-2 0,38-25 0,-31 16 0,-2-1 0,0-1 0,-2-2 0,-1 0 0,36-49 0,-33 35 0,-2-1 0,-1-1 0,29-74 0,-26 40 0,-3-1 0,-4-1 0,-3-1 0,11-134 0,-25 188 0,2-37 0,-4 56 0,-1-1 0,1 1 0,0 0 0,-1-1 0,0 1 0,0 0 0,0-1 0,-1 1 0,-3-8 0,5 12 0,-1 0 0,1-1 0,0 1 0,0 0 0,0-1 0,0 1 0,0 0 0,-1 0 0,1 0 0,0-1 0,0 1 0,0 0 0,-1 0 0,1 0 0,0-1 0,0 1 0,-1 0 0,1 0 0,0 0 0,-1 0 0,1 0 0,0 0 0,0-1 0,-1 1 0,1 0 0,0 0 0,-1 0 0,1 0 0,0 0 0,0 0 0,-1 0 0,1 0 0,0 0 0,-1 1 0,1-1 0,0 0 0,-1 0 0,1 0 0,0 0 0,0 0 0,-1 0 0,1 1 0,0-1 0,0 0 0,-1 0 0,1 0 0,0 0 0,0 1 0,0-1 0,-1 1 0,-8 14 0,1 11 0,0 0 0,2 0 0,1 1 0,1 0 0,0 31 0,1-25 0,-4 53 0,3 0 0,5 0 0,3 1 0,4-1 0,35 157 0,-39-228-195,0 1 0,1-1 0,0 0 0,2-1 0,0 1 0,14 22 0,-9-24-6631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5.751"/>
    </inkml:context>
    <inkml:brush xml:id="br0">
      <inkml:brushProperty name="width" value="0.05" units="cm"/>
      <inkml:brushProperty name="height" value="0.05" units="cm"/>
      <inkml:brushProperty name="color" value="#FFC114"/>
    </inkml:brush>
  </inkml:definitions>
  <inkml:trace contextRef="#ctx0" brushRef="#br0">29 258 24575,'-1'-3'0,"1"0"0,-1 0 0,0 0 0,0 0 0,0 0 0,0 0 0,-1 1 0,1-1 0,-4-4 0,-8-17 0,13 20 0,-1 1 0,1-1 0,0 1 0,0-1 0,0 1 0,0-1 0,1 1 0,-1-1 0,1 1 0,0-1 0,0 1 0,0 0 0,0 0 0,1-1 0,0 1 0,-1 0 0,1 0 0,0 0 0,0 0 0,1 1 0,-1-1 0,0 1 0,1-1 0,0 1 0,4-3 0,6-4 0,0 0 0,0 1 0,1 1 0,21-9 0,2 2 0,0 1 0,0 2 0,1 2 0,1 2 0,-1 1 0,1 1 0,50 2 0,-60 6-1365,-8 1-5461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4.450"/>
    </inkml:context>
    <inkml:brush xml:id="br0">
      <inkml:brushProperty name="width" value="0.05" units="cm"/>
      <inkml:brushProperty name="height" value="0.05" units="cm"/>
      <inkml:brushProperty name="color" value="#FFC114"/>
    </inkml:brush>
  </inkml:definitions>
  <inkml:trace contextRef="#ctx0" brushRef="#br0">10 116 24575,'0'0'0,"0"0"0,0-1 0,0 1 0,0 0 0,-1 0 0,1 0 0,0-1 0,0 1 0,0 0 0,0 0 0,0 0 0,0 0 0,-1 0 0,1-1 0,0 1 0,0 0 0,0 0 0,0 0 0,-1 0 0,1 0 0,0 0 0,0 0 0,0-1 0,-1 1 0,1 0 0,0 0 0,0 0 0,0 0 0,-1 0 0,1 0 0,0 0 0,0 0 0,0 0 0,-1 0 0,1 0 0,0 0 0,0 0 0,-1 1 0,1-1 0,0 0 0,0 0 0,0 0 0,0 0 0,-1 0 0,1 0 0,0 0 0,0 0 0,0 1 0,0-1 0,-1 0 0,1 0 0,0 0 0,0 0 0,0 1 0,0-1 0,0 0 0,0 1 0,0-1 0,0 1 0,0-1 0,0 1 0,1-1 0,-1 1 0,0-1 0,0 1 0,1-1 0,-1 1 0,0-1 0,1 0 0,-1 1 0,1-1 0,-1 1 0,0-1 0,1 0 0,-1 0 0,1 1 0,-1-1 0,1 0 0,-1 0 0,1 1 0,-1-1 0,1 0 0,-1 0 0,1 0 0,0 0 0,12 2 0,-1-2 0,1 0 0,-1 0 0,1-1 0,-1 0 0,0-1 0,14-5 0,8 1 0,656-98-1365,-645 99-5461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4.932"/>
    </inkml:context>
    <inkml:brush xml:id="br0">
      <inkml:brushProperty name="width" value="0.05" units="cm"/>
      <inkml:brushProperty name="height" value="0.05" units="cm"/>
      <inkml:brushProperty name="color" value="#FFC114"/>
    </inkml:brush>
  </inkml:definitions>
  <inkml:trace contextRef="#ctx0" brushRef="#br0">398 1 24575,'0'4'0,"1"1"0,0-1 0,1 0 0,-1 0 0,1 0 0,0 0 0,0 0 0,4 6 0,4 8 0,6 22 0,-1 0 0,11 49 0,12 87 0,-29-131 0,33 295 0,-41-319 0,1-4 0,-1-8 0,0 1 0,-1 0 0,-1 12 0,2-22 0,-1 0 0,0 0 0,0 0 0,0 1 0,0-1 0,0 0 0,0 0 0,0 0 0,0 0 0,0 0 0,-1 0 0,1 0 0,0 1 0,0-1 0,0 0 0,0 0 0,0 0 0,0 0 0,0 0 0,0 0 0,0 0 0,0 0 0,0 1 0,0-1 0,0 0 0,0 0 0,-1 0 0,1 0 0,0 0 0,0 0 0,0 0 0,0 0 0,0 0 0,0 0 0,0 0 0,-1 0 0,1 0 0,0 0 0,0 0 0,0 0 0,0 0 0,0 0 0,0 0 0,0 0 0,-1 0 0,1 0 0,0 0 0,0 0 0,-7-6 0,-7-13 0,11 15 0,-10-15 0,-2 1 0,0 1 0,-1 0 0,0 1 0,-2 0 0,0 2 0,-37-24 0,42 31 0,-1 0 0,1 1 0,-1 0 0,-1 1 0,1 1 0,-1 0 0,1 1 0,-1 0 0,0 2 0,0-1 0,0 2 0,-1 0 0,-17 3 0,17-1-170,0 1-1,0 1 0,0 0 1,0 1-1,1 1 0,-1 1 1,-18 10-1,18-6-6655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5.496"/>
    </inkml:context>
    <inkml:brush xml:id="br0">
      <inkml:brushProperty name="width" value="0.05" units="cm"/>
      <inkml:brushProperty name="height" value="0.05" units="cm"/>
      <inkml:brushProperty name="color" value="#FFC114"/>
    </inkml:brush>
  </inkml:definitions>
  <inkml:trace contextRef="#ctx0" brushRef="#br0">256 193 24575,'2'-3'0,"1"0"0,-1-1 0,0 1 0,0-1 0,-1 0 0,1 0 0,-1 0 0,0 1 0,0-1 0,0 0 0,0 0 0,0-7 0,0-5 0,-2-29 0,1 41 0,-1 0 0,1 1 0,-1-1 0,0 1 0,0-1 0,0 1 0,0-1 0,-1 1 0,1 0 0,-1-1 0,0 1 0,0 0 0,0 0 0,0 0 0,-1 1 0,1-1 0,-1 0 0,0 1 0,0 0 0,-5-4 0,5 5 0,1 0 0,-1 0 0,1 0 0,-1 0 0,0 0 0,0 1 0,0-1 0,1 1 0,-1 0 0,0 0 0,0 0 0,0 0 0,0 0 0,1 1 0,-1-1 0,0 1 0,0 0 0,1 0 0,-1 0 0,0 0 0,1 0 0,-1 0 0,1 1 0,-1-1 0,1 1 0,0 0 0,-2 2 0,-7 6 0,0 2 0,1-1 0,1 1 0,0 1 0,1-1 0,0 1 0,-8 19 0,-35 101 0,45-115 0,1 0 0,0 0 0,2 1 0,-4 33 0,7-46 0,0 0 0,1 0 0,-1 0 0,1 0 0,1-1 0,-1 1 0,1 0 0,3 8 0,-3-11 0,0 1 0,0-1 0,0 0 0,0 0 0,0 0 0,1-1 0,-1 1 0,1-1 0,0 1 0,0-1 0,0 0 0,0 0 0,0 0 0,7 3 0,-8-4 0,0-1 0,0 1 0,0 0 0,0-1 0,0 1 0,0-1 0,0 0 0,0 0 0,0 0 0,0 0 0,1 0 0,-1 0 0,0-1 0,0 1 0,0-1 0,0 1 0,3-2 0,-1 0 0,-1 0 0,0 0 0,0 0 0,0-1 0,0 1 0,0-1 0,0 0 0,-1 1 0,3-5 0,4-5 0,-2-1 0,1 0 0,9-26 0,-17 38 0,18-47 0,-2 0 0,14-80 0,-29 124 0,0-1 0,0 1 0,1 0 0,-1 0 0,4-7 0,-4 11 0,-1-1 0,0 1 0,0 0 0,1-1 0,-1 1 0,0 0 0,0-1 0,1 1 0,-1 0 0,0 0 0,1-1 0,-1 1 0,1 0 0,-1 0 0,0-1 0,1 1 0,-1 0 0,0 0 0,1 0 0,-1 0 0,1 0 0,-1 0 0,1-1 0,0 1 0,0 1 0,-1-1 0,1 1 0,0-1 0,0 1 0,-1-1 0,1 1 0,0-1 0,-1 1 0,1 0 0,-1-1 0,1 1 0,0 0 0,-1-1 0,0 1 0,1 0 0,-1 0 0,1 1 0,9 23 0,-1-1 0,7 33 0,11 28 0,-19-63-341,2-1 0,0 0-1,19 28 1,-17-34-6485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5.886"/>
    </inkml:context>
    <inkml:brush xml:id="br0">
      <inkml:brushProperty name="width" value="0.05" units="cm"/>
      <inkml:brushProperty name="height" value="0.05" units="cm"/>
      <inkml:brushProperty name="color" value="#FFC114"/>
    </inkml:brush>
  </inkml:definitions>
  <inkml:trace contextRef="#ctx0" brushRef="#br0">0 95 24575,'5'6'0,"0"1"0,-1 0 0,0 1 0,0-1 0,-1 0 0,0 1 0,0 0 0,2 10 0,2 6 0,17 46 0,-10-24 0,2-1 0,33 62 0,-49-106 0,0 0 0,1-1 0,-1 1 0,0 0 0,1-1 0,-1 1 0,1 0 0,0-1 0,-1 1 0,1 0 0,-1-1 0,1 1 0,0-1 0,-1 1 0,1-1 0,0 0 0,0 1 0,0-1 0,0 0 0,-1 0 0,0 0 0,1 0 0,-1 0 0,1 0 0,-1 0 0,1 0 0,-1 0 0,0-1 0,1 1 0,-1 0 0,0 0 0,1 0 0,-1-1 0,0 1 0,1 0 0,-1-1 0,0 1 0,1 0 0,-1-1 0,0 1 0,0 0 0,0-1 0,1 0 0,1-2 0,-1 0 0,0-1 0,1 0 0,-1 1 0,-1-1 0,2-5 0,41-429 0,-43 463-1365,-1-9-5461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6.415"/>
    </inkml:context>
    <inkml:brush xml:id="br0">
      <inkml:brushProperty name="width" value="0.05" units="cm"/>
      <inkml:brushProperty name="height" value="0.05" units="cm"/>
      <inkml:brushProperty name="color" value="#FFC114"/>
    </inkml:brush>
  </inkml:definitions>
  <inkml:trace contextRef="#ctx0" brushRef="#br0">179 106 24575,'0'-17'0,"-1"-28"0,1 42 0,0 0 0,-1 0 0,1 1 0,-1-1 0,0 0 0,0 1 0,0-1 0,0 0 0,0 1 0,-1 0 0,1-1 0,-4-3 0,4 5 0,0 1 0,1-1 0,-1 1 0,0-1 0,0 1 0,0-1 0,0 1 0,0 0 0,0-1 0,0 1 0,0 0 0,0 0 0,0 0 0,0 0 0,0 0 0,0 0 0,0 0 0,0 0 0,0 0 0,0 0 0,0 1 0,0-1 0,0 0 0,0 1 0,1-1 0,-1 0 0,0 1 0,0-1 0,0 1 0,0 0 0,1-1 0,-1 1 0,-1 1 0,-26 27 0,27-27 0,-11 12 0,1 1 0,1 0 0,0 1 0,1 0 0,0 0 0,2 1 0,0 0 0,1 1 0,0 0 0,2 0 0,0 0 0,-2 33 0,6-47 0,0 0 0,0 0 0,1 0 0,0 0 0,-1 0 0,1 0 0,1 0 0,-1 0 0,1 0 0,-1 0 0,1-1 0,0 1 0,1 0 0,-1-1 0,0 0 0,1 0 0,0 1 0,0-2 0,0 1 0,0 0 0,0 0 0,1-1 0,-1 0 0,1 0 0,0 0 0,5 2 0,-6-3 0,0 0 0,1 0 0,-1 0 0,1 0 0,0-1 0,-1 0 0,1 0 0,0 0 0,-1 0 0,1 0 0,-1-1 0,1 1 0,-1-1 0,1 0 0,-1 0 0,1-1 0,-1 1 0,0-1 0,1 1 0,-1-1 0,0 0 0,0 0 0,0 0 0,-1-1 0,1 1 0,-1-1 0,1 0 0,-1 1 0,0-1 0,3-4 0,0-1 0,-1-1 0,0 1 0,0-1 0,-1 1 0,0-1 0,0 0 0,2-18 0,-2-1 0,-2-36 0,1 4 0,-2 59 0,0 1 0,0-1 0,0 0 0,0 0 0,0 0 0,0 0 0,0 0 0,0 0 0,1 1 0,-1-1 0,0 0 0,1 0 0,-1 0 0,0 1 0,1-1 0,-1 0 0,1 0 0,0 0 0,-1 1 0,1 0 0,-1 0 0,0 0 0,1 0 0,-1 0 0,1 0 0,-1 0 0,0 0 0,1 0 0,-1 0 0,0 1 0,1-1 0,-1 0 0,0 0 0,1 0 0,-1 0 0,0 1 0,1-1 0,-1 0 0,0 0 0,1 1 0,-1-1 0,0 0 0,0 1 0,1-1 0,-1 1 0,17 28 0,27 108 236,-22-62-1837,-15-52-5225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7.100"/>
    </inkml:context>
    <inkml:brush xml:id="br0">
      <inkml:brushProperty name="width" value="0.05" units="cm"/>
      <inkml:brushProperty name="height" value="0.05" units="cm"/>
      <inkml:brushProperty name="color" value="#FFC114"/>
    </inkml:brush>
  </inkml:definitions>
  <inkml:trace contextRef="#ctx0" brushRef="#br0">514 393 24575,'1'-3'0,"0"0"0,0 0 0,0 1 0,0-1 0,1 0 0,-1 0 0,1 1 0,4-5 0,2-5 0,-2-1 0,1-1 0,-2 0 0,0 0 0,0 0 0,-1-1 0,-1 1 0,2-23 0,-4 28 0,-1 0 0,1 0 0,-1 0 0,-1 0 0,0 0 0,0-1 0,-1 1 0,0 1 0,-1-1 0,0 0 0,0 1 0,-1-1 0,-7-11 0,6 13 0,-1 0 0,0 1 0,0 0 0,-1 0 0,1 0 0,-1 1 0,-1 0 0,1 1 0,-1-1 0,0 1 0,0 1 0,0-1 0,0 2 0,0-1 0,-1 1 0,1 0 0,-1 1 0,0 0 0,1 0 0,-11 1 0,0 0 0,0 1 0,1 1 0,-1 1 0,1 0 0,-1 2 0,1 0 0,1 1 0,-26 12 0,27-10 0,1 0 0,0 1 0,0 1 0,0 1 0,2 0 0,-1 1 0,1 0 0,1 1 0,-17 22 0,25-29 0,0 0 0,1 0 0,-1 0 0,1 1 0,0-1 0,1 1 0,-1 0 0,1 0 0,1 0 0,-1 0 0,1 0 0,0 0 0,1 0 0,0 0 0,0 0 0,1 0 0,-1 0 0,1 0 0,1 0 0,0 0 0,0 0 0,0 0 0,1 0 0,-1-1 0,2 1 0,4 7 0,4 3 0,0-1 0,2-1 0,0 1 0,0-2 0,1 0 0,1-1 0,18 12 0,130 71 0,-112-68 0,-19-10 0,85 52 0,-103-60 0,0 1 0,0 1 0,-1 0 0,-1 1 0,14 17 0,-23-26 0,-1 1 0,0-1 0,0 1 0,-1-1 0,1 1 0,-1 0 0,0 0 0,0 0 0,-1 0 0,1 1 0,-1-1 0,0 0 0,-1 1 0,1-1 0,-1 0 0,-1 9 0,0-10 0,0 1 0,0-1 0,0 1 0,-1-1 0,0 0 0,0 0 0,0 0 0,0 0 0,-1 0 0,1-1 0,-1 1 0,0-1 0,0 1 0,-1-1 0,1 0 0,-1 0 0,1-1 0,-1 1 0,-7 3 0,-5 2 0,-1-1 0,0 0 0,-1-2 0,1 1 0,-1-2 0,0-1 0,-32 3 0,27-5 0,1-1 0,-1-1 0,1 0 0,0-2 0,-44-11 0,54 10-341,-1-1 0,1 0-1,-12-7 1,0-2-6485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7.458"/>
    </inkml:context>
    <inkml:brush xml:id="br0">
      <inkml:brushProperty name="width" value="0.05" units="cm"/>
      <inkml:brushProperty name="height" value="0.05" units="cm"/>
      <inkml:brushProperty name="color" value="#FFC114"/>
    </inkml:brush>
  </inkml:definitions>
  <inkml:trace contextRef="#ctx0" brushRef="#br0">190 53 24575,'-3'-1'0,"0"0"0,0 0 0,1 0 0,-1 0 0,0-1 0,1 1 0,-1-1 0,1 0 0,-1 0 0,1 0 0,0 0 0,0 0 0,-3-3 0,-18-15 0,21 19 0,0 0 0,0 0 0,0 0 0,0 0 0,0 1 0,0-1 0,-1 0 0,1 1 0,0 0 0,-1-1 0,1 1 0,0 0 0,-1 0 0,1 0 0,0 1 0,-1-1 0,1 1 0,0-1 0,-5 2 0,4 0 0,0 0 0,0 0 0,1 0 0,-1 0 0,0 1 0,1-1 0,-1 1 0,1-1 0,0 1 0,0 0 0,0 0 0,-1 3 0,-4 10 0,0 0 0,1 0 0,1 0 0,-4 23 0,8-34 0,-3 14 0,1 0 0,1 1 0,0-1 0,2 1 0,0 0 0,1-1 0,1 1 0,1-1 0,9 33 0,-9-44 0,0 1 0,1-1 0,0 1 0,0-1 0,1 0 0,0-1 0,0 1 0,1-1 0,12 13 0,-12-16 0,-1 1 0,1-1 0,1 0 0,-1 0 0,0-1 0,1 0 0,0 0 0,0 0 0,0-1 0,0 0 0,0-1 0,0 1 0,14-1 0,-16 0-85,1-1 0,-1-1-1,1 1 1,-1-1 0,1 0-1,-1 0 1,0 0 0,1-1-1,-1 0 1,0 0 0,0 0-1,0-1 1,0 1 0,-1-1-1,7-5 1,6-9-6741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8.067"/>
    </inkml:context>
    <inkml:brush xml:id="br0">
      <inkml:brushProperty name="width" value="0.05" units="cm"/>
      <inkml:brushProperty name="height" value="0.05" units="cm"/>
      <inkml:brushProperty name="color" value="#FFC114"/>
    </inkml:brush>
  </inkml:definitions>
  <inkml:trace contextRef="#ctx0" brushRef="#br0">15 137 24575,'0'0'0,"-1"0"0,1 0 0,-1 0 0,0 0 0,1 0 0,-1 0 0,1 0 0,-1 0 0,0 0 0,1 0 0,-1-1 0,1 1 0,-1 0 0,1 0 0,-1-1 0,1 1 0,-1 0 0,1-1 0,-1 1 0,1 0 0,-1-1 0,1 1 0,-1-1 0,1 1 0,0-1 0,-1 1 0,1-2 0,4 0 0,9 6 0,20 14 0,0 1 0,-1 1 0,-1 2 0,-1 1 0,39 40 0,-60-54 0,-1 1 0,-1 0 0,0 0 0,0 1 0,-1 0 0,9 22 0,-13-29 0,-1-1 0,0 1 0,0-1 0,-1 1 0,1 0 0,-1-1 0,0 1 0,0 0 0,0-1 0,0 1 0,-2 7 0,1-8 0,0-1 0,0 0 0,-1 1 0,1-1 0,0 0 0,-1 0 0,0 0 0,1 0 0,-1 0 0,0 0 0,0 0 0,0 0 0,0-1 0,0 1 0,0-1 0,-1 1 0,1-1 0,-5 2 0,6-3 0,0 1 0,0-1 0,-1 1 0,1-1 0,0 0 0,-1 1 0,1-1 0,0 0 0,-1 0 0,1 0 0,0 0 0,-1 0 0,1 0 0,0 0 0,-1 0 0,1-1 0,0 1 0,0 0 0,-1-1 0,1 1 0,-2-2 0,1 0 0,0 1 0,1-1 0,-1 1 0,1-1 0,-1 0 0,1 1 0,0-1 0,0 0 0,0 0 0,0 0 0,0 0 0,-1-3 0,0-3 0,0 0 0,0 0 0,1-1 0,0 1 0,1-16 0,3-9 0,1 0 0,2 0 0,1 1 0,2 0 0,1 0 0,2 1 0,18-36 0,-25 57 0,0 1 0,1 1 0,0-1 0,13-13 0,-16 18 0,0 1 0,1-1 0,0 1 0,0 0 0,-1 1 0,2-1 0,-1 1 0,0-1 0,0 1 0,1 1 0,-1-1 0,9-1 0,-12 3 0,1 0 0,0 0 0,0 0 0,0 0 0,-1 1 0,1-1 0,0 1 0,-1-1 0,1 1 0,0 0 0,-1 0 0,1 0 0,-1-1 0,1 2 0,-1-1 0,1 0 0,-1 0 0,0 0 0,1 1 0,-1-1 0,0 0 0,0 1 0,0-1 0,1 4 0,4 6 0,0-1 0,6 19 0,-8-18 0,6 15 15,135 375-1395,-140-382-5446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8.770"/>
    </inkml:context>
    <inkml:brush xml:id="br0">
      <inkml:brushProperty name="width" value="0.05" units="cm"/>
      <inkml:brushProperty name="height" value="0.05" units="cm"/>
      <inkml:brushProperty name="color" value="#FFC114"/>
    </inkml:brush>
  </inkml:definitions>
  <inkml:trace contextRef="#ctx0" brushRef="#br0">0 4 24575,'1'7'0,"0"0"0,0 0 0,1-1 0,0 1 0,5 11 0,3 11 0,75 420 0,-77-396 0,-5-31 0,1-1 0,7 21 0,-20-80 0,-10-76 0,13 73 0,-6-48 0,4-1 0,6-158 0,2 245 0,0 0 0,0 0 0,0 1 0,1-1 0,-1 0 0,1 0 0,0 0 0,0 0 0,0 1 0,1-1 0,-1 0 0,0 1 0,1-1 0,2-2 0,-3 4 0,0 1 0,0-1 0,1 0 0,-1 0 0,1 1 0,-1-1 0,0 0 0,1 1 0,-1 0 0,1-1 0,-1 1 0,1 0 0,-1 0 0,1-1 0,-1 1 0,1 1 0,0-1 0,-1 0 0,1 0 0,-1 0 0,1 1 0,-1-1 0,1 1 0,-1-1 0,0 1 0,1 0 0,1 1 0,4 2 0,1 0 0,-1 1 0,0 0 0,-1 0 0,1 1 0,-1 0 0,0 0 0,-1 1 0,0-1 0,0 1 0,0 0 0,0 1 0,-1-1 0,-1 1 0,1 0 0,-1 0 0,-1 0 0,1 0 0,-1 0 0,-1 1 0,1-1 0,-1 1 0,-1-1 0,0 1 0,0-1 0,-1 1 0,0-1 0,0 1 0,-1-1 0,0 0 0,0 1 0,-7 12 0,8-18-85,-1 0 0,0 0-1,0-1 1,0 1 0,0-1-1,0 1 1,-1-1 0,1 0-1,-1 0 1,0 0 0,1 0-1,-1 0 1,0-1 0,0 1-1,-5 1 1,-8 2-6741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9.030"/>
    </inkml:context>
    <inkml:brush xml:id="br0">
      <inkml:brushProperty name="width" value="0.05" units="cm"/>
      <inkml:brushProperty name="height" value="0.05" units="cm"/>
      <inkml:brushProperty name="color" value="#FFC114"/>
    </inkml:brush>
  </inkml:definitions>
  <inkml:trace contextRef="#ctx0" brushRef="#br0">1 0 24575,'3'1'0,"1"-1"0,0 1 0,0 0 0,0 0 0,0 0 0,-1 0 0,1 1 0,-1-1 0,1 1 0,-1 0 0,1 0 0,-1 0 0,0 1 0,0-1 0,0 1 0,0 0 0,-1 0 0,4 3 0,4 9 0,1 0 0,13 27 0,-16-28 0,32 62 0,-2 1 0,-4 2 0,-4 1 0,-2 2 0,15 86 0,-41-161-227,-1-1-1,1 0 1,0 0-1,0 1 1,4 5-1,3 1-6598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9.202"/>
    </inkml:context>
    <inkml:brush xml:id="br0">
      <inkml:brushProperty name="width" value="0.05" units="cm"/>
      <inkml:brushProperty name="height" value="0.05" units="cm"/>
      <inkml:brushProperty name="color" value="#FFC114"/>
    </inkml:brush>
  </inkml:definitions>
  <inkml:trace contextRef="#ctx0" brushRef="#br0">1 1 24575,'0'3'0,"3"1"0,5 0 0,7 0 0,5-2 0,5 0 0,6-5 0,-3-1-8191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29.700"/>
    </inkml:context>
    <inkml:brush xml:id="br0">
      <inkml:brushProperty name="width" value="0.05" units="cm"/>
      <inkml:brushProperty name="height" value="0.05" units="cm"/>
      <inkml:brushProperty name="color" value="#FFC114"/>
    </inkml:brush>
  </inkml:definitions>
  <inkml:trace contextRef="#ctx0" brushRef="#br0">98 4 24575,'-17'-1'0,"15"0"0,1 1 0,-1 0 0,0-1 0,1 1 0,-1 0 0,1 0 0,-1 0 0,0 0 0,1 0 0,-1 0 0,0 0 0,1 1 0,-1-1 0,1 1 0,-1-1 0,1 1 0,-1-1 0,1 1 0,-1 0 0,1 0 0,0 0 0,-1 0 0,1 0 0,0 0 0,0 0 0,0 0 0,-1 0 0,0 2 0,-3 8 0,1 0 0,0 0 0,1 1 0,0-1 0,0 1 0,1 0 0,0 21 0,0-14 0,-3 23 0,3 0 0,1 0 0,2 0 0,2-1 0,1 1 0,3 0 0,1-1 0,18 52 0,-23-83 0,1 0 0,1-1 0,0 0 0,0 0 0,0 0 0,1 0 0,1-1 0,0 0 0,0 0 0,0-1 0,12 9 0,-14-12 0,0-1 0,0 0 0,0 0 0,1 0 0,-1-1 0,1 0 0,0 0 0,-1 0 0,1-1 0,0 0 0,0 0 0,0 0 0,0-1 0,0 0 0,0 0 0,0 0 0,0-1 0,0 0 0,0 0 0,0-1 0,5-2 0,-1 0 0,-1 0 0,0-1 0,-1 0 0,1-1 0,-1 0 0,0 0 0,0-1 0,-1 0 0,0 0 0,0-1 0,-1 0 0,1 0 0,-2 0 0,1-1 0,-2 0 0,1 0 0,5-17 0,-2 5 0,-1-1 0,-1-1 0,-1 1 0,-2-1 0,0 0 0,0-41 0,-4 35 0,-1-1 0,-2 1 0,0 0 0,-13-39 0,13 54 0,0 1 0,-1 0 0,-1 0 0,0 0 0,-1 1 0,0 0 0,-1 0 0,0 1 0,-1 0 0,-1 0 0,-13-11 0,21 19-34,-1 1 0,0-1 0,0 1 0,0 0 0,-1 0-1,1 1 1,0-1 0,-1 1 0,1-1 0,-1 1 0,0 0 0,1 0 0,-1 1-1,0-1 1,1 1 0,-1 0 0,0 0 0,0 0 0,1 0 0,-1 1-1,0-1 1,0 1 0,1 0 0,-1 0 0,1 0 0,-1 1 0,1-1 0,-1 1-1,1 0 1,0 0 0,0 0 0,0 0 0,0 1 0,0-1 0,1 1 0,-1 0-1,1 0 1,-1 0 0,-1 3 0,-5 10-6792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0.210"/>
    </inkml:context>
    <inkml:brush xml:id="br0">
      <inkml:brushProperty name="width" value="0.05" units="cm"/>
      <inkml:brushProperty name="height" value="0.05" units="cm"/>
      <inkml:brushProperty name="color" value="#FFC114"/>
    </inkml:brush>
  </inkml:definitions>
  <inkml:trace contextRef="#ctx0" brushRef="#br0">0 2 24575,'1'-2'0,"1"8"0,5 19 0,9 46 0,-13-58 0,48 289 0,-19-105 0,-28-181 0,-2-24 0,-2-31 0,0 34 0,1-32 0,5-48 0,-4 72 0,0 0 0,1 0 0,1 0 0,0 0 0,1 1 0,0-1 0,8-11 0,-11 20 0,0 1 0,0 0 0,0 0 0,1 0 0,-1 0 0,1 0 0,0 1 0,0-1 0,0 1 0,0 0 0,0 0 0,1 0 0,-1 0 0,1 0 0,-1 1 0,1 0 0,-1-1 0,6 0 0,-3 2 0,0-1 0,0 1 0,0 0 0,0 1 0,0-1 0,0 1 0,0 0 0,-1 1 0,1-1 0,0 1 0,6 3 0,-3-1 0,-1 1 0,1-1 0,-1 1 0,0 1 0,0 0 0,0 0 0,-1 0 0,0 1 0,-1 0 0,1 1 0,-1-1 0,0 1 0,-1 0 0,7 15 0,-10-19 0,-1-1 0,0 1 0,0 0 0,0 0 0,0 0 0,-1 0 0,0 0 0,0 0 0,0 0 0,0 0 0,0 0 0,-1 0 0,0 0 0,1 0 0,-4 7 0,1-6 0,1 0 0,-1-1 0,0 1 0,0 0 0,-1-1 0,1 0 0,-1 0 0,0 0 0,0 0 0,-7 4 0,0-1 0,-1 0 0,1-1 0,-1 0 0,-1-1 0,1 0 0,-1-1 0,1 0 0,-26 3 0,-40-2-1365,43-5-5461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0.508"/>
    </inkml:context>
    <inkml:brush xml:id="br0">
      <inkml:brushProperty name="width" value="0.05" units="cm"/>
      <inkml:brushProperty name="height" value="0.05" units="cm"/>
      <inkml:brushProperty name="color" value="#FFC114"/>
    </inkml:brush>
  </inkml:definitions>
  <inkml:trace contextRef="#ctx0" brushRef="#br0">75 0 24575,'2'2'0,"0"1"0,-1-1 0,1 1 0,-1-1 0,1 1 0,-1 0 0,0-1 0,0 1 0,0 0 0,0 0 0,-1 0 0,1 4 0,2 40 0,-3-30 0,0 421 0,-1-432 0,-6 94 0,6-90 0,-1-1 0,0 1 0,-1-1 0,0 0 0,0 0 0,-1 0 0,0-1 0,-7 12 0,9-17-124,0 0 0,-1-1 0,1 1 0,-1-1 0,1 1 0,-1-1-1,0 0 1,0 0 0,0 0 0,-6 2 0,-8 2-6702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0.678"/>
    </inkml:context>
    <inkml:brush xml:id="br0">
      <inkml:brushProperty name="width" value="0.05" units="cm"/>
      <inkml:brushProperty name="height" value="0.05" units="cm"/>
      <inkml:brushProperty name="color" value="#FFC114"/>
    </inkml:brush>
  </inkml:definitions>
  <inkml:trace contextRef="#ctx0" brushRef="#br0">0 0 24575,'4'0'0,"4"3"0,4 2 0,3 2 0,3 1 0,-2-1-8191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1.133"/>
    </inkml:context>
    <inkml:brush xml:id="br0">
      <inkml:brushProperty name="width" value="0.05" units="cm"/>
      <inkml:brushProperty name="height" value="0.05" units="cm"/>
      <inkml:brushProperty name="color" value="#FFC114"/>
    </inkml:brush>
  </inkml:definitions>
  <inkml:trace contextRef="#ctx0" brushRef="#br0">105 102 24575,'0'0'0,"-1"0"0,1 0 0,0 0 0,0 0 0,-1 0 0,1 0 0,0 0 0,0 0 0,-1 0 0,1 0 0,0 0 0,0 0 0,-1 0 0,1 0 0,0 0 0,0 0 0,-1 0 0,1 0 0,0 0 0,0 0 0,-1 0 0,1 1 0,0-1 0,0 0 0,-1 0 0,1 0 0,0 0 0,0 1 0,0-1 0,0 0 0,-1 0 0,1 0 0,0 1 0,0-1 0,0 0 0,0 0 0,0 1 0,0-1 0,0 1 0,6 9 0,16 8 0,-14-14 0,1 0 0,0 0 0,-1-1 0,2 0 0,-1-1 0,0 0 0,0 0 0,1-1 0,-1 0 0,1-1 0,12 0 0,-15-1 0,-1 0 0,1 0 0,-1 0 0,0-1 0,1 0 0,-1 0 0,10-5 0,-12 5 0,-1 0 0,0 0 0,0-1 0,0 1 0,0-1 0,0 1 0,-1-1 0,1 0 0,-1 0 0,0 0 0,0 0 0,0 0 0,0-1 0,1-3 0,-2 5 0,0 0 0,0 0 0,-1 0 0,1 0 0,-1 0 0,0 0 0,1 0 0,-1 0 0,0 0 0,0 0 0,0 0 0,-1 0 0,1 0 0,0 0 0,-1-1 0,0 1 0,1 0 0,-1 1 0,-1-4 0,0 2 0,0 0 0,-1 0 0,1 1 0,0-1 0,-1 1 0,0-1 0,1 1 0,-1 0 0,0 0 0,-5-2 0,-3-1 0,1 1 0,-1 0 0,1 1 0,-1 0 0,0 0 0,-14 0 0,16 2 0,-1 0 0,0 1 0,1 1 0,-1-1 0,1 2 0,-1-1 0,1 1 0,0 1 0,-1-1 0,1 2 0,0-1 0,1 1 0,-12 7 0,14-7 0,0 1 0,0-1 0,0 1 0,1 1 0,0-1 0,0 1 0,0 0 0,0 0 0,1 0 0,0 1 0,1 0 0,0-1 0,0 1 0,0 0 0,1 1 0,-1-1 0,0 11 0,0-3 0,1-1 0,1 0 0,1 1 0,0-1 0,0 0 0,2 1 0,0-1 0,6 25 0,-5-31 0,0 0 0,1 0 0,-1 0 0,1-1 0,1 1 0,-1-1 0,1 0 0,1-1 0,-1 1 0,1-1 0,0 0 0,1 0 0,-1-1 0,1 0 0,0 0 0,9 4 0,17 6-1365,-1-3-5461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1.663"/>
    </inkml:context>
    <inkml:brush xml:id="br0">
      <inkml:brushProperty name="width" value="0.05" units="cm"/>
      <inkml:brushProperty name="height" value="0.05" units="cm"/>
      <inkml:brushProperty name="color" value="#FFC114"/>
    </inkml:brush>
  </inkml:definitions>
  <inkml:trace contextRef="#ctx0" brushRef="#br0">183 373 24575,'0'-2'0,"0"-1"0,0 1 0,-1 0 0,1 0 0,-1-1 0,0 1 0,1 0 0,-1 0 0,0 0 0,0 0 0,0 0 0,-1 0 0,1 0 0,0 0 0,-1 0 0,1 1 0,-1-1 0,0 1 0,0-1 0,1 1 0,-1-1 0,0 1 0,0 0 0,0 0 0,0 0 0,0 0 0,-1 0 0,1 1 0,0-1 0,0 1 0,-1-1 0,1 1 0,0 0 0,0 0 0,-1 0 0,1 0 0,0 0 0,-1 0 0,1 1 0,0-1 0,0 1 0,-1-1 0,1 1 0,0 0 0,0 0 0,0 0 0,0 0 0,0 0 0,0 1 0,-2 2 0,-5 4 0,0 1 0,1 0 0,0 0 0,1 1 0,0 0 0,1 0 0,0 1 0,0 0 0,1 0 0,1 0 0,0 1 0,0-1 0,1 1 0,-3 23 0,5-24 0,0 1 0,0-1 0,1 1 0,1-1 0,0 1 0,0-1 0,1 0 0,1 1 0,0-1 0,0 0 0,1 0 0,1-1 0,-1 1 0,2-1 0,12 18 0,-16-25 0,0-1 0,0 1 0,1-1 0,-1 0 0,1 0 0,-1 0 0,1 0 0,0 0 0,0 0 0,0-1 0,0 1 0,0-1 0,0 0 0,0 0 0,1 0 0,-1-1 0,0 1 0,0-1 0,1 0 0,-1 1 0,0-2 0,1 1 0,-1 0 0,0-1 0,1 1 0,-1-1 0,0 0 0,0 0 0,0 0 0,0 0 0,6-4 0,4-2 0,0-1 0,-1 0 0,0-1 0,0-1 0,19-19 0,-4-1 0,-1 0 0,-2-2 0,-1-1 0,-1-1 0,17-38 0,-16 24 0,-3-1 0,-1-1 0,15-69 0,-31 108 0,12-64 0,-14 67 0,0 0 0,0 0 0,-1 0 0,0 0 0,0 0 0,-4-14 0,4 22 0,0 0 0,0-1 0,1 1 0,-2 0 0,1 0 0,0 0 0,0 0 0,0-1 0,0 1 0,0 0 0,0 0 0,0 0 0,0 0 0,0-1 0,0 1 0,0 0 0,0 0 0,0 0 0,0 0 0,-1-1 0,1 1 0,0 0 0,0 0 0,0 0 0,0 0 0,0 0 0,-1 0 0,1 0 0,0 0 0,0-1 0,0 1 0,0 0 0,-1 0 0,1 0 0,0 0 0,0 0 0,0 0 0,0 0 0,-1 0 0,-4 7 0,-3 12 0,1 6 38,2 0 0,0 1 0,2 0-1,1 0 1,1 0 0,1 0 0,1-1 0,7 42 0,9 19-765,33 97 1,-45-166 473,4 14-6573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1.803"/>
    </inkml:context>
    <inkml:brush xml:id="br0">
      <inkml:brushProperty name="width" value="0.05" units="cm"/>
      <inkml:brushProperty name="height" value="0.05" units="cm"/>
      <inkml:brushProperty name="color" value="#FFC114"/>
    </inkml:brush>
  </inkml:definitions>
  <inkml:trace contextRef="#ctx0" brushRef="#br0">12 200 24575,'-3'-7'0,"-1"-5"0,0-7 0,4-4 0,5-2 0,5 1 0,5 0 0,6 5 0,6 2 0,6 4 0,3 5 0,2 2 0,-4 4-8191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2.298"/>
    </inkml:context>
    <inkml:brush xml:id="br0">
      <inkml:brushProperty name="width" value="0.05" units="cm"/>
      <inkml:brushProperty name="height" value="0.05" units="cm"/>
      <inkml:brushProperty name="color" value="#FFC114"/>
    </inkml:brush>
  </inkml:definitions>
  <inkml:trace contextRef="#ctx0" brushRef="#br0">0 17 24575,'0'-3'0,"0"-5"0,0 3 0,0 5 0,0 9 0,0 7 0,0 7 0,0 10 0,0 9 0,0 5 0,0 3 0,0 4 0,3 3 0,2-2 0,-1 0 0,2-2 0,1-4 0,-1-11-8191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2.581"/>
    </inkml:context>
    <inkml:brush xml:id="br0">
      <inkml:brushProperty name="width" value="0.05" units="cm"/>
      <inkml:brushProperty name="height" value="0.05" units="cm"/>
      <inkml:brushProperty name="color" value="#FFC114"/>
    </inkml:brush>
  </inkml:definitions>
  <inkml:trace contextRef="#ctx0" brushRef="#br0">1 0 24575,'1'13'0,"2"1"0,0-1 0,0 0 0,1-1 0,1 1 0,0-1 0,13 23 0,-4-8 0,-1 0 0,2 0 0,0 0 0,2-2 0,24 28 0,-33-43 0,1 0 0,0-1 0,0 0 0,1-1 0,0 0 0,1 0 0,0-1 0,0-1 0,0 0 0,1 0 0,0-1 0,19 5 0,-26-9-49,-1 0 1,0-1-1,0 1 0,0-1 0,0 0 1,1-1-1,-1 1 0,0 0 0,0-1 1,0 0-1,0 0 0,0-1 0,0 1 1,0-1-1,0 1 0,0-1 0,-1-1 1,1 1-1,-1 0 0,1-1 0,-1 0 1,0 1-1,0-1 0,0-1 0,-1 1 0,1 0 1,3-7-1,10-14-6777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2.735"/>
    </inkml:context>
    <inkml:brush xml:id="br0">
      <inkml:brushProperty name="width" value="0.05" units="cm"/>
      <inkml:brushProperty name="height" value="0.05" units="cm"/>
      <inkml:brushProperty name="color" value="#FFC114"/>
    </inkml:brush>
  </inkml:definitions>
  <inkml:trace contextRef="#ctx0" brushRef="#br0">103 263 24575,'-2'-25'0,"-1"1"0,-1-1 0,-1 1 0,-1-1 0,-1 2 0,-1-1 0,-12-23 0,1 13 0,7 23 0,12 11 0,-1 0 0,1 0 0,-1 0 0,1 0 0,0 0 0,-1 0 0,1 0 0,0 0 0,-1 0 0,1 1 0,-1-1 0,1 0 0,0 0 0,-1 0 0,1 1 0,0-1 0,-1 0 0,1 0 0,0 1 0,0-1 0,-1 0 0,1 1 0,0-1 0,0 0 0,-1 1 0,1-1 0,0 0 0,0 1 0,0-1 0,0 0 0,0 1 0,0-1 0,-1 0 0,1 1 0,0-1 0,0 1 0,-2 9 0,0-1 0,1 0 0,0 1 0,1 0 0,0-1 0,1 14 0,12 59 0,-10-64 0,10 47-682,35 108-1,-39-147-6143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3.157"/>
    </inkml:context>
    <inkml:brush xml:id="br0">
      <inkml:brushProperty name="width" value="0.05" units="cm"/>
      <inkml:brushProperty name="height" value="0.05" units="cm"/>
      <inkml:brushProperty name="color" value="#FFC114"/>
    </inkml:brush>
  </inkml:definitions>
  <inkml:trace contextRef="#ctx0" brushRef="#br0">20 123 24575,'-1'6'0,"0"-1"0,0 0 0,0 0 0,-3 9 0,-4 16 0,6-17 0,1 0 0,1 0 0,0 0 0,0 0 0,1-1 0,1 1 0,0 0 0,1-1 0,1 1 0,-1-1 0,2 0 0,0 0 0,0 0 0,1-1 0,1 0 0,0 0 0,11 13 0,-15-20 0,0-1 0,0 1 0,1-1 0,-1 0 0,1 0 0,0 0 0,0-1 0,0 1 0,0-1 0,0 0 0,1 0 0,-1-1 0,1 1 0,-1-1 0,1 0 0,-1 0 0,1 0 0,0-1 0,0 0 0,-1 0 0,1 0 0,0 0 0,-1-1 0,8-1 0,-3-1 0,-1 1 0,0-1 0,0 0 0,0-1 0,0 0 0,0-1 0,-1 1 0,0-1 0,0-1 0,0 1 0,-1-1 0,9-9 0,-5 1 0,0 1 0,-1-2 0,-1 1 0,0-1 0,0 0 0,-2-1 0,0 0 0,-1 0 0,6-29 0,-9 33 0,-1 0 0,0 0 0,-1 1 0,0-1 0,-1 0 0,-3-17 0,3 22 0,-1-1 0,-1 1 0,1 0 0,-1 0 0,0 0 0,-1 0 0,1 1 0,-2-1 0,1 1 0,-9-10 0,10 14 0,1-1 0,-1 0 0,0 1 0,0-1 0,0 1 0,-1 0 0,1 0 0,0 1 0,-1-1 0,1 0 0,-1 1 0,0 0 0,1 0 0,-1 0 0,0 1 0,0-1 0,0 1 0,0 0 0,1 0 0,-1 0 0,0 0 0,0 1 0,0-1 0,1 1 0,-1 0 0,0 1 0,1-1 0,-1 0 0,1 1 0,-1 0 0,1 0 0,0 0 0,-1 0 0,-2 3 0,1-1 0,0 0 0,0 0 0,1 1 0,0 0 0,-1 0 0,2 0 0,-1 0 0,0 0 0,1 1 0,0-1 0,1 1 0,-1 0 0,1 0 0,0 0 0,0 0 0,1 0 0,0 1 0,0-1 0,0 0 0,1 8 0,1-10-136,-1 1-1,1 0 1,0-1-1,1 1 1,-1-1-1,1 0 1,0 1-1,0-1 0,3 5 1,8 7-6690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3.408"/>
    </inkml:context>
    <inkml:brush xml:id="br0">
      <inkml:brushProperty name="width" value="0.05" units="cm"/>
      <inkml:brushProperty name="height" value="0.05" units="cm"/>
      <inkml:brushProperty name="color" value="#FFC114"/>
    </inkml:brush>
  </inkml:definitions>
  <inkml:trace contextRef="#ctx0" brushRef="#br0">15 99 24575,'0'-17'0,"-2"0"0,0-1 0,-5-23 0,4 36 0,3 18 0,3 23 0,108 542-1365,-104-548-5461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4.200"/>
    </inkml:context>
    <inkml:brush xml:id="br0">
      <inkml:brushProperty name="width" value="0.05" units="cm"/>
      <inkml:brushProperty name="height" value="0.05" units="cm"/>
      <inkml:brushProperty name="color" value="#FFC114"/>
    </inkml:brush>
  </inkml:definitions>
  <inkml:trace contextRef="#ctx0" brushRef="#br0">24 661 24575,'0'-2'0,"-1"-1"0,0 0 0,0 0 0,0 0 0,0 1 0,0-1 0,0 0 0,-3-3 0,2 3 0,0 1 0,1-1 0,0 0 0,-1 1 0,1-1 0,0 0 0,0 0 0,0-5 0,1 7 0,0 0 0,0 0 0,1 0 0,-1 1 0,0-1 0,1 0 0,-1 0 0,1 0 0,-1 0 0,1 0 0,-1 0 0,1 1 0,0-1 0,-1 0 0,1 0 0,0 1 0,0-1 0,0 0 0,-1 1 0,1-1 0,0 1 0,0-1 0,0 1 0,0 0 0,0-1 0,0 1 0,0 0 0,0 0 0,0-1 0,0 1 0,1 0 0,19-3 0,-1 1 0,1 1 0,-1 0 0,26 3 0,15 0 0,21-5 0,0-3 0,135-29 0,-205 33 0,0-1 0,-1-1 0,0 0 0,21-10 0,-31 13 0,1 0 0,-1 0 0,1 0 0,-1 0 0,0 0 0,1 0 0,-1 0 0,0-1 0,0 1 0,0 0 0,0-1 0,0 1 0,0-1 0,0 1 0,-1-1 0,1 0 0,1-2 0,-3 2 0,1 1 0,0-1 0,0 0 0,0 0 0,-1 1 0,1-1 0,-1 0 0,0 1 0,1-1 0,-1 1 0,0-1 0,0 1 0,0-1 0,0 1 0,0-1 0,0 1 0,0 0 0,-1 0 0,1-1 0,0 1 0,-3-1 0,-3-3 0,0 0 0,0 0 0,0 1 0,0 0 0,-1 1 0,0-1 0,0 1 0,0 1 0,0 0 0,0 0 0,0 0 0,-1 1 0,1 0 0,0 1 0,-1 0 0,1 0 0,0 1 0,-1 0 0,1 1 0,-14 3 0,11-1 0,0 0 0,0 0 0,1 1 0,0 0 0,0 1 0,0 0 0,0 1 0,1 0 0,0 0 0,1 1 0,0 0 0,0 1 0,0-1 0,-9 17 0,11-16 0,0 1 0,1 0 0,0 1 0,1-1 0,0 1 0,1 0 0,0 0 0,1 0 0,-2 18 0,4-24 0,0 1 0,0-1 0,0 1 0,1-1 0,0 1 0,0-1 0,1 0 0,-1 1 0,1-1 0,0 0 0,1 0 0,-1 0 0,1 0 0,0-1 0,0 1 0,1-1 0,-1 0 0,1 0 0,0 0 0,0 0 0,7 4 0,-6-3 0,1-1 0,1-1 0,-1 1 0,1-1 0,-1 0 0,1 0 0,0-1 0,0 1 0,0-2 0,0 1 0,0-1 0,1 0 0,-1-1 0,0 1 0,1-2 0,-1 1 0,0-1 0,15-3 0,-12 1 0,-1 0 0,1-1 0,0-1 0,-1 0 0,0 0 0,0 0 0,0-1 0,-1-1 0,0 1 0,0-1 0,-1-1 0,12-13 0,-4-1 0,0-1 0,-1 0 0,20-51 0,-17 37 0,-2 11 0,-14 26 0,-1 0 0,0 0 0,0-1 0,1 1 0,-1 0 0,0 0 0,0-1 0,1 1 0,-1 0 0,0 0 0,1 0 0,-1-1 0,0 1 0,1 0 0,-1 0 0,1 0 0,-1 0 0,0 0 0,1 0 0,-1 0 0,0 0 0,1 0 0,-1 0 0,1 0 0,0 0 0,-1 1 0,1-1 0,-1 1 0,1-1 0,-1 1 0,1-1 0,-1 1 0,1 0 0,-1-1 0,0 1 0,1 0 0,-1-1 0,0 1 0,1 0 0,-1-1 0,0 1 0,0 0 0,0 1 0,10 65 0,-8-51 0,0 0 0,1 0 0,0 0 0,1-1 0,8 19 0,-9-27 0,0-1 0,0 0 0,1 0 0,0 0 0,0-1 0,0 1 0,1-1 0,-1 0 0,11 8 0,-13-12 0,1 1 0,-1-1 0,0 0 0,1 0 0,-1 1 0,1-1 0,-1-1 0,1 1 0,0 0 0,-1-1 0,1 1 0,0-1 0,0 0 0,-1 0 0,1 0 0,0 0 0,-1-1 0,1 1 0,0-1 0,-1 1 0,1-1 0,0 0 0,-1 0 0,1 0 0,-1 0 0,5-4 0,1-1 0,0 0 0,0-1 0,-1 0 0,0 0 0,0-1 0,-1 0 0,0 0 0,0-1 0,-1 1 0,0-1 0,0 0 0,3-12 0,2-6 0,-2-1 0,0 0 0,3-30 0,-5 13 0,-1 0 0,-3 0 0,-1 0 0,-3 0 0,-1 0 0,-3 0 0,-11-45 0,16 85 0,-14-46 0,14 47 0,-1 1 0,1-1 0,-1 1 0,0 0 0,0 0 0,0 0 0,0 0 0,0 0 0,-1 1 0,1-1 0,-6-3 0,8 5 0,-1 1 0,0 0 0,1 0 0,-1-1 0,0 1 0,1 0 0,-1 0 0,0 0 0,0 0 0,1 0 0,-1 0 0,0 0 0,1 1 0,-1-1 0,0 0 0,1 0 0,-1 0 0,0 1 0,1-1 0,-1 0 0,0 1 0,1-1 0,-1 0 0,1 1 0,-1-1 0,1 1 0,-1-1 0,1 1 0,-1-1 0,1 1 0,-1 0 0,1-1 0,0 1 0,-1-1 0,1 1 0,0 0 0,-1-1 0,1 1 0,0 0 0,0 0 0,0 0 0,-10 31 0,10-32 0,-5 30 0,1 1 0,2-1 0,1 1 0,2 0 0,0-1 0,12 59 0,57 178 0,-65-249 0,19 53-1365,-14-46-5461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4.541"/>
    </inkml:context>
    <inkml:brush xml:id="br0">
      <inkml:brushProperty name="width" value="0.05" units="cm"/>
      <inkml:brushProperty name="height" value="0.05" units="cm"/>
      <inkml:brushProperty name="color" value="#FFC114"/>
    </inkml:brush>
  </inkml:definitions>
  <inkml:trace contextRef="#ctx0" brushRef="#br0">1 110 24575,'51'-14'0,"-15"2"0,-16 7 0,226-67 0,-243 71 0,0 0 0,0 0 0,0 0 0,0 0 0,0 1 0,0-1 0,0 1 0,0 0 0,0 0 0,0 0 0,0 0 0,0 0 0,0 1 0,0 0 0,6 1 0,-7-1 0,0 1 0,-1-1 0,1 1 0,0-1 0,0 1 0,-1 0 0,1-1 0,-1 1 0,1 0 0,-1 0 0,0 0 0,0 0 0,0 1 0,0-1 0,0 0 0,0 0 0,-1 1 0,1-1 0,-1 0 0,1 1 0,-1 2 0,4 43 0,-2 0 0,-5 50 0,0-12 0,3-57-1365,0-6-5461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4.697"/>
    </inkml:context>
    <inkml:brush xml:id="br0">
      <inkml:brushProperty name="width" value="0.05" units="cm"/>
      <inkml:brushProperty name="height" value="0.05" units="cm"/>
      <inkml:brushProperty name="color" value="#FFC114"/>
    </inkml:brush>
  </inkml:definitions>
  <inkml:trace contextRef="#ctx0" brushRef="#br0">20 132 24575,'0'-6'0,"-4"-10"0,0-8 0,0-4 0,0 0 0,2 8 0,0 10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5.617"/>
    </inkml:context>
    <inkml:brush xml:id="br0">
      <inkml:brushProperty name="width" value="0.05" units="cm"/>
      <inkml:brushProperty name="height" value="0.05" units="cm"/>
      <inkml:brushProperty name="color" value="#FFC114"/>
    </inkml:brush>
  </inkml:definitions>
  <inkml:trace contextRef="#ctx0" brushRef="#br0">44 103 24575,'0'1'0,"1"-1"0,0 0 0,0 0 0,0 1 0,-1-1 0,1 1 0,0-1 0,0 1 0,-1-1 0,1 1 0,0-1 0,-1 1 0,1-1 0,0 1 0,-1 0 0,1-1 0,-1 1 0,1 0 0,-1 0 0,0-1 0,1 1 0,-1 0 0,0 0 0,1 0 0,-1 0 0,0-1 0,0 1 0,0 0 0,0 0 0,0 0 0,0 0 0,0 0 0,0-1 0,0 3 0,-4 30 0,-13 25 0,6-23 0,2 0 0,-6 47 0,14-71 0,0-1 0,1 0 0,0 1 0,1-1 0,0 0 0,0 1 0,1-1 0,1 0 0,-1 0 0,2 0 0,-1-1 0,10 17 0,-9-19 0,0-1 0,1 1 0,0-1 0,0-1 0,1 1 0,-1-1 0,1 0 0,0 0 0,1 0 0,-1-1 0,10 5 0,-12-7 0,0 0 0,0-1 0,0 1 0,0-1 0,0 0 0,0 0 0,1-1 0,-1 1 0,0-1 0,0 0 0,1 0 0,-1 0 0,0-1 0,0 1 0,0-1 0,0 0 0,1 0 0,-1-1 0,0 1 0,-1-1 0,1 0 0,6-4 0,-2 0 0,-1-1 0,0 0 0,0 0 0,0-1 0,-1 1 0,0-2 0,-1 1 0,0-1 0,0 1 0,0-1 0,-2-1 0,1 1 0,-1-1 0,4-18 0,-3 5 0,0 0 0,-2-1 0,0 1 0,-2-1 0,-3-30 0,1 35 0,-1 1 0,-1-1 0,0 1 0,-13-32 0,14 43 0,0 0 0,-1 0 0,1 1 0,-1-1 0,-1 1 0,1-1 0,-1 2 0,0-1 0,-1 0 0,1 1 0,-1 0 0,0 0 0,0 1 0,-10-6 0,14 8 0,-1 1 0,1 0 0,-1 1 0,1-1 0,-1 0 0,1 1 0,-1-1 0,0 1 0,1 0 0,-1 0 0,1 0 0,-1 0 0,0 0 0,1 1 0,-1-1 0,1 1 0,-1-1 0,1 1 0,-3 1 0,1 1 0,0-1 0,0 1 0,0-1 0,0 1 0,0 1 0,1-1 0,0 0 0,-1 1 0,-4 7 0,1 0 0,0 1 0,1 0 0,0 0 0,1 1 0,1-1 0,-5 21 0,7-23 0,0 0 0,1 1 0,0-1 0,1 1 0,1-1 0,-1 0 0,2 1 0,-1-1 0,7 19 0,-7-24 0,1 0 0,0-1 0,0 1 0,0-1 0,0 1 0,1-1 0,0 0 0,-1 0 0,2 0 0,-1 0 0,0-1 0,1 1 0,0-1 0,0 0 0,0 0 0,0 0 0,0-1 0,0 1 0,1-1 0,-1 0 0,1 0 0,8 2 0,-9-4 0,1 0 0,-1 0 0,0 0 0,0-1 0,1 1 0,-1-1 0,0 0 0,0 0 0,0 0 0,0-1 0,0 1 0,0-1 0,0 0 0,0 0 0,-1-1 0,1 1 0,-1-1 0,0 1 0,4-5 0,9-8 0,-1-1 0,18-26 0,-22 28 0,80-119 0,-23 31 0,-65 97 0,1 0 0,0 0 0,0 1 0,1-1 0,0 1 0,0 0 0,7-5 0,-12 9 0,1-1 0,0 1 0,0-1 0,0 1 0,0 0 0,0-1 0,0 1 0,0 0 0,0 0 0,0 0 0,0-1 0,0 1 0,0 0 0,0 1 0,0-1 0,0 0 0,0 0 0,0 0 0,0 0 0,1 1 0,0 0 0,-1 0 0,0 1 0,0-1 0,0 0 0,0 0 0,0 0 0,0 1 0,0-1 0,0 1 0,0-1 0,-1 0 0,1 1 0,0 0 0,-1-1 0,0 1 0,1-1 0,-1 3 0,9 49 0,-3 0 0,-1 67 0,-2-17 0,-2-101 0,-2 3 0,2-1 0,-1 0 0,0 0 0,1 1 0,0-1 0,0 0 0,0 0 0,0 0 0,1 0 0,-1 0 0,5 6 0,-6-9 0,1-1 0,-1 0 0,0 1 0,1-1 0,-1 0 0,1 0 0,-1 1 0,0-1 0,1 0 0,-1 0 0,1 0 0,-1 1 0,1-1 0,-1 0 0,1 0 0,-1 0 0,1 0 0,-1 0 0,1 0 0,-1 0 0,1 0 0,-1 0 0,1 0 0,-1 0 0,0-1 0,1 1 0,-1 0 0,1 0 0,-1 0 0,1-1 0,-1 1 0,1 0 0,-1 0 0,0-1 0,1 1 0,-1 0 0,0-1 0,1 0 0,12-15 0,2-12 0,-2-1 0,18-55 0,-17 45 0,9-33 0,9-23 0,-30 90 0,0 0 0,0 1 0,1-1 0,0 1 0,3-5 0,-6 9 0,1-1 0,-1 1 0,0-1 0,1 1 0,-1-1 0,1 1 0,-1 0 0,1-1 0,-1 1 0,0 0 0,1-1 0,-1 1 0,1 0 0,0 0 0,-1-1 0,1 1 0,-1 0 0,1 0 0,-1 0 0,1 0 0,-1 0 0,1 0 0,0 0 0,-1 0 0,1 0 0,-1 0 0,1 0 0,0 0 0,-1 0 0,1 0 0,-1 0 0,1 1 0,-1-1 0,1 0 0,-1 0 0,1 1 0,-1-1 0,1 0 0,-1 1 0,1-1 0,-1 1 0,0-1 0,1 0 0,-1 1 0,0-1 0,1 1 0,-1-1 0,0 1 0,1-1 0,-1 1 0,0-1 0,0 1 0,0 0 0,0-1 0,1 2 0,6 16 0,0 0 0,-2 0 0,6 29 0,7 22 0,-9-40 0,1 0 0,2-1 0,1 0 0,1-1 0,22 31 0,-36-57-26,0-1 1,0 1-1,1-1 0,-1 1 0,0-1 1,0 1-1,1-1 0,-1 0 0,1 1 1,-1-1-1,0 1 0,1-1 0,-1 0 1,1 1-1,-1-1 0,1 0 0,-1 1 1,1-1-1,-1 0 0,1 0 0,-1 1 1,1-1-1,-1 0 0,1 0 0,-1 0 0,1 0 1,0 0-1,-1 0 0,1 0 0,-1 0 1,1 0-1,-1 0 0,1 0 0,0 0 1,-1 0-1,1-1 0,-1 1 0,1 0 1,-1 0-1,1-1 0,-1 1 0,1 0 1,-1-1-1,1 1 0,-1 0 0,0-1 0,1 1 1,-1-1-1,1 1 0,-1 0 0,0-1 1,1 0-1,5-9-6800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6.401"/>
    </inkml:context>
    <inkml:brush xml:id="br0">
      <inkml:brushProperty name="width" value="0.05" units="cm"/>
      <inkml:brushProperty name="height" value="0.05" units="cm"/>
      <inkml:brushProperty name="color" value="#FFC114"/>
    </inkml:brush>
  </inkml:definitions>
  <inkml:trace contextRef="#ctx0" brushRef="#br0">18 21 24575,'-4'0'0,"-4"0"0,3 0 0,5 0 0,6 0 0,9 0 0,9 0 0,6 0 0,9-4 0,10 0 0,8-1 0,4 2 0,1 0 0,-9 2-8191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6.604"/>
    </inkml:context>
    <inkml:brush xml:id="br0">
      <inkml:brushProperty name="width" value="0.05" units="cm"/>
      <inkml:brushProperty name="height" value="0.05" units="cm"/>
      <inkml:brushProperty name="color" value="#FFC114"/>
    </inkml:brush>
  </inkml:definitions>
  <inkml:trace contextRef="#ctx0" brushRef="#br0">33 7 24575,'-7'3'0,"-5"2"0,2-1 0,7-1 0,6-1 0,7 0 0,9-1 0,6-1 0,11 0 0,8-4 0,7 0 0,8 0 0,4-3 0,-8 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7.508"/>
    </inkml:context>
    <inkml:brush xml:id="br0">
      <inkml:brushProperty name="width" value="0.05" units="cm"/>
      <inkml:brushProperty name="height" value="0.05" units="cm"/>
      <inkml:brushProperty name="color" value="#FFC114"/>
    </inkml:brush>
  </inkml:definitions>
  <inkml:trace contextRef="#ctx0" brushRef="#br0">0 131 24575,'80'-15'0,"77"6"0,-46 3 0,112-20 0,-221 26 0,-1 0 0,1 0 0,0 0 0,-1-1 0,1 1 0,0-1 0,-1 1 0,1-1 0,-1 1 0,1-1 0,-1 0 0,1 0 0,-1 0 0,0 0 0,1 0 0,-1 0 0,0 0 0,0 0 0,0 0 0,0-1 0,2-1 0,-3 1 0,0 1 0,0-1 0,-1 1 0,1-1 0,0 1 0,0 0 0,-1-1 0,1 1 0,-1 0 0,0-1 0,1 1 0,-1 0 0,0 0 0,0-1 0,1 1 0,-1 0 0,0 0 0,0 0 0,0 0 0,-1 0 0,1 0 0,0 1 0,0-1 0,-2-1 0,0 0 0,-2-2 0,1 1 0,-1-1 0,0 1 0,-11-4 0,15 6 0,0 1 0,0 0 0,0-1 0,0 1 0,1 0 0,-1 0 0,0-1 0,0 1 0,0 0 0,0 0 0,0 0 0,0 0 0,0 1 0,0-1 0,0 0 0,0 0 0,0 1 0,0-1 0,0 0 0,0 1 0,0-1 0,1 1 0,-1-1 0,0 1 0,0-1 0,0 1 0,1 0 0,-1-1 0,0 1 0,1 0 0,-1 0 0,1-1 0,-1 1 0,0 0 0,1 0 0,0 0 0,-1 1 0,-5 17 0,1-1 0,0 1 0,2 0 0,0 0 0,2 0 0,0 29 0,-3 24 0,-12 398 0,16-488 0,-2 0 0,0-1 0,-1 1 0,0 0 0,-2 1 0,0-1 0,-14-30 0,15 40 0,0 0 0,0 0 0,-1 1 0,0-1 0,0 1 0,-1 1 0,0-1 0,0 1 0,0 0 0,-1 0 0,0 0 0,0 1 0,0 0 0,-1 1 0,0 0 0,0 0 0,0 1 0,0-1 0,-13-2 0,11 4 25,-1 1-1,0 0 0,0 0 1,0 1-1,0 1 1,0-1-1,0 2 0,0 0 1,0 0-1,1 1 0,-1 0 1,1 1-1,-15 7 1,17-7-120,1 0 0,-1 1 0,1 0 0,0 0 1,0 1-1,1 0 0,0 0 0,0 1 0,0 0 0,1 0 1,0 0-1,0 0 0,1 1 0,0 0 0,0 0 1,0 0-1,-1 9 0,0 5-6731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9.336"/>
    </inkml:context>
    <inkml:brush xml:id="br0">
      <inkml:brushProperty name="width" value="0.05" units="cm"/>
      <inkml:brushProperty name="height" value="0.05" units="cm"/>
      <inkml:brushProperty name="color" value="#FFC114"/>
    </inkml:brush>
  </inkml:definitions>
  <inkml:trace contextRef="#ctx0" brushRef="#br0">288 181 24575,'2'-1'0,"0"0"0,0 1 0,1-1 0,-1 0 0,0 0 0,0 0 0,0-1 0,0 1 0,0 0 0,-1-1 0,1 1 0,0-1 0,-1 1 0,1-1 0,2-3 0,20-29 0,-22 29 0,1 1 0,-1-1 0,0 1 0,0-1 0,0 0 0,0 0 0,-1 0 0,0 0 0,0 0 0,-1 0 0,1 0 0,-1 0 0,0-7 0,-1 10 0,1-1 0,-1 1 0,1 0 0,-1 0 0,0-1 0,0 1 0,0 0 0,-1 0 0,1 0 0,0 0 0,-1 0 0,1 0 0,-1 0 0,0 0 0,1 1 0,-1-1 0,0 1 0,0-1 0,0 1 0,0 0 0,0 0 0,0-1 0,-1 2 0,1-1 0,0 0 0,-1 0 0,1 1 0,0-1 0,-5 1 0,-2-1 0,0 1 0,1 0 0,-1 1 0,0 0 0,0 0 0,1 1 0,-1 0 0,1 1 0,0 0 0,0 0 0,0 1 0,0-1 0,0 2 0,1-1 0,-14 12 0,15-12 0,0 1 0,0 0 0,0 1 0,1-1 0,0 1 0,0 0 0,0 0 0,1 1 0,0-1 0,0 1 0,1 0 0,0 0 0,0 0 0,0 1 0,1-1 0,0 1 0,1-1 0,-1 11 0,2-13 0,1 0 0,0 0 0,0 0 0,0 0 0,0-1 0,1 1 0,0 0 0,0-1 0,0 1 0,1-1 0,-1 0 0,1 0 0,0 0 0,1 0 0,-1 0 0,0-1 0,1 1 0,0-1 0,0 0 0,5 3 0,10 6 0,0-1 0,1-1 0,23 9 0,-37-16 0,27 10 0,-10-5 0,-1 2 0,1 1 0,25 16 0,-43-24 0,0 0 0,-1 1 0,1 0 0,-1 0 0,0 0 0,0 0 0,0 1 0,0-1 0,-1 1 0,0 0 0,0 0 0,0 0 0,0 1 0,-1-1 0,0 1 0,0-1 0,-1 1 0,3 11 0,-4-14 0,0 0 0,0 0 0,0 0 0,0 0 0,-1 0 0,1 0 0,-1-1 0,1 1 0,-1 0 0,0 0 0,0 0 0,-1 0 0,1-1 0,0 1 0,-1-1 0,-3 5 0,1-3 0,1-1 0,-1 0 0,0 0 0,1 0 0,-1 0 0,-1-1 0,1 0 0,0 0 0,-8 3 0,-4 0 0,-1-2 0,0 1 0,0-2 0,-30 1 0,24-3 0,0 0 0,-1-2 0,-42-9 0,52 8 0,1 0 0,0-2 0,0 1 0,0-2 0,1 0 0,-1 0 0,-21-16 0,19 7-1365,3 1-5461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39.879"/>
    </inkml:context>
    <inkml:brush xml:id="br0">
      <inkml:brushProperty name="width" value="0.05" units="cm"/>
      <inkml:brushProperty name="height" value="0.05" units="cm"/>
      <inkml:brushProperty name="color" value="#FFC114"/>
    </inkml:brush>
  </inkml:definitions>
  <inkml:trace contextRef="#ctx0" brushRef="#br0">61 47 24575,'0'0'0,"0"0"0,1 0 0,-1 0 0,0 0 0,0 0 0,1 0 0,-1 0 0,0 0 0,0 0 0,1 0 0,-1-1 0,0 1 0,0 0 0,1 0 0,-1 0 0,0 0 0,0 0 0,1 0 0,-1 0 0,0-1 0,0 1 0,0 0 0,1 0 0,-1 0 0,0-1 0,0 1 0,0 0 0,0 0 0,1 0 0,-1-1 0,0 1 0,0 0 0,0 0 0,0-1 0,0 1 0,0 0 0,0 0 0,0-1 0,0 1 0,0-1 0,0 1 0,-1 0 0,1 0 0,0 0 0,-1 0 0,1 0 0,0 0 0,0 0 0,-1-1 0,1 1 0,0 0 0,-1 0 0,1 0 0,0 0 0,-1 0 0,1 0 0,0 1 0,-1-1 0,1 0 0,0 0 0,-1 0 0,1 0 0,0 0 0,-1 0 0,1 0 0,0 1 0,0-1 0,-1 0 0,1 0 0,0 0 0,0 1 0,-1-1 0,1 0 0,0 0 0,0 1 0,0-1 0,-1 0 0,1 1 0,0-1 0,0 1 0,-6 6 0,0 0 0,0 0 0,1 1 0,1 0 0,-1 0 0,1 1 0,0-1 0,1 1 0,0-1 0,1 1 0,-1 0 0,2 0 0,-1 1 0,1 9 0,0-1 0,0 0 0,2 1 0,0-1 0,1 0 0,1 0 0,6 22 0,-4-23 0,1 0 0,0-1 0,2 0 0,0 0 0,0 0 0,16 21 0,-20-32 0,0 0 0,1 0 0,-1-1 0,1 0 0,0 0 0,0 0 0,0 0 0,1-1 0,8 4 0,-10-5 0,0-1 0,0 0 0,1 0 0,-1 0 0,1 0 0,-1-1 0,0 1 0,1-1 0,-1 0 0,1-1 0,-1 1 0,1-1 0,-1 0 0,8-2 0,-3 0 0,0-1 0,0 0 0,-1-1 0,1 1 0,-1-1 0,-1-1 0,1 0 0,-1 0 0,1 0 0,-2-1 0,10-12 0,-8 9 0,-1-1 0,0 0 0,-1 0 0,0-1 0,-1 1 0,0-1 0,-1-1 0,3-15 0,-4 17 0,-1-1 0,0 0 0,-1 0 0,0 0 0,-1 0 0,-1 1 0,1-1 0,-2 0 0,0 0 0,0 1 0,-1-1 0,-1 1 0,0-1 0,0 1 0,-1 0 0,0 1 0,-1 0 0,0-1 0,-1 2 0,-8-11 0,7 13 0,0-1 0,-1 1 0,0 1 0,0-1 0,0 1 0,-1 1 0,-14-6 0,18 8 0,1 1 0,-1 0 0,0 0 0,-1 1 0,1 0 0,0 0 0,0 0 0,-1 1 0,1 0 0,0 0 0,0 0 0,-1 1 0,1 0 0,-9 2 0,13-2-59,1 0 0,-1 0-1,0 0 1,1 0-1,-1 0 1,0 0 0,1 1-1,-1-1 1,1 0 0,0 1-1,-1-1 1,1 1 0,0 0-1,0-1 1,0 1-1,0 0 1,0 0 0,0 0-1,1-1 1,-1 1 0,1 0-1,-1 4 1,-1 9-6767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40.157"/>
    </inkml:context>
    <inkml:brush xml:id="br0">
      <inkml:brushProperty name="width" value="0.05" units="cm"/>
      <inkml:brushProperty name="height" value="0.05" units="cm"/>
      <inkml:brushProperty name="color" value="#FFC114"/>
    </inkml:brush>
  </inkml:definitions>
  <inkml:trace contextRef="#ctx0" brushRef="#br0">21 4 24575,'-3'-3'0,"-2"2"0,1 5 0,1 5 0,0 4 0,2 3 0,0 6 0,0 6 0,1 4 0,1 4 0,-1 3 0,0 1 0,0-3 0,0-1 0,4-4 0,0 1 0,1-3 0,-2-7-8191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40.406"/>
    </inkml:context>
    <inkml:brush xml:id="br0">
      <inkml:brushProperty name="width" value="0.05" units="cm"/>
      <inkml:brushProperty name="height" value="0.05" units="cm"/>
      <inkml:brushProperty name="color" value="#FFC114"/>
    </inkml:brush>
  </inkml:definitions>
  <inkml:trace contextRef="#ctx0" brushRef="#br0">3 29 24575,'-2'-13'0,"1"-1"0,2 14 0,-1 0 0,0 0 0,0 0 0,1-1 0,-1 1 0,0 0 0,1 0 0,-1 0 0,0 0 0,1 0 0,-1 0 0,0 0 0,1 0 0,-1 0 0,0 0 0,1 0 0,-1 0 0,0 0 0,1 0 0,-1 0 0,0 0 0,1 0 0,-1 0 0,0 0 0,1 0 0,-1 1 0,0-1 0,1 0 0,-1 0 0,0 0 0,1 1 0,-1-1 0,0 0 0,0 0 0,0 1 0,1-1 0,-1 0 0,0 0 0,0 1 0,151 124 0,-106-84 0,2-2 0,55 34 0,-81-61-1365,-3-4-5461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40.640"/>
    </inkml:context>
    <inkml:brush xml:id="br0">
      <inkml:brushProperty name="width" value="0.05" units="cm"/>
      <inkml:brushProperty name="height" value="0.05" units="cm"/>
      <inkml:brushProperty name="color" value="#FFC114"/>
    </inkml:brush>
  </inkml:definitions>
  <inkml:trace contextRef="#ctx0" brushRef="#br0">42 48 24575,'-11'-21'0,"11"19"0,-1 0 0,1 1 0,-1-1 0,1 1 0,-1-1 0,0 1 0,1-1 0,-1 1 0,0-1 0,0 1 0,0 0 0,0 0 0,-1-1 0,1 1 0,0 0 0,0 0 0,-1 0 0,-1-1 0,3 2 0,-1 0 0,1 1 0,-1-1 0,1 0 0,-1 0 0,1 0 0,0 1 0,-1-1 0,1 0 0,-1 1 0,1-1 0,0 0 0,-1 1 0,1-1 0,0 1 0,0-1 0,-1 0 0,1 1 0,0-1 0,0 1 0,-1-1 0,1 1 0,0-1 0,0 1 0,0-1 0,0 1 0,0-1 0,0 1 0,0-1 0,0 1 0,0-1 0,0 1 0,-2 21 0,2-20 0,-1 54 0,11 110 0,28 53 0,-29-162-1365,-6-35-5461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9.383"/>
    </inkml:context>
    <inkml:brush xml:id="br0">
      <inkml:brushProperty name="width" value="0.05" units="cm"/>
      <inkml:brushProperty name="height" value="0.05" units="cm"/>
      <inkml:brushProperty name="color" value="#FFC114"/>
    </inkml:brush>
  </inkml:definitions>
  <inkml:trace contextRef="#ctx0" brushRef="#br0">0 99 24575,'2'-4'0,"0"0"0,0 0 0,1 1 0,-1-1 0,1 1 0,0 0 0,0-1 0,0 1 0,7-5 0,-8 7 0,7-6 0,-1 0 0,1 1 0,0 0 0,0 0 0,0 1 0,1 1 0,16-7 0,-22 10 0,0 0 0,0 0 0,0 0 0,0 1 0,0-1 0,0 1 0,0 0 0,0 0 0,0 0 0,1 1 0,-1 0 0,0-1 0,0 1 0,0 1 0,0-1 0,-1 0 0,1 1 0,0 0 0,-1 0 0,1 0 0,-1 1 0,5 3 0,3 4 0,-1 1 0,-1 1 0,0-1 0,-1 1 0,0 1 0,-1-1 0,8 19 0,33 102 0,-31-81 0,-3-9 0,-5-13 0,2 0 0,0-1 0,19 33 0,-29-60 0,0-1 0,0 1 0,0-1 0,0 1 0,0-1 0,0 0 0,0 1 0,0-1 0,0 0 0,1 0 0,-1 0 0,0 0 0,1 0 0,-1 0 0,1 0 0,-1 0 0,1-1 0,0 1 0,-1-1 0,1 1 0,0-1 0,-1 1 0,1-1 0,0 0 0,-1 0 0,1 0 0,0 0 0,0 0 0,-1 0 0,1 0 0,0-1 0,-1 1 0,1-1 0,0 1 0,-1-1 0,1 0 0,-1 1 0,1-1 0,-1 0 0,1 0 0,-1 0 0,1 0 0,1-3 0,7-5 0,1 0 0,-2-2 0,0 1 0,11-17 0,-12 18 0,40-57 0,-2-1 0,-4-2 0,61-133 0,-98 189 0,10-19 0,-11 31-1365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39.897"/>
    </inkml:context>
    <inkml:brush xml:id="br0">
      <inkml:brushProperty name="width" value="0.05" units="cm"/>
      <inkml:brushProperty name="height" value="0.05" units="cm"/>
      <inkml:brushProperty name="color" value="#FFC114"/>
    </inkml:brush>
  </inkml:definitions>
  <inkml:trace contextRef="#ctx0" brushRef="#br0">295 230 24575,'2'0'0,"-1"-1"0,1 1 0,-1-1 0,1 0 0,-1 1 0,0-1 0,1 0 0,-1 0 0,0 0 0,0 0 0,1 0 0,-1-1 0,0 1 0,0 0 0,0-2 0,16-20 0,-13 13 0,1-1 0,-1 0 0,-1 0 0,0 0 0,-1 0 0,0-1 0,0 1 0,-1-1 0,-1 1 0,0-1 0,-3-21 0,3 32 0,0-1 0,0 1 0,0 0 0,0-1 0,0 1 0,-1 0 0,1-1 0,0 1 0,-1 0 0,1-1 0,-1 1 0,1 0 0,-1 0 0,1 0 0,-1-1 0,0 1 0,0 0 0,0 0 0,0 0 0,0 0 0,0 0 0,0 1 0,0-1 0,0 0 0,0 0 0,0 1 0,0-1 0,0 0 0,-1 1 0,1-1 0,0 1 0,-1 0 0,1-1 0,0 1 0,-1 0 0,1 0 0,0 0 0,-1 0 0,1 0 0,0 0 0,-1 0 0,1 0 0,0 1 0,-3 0 0,-4 1 0,0 2 0,0-1 0,0 1 0,0 0 0,-12 8 0,-8 9 0,1 0 0,1 1 0,1 2 0,1 1 0,1 0 0,2 2 0,0 0 0,-18 34 0,36-56 0,0 0 0,1 0 0,0 0 0,0 0 0,0 0 0,0 1 0,1-1 0,0 0 0,0 8 0,0-11 0,2-1 0,-1 1 0,0 0 0,0 0 0,0 0 0,1-1 0,-1 1 0,1 0 0,0 0 0,-1-1 0,1 1 0,0-1 0,0 1 0,0-1 0,0 1 0,0-1 0,1 1 0,-1-1 0,0 0 0,0 0 0,1 1 0,-1-1 0,1 0 0,-1 0 0,1-1 0,0 1 0,-1 0 0,1 0 0,0-1 0,0 1 0,2 0 0,3 0 0,0-1 0,0 1 0,0-1 0,0 0 0,0-1 0,0 0 0,0 0 0,0 0 0,0-1 0,0 0 0,-1 0 0,1-1 0,0 0 0,-1 0 0,8-5 0,2-2 0,0-1 0,-1 0 0,0-1 0,22-23 0,-25 20 0,-1-1 0,0 0 0,0-1 0,-2 0 0,12-29 0,-15 31 0,7-7 0,-7 20 0,-2 13 0,-3 15 0,-3 41 0,0-48 0,1 1 0,1-1 0,1 1 0,5 29 0,1-27-1365,1-4-5461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0.272"/>
    </inkml:context>
    <inkml:brush xml:id="br0">
      <inkml:brushProperty name="width" value="0.05" units="cm"/>
      <inkml:brushProperty name="height" value="0.05" units="cm"/>
      <inkml:brushProperty name="color" value="#FFC114"/>
    </inkml:brush>
  </inkml:definitions>
  <inkml:trace contextRef="#ctx0" brushRef="#br0">1 101 24575,'0'-3'0,"0"1"0,0 0 0,0 0 0,0 0 0,0-1 0,1 1 0,-1 0 0,1 0 0,1-2 0,5 1 0,5 11 0,11 16 0,39 54 0,-31-37 0,-3-6 0,3 4 0,33 53 0,-64-91 0,1-1 0,-1 1 0,1 0 0,-1 0 0,0-1 0,1 1 0,-1 0 0,0 0 0,1 0 0,-1 0 0,0 0 0,0-1 0,0 1 0,0 0 0,0 0 0,0 0 0,0 0 0,0 1 0,0-2 0,0 1 0,-1-1 0,1 0 0,0 0 0,-1 1 0,1-1 0,0 0 0,-1 0 0,1 0 0,0 1 0,-1-1 0,1 0 0,-1 0 0,1 0 0,0 0 0,-1 0 0,1 0 0,-1 0 0,1 0 0,0 0 0,-1 0 0,1 0 0,-1 0 0,1 0 0,0 0 0,-1 0 0,-3-1 0,1 0 0,0 0 0,0 0 0,0-1 0,0 1 0,0-1 0,1 0 0,-5-2 0,3 0 0,0 0 0,1 0 0,-1 0 0,1-1 0,0 1 0,0-1 0,0 0 0,1 1 0,-1-1 0,1 0 0,1-1 0,-1 1 0,1 0 0,-2-7 0,3 3 0,-1 0 0,1 0 0,0 0 0,1 0 0,0 0 0,1 0 0,-1 0 0,5-9 0,0 0 0,1 1 0,1 0 0,0 1 0,1-1 0,1 2 0,1-1 0,23-25 0,-26 32 49,0 1 0,1 0 0,0 1-1,0 0 1,1 0 0,18-8 0,-25 13-118,0 0 1,1 1 0,-1 0 0,1 0-1,-1 0 1,1 0 0,0 0-1,-1 1 1,1 0 0,0 0 0,-1 0-1,1 0 1,0 0 0,-1 1 0,1-1-1,0 1 1,-1 0 0,1 0 0,-1 1-1,1-1 1,-1 1 0,0-1-1,0 1 1,5 4 0,8 7-6758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1.061"/>
    </inkml:context>
    <inkml:brush xml:id="br0">
      <inkml:brushProperty name="width" value="0.05" units="cm"/>
      <inkml:brushProperty name="height" value="0.05" units="cm"/>
      <inkml:brushProperty name="color" value="#FFC114"/>
    </inkml:brush>
  </inkml:definitions>
  <inkml:trace contextRef="#ctx0" brushRef="#br0">255 275 24575,'6'-1'0,"0"1"0,0-2 0,0 1 0,0 0 0,0-1 0,0 0 0,0-1 0,-1 1 0,1-1 0,-1 0 0,9-7 0,7-6 0,26-26 0,-35 31 0,4-3 0,-2 1 0,0-1 0,14-16 0,-26 27 0,1 0 0,-1 0 0,0 0 0,0-1 0,0 1 0,0-1 0,0 0 0,-1 1 0,0-1 0,0 0 0,0 0 0,0 0 0,0 1 0,-1-1 0,1 0 0,-1-6 0,-1 9 0,1-1 0,0 0 0,-1 1 0,1-1 0,-1 1 0,1-1 0,-1 0 0,0 1 0,0-1 0,1 1 0,-1 0 0,0-1 0,0 1 0,-1 0 0,1-1 0,0 1 0,0 0 0,0 0 0,-1 0 0,-2-2 0,1 2 0,0 0 0,-1 0 0,1 0 0,0 0 0,0 1 0,-1-1 0,1 1 0,0 0 0,-7 0 0,-4 2 0,1 0 0,0 0 0,0 2 0,-15 5 0,2 1 0,0 2 0,1 0 0,0 2 0,1 1 0,0 0 0,-39 36 0,46-36 0,1 1 0,1 1 0,0 0 0,2 1 0,0 1 0,0 0 0,2 0 0,1 1 0,-9 23 0,16-36 0,1 1 0,0-1 0,0 1 0,1-1 0,0 1 0,0 0 0,1-1 0,0 1 0,1 12 0,0-16 0,0-1 0,0 1 0,0-1 0,0 0 0,0 1 0,1-1 0,-1 0 0,1 0 0,0 0 0,0 0 0,0 0 0,0 0 0,1-1 0,-1 1 0,1-1 0,0 1 0,-1-1 0,1 0 0,0 0 0,0 0 0,1 0 0,4 1 0,-1 0 0,0-1 0,-1 0 0,1-1 0,0 1 0,0-2 0,0 1 0,0-1 0,0 0 0,0 0 0,0 0 0,11-3 0,-7 0 0,-1 0 0,1-1 0,-1 0 0,0 0 0,0-1 0,16-11 0,-7 2 0,-1-1 0,-1 0 0,0-1 0,-1-1 0,0-1 0,16-25 0,-7 0 0,-19 31 0,1 0 0,14-19 0,-20 30 0,-1 0 0,1 1 0,0-1 0,-1 0 0,1 1 0,0-1 0,-1 0 0,1 1 0,0-1 0,0 1 0,-1-1 0,1 1 0,0-1 0,0 1 0,0 0 0,0-1 0,0 1 0,0 0 0,-1 0 0,1 0 0,2-1 0,-3 2 0,1-1 0,0 0 0,0 1 0,-1-1 0,1 1 0,0-1 0,-1 1 0,1-1 0,0 1 0,-1-1 0,1 1 0,-1-1 0,1 1 0,-1 0 0,1-1 0,-1 1 0,0 0 0,1 0 0,-1 0 0,3 6 0,-1 0 0,0 0 0,-1 0 0,2 8 0,-3-13 0,2 17-151,0-1-1,2 1 0,0-1 0,1 0 1,1-1-1,1 1 0,0-1 1,14 24-1,-6-20-6674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1.433"/>
    </inkml:context>
    <inkml:brush xml:id="br0">
      <inkml:brushProperty name="width" value="0.05" units="cm"/>
      <inkml:brushProperty name="height" value="0.05" units="cm"/>
      <inkml:brushProperty name="color" value="#FFC114"/>
    </inkml:brush>
  </inkml:definitions>
  <inkml:trace contextRef="#ctx0" brushRef="#br0">13 127 24575,'-7'-39'0,"6"35"0,0-1 0,0 0 0,0 0 0,0 1 0,1-1 0,0 0 0,0-8 0,0 13 0,0-1 0,0 0 0,0 1 0,0-1 0,0 1 0,0-1 0,0 0 0,1 1 0,-1-1 0,0 1 0,0-1 0,0 1 0,1-1 0,-1 1 0,0-1 0,1 1 0,-1-1 0,0 1 0,1-1 0,-1 1 0,1-1 0,-1 1 0,1 0 0,-1-1 0,1 1 0,-1 0 0,1 0 0,-1-1 0,1 1 0,-1 0 0,1 0 0,-1 0 0,1-1 0,0 1 0,-1 0 0,1 0 0,-1 0 0,1 0 0,-1 0 0,1 0 0,0 0 0,-1 0 0,1 1 0,-1-1 0,1 0 0,-1 0 0,1 0 0,0 1 0,-1-1 0,1 0 0,-1 0 0,1 1 0,-1-1 0,0 1 0,2 0 0,25 24 0,-10-6 0,-2 1 0,0 1 0,-2 0 0,0 1 0,-1 1 0,14 37 0,-8-7 0,21 104 0,-39-154 0,2 3 0,-1-1 0,0 1 0,-1 0 0,0 12 0,-2-13 0,-1-9 0,-1-11 0,1-18 0,1 0 0,2 0 0,1-1 0,2 1 0,1 0 0,2 0 0,0 1 0,3 0 0,1 0 0,1 0 0,27-52 0,-37 81 0,1 0 0,-1 0 0,1 1 0,-1-1 0,1 1 0,0-1 0,0 1 0,0 0 0,0-1 0,1 1 0,-1 0 0,1 1 0,-1-1 0,6-2 0,-6 3 0,0 1 0,0-1 0,0 1 0,0 0 0,0 0 0,0 0 0,0 1 0,0-1 0,0 0 0,0 1 0,0-1 0,0 1 0,0 0 0,0-1 0,0 1 0,0 0 0,0 0 0,-1 0 0,1 0 0,0 1 0,-1-1 0,1 0 0,1 2 0,11 11-1365,0 0-5461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1.801"/>
    </inkml:context>
    <inkml:brush xml:id="br0">
      <inkml:brushProperty name="width" value="0.05" units="cm"/>
      <inkml:brushProperty name="height" value="0.05" units="cm"/>
      <inkml:brushProperty name="color" value="#FFC114"/>
    </inkml:brush>
  </inkml:definitions>
  <inkml:trace contextRef="#ctx0" brushRef="#br0">1 141 24575,'0'-2'0,"0"-1"0,0 0 0,0 1 0,1-1 0,-1 1 0,1-1 0,0 0 0,-1 1 0,1-1 0,0 1 0,1 0 0,-1-1 0,0 1 0,1 0 0,1-3 0,-2 4 0,-1 1 0,1-1 0,0 1 0,-1-1 0,1 1 0,0 0 0,-1-1 0,1 1 0,0 0 0,0-1 0,-1 1 0,1 0 0,0 0 0,0 0 0,-1 0 0,1 0 0,0 0 0,0 0 0,0 0 0,-1 0 0,2 0 0,0 1 0,0-1 0,-1 1 0,1 0 0,0 0 0,-1 0 0,1 0 0,-1 0 0,1 0 0,-1 1 0,1-1 0,-1 0 0,2 3 0,5 7 0,0 1 0,0 0 0,-1 1 0,-1-1 0,0 1 0,7 22 0,-5-8 0,-1 1 0,4 37 0,-10-59 0,1 4 0,-1 0 0,0 0 0,0 0 0,-1 0 0,-1 0 0,0 1 0,-2 11 0,3-22 0,0 1 0,0-1 0,0 1 0,-1 0 0,1-1 0,0 1 0,0 0 0,-1-1 0,1 1 0,0-1 0,-1 1 0,1-1 0,-1 1 0,1-1 0,0 1 0,-1-1 0,1 1 0,-1-1 0,1 0 0,-1 1 0,0-1 0,1 0 0,-1 1 0,0-1 0,0 0 0,1 0 0,-1 0 0,1 0 0,-1 0 0,0-1 0,1 1 0,-1 0 0,1-1 0,-1 1 0,0 0 0,1-1 0,-1 1 0,1 0 0,-1-1 0,1 1 0,0-1 0,-1 1 0,1-1 0,-1 0 0,-15-29 0,10 7 0,0 0 0,2 0 0,0-1 0,2 1 0,0-1 0,2 0 0,1 1 0,0-1 0,8-32 0,-8 46 0,2 1 0,-1-1 0,2 1 0,-1-1 0,1 1 0,0 0 0,1 1 0,0-1 0,9-11 0,-10 16 0,-1 1 0,0-1 0,1 1 0,0 0 0,-1 0 0,1 0 0,1 0 0,-1 1 0,0 0 0,0 0 0,1 0 0,0 0 0,-1 1 0,1-1 0,0 1 0,-1 0 0,1 1 0,0-1 0,0 1 0,10 1 0,1 2-165,1 1 0,-1 0-1,0 2 1,0 0 0,0 0-1,-1 2 1,23 14 0,-37-22 122,28 17-6783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2.022"/>
    </inkml:context>
    <inkml:brush xml:id="br0">
      <inkml:brushProperty name="width" value="0.05" units="cm"/>
      <inkml:brushProperty name="height" value="0.05" units="cm"/>
      <inkml:brushProperty name="color" value="#FFC114"/>
    </inkml:brush>
  </inkml:definitions>
  <inkml:trace contextRef="#ctx0" brushRef="#br0">32 38 24575,'-7'-3'0,"-5"-1"0,2-4 0,7 0 0,10 2 0,11 1 0,2 2-8191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2.175"/>
    </inkml:context>
    <inkml:brush xml:id="br0">
      <inkml:brushProperty name="width" value="0.05" units="cm"/>
      <inkml:brushProperty name="height" value="0.05" units="cm"/>
      <inkml:brushProperty name="color" value="#FFC114"/>
    </inkml:brush>
  </inkml:definitions>
  <inkml:trace contextRef="#ctx0" brushRef="#br0">10 0 24575,'-4'0'0,"0"3"0,3 2 0,8-1 0,11-1 0,11-1 0,11 0 0,9-5 0,10-1 0,-6 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2.740"/>
    </inkml:context>
    <inkml:brush xml:id="br0">
      <inkml:brushProperty name="width" value="0.05" units="cm"/>
      <inkml:brushProperty name="height" value="0.05" units="cm"/>
      <inkml:brushProperty name="color" value="#FFC114"/>
    </inkml:brush>
  </inkml:definitions>
  <inkml:trace contextRef="#ctx0" brushRef="#br0">341 219 24575,'1'-1'0,"1"1"0,-1-1 0,0 1 0,1-1 0,-1 1 0,0-1 0,0 0 0,0 0 0,0 1 0,0-1 0,1 0 0,-1 0 0,-1 0 0,1 0 0,0-1 0,0 1 0,0 0 0,-1 0 0,1 0 0,0-1 0,-1 1 0,1-2 0,10-31 0,-9 25 0,0 0 0,-1 0 0,-1 0 0,1 0 0,-1 0 0,-1 0 0,-2-16 0,2 21 0,0 0 0,0 1 0,-1-1 0,1 1 0,-1-1 0,0 1 0,0 0 0,0 0 0,0 0 0,0 0 0,-1 0 0,1 0 0,-1 1 0,0-1 0,0 1 0,0 0 0,0 0 0,0 0 0,0 0 0,0 0 0,-7-2 0,0 2 0,1 0 0,-1 0 0,0 0 0,1 1 0,-1 1 0,0 0 0,0 0 0,0 1 0,1 0 0,-1 1 0,-11 3 0,5 0 0,-1 0 0,2 1 0,-1 0 0,1 2 0,-25 15 0,34-19 0,0 0 0,1 1 0,0 0 0,-1 0 0,2 1 0,-1-1 0,1 1 0,0 0 0,0 0 0,0 1 0,1-1 0,0 1 0,0 0 0,1 0 0,0 0 0,0 0 0,0 0 0,1 0 0,0 0 0,1 0 0,-1 1 0,2 10 0,2 12 0,2-1 0,1 1 0,1-1 0,12 32 0,-10-33 0,77 310 0,-82-309 0,-1 38 0,-3-49 0,0 0 0,1 1 0,1-1 0,1 0 0,1 0 0,6 20 0,-9-35 14,0-1 0,0 0-1,1 1 1,-1-1 0,1 0-1,-1 0 1,1 0-1,-1 0 1,1 0 0,0 0-1,0 0 1,0-1 0,0 1-1,1-1 1,-1 1 0,0-1-1,0 0 1,1 0 0,-1 0-1,1 0 1,-1 0 0,1-1-1,-1 1 1,6 0 0,-1-1-204,0 0 0,-1-1 1,1 0-1,0 0 0,-1 0 1,1 0-1,0-1 1,8-4-1,14-7-6636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3.300"/>
    </inkml:context>
    <inkml:brush xml:id="br0">
      <inkml:brushProperty name="width" value="0.05" units="cm"/>
      <inkml:brushProperty name="height" value="0.05" units="cm"/>
      <inkml:brushProperty name="color" value="#FFC114"/>
    </inkml:brush>
  </inkml:definitions>
  <inkml:trace contextRef="#ctx0" brushRef="#br0">89 238 24575,'-21'-19'0,"12"11"0,0 1 0,1-2 0,0 1 0,0-1 0,-9-15 0,16 22 0,0 0 0,0 0 0,0 0 0,0 0 0,0-1 0,1 1 0,-1 0 0,1-1 0,-1 1 0,1-1 0,0 1 0,0-1 0,0 1 0,0 0 0,0-1 0,1 1 0,-1-1 0,1 1 0,0 0 0,-1-1 0,1 1 0,0 0 0,0 0 0,0 0 0,1 0 0,-1 0 0,1 0 0,-1 0 0,1 0 0,-1 0 0,5-2 0,4-5 0,1 1 0,0 0 0,1 1 0,0 1 0,0 0 0,0 0 0,1 1 0,0 1 0,0 0 0,26-4 0,-10 3 0,0 2 0,1 1 0,57 4 0,-84-1 0,19 0 0,46 11 0,-63-11 0,-1 0 0,1 0 0,0 1 0,0 0 0,-1 0 0,1 0 0,-1 1 0,0-1 0,1 1 0,-1 0 0,0 0 0,-1 1 0,1-1 0,-1 1 0,5 6 0,-6-9 0,-1 1 0,0 0 0,-1 0 0,1 0 0,0 0 0,0 0 0,-1 0 0,1 0 0,-1 0 0,0 0 0,0 1 0,0-1 0,0 0 0,0 0 0,0 0 0,0 0 0,-1 0 0,0 3 0,0-1 0,-1-1 0,0 0 0,0 0 0,1 0 0,-2 0 0,1 0 0,0 0 0,-1 0 0,1-1 0,-4 3 0,-5 4 0,-1-1 0,0-1 0,0 0 0,-19 7 0,-5 1 0,-70 16 0,-2 0 0,81-17 0,26-14 0,1 0 0,-1 0 0,1 1 0,-1-1 0,1 0 0,0 1 0,-1-1 0,1 1 0,0-1 0,-1 0 0,1 1 0,0-1 0,-1 1 0,1-1 0,0 1 0,0-1 0,-1 1 0,1-1 0,0 1 0,0-1 0,0 1 0,0-1 0,0 1 0,0-1 0,0 1 0,0-1 0,0 1 0,0-1 0,0 1 0,0-1 0,0 1 0,0-1 0,1 1 0,-1-1 0,0 1 0,0-1 0,0 1 0,1-1 0,-1 1 0,0-1 0,1 0 0,-1 1 0,0-1 0,1 1 0,-1-1 0,1 0 0,-1 1 0,0-1 0,1 0 0,-1 0 0,1 1 0,0-1 0,12 7 0,1-1 0,0 0 0,0-1 0,0-1 0,1 0 0,15 1 0,8 4 0,-12-3 0,57 17 0,-73-20 0,0 1 0,-1 0 0,1 1 0,-1 0 0,16 12 0,-24-17 0,0 1 0,0 0 0,0 0 0,0-1 0,0 1 0,0 0 0,0 0 0,0 0 0,-1 0 0,1 0 0,0 1 0,0-1 0,-1 0 0,1 0 0,-1 0 0,1 1 0,-1-1 0,0 0 0,0 0 0,1 1 0,-1-1 0,0 0 0,0 3 0,-1-3 0,1 1 0,-1 0 0,0-1 0,0 1 0,1-1 0,-1 1 0,0-1 0,0 0 0,-1 1 0,1-1 0,0 0 0,0 0 0,-1 0 0,1 1 0,-3 0 0,-5 3 0,-1 0 0,0 0 0,-1-1 0,-13 4 0,-28 6-273,-1-3 0,0-1 0,-1-4 0,-68 1 0,88-6-6553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3.782"/>
    </inkml:context>
    <inkml:brush xml:id="br0">
      <inkml:brushProperty name="width" value="0.05" units="cm"/>
      <inkml:brushProperty name="height" value="0.05" units="cm"/>
      <inkml:brushProperty name="color" value="#FFC114"/>
    </inkml:brush>
  </inkml:definitions>
  <inkml:trace contextRef="#ctx0" brushRef="#br0">1 120 24575,'2'-7'0,"0"-1"0,1 0 0,0 1 0,0 0 0,1 0 0,0 0 0,0 0 0,8-9 0,-12 16 0,3-4 0,0 0 0,0 0 0,1 1 0,0 0 0,-1 0 0,1 0 0,0 0 0,1 0 0,-1 1 0,0 0 0,1 0 0,-1 0 0,1 0 0,-1 1 0,1 0 0,0 0 0,0 0 0,0 0 0,0 1 0,7 0 0,9 1 0,0 1 0,-1 0 0,31 9 0,-43-9 0,24 6 0,45 17 0,-67-21 0,1 1 0,0 0 0,-1 0 0,0 2 0,0-1 0,-1 1 0,14 13 0,-21-18 0,-1-1 0,0 0 0,0 1 0,0-1 0,0 1 0,0-1 0,0 1 0,0 0 0,0-1 0,0 1 0,-1 0 0,1 0 0,-1 0 0,0-1 0,1 1 0,-1 0 0,0 0 0,0 0 0,0 0 0,0 2 0,-1-1 0,0 0 0,0 0 0,0 0 0,-1 0 0,1 0 0,-1 0 0,1 0 0,-1-1 0,0 1 0,-4 3 0,-4 4 0,0 0 0,-1-1 0,0-1 0,-14 9 0,-60 27 0,21-12 0,50-20 0,14-12 0,0 1 0,0-1 0,0 0 0,0 0 0,0 1 0,0-1 0,0 0 0,0 1 0,0-1 0,0 0 0,0 0 0,0 1 0,0-1 0,0 0 0,0 0 0,0 1 0,0-1 0,1 0 0,-1 0 0,0 0 0,0 1 0,0-1 0,0 0 0,1 0 0,-1 0 0,0 1 0,0-1 0,0 0 0,1 0 0,-1 0 0,0 0 0,0 0 0,1 0 0,-1 1 0,34 5 0,-23-4 0,74 7 0,-57-7 0,-1 1 0,0 1 0,44 12 0,-69-15 0,0 0 0,0 0 0,0 0 0,1 0 0,-1 0 0,0 0 0,0 0 0,-1 1 0,1-1 0,0 1 0,0-1 0,2 4 0,-4-5 0,0 0 0,0 1 0,1-1 0,-1 1 0,0-1 0,0 1 0,0-1 0,0 1 0,0-1 0,0 0 0,0 1 0,0-1 0,0 1 0,0-1 0,0 1 0,0-1 0,0 1 0,0-1 0,0 1 0,0-1 0,0 1 0,-1-1 0,1 1 0,-1 0 0,0 1 0,0-1 0,0 0 0,0 0 0,-1 0 0,1 0 0,0 0 0,0 0 0,-1-1 0,1 1 0,-2 0 0,-36 14 0,0-1 0,-1-2 0,-80 12 0,19-4 0,50-9-1365,8-1-5461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4.028"/>
    </inkml:context>
    <inkml:brush xml:id="br0">
      <inkml:brushProperty name="width" value="0.05" units="cm"/>
      <inkml:brushProperty name="height" value="0.05" units="cm"/>
      <inkml:brushProperty name="color" value="#FFC114"/>
    </inkml:brush>
  </inkml:definitions>
  <inkml:trace contextRef="#ctx0" brushRef="#br0">45 1 24575,'6'0'0,"10"0"0,5 0 0,2 0 0,-6 3 0,-10 5 0,-5 4 0,-7 4 0,-5 1 0,-2 3 0,-2 0 0,-1 4 0,1 1 0,0 0 0,-2 1 0,3 1 0,0-4 0,2-7-8191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4.510"/>
    </inkml:context>
    <inkml:brush xml:id="br0">
      <inkml:brushProperty name="width" value="0.05" units="cm"/>
      <inkml:brushProperty name="height" value="0.05" units="cm"/>
      <inkml:brushProperty name="color" value="#FFC114"/>
    </inkml:brush>
  </inkml:definitions>
  <inkml:trace contextRef="#ctx0" brushRef="#br0">152 1 24575,'-4'5'0,"1"2"0,-1-1 0,1 0 0,0 1 0,0-1 0,1 1 0,-1 0 0,2 0 0,-2 7 0,-2 6 0,-47 203 0,47-191 0,1 0 0,2 1 0,1-1 0,2 0 0,4 35 0,-4-61 0,0-1 0,0 1 0,1 0 0,-1-1 0,1 1 0,1 0 0,-1-1 0,1 0 0,0 0 0,0 0 0,0 0 0,1 0 0,-1-1 0,6 5 0,-6-6 0,1 0 0,0-1 0,0 0 0,0 0 0,0 0 0,0 0 0,0 0 0,0-1 0,1 0 0,-1 0 0,1 0 0,-1 0 0,1-1 0,-1 0 0,1 0 0,-1 0 0,0 0 0,1-1 0,4-1 0,2-1 0,1 0 0,-1-1 0,-1 0 0,1-1 0,0-1 0,-1 1 0,0-2 0,-1 1 0,1-1 0,-1-1 0,-1 0 0,1 0 0,-2 0 0,1-1 0,-1-1 0,0 1 0,-1-1 0,0 0 0,0 0 0,6-18 0,-11 26 0,-1 0 0,1 0 0,0 0 0,-1 0 0,1 0 0,-1-1 0,0 1 0,0 0 0,0 0 0,0 0 0,0 0 0,0 0 0,-1 0 0,1-1 0,0 1 0,-1 0 0,0 0 0,0 0 0,1 0 0,-2-2 0,0 3 0,0-1 0,1 1 0,-1-1 0,0 1 0,1-1 0,-1 1 0,0 0 0,0 0 0,0 0 0,0 0 0,0 0 0,0 0 0,-1 1 0,1-1 0,-4 0 0,-3 0 0,-1 1 0,1 0 0,0 0 0,0 1 0,0 0 0,0 1 0,0 0 0,-9 3 0,-12 6 0,1 1 0,-37 21 0,51-24 0,1-1 0,1 2 0,-1 0 0,2 1 0,-1 0 0,-12 15 0,11-3-1365,7-3-5461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4.947"/>
    </inkml:context>
    <inkml:brush xml:id="br0">
      <inkml:brushProperty name="width" value="0.05" units="cm"/>
      <inkml:brushProperty name="height" value="0.05" units="cm"/>
      <inkml:brushProperty name="color" value="#FFC114"/>
    </inkml:brush>
  </inkml:definitions>
  <inkml:trace contextRef="#ctx0" brushRef="#br0">140 49 24575,'0'-3'0,"0"0"0,-1 0 0,0 0 0,1 1 0,-1-1 0,0 0 0,0 0 0,0 1 0,-1-1 0,1 1 0,-1-1 0,-2-3 0,4 6 0,-1-1 0,0 0 0,1 0 0,-1 1 0,1-1 0,-1 1 0,0-1 0,1 1 0,-1-1 0,0 1 0,0-1 0,1 1 0,-1-1 0,0 1 0,0 0 0,0 0 0,1-1 0,-1 1 0,0 0 0,0 0 0,0 0 0,0 0 0,0 0 0,0 0 0,1 0 0,-1 0 0,0 0 0,0 0 0,0 1 0,0-1 0,1 0 0,-1 1 0,0-1 0,0 0 0,0 1 0,1-1 0,-1 1 0,0-1 0,1 1 0,-1-1 0,0 1 0,1 0 0,-2 1 0,-5 8 0,1 1 0,0 0 0,1 1 0,0-1 0,0 1 0,1 0 0,-3 20 0,2-13 0,-7 22 0,3 1 0,1 0 0,3 1 0,-2 68 0,7-105 0,1 0 0,-1 0 0,1 0 0,0 0 0,0-1 0,1 1 0,-1 0 0,1-1 0,1 0 0,-1 1 0,1-1 0,6 10 0,-5-12 0,-1 1 0,1 0 0,0-1 0,0 0 0,0 0 0,0 0 0,0 0 0,1-1 0,-1 0 0,1 0 0,0 0 0,-1 0 0,1-1 0,0 1 0,6-1 0,3 1 0,0-1 0,1-1 0,-1 0 0,0-1 0,0-1 0,0 0 0,0-1 0,-1 0 0,1-1 0,-1-1 0,0 0 0,0 0 0,0-2 0,-1 0 0,0 0 0,0-1 0,-1 0 0,0-1 0,0 0 0,-1-1 0,13-16 0,-21 24 0,0-1 0,-1 1 0,0-1 0,1 1 0,-1-1 0,0 1 0,0-1 0,0 0 0,0 0 0,-1 1 0,1-1 0,-1 0 0,0 0 0,0 0 0,0-4 0,0 6 0,0-1 0,-1 1 0,1-1 0,-1 1 0,1 0 0,-1 0 0,0-1 0,1 1 0,-1 0 0,0 0 0,0 0 0,0 0 0,0 0 0,0 0 0,0 0 0,0 0 0,0 0 0,-1 0 0,1 1 0,0-1 0,0 0 0,-1 1 0,1-1 0,0 1 0,-1-1 0,1 1 0,0 0 0,-1 0 0,1-1 0,-1 1 0,1 0 0,0 0 0,-2 1 0,-12 0 0,1 1 0,0 0 0,0 1 0,0 1 0,1 0 0,-1 1 0,1 0 0,0 1 0,0 1 0,1 0 0,-23 17 0,31-21-85,0 1 0,0-1-1,1 1 1,-1-1 0,1 1-1,0 0 1,0 1 0,1-1-1,-1 0 1,1 1 0,0-1-1,0 1 1,0 0 0,1 0-1,-2 4 1,2 13-6741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5.303"/>
    </inkml:context>
    <inkml:brush xml:id="br0">
      <inkml:brushProperty name="width" value="0.05" units="cm"/>
      <inkml:brushProperty name="height" value="0.05" units="cm"/>
      <inkml:brushProperty name="color" value="#FFC114"/>
    </inkml:brush>
  </inkml:definitions>
  <inkml:trace contextRef="#ctx0" brushRef="#br0">94 5 24575,'0'-4'0,"0"3"0,0 5 0,0 4 0,0 9 0,-3 4 0,-5 5 0,0 5 0,-3 4 0,-3-1 0,-2 1 0,1-2 0,4 0 0,4-6-8191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5.833"/>
    </inkml:context>
    <inkml:brush xml:id="br0">
      <inkml:brushProperty name="width" value="0.05" units="cm"/>
      <inkml:brushProperty name="height" value="0.05" units="cm"/>
      <inkml:brushProperty name="color" value="#FFC114"/>
    </inkml:brush>
  </inkml:definitions>
  <inkml:trace contextRef="#ctx0" brushRef="#br0">396 259 24575,'0'-4'0,"-1"-1"0,0 0 0,0 0 0,0 1 0,-3-6 0,-3-17 0,4-36 0,3 49 0,0-1 0,-2 0 0,1 0 0,-6-21 0,6 34 0,1 0 0,-1-1 0,0 1 0,0 0 0,0 0 0,0 0 0,0 0 0,-1 0 0,1 0 0,-1 1 0,1-1 0,-1 0 0,1 1 0,-1-1 0,0 1 0,0-1 0,0 1 0,0 0 0,0 0 0,-4-2 0,3 2 0,-1 1 0,0-1 0,0 1 0,0-1 0,0 1 0,0 0 0,0 0 0,1 1 0,-1-1 0,0 1 0,-5 2 0,-4 1 0,0 1 0,1 1 0,0 0 0,0 0 0,0 1 0,-11 9 0,2 2 0,0 0 0,0 1 0,-34 44 0,47-53 0,0 1 0,1 1 0,0-1 0,1 1 0,0 0 0,0 1 0,2-1 0,0 1 0,0 0 0,-2 18 0,5-27 0,1 0 0,0 0 0,0 0 0,0 0 0,0 0 0,1 0 0,-1-1 0,1 1 0,0 0 0,0 0 0,0 0 0,1-1 0,0 1 0,-1-1 0,1 1 0,0-1 0,1 0 0,-1 0 0,1 0 0,-1 0 0,1 0 0,0 0 0,0-1 0,0 1 0,0-1 0,0 0 0,1 0 0,-1 0 0,1 0 0,-1-1 0,5 2 0,2 0 0,0-1 0,0 1 0,1-2 0,-1 0 0,0 0 0,0-1 0,1 0 0,-1-1 0,0 0 0,20-4 0,-12-1 0,1 0 0,-1 0 0,0-2 0,-1 0 0,0-2 0,0 0 0,-1 0 0,23-21 0,-13 7 0,-1-1 0,0-1 0,34-50 0,-59 75 0,1-1 0,-1 1 0,1 1 0,-1-1 0,1 0 0,0 0 0,0 0 0,-1 0 0,1 0 0,0 0 0,0 1 0,0-1 0,0 0 0,0 1 0,0-1 0,0 1 0,0-1 0,0 1 0,1-1 0,-2 2 0,1-1 0,-1 1 0,1-1 0,-1 1 0,0-1 0,1 1 0,-1 0 0,0-1 0,0 1 0,1 0 0,-1-1 0,0 1 0,0 0 0,0-1 0,0 1 0,0 0 0,0-1 0,0 1 0,0 0 0,0-1 0,-1 2 0,-8 49 0,-17 42 0,10-40 0,2 1 0,-13 105 0,26-151-227,1 1-1,1-1 1,-1 1-1,1-1 1,4 14-1,3 4-6598</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6.312"/>
    </inkml:context>
    <inkml:brush xml:id="br0">
      <inkml:brushProperty name="width" value="0.05" units="cm"/>
      <inkml:brushProperty name="height" value="0.05" units="cm"/>
      <inkml:brushProperty name="color" value="#FFC114"/>
    </inkml:brush>
  </inkml:definitions>
  <inkml:trace contextRef="#ctx0" brushRef="#br0">175 397 24575,'73'-121'0,"-62"100"0,-1 1 0,-1-1 0,-1 0 0,-1-1 0,0 0 0,-2 0 0,4-32 0,-8 52 0,-1-1 0,0 0 0,0 0 0,0 0 0,0 0 0,-1 0 0,1 0 0,-1 0 0,0 0 0,1 0 0,-1 0 0,-1 1 0,1-1 0,0 0 0,-1 1 0,1-1 0,-1 1 0,0-1 0,0 1 0,-2-3 0,1 3 0,0 1 0,1-1 0,-1 1 0,0 0 0,0 0 0,0 0 0,0 0 0,0 0 0,0 1 0,0-1 0,0 1 0,0 0 0,-1 0 0,1 0 0,0 0 0,0 1 0,0-1 0,0 1 0,-3 1 0,-6 1 0,0 1 0,1 1 0,0 0 0,0 0 0,1 1 0,-1 1 0,1 0 0,1 0 0,-13 12 0,5-2 0,1 0 0,1 0 0,-25 39 0,36-51 0,1 0 0,1 1 0,-1-1 0,1 1 0,0-1 0,0 1 0,0 0 0,1-1 0,0 1 0,-1 10 0,2-14 0,0 1 0,1 0 0,-1-1 0,0 1 0,1-1 0,0 1 0,-1-1 0,1 1 0,0-1 0,0 1 0,1-1 0,-1 0 0,0 0 0,1 1 0,-1-1 0,1 0 0,0 0 0,0 0 0,0-1 0,0 1 0,0 0 0,0-1 0,0 0 0,0 1 0,6 1 0,-1 0 0,1-1 0,0 0 0,0 0 0,0 0 0,0-1 0,1-1 0,-1 1 0,0-1 0,0-1 0,1 0 0,-1 0 0,0 0 0,0-1 0,13-5 0,6-2 0,-2-2 0,49-28 0,-44 18 0,-24 16 0,1 1 0,-1-1 0,1 1 0,13-6 0,-19 10 0,-1 0 0,1-1 0,0 1 0,-1 0 0,1 0 0,-1 0 0,1 0 0,-1 0 0,1 0 0,-1 0 0,1 0 0,0 0 0,-1 0 0,1 1 0,-1-1 0,1 0 0,-1 0 0,1 0 0,-1 1 0,1-1 0,-1 0 0,1 1 0,-1-1 0,1 0 0,-1 1 0,0-1 0,1 0 0,-1 1 0,0-1 0,1 1 0,-1-1 0,0 1 0,1-1 0,-1 1 0,0-1 0,0 1 0,1-1 0,-1 1 0,0-1 0,0 1 0,0 0 0,0 0 0,2 28 0,-2-23 0,-3 80 0,1-61 0,1 0 0,1 1 0,1-1 0,1 1 0,9 40 0,-9-59-227,0 0-1,1 0 1,0-1-1,0 1 1,7 9-1,5 3-6598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6.733"/>
    </inkml:context>
    <inkml:brush xml:id="br0">
      <inkml:brushProperty name="width" value="0.05" units="cm"/>
      <inkml:brushProperty name="height" value="0.05" units="cm"/>
      <inkml:brushProperty name="color" value="#FFC114"/>
    </inkml:brush>
  </inkml:definitions>
  <inkml:trace contextRef="#ctx0" brushRef="#br0">18 169 24575,'-4'-7'0,"2"-1"0,-1 0 0,1 1 0,0-1 0,0-1 0,1 1 0,0 0 0,1 0 0,0 0 0,0 0 0,1-1 0,0 1 0,0 0 0,1 0 0,2-8 0,-3 14 0,1 0 0,-1 0 0,0 0 0,1 0 0,-1 0 0,1 0 0,-1 0 0,1 0 0,0 1 0,0-1 0,0 1 0,0-1 0,0 1 0,0 0 0,0 0 0,0 0 0,0 0 0,1 0 0,-1 1 0,0-1 0,1 0 0,-1 1 0,0 0 0,1 0 0,-1-1 0,1 1 0,-1 1 0,0-1 0,1 0 0,-1 1 0,5 0 0,8 3 0,-1 1 0,1 0 0,26 14 0,-25-12 0,135 55 0,24 12 0,-170-72 0,1 1 0,-1 0 0,0 0 0,0 1 0,0-1 0,0 1 0,6 7 0,-8-8 0,-1 0 0,0 1 0,0-1 0,0 0 0,0 1 0,-1 0 0,1-1 0,-1 1 0,0 0 0,0 0 0,-1 0 0,2 7 0,-2 43 0,-1 0 0,-3 0 0,-13 69 0,-7 87 0,25-162 0,13 87 0,-13-123 0,0-9 0,-1 0 0,1 0 0,-1 0 0,0 1 0,0-1 0,0 0 0,0 0 0,-1 0 0,1 0 0,-1 0 0,0 0 0,0 0 0,0-1 0,0 1 0,0 0 0,-4 5 0,2-6 0,0 1 0,0 0 0,0-1 0,0 0 0,0 0 0,-1 0 0,1 0 0,-1 0 0,1-1 0,-1 1 0,0-1 0,1 0 0,-6 0 0,-28 6-199,1-2-1,-62 0 1,77-5-568,-58 2-6059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7.059"/>
    </inkml:context>
    <inkml:brush xml:id="br0">
      <inkml:brushProperty name="width" value="0.05" units="cm"/>
      <inkml:brushProperty name="height" value="0.05" units="cm"/>
      <inkml:brushProperty name="color" value="#FFC114"/>
    </inkml:brush>
  </inkml:definitions>
  <inkml:trace contextRef="#ctx0" brushRef="#br0">61 129 24575,'-1'-12'0,"-2"0"0,1 0 0,-2 1 0,1-1 0,-2 1 0,1 0 0,-2 0 0,1 0 0,-11-15 0,16 26 0,0 1 0,0-1 0,0 0 0,0 0 0,0 0 0,-1 1 0,1-1 0,0 0 0,0 0 0,0 0 0,0 1 0,0-1 0,0 0 0,0 0 0,0 0 0,0 0 0,0 1 0,0-1 0,-1 0 0,1 0 0,0 0 0,0 0 0,0 0 0,0 0 0,0 1 0,-1-1 0,1 0 0,0 0 0,0 0 0,0 0 0,0 0 0,-1 0 0,1 0 0,0 0 0,0 0 0,0 0 0,-1 0 0,1 0 0,0 0 0,0 0 0,0 0 0,-1 0 0,1 0 0,0 0 0,0 0 0,0 0 0,0 0 0,-1 0 0,1 0 0,0 0 0,0 0 0,0-1 0,0 1 0,-1 0 0,1 0 0,0 0 0,0 0 0,0 0 0,0 0 0,0-1 0,0 1 0,-1 0 0,1 0 0,0 0 0,0 0 0,0-1 0,-2 20 0,2-18 0,10 287 0,1-97 0,-11-149 192,5 68-1749,-1-75-5269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7.578"/>
    </inkml:context>
    <inkml:brush xml:id="br0">
      <inkml:brushProperty name="width" value="0.05" units="cm"/>
      <inkml:brushProperty name="height" value="0.05" units="cm"/>
      <inkml:brushProperty name="color" value="#FFC114"/>
    </inkml:brush>
  </inkml:definitions>
  <inkml:trace contextRef="#ctx0" brushRef="#br0">23 270 24575,'0'-3'0,"0"0"0,0 0 0,0 0 0,0 0 0,1 0 0,0 0 0,-1 0 0,1 0 0,0 0 0,2-3 0,-2 5 0,0 0 0,-1-1 0,1 1 0,1 0 0,-1 1 0,0-1 0,0 0 0,0 0 0,0 0 0,1 1 0,-1-1 0,0 1 0,1-1 0,-1 1 0,0-1 0,1 1 0,-1 0 0,1-1 0,-1 1 0,0 0 0,1 0 0,-1 0 0,3 1 0,25 1 0,-17-1 0,0 0 0,1-1 0,-1-1 0,22-2 0,-30 2 0,1-1 0,-1 1 0,0-1 0,0 1 0,-1-1 0,1 0 0,0-1 0,-1 1 0,1-1 0,-1 1 0,0-1 0,1 0 0,-2 0 0,1-1 0,0 1 0,0 0 0,3-8 0,-4 6 0,0 1 0,0-1 0,0 1 0,-1-1 0,0 0 0,0 1 0,0-1 0,0 0 0,-1 0 0,0 0 0,0 0 0,0 0 0,-1 1 0,1-1 0,-1 0 0,0 0 0,-1 1 0,1-1 0,-1 0 0,0 1 0,0 0 0,0-1 0,-1 1 0,1 0 0,-1 0 0,0 0 0,0 0 0,-1 1 0,1 0 0,-8-6 0,8 6 0,0 0 0,-1 1 0,0-1 0,1 1 0,-1 0 0,0 0 0,0 0 0,0 1 0,0-1 0,0 1 0,-1 0 0,1 0 0,0 0 0,-1 1 0,1 0 0,0 0 0,-1 0 0,1 0 0,0 0 0,-1 1 0,1 0 0,0 0 0,0 0 0,0 1 0,0-1 0,0 1 0,0 0 0,0 0 0,0 0 0,0 1 0,1-1 0,0 1 0,-1 0 0,-3 5 0,-1 1 0,1 1 0,0 0 0,1 0 0,1 1 0,-1 0 0,2 0 0,-1 0 0,2 0 0,-1 1 0,2-1 0,-1 1 0,0 22 0,2-16 0,0 0 0,2 0 0,0 1 0,1-1 0,1-1 0,1 1 0,11 32 0,-13-44 27,0-1-1,1 0 0,0 1 0,0-1 1,0 0-1,1-1 0,0 1 0,-1 0 1,2-1-1,-1 0 0,0 0 0,10 6 1,-7-6-217,1 0 0,-1 0 1,1-1-1,-1 0 0,1-1 1,0 0-1,0 0 1,14 1-1,8 0-6636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7.919"/>
    </inkml:context>
    <inkml:brush xml:id="br0">
      <inkml:brushProperty name="width" value="0.05" units="cm"/>
      <inkml:brushProperty name="height" value="0.05" units="cm"/>
      <inkml:brushProperty name="color" value="#FFC114"/>
    </inkml:brush>
  </inkml:definitions>
  <inkml:trace contextRef="#ctx0" brushRef="#br0">11 21 24575,'-8'-17'0,"5"13"0,7 14 0,2 7 0,-1-1 0,0 1 0,-1 1 0,-1-1 0,1 26 0,-3 91 0,-2-74 0,0-51 0,1 21 0,0 1 0,2 0 0,10 51 0,-10-74 0,-1-1 0,1 0 0,1 0 0,-1 0 0,1 0 0,1-1 0,-1 1 0,1-1 0,0 0 0,0 0 0,1 0 0,0-1 0,0 1 0,0-1 0,1 0 0,-1-1 0,1 1 0,0-1 0,1 0 0,-1-1 0,11 5 0,-11-6-97,1-1-1,0 1 1,0-1-1,0-1 1,0 1-1,0-1 1,0-1-1,0 1 1,0-1-1,0 0 1,0-1-1,0 1 0,7-4 1,9-4-6729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8.091"/>
    </inkml:context>
    <inkml:brush xml:id="br0">
      <inkml:brushProperty name="width" value="0.05" units="cm"/>
      <inkml:brushProperty name="height" value="0.05" units="cm"/>
      <inkml:brushProperty name="color" value="#FFC114"/>
    </inkml:brush>
  </inkml:definitions>
  <inkml:trace contextRef="#ctx0" brushRef="#br0">49 27 24575,'-6'0'0,"-7"0"0,-3 0 0,4 0 0,11 0 0,12 0 0,11 0 0,11 0 0,11-4 0,8 0 0,1-1 0,-1-1 0,-10-1-8191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1.145"/>
    </inkml:context>
    <inkml:brush xml:id="br0">
      <inkml:brushProperty name="width" value="0.05" units="cm"/>
      <inkml:brushProperty name="height" value="0.05" units="cm"/>
      <inkml:brushProperty name="color" value="#FFC114"/>
    </inkml:brush>
  </inkml:definitions>
  <inkml:trace contextRef="#ctx0" brushRef="#br0">437 199 24575,'1'-6'0,"0"-1"0,1 1 0,-1 0 0,1-1 0,1 1 0,3-8 0,4-11 0,-6 16 0,-1-1 0,-1 0 0,0-1 0,0 1 0,0-14 0,-2 22 0,0 1 0,0-1 0,0 0 0,0 0 0,0 0 0,-1 0 0,1 1 0,-1-1 0,1 0 0,-1 0 0,1 0 0,-1 1 0,0-1 0,0 0 0,0 1 0,0-1 0,0 1 0,0-1 0,-1 1 0,1 0 0,0-1 0,-1 1 0,1 0 0,-1 0 0,1 0 0,-1 0 0,1 0 0,-1 0 0,0 1 0,0-1 0,1 0 0,-1 1 0,0-1 0,0 1 0,0 0 0,-3-1 0,-3 2 0,0-1 0,0 1 0,0 0 0,0 0 0,0 1 0,0 0 0,1 1 0,-1 0 0,-12 6 0,-6 6 0,-30 21 0,46-30 0,-21 16 0,1 1 0,0 2 0,-33 35 0,53-48 0,-1 0 0,2 0 0,0 1 0,0 1 0,1-1 0,1 1 0,0 0 0,1 1 0,0 0 0,-6 26 0,11-36 0,0 0 0,0 1 0,1-1 0,0 0 0,0 0 0,0 1 0,0-1 0,1 0 0,0 0 0,0 0 0,0 1 0,1-1 0,0 0 0,0-1 0,0 1 0,0 0 0,1-1 0,-1 1 0,1-1 0,1 0 0,-1 1 0,1-2 0,-1 1 0,1 0 0,0-1 0,0 0 0,1 0 0,-1 0 0,1 0 0,-1-1 0,1 1 0,7 1 0,7 3 49,0-2 0,1 0 0,-1-1-1,1-1 1,0-1 0,37-1 0,-26-2-476,0-2 0,0-2 1,51-13-1,-43 6-6399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1.644"/>
    </inkml:context>
    <inkml:brush xml:id="br0">
      <inkml:brushProperty name="width" value="0.05" units="cm"/>
      <inkml:brushProperty name="height" value="0.05" units="cm"/>
      <inkml:brushProperty name="color" value="#FFC114"/>
    </inkml:brush>
  </inkml:definitions>
  <inkml:trace contextRef="#ctx0" brushRef="#br0">102 57 24575,'15'-11'0,"6"-4"0,-21 15 0,1-1 0,-1 0 0,1 1 0,-1-1 0,1 1 0,-1-1 0,1 0 0,-1 0 0,0 1 0,1-1 0,-1 0 0,0 1 0,1-1 0,-1 0 0,0 0 0,0 0 0,0 1 0,0-1 0,0 0 0,0 0 0,0 0 0,0 1 0,0-1 0,-1-1 0,1 1 0,-1 1 0,1-1 0,0 1 0,-1 0 0,1-1 0,-1 1 0,1 0 0,-1-1 0,1 1 0,-1 0 0,1 0 0,-1-1 0,0 1 0,1 0 0,-1 0 0,1 0 0,-1 0 0,1 0 0,-1 0 0,0 0 0,1 0 0,-1 0 0,1 0 0,-1 0 0,1 0 0,-1 0 0,0 0 0,1 1 0,-1-1 0,1 0 0,-1 0 0,1 1 0,-1-1 0,1 0 0,-1 1 0,0 0 0,-19 12 0,19-13 0,-9 8 0,1 0 0,-1 1 0,1 0 0,1 0 0,-1 1 0,2 1 0,-12 18 0,16-24 0,0 0 0,1-1 0,0 1 0,0 0 0,0 0 0,0 0 0,1 1 0,0-1 0,0 0 0,0 1 0,1-1 0,0 0 0,0 1 0,0-1 0,1 0 0,-1 1 0,1-1 0,1 0 0,-1 0 0,1 0 0,2 6 0,-2-8 0,1 0 0,0 1 0,-1-1 0,1-1 0,0 1 0,1 0 0,-1-1 0,0 0 0,1 1 0,-1-1 0,1-1 0,0 1 0,-1 0 0,1-1 0,0 0 0,0 0 0,0 0 0,0 0 0,7 0 0,4 0 0,0-1 0,0 0 0,30-4 0,-24 0 0,-1 0 0,0-1 0,0-1 0,29-13 0,-40 15 0,-1 0 0,0-1 0,0 1 0,0-1 0,-1-1 0,0 0 0,0 0 0,0 0 0,-1-1 0,1 1 0,-2-2 0,9-11 0,-13 16 0,1 0 0,-1 0 0,0 0 0,0 0 0,0 0 0,0 0 0,0 0 0,-1 0 0,1 0 0,-1-1 0,0 1 0,0 0 0,0 0 0,-1 0 0,1 0 0,-1-1 0,-1-3 0,1 3 0,-1 0 0,0 1 0,0-1 0,-1 0 0,1 1 0,-1-1 0,0 1 0,0 0 0,0 0 0,0 0 0,-5-4 0,-1 1 0,0 0 0,-1 1 0,0 0 0,1 1 0,-2 0 0,1 0 0,0 1 0,-1 0 0,-15-1 0,11 3-151,1 1-1,0 1 0,0 0 0,-1 1 1,1 0-1,0 1 0,1 1 1,-24 9-1,11-2-6674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2.318"/>
    </inkml:context>
    <inkml:brush xml:id="br0">
      <inkml:brushProperty name="width" value="0.05" units="cm"/>
      <inkml:brushProperty name="height" value="0.05" units="cm"/>
      <inkml:brushProperty name="color" value="#FFC114"/>
    </inkml:brush>
  </inkml:definitions>
  <inkml:trace contextRef="#ctx0" brushRef="#br0">50 89 24575,'-10'-9'0,"4"4"0,0-1 0,0 0 0,1 0 0,-8-10 0,13 15 0,-1 1 0,1-1 0,-1 0 0,1 0 0,-1 0 0,1 0 0,0 0 0,0 0 0,-1 0 0,1 0 0,0 0 0,0 0 0,0 0 0,0 0 0,0 0 0,0 0 0,1 0 0,-1 0 0,0 0 0,0 0 0,1 0 0,-1 0 0,0 0 0,1 0 0,-1 0 0,1 0 0,0 0 0,-1 1 0,1-1 0,0 0 0,-1 0 0,1 1 0,0-1 0,0 0 0,-1 1 0,1-1 0,0 1 0,0-1 0,0 1 0,0-1 0,0 1 0,0 0 0,1-1 0,1 0 0,0 0 0,0 0 0,0 1 0,0-1 0,0 1 0,1-1 0,-1 1 0,0 0 0,0 0 0,0 1 0,0-1 0,6 2 0,-2 1 0,-1 0 0,-1 1 0,1 0 0,0 0 0,-1 0 0,0 0 0,0 1 0,0 0 0,-1 0 0,0 0 0,0 1 0,0 0 0,0-1 0,-1 1 0,0 1 0,0-1 0,3 13 0,-1-3 0,0 0 0,-1 1 0,-2 0 0,1 0 0,-2 0 0,0 18 0,-2-23 0,1 0 0,-2 0 0,-4 17 0,5-25 0,0-1 0,0 1 0,0-1 0,0 1 0,-1-1 0,0 0 0,0 1 0,0-1 0,0 0 0,0 0 0,-1 0 0,1-1 0,-1 1 0,0-1 0,-3 3 0,6-4 0,-1-1 0,1 1 0,-1-1 0,1 0 0,-1 1 0,0-1 0,1 0 0,-1 1 0,0-1 0,1 0 0,-1 0 0,0 1 0,1-1 0,-1 0 0,0 0 0,1 0 0,-1 0 0,0 0 0,0 0 0,1 0 0,-1 0 0,0 0 0,1 0 0,-1-1 0,0 1 0,0 0 0,0-1 0,0 0 0,1 0 0,-1 1 0,1-1 0,-1 0 0,1 0 0,-1 0 0,1 0 0,0 0 0,0 0 0,0 0 0,-1 0 0,1 0 0,0 0 0,0 0 0,0 0 0,1-2 0,0-5 0,0 1 0,1-1 0,4-13 0,2 2 0,1 0 0,1 1 0,0 0 0,1 0 0,1 1 0,1 1 0,24-25 0,-29 33 0,1 0 0,0 0 0,1 0 0,0 1 0,0 1 0,0 0 0,1 0 0,0 1 0,0 0 0,0 1 0,0 1 0,1-1 0,0 2 0,18-3 0,-24 5 13,0 0 0,-1 1-1,1-1 1,-1 1-1,1 0 1,-1 1 0,1-1-1,-1 1 1,0 0 0,1 0-1,-1 1 1,0 0 0,-1 0-1,1 0 1,0 0 0,-1 1-1,0 0 1,0-1-1,0 2 1,0-1 0,-1 0-1,1 1 1,-1-1 0,0 1-1,-1 0 1,5 10 0,-3-5-145,0 1 1,-1 0 0,0 0-1,-1 0 1,0 0 0,0 1 0,-1-1-1,-1 1 1,0-1 0,-1 0 0,0 1-1,-3 15 1,-2-9-6695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2.807"/>
    </inkml:context>
    <inkml:brush xml:id="br0">
      <inkml:brushProperty name="width" value="0.05" units="cm"/>
      <inkml:brushProperty name="height" value="0.05" units="cm"/>
      <inkml:brushProperty name="color" value="#FFC114"/>
    </inkml:brush>
  </inkml:definitions>
  <inkml:trace contextRef="#ctx0" brushRef="#br0">396 81 24575,'-9'-10'0,"-1"1"0,-1-1 0,0 2 0,0 0 0,-1 0 0,-13-7 0,20 13 0,0 0 0,-1 0 0,1 0 0,-1 1 0,1 0 0,-1 0 0,0 0 0,1 1 0,-1 0 0,0 0 0,1 0 0,-1 1 0,0 0 0,1 0 0,-1 0 0,1 1 0,-9 3 0,-6 3 0,-31 18 0,45-23 0,1 0 0,0 1 0,0 0 0,0 0 0,1 0 0,-1 0 0,1 1 0,0 0 0,0 0 0,-4 7 0,7-10 0,1-1 0,-1 1 0,1-1 0,-1 1 0,1-1 0,-1 1 0,1-1 0,0 1 0,0 0 0,0-1 0,0 1 0,0 0 0,0-1 0,1 1 0,-1-1 0,0 1 0,1-1 0,-1 1 0,1-1 0,-1 1 0,1-1 0,0 1 0,0-1 0,0 0 0,0 1 0,0-1 0,0 0 0,0 0 0,0 0 0,0 1 0,1-1 0,-1-1 0,0 1 0,2 1 0,7 4 0,-1-1 0,1 0 0,20 8 0,-20-9 0,69 23 0,21 9 0,-98-36 0,0 1 0,0 0 0,0 0 0,-1 0 0,1 0 0,0 0 0,0 0 0,-1 0 0,1 1 0,-1-1 0,1 1 0,-1-1 0,0 1 0,1-1 0,-1 1 0,0 0 0,0 0 0,0-1 0,0 1 0,-1 0 0,2 4 0,-2-4 0,0 0 0,-1-1 0,1 1 0,-1 0 0,1 0 0,-1 0 0,1-1 0,-1 1 0,0 0 0,0-1 0,0 1 0,0 0 0,0-1 0,0 1 0,-1-1 0,1 0 0,0 1 0,-1-1 0,1 0 0,-1 0 0,1 0 0,-1 0 0,0 0 0,-1 1 0,-10 4 0,0 0 0,0-1 0,0 0 0,0-1 0,-1-1 0,-22 3 0,5-2 0,-59-2 0,83-2 57,-1-1 0,0 0 0,1 0 0,-1-1 0,-9-2 0,14 3-171,0-1 0,0 1 0,0-1 0,0 1 1,0-1-1,0 0 0,1 0 0,-1 0 1,1 0-1,-1-1 0,1 1 0,0-1 1,0 1-1,-2-4 0,-6-14-6712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3.133"/>
    </inkml:context>
    <inkml:brush xml:id="br0">
      <inkml:brushProperty name="width" value="0.05" units="cm"/>
      <inkml:brushProperty name="height" value="0.05" units="cm"/>
      <inkml:brushProperty name="color" value="#FFC114"/>
    </inkml:brush>
  </inkml:definitions>
  <inkml:trace contextRef="#ctx0" brushRef="#br0">0 34 24575,'4'0'0,"0"-1"0,0 1 0,-1-1 0,1 0 0,-1 0 0,1-1 0,-1 1 0,1-1 0,-1 0 0,6-4 0,-7 4 0,1 0 0,0 1 0,0-1 0,0 0 0,0 1 0,0 0 0,0 0 0,0 0 0,0 0 0,0 0 0,1 0 0,-1 1 0,0 0 0,1 0 0,4 0 0,-5 1 0,1 0 0,-1 0 0,0 0 0,0 1 0,0-1 0,0 1 0,0 0 0,0 0 0,-1 0 0,1 0 0,-1 0 0,1 1 0,-1-1 0,0 1 0,0-1 0,0 1 0,0 0 0,0 0 0,-1 0 0,3 5 0,2 7 0,-1 1 0,0-1 0,2 17 0,-4-18 0,3 20 0,-1-1 0,-2 1 0,-1-1 0,-1 1 0,-3 0 0,-6 45 0,6-67 0,0 2 0,0-1 0,1 1 0,1 0 0,1 21 0,0-32 0,-1-1 0,0 1 0,1 0 0,0-1 0,0 1 0,0 0 0,0-1 0,0 1 0,0-1 0,0 1 0,1-1 0,-1 0 0,1 1 0,0-1 0,0 0 0,0 0 0,0 0 0,0 0 0,0-1 0,0 1 0,1-1 0,-1 1 0,1-1 0,-1 0 0,1 0 0,-1 0 0,1 0 0,4 1 0,-4-2-114,0 1 1,0-1-1,0 0 0,0 0 0,0-1 1,0 1-1,0-1 0,0 1 0,0-1 1,0 0-1,3-2 0,12-5-6712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3.288"/>
    </inkml:context>
    <inkml:brush xml:id="br0">
      <inkml:brushProperty name="width" value="0.05" units="cm"/>
      <inkml:brushProperty name="height" value="0.05" units="cm"/>
      <inkml:brushProperty name="color" value="#FFC114"/>
    </inkml:brush>
  </inkml:definitions>
  <inkml:trace contextRef="#ctx0" brushRef="#br0">50 36 24575,'-7'0'0,"-5"0"0,-4-3 0,3-2 0,12 1 0,12 0 0,11 2 0,8 0 0,10-2 0,0 0 0,1-1 0,-6 2-8191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5.592"/>
    </inkml:context>
    <inkml:brush xml:id="br0">
      <inkml:brushProperty name="width" value="0.05" units="cm"/>
      <inkml:brushProperty name="height" value="0.05" units="cm"/>
      <inkml:brushProperty name="color" value="#FFC114"/>
    </inkml:brush>
  </inkml:definitions>
  <inkml:trace contextRef="#ctx0" brushRef="#br0">1 1 24575,'0'602'-1365,"0"-577"-5461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5.888"/>
    </inkml:context>
    <inkml:brush xml:id="br0">
      <inkml:brushProperty name="width" value="0.05" units="cm"/>
      <inkml:brushProperty name="height" value="0.05" units="cm"/>
      <inkml:brushProperty name="color" value="#FFC114"/>
    </inkml:brush>
  </inkml:definitions>
  <inkml:trace contextRef="#ctx0" brushRef="#br0">10 155 24575,'-5'-43'0,"3"35"0,1 0 0,0 0 0,0 1 0,1-1 0,1-15 0,-1 21 0,1-1 0,0 1 0,-1 0 0,1 0 0,0-1 0,0 1 0,0 0 0,1 0 0,-1 0 0,0 0 0,1 1 0,-1-1 0,1 0 0,0 1 0,0-1 0,-1 1 0,1-1 0,0 1 0,0 0 0,0 0 0,0 0 0,1 0 0,-1 0 0,3-1 0,4 0 0,-1 1 0,0-1 0,0 2 0,0-1 0,1 1 0,-1 0 0,0 1 0,1 0 0,-1 0 0,0 1 0,0 0 0,14 5 0,1 2 0,0 2 0,-1 0 0,21 14 0,-30-17 0,-2 0 0,1 0 0,-1 1 0,0 1 0,-1 0 0,0 0 0,-1 1 0,16 23 0,-22-29 0,0 1 0,-1-1 0,0 1 0,1-1 0,-2 1 0,1 0 0,-1 0 0,0 0 0,0 0 0,0 0 0,-1 0 0,0 0 0,0 0 0,-1 0 0,1 0 0,-1 0 0,-1 0 0,1 0 0,-1 0 0,0-1 0,0 1 0,-1 0 0,-4 6 0,-1 0-91,0 0 0,-2-1 0,1-1 0,-1 0 0,0 0 0,-1-1 0,0 0 0,-1-1 0,0 0 0,0-1 0,-1 0 0,0-1 0,0 0 0,-20 5 0,3-3-6735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6.152"/>
    </inkml:context>
    <inkml:brush xml:id="br0">
      <inkml:brushProperty name="width" value="0.05" units="cm"/>
      <inkml:brushProperty name="height" value="0.05" units="cm"/>
      <inkml:brushProperty name="color" value="#FFC114"/>
    </inkml:brush>
  </inkml:definitions>
  <inkml:trace contextRef="#ctx0" brushRef="#br0">21 1 24575,'1'0'0,"0"0"0,-1 0 0,1 1 0,0-1 0,0 1 0,0-1 0,-1 1 0,1-1 0,0 1 0,-1-1 0,1 1 0,0-1 0,-1 1 0,1 0 0,-1-1 0,1 1 0,-1 0 0,1 0 0,-1-1 0,0 1 0,1 0 0,-1 0 0,0 0 0,0 0 0,0-1 0,1 1 0,-1 0 0,0 1 0,3 26 0,-5-7 0,0-1 0,0 0 0,-12 37 0,7-29 0,-3 29 0,9-47 0,0-1 0,1 0 0,0 0 0,1 1 0,0-1 0,0 0 0,4 12 0,-4-19-68,-1 1 0,1-1-1,0 0 1,0 0 0,0 0 0,0 0-1,1 0 1,-1 0 0,1 0 0,-1 0-1,1 0 1,-1 0 0,1-1 0,0 1-1,0-1 1,0 1 0,0-1-1,0 0 1,5 2 0,7 1-6758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6.323"/>
    </inkml:context>
    <inkml:brush xml:id="br0">
      <inkml:brushProperty name="width" value="0.05" units="cm"/>
      <inkml:brushProperty name="height" value="0.05" units="cm"/>
      <inkml:brushProperty name="color" value="#FFC114"/>
    </inkml:brush>
  </inkml:definitions>
  <inkml:trace contextRef="#ctx0" brushRef="#br0">65 1 24575,'-3'0'0,"-5"0"0,-4 0 0,-4 0 0,2 3 0,2 5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6.541"/>
    </inkml:context>
    <inkml:brush xml:id="br0">
      <inkml:brushProperty name="width" value="0.05" units="cm"/>
      <inkml:brushProperty name="height" value="0.05" units="cm"/>
      <inkml:brushProperty name="color" value="#FFC114"/>
    </inkml:brush>
  </inkml:definitions>
  <inkml:trace contextRef="#ctx0" brushRef="#br0">1 1 24575,'3'0'0,"9"0"0,4 0 0,7 0 0,3 0 0,4 0 0,-4 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6.699"/>
    </inkml:context>
    <inkml:brush xml:id="br0">
      <inkml:brushProperty name="width" value="0.05" units="cm"/>
      <inkml:brushProperty name="height" value="0.05" units="cm"/>
      <inkml:brushProperty name="color" value="#FFC114"/>
    </inkml:brush>
  </inkml:definitions>
  <inkml:trace contextRef="#ctx0" brushRef="#br0">34 0 24575,'-3'4'0,"-5"0"0,-4 0 0,4-1 0,5 0 0,11-2 0,8 0 0,6-1 0,8 0 0,-2 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7.368"/>
    </inkml:context>
    <inkml:brush xml:id="br0">
      <inkml:brushProperty name="width" value="0.05" units="cm"/>
      <inkml:brushProperty name="height" value="0.05" units="cm"/>
      <inkml:brushProperty name="color" value="#FFC114"/>
    </inkml:brush>
  </inkml:definitions>
  <inkml:trace contextRef="#ctx0" brushRef="#br0">76 224 24575,'-2'-1'0,"0"1"0,1-1 0,-1 1 0,0-1 0,1 1 0,-1-1 0,0 0 0,1 0 0,-1 0 0,1 0 0,-1 0 0,1 0 0,0-1 0,-1 1 0,1 0 0,0-1 0,-2-1 0,-17-30 0,17 28 0,-1-1 0,1 0 0,0 0 0,0 0 0,1 0 0,0-1 0,0 1 0,0-1 0,1 0 0,0 1 0,0-1 0,1-7 0,0 11 0,1-1 0,-1 1 0,1 0 0,-1 0 0,1 0 0,0 0 0,1 1 0,-1-1 0,0 0 0,1 0 0,-1 1 0,1-1 0,0 0 0,0 1 0,0 0 0,0-1 0,0 1 0,1 0 0,-1 0 0,1 0 0,-1 1 0,1-1 0,0 1 0,0-1 0,-1 1 0,5-1 0,6-2 0,1 0 0,0 1 0,0 0 0,1 1 0,-1 1 0,20 1 0,-10 0 0,-1 2 0,0 1 0,28 7 0,-33-5 0,1 1 0,-1 1 0,27 13 0,-39-17 0,-1 0 0,1 1 0,-1-1 0,1 1 0,-1 0 0,0 1 0,-1-1 0,1 1 0,-1 0 0,0 0 0,0 0 0,0 0 0,-1 1 0,4 7 0,-6-10 0,0 0 0,-1 0 0,1 1 0,-1-1 0,0 0 0,0 0 0,0 0 0,0 1 0,-1-1 0,1 0 0,-1 0 0,0 0 0,0 0 0,0 0 0,0 0 0,0 0 0,-1 0 0,1 0 0,-1 0 0,0-1 0,0 1 0,0-1 0,-3 4 0,-6 5 0,1-1 0,-2 0 0,-20 13 0,-23 11 0,-1-3 0,-107 43 0,158-73 0,-5 3 0,0 1 0,0 0 0,-12 8 0,21-13 0,1 0 0,0 0 0,-1 0 0,1 0 0,0 0 0,0 0 0,-1 1 0,1-1 0,0 0 0,0 0 0,-1 0 0,1 0 0,0 1 0,0-1 0,-1 0 0,1 0 0,0 1 0,0-1 0,0 0 0,0 0 0,-1 1 0,1-1 0,0 0 0,0 1 0,0-1 0,0 0 0,0 1 0,0-1 0,0 0 0,0 0 0,0 1 0,0-1 0,0 0 0,0 1 0,0-1 0,0 0 0,0 1 0,0-1 0,0 0 0,0 1 0,0-1 0,1 0 0,-1 0 0,0 1 0,0-1 0,0 0 0,0 0 0,1 1 0,-1-1 0,0 0 0,0 0 0,1 0 0,-1 1 0,0-1 0,0 0 0,1 0 0,-1 0 0,0 0 0,1 1 0,-1-1 0,0 0 0,0 0 0,1 0 0,-1 0 0,0 0 0,1 0 0,23 4 0,-23-4 0,98 3 0,37 4 0,-119-5 0,1 1 0,-1 1 0,0 0 0,0 1 0,26 12 0,-40-16 0,0 1 0,0 0 0,0-1 0,-1 1 0,1 0 0,-1 0 0,1 0 0,-1 1 0,0-1 0,1 1 0,-1-1 0,0 1 0,2 4 0,-4-5 0,1-1 0,-1 0 0,0 1 0,1-1 0,-1 0 0,0 1 0,0-1 0,0 0 0,0 1 0,0-1 0,0 0 0,-1 1 0,1-1 0,0 0 0,-1 0 0,1 1 0,-1-1 0,1 0 0,-1 0 0,0 0 0,0 1 0,1-1 0,-1 0 0,0 0 0,0 0 0,0 0 0,0 0 0,0-1 0,0 1 0,0 0 0,0 0 0,0-1 0,-1 1 0,1-1 0,-2 2 0,-5 1 0,1 0 0,-1 0 0,1-1 0,-1 0 0,0 0 0,0 0 0,-9-1 0,-58 1 0,50-2 0,6-1-170,0 0-1,0-1 0,0 0 1,0-2-1,0 0 0,1-2 1,-32-12-1,27 7-6655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7.587"/>
    </inkml:context>
    <inkml:brush xml:id="br0">
      <inkml:brushProperty name="width" value="0.05" units="cm"/>
      <inkml:brushProperty name="height" value="0.05" units="cm"/>
      <inkml:brushProperty name="color" value="#FFC114"/>
    </inkml:brush>
  </inkml:definitions>
  <inkml:trace contextRef="#ctx0" brushRef="#br0">1 0 24575,'3'0'0,"2"4"0,2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7.850"/>
    </inkml:context>
    <inkml:brush xml:id="br0">
      <inkml:brushProperty name="width" value="0.05" units="cm"/>
      <inkml:brushProperty name="height" value="0.05" units="cm"/>
      <inkml:brushProperty name="color" value="#FFC114"/>
    </inkml:brush>
  </inkml:definitions>
  <inkml:trace contextRef="#ctx0" brushRef="#br0">0 5 24575,'0'-3'0,"0"2"0,4 4 0,0 6 0,4 7 0,0 5 0,2 5 0,-1 2 0,2 3 0,-1 2 0,-3 3 0,-2 2 0,-1 1 0,-3-3 0,0-1 0,-1-6-8191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38.304"/>
    </inkml:context>
    <inkml:brush xml:id="br0">
      <inkml:brushProperty name="width" value="0.05" units="cm"/>
      <inkml:brushProperty name="height" value="0.05" units="cm"/>
      <inkml:brushProperty name="color" value="#FFC114"/>
    </inkml:brush>
  </inkml:definitions>
  <inkml:trace contextRef="#ctx0" brushRef="#br0">23 26 24575,'-3'-21'0,"0"16"0,-2 15 0,1 8 0,1 0 0,1-1 0,0 1 0,2 0 0,1 27 0,0-6 0,-1-27 0,1-1 0,0 1 0,1-1 0,0 1 0,0-1 0,1 0 0,6 14 0,-7-20 0,0-1 0,0 0 0,1 1 0,-1-1 0,1 0 0,0 0 0,0-1 0,1 1 0,-1-1 0,1 1 0,0-1 0,-1 0 0,1-1 0,1 1 0,-1-1 0,0 1 0,1-1 0,-1 0 0,9 2 0,-9-4 0,0 1 0,0-1 0,0 0 0,0 0 0,0-1 0,0 1 0,0-1 0,-1 0 0,1 0 0,0 0 0,0 0 0,-1-1 0,1 1 0,-1-1 0,1 0 0,-1 0 0,0 0 0,0-1 0,0 1 0,0-1 0,0 1 0,3-5 0,6-6 0,-2-1 0,0 0 0,14-25 0,-3 4 0,24-45 0,-40 70 0,-1 0 0,0 0 0,-1-1 0,0 1 0,3-22 0,-5 31 0,-1 0 0,0 0 0,0 0 0,0 0 0,0-1 0,0 1 0,0 0 0,0 0 0,-1 0 0,1 0 0,0 0 0,-1 0 0,0-2 0,1 3 0,0 0 0,0 0 0,-1-1 0,1 1 0,0 0 0,0 0 0,0 0 0,-1 0 0,1 0 0,0 0 0,0 0 0,-1 0 0,1 0 0,0 0 0,-1-1 0,1 1 0,0 0 0,0 0 0,-1 1 0,1-1 0,0 0 0,0 0 0,-1 0 0,1 0 0,0 0 0,0 0 0,-1 0 0,1 0 0,0 0 0,0 0 0,-1 1 0,1-1 0,0 0 0,-3 2 0,1 0 0,-1 1 0,1-1 0,0 0 0,0 1 0,0 0 0,-3 5 0,-4 10 49,1 1 0,0 1-1,2-1 1,0 1 0,1 0 0,-2 24-1,-6 123-1605,13-161 1408,-2 58-6677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7.148"/>
    </inkml:context>
    <inkml:brush xml:id="br0">
      <inkml:brushProperty name="width" value="0.05" units="cm"/>
      <inkml:brushProperty name="height" value="0.05" units="cm"/>
      <inkml:brushProperty name="color" value="#FFC114"/>
    </inkml:brush>
  </inkml:definitions>
  <inkml:trace contextRef="#ctx0" brushRef="#br0">31 211 24575,'-2'0'0,"1"0"0,0-1 0,0 1 0,-1-1 0,1 1 0,0-1 0,0 0 0,0 0 0,0 1 0,0-1 0,0 0 0,0 0 0,0 0 0,0 0 0,0 0 0,0 0 0,1 0 0,-1 0 0,0-1 0,1 1 0,-1 0 0,1 0 0,-1-3 0,-1 1 0,1-1 0,0 1 0,0-1 0,0 0 0,0 0 0,1 1 0,0-6 0,0 5 0,1 0 0,0 1 0,1-1 0,-1 0 0,1 0 0,0 0 0,0 1 0,0-1 0,0 1 0,0 0 0,1-1 0,-1 1 0,1 0 0,0 1 0,0-1 0,0 0 0,1 1 0,-1 0 0,1-1 0,-1 1 0,6-2 0,2-1 0,1 0 0,0 1 0,0 0 0,1 0 0,20-2 0,-26 5 0,0 0 0,0 1 0,0 0 0,0 0 0,0 1 0,0 0 0,0 0 0,0 0 0,0 1 0,0 0 0,0 1 0,-1-1 0,7 5 0,-8-4 0,0 0 0,0 1 0,0 0 0,0 0 0,-1 0 0,0 0 0,0 1 0,0 0 0,-1 0 0,1 0 0,-1 0 0,0 0 0,-1 1 0,1-1 0,2 11 0,-3-9 0,0 1 0,-1-1 0,0 1 0,0 0 0,-1-1 0,0 1 0,0 0 0,0-1 0,-1 1 0,-1 0 0,-2 9 0,0-6 0,0 0 0,0 0 0,-2 0 0,1-1 0,-1 0 0,-13 16 0,2-6 0,0-1 0,-2-1 0,0-1 0,-1 0 0,-1-1 0,-24 13 0,34-22 0,6-4 0,0 1 0,0-1 0,0 0 0,0-1 0,0 1 0,-1-1 0,1 0 0,-1 0 0,1-1 0,-9 2 0,14-3 0,0 0 0,-1 0 0,1 0 0,0 0 0,0 0 0,0 0 0,-1 0 0,1 0 0,0 0 0,0 0 0,-1 0 0,1 0 0,0 0 0,0-1 0,-1 1 0,1 0 0,0 0 0,0 0 0,0 0 0,0 0 0,-1 0 0,1-1 0,0 1 0,0 0 0,0 0 0,0 0 0,-1-1 0,1 1 0,0 0 0,0 0 0,0 0 0,0-1 0,0 1 0,0 0 0,0 0 0,0-1 0,0 1 0,0 0 0,0 0 0,0 0 0,0-1 0,0 1 0,6-13 0,14-11 0,68-60 0,124-90 0,-186 153 0,176-139 0,-196 156 0,-1-1 0,0 0 0,0 1 0,5-8 0,-10 12 0,0 0 0,-1 0 0,1 0 0,0 0 0,0 1 0,0-1 0,0 0 0,-1 0 0,1 0 0,0 0 0,0 0 0,0 0 0,0 0 0,-1 0 0,1 0 0,0 0 0,0 0 0,0 0 0,0-1 0,0 1 0,-1 0 0,1 0 0,0 0 0,0 0 0,0 0 0,0 0 0,0 0 0,-1 0 0,1 0 0,0 0 0,0-1 0,0 1 0,0 0 0,0 0 0,0 0 0,0 0 0,0 0 0,0-1 0,-1 1 0,1 0 0,0 0 0,0 0 0,0 0 0,0 0 0,0-1 0,0 1 0,0 0 0,0 0 0,0 0 0,0 0 0,0-1 0,0 1 0,0 0 0,0 0 0,0 0 0,1 0 0,-1-1 0,0 1 0,0 0 0,-16 5 0,-6 6 0,-1 1 0,2 0 0,0 2 0,0 0 0,1 1 0,-30 31 0,41-37 0,0 0 0,1 1 0,0 0 0,1 0 0,0 1 0,0 0 0,2 0 0,-1 1 0,1-1 0,1 1 0,0 0 0,0 1 0,2-1 0,-1 1 0,0 13 0,3-21 0,0 1 0,0-1 0,1 0 0,0 0 0,0 0 0,0 0 0,0 0 0,1 0 0,0 0 0,0 0 0,0-1 0,0 1 0,1-1 0,0 1 0,5 5 0,-3-4 0,1-2 0,-1 1 0,1 0 0,0-1 0,0 0 0,0-1 0,1 1 0,-1-1 0,1-1 0,7 3 0,9 1 0,1-1 0,0-1 0,0-1 0,0-2 0,36-1 0,-7-5-1365,-32 0-5461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6.274"/>
    </inkml:context>
    <inkml:brush xml:id="br0">
      <inkml:brushProperty name="width" value="0.05" units="cm"/>
      <inkml:brushProperty name="height" value="0.05" units="cm"/>
      <inkml:brushProperty name="color" value="#FFC114"/>
    </inkml:brush>
  </inkml:definitions>
  <inkml:trace contextRef="#ctx0" brushRef="#br0">396 320 24575,'-2'-4'0,"0"1"0,0-1 0,0 1 0,0-1 0,1 0 0,-1 0 0,1 0 0,0 0 0,0 0 0,1 0 0,-1 0 0,1-7 0,-1 0 0,2 47 0,-1 0 0,-6 42 0,2-22 0,-35 347 0,19-277 0,-42 145 0,5-104 0,-96 202 0,121-299 0,26-52 0,6-18 0,0 0 0,0 1 0,0-1 0,0 0 0,0 0 0,0 1 0,0-1 0,0 0 0,0 0 0,0 1 0,0-1 0,0 0 0,0 0 0,0 1 0,0-1 0,1 0 0,-1 0 0,0 1 0,0-1 0,0 0 0,0 0 0,0 0 0,1 1 0,-1-1 0,0 0 0,0 0 0,0 0 0,0 0 0,1 1 0,-1-1 0,1 0 0,1 0 0,0 0 0,0-1 0,1 1 0,-1-1 0,0 1 0,0-1 0,0 0 0,0 0 0,0 0 0,0 0 0,3-2 0,34-15 0,1 1 0,0 2 0,2 1 0,-1 3 0,75-11 0,222-2 0,403 38-827,-605-9 769,32 2 58,276 8 0,-3-24 0,-418 7 13,-5 2 6,0-1 0,0-1 1,0 0-1,-1-1 0,1-2 0,26-9 1,-42 13-3,1 0 0,-1-1 1,0 1-1,0-1 0,0 1 1,0-1-1,0 0 0,0 0 1,0 0-1,-1 0 0,1 0 1,-1-1-1,0 1 0,1 0 1,-1-1-1,0 1 0,0-1 1,0 1-1,-1-1 0,1-3 0,1-5 59,-1 0-1,-1 0 0,-1-19 0,0-10-2,30-200-73,-3 30 0,-1-106 0,25-262 0,-28 448 0,-7 48 0,-15 80 0,1 0 0,-1 0 0,0 0 0,0 0 0,1 0 0,-1 0 0,0 0 0,-1 0 0,1 0 0,0 0 0,-1 0 0,1 1 0,-1-1 0,1 0 0,-1 0 0,0 0 0,0 0 0,0 0 0,0 1 0,0-1 0,-2-1 0,1 1 0,0 1 0,-1-1 0,1 1 0,-1 0 0,0 0 0,1 0 0,-1 0 0,0 0 0,0 1 0,1-1 0,-1 1 0,0 0 0,0 0 0,-5 0 0,-40 3 0,-53 9 0,29-2 0,-1330 85-796,1080-85 849,-140 2-1338,438-12-4878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7.814"/>
    </inkml:context>
    <inkml:brush xml:id="br0">
      <inkml:brushProperty name="width" value="0.05" units="cm"/>
      <inkml:brushProperty name="height" value="0.05" units="cm"/>
      <inkml:brushProperty name="color" value="#FFC114"/>
    </inkml:brush>
  </inkml:definitions>
  <inkml:trace contextRef="#ctx0" brushRef="#br0">20 46 24575,'0'-44'0,"0"43"0,0 4 0,0 19 0,-16 306 0,14-303-1365,0-4-5461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28.224"/>
    </inkml:context>
    <inkml:brush xml:id="br0">
      <inkml:brushProperty name="width" value="0.05" units="cm"/>
      <inkml:brushProperty name="height" value="0.05" units="cm"/>
      <inkml:brushProperty name="color" value="#FFC114"/>
    </inkml:brush>
  </inkml:definitions>
  <inkml:trace contextRef="#ctx0" brushRef="#br0">62 1 24575,'-4'5'0,"0"1"0,1 0 0,0 0 0,0 1 0,0-1 0,1 1 0,0-1 0,-2 15 0,0-7 0,3-8 0,-23 105 0,22-98 0,0 0 0,2 1 0,-1-1 0,2 0 0,0 1 0,3 18 0,-3-30 0,-1 1 0,1 0 0,0-1 0,-1 1 0,1-1 0,0 1 0,1-1 0,-1 1 0,0-1 0,1 0 0,-1 1 0,1-1 0,0 0 0,0 0 0,0 0 0,0 0 0,0-1 0,0 1 0,0-1 0,1 1 0,-1-1 0,0 0 0,1 0 0,4 2 0,-3-3 0,0 1 0,-1-1 0,1 0 0,0 0 0,-1-1 0,1 1 0,-1-1 0,1 0 0,-1 0 0,1 0 0,-1 0 0,1-1 0,-1 1 0,0-1 0,0 0 0,0 0 0,0 0 0,4-3 0,3-4 0,-1 0 0,0-1 0,0 0 0,-1 0 0,0-1 0,-1 0 0,0 0 0,-1-1 0,7-18 0,-10 24 0,-1 0 0,0-1 0,0 1 0,0-1 0,-1 1 0,0-1 0,0 0 0,-1 1 0,0-1 0,0 0 0,0 0 0,-1 1 0,0-1 0,0 0 0,-1 1 0,0-1 0,0 1 0,0 0 0,-1-1 0,-4-5 0,5 9-49,1 1 1,-1-1-1,0 1 0,-1 0 0,1-1 1,0 1-1,-1 0 0,1 0 0,-1 1 1,0-1-1,1 0 0,-1 1 0,0 0 1,0-1-1,0 1 0,0 0 0,0 1 1,0-1-1,0 1 0,0-1 0,-1 1 1,1 0-1,0 0 0,0 0 0,0 0 0,0 1 1,-6 1-1,-14 5-6777</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2.070"/>
    </inkml:context>
    <inkml:brush xml:id="br0">
      <inkml:brushProperty name="width" value="0.05" units="cm"/>
      <inkml:brushProperty name="height" value="0.05" units="cm"/>
      <inkml:brushProperty name="color" value="#FFC114"/>
    </inkml:brush>
  </inkml:definitions>
  <inkml:trace contextRef="#ctx0" brushRef="#br0">1 12 24575,'0'0'0,"0"-1"0,0 1 0,0-1 0,0 1 0,0 0 0,0-1 0,0 1 0,0-1 0,0 1 0,0-1 0,1 1 0,-1-1 0,0 1 0,0 0 0,0-1 0,1 1 0,-1-1 0,0 1 0,1 0 0,-1-1 0,0 1 0,1 0 0,-1-1 0,0 1 0,1 0 0,-1-1 0,0 1 0,1 0 0,-1 0 0,1-1 0,17 3 0,-13-1 0,-1 1 0,1 0 0,0 1 0,8 4 0,9 12 0,0 1 0,-1 1 0,33 42 0,46 81 0,-41-56 0,-40-60 209,-8-11-996,27 31 0,-25-35-6039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2.385"/>
    </inkml:context>
    <inkml:brush xml:id="br0">
      <inkml:brushProperty name="width" value="0.05" units="cm"/>
      <inkml:brushProperty name="height" value="0.05" units="cm"/>
      <inkml:brushProperty name="color" value="#FFC114"/>
    </inkml:brush>
  </inkml:definitions>
  <inkml:trace contextRef="#ctx0" brushRef="#br0">604 0 24575,'-3'0'0,"0"1"0,0-1 0,0 1 0,-1 0 0,1 0 0,0 0 0,0 0 0,1 0 0,-1 1 0,0 0 0,0-1 0,1 1 0,-1 0 0,1 0 0,-3 2 0,-5 7 0,0-1 0,-8 14 0,4-7 0,-291 331 0,272-315 0,-9 9 0,2 1 0,-40 57 0,77-95-1365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3.182"/>
    </inkml:context>
    <inkml:brush xml:id="br0">
      <inkml:brushProperty name="width" value="0.05" units="cm"/>
      <inkml:brushProperty name="height" value="0.05" units="cm"/>
      <inkml:brushProperty name="color" value="#FFC114"/>
    </inkml:brush>
  </inkml:definitions>
  <inkml:trace contextRef="#ctx0" brushRef="#br0">301 209 24575,'1'-4'0,"-1"1"0,1-1 0,0 1 0,0 0 0,0 0 0,0-1 0,1 1 0,-1 0 0,1 0 0,0 0 0,0 0 0,0 1 0,0-1 0,5-4 0,-5 5 0,0 0 0,0 0 0,0 1 0,0-1 0,0 0 0,0 1 0,0-1 0,1 1 0,-1 0 0,1 0 0,-1 0 0,1 0 0,-1 1 0,1-1 0,-1 0 0,1 1 0,0 0 0,-1 0 0,5 0 0,-6 0 0,-1 0 0,1 0 0,-1 0 0,1 0 0,-1 0 0,1 0 0,-1 0 0,1 0 0,-1 0 0,1 0 0,-1 1 0,1-1 0,-1 0 0,1 0 0,-1 0 0,1 1 0,-1-1 0,0 0 0,1 1 0,-1-1 0,0 0 0,1 1 0,-1-1 0,0 1 0,1-1 0,-1 1 0,0-1 0,0 0 0,1 1 0,-1-1 0,0 1 0,0-1 0,0 1 0,0-1 0,0 1 0,0-1 0,0 1 0,1-1 0,-2 1 0,1-1 0,0 1 0,0-1 0,0 1 0,0-1 0,0 1 0,0-1 0,0 1 0,-1-1 0,1 1 0,0-1 0,0 1 0,-1-1 0,1 1 0,0-1 0,-1 0 0,0 1 0,-1 2 0,0-1 0,0 0 0,0 0 0,0 0 0,-1 0 0,1 0 0,-1 0 0,-3 1 0,4-1 0,0-1 0,0-1 0,0 1 0,0 0 0,0 0 0,0-1 0,0 1 0,0-1 0,0 0 0,0 1 0,0-1 0,-1 0 0,1 0 0,0-1 0,0 1 0,0 0 0,0-1 0,0 1 0,0-1 0,0 0 0,0 1 0,0-1 0,0 0 0,0 0 0,0 0 0,0-1 0,1 1 0,-1 0 0,0-1 0,1 1 0,-1-1 0,1 1 0,0-1 0,-1 0 0,1 0 0,0 0 0,0 0 0,0 1 0,0-1 0,1 0 0,-2-3 0,1 0 0,-1-1 0,1 1 0,0-1 0,0 1 0,1-1 0,0 0 0,0 1 0,0-1 0,1 1 0,-1-1 0,1 1 0,1-1 0,-1 1 0,1-1 0,3-5 0,-4 7 0,1 1 0,0-1 0,0 1 0,0 0 0,1 0 0,-1 0 0,1 0 0,-1 0 0,1 1 0,0-1 0,0 1 0,0 0 0,1 0 0,-1 0 0,0 0 0,1 0 0,-1 1 0,1 0 0,0-1 0,-1 1 0,1 1 0,0-1 0,4 0 0,-4 1 0,0 1 0,-1-1 0,1 1 0,0 0 0,0 0 0,-1 0 0,1 0 0,-1 1 0,1 0 0,-1-1 0,0 1 0,1 0 0,-1 1 0,0-1 0,0 1 0,-1-1 0,1 1 0,0 0 0,-1 0 0,0 0 0,0 0 0,0 0 0,2 5 0,2 4 0,-1 1 0,0 0 0,-1 0 0,0 0 0,-1 0 0,-1 1 0,0-1 0,-1 1 0,0 0 0,-1-1 0,-1 1 0,-4 26 0,1-16 0,-2-1 0,0-1 0,-1 1 0,-2-1 0,0-1 0,-21 37 0,18-41 0,0 0 0,-1-1 0,-1 0 0,0-1 0,-1-1 0,-1 0 0,0-1 0,-1-1 0,0 0 0,-1-1 0,0-1 0,-1-1 0,0-1 0,0 0 0,-1-2 0,0 0 0,-28 5 0,45-11 0,1 1 0,-1-1 0,1 0 0,-1 1 0,0-1 0,1 0 0,-1-1 0,1 1 0,-1 0 0,1-1 0,-1 0 0,1 1 0,-1-1 0,1 0 0,-1 0 0,1 0 0,0-1 0,0 1 0,-1 0 0,1-1 0,0 0 0,0 1 0,1-1 0,-5-4 0,5 2 0,-1 1 0,0-1 0,1 0 0,0 0 0,-1 0 0,2 0 0,-1 0 0,0 0 0,1 0 0,0 0 0,0-1 0,0 1 0,0 0 0,1 0 0,1-5 0,0-1 0,2-1 0,-1 1 0,1 0 0,1 0 0,0 0 0,0 1 0,1 0 0,0 0 0,1 0 0,0 1 0,0 0 0,1 0 0,0 1 0,0-1 0,1 2 0,15-10 0,-17 12 0,0 0 0,0 1 0,0 0 0,1 0 0,-1 1 0,1-1 0,0 2 0,-1-1 0,1 1 0,13 0 0,-15 1 0,-1 1 0,1 0 0,0 0 0,0 0 0,-1 1 0,1-1 0,-1 2 0,1-1 0,-1 0 0,0 1 0,0 0 0,0 0 0,0 1 0,-1-1 0,7 7 0,0 2 0,-1 1 0,0 0 0,-1 0 0,-1 1 0,0 0 0,8 21 0,-8-18 0,1 0 0,0 0 0,23 30 0,-28-43-105,0 1 0,1-1 0,-1-1 0,1 1 0,0-1 0,0 1 0,1-2 0,-1 1 0,0 0 0,1-1 0,0 0 0,7 1 0,6 2-6721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5:33.538"/>
    </inkml:context>
    <inkml:brush xml:id="br0">
      <inkml:brushProperty name="width" value="0.05" units="cm"/>
      <inkml:brushProperty name="height" value="0.05" units="cm"/>
      <inkml:brushProperty name="color" value="#FFC114"/>
    </inkml:brush>
  </inkml:definitions>
  <inkml:trace contextRef="#ctx0" brushRef="#br0">100 110 24575,'1'-29'0,"-1"20"0,1-1 0,-1 1 0,0-1 0,-1 1 0,-4-19 0,5 28 0,0-1 0,0 1 0,0 0 0,0 0 0,0-1 0,0 1 0,0 0 0,0 0 0,0 0 0,-1-1 0,1 1 0,0 0 0,0 0 0,0 0 0,0 0 0,0-1 0,0 1 0,-1 0 0,1 0 0,0 0 0,0 0 0,0-1 0,0 1 0,-1 0 0,1 0 0,0 0 0,0 0 0,0 0 0,-1 0 0,1 0 0,0 0 0,0 0 0,0 0 0,-1 0 0,1 0 0,0 0 0,0 0 0,-1 0 0,1 0 0,0 0 0,-1 0 0,-7 9 0,-6 19 0,12-25 0,-3 10 0,-34 79 0,34-79 0,1 1 0,0-1 0,2 1 0,-1 0 0,0 15 0,3-26 0,0 1 0,0-1 0,0 1 0,1-1 0,-1 1 0,1-1 0,0 0 0,0 1 0,0-1 0,0 0 0,0 1 0,1-1 0,-1 0 0,1 0 0,0 0 0,0 0 0,0-1 0,5 5 0,-4-4 0,0-1 0,1 0 0,-1 0 0,1 0 0,0 0 0,0 0 0,0-1 0,0 1 0,0-1 0,0 0 0,0-1 0,0 1 0,7-1 0,-2 1 0,-1-2 0,1 0 0,0 0 0,-1 0 0,1-1 0,-1 0 0,1-1 0,-1 0 0,0 0 0,0-1 0,-1 0 0,1 0 0,-1-1 0,10-7 0,-11 6 0,0-1 0,0 0 0,-1 0 0,0 0 0,-1-1 0,1 0 0,-1 0 0,-1 0 0,1 0 0,-1-1 0,-1 1 0,0-1 0,0 1 0,-1-1 0,1-15 0,-1 19 0,-1 1 0,-1-1 0,1 1 0,0-1 0,-1 1 0,0 0 0,0-1 0,0 1 0,-1 0 0,0 0 0,1-1 0,-1 1 0,-1 1 0,1-1 0,0 0 0,-1 0 0,0 1 0,0 0 0,0-1 0,0 1 0,-1 0 0,1 1 0,-1-1 0,0 1 0,0-1 0,1 1 0,-2 0 0,1 0 0,0 1 0,0-1 0,0 1 0,-8-1 0,-3 0-273,0 0 0,0 1 0,-1 1 0,-29 3 0,11 2-6553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4.598"/>
    </inkml:context>
    <inkml:brush xml:id="br0">
      <inkml:brushProperty name="width" value="0.05" units="cm"/>
      <inkml:brushProperty name="height" value="0.05" units="cm"/>
      <inkml:brushProperty name="color" value="#FFC114"/>
    </inkml:brush>
  </inkml:definitions>
  <inkml:trace contextRef="#ctx0" brushRef="#br0">3 65 24575,'-1'-14'0,"1"11"0,-1-1 0,1 1 0,0-1 0,0 0 0,0 0 0,0 1 0,0-1 0,1 0 0,0 1 0,0-1 0,0 1 0,1-4 0,-1 7 0,-1 0 0,1-1 0,-1 1 0,1 0 0,-1 0 0,1 0 0,-1 0 0,1 0 0,-1 0 0,1 0 0,-1 0 0,1 1 0,-1-1 0,1 0 0,-1 0 0,1 0 0,-1 0 0,1 1 0,-1-1 0,0 0 0,1 1 0,-1-1 0,1 0 0,-1 1 0,0-1 0,1 0 0,-1 1 0,0-1 0,1 0 0,-1 1 0,0-1 0,0 1 0,0-1 0,1 1 0,-1 0 0,12 21 0,-11-20 0,41 96 0,29 105 0,9 24 0,-74-214 66,-5-7-176,1 0 0,0-1 0,1 1 0,-1-1 0,1 1 0,0-1-1,1 0 1,-1 0 0,1 0 0,0-1 0,0 1 0,7 4 0,-1-5-6716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4.849"/>
    </inkml:context>
    <inkml:brush xml:id="br0">
      <inkml:brushProperty name="width" value="0.05" units="cm"/>
      <inkml:brushProperty name="height" value="0.05" units="cm"/>
      <inkml:brushProperty name="color" value="#FFC114"/>
    </inkml:brush>
  </inkml:definitions>
  <inkml:trace contextRef="#ctx0" brushRef="#br0">156 3 24575,'7'-1'0,"-6"1"0,-1-1 0,0 1 0,1 0 0,-1 0 0,0 0 0,1 0 0,-1 0 0,0 0 0,1 0 0,-1 0 0,0 0 0,1 0 0,-1 0 0,0 0 0,1 0 0,-1 0 0,0 0 0,0 0 0,1 0 0,-1 0 0,0 0 0,1 0 0,-1 1 0,0-1 0,1 0 0,-1 0 0,0 0 0,0 0 0,1 1 0,-1-1 0,0 0 0,0 0 0,0 1 0,1-1 0,-1 0 0,0 1 0,0-1 0,0 0 0,0 0 0,1 1 0,-1-1 0,0 0 0,0 1 0,0-1 0,0 0 0,0 1 0,0-1 0,0 0 0,0 1 0,0-1 0,0 0 0,0 1 0,0-1 0,0 0 0,0 1 0,-1-1 0,1 0 0,0 1 0,-1 11 0,-1 0 0,0-1 0,-1 1 0,0-1 0,-7 18 0,3-10 0,-30 87 156,-1 4-917,-29 129 1,63-217-6066</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5.473"/>
    </inkml:context>
    <inkml:brush xml:id="br0">
      <inkml:brushProperty name="width" value="0.05" units="cm"/>
      <inkml:brushProperty name="height" value="0.05" units="cm"/>
      <inkml:brushProperty name="color" value="#FFC114"/>
    </inkml:brush>
  </inkml:definitions>
  <inkml:trace contextRef="#ctx0" brushRef="#br0">160 170 24575,'3'0'0,"-1"-1"0,0 0 0,0 1 0,1-1 0,-1 0 0,0-1 0,0 1 0,0 0 0,0-1 0,0 1 0,-1-1 0,1 1 0,0-1 0,-1 0 0,3-3 0,20-29 0,-20 26 0,0 1 0,-1-1 0,0 1 0,4-17 0,-6 21 0,0 1 0,-1 0 0,1 0 0,-1-1 0,0 1 0,1 0 0,-1-1 0,0 1 0,-1 0 0,1-1 0,0 1 0,-1 0 0,1-1 0,-1 1 0,0 0 0,1 0 0,-1 0 0,0 0 0,-1-1 0,1 1 0,-3-3 0,3 4 0,-1 0 0,1 1 0,-1-1 0,1 0 0,-1 1 0,1-1 0,-1 1 0,0 0 0,1 0 0,-1-1 0,0 1 0,1 0 0,-1 0 0,1 1 0,-1-1 0,0 0 0,1 0 0,-1 1 0,1-1 0,-1 1 0,1-1 0,-1 1 0,1 0 0,-3 1 0,-3 2 0,0 0 0,0 1 0,-9 8 0,1 0 0,1 2 0,0 0 0,2 0 0,-1 1 0,2 1 0,0 0 0,-11 24 0,15-26 0,1 0 0,0 1 0,1 0 0,1 0 0,0 0 0,1 0 0,1 0 0,0 1 0,1 21 0,1-35 0,1 0 0,-1 1 0,0-1 0,1 0 0,0 0 0,0 1 0,0-1 0,0 0 0,0 0 0,1 0 0,-1 0 0,1-1 0,0 1 0,0 0 0,0-1 0,4 5 0,-5-6 0,1 0 0,0 0 0,0 0 0,0 0 0,0 0 0,0 0 0,0-1 0,0 1 0,0-1 0,0 1 0,0-1 0,0 0 0,1 0 0,-1 0 0,0 0 0,0 0 0,0 0 0,0-1 0,0 1 0,0-1 0,0 1 0,0-1 0,0 0 0,0 0 0,0 0 0,2-1 0,2-2 0,0 1 0,0-1 0,0-1 0,0 1 0,-1-1 0,0 0 0,0-1 0,0 1 0,-1-1 0,6-9 0,2-6 0,16-41 0,-9 18 0,-19 42 0,1 1 0,0-1 0,0 1 0,0-1 0,0 1 0,0-1 0,0 1 0,0-1 0,0 1 0,0 0 0,1 0 0,-1-1 0,1 1 0,-1 0 0,1 0 0,1-1 0,-2 2 0,0 0 0,0 1 0,0-1 0,0 0 0,0 0 0,0 0 0,0 0 0,0 1 0,-1-1 0,1 0 0,0 1 0,0-1 0,0 1 0,0-1 0,-1 1 0,1 0 0,0-1 0,0 1 0,-1-1 0,1 1 0,-1 0 0,1 0 0,-1-1 0,1 1 0,-1 0 0,1 0 0,-1 0 0,1 0 0,-1 0 0,0 0 0,0-1 0,1 3 0,3 12 0,0 1 0,-1-1 0,0 1 0,-1-1 0,-1 20 0,4 22 0,-4-47-227,0 1-1,1-1 1,1 0-1,0 0 1,7 16-1,-1-8-6598</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06:15.911"/>
    </inkml:context>
    <inkml:brush xml:id="br0">
      <inkml:brushProperty name="width" value="0.05" units="cm"/>
      <inkml:brushProperty name="height" value="0.05" units="cm"/>
      <inkml:brushProperty name="color" value="#FFC114"/>
    </inkml:brush>
  </inkml:definitions>
  <inkml:trace contextRef="#ctx0" brushRef="#br0">0 48 24575,'6'5'0,"118"128"0,-109-114 0,-1 0 0,-1 0 0,0 1 0,-1 1 0,13 35 0,-21-45 0,0 1 0,-1 0 0,-1 0 0,0 0 0,0 0 0,-1 15 0,-1-23 0,0 1 0,-1 0 0,1-1 0,-1 1 0,0-1 0,-1 1 0,1-1 0,-4 7 0,4-8 0,-1-1 0,1 0 0,-1 0 0,0 0 0,1 0 0,-1 0 0,0 0 0,0 0 0,0-1 0,0 1 0,-1-1 0,1 1 0,0-1 0,-1 0 0,1 0 0,-4 1 0,5-2 0,-1 1 0,1-1 0,-1 0 0,0 0 0,1 1 0,-1-1 0,0 0 0,1-1 0,-1 1 0,1 0 0,-1 0 0,0-1 0,1 1 0,-1-1 0,1 1 0,-1-1 0,1 0 0,-3-1 0,1 0 0,0 0 0,1 0 0,-1-1 0,0 0 0,1 1 0,0-1 0,0 0 0,-3-4 0,0-2 0,1 0 0,0 0 0,0-1 0,0 0 0,-1-10 0,1 0 0,0-1 0,2 1 0,0 0 0,2-1 0,0 1 0,1-1 0,7-37 0,-5 45 0,0 1 0,1 0 0,0 0 0,1 1 0,0-1 0,1 1 0,0 0 0,1 0 0,0 1 0,1 0 0,0 0 0,0 1 0,1 0 0,10-8 0,-10 11 0,0 1 0,0 0 0,0 0 0,0 1 0,1 0 0,0 0 0,-1 1 0,1 1 0,1 0 0,-1 0 0,0 1 0,16 0 0,-12 1 0,0 0 0,0 1 0,0 1 0,0 1 0,0 0 0,0 0 0,-1 1 0,21 10 0,-16-4-1365,-5 0-5461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7.457"/>
    </inkml:context>
    <inkml:brush xml:id="br0">
      <inkml:brushProperty name="width" value="0.05" units="cm"/>
      <inkml:brushProperty name="height" value="0.05" units="cm"/>
      <inkml:brushProperty name="color" value="#FFC114"/>
    </inkml:brush>
  </inkml:definitions>
  <inkml:trace contextRef="#ctx0" brushRef="#br0">416 449 24575,'0'-15'0,"0"0"0,1 1 0,1-1 0,1 1 0,0-1 0,0 1 0,2 0 0,-1 0 0,8-14 0,-4 12 0,-1 0 0,-1 0 0,-1-1 0,0 0 0,-1 0 0,3-28 0,-7 39 0,1 0 0,-1 0 0,0 0 0,-1 0 0,1 0 0,-1 0 0,-1 0 0,1 0 0,-1 1 0,0-1 0,0 0 0,0 1 0,-1-1 0,0 1 0,0 0 0,-1 0 0,1 0 0,-1 0 0,0 1 0,0-1 0,-1 1 0,-7-6 0,8 8 0,0 0 0,0 0 0,-1 0 0,1 0 0,-1 1 0,1-1 0,-1 1 0,0 0 0,1 1 0,-1-1 0,0 1 0,0 0 0,1 0 0,-1 0 0,0 1 0,0 0 0,1 0 0,-1 0 0,1 0 0,-1 1 0,1 0 0,-1-1 0,-6 6 0,-5 2 0,0 2 0,0 0 0,1 0 0,-22 22 0,7-3 0,2 0 0,-46 63 0,62-74 0,0 1 0,1 0 0,1 0 0,1 1 0,0 0 0,-9 42 0,16-58 0,2 0 0,-1-1 0,0 1 0,1 0 0,0 0 0,0 0 0,0-1 0,1 1 0,-1 0 0,1 0 0,0-1 0,1 1 0,-1 0 0,5 8 0,-4-10 0,0 0 0,1 0 0,-1 0 0,1-1 0,0 1 0,0-1 0,0 1 0,0-1 0,0 0 0,0 0 0,0 0 0,1-1 0,-1 1 0,1-1 0,-1 0 0,1 0 0,0 0 0,-1 0 0,7 0 0,2 0 0,0 0 0,0-1 0,1 0 0,-1-1 0,0 0 0,0-1 0,0 0 0,0-1 0,0 0 0,-1-1 0,12-5 0,-9 2 0,0-1 0,-1 0 0,0-1 0,-1 0 0,0-1 0,0-1 0,16-19 0,-8 5 0,-1 0 0,30-56 0,18-58 0,-62 125 0,-4 10 0,1 0 0,-1 0 0,1 0 0,0 1 0,0-1 0,0 1 0,0-1 0,1 1 0,-1 0 0,6-6 0,-8 9 0,1 0 0,-1 0 0,0 0 0,1 0 0,-1 0 0,0 0 0,1 0 0,-1-1 0,0 1 0,1 0 0,-1 0 0,0 0 0,1 1 0,-1-1 0,0 0 0,1 0 0,-1 0 0,0 0 0,0 0 0,1 0 0,-1 0 0,0 0 0,1 1 0,-1-1 0,0 0 0,0 0 0,1 0 0,-1 1 0,0-1 0,0 0 0,1 0 0,-1 1 0,0-1 0,0 0 0,0 0 0,0 1 0,0-1 0,1 0 0,-1 1 0,0-1 0,0 0 0,0 1 0,5 17 0,-4-16 0,6 35 0,-1-1 0,0 45 0,-1-6 0,-2-47 47,0 6-329,0-1-1,3 0 1,0 0-1,20 55 1,-17-69-6544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7.878"/>
    </inkml:context>
    <inkml:brush xml:id="br0">
      <inkml:brushProperty name="width" value="0.05" units="cm"/>
      <inkml:brushProperty name="height" value="0.05" units="cm"/>
      <inkml:brushProperty name="color" value="#FFC114"/>
    </inkml:brush>
  </inkml:definitions>
  <inkml:trace contextRef="#ctx0" brushRef="#br0">1 169 24575,'0'-4'0,"0"-2"0,0 0 0,0 0 0,1 0 0,-1 1 0,4-11 0,-4 15 0,0 0 0,1 1 0,-1-1 0,0 0 0,1 1 0,-1-1 0,0 1 0,1-1 0,-1 0 0,1 1 0,-1-1 0,1 1 0,-1-1 0,1 1 0,0-1 0,-1 1 0,1 0 0,0-1 0,-1 1 0,1 0 0,1-1 0,-1 1 0,0 0 0,1 0 0,-1 0 0,0 1 0,1-1 0,-1 0 0,0 0 0,1 1 0,-1-1 0,0 1 0,1-1 0,-1 1 0,0 0 0,0-1 0,0 1 0,1 1 0,8 6 0,0 0 0,-1 0 0,-1 1 0,0 1 0,0-1 0,0 1 0,-2 1 0,7 10 0,2 7 0,21 58 0,-29-68 0,-1 1 0,-1-1 0,-1 1 0,-1 0 0,0 0 0,-1 0 0,-2 34 0,0-52 0,0 1 0,0-1 0,0 1 0,0-1 0,-1 0 0,1 1 0,-1-1 0,1 0 0,-1 0 0,1 1 0,-1-1 0,0 0 0,1 0 0,-1 0 0,0 0 0,0 0 0,0 0 0,0 0 0,0 0 0,0 0 0,0 0 0,0 0 0,-2 0 0,2 0 0,0-1 0,0 0 0,0 0 0,0 0 0,0 0 0,0 0 0,0 0 0,0-1 0,0 1 0,0 0 0,0 0 0,0-1 0,0 1 0,1-1 0,-1 1 0,0-1 0,0 1 0,0-1 0,0 1 0,1-1 0,-1 0 0,0 1 0,0-1 0,1 0 0,-1 0 0,1 1 0,-1-1 0,1 0 0,-1 0 0,1 0 0,-1-1 0,-2-5 0,0 0 0,0 0 0,1 0 0,0 0 0,1-1 0,0 1 0,0-1 0,0 1 0,1 0 0,1-9 0,1-12 0,7-34 0,-9 61 0,9-43 0,2 1 0,1 0 0,3 1 0,33-68 0,-47 108 3,3-6 81,0 0 1,1 1-1,9-13 1,-13 19-134,0 0 0,-1 0 1,1 0-1,0 0 0,0 0 0,0 0 1,0 0-1,0 0 0,0 1 0,0-1 1,0 0-1,0 1 0,0-1 1,1 1-1,-1-1 0,0 1 0,0 0 1,0-1-1,1 1 0,-1 0 0,0 0 1,0 0-1,1 0 0,-1 0 0,0 0 1,1 0-1,-1 0 0,0 1 0,0-1 1,0 0-1,1 1 0,-1-1 0,0 1 1,2 1-1,6 5-6777</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8.284"/>
    </inkml:context>
    <inkml:brush xml:id="br0">
      <inkml:brushProperty name="width" value="0.05" units="cm"/>
      <inkml:brushProperty name="height" value="0.05" units="cm"/>
      <inkml:brushProperty name="color" value="#FFC114"/>
    </inkml:brush>
  </inkml:definitions>
  <inkml:trace contextRef="#ctx0" brushRef="#br0">0 119 24575,'0'-4'0,"1"-1"0,-1 1 0,1-1 0,0 1 0,0-1 0,0 1 0,0 0 0,1-1 0,1-3 0,-2 7 0,-1 0 0,1 1 0,-1-1 0,1 0 0,-1 1 0,1-1 0,-1 0 0,1 1 0,0-1 0,-1 1 0,1-1 0,0 1 0,-1 0 0,1-1 0,0 1 0,-1-1 0,1 1 0,0 0 0,0 0 0,0 0 0,1-1 0,-1 1 0,1 1 0,-1-1 0,0 0 0,1 1 0,-1-1 0,0 1 0,1 0 0,-1-1 0,0 1 0,1 0 0,-1 0 0,0 0 0,0 0 0,0 0 0,0 0 0,0 0 0,1 1 0,9 14 0,0 0 0,-1 1 0,0 0 0,-1 1 0,-1-1 0,10 37 0,-3-12 0,-10-29 0,6 13 0,-1 0 0,-2 1 0,-1 0 0,6 40 0,-13-66 0,1 0 0,-1 0 0,0 0 0,0 0 0,0 0 0,0 0 0,0 0 0,0 0 0,0 0 0,-1 0 0,1 0 0,0 0 0,0 0 0,-1 0 0,1 0 0,-1 0 0,1 0 0,-1 0 0,1 0 0,-1 0 0,1-1 0,-1 1 0,0 0 0,1 0 0,-3 1 0,2-2 0,0 0 0,0 0 0,1-1 0,-1 1 0,0 0 0,0 0 0,0 0 0,0-1 0,0 1 0,0 0 0,0-1 0,1 1 0,-1-1 0,0 1 0,0-1 0,0 1 0,1-1 0,-1 0 0,0 1 0,1-1 0,-1 0 0,1 1 0,-1-1 0,1 0 0,-1 0 0,1 0 0,-1-1 0,-4-8 0,0 0 0,1 0 0,1 0 0,-1 0 0,2 0 0,0-1 0,0 0 0,0 1 0,1-19 0,1 5 0,2-1 0,0 1 0,7-29 0,-6 37 0,2 0 0,0 1 0,1-1 0,1 1 0,0 1 0,1-1 0,1 1 0,0 1 0,21-25 0,-26 33 0,1 0 0,0 1 0,1 0 0,-1 0 0,1 0 0,0 0 0,0 1 0,0 0 0,0 0 0,1 0 0,9-2 0,-11 5 0,0-1 0,0 0 0,0 1 0,1 0 0,-1 1 0,0-1 0,0 1 0,1 0 0,-1 0 0,0 0 0,0 1 0,0 0 0,-1 0 0,1 0 0,0 0 0,7 6 0,5 4-1365,-3-1-5461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8.906"/>
    </inkml:context>
    <inkml:brush xml:id="br0">
      <inkml:brushProperty name="width" value="0.05" units="cm"/>
      <inkml:brushProperty name="height" value="0.05" units="cm"/>
      <inkml:brushProperty name="color" value="#FFC114"/>
    </inkml:brush>
  </inkml:definitions>
  <inkml:trace contextRef="#ctx0" brushRef="#br0">437 216 24575,'4'-4'0,"-1"1"0,0 1 0,0-1 0,-1 0 0,1 0 0,-1 0 0,0 0 0,0 0 0,0 0 0,0 0 0,0-1 0,-1 1 0,1-1 0,-1 1 0,1-8 0,0 4 0,-1 0 0,0 0 0,-1 0 0,0 1 0,0-1 0,0 0 0,-1 0 0,0 0 0,-3-11 0,2 14 0,0 0 0,0 1 0,0-1 0,0 1 0,0-1 0,-1 1 0,1-1 0,-1 1 0,0 0 0,0 1 0,0-1 0,0 0 0,-1 1 0,1-1 0,-1 1 0,0 0 0,-5-2 0,-3 0 0,-1-1 0,0 2 0,-1 0 0,1 0 0,-1 2 0,1-1 0,-1 2 0,1 0 0,-1 0 0,1 1 0,-20 4 0,15-1 0,1 0 0,-1 1 0,1 1 0,0 1 0,1 0 0,0 1 0,0 1 0,-17 11 0,28-16 0,-1 1 0,1-1 0,0 1 0,0 0 0,1 0 0,0 0 0,0 1 0,0 0 0,0 0 0,1 0 0,0 0 0,0 0 0,0 0 0,1 1 0,0 0 0,1-1 0,-2 11 0,2-5 0,1 0 0,0 1 0,1-1 0,1 1 0,0-1 0,0 0 0,1 0 0,8 21 0,13 28 0,-2-3 0,18 72 0,-35-110 0,-1 1 0,-1-1 0,-1 1 0,-1 0 0,-1 0 0,-1 0 0,-5 31 0,-2-20 0,-19 53 0,17-57 0,0 1 0,-6 38 0,15-65 0,1 1 0,0 0 0,-1-1 0,1 1 0,0 0 0,0-1 0,0 1 0,0 0 0,1-1 0,-1 1 0,1 0 0,0-1 0,0 1 0,0 0 0,0-1 0,0 0 0,0 1 0,1-1 0,-1 0 0,1 1 0,3 2 0,-2-2 0,1-1 0,-1 0 0,1 0 0,-1 0 0,1 0 0,0-1 0,0 1 0,0-1 0,0 0 0,0 0 0,0-1 0,0 1 0,8-1 0,1 0 53,1-1 0,0 0 0,-1-1 0,1 0 1,19-7-1,64-28-726,-62 23-338,-14 6-5815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9.450"/>
    </inkml:context>
    <inkml:brush xml:id="br0">
      <inkml:brushProperty name="width" value="0.05" units="cm"/>
      <inkml:brushProperty name="height" value="0.05" units="cm"/>
      <inkml:brushProperty name="color" value="#FFC114"/>
    </inkml:brush>
  </inkml:definitions>
  <inkml:trace contextRef="#ctx0" brushRef="#br0">56 156 24575,'0'-8'0,"0"-1"0,1 1 0,0 0 0,0-1 0,0 1 0,1 0 0,4-10 0,-26 61 0,8-20 0,-9 29 0,18-43 0,0 1 0,0-1 0,1 1 0,1 0 0,0 0 0,0 0 0,1 0 0,1 12 0,-1-19 0,1 1 0,-1-1 0,1 0 0,0 1 0,0-1 0,1 0 0,-1 0 0,1 0 0,0 1 0,0-2 0,0 1 0,0 0 0,0 0 0,0-1 0,1 1 0,-1-1 0,1 1 0,0-1 0,0 0 0,0 0 0,0-1 0,0 1 0,0-1 0,0 1 0,0-1 0,5 1 0,0 0 0,1 0 0,-1 0 0,0-1 0,1-1 0,-1 1 0,1-1 0,-1-1 0,1 1 0,-1-2 0,1 1 0,-1-1 0,0 0 0,0-1 0,0 0 0,0 0 0,0-1 0,-1 0 0,1 0 0,-1 0 0,0-1 0,-1 0 0,1-1 0,-1 0 0,0 0 0,0 0 0,-1-1 0,0 1 0,0-1 0,0 0 0,-1-1 0,0 1 0,0-1 0,-1 0 0,4-13 0,-5 10 0,0 1 0,-1-1 0,0 0 0,-1 0 0,0 1 0,0-1 0,-2 0 0,1 0 0,-1 1 0,0-1 0,-1 1 0,-8-19 0,9 24 0,0 1 0,0 0 0,0-1 0,-1 1 0,1 0 0,-1 1 0,0-1 0,0 0 0,-1 1 0,1 0 0,-1-1 0,0 1 0,1 1 0,-1-1 0,-1 1 0,1-1 0,0 1 0,0 0 0,-1 1 0,1-1 0,-1 1 0,0 0 0,1 0 0,-1 0 0,0 1 0,0-1 0,1 1 0,-1 0 0,0 1 0,-9 1 0,9 0-80,0-1 0,0 1-1,0 1 1,0-1 0,1 1-1,-1 0 1,1 0 0,-1 0-1,1 1 1,0-1 0,0 1 0,1 0-1,-1 0 1,1 1 0,0-1-1,-5 9 1,1 0-6746</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0.079"/>
    </inkml:context>
    <inkml:brush xml:id="br0">
      <inkml:brushProperty name="width" value="0.05" units="cm"/>
      <inkml:brushProperty name="height" value="0.05" units="cm"/>
      <inkml:brushProperty name="color" value="#FFC114"/>
    </inkml:brush>
  </inkml:definitions>
  <inkml:trace contextRef="#ctx0" brushRef="#br0">37 235 24575,'-4'-4'0,"0"0"0,1-1 0,-1 1 0,1-1 0,0 0 0,1 0 0,-1 0 0,1 0 0,0 0 0,1-1 0,-1 1 0,1-1 0,0 1 0,0-7 0,0 9 0,1 0 0,0 0 0,0-1 0,0 1 0,1 0 0,-1 0 0,1 0 0,0 0 0,0 0 0,0 0 0,0 0 0,0 0 0,1 0 0,-1 0 0,1 1 0,0-1 0,0 1 0,0-1 0,0 1 0,0 0 0,0-1 0,1 1 0,-1 0 0,1 1 0,4-4 0,23-7 0,0 2 0,1 0 0,0 2 0,0 1 0,36-2 0,14-5 0,-65 11 0,-8 1 0,0 0 0,1 1 0,0 0 0,-1 0 0,11 1 0,-17 0 0,-1 0 0,1 0 0,0 1 0,-1-1 0,1 0 0,-1 1 0,1 0 0,0-1 0,-1 1 0,1 0 0,-1 0 0,0-1 0,1 1 0,-1 0 0,0 1 0,0-1 0,1 0 0,-1 0 0,0 0 0,0 1 0,0-1 0,0 1 0,-1-1 0,1 0 0,0 1 0,0-1 0,-1 1 0,1 0 0,-1-1 0,0 1 0,1 0 0,-1 2 0,3 37 0,-6 81 0,0-38 0,14 244 0,0-131 0,-10-195 0,-1-1 0,0 1 0,0-1 0,-1 1 0,1-1 0,0 0 0,0 1 0,-1-1 0,1 1 0,0-1 0,-1 0 0,0 1 0,1-1 0,-1 0 0,0 1 0,0-1 0,1 0 0,-1 0 0,0 0 0,0 0 0,0 0 0,-1 0 0,1 0 0,0 0 0,0 0 0,0-1 0,-1 1 0,1 0 0,-2 0 0,-5 2 0,0 0 0,-1-1 0,1 0 0,-10 1 0,3-1 0,-101 21-1365,53-10-5461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0.980"/>
    </inkml:context>
    <inkml:brush xml:id="br0">
      <inkml:brushProperty name="width" value="0.05" units="cm"/>
      <inkml:brushProperty name="height" value="0.05" units="cm"/>
      <inkml:brushProperty name="color" value="#FFC114"/>
    </inkml:brush>
  </inkml:definitions>
  <inkml:trace contextRef="#ctx0" brushRef="#br0">20 260 24575,'0'0'0,"-1"0"0,0 0 0,1 0 0,-1-1 0,0 1 0,1 0 0,-1 0 0,0 0 0,1 0 0,-1 0 0,0 0 0,0 1 0,1-1 0,-1 0 0,0 0 0,1 0 0,-1 1 0,1-1 0,-1 0 0,0 1 0,1-1 0,-1 0 0,1 1 0,-1-1 0,1 1 0,-1-1 0,1 1 0,-1-1 0,1 1 0,-1 0 0,2 0 0,0 0 0,0 0 0,-1-1 0,1 1 0,0 0 0,0-1 0,1 1 0,-1-1 0,0 1 0,0-1 0,0 1 0,0-1 0,0 0 0,0 1 0,1-1 0,-1 0 0,0 0 0,0 0 0,2 0 0,103 6-9,158-11-1,-155 1-280,1325-72-6451,-1218 62 6437,689-51-91,-5-34 506,-841 90 1239,-38 4-576,-21 3-73,-10 1-69,-17 0-4642</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2.664"/>
    </inkml:context>
    <inkml:brush xml:id="br0">
      <inkml:brushProperty name="width" value="0.05" units="cm"/>
      <inkml:brushProperty name="height" value="0.05" units="cm"/>
      <inkml:brushProperty name="color" value="#FFC114"/>
    </inkml:brush>
  </inkml:definitions>
  <inkml:trace contextRef="#ctx0" brushRef="#br0">1 89 24575,'0'-88'0,"12"131"0,26 266 0,-18-122 0,-5-80-1365,-9-64-5461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2.944"/>
    </inkml:context>
    <inkml:brush xml:id="br0">
      <inkml:brushProperty name="width" value="0.05" units="cm"/>
      <inkml:brushProperty name="height" value="0.05" units="cm"/>
      <inkml:brushProperty name="color" value="#FFC114"/>
    </inkml:brush>
  </inkml:definitions>
  <inkml:trace contextRef="#ctx0" brushRef="#br0">1 5 24575,'0'-4'0,"3"3"0,1 5 0,0 4 0,3 6 0,0 2 0,2 6 0,3 3 0,3 3 0,2 0 0,1 3 0,2-2 0,3-4 0,-1-8-8191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3.129"/>
    </inkml:context>
    <inkml:brush xml:id="br0">
      <inkml:brushProperty name="width" value="0.05" units="cm"/>
      <inkml:brushProperty name="height" value="0.05" units="cm"/>
      <inkml:brushProperty name="color" value="#FFC114"/>
    </inkml:brush>
  </inkml:definitions>
  <inkml:trace contextRef="#ctx0" brushRef="#br0">190 74 24575,'0'-3'0,"0"-5"0,0-4 0,0-4 0,0-1 0,0 4 0,-4 8 0,0 12 0,-4 8 0,0 8 0,-5 10 0,-4 7 0,-3 2 0,-4 5 0,-5 1 0,-4-2 0,3-7-8191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9.365"/>
    </inkml:context>
    <inkml:brush xml:id="br0">
      <inkml:brushProperty name="width" value="0.05" units="cm"/>
      <inkml:brushProperty name="height" value="0.05" units="cm"/>
      <inkml:brushProperty name="color" value="#FFC114"/>
    </inkml:brush>
  </inkml:definitions>
  <inkml:trace contextRef="#ctx0" brushRef="#br0">515 436 24575,'1'-36'0,"7"-37"0,2-30 0,-9 80 0,0 5 0,-1 0 0,-1 0 0,0-1 0,-6-29 0,6 43 0,0 1 0,-1 0 0,1 0 0,-1 0 0,0 0 0,0 1 0,0-1 0,0 0 0,-1 1 0,1-1 0,-1 1 0,0 0 0,0 0 0,0 0 0,-1 0 0,1 1 0,-1-1 0,1 1 0,-1 0 0,0 0 0,0 0 0,0 1 0,0-1 0,0 1 0,-7-1 0,2 1 0,-1 0 0,0 1 0,0 0 0,0 1 0,1 0 0,-1 1 0,0 0 0,1 0 0,-1 1 0,1 0 0,0 1 0,0 0 0,0 0 0,-10 8 0,-5 3 0,1 2 0,0 0 0,-33 35 0,33-29 0,2 0 0,1 2 0,-24 39 0,35-50 0,1 1 0,0 0 0,1 0 0,1 1 0,1 0 0,0 0 0,1 1 0,-2 19 0,5-31 0,1 1 0,0 0 0,0 0 0,1-1 0,0 1 0,0 0 0,0-1 0,1 1 0,0-1 0,0 1 0,0-1 0,0 0 0,1 0 0,0 0 0,5 6 0,-6-8 0,1 1 0,1-1 0,-1 0 0,0 0 0,1 0 0,-1 0 0,1 0 0,0-1 0,0 0 0,0 0 0,0 0 0,1 0 0,-1-1 0,0 1 0,1-1 0,-1 0 0,1-1 0,-1 1 0,8-1 0,-1 0 0,0-1 0,0-1 0,0 0 0,0 0 0,0-1 0,0 0 0,-1-1 0,1-1 0,11-6 0,-7 2 0,-1 0 0,0-1 0,-1-1 0,-1 0 0,19-20 0,-9 4 0,-2 0 0,-1-1 0,-1-2 0,-1 1 0,19-49 0,-28 57 0,-6 13 0,1 1 0,0 0 0,0 0 0,1 0 0,-1 1 0,8-9 0,-11 14 0,0 1 0,0 0 0,0 0 0,0 0 0,0-1 0,1 1 0,-1 0 0,0 0 0,0 0 0,0 0 0,0-1 0,1 1 0,-1 0 0,0 0 0,0 0 0,0 0 0,1 0 0,-1 0 0,0 0 0,0 0 0,0-1 0,1 1 0,-1 0 0,0 0 0,0 0 0,0 0 0,1 0 0,-1 0 0,0 0 0,0 0 0,1 0 0,-1 0 0,0 1 0,0-1 0,0 0 0,1 0 0,-1 0 0,0 0 0,0 0 0,0 0 0,1 0 0,-1 0 0,0 1 0,0-1 0,5 13 0,-3 19 0,-2-31 0,1 49 171,15 97 0,-12-127-385,1 1 1,1-1 0,1 1-1,0-2 1,1 1 0,2-1-1,14 23 1,-12-25-6613</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19.722"/>
    </inkml:context>
    <inkml:brush xml:id="br0">
      <inkml:brushProperty name="width" value="0.05" units="cm"/>
      <inkml:brushProperty name="height" value="0.05" units="cm"/>
      <inkml:brushProperty name="color" value="#FFC114"/>
    </inkml:brush>
  </inkml:definitions>
  <inkml:trace contextRef="#ctx0" brushRef="#br0">24 235 24575,'-5'-12'0,"1"-1"0,0 1 0,1-1 0,0 0 0,1 0 0,1-1 0,0-13 0,1 27 0,-1 0 0,1-1 0,0 1 0,0 0 0,0-1 0,0 1 0,0 0 0,0 0 0,0-1 0,0 1 0,0 0 0,0-1 0,0 1 0,0 0 0,0 0 0,0-1 0,0 1 0,1 0 0,-1-1 0,0 1 0,0 0 0,0 0 0,0-1 0,0 1 0,1 0 0,-1 0 0,0 0 0,0-1 0,0 1 0,1 0 0,-1 0 0,0 0 0,0 0 0,1-1 0,-1 1 0,0 0 0,0 0 0,1 0 0,-1 0 0,1 0 0,10 8 0,9 21 0,12 41 0,-3 1 0,23 88 0,-52-158 0,2 4 0,-1 0 0,0 0 0,0 0 0,0 1 0,0 8 0,-3-10 0,-1-8 0,-1-11 0,3 0 0,0 0 0,1 0 0,1 0 0,0 0 0,1 0 0,0 0 0,9-27 0,43-100 0,-11 54 0,-37 77 0,0 1 0,1 0 0,0 0 0,1 0 0,0 1 0,10-8 0,-17 15-49,1 0 1,0 1-1,0-1 0,0 1 0,0 0 1,0 0-1,0-1 0,1 1 0,-1 1 1,0-1-1,1 0 0,-1 0 0,0 1 1,1-1-1,-1 1 0,1 0 0,-1 0 1,1 0-1,-1 0 0,0 0 0,1 1 1,-1-1-1,1 1 0,-1-1 0,0 1 0,1 0 1,3 2-1,7 5-6777</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0.083"/>
    </inkml:context>
    <inkml:brush xml:id="br0">
      <inkml:brushProperty name="width" value="0.05" units="cm"/>
      <inkml:brushProperty name="height" value="0.05" units="cm"/>
      <inkml:brushProperty name="color" value="#FFC114"/>
    </inkml:brush>
  </inkml:definitions>
  <inkml:trace contextRef="#ctx0" brushRef="#br0">0 181 24575,'0'-7'0,"1"0"0,-1 0 0,1 0 0,1 0 0,-1 0 0,5-12 0,-5 17 0,-1 1 0,0 0 0,1 0 0,0 0 0,-1 0 0,1 0 0,0 0 0,-1 0 0,1 0 0,0 0 0,0 0 0,0 0 0,0 0 0,0 0 0,0 1 0,0-1 0,0 0 0,0 1 0,0-1 0,0 1 0,0-1 0,1 1 0,-1 0 0,0-1 0,0 1 0,0 0 0,1 0 0,-1 0 0,0 0 0,0 0 0,1 0 0,-1 0 0,0 0 0,0 0 0,1 1 0,-1-1 0,0 0 0,0 1 0,0-1 0,0 1 0,1 0 0,-1-1 0,0 1 0,0 0 0,1 1 0,4 3 0,0 0 0,0 0 0,0 1 0,-1 0 0,0 0 0,0 0 0,-1 0 0,7 13 0,27 64 0,-29-60 0,3 3 0,-1 0 0,-2 1 0,-1 0 0,8 43 0,-16-67 0,0-1 0,0 1 0,0 0 0,0-1 0,0 1 0,-1-1 0,1 1 0,-2 4 0,2-7 0,0 0 0,-1 0 0,1 0 0,0 1 0,0-1 0,0 0 0,0 0 0,0 0 0,0 1 0,0-1 0,-1 0 0,1 0 0,0 0 0,0 0 0,0 1 0,-1-1 0,1 0 0,0 0 0,0 0 0,0 0 0,-1 0 0,1 0 0,0 0 0,0 0 0,0 0 0,-1 1 0,1-1 0,0 0 0,0 0 0,-1 0 0,1 0 0,0 0 0,-1-1 0,-9-10 0,0-10 0,1-1 0,0 0 0,2 0 0,0-1 0,2 0 0,0 0 0,2-1 0,0 1 0,2-1 0,0 1 0,2-1 0,1 0 0,0 1 0,2-1 0,8-27 0,-10 45 49,0-1 0,1 1 0,-1 0-1,1 0 1,1 0 0,7-11 0,-10 15-127,1 0 0,0 1 1,-1-1-1,1 0 1,0 1-1,0-1 1,0 1-1,0-1 0,0 1 1,1 0-1,-1 0 1,0 0-1,1 0 1,-1 0-1,0 1 0,1-1 1,-1 1-1,1 0 1,-1-1-1,1 1 1,4 1-1,9 2-6748</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0.611"/>
    </inkml:context>
    <inkml:brush xml:id="br0">
      <inkml:brushProperty name="width" value="0.05" units="cm"/>
      <inkml:brushProperty name="height" value="0.05" units="cm"/>
      <inkml:brushProperty name="color" value="#FFC114"/>
    </inkml:brush>
  </inkml:definitions>
  <inkml:trace contextRef="#ctx0" brushRef="#br0">1 9 24575,'3'0'0,"2"4"0,2 0 0,5 0 0,-4-4 0,-7-5 0,0-2 0,1 4 0,2 1 0,0 6 0,1-2 0,-2-4 0,-1-6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0.878"/>
    </inkml:context>
    <inkml:brush xml:id="br0">
      <inkml:brushProperty name="width" value="0.05" units="cm"/>
      <inkml:brushProperty name="height" value="0.05" units="cm"/>
      <inkml:brushProperty name="color" value="#FFC114"/>
    </inkml:brush>
  </inkml:definitions>
  <inkml:trace contextRef="#ctx0" brushRef="#br0">14 89 24575,'0'-9'0,"0"0"0,0 0 0,0 0 0,-1 0 0,0 0 0,0 0 0,-4-10 0,1 13 0,2 10 0,2 13 0,2-5 2,45 289 337,-22 2-2045,-24-270-5120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1.316"/>
    </inkml:context>
    <inkml:brush xml:id="br0">
      <inkml:brushProperty name="width" value="0.05" units="cm"/>
      <inkml:brushProperty name="height" value="0.05" units="cm"/>
      <inkml:brushProperty name="color" value="#FFC114"/>
    </inkml:brush>
  </inkml:definitions>
  <inkml:trace contextRef="#ctx0" brushRef="#br0">239 291 24575,'7'0'0,"-1"0"0,1 0 0,-1 0 0,1-1 0,-1 0 0,1 0 0,-1-1 0,0 0 0,1 0 0,-1-1 0,0 1 0,0-1 0,-1 0 0,1-1 0,-1 0 0,0 1 0,1-2 0,-2 1 0,1-1 0,6-7 0,-6 6 0,0 0 0,-1 0 0,0 0 0,0 0 0,-1-1 0,1 0 0,-1 1 0,-1-1 0,0 0 0,0 0 0,0-1 0,0 1 0,-1 0 0,0-13 0,-1 16 0,-1-1 0,1 0 0,-1 0 0,0 0 0,0 1 0,-1-1 0,0 0 0,1 1 0,-1-1 0,-1 1 0,1 0 0,-1 0 0,0 0 0,1 0 0,-2 0 0,1 0 0,0 1 0,-1 0 0,0 0 0,1 0 0,-1 0 0,-1 0 0,-4-2 0,1 1 0,0 1 0,0-1 0,-1 2 0,1-1 0,-1 1 0,1 0 0,-1 1 0,0 0 0,0 0 0,0 1 0,0 0 0,0 1 0,1 0 0,-1 0 0,0 1 0,0 0 0,1 1 0,-1 0 0,1 0 0,0 1 0,-15 8 0,12-5 0,1 0 0,-1 1 0,1 0 0,1 0 0,-1 1 0,2 0 0,-1 1 0,1 0 0,1 0 0,0 1 0,0 0 0,1 0 0,0 1 0,-7 21 0,9-19 0,1-1 0,0 0 0,1 1 0,1 0 0,0-1 0,0 1 0,2 0 0,-1-1 0,2 1 0,0 0 0,7 25 0,-5-29 0,0 0 0,0-1 0,1 1 0,0-1 0,1 0 0,0 0 0,0-1 0,1 1 0,0-1 0,0-1 0,1 1 0,0-2 0,1 1 0,-1-1 0,19 10 0,-11-8-341,1-1 0,-1-1-1,33 7 1,-4-4-6485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1.830"/>
    </inkml:context>
    <inkml:brush xml:id="br0">
      <inkml:brushProperty name="width" value="0.05" units="cm"/>
      <inkml:brushProperty name="height" value="0.05" units="cm"/>
      <inkml:brushProperty name="color" value="#FFC114"/>
    </inkml:brush>
  </inkml:definitions>
  <inkml:trace contextRef="#ctx0" brushRef="#br0">83 143 24575,'-3'0'0,"0"0"0,-1-1 0,1 1 0,0-1 0,-1 1 0,1-1 0,0 0 0,0-1 0,0 1 0,0 0 0,0-1 0,0 1 0,0-1 0,0 0 0,0 0 0,1 0 0,-1-1 0,1 1 0,0-1 0,0 1 0,0-1 0,0 0 0,0 1 0,-2-6 0,2 3 0,0 0 0,0 1 0,1-1 0,-1 0 0,1 0 0,1 0 0,-1-1 0,1 1 0,-1 0 0,1 0 0,1 0 0,-1 0 0,1 0 0,0 0 0,2-8 0,-3 13 0,0-1 0,1 1 0,-1-1 0,0 1 0,0-1 0,0 1 0,0-1 0,1 1 0,-1 0 0,0-1 0,1 1 0,-1-1 0,0 1 0,0 0 0,1-1 0,-1 1 0,1-1 0,-1 1 0,0 0 0,1 0 0,0-1 0,6 6 0,3 20 0,-9-23 0,8 29 0,-2 0 0,0 1 0,2 43 0,-7 98 0,17-216 0,-1 6 0,-9 13 0,0 1 0,2 1 0,1-1 0,0 2 0,27-34 0,-38 53 0,0 1 0,0-1 0,0 1 0,1 0 0,-1 0 0,0 0 0,1 0 0,-1 0 0,1 0 0,-1 0 0,1 0 0,-1 0 0,1 1 0,0-1 0,-1 1 0,1-1 0,0 1 0,2-1 0,-3 2 0,1-1 0,-1 0 0,0 0 0,0 1 0,1-1 0,-1 1 0,0 0 0,0-1 0,0 1 0,0 0 0,0-1 0,0 1 0,0 0 0,0 0 0,0 0 0,0 0 0,0 0 0,1 2 0,2 6 0,1-1 0,-2 1 0,1-1 0,-1 1 0,2 12 0,3 10-273,0 0 0,2-1 0,1-1 0,22 42 0,-18-46-6553</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2.420"/>
    </inkml:context>
    <inkml:brush xml:id="br0">
      <inkml:brushProperty name="width" value="0.05" units="cm"/>
      <inkml:brushProperty name="height" value="0.05" units="cm"/>
      <inkml:brushProperty name="color" value="#FFC114"/>
    </inkml:brush>
  </inkml:definitions>
  <inkml:trace contextRef="#ctx0" brushRef="#br0">368 257 24575,'1'-27'0,"-2"0"0,-10-52 0,10 71 0,-1 1 0,0-1 0,0 1 0,-1-1 0,0 1 0,0 0 0,-1 0 0,0 0 0,0 1 0,-1-1 0,0 1 0,0 0 0,0 1 0,-11-10 0,13 14 0,1-1 0,0 1 0,0-1 0,-1 1 0,1 0 0,-1 0 0,1 0 0,-1 1 0,1-1 0,-1 1 0,0-1 0,1 1 0,-1 0 0,1 0 0,-1 0 0,-4 1 0,2 0 0,0 0 0,1 0 0,-1 1 0,1 0 0,0 0 0,-1 0 0,1 1 0,-6 4 0,-3 4 0,0 1 0,1 0 0,0 1 0,-10 15 0,0 2 0,1 1 0,1 1 0,2 1 0,-21 55 0,38-85 0,-1 0 0,1 0 0,0 1 0,0-1 0,1 0 0,-1 0 0,0 1 0,1-1 0,0 1 0,0-1 0,0 0 0,1 1 0,-1-1 0,1 0 0,1 6 0,-1-7 0,0 0 0,1 0 0,-1 0 0,1 0 0,-1-1 0,1 1 0,-1 0 0,1-1 0,0 0 0,0 1 0,0-1 0,0 0 0,0 0 0,0 0 0,0 0 0,1 0 0,-1 0 0,0-1 0,0 1 0,1-1 0,-1 0 0,0 1 0,3-1 0,7 0 0,0 0 0,-1 0 0,1-1 0,-1 0 0,1-1 0,-1-1 0,0 0 0,0 0 0,0-1 0,0 0 0,0-1 0,17-11 0,-2-1 0,-2-1 0,0-2 0,33-34 0,-55 52 0,0 0 0,-1 1 0,1-1 0,0 0 0,0 1 0,0-1 0,0 1 0,0 0 0,0 0 0,0 0 0,1 0 0,2-1 0,-4 2 0,-1 0 0,1 0 0,-1 0 0,1 0 0,-1 0 0,1 0 0,-1 0 0,1 0 0,-1 1 0,1-1 0,-1 0 0,0 0 0,1 0 0,-1 1 0,1-1 0,-1 0 0,0 1 0,1-1 0,-1 0 0,0 1 0,1-1 0,-1 0 0,1 1 0,4 19 0,-2 35 0,-4 57 0,0 23 0,18 29 0,-8-92 0,-1 75 0,-7-143 0,-1-1 0,-1 1 0,1-1 0,0 1 0,-1-1 0,0 0 0,0 1 0,0-1 0,0 0 0,0 1 0,-1-1 0,0 0 0,1 0 0,-5 5 0,4-7 0,0 1 0,0 0 0,0-1 0,0 0 0,0 1 0,0-1 0,0 0 0,-1 0 0,1 0 0,-1 0 0,1-1 0,0 1 0,-1-1 0,1 1 0,-1-1 0,0 0 0,1 0 0,-1 0 0,1 0 0,-1-1 0,-2 0 0,-9-2 0,1 0 0,-1-1 0,1-1 0,0 0 0,0-1 0,1 0 0,-1-1 0,2 0 0,-1-1 0,1-1 0,0 0 0,0 0 0,1-1 0,-9-12 0,3 3 0,1-1 0,1-1 0,1 0 0,1-1 0,0 0 0,2 0 0,-8-28 0,13 35 0,1 0 0,1 0 0,0 0 0,1 0 0,1-1 0,1 1 0,2-30 0,-2 39 0,1-1 0,1 1 0,-1-1 0,1 1 0,0 0 0,0 0 0,1 0 0,0 0 0,0 0 0,0 0 0,1 1 0,0-1 0,0 1 0,0 0 0,1 0 0,0 1 0,0-1 0,0 1 0,0 0 0,11-5 0,-3 3 51,0 0-1,0 2 1,1 0 0,-1 0-1,16-1 1,73-5-504,-51 6-763,-10 0-5610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2.686"/>
    </inkml:context>
    <inkml:brush xml:id="br0">
      <inkml:brushProperty name="width" value="0.05" units="cm"/>
      <inkml:brushProperty name="height" value="0.05" units="cm"/>
      <inkml:brushProperty name="color" value="#FFC114"/>
    </inkml:brush>
  </inkml:definitions>
  <inkml:trace contextRef="#ctx0" brushRef="#br0">2 492 24575,'-2'-121'0,"8"-168"0,-6 287 0,1-7 0,0 0 0,0 0 0,0 0 0,1 0 0,1 1 0,4-13 0,-7 21 0,0 0 0,0 0 0,0-1 0,0 1 0,0 0 0,1-1 0,-1 1 0,0 0 0,0 0 0,0-1 0,0 1 0,1 0 0,-1 0 0,0-1 0,0 1 0,0 0 0,1 0 0,-1 0 0,0-1 0,0 1 0,1 0 0,-1 0 0,0 0 0,1 0 0,-1 0 0,0-1 0,0 1 0,1 0 0,-1 0 0,0 0 0,1 0 0,-1 0 0,0 0 0,1 0 0,-1 0 0,0 0 0,0 0 0,1 0 0,-1 0 0,0 0 0,1 1 0,-1-1 0,0 0 0,1 0 0,-1 0 0,0 0 0,0 0 0,1 1 0,-1-1 0,0 0 0,9 17 0,1 18 0,-1 1 0,-2 0 0,4 61 0,-5-49 0,65 650 0,-60-633-1365,-6-45-5461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3.273"/>
    </inkml:context>
    <inkml:brush xml:id="br0">
      <inkml:brushProperty name="width" value="0.05" units="cm"/>
      <inkml:brushProperty name="height" value="0.05" units="cm"/>
      <inkml:brushProperty name="color" value="#FFC114"/>
    </inkml:brush>
  </inkml:definitions>
  <inkml:trace contextRef="#ctx0" brushRef="#br0">18 452 24575,'0'-1'0,"0"-1"0,-1 1 0,1-1 0,-1 1 0,1 0 0,-1-1 0,0 1 0,0 0 0,1-1 0,-1 1 0,0 0 0,-2-2 0,-4-10 0,7 12 0,1 1 0,0-1 0,-1 1 0,1-1 0,-1 1 0,1-1 0,0 1 0,-1-1 0,1 1 0,0-1 0,0 1 0,-1 0 0,1 0 0,0-1 0,0 1 0,-1 0 0,1 0 0,0 0 0,0 0 0,0 0 0,-1 0 0,1 0 0,1 0 0,18-3 0,0-1 0,0 0 0,-1-1 0,1-2 0,-1 0 0,-1-1 0,0 0 0,0-2 0,0 0 0,-1-1 0,-1-1 0,0 0 0,-1-2 0,0 1 0,-1-2 0,0 0 0,17-26 0,-11 10 0,-2-2 0,15-35 0,-1 1 0,-22 53 0,-10 14 0,1 0 0,-1 0 0,0 0 0,0 0 0,0 0 0,1 0 0,-1 0 0,0 0 0,0 0 0,0 0 0,1 0 0,-1 0 0,0 0 0,0 0 0,0 0 0,1 0 0,-1 0 0,0 0 0,0 1 0,0-1 0,1 0 0,-1 0 0,0 0 0,0 0 0,0 0 0,0 0 0,0 1 0,1-1 0,-1 0 0,0 0 0,0 0 0,0 1 0,0-1 0,0 0 0,0 0 0,0 0 0,0 1 0,0-1 0,1 4 0,0 0 0,0-1 0,-1 1 0,0 0 0,0 0 0,0 5 0,-26 183 0,-1 7 0,25-169 0,-2 13 0,2 1 0,2 0 0,6 59 0,-5-98 0,1 1 0,-1-1 0,1 0 0,0 1 0,2 4 0,-3-9 0,-1 0 0,0-1 0,0 1 0,1-1 0,-1 1 0,0 0 0,1-1 0,-1 1 0,0-1 0,1 1 0,-1-1 0,1 1 0,-1-1 0,1 1 0,-1-1 0,1 0 0,-1 1 0,1-1 0,0 0 0,-1 1 0,1-1 0,-1 0 0,1 0 0,0 0 0,-1 1 0,1-1 0,0 0 0,-1 0 0,1 0 0,0 0 0,-1 0 0,1 0 0,0 0 0,-1 0 0,1-1 0,0 1 0,-1 0 0,1 0 0,0 0 0,-1-1 0,1 1 0,-1 0 0,1-1 0,-1 1 0,1 0 0,0-1 0,-1 1 0,0-1 0,1 1 0,-1-1 0,1 1 0,-1-1 0,1 0 0,14-19 0,-1 0 0,16-31 0,-7 12 0,-16 30 0,14-27 0,3 0 0,51-59 0,-70 91 0,0-1 0,-1 1 0,2 0 0,-1 0 0,0 1 0,11-6 0,-14 8 0,0 1 0,-1-1 0,1 0 0,0 1 0,0-1 0,0 1 0,0 0 0,0-1 0,0 1 0,0 0 0,-1 0 0,1 1 0,0-1 0,0 0 0,0 0 0,0 1 0,0-1 0,0 1 0,-1 0 0,1 0 0,0-1 0,0 1 0,-1 0 0,1 0 0,-1 1 0,3 1 0,9 12 0,-1 0 0,0 1 0,-2 1 0,0 0 0,0 0 0,7 21 0,27 47 0,-27-61-1365,-2-3-5461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25.873"/>
    </inkml:context>
    <inkml:brush xml:id="br0">
      <inkml:brushProperty name="width" value="0.05" units="cm"/>
      <inkml:brushProperty name="height" value="0.05" units="cm"/>
      <inkml:brushProperty name="color" value="#FFC114"/>
    </inkml:brush>
  </inkml:definitions>
  <inkml:trace contextRef="#ctx0" brushRef="#br0">985 178 24575,'-2'44'0,"-2"-1"0,-19 84 0,20-113 0,-46 233 0,-34 155 0,-56 280 0,98-402 0,-10 562 0,40-455 0,3-161 0,-51 765 0,55-938 0,-18 487 0,-2 34 0,-62 170 0,-8 108 0,-31 355 0,40-637 0,32 3 0,44-423 0,-1 222 0,14-336 0,15 65 0,-1-16 0,-18-78 0,2-1 0,-1 1 0,1-1 0,0 1 0,0-1 0,1 0 0,0 0 0,0 0 0,1 0 0,-1-1 0,1 0 0,0 1 0,1-1 0,-1 0 0,1-1 0,0 1 0,0-1 0,9 5 0,-6-4 0,0-1 0,0-1 0,0 0 0,0 0 0,1-1 0,0 0 0,-1 0 0,1-1 0,0 0 0,0 0 0,0-1 0,-1 0 0,15-3 0,482-52 0,226-1-341,22-1-16,94 27 271,-249 13 855,-598 17-768,66-2 4,0-2-1,88-18 1,-143 19-5,0 0 0,0-1 0,0 0 0,-1-1 0,0 0 0,0-1 0,0 0 0,-1-1 0,1 0 0,-2 0 0,1-1 0,-1 0 0,0 0 0,11-16 0,-15 16 0,1 1 0,-1-1 0,0 0 0,-1 0 0,0 0 0,-1-1 0,1 1 0,-1-1 0,-1 1 0,1-13 0,-1 3 0,-1-1 0,0 0 0,-7-33 0,-90-441 0,26 119 0,-31-184 0,28-5 0,58 322 0,23-385 0,16 195-276,-19-2 0,-63-528 0,19 638 276,-44-459 0,39 21 0,50-2 0,10 520-8,16-421-137,-32-75 1126,2 725-981,1 1 0,1 0 0,0-1 0,0 1 0,1 1 0,1-1 0,0 1 0,13-23 0,-7 14 0,13-35 0,-9 1 0,-1-2 0,-3 0 0,4-70 0,-14 115 0,0 0 0,-1 0 0,-1 0 0,0 0 0,0 1 0,-1-1 0,-1 0 0,-5-14 0,5 18 0,0 1 0,-1 0 0,0 0 0,0 0 0,0 1 0,-1-1 0,0 1 0,0 0 0,-1 1 0,0-1 0,0 1 0,0 0 0,-9-5 0,0 1 0,1 1 0,-1 1 0,0 1 0,-1 0 0,0 1 0,-32-6 0,-259-27 0,175 25 0,-46-6 0,-699-56 0,-246 57 0,1068 18 0,-3-1 0,0 2 0,-59 10 0,104-9 0,8-1 0,0 0 0,0 0 0,0 0 0,0 0 0,-10 5 0,14-5 0,-1 0 0,0 0 0,1 0 0,0 0 0,-1 1 0,1-1 0,0 1 0,0-1 0,-1 1 0,1-1 0,0 1 0,0-1 0,1 1 0,-1 0 0,0-1 0,1 1 0,-1 0 0,1 0 0,-1 0 0,1 3 0,-2 20 0,1 0 0,3 35 0,1-4 0,-2-36 0,1-1 0,1 0 0,0 0 0,9 27 0,31 72 0,-12-39-1365,-28-70-5461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26.668"/>
    </inkml:context>
    <inkml:brush xml:id="br0">
      <inkml:brushProperty name="width" value="0.05" units="cm"/>
      <inkml:brushProperty name="height" value="0.05" units="cm"/>
      <inkml:brushProperty name="color" value="#FFC114"/>
    </inkml:brush>
  </inkml:definitions>
  <inkml:trace contextRef="#ctx0" brushRef="#br0">0 384 24575,'9'-1'0,"0"0"0,-1 0 0,1-1 0,9-2 0,13-3 0,1071-154-1492,5 47-233,-459 41 1772,-641 72-88,6-1 246,0 0 0,19-6 0,-17 1-5800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27.449"/>
    </inkml:context>
    <inkml:brush xml:id="br0">
      <inkml:brushProperty name="width" value="0.05" units="cm"/>
      <inkml:brushProperty name="height" value="0.05" units="cm"/>
      <inkml:brushProperty name="color" value="#FFC114"/>
    </inkml:brush>
  </inkml:definitions>
  <inkml:trace contextRef="#ctx0" brushRef="#br0">1 448 24575,'5'0'0,"-1"-1"0,1 0 0,-1 0 0,1 0 0,-1 0 0,6-3 0,8-3 0,144-32-45,168-19 0,-253 46-127,1640-200-3219,-943 111 1867,-724 92-1490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28.259"/>
    </inkml:context>
    <inkml:brush xml:id="br0">
      <inkml:brushProperty name="width" value="0.05" units="cm"/>
      <inkml:brushProperty name="height" value="0.05" units="cm"/>
      <inkml:brushProperty name="color" value="#FFC114"/>
    </inkml:brush>
  </inkml:definitions>
  <inkml:trace contextRef="#ctx0" brushRef="#br0">1 207 24575,'784'-32'-2166,"-385"11"963,-251 14 989,950-46 177,-3-32-1534,-1018 76-1429</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29.153"/>
    </inkml:context>
    <inkml:brush xml:id="br0">
      <inkml:brushProperty name="width" value="0.05" units="cm"/>
      <inkml:brushProperty name="height" value="0.05" units="cm"/>
      <inkml:brushProperty name="color" value="#FFC114"/>
    </inkml:brush>
  </inkml:definitions>
  <inkml:trace contextRef="#ctx0" brushRef="#br0">20 56 24575,'-1'0'0,"0"1"0,1-1 0,-1 0 0,0 0 0,0 0 0,1 0 0,-1 0 0,0 0 0,1 0 0,-1 0 0,0 0 0,1 0 0,-1 0 0,0 0 0,1-1 0,-1 1 0,0 0 0,1-1 0,-1 1 0,0 0 0,1-1 0,-1 1 0,1 0 0,-1-1 0,1 1 0,-1-1 0,1 1 0,-1-1 0,0-1 0,2 2 0,0-1 0,0 0 0,0 0 0,0 0 0,0 1 0,0-1 0,0 1 0,0-1 0,0 1 0,0-1 0,0 1 0,1-1 0,-1 1 0,0 0 0,0 0 0,0-1 0,1 1 0,-1 0 0,2 1 0,68-5 0,92 7 0,-86 0 0,1888 3-5501,-1119-49 5113,-795 38-1914</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8.616"/>
    </inkml:context>
    <inkml:brush xml:id="br0">
      <inkml:brushProperty name="width" value="0.05" units="cm"/>
      <inkml:brushProperty name="height" value="0.05" units="cm"/>
      <inkml:brushProperty name="color" value="#FFC114"/>
    </inkml:brush>
  </inkml:definitions>
  <inkml:trace contextRef="#ctx0" brushRef="#br0">158 220 24575,'-4'0'0,"-1"0"0,1-1 0,0 1 0,0-1 0,0 0 0,0 0 0,0 0 0,0-1 0,0 1 0,0-1 0,1 0 0,-1 0 0,-3-3 0,5 3 0,1 1 0,-1 0 0,1-1 0,0 1 0,0-1 0,0 1 0,0-1 0,0 1 0,0-1 0,0 0 0,0 0 0,1 1 0,-1-1 0,1 0 0,-1 0 0,1 0 0,0 0 0,0 0 0,-1 1 0,1-1 0,1 0 0,-1 0 0,0 0 0,0 0 0,1 0 0,-1 0 0,1 1 0,-1-1 0,1 0 0,0 0 0,1-2 0,1 0 0,0-1 0,0 1 0,0 0 0,1 0 0,0 0 0,-1 0 0,1 1 0,0 0 0,1-1 0,-1 2 0,1-1 0,5-3 0,7-2 0,1 1 0,20-6 0,29-5 0,2 3 0,0 3 0,134-6 0,-197 18 0,1-1 0,1 1 0,0 0 0,0 0 0,0 1 0,9 2 0,-17-3 0,1 0 0,-1 0 0,1 0 0,-1 0 0,1 0 0,-1 1 0,0-1 0,1 0 0,-1 0 0,1 0 0,-1 1 0,1-1 0,-1 0 0,0 0 0,1 1 0,-1-1 0,0 0 0,1 1 0,-1-1 0,0 0 0,1 1 0,-1-1 0,0 1 0,0-1 0,0 1 0,1-1 0,-1 0 0,0 1 0,0-1 0,0 1 0,0-1 0,0 1 0,0-1 0,0 1 0,0 0 0,0 1 0,-1-1 0,0 1 0,1-1 0,-1 0 0,0 1 0,0-1 0,0 0 0,0 0 0,0 0 0,0 1 0,-2 0 0,-34 23 0,-27 6 0,-1-3 0,-106 30 0,59-21 0,101-33 0,5-3 0,0 1 0,0 0 0,0 0 0,0 1 0,0 0 0,0 0 0,1 0 0,-1 1 0,1 0 0,0 0 0,-7 6 0,12-9 0,0-1 0,-1 1 0,1-1 0,0 1 0,-1-1 0,1 1 0,0-1 0,0 1 0,0 0 0,-1-1 0,1 1 0,0-1 0,0 1 0,0 0 0,0-1 0,0 1 0,0-1 0,0 1 0,0 0 0,0-1 0,0 1 0,0-1 0,1 1 0,-1-1 0,0 1 0,1 0 0,13 11 0,30 1 0,-37-12 0,122 26 0,-63-15 0,100 33 0,-160-42 0,37 15 0,-41-17 0,1 0 0,-1 0 0,0 1 0,0-1 0,0 1 0,0-1 0,-1 1 0,1 0 0,0 0 0,-1 0 0,1 0 0,-1 0 0,0 0 0,1 0 0,0 4 0,-2-5 0,0 0 0,0 0 0,0 0 0,0 1 0,0-1 0,0 0 0,0 0 0,0 0 0,0 1 0,-1-1 0,1 0 0,-1 0 0,1 0 0,0 0 0,-1 0 0,0 0 0,1 0 0,-1 0 0,0 0 0,0 0 0,1 0 0,-1 0 0,0 0 0,0-1 0,0 1 0,0 0 0,0-1 0,-2 2 0,-34 14 0,36-15 0,-57 15 0,-2-3 0,0-2 0,-66 4 0,103-13 0,14-1 6,-45 6-463,0-3 0,-68-4 0,89-4-6369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9.052"/>
    </inkml:context>
    <inkml:brush xml:id="br0">
      <inkml:brushProperty name="width" value="0.05" units="cm"/>
      <inkml:brushProperty name="height" value="0.05" units="cm"/>
      <inkml:brushProperty name="color" value="#FFC114"/>
    </inkml:brush>
  </inkml:definitions>
  <inkml:trace contextRef="#ctx0" brushRef="#br0">1 101 24575,'12'-13'0,"1"1"0,0 1 0,1 0 0,25-15 0,-30 21 0,0 1 0,0 0 0,1 1 0,0 0 0,-1 1 0,1-1 0,0 2 0,0 0 0,17-1 0,-9 3 0,1 0 0,0 1 0,23 5 0,-33-4 0,1-1 0,-1 2 0,1-1 0,-1 1 0,0 0 0,0 1 0,14 11 0,-21-16 0,-1 1 0,0 0 0,0 0 0,0 0 0,0 0 0,0 0 0,0 1 0,0-1 0,0 0 0,-1 0 0,1 1 0,0-1 0,-1 0 0,1 1 0,-1-1 0,1 0 0,-1 1 0,0-1 0,0 1 0,1-1 0,-1 4 0,-1-3 0,1 1 0,-1-1 0,0 0 0,0 1 0,0-1 0,0 0 0,0 1 0,0-1 0,-1 0 0,1 0 0,-4 3 0,-3 4 0,-1-1 0,0 0 0,-1-1 0,-13 8 0,-60 31 0,52-30 0,1 1 0,-33 24 0,62-40 0,0 0 0,0-1 0,0 1 0,0 0 0,0 0 0,0 0 0,0-1 0,1 1 0,-1 0 0,0 0 0,0 0 0,1 1 0,-1-1 0,0 0 0,1 0 0,-1 0 0,1 0 0,0 1 0,-1-1 0,1 0 0,0 0 0,0 0 0,0 1 0,0-1 0,0 0 0,0 3 0,1-3 0,0 1 0,0 0 0,0-1 0,0 1 0,1-1 0,-1 1 0,0-1 0,1 1 0,-1-1 0,1 0 0,-1 0 0,1 0 0,0 0 0,0 0 0,-1 0 0,5 1 0,103 36 0,-84-32 0,-1 2 0,0 0 0,-1 2 0,0 0 0,0 2 0,26 17 0,-47-28 0,0 1 0,0 0 0,0-1 0,0 1 0,0 0 0,0 0 0,-1 0 0,1 0 0,0 1 0,-1-1 0,0 0 0,0 1 0,1-1 0,-1 1 0,-1-1 0,2 6 0,-2-6 0,0 0 0,0 0 0,-1 1 0,1-1 0,-1 0 0,1 0 0,-1 0 0,0 0 0,0 0 0,0 0 0,0 0 0,0 0 0,0 0 0,-1 0 0,1-1 0,0 1 0,-1 0 0,0-1 0,1 1 0,-1-1 0,-2 2 0,-12 8-57,-1-1 0,0-1-1,-1-1 1,0 0 0,-36 11-1,26-10-963,-43 15-5805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49.862"/>
    </inkml:context>
    <inkml:brush xml:id="br0">
      <inkml:brushProperty name="width" value="0.05" units="cm"/>
      <inkml:brushProperty name="height" value="0.05" units="cm"/>
      <inkml:brushProperty name="color" value="#FFC114"/>
    </inkml:brush>
  </inkml:definitions>
  <inkml:trace contextRef="#ctx0" brushRef="#br0">391 295 24575,'11'-13'0,"-1"-1"0,0 1 0,-1-2 0,0 1 0,-1-1 0,-1-1 0,-1 0 0,0 1 0,0-2 0,-2 1 0,0-1 0,-1 1 0,1-25 0,-3 39 0,-1 0 0,0 0 0,0-1 0,0 1 0,0 0 0,0 0 0,-1 0 0,1 0 0,-1 0 0,1-1 0,-1 1 0,0 0 0,1 0 0,-1 0 0,0 0 0,-1 1 0,1-1 0,0 0 0,0 0 0,-1 1 0,1-1 0,-1 1 0,1-1 0,-4-1 0,2 1 0,0 1 0,-1 0 0,1 0 0,0 1 0,0-1 0,-1 1 0,1 0 0,0 0 0,-1 0 0,1 0 0,0 0 0,0 1 0,-1-1 0,1 1 0,-6 2 0,-8 3 0,0 1 0,0 1 0,1 0 0,0 2 0,0-1 0,-14 14 0,-2 3 0,-47 49 0,54-48 0,2 2 0,-31 45 0,45-59 0,0 0 0,1 1 0,1 0 0,0 0 0,1 1 0,1 0 0,-4 23 0,8-33 0,0-1 0,1 1 0,0-1 0,0 0 0,0 1 0,1-1 0,0 1 0,0-1 0,1 0 0,-1 1 0,2-1 0,-1 0 0,1 0 0,-1 0 0,2-1 0,-1 1 0,0-1 0,6 7 0,-2-6 0,-1 0 0,1 0 0,0 0 0,0-1 0,1 0 0,-1 0 0,1-1 0,0 0 0,1-1 0,-1 1 0,1-2 0,14 4 0,-3-2 0,1-1 0,0-1 0,0 0 0,33-3 0,-45 0 0,1 0 0,-1 0 0,1-1 0,-1 0 0,1-1 0,-1 0 0,0 0 0,0-1 0,-1-1 0,1 1 0,-1-1 0,8-6 0,-13 9 0,-1 0 0,0 1 0,1-1 0,-1 0 0,0 0 0,-1-1 0,1 1 0,0 0 0,-1 0 0,1-1 0,-1 1 0,1-1 0,-1 0 0,0 1 0,0-1 0,-1 0 0,1 0 0,0 1 0,-1-1 0,0 0 0,1 0 0,-1 0 0,0 0 0,-1 0 0,1 1 0,0-1 0,-1 0 0,0 0 0,1 0 0,-1 1 0,0-1 0,-1 0 0,1 1 0,0-1 0,-1 1 0,-3-5 0,0 1 0,-1 0 0,0 0 0,0 0 0,-1 1 0,1 0 0,-1 0 0,0 0 0,-1 1 0,1 0 0,-1 1 0,-12-5 0,7 5 0,0 0 0,0 0 0,0 1 0,0 1 0,0 0 0,0 1 0,0 1 0,-1 0 0,1 0 0,0 2 0,-23 6 0,26-6 0,0 1 0,0 0 0,0 1 0,0 0 0,1 0 0,0 1 0,0 0 0,0 1 0,1 0 0,0 0 0,0 1 0,1 0 0,0 0 0,-10 17 0,14-22-105,1 1 0,0 0 0,0 0 0,1 0 0,-1 0 0,1 1 0,0-1 0,0 0 0,0 1 0,1-1 0,0 1 0,0 4 0,4 15-6721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0.252"/>
    </inkml:context>
    <inkml:brush xml:id="br0">
      <inkml:brushProperty name="width" value="0.05" units="cm"/>
      <inkml:brushProperty name="height" value="0.05" units="cm"/>
      <inkml:brushProperty name="color" value="#FFC114"/>
    </inkml:brush>
  </inkml:definitions>
  <inkml:trace contextRef="#ctx0" brushRef="#br0">248 139 24575,'0'-23'0,"1"12"0,0 1 0,-2-1 0,1 1 0,-1-1 0,-1 1 0,0 0 0,-5-17 0,7 26 0,0 0 0,-1 0 0,1 0 0,0 1 0,-1-1 0,1 0 0,-1 0 0,1 1 0,-1-1 0,1 0 0,-1 1 0,1-1 0,-1 0 0,0 1 0,1-1 0,-1 1 0,0-1 0,1 1 0,-1-1 0,0 1 0,0 0 0,1-1 0,-1 1 0,0 0 0,0 0 0,0-1 0,-1 1 0,0 0 0,1 1 0,-1-1 0,1 1 0,-1 0 0,1-1 0,-1 1 0,1 0 0,0 0 0,0 0 0,-1 0 0,1 0 0,0 0 0,0 0 0,-1 2 0,-6 6 0,1 1 0,1 1 0,-7 11 0,11-19 0,-20 41 0,2 1 0,2 0 0,1 1 0,3 1 0,2 0 0,-9 69 0,20-106 0,0 0 0,1 0 0,0 0 0,1 0 0,0 0 0,1 0 0,0 0 0,0 0 0,7 15 0,-8-22 0,0 0 0,0-1 0,1 1 0,0 0 0,-1 0 0,1-1 0,0 0 0,0 1 0,1-1 0,-1 0 0,0 0 0,1 0 0,-1 0 0,1 0 0,0-1 0,0 1 0,-1-1 0,1 0 0,0 1 0,0-1 0,0-1 0,0 1 0,1 0 0,-1-1 0,0 0 0,0 1 0,0-1 0,0 0 0,0-1 0,1 1 0,-1-1 0,0 1 0,0-1 0,4-1 0,0-1 0,1 0 0,-1-1 0,0 0 0,0 0 0,0-1 0,-1 1 0,1-1 0,-1-1 0,0 1 0,0-1 0,-1 0 0,8-12 0,-9 14 0,-1 0 0,-1-1 0,1 1 0,-1 0 0,1-1 0,-1 0 0,-1 1 0,1-1 0,-1 0 0,0 0 0,0 0 0,0 0 0,0 0 0,-1 0 0,0 0 0,0 0 0,0 0 0,-1 0 0,0 0 0,0 0 0,-2-7 0,2 10 0,0 0 0,1 1 0,-1-1 0,0 0 0,0 0 0,0 1 0,-1-1 0,1 1 0,0-1 0,0 1 0,-1-1 0,1 1 0,-1 0 0,0 0 0,1 0 0,-1 0 0,0 0 0,1 0 0,-1 0 0,0 0 0,0 1 0,0-1 0,-3 0 0,2 1 0,0 0 0,0 1 0,-1-1 0,1 1 0,0 0 0,0 0 0,0 0 0,0 0 0,0 0 0,1 1 0,-1-1 0,0 1 0,-3 2 0,-7 8 0,-1-1 0,2 2 0,-23 27 0,-36 56-1365,38-48-5461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0.841"/>
    </inkml:context>
    <inkml:brush xml:id="br0">
      <inkml:brushProperty name="width" value="0.05" units="cm"/>
      <inkml:brushProperty name="height" value="0.05" units="cm"/>
      <inkml:brushProperty name="color" value="#FFC114"/>
    </inkml:brush>
  </inkml:definitions>
  <inkml:trace contextRef="#ctx0" brushRef="#br0">182 429 24575,'1'-3'0,"0"1"0,1-1 0,0 0 0,-1 1 0,1-1 0,0 1 0,0 0 0,0 0 0,1 0 0,-1 0 0,5-4 0,4-3 0,3-7 0,-2 0 0,0 0 0,-1-1 0,0-1 0,-2 0 0,0 0 0,-1-1 0,-1 0 0,0 0 0,-2-1 0,0 1 0,-1-1 0,-1-1 0,0-20 0,-3 36 0,0 1 0,0-1 0,0 0 0,-1 1 0,0-1 0,0 1 0,0-1 0,0 1 0,-1 0 0,0-1 0,0 1 0,0 0 0,0 0 0,-4-4 0,4 6 0,0 0 0,0 0 0,0 0 0,0 1 0,0-1 0,-1 1 0,1 0 0,-1-1 0,1 1 0,-1 0 0,1 0 0,-1 0 0,1 1 0,-1-1 0,0 1 0,0 0 0,1-1 0,-1 1 0,0 0 0,1 0 0,-1 1 0,0-1 0,0 1 0,-4 1 0,-5 2 0,0 0 0,0 1 0,0 1 0,1 0 0,0 0 0,0 1 0,1 1 0,0 0 0,0 0 0,-8 10 0,2-2 0,2 1 0,0 0 0,1 0 0,1 2 0,-11 19 0,18-28 0,1 0 0,-1 0 0,2 0 0,-1 1 0,1-1 0,1 1 0,-2 13 0,4-20 0,0-1 0,0 1 0,0 0 0,0-1 0,1 1 0,-1 0 0,1-1 0,0 1 0,0-1 0,1 1 0,-1-1 0,1 1 0,-1-1 0,1 0 0,0 0 0,0 0 0,0 0 0,1 0 0,-1 0 0,1-1 0,0 1 0,-1-1 0,1 0 0,6 3 0,-4-2 0,1 0 0,0 0 0,0-1 0,0 0 0,0 0 0,0-1 0,0 1 0,1-1 0,-1-1 0,0 1 0,1-1 0,-1 0 0,0-1 0,1 0 0,-1 0 0,10-2 0,-2-2 0,0 0 0,0 0 0,0-2 0,-1 0 0,25-16 0,-34 20 0,-1 1 0,1-1 0,0 1 0,0 0 0,7-2 0,-11 4 0,1 0 0,-1 0 0,1-1 0,-1 1 0,1 0 0,0 0 0,-1 0 0,1 0 0,-1 0 0,1 0 0,-1 0 0,1 1 0,-1-1 0,1 0 0,0 0 0,-1 0 0,1 1 0,-1-1 0,1 0 0,-1 0 0,1 1 0,0 0 0,-1 0 0,1-1 0,-1 1 0,0 0 0,1 0 0,-1 0 0,1 0 0,-1 0 0,0 0 0,0-1 0,0 1 0,0 0 0,1 0 0,-1 0 0,0 0 0,-1 0 0,1 1 0,-3 19 0,0 0 0,-2 0 0,-10 30 0,-2 5 0,-15 93 342,29-124-684,0-1 1,2 0 0,1 1-1,3 28 1,3-11-6485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1.277"/>
    </inkml:context>
    <inkml:brush xml:id="br0">
      <inkml:brushProperty name="width" value="0.05" units="cm"/>
      <inkml:brushProperty name="height" value="0.05" units="cm"/>
      <inkml:brushProperty name="color" value="#FFC114"/>
    </inkml:brush>
  </inkml:definitions>
  <inkml:trace contextRef="#ctx0" brushRef="#br0">245 271 24575,'15'-34'0,"-1"0"0,-1 0 0,-2-1 0,10-55 0,-20 85 0,0 0 0,-1 0 0,1 0 0,-1 0 0,-1-6 0,1 11 0,0-1 0,0 1 0,0 0 0,0-1 0,0 1 0,0 0 0,-1-1 0,1 1 0,0 0 0,0-1 0,0 1 0,0 0 0,-1-1 0,1 1 0,0 0 0,0 0 0,0-1 0,-1 1 0,1 0 0,0 0 0,-1 0 0,1-1 0,0 1 0,0 0 0,-1 0 0,1 0 0,0 0 0,-1-1 0,0 1 0,0 0 0,0 1 0,0-1 0,0 0 0,0 1 0,0-1 0,0 1 0,0-1 0,0 1 0,0 0 0,0-1 0,0 1 0,0 0 0,0 0 0,-1 1 0,-92 107 0,39-43 0,50-60 0,-21 21 0,2 2 0,2 0 0,0 2 0,-19 37 0,40-66 0,0 0 0,0-1 0,0 1 0,0 0 0,0 0 0,1 1 0,-1-1 0,1 0 0,-1 0 0,1 0 0,0 0 0,0 0 0,0 1 0,0-1 0,0 0 0,0 0 0,1 0 0,-1 0 0,1 0 0,-1 1 0,1-1 0,0 0 0,0 0 0,0 0 0,0-1 0,0 1 0,0 0 0,1 0 0,-1-1 0,0 1 0,1 0 0,0-1 0,-1 0 0,1 1 0,0-1 0,0 0 0,-1 0 0,1 0 0,0 0 0,0 0 0,0 0 0,1-1 0,-1 1 0,0-1 0,0 1 0,0-1 0,0 0 0,0 0 0,1 0 0,-1 0 0,4 0 0,3-1 0,0-1 0,1 1 0,-1-1 0,0-1 0,0 0 0,0 0 0,-1 0 0,1-1 0,-1-1 0,0 0 0,0 0 0,0 0 0,9-9 0,-3 2 0,-1-1 0,0-1 0,-1 0 0,-1-1 0,18-28 0,17-50 0,-9 17 0,-27 64 0,-10 12 0,1 1 0,-1-1 0,0 0 0,0 0 0,1 0 0,-1 0 0,0 0 0,0 0 0,0 1 0,1-1 0,-1 0 0,0 0 0,0 0 0,0 1 0,1-1 0,-1 0 0,0 0 0,0 1 0,0-1 0,0 0 0,0 0 0,0 1 0,0-1 0,1 0 0,-1 0 0,0 1 0,0-1 0,0 0 0,0 0 0,0 1 0,0 30 0,-44 245-306,33-223-753,-5 30-5767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2.630"/>
    </inkml:context>
    <inkml:brush xml:id="br0">
      <inkml:brushProperty name="width" value="0.05" units="cm"/>
      <inkml:brushProperty name="height" value="0.05" units="cm"/>
      <inkml:brushProperty name="color" value="#FFC114"/>
    </inkml:brush>
  </inkml:definitions>
  <inkml:trace contextRef="#ctx0" brushRef="#br0">1 0 24575,'12'312'0,"-4"-49"-1365,-8-246-5461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4.266"/>
    </inkml:context>
    <inkml:brush xml:id="br0">
      <inkml:brushProperty name="width" value="0.05" units="cm"/>
      <inkml:brushProperty name="height" value="0.05" units="cm"/>
      <inkml:brushProperty name="color" value="#FFC114"/>
    </inkml:brush>
  </inkml:definitions>
  <inkml:trace contextRef="#ctx0" brushRef="#br0">166 59 24575,'-18'-1'0,"0"-1"0,-26-6 0,30 5 0,0 0 0,0 1 0,0 1 0,-16 0 0,174-1 0,-29 1 0,121-7 235,278-16-1835,-484 22-5226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5.016"/>
    </inkml:context>
    <inkml:brush xml:id="br0">
      <inkml:brushProperty name="width" value="0.05" units="cm"/>
      <inkml:brushProperty name="height" value="0.05" units="cm"/>
      <inkml:brushProperty name="color" value="#FFC114"/>
    </inkml:brush>
  </inkml:definitions>
  <inkml:trace contextRef="#ctx0" brushRef="#br0">13 1 24575,'-1'0'0,"1"0"0,0 0 0,-1 0 0,1 0 0,-1 0 0,1 0 0,-1 0 0,1 0 0,-1 0 0,1 0 0,0 0 0,-1 0 0,1 0 0,-1 1 0,1-1 0,-1 0 0,1 0 0,0 0 0,-1 1 0,1-1 0,0 0 0,-1 1 0,1-1 0,0 0 0,-1 1 0,1-1 0,0 0 0,0 1 0,-1-1 0,1 1 0,3 14 0,18 12 0,-12-21 0,0 1 0,0-1 0,1-1 0,0 0 0,16 6 0,57 15 0,-46-15 0,132 32 0,-97-27 0,91 33 0,-163-49 0,1 0 0,-1 0 0,0 0 0,0 0 0,0 0 0,0 0 0,0 0 0,0 0 0,0 0 0,0 0 0,0 0 0,1 0 0,-1 0 0,0 1 0,0-1 0,0 0 0,0 0 0,0 0 0,0 0 0,0 0 0,0 0 0,0 0 0,0 0 0,0 0 0,0 0 0,0 0 0,1 0 0,-1 1 0,0-1 0,0 0 0,0 0 0,0 0 0,0 0 0,0 0 0,0 0 0,0 0 0,0 0 0,0 1 0,0-1 0,0 0 0,0 0 0,0 0 0,0 0 0,0 0 0,0 0 0,0 0 0,-1 0 0,1 0 0,0 1 0,0-1 0,0 0 0,0 0 0,0 0 0,0 0 0,0 0 0,0 0 0,0 0 0,-9 5 0,-12 3 0,19-8 0,-7 3 0,-1 1 0,1 1 0,0-1 0,0 2 0,0-1 0,0 1 0,-13 12 0,-49 57 0,39-39 0,15-18 123,2-3-619,1 1 0,-16 24 0,25-32-6330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8:59.052"/>
    </inkml:context>
    <inkml:brush xml:id="br0">
      <inkml:brushProperty name="width" value="0.05" units="cm"/>
      <inkml:brushProperty name="height" value="0.05" units="cm"/>
      <inkml:brushProperty name="color" value="#FFC114"/>
    </inkml:brush>
  </inkml:definitions>
  <inkml:trace contextRef="#ctx0" brushRef="#br0">278 61 24575,'3'0'0,"0"-1"0,0 1 0,0-1 0,0 0 0,0 0 0,-1 0 0,1 0 0,0 0 0,-1 0 0,1-1 0,-1 1 0,1-1 0,1-2 0,-3 3 0,0 1 0,-1-1 0,1 1 0,-1-1 0,1 1 0,-1-1 0,1 0 0,-1 1 0,1-1 0,-1 0 0,1 1 0,-1-1 0,0 0 0,0 0 0,1 1 0,-1-1 0,0 0 0,0 0 0,0 1 0,0-1 0,0 0 0,0 0 0,0 0 0,0 1 0,0-1 0,0 0 0,0 0 0,0 1 0,-1-1 0,1 0 0,0 0 0,-1 1 0,1-1 0,0 0 0,-1 1 0,1-1 0,-1 0 0,1 1 0,-1-1 0,0 1 0,1-1 0,-1 0 0,1 1 0,-1 0 0,0-1 0,1 1 0,-1-1 0,0 1 0,0 0 0,1 0 0,-2-1 0,-2 0 0,1 0 0,-1 0 0,0 0 0,1 0 0,-1 1 0,0 0 0,0-1 0,0 1 0,0 1 0,1-1 0,-1 1 0,0-1 0,0 1 0,1 0 0,-1 0 0,0 1 0,1-1 0,-5 3 0,-9 5 0,0 0 0,-18 13 0,22-12 0,0 0 0,1 1 0,1 0 0,0 1 0,0 0 0,1 1 0,1 0 0,0 0 0,-14 28 0,15-23 0,0 1 0,2-1 0,0 1 0,1 0 0,1 1 0,0-1 0,0 34 0,3-47 0,1 0 0,1 0 0,-1-1 0,1 1 0,0-1 0,0 1 0,1-1 0,-1 1 0,1-1 0,0 1 0,1-1 0,-1 0 0,1 0 0,0-1 0,1 1 0,-1 0 0,1-1 0,4 5 0,-2-4 0,1-1 0,-1 1 0,1-1 0,-1-1 0,1 1 0,1-1 0,-1 0 0,0-1 0,1 1 0,-1-1 0,1-1 0,14 2 0,3-2 0,0-1 0,0 0 0,0-2 0,-1-1 0,1-1 0,0-1 0,-1-1 0,0-1 0,-1-2 0,0 0 0,0-1 0,-1-1 0,0-1 0,38-29 0,-52 35 0,-1 0 0,0-1 0,-1 1 0,0-1 0,0-1 0,0 1 0,-1-1 0,0 0 0,-1 0 0,1-1 0,-2 1 0,1-1 0,2-13 0,-4 15 0,-1-1 0,0 1 0,-1-1 0,0 0 0,0 1 0,-1-1 0,0 1 0,0-1 0,-1 1 0,0 0 0,0-1 0,0 1 0,-1 0 0,0 0 0,-1 0 0,-7-11 0,0 4 0,-1 1 0,0 0 0,0 1 0,-1 0 0,-1 1 0,0 0 0,0 1 0,-1 1 0,0 0 0,-1 2 0,0-1 0,0 2 0,0 0 0,-1 1 0,0 0 0,0 2 0,0 0 0,-1 1 0,1 0 0,-33 3 0,17 5-1365,6 4-5461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0.783"/>
    </inkml:context>
    <inkml:brush xml:id="br0">
      <inkml:brushProperty name="width" value="0.05" units="cm"/>
      <inkml:brushProperty name="height" value="0.05" units="cm"/>
      <inkml:brushProperty name="color" value="#FFC114"/>
    </inkml:brush>
  </inkml:definitions>
  <inkml:trace contextRef="#ctx0" brushRef="#br0">1 120 24575,'50'-15'0,"253"-30"0,5 23 0,24-2 0,-302 22 0,-17 1 0,-1 0 0,1-1 0,16-4 0,-59 4-1365,11 3-5461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1.154"/>
    </inkml:context>
    <inkml:brush xml:id="br0">
      <inkml:brushProperty name="width" value="0.05" units="cm"/>
      <inkml:brushProperty name="height" value="0.05" units="cm"/>
      <inkml:brushProperty name="color" value="#FFC114"/>
    </inkml:brush>
  </inkml:definitions>
  <inkml:trace contextRef="#ctx0" brushRef="#br0">76 1 24575,'-22'0'0,"-24"1"0,46-1 0,-1 0 0,1 0 0,0 0 0,0 0 0,-1 0 0,1 0 0,0 0 0,0 0 0,-1 0 0,1 0 0,0 0 0,0 0 0,-1 0 0,1 0 0,0 0 0,0 1 0,0-1 0,-1 0 0,1 0 0,0 0 0,0 0 0,0 0 0,-1 1 0,1-1 0,0 0 0,0 0 0,0 0 0,0 1 0,0-1 0,-1 0 0,1 0 0,0 1 0,0-1 0,0 0 0,0 0 0,0 1 0,0-1 0,0 0 0,0 1 0,8 8 0,16 6 0,7-3 0,0-2 0,55 11 0,-29-8 0,12 2 0,-43-11 0,-1 1 0,-1 1 0,35 14 0,-58-20 0,1 1 0,0 0 0,-1 0 0,1-1 0,-1 1 0,1 1 0,-1-1 0,1 0 0,-1 0 0,0 0 0,1 1 0,-1-1 0,0 1 0,0-1 0,1 2 0,-2-2 0,0 1 0,1-1 0,-1 0 0,0 0 0,0 0 0,0 0 0,0 0 0,0 1 0,0-1 0,0 0 0,0 0 0,0 0 0,0 0 0,-1 1 0,1-1 0,0 0 0,-2 2 0,-1 1 0,0 1 0,0 0 0,-1-1 0,0 0 0,0 0 0,0 0 0,0-1 0,-6 5 0,-55 35-23,-3-3-1,-76 34 0,61-33-1270,35-16-5532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1.620"/>
    </inkml:context>
    <inkml:brush xml:id="br0">
      <inkml:brushProperty name="width" value="0.05" units="cm"/>
      <inkml:brushProperty name="height" value="0.05" units="cm"/>
      <inkml:brushProperty name="color" value="#FFC114"/>
    </inkml:brush>
  </inkml:definitions>
  <inkml:trace contextRef="#ctx0" brushRef="#br0">5 25 24575,'0'-4'0,"-3"-3"0,1-2 0,3 5 0,3 5 0,1 11 0,0 5 0,3 8 0,-1 5 0,2 8 0,0 4 0,-1 6 0,0 3 0,-1 4 0,2 3 0,0-9-8191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2.444"/>
    </inkml:context>
    <inkml:brush xml:id="br0">
      <inkml:brushProperty name="width" value="0.05" units="cm"/>
      <inkml:brushProperty name="height" value="0.05" units="cm"/>
      <inkml:brushProperty name="color" value="#FFC114"/>
    </inkml:brush>
  </inkml:definitions>
  <inkml:trace contextRef="#ctx0" brushRef="#br0">24 338 24575,'-8'-22'0,"0"2"0,5 1 0,1 0 0,0-1 0,2 1 0,2-30 0,-1 39 0,0 1 0,0-1 0,2 1 0,-1-1 0,1 1 0,0 0 0,1 0 0,0 1 0,0-1 0,1 1 0,7-10 0,-8 13 0,0 1 0,1-1 0,0 1 0,0 0 0,0 1 0,0-1 0,1 1 0,-1 0 0,1 0 0,0 0 0,0 1 0,0 0 0,0 0 0,0 1 0,0 0 0,0 0 0,1 0 0,-1 1 0,1-1 0,-1 2 0,0-1 0,1 1 0,-1 0 0,0 0 0,0 0 0,0 1 0,0 0 0,9 4 0,-8-2 0,1-1 0,-1 1 0,0 0 0,0 1 0,0 0 0,-1 0 0,1 1 0,-1-1 0,-1 1 0,1 0 0,-1 1 0,0 0 0,0-1 0,-1 1 0,0 1 0,0-1 0,-1 1 0,0-1 0,0 1 0,-1 0 0,3 12 0,-4-12 0,-1 1 0,0-1 0,0 0 0,-1 1 0,0-1 0,0 0 0,-1 0 0,0 0 0,0 0 0,-6 13 0,2-10 0,0-1 0,0 1 0,-1-1 0,0 0 0,-1-1 0,-13 14 0,-2-3 0,-1-1 0,0-1 0,-2-1 0,-53 26 0,53-28 0,21-9 0,19-7 0,10-6 0,-1 2 0,1 0 0,0 2 0,0 1 0,0 1 0,0 1 0,0 1 0,0 1 0,0 1 0,32 8 0,-16 0-682,47 21-1,-73-26-6143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2.817"/>
    </inkml:context>
    <inkml:brush xml:id="br0">
      <inkml:brushProperty name="width" value="0.05" units="cm"/>
      <inkml:brushProperty name="height" value="0.05" units="cm"/>
      <inkml:brushProperty name="color" value="#FFC114"/>
    </inkml:brush>
  </inkml:definitions>
  <inkml:trace contextRef="#ctx0" brushRef="#br0">1 48 24575,'22'0'0,"228"-4"0,-135-1 0,-19 2 0,133-21 0,-209 18-1365,-6 0-5461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03.162"/>
    </inkml:context>
    <inkml:brush xml:id="br0">
      <inkml:brushProperty name="width" value="0.05" units="cm"/>
      <inkml:brushProperty name="height" value="0.05" units="cm"/>
      <inkml:brushProperty name="color" value="#FFC114"/>
    </inkml:brush>
  </inkml:definitions>
  <inkml:trace contextRef="#ctx0" brushRef="#br0">17 34 24575,'-1'-2'0,"1"1"0,0-1 0,-1 0 0,0 1 0,1-1 0,-1 1 0,0-1 0,0 1 0,0-1 0,0 1 0,-2-2 0,-3-9 0,7 12 0,0 0 0,0-1 0,-1 1 0,1 0 0,0 0 0,0-1 0,0 1 0,0 0 0,0 0 0,0 0 0,0 0 0,-1 0 0,1 0 0,0 0 0,0 1 0,0-1 0,0 0 0,0 0 0,1 1 0,45 10 0,-2 2 0,1 2 0,-2 2 0,56 29 0,-95-43 0,1 0 0,0 0 0,-1 1 0,1 0 0,-1 0 0,0 0 0,-1 1 0,1-1 0,-1 1 0,0 0 0,0 1 0,4 6 0,-6-8 0,-1-1 0,1 1 0,-1-1 0,0 1 0,0 0 0,-1-1 0,1 1 0,-1 0 0,0-1 0,0 1 0,0 0 0,0 0 0,-1-1 0,1 1 0,-1 0 0,0-1 0,0 1 0,-1-1 0,1 1 0,-1-1 0,1 0 0,-5 7 0,-5 5 0,-1 0 0,0 0 0,-1-1 0,-1-1 0,-27 21 0,-84 50 0,93-64 0,-36 20-1365,41-27-5461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7.518"/>
    </inkml:context>
    <inkml:brush xml:id="br0">
      <inkml:brushProperty name="width" value="0.05" units="cm"/>
      <inkml:brushProperty name="height" value="0.05" units="cm"/>
      <inkml:brushProperty name="color" value="#FFC114"/>
    </inkml:brush>
  </inkml:definitions>
  <inkml:trace contextRef="#ctx0" brushRef="#br0">1 69 24575,'3'0'0,"5"0"0,4 0 0,3 0 0,3 0 0,5 0 0,5-3 0,5-2 0,3-2 0,2-1 0,2 1 0,0-2 0,-3 2 0,-5 1 0,-3 2 0,-8-2 0,-8 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7.892"/>
    </inkml:context>
    <inkml:brush xml:id="br0">
      <inkml:brushProperty name="width" value="0.05" units="cm"/>
      <inkml:brushProperty name="height" value="0.05" units="cm"/>
      <inkml:brushProperty name="color" value="#FFC114"/>
    </inkml:brush>
  </inkml:definitions>
  <inkml:trace contextRef="#ctx0" brushRef="#br0">10 18 24575,'-1'-1'0,"0"0"0,0 1 0,0-1 0,1 0 0,-1 0 0,0 0 0,1 0 0,-1 0 0,1-1 0,-1 1 0,1 0 0,0 0 0,-1 0 0,1-2 0,2 3 0,4 12 0,21 82 0,18 122 0,-2-5 0,-37-193-1365,0-5-5461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8.295"/>
    </inkml:context>
    <inkml:brush xml:id="br0">
      <inkml:brushProperty name="width" value="0.05" units="cm"/>
      <inkml:brushProperty name="height" value="0.05" units="cm"/>
      <inkml:brushProperty name="color" value="#FFC114"/>
    </inkml:brush>
  </inkml:definitions>
  <inkml:trace contextRef="#ctx0" brushRef="#br0">84 60 24575,'-4'0'0,"-3"0"0,-6-4 0,-2 0 0,-3-1 0,2-1 0,7-1 0,8 1 0,11 2 0,8 1 0,7-2 0,5 0 0,9 1 0,4 1 0,1 0 0,-7 2-8191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8.471"/>
    </inkml:context>
    <inkml:brush xml:id="br0">
      <inkml:brushProperty name="width" value="0.05" units="cm"/>
      <inkml:brushProperty name="height" value="0.05" units="cm"/>
      <inkml:brushProperty name="color" value="#FFC114"/>
    </inkml:brush>
  </inkml:definitions>
  <inkml:trace contextRef="#ctx0" brushRef="#br0">10 1 24575,'-4'0'0,"0"3"0,3 2 0,5-1 0,6 0 0,4-2 0,6 0 0,7-5 0,6-1 0,-4 0-8191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28.938"/>
    </inkml:context>
    <inkml:brush xml:id="br0">
      <inkml:brushProperty name="width" value="0.05" units="cm"/>
      <inkml:brushProperty name="height" value="0.05" units="cm"/>
      <inkml:brushProperty name="color" value="#FFC114"/>
    </inkml:brush>
  </inkml:definitions>
  <inkml:trace contextRef="#ctx0" brushRef="#br0">0 240 24575,'1'-9'0,"-1"-1"0,2 0 0,-1 1 0,1-1 0,1 1 0,0 0 0,0 0 0,1 0 0,0 0 0,0 0 0,1 1 0,1 0 0,-1 0 0,1 0 0,0 0 0,1 1 0,0 0 0,0 1 0,0 0 0,1 0 0,0 0 0,11-6 0,-6 5 0,1 0 0,0 1 0,0 0 0,0 1 0,1 1 0,-1 0 0,1 1 0,0 1 0,0 0 0,0 1 0,0 0 0,0 1 0,26 4 0,-36-3 0,-1 0 0,0 0 0,1 0 0,-1 0 0,0 1 0,0-1 0,0 1 0,0 1 0,0-1 0,0 0 0,0 1 0,-1 0 0,1 0 0,-1 0 0,0 0 0,0 0 0,0 1 0,3 4 0,-3-2 0,-1-1 0,1 2 0,-1-1 0,0 0 0,0 0 0,-1 1 0,0-1 0,0 1 0,0-1 0,-1 1 0,0-1 0,-1 8 0,-1 2 0,-1 0 0,-1 0 0,0-1 0,-1 1 0,0-1 0,-2 0 0,1-1 0,-2 1 0,0-1 0,-1-1 0,0 1 0,-1-2 0,-15 17 0,-7 3 0,-1-2 0,-2 0 0,-56 36 0,81-60 0,0 0 0,2 0 0,-17 15 0,25-21 0,0 0 0,-1 0 0,1 0 0,0 1 0,-1-1 0,1 0 0,0 0 0,-1 1 0,1-1 0,0 0 0,0 1 0,-1-1 0,1 0 0,0 1 0,0-1 0,0 0 0,0 1 0,0-1 0,-1 0 0,1 1 0,0-1 0,0 1 0,0-1 0,0 0 0,0 1 0,0-1 0,0 1 0,0-1 0,0 0 0,0 1 0,0-1 0,1 1 0,-1-1 0,0 0 0,0 1 0,0-1 0,0 0 0,1 1 0,-1-1 0,18 5 0,26-8 0,167-45 0,-49 9 0,-158 37-97,1 1-1,0 0 1,0 0-1,-1 1 1,1 0-1,0-1 1,0 1-1,-1 1 1,1-1-1,0 1 1,0 0-1,-1 0 0,7 2 1,2 5-6729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0.183"/>
    </inkml:context>
    <inkml:brush xml:id="br0">
      <inkml:brushProperty name="width" value="0.05" units="cm"/>
      <inkml:brushProperty name="height" value="0.05" units="cm"/>
      <inkml:brushProperty name="color" value="#FFC114"/>
    </inkml:brush>
  </inkml:definitions>
  <inkml:trace contextRef="#ctx0" brushRef="#br0">2493 111 24575,'0'-1'0,"0"-1"0,-1 0 0,1 1 0,-1-1 0,1 0 0,-1 1 0,0-1 0,1 1 0,-1-1 0,0 1 0,0-1 0,0 1 0,0 0 0,0-1 0,-1 1 0,1 0 0,0 0 0,-3-2 0,-29-16 0,5 7 0,1 2 0,-1 1 0,-1 2 0,1 0 0,-47-3 0,0 4 0,-75 4 0,33 9-258,0 5 1,1 4-1,1 6 0,1 5 0,1 5 1,2 5-1,2 4 0,1 6 0,2 4 1,-189 124-1,228-128 134,2 3 1,3 4-1,-74 79 0,106-100 62,1 3 0,2 0 1,1 2-1,2 0 0,2 2 0,1 0 0,-23 66 0,37-83 55,1-1-1,1 1 0,1 0 0,1 1 0,1-1 1,1 0-1,1 1 0,3 25 0,0-31 2,0 0-1,2 0 1,0 0 0,0 0-1,2-1 1,0 0 0,1 0-1,1-1 1,0 0 0,20 25-1,-11-20-1,0-2 0,1 0 0,1-1 0,0-1 0,28 17 0,-14-13-27,2-1 0,70 28 0,-32-23-4,2-3 1,-1-3-1,83 9 1,-31-13-4,1-6 0,0-5 0,0-6 0,146-21 0,-133 3-10,-1-7-1,-1-6 1,205-78-1,-262 78 10,-1-3-1,-2-4 1,97-64-1,-136 76-4,-1-3 1,62-62-1,-79 69 25,0-2 0,-2 0 0,-1-2 0,30-55 0,-41 66-7,-1 0 1,0-1 0,-1 0 0,-1-1-1,-1 1 1,0-1 0,-1 0 0,0-31-1,-4 35 29,0-1-1,0 1 1,-2 0-1,0 0 0,-1 1 1,0-1-1,-1 1 1,-1 0-1,0 0 0,-1 0 1,-10-16-1,3 11-4,-1 0-1,-1 1 1,0 0 0,-2 2-1,1 0 1,-2 1-1,0 0 1,-1 2 0,-36-19-1,4 8-109,-2 1 0,0 3-1,-57-12 1,-26 0-250,-1 6-1,-259-13 0,-275 42-1468,319 17 2515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3.242"/>
    </inkml:context>
    <inkml:brush xml:id="br0">
      <inkml:brushProperty name="width" value="0.05" units="cm"/>
      <inkml:brushProperty name="height" value="0.05" units="cm"/>
      <inkml:brushProperty name="color" value="#FFC114"/>
    </inkml:brush>
  </inkml:definitions>
  <inkml:trace contextRef="#ctx0" brushRef="#br0">395 1259 24575,'3'-1'0,"-1"1"0,0-1 0,0 0 0,0 0 0,0 0 0,0 0 0,0 0 0,-1 0 0,1 0 0,0-1 0,0 1 0,-1-1 0,1 1 0,-1-1 0,3-2 0,20-29 0,-24 31 0,47-82 0,-17 26 0,-9 22 0,39-69 0,46-114 0,-91 183 0,-2-1 0,-1-1 0,-3 0 0,0 0 0,-3-1 0,-1 0 0,-1-49 0,-4 65 0,-1 0 0,-1 1 0,-2-1 0,0 0 0,-1 1 0,-1 0 0,-12-28 0,14 41 0,-1 0 0,1 0 0,-1 1 0,-1 0 0,1 0 0,-2 0 0,1 1 0,-1-1 0,0 2 0,0-1 0,-1 1 0,0 0 0,0 0 0,0 1 0,-1 0 0,0 1 0,0 0 0,0 0 0,-14-3 0,11 5 0,-1 0 0,1 1 0,-1 0 0,1 1 0,-1 1 0,1 0 0,-1 0 0,1 1 0,0 1 0,0 0 0,-1 1 0,2 0 0,-1 0 0,-17 11 0,9-4 0,0 1 0,1 2 0,1-1 0,0 2 0,1 1 0,0 0 0,-15 20 0,7-2-49,1 0-1,2 2 1,1 1 0,2 0-1,1 2 1,3 0-1,-20 75 1,18-39-50,3 0 1,4 1-1,-2 110 0,30 137 99,27-4 0,3 21 0,-43-300-308,-2 1-1,-2-1 1,-6 65-1,0-77-5858</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3.744"/>
    </inkml:context>
    <inkml:brush xml:id="br0">
      <inkml:brushProperty name="width" value="0.05" units="cm"/>
      <inkml:brushProperty name="height" value="0.05" units="cm"/>
      <inkml:brushProperty name="color" value="#FFC114"/>
    </inkml:brush>
  </inkml:definitions>
  <inkml:trace contextRef="#ctx0" brushRef="#br0">1 268 24575,'0'-2'0,"1"0"0,-1 0 0,1 0 0,-1-1 0,1 1 0,0 0 0,0 0 0,0 0 0,0 0 0,0 0 0,1 1 0,-1-1 0,0 0 0,1 0 0,-1 1 0,1-1 0,0 1 0,0-1 0,-1 1 0,1 0 0,0 0 0,0 0 0,0 0 0,0 0 0,3-1 0,8-2 0,0 0 0,26-5 0,-33 8 0,488-52 0,-326 41 0,-129 9 0,62-6 0,-87 7 0,0-1 0,-1 0 0,1-1 0,24-11 0,-34 13 0,0-1 0,0 1 0,-1-1 0,1 0 0,-1 0 0,0 0 0,0-1 0,0 1 0,0-1 0,-1 0 0,4-7 0,-5 10 0,0 0 0,0-1 0,-1 1 0,1-1 0,-1 1 0,1 0 0,-1-1 0,1 0 0,-1 1 0,0-1 0,0 1 0,1-1 0,-1 1 0,0-1 0,-1 1 0,1-1 0,0 0 0,0 1 0,-1-1 0,1 1 0,-1-1 0,1 1 0,-1-1 0,0 1 0,1 0 0,-1-1 0,0 1 0,0 0 0,0 0 0,0-1 0,0 1 0,0 0 0,0 0 0,-1 0 0,-1-1 0,0 1 0,1 0 0,-1 0 0,1 0 0,-1 1 0,0-1 0,1 1 0,-1 0 0,0-1 0,1 1 0,-1 1 0,1-1 0,-1 0 0,0 1 0,1-1 0,-1 1 0,1 0 0,-1 0 0,1 0 0,-1 0 0,1 0 0,0 0 0,-5 4 0,-3 2 0,0 0 0,1 1 0,-14 14 0,7-5 0,1 2 0,0 0 0,1 0 0,1 1 0,-15 33 0,22-40 0,0 0 0,2 0 0,-1 0 0,2 1 0,0 0 0,0-1 0,1 1 0,1 0 0,0 0 0,3 26 0,-1-34 0,1 1 0,-1-1 0,1 0 0,1 0 0,-1 0 0,1 0 0,0 0 0,1 0 0,-1-1 0,1 0 0,0 0 0,0 0 0,1 0 0,0 0 0,0-1 0,0 0 0,0 0 0,0 0 0,1-1 0,0 0 0,-1 0 0,1 0 0,0-1 0,1 0 0,-1 0 0,9 1 0,-7-1 0,-1 0 0,0-1 0,0-1 0,1 1 0,-1-1 0,1 0 0,-1-1 0,0 0 0,1 0 0,-1-1 0,0 1 0,0-2 0,0 1 0,0-1 0,-1 0 0,1 0 0,-1-1 0,1 0 0,-1 0 0,0 0 0,-1-1 0,1 0 0,6-8 0,-8 8 0,-1 0 0,-1 0 0,1-1 0,-1 1 0,0-1 0,0 0 0,0 1 0,-1-1 0,0 0 0,0 0 0,0 0 0,-1 0 0,0 0 0,0 0 0,-1 0 0,0 0 0,0 0 0,0 0 0,-3-8 0,-4-10 0,0 1 0,-2 0 0,-15-27 0,-18-19-1365,33 54-5461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4.163"/>
    </inkml:context>
    <inkml:brush xml:id="br0">
      <inkml:brushProperty name="width" value="0.05" units="cm"/>
      <inkml:brushProperty name="height" value="0.05" units="cm"/>
      <inkml:brushProperty name="color" value="#FFC114"/>
    </inkml:brush>
  </inkml:definitions>
  <inkml:trace contextRef="#ctx0" brushRef="#br0">9 119 24575,'-4'-17'0,"3"15"0,0 1 0,1 0 0,-1 0 0,1 0 0,0 0 0,-1-1 0,1 1 0,0 0 0,0 0 0,-1 0 0,1-1 0,0 1 0,0 0 0,1 0 0,-1-1 0,0 1 0,1-2 0,16 23 0,3 14 0,-2 0 0,-1 1 0,-1 0 0,-2 2 0,-2-1 0,11 54 0,-21-85 0,-2 1 0,1-1 0,-1 1 0,1 0 0,-1-1 0,-1 1 0,1-1 0,-3 8 0,3-12 0,0 0 0,-1 0 0,1 1 0,0-1 0,-1 0 0,1 0 0,-1 0 0,0 0 0,1 0 0,-1 0 0,0 0 0,0 0 0,0 0 0,1 0 0,-1 0 0,0 0 0,0-1 0,0 1 0,-1 0 0,1-1 0,0 1 0,0-1 0,0 1 0,0-1 0,0 1 0,-1-1 0,1 0 0,0 0 0,0 0 0,-1 1 0,1-1 0,0 0 0,0-1 0,-1 1 0,1 0 0,0 0 0,0 0 0,0-1 0,-1 1 0,1-1 0,0 1 0,-2-2 0,1 1 0,0 0 0,0 0 0,0-1 0,0 1 0,0-1 0,1 1 0,-1-1 0,0 0 0,1 0 0,0 1 0,-1-1 0,1 0 0,0 0 0,0 0 0,0-1 0,0 1 0,0 0 0,1 0 0,-1-1 0,1 1 0,-1 0 0,1 0 0,0-1 0,0 1 0,0 0 0,0-4 0,0-5 0,1 0 0,1 1 0,0-1 0,3-13 0,3 0 0,1 1 0,2 0 0,0 1 0,1 0 0,1 1 0,1 0 0,1 1 0,0 1 0,2 0 0,0 1 0,1 1 0,1 0 0,1 2 0,0 0 0,39-21 0,-53 33 0,1 0 0,-1 0 0,1 0 0,0 1 0,0 0 0,0 0 0,0 1 0,10-1 0,-15 2 0,1 0 0,-1 0 0,1 1 0,0-1 0,-1 1 0,0 0 0,1-1 0,-1 1 0,1 0 0,-1 0 0,0 1 0,1-1 0,-1 0 0,0 1 0,0-1 0,0 1 0,0 0 0,-1 0 0,1 0 0,0 0 0,-1 0 0,1 0 0,-1 0 0,0 0 0,1 1 0,0 2 0,7 21-1365,-2 0-5461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6.168"/>
    </inkml:context>
    <inkml:brush xml:id="br0">
      <inkml:brushProperty name="width" value="0.05" units="cm"/>
      <inkml:brushProperty name="height" value="0.05" units="cm"/>
      <inkml:brushProperty name="color" value="#FFC114"/>
    </inkml:brush>
  </inkml:definitions>
  <inkml:trace contextRef="#ctx0" brushRef="#br0">1 22 24575,'0'0'0,"0"-1"0,0 0 0,0 0 0,0 0 0,0 0 0,0 0 0,0 1 0,1-1 0,-1 0 0,0 0 0,0 0 0,1 1 0,-1-1 0,0 0 0,1 0 0,-1 1 0,1-1 0,-1 0 0,1 1 0,0-1 0,-1 0 0,1 1 0,0-1 0,-1 1 0,1-1 0,0 1 0,-1-1 0,1 1 0,0 0 0,0-1 0,0 1 0,-1 0 0,1 0 0,0-1 0,0 1 0,0 0 0,0 0 0,0 0 0,-1 0 0,1 0 0,0 0 0,0 0 0,0 1 0,0-1 0,-1 0 0,1 0 0,0 1 0,0-1 0,0 0 0,-1 1 0,1-1 0,0 1 0,0-1 0,-1 1 0,1-1 0,0 1 0,-1-1 0,1 1 0,-1 0 0,1-1 0,-1 1 0,1 0 0,0 1 0,4 12 0,0 1 0,0 0 0,-2 1 0,0-1 0,0 1 0,-1 21 0,1-8 0,7 95 0,-8 154 0,-6-227-1365,0-8-5461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6.545"/>
    </inkml:context>
    <inkml:brush xml:id="br0">
      <inkml:brushProperty name="width" value="0.05" units="cm"/>
      <inkml:brushProperty name="height" value="0.05" units="cm"/>
      <inkml:brushProperty name="color" value="#FFC114"/>
    </inkml:brush>
  </inkml:definitions>
  <inkml:trace contextRef="#ctx0" brushRef="#br0">52 514 24575,'-9'-18'0,"1"-1"0,1 1 0,1-1 0,0-1 0,1 1 0,1-1 0,2 0 0,-2-29 0,4 36 0,1 1 0,0-1 0,1 0 0,1 1 0,0-1 0,0 1 0,1 0 0,1 0 0,0 0 0,1 1 0,0-1 0,1 1 0,0 1 0,11-14 0,-8 13 0,1 0 0,0 1 0,1 0 0,0 1 0,0 0 0,1 1 0,0 0 0,1 1 0,0 1 0,0 0 0,0 1 0,0 0 0,1 1 0,25-3 0,-32 5 0,1 2 0,-1-1 0,1 1 0,0 0 0,-1 1 0,1 0 0,-1 0 0,1 1 0,-1 0 0,0 1 0,0-1 0,0 2 0,0-1 0,0 1 0,-1 0 0,1 1 0,-1 0 0,0 0 0,-1 0 0,1 1 0,-1 0 0,0 0 0,0 1 0,-1-1 0,0 1 0,8 15 0,-5-5 0,0 0 0,-1 1 0,-1 0 0,-1 0 0,0 0 0,-2 1 0,0 0 0,-1-1 0,0 1 0,-2 0 0,0 0 0,-5 31 0,3-38 0,-1 0 0,0-1 0,0 1 0,-1 0 0,0-1 0,-1 0 0,-1 0 0,0 0 0,0-1 0,-1 0 0,0 0 0,-1-1 0,0 0 0,0 0 0,-1 0 0,0-1 0,-1-1 0,1 0 0,-2 0 0,-14 7 0,14-8 114,-1-1 0,-21 6 0,30-10-204,0 0 0,0-1 0,1 1 0,-1-1 0,0 1 1,0-1-1,0 0 0,0 0 0,1-1 0,-1 1 1,0 0-1,0-1 0,0 0 0,1 1 0,-1-1 0,0 0 1,1-1-1,-5-1 0,-2-6-6736</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6.933"/>
    </inkml:context>
    <inkml:brush xml:id="br0">
      <inkml:brushProperty name="width" value="0.05" units="cm"/>
      <inkml:brushProperty name="height" value="0.05" units="cm"/>
      <inkml:brushProperty name="color" value="#FFC114"/>
    </inkml:brush>
  </inkml:definitions>
  <inkml:trace contextRef="#ctx0" brushRef="#br0">0 0 24575,'1'1'0,"0"-1"0,1 0 0,-1 1 0,0-1 0,0 1 0,0-1 0,0 1 0,0-1 0,0 1 0,0 0 0,0-1 0,-1 1 0,1 0 0,0 0 0,0 0 0,0 0 0,-1 0 0,1 0 0,-1 0 0,1 0 0,0 1 0,9 24 0,-5-4 0,-1 0 0,2 35 0,-2-9 0,1 14 0,-5-40 0,2-1 0,6 34 0,-8-53 0,1-1 0,-1 1 0,1 0 0,-1-1 0,1 1 0,-1-1 0,1 1 0,0-1 0,0 1 0,0-1 0,0 0 0,0 1 0,0-1 0,0 0 0,0 0 0,0 1 0,1-1 0,-1 0 0,3 1 0,-2-1 0,-1-1 0,1 0 0,-1 1 0,1-1 0,0 0 0,-1 0 0,1 0 0,-1 0 0,1-1 0,0 1 0,-1 0 0,1-1 0,-1 1 0,1-1 0,-1 1 0,1-1 0,0 0 0,5-3 0,0-1 0,-1 1 0,0-1 0,0 0 0,0-1 0,9-11 0,-1-2 0,-1-1 0,-1 0 0,-1-1 0,0 0 0,-2 0 0,-1-1 0,0 0 0,-2-1 0,0 1 0,-2-1 0,3-32 0,-7 53 18,0 0 0,0 0 0,0 0 0,0 1 0,-1-1 0,1 0 0,0 0 0,-1 1 0,1-1 0,-1 0 0,0 0 0,1 1 0,-1-1 0,0 1 0,0-1 0,0 1 0,0-1 0,-3-1 0,4 2-63,-1 1 0,0-1 0,0 1 0,0 0 0,0-1 0,1 1 0,-1 0 0,0 0 0,0 0 0,0 0 1,0-1-1,0 1 0,0 1 0,0-1 0,0 0 0,0 0 0,1 0 0,-1 0 0,0 1 0,0-1 0,0 0 1,0 1-1,0-1 0,1 0 0,-1 1 0,0-1 0,0 1 0,1 0 0,-1-1 0,0 1 0,1-1 0,-1 1 1,1 0-1,-1 0 0,1-1 0,-1 1 0,0 1 0,-7 10-6781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7.352"/>
    </inkml:context>
    <inkml:brush xml:id="br0">
      <inkml:brushProperty name="width" value="0.05" units="cm"/>
      <inkml:brushProperty name="height" value="0.05" units="cm"/>
      <inkml:brushProperty name="color" value="#FFC114"/>
    </inkml:brush>
  </inkml:definitions>
  <inkml:trace contextRef="#ctx0" brushRef="#br0">249 94 24575,'0'-6'0,"0"0"0,0 0 0,-1 1 0,0-1 0,0 0 0,0 1 0,-1-1 0,1 1 0,-2-1 0,-2-5 0,4 9 0,-1 0 0,1 0 0,-1 0 0,1 0 0,-1 1 0,0-1 0,0 1 0,1-1 0,-1 1 0,0 0 0,0 0 0,-1 0 0,1 0 0,0 0 0,0 0 0,0 0 0,-1 1 0,1-1 0,0 1 0,-1 0 0,1 0 0,0 0 0,-1 0 0,1 0 0,-1 0 0,1 0 0,-4 2 0,0-1 0,1 1 0,-1 0 0,1 0 0,-1 0 0,1 1 0,0-1 0,0 1 0,0 0 0,1 1 0,-1-1 0,1 1 0,-1 0 0,-6 9 0,9-11 0,0 0 0,1 0 0,-1 1 0,1-1 0,-1 1 0,1-1 0,0 1 0,0-1 0,0 1 0,0 0 0,1-1 0,-1 1 0,1 0 0,-1 0 0,1 0 0,0-1 0,0 1 0,0 0 0,1 0 0,-1-1 0,1 1 0,-1 0 0,1 0 0,0-1 0,0 1 0,0-1 0,0 1 0,1-1 0,2 5 0,6 3 0,0 0 0,1-1 0,0 0 0,0-1 0,1-1 0,0 1 0,24 9 0,6 5 0,-5-2 0,-22-13 0,1 1 0,-2 1 0,18 13 0,-31-21 0,1 0 0,-1 0 0,0 0 0,0 0 0,0 0 0,1 1 0,-1-1 0,0 0 0,-1 0 0,1 1 0,0-1 0,0 1 0,0-1 0,-1 1 0,1-1 0,-1 1 0,1-1 0,-1 1 0,0 0 0,0-1 0,0 3 0,0-2 0,0-1 0,-1 1 0,0 0 0,1-1 0,-1 1 0,0-1 0,0 1 0,0-1 0,0 0 0,0 1 0,0-1 0,0 0 0,-1 0 0,1 0 0,0 0 0,-3 2 0,-4 1 0,0 0 0,0 0 0,0-1 0,0 0 0,0 0 0,-14 2 0,-6 0 114,0-2 0,-48-1 0,59-2-399,1-2 1,-1 0-1,1-1 1,-1 0-1,-28-11 1,16 1-6542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7.837"/>
    </inkml:context>
    <inkml:brush xml:id="br0">
      <inkml:brushProperty name="width" value="0.05" units="cm"/>
      <inkml:brushProperty name="height" value="0.05" units="cm"/>
      <inkml:brushProperty name="color" value="#FFC114"/>
    </inkml:brush>
  </inkml:definitions>
  <inkml:trace contextRef="#ctx0" brushRef="#br0">0 114 24575,'9'-10'0,"-1"-1"0,11-18 0,-14 20 0,0 1 0,1 0 0,0 0 0,1 0 0,8-9 0,-14 17 0,0-1 0,-1 1 0,1-1 0,0 1 0,-1-1 0,1 1 0,0 0 0,-1-1 0,1 1 0,0 0 0,0 0 0,-1-1 0,1 1 0,0 0 0,0 0 0,0 0 0,-1 0 0,1 0 0,0 0 0,0 0 0,-1 0 0,1 0 0,0 1 0,0-1 0,0 0 0,-1 0 0,1 1 0,0-1 0,-1 0 0,1 1 0,0-1 0,-1 1 0,1-1 0,0 1 0,-1-1 0,1 1 0,-1-1 0,1 1 0,-1 0 0,1-1 0,-1 1 0,0 0 0,1-1 0,-1 1 0,0 0 0,1 0 0,-1-1 0,0 2 0,4 7 0,-1-1 0,-1 1 0,3 12 0,-3-13 0,81 432 0,-80-388 0,-3-40 0,0 0 0,1 0 0,1 0 0,-1 0 0,8 23 0,-9-35 0,0 1 0,0-1 0,1 0 0,-1 1 0,0-1 0,0 0 0,0 1 0,0-1 0,1 0 0,-1 1 0,0-1 0,0 0 0,1 1 0,-1-1 0,0 0 0,1 0 0,-1 1 0,0-1 0,1 0 0,-1 0 0,0 0 0,1 1 0,-1-1 0,0 0 0,1 0 0,-1 0 0,0 0 0,1 0 0,-1 0 0,1 0 0,-1 0 0,0 0 0,1 0 0,12-9 0,12-27 0,-20 28 0,26-39 0,46-50 0,-62 79 0,2 1 0,0 0 0,1 2 0,0 0 0,34-20 0,-48 33 0,0 0 0,0 0 0,0 0 0,0 1 0,0-1 0,0 1 0,1 0 0,-1 0 0,0 1 0,1-1 0,-1 1 0,0 0 0,1 0 0,-1 0 0,0 1 0,0 0 0,1 0 0,-1 0 0,0 0 0,0 0 0,0 1 0,0 0 0,0 0 0,7 5 0,-3-1 0,-1 0 0,0 1 0,0 0 0,-1 0 0,1 0 0,-2 1 0,1 0 0,-1 0 0,0 1 0,5 11 0,30 81 285,-18-46-1110,31 59 0,-43-97-6001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9.613"/>
    </inkml:context>
    <inkml:brush xml:id="br0">
      <inkml:brushProperty name="width" value="0.05" units="cm"/>
      <inkml:brushProperty name="height" value="0.05" units="cm"/>
      <inkml:brushProperty name="color" value="#FFC114"/>
    </inkml:brush>
  </inkml:definitions>
  <inkml:trace contextRef="#ctx0" brushRef="#br0">0 106 24575,'0'-11'0,"1"0"0,0 0 0,3-18 0,-3 26 0,-1 1 0,1 0 0,-1 0 0,1 0 0,0 0 0,0 0 0,0 0 0,0 0 0,0 0 0,0 0 0,0 0 0,1 0 0,-1 1 0,1-1 0,-1 0 0,1 1 0,-1-1 0,1 1 0,0 0 0,0 0 0,0 0 0,0 0 0,0 0 0,0 0 0,3-1 0,-3 2 0,0 0 0,-1 1 0,1-1 0,0 0 0,-1 1 0,1-1 0,-1 1 0,1-1 0,0 1 0,-1 0 0,1 0 0,-1 0 0,0-1 0,1 2 0,-1-1 0,0 0 0,1 0 0,-1 0 0,2 3 0,23 32 0,-18-23 0,76 108 0,-9-10 0,122 137 0,-167-216 0,1-2 0,1 0 0,1-3 0,2 0 0,0-3 0,2-1 0,1-1 0,55 23 0,-32-24 0,0-3 0,1-2 0,0-3 0,1-2 0,103 3 0,-43-13 0,238-28 0,-342 24 0,23-1 0,1-3 0,-1-1 0,74-25 0,-111 30-1365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39.970"/>
    </inkml:context>
    <inkml:brush xml:id="br0">
      <inkml:brushProperty name="width" value="0.05" units="cm"/>
      <inkml:brushProperty name="height" value="0.05" units="cm"/>
      <inkml:brushProperty name="color" value="#FFC114"/>
    </inkml:brush>
  </inkml:definitions>
  <inkml:trace contextRef="#ctx0" brushRef="#br0">213 22 24575,'0'-1'0,"0"-1"0,0 0 0,-1 0 0,1 0 0,-1 1 0,0-1 0,1 0 0,-1 1 0,-2-4 0,3 4 0,2 3 0,1 1 0,143 131 0,-127-117 0,0 0 0,-2 0 0,26 34 0,-38-45 0,-1 1 0,0 0 0,-1 0 0,0 0 0,0 0 0,0 0 0,1 9 0,-3-12 0,0 1 0,-1-1 0,1 1 0,-1-1 0,-1 1 0,1-1 0,0 1 0,-1-1 0,0 1 0,0-1 0,0 1 0,-1-1 0,-2 5 0,-1 1 0,-1 0 0,-1 0 0,0-1 0,0 0 0,0 0 0,-1-1 0,-14 11 0,-69 49 0,72-55 0,-238 155-1365,218-140-5461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42.468"/>
    </inkml:context>
    <inkml:brush xml:id="br0">
      <inkml:brushProperty name="width" value="0.05" units="cm"/>
      <inkml:brushProperty name="height" value="0.05" units="cm"/>
      <inkml:brushProperty name="color" value="#FFC114"/>
    </inkml:brush>
  </inkml:definitions>
  <inkml:trace contextRef="#ctx0" brushRef="#br0">1 515 24575,'0'-7'0,"0"1"0,1-1 0,-1 1 0,1-1 0,1 1 0,-1 0 0,1-1 0,1 1 0,-1 0 0,1 0 0,0 0 0,0 0 0,0 1 0,8-9 0,-11 14 0,0-1 0,1 1 0,-1 0 0,0-1 0,1 1 0,-1 0 0,1-1 0,-1 1 0,0 0 0,1-1 0,-1 1 0,1 0 0,-1 0 0,1 0 0,-1 0 0,1-1 0,-1 1 0,1 0 0,-1 0 0,1 0 0,-1 0 0,1 0 0,-1 0 0,1 0 0,-1 0 0,1 1 0,-1-1 0,1 0 0,-1 0 0,1 0 0,-1 0 0,0 1 0,1-1 0,-1 0 0,1 0 0,-1 1 0,0-1 0,1 0 0,-1 1 0,1-1 0,-1 0 0,0 1 0,0-1 0,1 1 0,-1-1 0,0 1 0,0-1 0,1 0 0,-1 1 0,0-1 0,0 1 0,0-1 0,0 1 0,0-1 0,0 1 0,1-1 0,-1 1 0,-1 0 0,6 32 0,-5-33 0,2 135 0,3 44 0,8 22 0,-13-211 0,0 1 0,1 0 0,3-16 0,2-13 0,0-405 0,-4 91 0,-2 351 0,0-7 0,0 0 0,1 0 0,0 0 0,1 0 0,2-8 0,-4 14 0,1 1 0,0-1 0,-1 1 0,1-1 0,0 1 0,0 0 0,0-1 0,0 1 0,0 0 0,0 0 0,0-1 0,0 1 0,0 0 0,1 0 0,-1 0 0,0 1 0,1-1 0,-1 0 0,1 0 0,-1 1 0,1-1 0,-1 1 0,1-1 0,0 1 0,-1 0 0,1 0 0,-1-1 0,1 1 0,0 0 0,2 1 0,5 0 0,0 1 0,1 0 0,-1 0 0,0 1 0,-1 0 0,16 8 0,47 31 0,-66-38 0,1 0 0,-2 0 0,1 0 0,0 0 0,-1 0 0,0 1 0,0 0 0,0 0 0,0 0 0,4 11 0,-6-14 0,-1 1 0,0 0 0,0 0 0,-1-1 0,1 1 0,-1 0 0,1 0 0,-1 0 0,0 0 0,0 0 0,0 0 0,-1 0 0,1 0 0,-1 0 0,1-1 0,-1 1 0,0 0 0,0 0 0,0-1 0,0 1 0,-1 0 0,1-1 0,-1 1 0,0-1 0,-2 3 0,-2 2 49,-1 0 0,-1-1 0,1 0-1,-1 0 1,0-1 0,-17 9 0,5-4-903,-40 12 1,30-13-5973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42.870"/>
    </inkml:context>
    <inkml:brush xml:id="br0">
      <inkml:brushProperty name="width" value="0.05" units="cm"/>
      <inkml:brushProperty name="height" value="0.05" units="cm"/>
      <inkml:brushProperty name="color" value="#FFC114"/>
    </inkml:brush>
  </inkml:definitions>
  <inkml:trace contextRef="#ctx0" brushRef="#br0">221 24 24575,'-9'0'0,"1"1"0,-1 0 0,0 0 0,1 1 0,-1 0 0,1 0 0,0 1 0,0 0 0,0 0 0,0 1 0,0 0 0,1 1 0,0 0 0,-14 11 0,13-9 0,0 2 0,1-1 0,0 1 0,0 0 0,1 0 0,0 1 0,1 0 0,0 0 0,0 1 0,-5 19 0,7-18 0,0 0 0,1 0 0,0 0 0,1 0 0,1 0 0,0 0 0,0 0 0,1 1 0,1-1 0,3 12 0,-3-15 0,1 0 0,0 0 0,1 0 0,0-1 0,0 1 0,1-1 0,0 0 0,0 0 0,1-1 0,0 0 0,1 0 0,-1 0 0,14 9 0,-14-11 0,0-1 0,0 0 0,0 0 0,1-1 0,0 0 0,0 0 0,0-1 0,0 1 0,0-2 0,0 1 0,1-1 0,-1 0 0,0 0 0,1-1 0,7-1 0,-6 0 0,0 0 0,0-1 0,0-1 0,0 0 0,-1 0 0,1 0 0,-1-1 0,0 0 0,0-1 0,0 0 0,7-6 0,-4 2 0,0-1 0,-1 0 0,-1 0 0,1-1 0,-2 0 0,0 0 0,0-1 0,-1 0 0,0-1 0,-1 1 0,0-1 0,-1-1 0,-1 1 0,0-1 0,3-23 0,-6 28 0,-1-1 0,0 1 0,-1 0 0,0 0 0,0 0 0,-1 0 0,0 0 0,-1 0 0,0 0 0,0 0 0,-1 1 0,0 0 0,0 0 0,-1 0 0,0 0 0,-1 1 0,0 0 0,0 0 0,-10-10 0,7 10 0,1 0 0,-1 1 0,0 0 0,0 0 0,-1 1 0,0 0 0,0 1 0,0 0 0,0 0 0,-1 1 0,0 1 0,1 0 0,-1 0 0,0 1 0,0 0 0,-13 2 0,5 2-1365,5 2-5461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43.620"/>
    </inkml:context>
    <inkml:brush xml:id="br0">
      <inkml:brushProperty name="width" value="0.05" units="cm"/>
      <inkml:brushProperty name="height" value="0.05" units="cm"/>
      <inkml:brushProperty name="color" value="#FFC114"/>
    </inkml:brush>
  </inkml:definitions>
  <inkml:trace contextRef="#ctx0" brushRef="#br0">1 284 24575,'0'-38'0,"0"26"0,0 28 0,0 534 0,2-533 0,3-24 0,3-29 0,4-69 0,-5 1 0,-8-118 0,-3 175 0,-5-201 0,9 245 0,0 0 0,0-1 0,0 1 0,1 0 0,-1 0 0,1 1 0,0-1 0,0 0 0,0 0 0,0 0 0,3-4 0,-3 6 0,0 0 0,0 1 0,0-1 0,0 0 0,0 1 0,0-1 0,0 1 0,0-1 0,0 1 0,0-1 0,0 1 0,0 0 0,1 0 0,-1 0 0,0-1 0,0 1 0,0 0 0,0 0 0,1 0 0,-1 1 0,0-1 0,0 0 0,0 0 0,0 1 0,0-1 0,0 0 0,1 1 0,-1-1 0,0 1 0,0 0 0,0-1 0,1 2 0,24 15 0,-1 1 0,-1 1 0,0 1 0,-2 1 0,0 1 0,26 34 0,-40-46 0,0 1 0,0 0 0,-1 0 0,-1 1 0,7 13 0,-12-22 0,0 1 0,0-1 0,0 1 0,0-1 0,-1 0 0,1 1 0,-1-1 0,0 1 0,0-1 0,-1 7 0,1-8 0,-1 1 0,0-1 0,0 0 0,0 0 0,0 0 0,0 0 0,0 0 0,0 0 0,-1 0 0,1-1 0,-1 1 0,1 0 0,-1-1 0,0 1 0,1-1 0,-1 1 0,0-1 0,-3 1 0,-6 3-119,-1-1 0,1 0 0,-1 0 0,0-2-1,-1 1 1,1-2 0,-24 1 0,29-1-293,-44 1-6414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44.598"/>
    </inkml:context>
    <inkml:brush xml:id="br0">
      <inkml:brushProperty name="width" value="0.05" units="cm"/>
      <inkml:brushProperty name="height" value="0.05" units="cm"/>
      <inkml:brushProperty name="color" value="#FFC114"/>
    </inkml:brush>
  </inkml:definitions>
  <inkml:trace contextRef="#ctx0" brushRef="#br0">1715 98 24575,'3'-25'0,"-2"23"0,0 1 0,-1-1 0,1 0 0,-1 1 0,0-1 0,1 1 0,-1-1 0,0 0 0,0 1 0,0-1 0,0 0 0,0 1 0,0-1 0,-1 0 0,1 1 0,-1-1 0,1 1 0,-1-1 0,1 0 0,-1 1 0,0-1 0,0 1 0,0 0 0,0-1 0,0 1 0,0 0 0,0-1 0,0 1 0,0 0 0,-1 0 0,1 0 0,0 0 0,-3-1 0,-4-2 0,0 1 0,0 0 0,0 0 0,0 1 0,0 0 0,-1 0 0,1 1 0,-1 0 0,-16 0 0,-6 2 0,-42 8 0,-20 7 0,1 5 0,1 3 0,2 5 0,-87 39 0,38-3 0,-223 139 0,149-52 0,171-118 0,2 2 0,-65 77 0,66-61 0,34-46 0,1 0 0,0 0 0,0 0 0,0 1 0,1-1 0,0 0 0,-1 9 0,28-44-1365,-13 13-5461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19:45.129"/>
    </inkml:context>
    <inkml:brush xml:id="br0">
      <inkml:brushProperty name="width" value="0.05" units="cm"/>
      <inkml:brushProperty name="height" value="0.05" units="cm"/>
      <inkml:brushProperty name="color" value="#FFC114"/>
    </inkml:brush>
  </inkml:definitions>
  <inkml:trace contextRef="#ctx0" brushRef="#br0">219 90 24575,'-3'-3'0,"0"-1"0,1 0 0,0 0 0,0 0 0,0 0 0,0 0 0,-1-7 0,-11-23 0,13 33 0,0 0 0,0 0 0,0-1 0,0 1 0,0 0 0,0 0 0,0 0 0,0 0 0,0 0 0,0 0 0,-1 1 0,1-1 0,0 0 0,-1 0 0,1 1 0,0-1 0,-1 1 0,1 0 0,-3-1 0,1 1 0,1 0 0,0 1 0,0-1 0,-1 1 0,1-1 0,0 1 0,0 0 0,0 0 0,0 0 0,0 0 0,0 0 0,0 0 0,0 1 0,0-1 0,1 1 0,-1-1 0,0 1 0,1 0 0,-2 2 0,-26 38 0,27-39 0,-11 21 0,2 0 0,0 1 0,1 1 0,2 0 0,0 0 0,2 0 0,-4 36 0,3 11 0,4 108 0,3-176 0,0 0 0,0 0 0,1 0 0,-1 0 0,1 0 0,3 7 0,-4-11 0,1 1 0,-1-1 0,1 0 0,0 0 0,0 0 0,-1 0 0,1 0 0,0 0 0,0 0 0,0 0 0,0 0 0,0 0 0,0-1 0,0 1 0,0 0 0,1-1 0,-1 1 0,0-1 0,0 1 0,0-1 0,1 0 0,-1 1 0,0-1 0,1 0 0,-1 0 0,0 0 0,0 0 0,1 0 0,-1 0 0,3 0 0,14-4 0,0 0 0,1-2 0,-2 0 0,1 0 0,22-13 0,27-10 0,263-107 0,-250 95 0,-73 39-1365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4.110"/>
    </inkml:context>
    <inkml:brush xml:id="br0">
      <inkml:brushProperty name="width" value="0.05" units="cm"/>
      <inkml:brushProperty name="height" value="0.05" units="cm"/>
      <inkml:brushProperty name="color" value="#FFC114"/>
    </inkml:brush>
  </inkml:definitions>
  <inkml:trace contextRef="#ctx0" brushRef="#br0">845 243 24575,'-1'-2'0,"0"0"0,0 0 0,0 0 0,0 0 0,1 0 0,-1 0 0,0-1 0,1 1 0,0 0 0,-1 0 0,1-4 0,-2-12 0,-2 7 0,-1-1 0,0 2 0,0-1 0,-1 1 0,0-1 0,-1 2 0,0-1 0,-1 1 0,0 0 0,0 0 0,-1 1 0,0 0 0,0 1 0,-1 0 0,0 0 0,-18-8 0,15 9 0,1 1 0,-1 0 0,1 1 0,-1 1 0,-1 0 0,1 1 0,0 0 0,-1 1 0,1 0 0,0 1 0,-1 0 0,1 2 0,-1-1 0,-20 7 0,11 0 0,0 1 0,1 0 0,0 2 0,1 1 0,0 1 0,0 1 0,2 0 0,0 2 0,0 0 0,2 1 0,-30 36 0,21-19 0,1 1 0,2 1 0,2 2 0,1 0 0,-28 79 0,40-94 0,1 0 0,1 0 0,1 0 0,1 1 0,1 0 0,1 34 0,2-50 0,0 1 0,1 0 0,1 0 0,-1-1 0,1 1 0,1 0 0,0-1 0,0 0 0,0 0 0,1 0 0,0 0 0,1 0 0,0-1 0,0 0 0,0 0 0,1 0 0,0-1 0,0 0 0,1 0 0,11 8 0,-5-7 29,0 0-1,1-1 1,0 0-1,0-1 0,1 0 1,-1-1-1,1-1 1,0-1-1,0 0 1,0 0-1,16-2 1,11-1-598,0-2 0,69-15 0,-46 5-6257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4.470"/>
    </inkml:context>
    <inkml:brush xml:id="br0">
      <inkml:brushProperty name="width" value="0.05" units="cm"/>
      <inkml:brushProperty name="height" value="0.05" units="cm"/>
      <inkml:brushProperty name="color" value="#FFC114"/>
    </inkml:brush>
  </inkml:definitions>
  <inkml:trace contextRef="#ctx0" brushRef="#br0">46 72 24575,'0'-2'0,"-1"1"0,1 0 0,-1 0 0,1 0 0,-1 0 0,0 0 0,1 0 0,-1 0 0,0 0 0,0 1 0,0-1 0,0 0 0,0 0 0,0 1 0,0-1 0,0 0 0,0 1 0,0-1 0,-2 0 0,2 1 0,1-1 0,-1 1 0,0 0 0,0-1 0,1 1 0,-1 0 0,0-1 0,0 1 0,0 0 0,1 0 0,-1 0 0,0 0 0,0 0 0,0 0 0,0 0 0,1 0 0,-1 0 0,0 0 0,0 0 0,0 0 0,1 1 0,-1-1 0,0 0 0,0 1 0,1-1 0,-1 0 0,0 1 0,-1 0 0,1 4 0,0 0 0,0-1 0,1 1 0,-1 0 0,1 0 0,0-1 0,0 1 0,1 0 0,0 0 0,-1-1 0,1 1 0,1 0 0,1 4 0,0 1 0,4 22 0,2 9 0,18 49 0,-24-80 0,1 0 0,0-1 0,1 1 0,0-1 0,1 0 0,0 0 0,0-1 0,1 0 0,0 0 0,10 9 0,-14-15 0,0 0 0,0 0 0,0 0 0,1 0 0,-1 0 0,0-1 0,1 0 0,-1 1 0,1-1 0,0 0 0,-1-1 0,1 1 0,0-1 0,-1 0 0,1 1 0,7-2 0,-5 0 0,0-1 0,0 0 0,0 0 0,0 0 0,0 0 0,0-1 0,-1 0 0,1 0 0,5-5 0,4-4 0,-1 0 0,-1-1 0,0 0 0,-1-1 0,20-30 0,-22 28 0,-1 0 0,-1-1 0,0 0 0,-1 0 0,0-1 0,-2 0 0,0 0 0,-1 0 0,-1-1 0,-1 1 0,0-1 0,-1-21 0,-5 18-1365,-1 6-5461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4.860"/>
    </inkml:context>
    <inkml:brush xml:id="br0">
      <inkml:brushProperty name="width" value="0.05" units="cm"/>
      <inkml:brushProperty name="height" value="0.05" units="cm"/>
      <inkml:brushProperty name="color" value="#FFC114"/>
    </inkml:brush>
  </inkml:definitions>
  <inkml:trace contextRef="#ctx0" brushRef="#br0">0 140 24575,'0'0'0,"1"1"0,-1 0 0,0-1 0,0 1 0,1 0 0,-1-1 0,0 1 0,1-1 0,-1 1 0,1 0 0,-1-1 0,1 1 0,-1-1 0,1 1 0,-1-1 0,1 0 0,-1 1 0,1-1 0,0 1 0,-1-1 0,1 0 0,0 0 0,-1 1 0,1-1 0,0 0 0,-1 0 0,2 0 0,21 4 0,-21-3 0,9 0 0,1-1 0,0 1 0,0 1 0,0 0 0,-1 1 0,1 0 0,-1 1 0,1 0 0,10 6 0,-1 3 0,-1 2 0,0 0 0,-1 1 0,-1 1 0,0 1 0,-2 0 0,0 1 0,23 36 0,-38-52 0,1-1 0,-1 1 0,0 0 0,0-1 0,0 1 0,0 0 0,0 0 0,-1 0 0,1 0 0,-1 5 0,0-8 0,0 1 0,0 0 0,0-1 0,0 1 0,0 0 0,0-1 0,0 1 0,0 0 0,-1-1 0,1 1 0,0-1 0,-1 1 0,1 0 0,0-1 0,-1 1 0,1-1 0,0 1 0,-1-1 0,1 1 0,-2 0 0,1-1 0,1 0 0,-1 1 0,0-1 0,0 0 0,0 0 0,0 0 0,0 0 0,0 1 0,0-1 0,0-1 0,0 1 0,0 0 0,0 0 0,0 0 0,0 0 0,0-1 0,0 1 0,-1-1 0,-1-1 0,0 1 0,0-1 0,0 0 0,0 0 0,0-1 0,0 1 0,1-1 0,-1 1 0,1-1 0,0 0 0,0 0 0,0 0 0,0 0 0,0 0 0,0 0 0,1 0 0,-2-5 0,-1-5 0,0 0 0,1 0 0,-2-17 0,4 14 43,0-1 0,0 0-1,2 0 1,0 0 0,1 1-1,1-1 1,9-31 0,-10 39-144,1 1 1,0-1-1,1 1 1,0 0 0,1 0-1,-1 0 1,1 0-1,1 1 1,-1 0 0,1 0-1,1 0 1,-1 1 0,1 0-1,0 0 1,1 1-1,8-6 1,1 4-6726</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5.108"/>
    </inkml:context>
    <inkml:brush xml:id="br0">
      <inkml:brushProperty name="width" value="0.05" units="cm"/>
      <inkml:brushProperty name="height" value="0.05" units="cm"/>
      <inkml:brushProperty name="color" value="#FFC114"/>
    </inkml:brush>
  </inkml:definitions>
  <inkml:trace contextRef="#ctx0" brushRef="#br0">29 31 24575,'-2'-1'0,"0"0"0,1 0 0,-1 0 0,0 0 0,1 0 0,-1 0 0,1 0 0,-1 0 0,1-1 0,0 1 0,0-1 0,-1 1 0,1-1 0,0 1 0,0-1 0,-1-2 0,-2-3 0,10 20 0,0 0 0,-1 1 0,5 18 0,-3-11 0,44 164 338,-7-20-2041,-37-143-5123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5.717"/>
    </inkml:context>
    <inkml:brush xml:id="br0">
      <inkml:brushProperty name="width" value="0.05" units="cm"/>
      <inkml:brushProperty name="height" value="0.05" units="cm"/>
      <inkml:brushProperty name="color" value="#FFC114"/>
    </inkml:brush>
  </inkml:definitions>
  <inkml:trace contextRef="#ctx0" brushRef="#br0">116 142 24575,'11'-19'0,"-9"15"0,0 0 0,0 0 0,1-1 0,-1 1 0,5-5 0,-6 9 0,-1 0 0,0-1 0,0 1 0,1 0 0,-1-1 0,0 1 0,1 0 0,-1 0 0,1 0 0,-1-1 0,0 1 0,1 0 0,-1 0 0,1 0 0,-1 0 0,0 0 0,1 0 0,-1 0 0,1 0 0,-1 0 0,1 0 0,-1 0 0,0 0 0,1 0 0,0 0 0,0 1 0,-1-1 0,1 1 0,0 0 0,0 0 0,0-1 0,0 1 0,-1 0 0,1 0 0,0 0 0,-1 0 0,1 0 0,-1 0 0,1-1 0,0 3 0,3 8 0,0 1 0,4 19 0,-6-22 0,1 0 0,-1 1 0,2-1 0,6 14 0,-8-19 0,0-1 0,0 0 0,0-1 0,1 1 0,-1 0 0,1-1 0,-1 1 0,1-1 0,0 0 0,0 0 0,0 0 0,0 0 0,1-1 0,-1 1 0,0-1 0,7 2 0,-2-1 0,0 0 0,0-1 0,0 0 0,0 0 0,0-1 0,0 0 0,1 0 0,-1-1 0,0 0 0,0 0 0,0-1 0,0 0 0,0-1 0,0 1 0,-1-2 0,1 1 0,-1-1 0,0 0 0,0 0 0,0-1 0,10-9 0,-10 7 0,0-1 0,0 0 0,-1 0 0,0 0 0,0-1 0,-1 1 0,0-1 0,-1-1 0,0 1 0,0-1 0,-1 0 0,0 1 0,-1-1 0,0-1 0,-1 1 0,1-20 0,-2 28 0,0-1 0,0 1 0,0-1 0,-1 1 0,1-1 0,-1 1 0,1-1 0,-1 1 0,0 0 0,0-1 0,0 1 0,-2-2 0,3 3 0,-1 0 0,0 1 0,1-1 0,-1 1 0,0-1 0,1 1 0,-1-1 0,0 1 0,0-1 0,0 1 0,1 0 0,-1-1 0,0 1 0,0 0 0,0 0 0,0 0 0,0 0 0,1-1 0,-1 1 0,0 1 0,0-1 0,0 0 0,0 0 0,0 0 0,0 0 0,0 0 0,1 1 0,-1-1 0,0 0 0,0 1 0,0-1 0,1 1 0,-1-1 0,0 1 0,1-1 0,-2 2 0,-2 1 0,0 1 0,0-1 0,0 1 0,1 0 0,-1 0 0,1 1 0,0-1 0,0 1 0,1-1 0,-1 1 0,-2 9 0,-2 6 0,-7 34 0,7-16 0,2 0 0,1 0 0,2 1 0,2-1 0,9 72 0,51 184 0,-31-176 0,-26-104 0,0 0 0,-1 0 0,-1 0 0,0 0 0,-1 0 0,0 0 0,-4 24 0,3-34 0,1-1 0,-1 1 0,-1 0 0,1 0 0,-1 0 0,1-1 0,-1 1 0,0-1 0,0 0 0,-1 1 0,1-1 0,-1 0 0,1 0 0,-1 0 0,0-1 0,0 1 0,0-1 0,-1 1 0,1-1 0,-1 0 0,1-1 0,-1 1 0,1 0 0,-1-1 0,0 0 0,0 0 0,0 0 0,0 0 0,0-1 0,0 1 0,-6-1 0,-3-1 0,0 0 0,1 0 0,-1-1 0,0-1 0,1 0 0,-1-1 0,1 0 0,0-1 0,0 0 0,1-1 0,-19-12 0,9 4 0,1-1 0,1-1 0,1-1 0,0 0 0,-18-24 0,23 25 0,2-1 0,0 0 0,0-1 0,2 0 0,0 0 0,1-1 0,1 0 0,1-1 0,1 1 0,-4-21 0,8 30 0,0 0 0,0 1 0,0-1 0,1 0 0,1 1 0,0-1 0,0 0 0,1 1 0,0-1 0,0 1 0,1 0 0,1 0 0,0 0 0,0 0 0,0 0 0,1 1 0,0 0 0,1 0 0,0 0 0,0 1 0,1 0 0,14-13 0,-8 11 36,-1 1 0,2 0 0,-1 1-1,1 1 1,0 0 0,0 0 0,1 2-1,22-5 1,11 1-406,64-2 0,-59 6-577,-12 1-5879</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7.256"/>
    </inkml:context>
    <inkml:brush xml:id="br0">
      <inkml:brushProperty name="width" value="0.05" units="cm"/>
      <inkml:brushProperty name="height" value="0.05" units="cm"/>
      <inkml:brushProperty name="color" value="#FFC114"/>
    </inkml:brush>
  </inkml:definitions>
  <inkml:trace contextRef="#ctx0" brushRef="#br0">510 202 24575,'1'0'0,"0"-1"0,0 1 0,0-1 0,0 1 0,-1-1 0,1 1 0,0-1 0,0 1 0,-1-1 0,1 0 0,0 0 0,-1 1 0,1-1 0,0 0 0,-1 0 0,1 0 0,-1 1 0,1-1 0,-1 0 0,1-1 0,9-25 0,-8 20 0,0 2 0,0 0 0,-1 0 0,1-1 0,-1 1 0,0 0 0,-1-1 0,1 1 0,-1-1 0,0 1 0,-1 0 0,1-1 0,-1 1 0,0 0 0,-2-8 0,1 10 0,1-1 0,-1 1 0,0 0 0,0-1 0,0 1 0,-1 0 0,1 0 0,-1 0 0,0 1 0,1-1 0,-1 1 0,-1-1 0,1 1 0,0 0 0,0 0 0,-1 0 0,1 1 0,-1-1 0,1 1 0,-8-2 0,-9-1 0,0 1 0,-1 1 0,1 0 0,-1 2 0,1 0 0,0 1 0,-39 8 0,23-1 0,0 2 0,1 1 0,-50 23 0,84-33 0,-9 3 0,0 1 0,0 0 0,0 1 0,-16 13 0,25-18 0,0 0 0,0 0 0,-1 0 0,1 0 0,0 0 0,0 0 0,0 1 0,0-1 0,0 0 0,1 1 0,-1-1 0,0 1 0,1-1 0,-1 1 0,1-1 0,-1 1 0,1-1 0,0 1 0,-1-1 0,1 1 0,0 0 0,0-1 0,0 1 0,0-1 0,1 1 0,-1 0 0,0-1 0,1 1 0,-1-1 0,1 1 0,-1-1 0,1 1 0,0-1 0,0 1 0,-1-1 0,1 0 0,0 1 0,0-1 0,0 0 0,1 0 0,-1 0 0,0 0 0,2 1 0,11 9 0,1-1 0,1-1 0,0 0 0,0-1 0,0 0 0,1-2 0,18 5 0,15 8 0,-42-16 0,63 24 0,123 69 0,-190-95 0,-1 1 0,0 0 0,0 1 0,0-1 0,0 0 0,-1 1 0,1-1 0,-1 1 0,1 0 0,-1 0 0,0 0 0,0 0 0,0 1 0,0-1 0,1 6 0,-2-6 0,-1 0 0,1 1 0,-1-1 0,0 0 0,0 0 0,-1 1 0,1-1 0,-1 0 0,1 0 0,-1 0 0,0 0 0,0 0 0,-1 0 0,1 0 0,-1 0 0,1 0 0,-1-1 0,-3 4 0,-1 3 0,-2-1 0,1 0 0,-1 0 0,0-1 0,-1 0 0,0-1 0,0 0 0,0 0 0,-1-1 0,-11 5 0,-16 5 0,-54 14 0,70-23 0,2 0 0,-45 11 0,59-16 0,-1 0 0,1 0 0,0-1 0,-1 0 0,1 0 0,0 0 0,-1 0 0,1-1 0,-7-1 0,11 1 0,0 1 0,1 0 0,-1 0 0,0 0 0,0-1 0,1 1 0,-1 0 0,0-1 0,1 1 0,-1-1 0,0 1 0,1-1 0,-1 1 0,1-1 0,-1 1 0,1-1 0,-1 1 0,1-1 0,-1 0 0,1 1 0,-1-1 0,1 0 0,0 0 0,0 1 0,-1-1 0,1 0 0,0-1 0,0 0 0,0 1 0,0 0 0,1-1 0,-1 1 0,1-1 0,-1 1 0,1 0 0,0-1 0,-1 1 0,1 0 0,0 0 0,0-1 0,2-1 0,2-2 0,1-1 0,0 1 0,0 0 0,11-6 0,-7 6 0,-1 1 0,1-1 0,1 2 0,-1 0 0,0 0 0,1 1 0,13-2 0,-3 2 0,1 1 0,34 3 0,-52-2 0,-1 1 0,1-1 0,-1 1 0,1-1 0,-1 1 0,1 0 0,-1 1 0,1-1 0,-1 1 0,0-1 0,0 1 0,0 0 0,0 0 0,0 0 0,0 1 0,0-1 0,-1 1 0,1-1 0,-1 1 0,0 0 0,0 0 0,0 0 0,0 0 0,2 4 0,-2-1 0,-1-1 0,1 1 0,-1 0 0,0-1 0,0 1 0,-1 0 0,0 0 0,0-1 0,0 1 0,-1 0 0,0 0 0,0 0 0,0-1 0,-3 7 0,-11 28 0,9-28 0,1 0 0,1 0 0,0 1 0,0-1 0,-2 24 0,6-33 0,0 0 0,0 0 0,0 0 0,0-1 0,1 1 0,-1 0 0,1 0 0,0 0 0,0 0 0,0-1 0,0 1 0,1 0 0,-1-1 0,1 1 0,-1-1 0,1 1 0,0-1 0,0 0 0,0 0 0,0 0 0,1 0 0,-1 0 0,0 0 0,1-1 0,-1 1 0,1-1 0,0 1 0,-1-1 0,1 0 0,5 1 0,-2 0-68,0 0 0,0-1-1,0 0 1,1 0 0,-1 0 0,0-1-1,1 0 1,-1 0 0,0 0 0,1-1-1,-1 0 1,0 0 0,0-1 0,1 0-1,-1 0 1,-1 0 0,1-1-1,0 0 1,6-4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8.287"/>
    </inkml:context>
    <inkml:brush xml:id="br0">
      <inkml:brushProperty name="width" value="0.05" units="cm"/>
      <inkml:brushProperty name="height" value="0.05" units="cm"/>
      <inkml:brushProperty name="color" value="#FFC114"/>
    </inkml:brush>
  </inkml:definitions>
  <inkml:trace contextRef="#ctx0" brushRef="#br0">34 83 24575,'-1'-8'0,"-1"1"0,1-1 0,-1 0 0,-1 1 0,1 0 0,-1-1 0,-1 1 0,1 0 0,-6-8 0,9 15 0,0 0 0,0 0 0,0 0 0,0 0 0,0 0 0,0 0 0,0 0 0,0 0 0,0 0 0,0 0 0,-1 0 0,1 0 0,0 0 0,0-1 0,0 1 0,0 0 0,0 0 0,0 0 0,0 0 0,0 0 0,0 0 0,0 0 0,0 0 0,0 0 0,0 0 0,0 0 0,-1 0 0,1 0 0,0 0 0,0 0 0,0 0 0,0 0 0,0 0 0,0 0 0,0 0 0,0 0 0,0 0 0,0 0 0,0 0 0,0 0 0,-1 1 0,1-1 0,0 0 0,0 0 0,0 0 0,0 0 0,0 0 0,0 0 0,0 0 0,0 0 0,0 0 0,0 0 0,0 0 0,0 0 0,0 0 0,0 0 0,0 0 0,0 1 0,0-1 0,0 0 0,0 0 0,0 0 0,0 0 0,0 0 0,0 0 0,0 0 0,0 0 0,-1 10 0,3 13 0,23 146 0,3 256 0,-28-368-1365,-1-43-5461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8.583"/>
    </inkml:context>
    <inkml:brush xml:id="br0">
      <inkml:brushProperty name="width" value="0.05" units="cm"/>
      <inkml:brushProperty name="height" value="0.05" units="cm"/>
      <inkml:brushProperty name="color" value="#FFC114"/>
    </inkml:brush>
  </inkml:definitions>
  <inkml:trace contextRef="#ctx0" brushRef="#br0">20 301 24575,'39'-83'0,"-27"53"0,2 0 0,1 1 0,1 1 0,2 0 0,24-30 0,-41 57 0,0 0 0,0 0 0,0 0 0,0 0 0,0 0 0,0 0 0,0 0 0,0 0 0,0 1 0,0-1 0,0 0 0,1 1 0,-1-1 0,0 1 0,1-1 0,-1 1 0,0 0 0,1-1 0,-1 1 0,0 0 0,3 0 0,-4 0 0,1 0 0,-1 1 0,0-1 0,1 0 0,-1 0 0,0 0 0,1 1 0,-1-1 0,0 0 0,1 1 0,-1-1 0,0 0 0,0 1 0,1-1 0,-1 0 0,0 1 0,0-1 0,0 1 0,1-1 0,-1 0 0,0 1 0,0-1 0,0 1 0,0-1 0,-2 20 0,-3-6 0,-1-1 0,0 0 0,-1 0 0,0 0 0,-12 15 0,-50 55 0,-5 8 0,71-88 0,1 1 0,1 0 0,-1-1 0,1 1 0,-1 0 0,1 0 0,0 0 0,1 0 0,-1 0 0,1 0 0,-1 1 0,1-1 0,0 0 0,1 0 0,-1 0 0,1 0 0,0 0 0,0 0 0,0 0 0,0 0 0,1 0 0,3 6 0,4 7 0,1-1 0,0 0 0,20 23 0,-23-31 0,4 6 35,0 2-235,1-1 0,1 0 0,0-1 0,1-1 0,0 0 0,20 13 0,-12-14-6626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2:59.582"/>
    </inkml:context>
    <inkml:brush xml:id="br0">
      <inkml:brushProperty name="width" value="0.05" units="cm"/>
      <inkml:brushProperty name="height" value="0.05" units="cm"/>
      <inkml:brushProperty name="color" value="#FFC114"/>
    </inkml:brush>
  </inkml:definitions>
  <inkml:trace contextRef="#ctx0" brushRef="#br0">75 119 24575,'-1'0'0,"0"0"0,0 1 0,0-1 0,0 1 0,0-1 0,0 1 0,1 0 0,-1-1 0,0 1 0,0 0 0,1 0 0,-1-1 0,0 1 0,1 0 0,-1 0 0,1 0 0,-1 0 0,1 0 0,-1 0 0,1 0 0,-1 0 0,1 0 0,0 0 0,0 0 0,0 0 0,0 0 0,-1 1 0,-1 31 0,2-26 0,1 0 0,1 0 0,-1 0 0,1 0 0,0 0 0,1-1 0,0 1 0,0-1 0,0 1 0,0-1 0,1 0 0,0-1 0,1 1 0,-1-1 0,1 1 0,8 6 0,-10-10 0,0 1 0,0-1 0,0 1 0,1-1 0,-1 0 0,1-1 0,-1 1 0,1 0 0,-1-1 0,1 0 0,0 0 0,0 0 0,0 0 0,-1-1 0,1 1 0,0-1 0,0 0 0,0 0 0,0-1 0,0 1 0,0-1 0,-1 0 0,1 0 0,0 0 0,0 0 0,-1-1 0,1 1 0,-1-1 0,1 0 0,5-5 0,-3 3 0,-1-1 0,0-1 0,0 1 0,-1-1 0,0 0 0,0 0 0,0 0 0,0-1 0,-1 1 0,0-1 0,-1 0 0,1 1 0,-1-1 0,-1-1 0,1 1 0,0-10 0,-1 8 0,-1 0 0,0-1 0,0 1 0,-1-1 0,0 1 0,0 0 0,-1-1 0,0 1 0,-1 0 0,0 0 0,-1 0 0,-5-10 0,7 16 0,0 0 0,0 0 0,0 0 0,0 0 0,0 0 0,-1 0 0,1 0 0,-1 1 0,0-1 0,0 1 0,0 0 0,0 0 0,-1 0 0,1 0 0,0 1 0,-1-1 0,1 1 0,-1 0 0,1 0 0,-1 0 0,0 0 0,1 1 0,-1-1 0,0 1 0,0 0 0,1 0 0,-1 1 0,0-1 0,0 1 0,1-1 0,-1 1 0,-4 2 0,0 0 0,0 1 0,1 0 0,0 0 0,-1 0 0,2 1 0,-1 0 0,0 1 0,1-1 0,0 1 0,0 0 0,1 1 0,0-1 0,-7 12 0,3-1 0,0 1 0,1 0 0,1 0 0,1 1 0,1-1 0,0 1 0,1 1 0,1-1 0,1 0 0,1 40 0,2-48 0,0 1 0,1-1 0,0 1 0,1-1 0,1 0 0,-1 0 0,2 0 0,8 17 0,-8-20 0,0-1 0,0 0 0,1 0 0,-1-1 0,2 1 0,-1-1 0,1-1 0,0 1 0,0-1 0,0 0 0,1-1 0,11 6 0,-12-7 0,1-1 0,-1 0 0,1 0 0,-1-1 0,1 1 0,0-2 0,-1 1 0,1-1 0,0 0 0,-1-1 0,1 0 0,0 0 0,-1-1 0,1 0 0,-1 0 0,1-1 0,-1 1 0,0-2 0,9-5 0,-6 3 0,0 0 0,0-1 0,-1 0 0,0 0 0,0-1 0,-1-1 0,0 1 0,-1-1 0,0-1 0,0 1 0,-1-1 0,7-14 0,-3 0 0,-2 0 0,0 0 0,-2 0 0,0-1 0,-2 0 0,-1 0 0,0-1 0,-2 1 0,-3-30 0,2 51 0,0 0 0,-1 1 0,1-1 0,-1 0 0,0 1 0,0-1 0,0 1 0,0-1 0,0 1 0,-1-1 0,0 1 0,0 0 0,-4-6 0,6 9 0,-1 0 0,1-1 0,-1 1 0,1 0 0,-1 0 0,0 0 0,1-1 0,-1 1 0,1 0 0,-1 0 0,0 0 0,1 0 0,-1 0 0,1 0 0,-1 0 0,0 0 0,1 0 0,-1 1 0,1-1 0,-1 0 0,1 0 0,-1 0 0,0 1 0,1-1 0,-1 0 0,1 0 0,-1 1 0,1-1 0,-1 1 0,1-1 0,0 0 0,-1 1 0,1-1 0,-1 1 0,1-1 0,0 1 0,-1-1 0,1 1 0,0-1 0,0 1 0,-1 0 0,1-1 0,0 1 0,0-1 0,0 2 0,-10 28 0,5 5 0,1 0 0,1 0 0,2 0 0,2 0 0,6 41 0,-6-66 0,0 0 0,1 0 0,0 0 0,1 0 0,0 0 0,5 9 0,-7-17 0,1 1 0,-1-1 0,1 1 0,0-1 0,0 0 0,0 1 0,0-1 0,0 0 0,0 0 0,0-1 0,1 1 0,-1 0 0,1-1 0,-1 1 0,1-1 0,-1 0 0,1 0 0,0 0 0,0 0 0,0-1 0,-1 1 0,1-1 0,0 1 0,0-1 0,3 0 0,1-1 0,-1 1 0,1-1 0,-1 0 0,0-1 0,1 1 0,-1-1 0,0 0 0,0-1 0,0 0 0,-1 0 0,9-5 0,-6 2 0,1-1 0,-2 0 0,1 0 0,-1-1 0,0 0 0,9-14 0,-6 7 0,-1-1 0,-1-1 0,0 1 0,-2-1 0,1 0 0,-2-1 0,6-32 0,-5-19 0,-6 64 0,0-1 0,0 0 0,-1 0 0,0 0 0,0 0 0,0 1 0,-1-1 0,1 0 0,-4-6 0,5 12 0,-1-1 0,1 1 0,0-1 0,0 1 0,0-1 0,-1 1 0,1-1 0,0 1 0,-1-1 0,1 1 0,0 0 0,-1-1 0,1 1 0,0-1 0,-1 1 0,1 0 0,-1-1 0,1 1 0,-1 0 0,1 0 0,-1-1 0,1 1 0,-1 0 0,1 0 0,-1 0 0,1 0 0,-1 0 0,1 0 0,-1 0 0,1 0 0,-1 0 0,1 0 0,-1 0 0,-1 0 0,1 1 0,0 0 0,0 0 0,0 0 0,0-1 0,1 1 0,-1 0 0,0 0 0,0 0 0,0 1 0,1-1 0,-1 0 0,0 1 0,-2 6 0,0 0 0,0 0 0,-2 11 0,-1 18 0,2 0 0,2 0 0,1 0 0,2 0 0,6 43 0,44 183 0,2 21 0,-52-276 0,0 1 0,-1-1 0,0 0 0,0 1 0,-1-1 0,0 0 0,0 0 0,-1 0 0,-1 0 0,-3 11 0,4-15 0,0 0 0,-1 0 0,1 0 0,-1-1 0,0 1 0,0-1 0,0 0 0,0 0 0,-1 0 0,1 0 0,-1-1 0,0 1 0,0-1 0,0 0 0,0 0 0,0 0 0,0 0 0,0-1 0,-1 0 0,-5 1 0,1 0 0,0-1 0,1 0 0,-1-1 0,0 1 0,0-2 0,0 1 0,1-2 0,-1 1 0,0-1 0,1 0 0,-1-1 0,1 0 0,0 0 0,-9-5 0,7 2 0,0 0 0,0-1 0,1-1 0,0 0 0,0 0 0,1 0 0,0-1 0,0-1 0,-10-16 0,9 13 0,1-2 0,1 1 0,0-1 0,1 0 0,1 0 0,1-1 0,0 1 0,0-1 0,2 0 0,0 0 0,1 0 0,0-1 0,2 1 0,-1 0 0,7-27 0,-5 34 0,0 1 0,1-1 0,0 1 0,1 0 0,0 0 0,0 0 0,1 1 0,0 0 0,0-1 0,1 2 0,0-1 0,0 1 0,0 0 0,1 0 0,0 0 0,0 1 0,8-4 0,-2 2 0,0 1 0,0 1 0,0 0 0,1 1 0,-1 1 0,1 0 0,0 1 0,0 0 0,28 0 0,-10 3-1365,-5 1-5461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0.080"/>
    </inkml:context>
    <inkml:brush xml:id="br0">
      <inkml:brushProperty name="width" value="0.05" units="cm"/>
      <inkml:brushProperty name="height" value="0.05" units="cm"/>
      <inkml:brushProperty name="color" value="#FFC114"/>
    </inkml:brush>
  </inkml:definitions>
  <inkml:trace contextRef="#ctx0" brushRef="#br0">152 122 24575,'-1'-1'0,"-1"1"0,1 0 0,0-1 0,0 1 0,0-1 0,0 1 0,0-1 0,0 0 0,0 1 0,0-1 0,0 0 0,0 0 0,0 0 0,-1-1 0,-9-6 0,11 8 0,-1 0 0,1 0 0,-1 0 0,1 0 0,0 0 0,-1 0 0,1 0 0,-1 0 0,1 0 0,0 1 0,-1-1 0,1 0 0,0 0 0,-1 0 0,1 0 0,0 1 0,-1-1 0,1 0 0,0 0 0,-1 1 0,1-1 0,0 0 0,0 0 0,-1 1 0,1-1 0,0 0 0,0 1 0,-1-1 0,1 0 0,0 1 0,0-1 0,0 1 0,-2 3 0,0-1 0,1 0 0,-1 1 0,-1-1 0,1 0 0,0 0 0,-1 0 0,1-1 0,-1 1 0,-5 3 0,6-5 0,1 0 0,-1-1 0,1 1 0,-1-1 0,0 0 0,1 1 0,-1-1 0,0 0 0,1 0 0,-1 0 0,1 0 0,-1 0 0,0 0 0,1-1 0,-1 1 0,0-1 0,1 1 0,-1-1 0,1 1 0,-1-1 0,1 0 0,-1 0 0,1 1 0,0-1 0,-1 0 0,1-1 0,-2-1 0,0 0 0,-1 0 0,1 0 0,0-1 0,0 0 0,0 0 0,0 0 0,1 0 0,0 0 0,0 0 0,0 0 0,0-1 0,1 1 0,-1-1 0,1 1 0,0-1 0,0-7 0,1 9 0,0 1 0,0-1 0,0 1 0,0 0 0,1-1 0,-1 1 0,1-1 0,-1 1 0,1 0 0,0 0 0,0-1 0,0 1 0,0 0 0,1 0 0,-1 0 0,0 0 0,1 0 0,0 0 0,-1 1 0,1-1 0,0 0 0,0 1 0,0 0 0,0-1 0,0 1 0,0 0 0,0 0 0,0 0 0,1 0 0,-1 0 0,0 0 0,1 1 0,3-1 0,-1 0-195,-1 1 0,0 0 0,1-1 0,-1 2 0,1-1 0,7 2 0,6 3-6631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0.471"/>
    </inkml:context>
    <inkml:brush xml:id="br0">
      <inkml:brushProperty name="width" value="0.05" units="cm"/>
      <inkml:brushProperty name="height" value="0.05" units="cm"/>
      <inkml:brushProperty name="color" value="#FFC114"/>
    </inkml:brush>
  </inkml:definitions>
  <inkml:trace contextRef="#ctx0" brushRef="#br0">41 150 24575,'6'19'0,"0"2"0,-6-20 0,0 0 0,0-1 0,0 1 0,0 0 0,0 0 0,0 0 0,0-1 0,0 1 0,-1 0 0,1 0 0,0-1 0,0 1 0,-1 0 0,1-1 0,-1 1 0,1 0 0,-1-1 0,1 1 0,-1-1 0,1 1 0,-1-1 0,1 1 0,-1-1 0,-1 2 0,2-2 0,-1 0 0,0 0 0,0 0 0,1 1 0,-1-1 0,0 0 0,1 0 0,-1 0 0,0 0 0,0 0 0,1-1 0,-1 1 0,0 0 0,1 0 0,-1 0 0,0-1 0,1 1 0,-1 0 0,0-1 0,1 1 0,-1 0 0,1-1 0,-1 1 0,1-1 0,-1 1 0,1-1 0,-1 1 0,1-1 0,-1 1 0,1-1 0,-1 0 0,1 1 0,-1-2 0,-11-21 0,9 16 0,1-1 0,1 1 0,-1 0 0,1-1 0,0 1 0,1 0 0,0-1 0,0 1 0,0-1 0,1 1 0,0 0 0,1-1 0,0 1 0,0 0 0,0 0 0,1 0 0,0 0 0,0 1 0,1-1 0,6-8 0,-9 14 9,0 0-1,0-1 0,0 1 0,0 0 1,0 0-1,0 0 0,1 0 0,-1 0 1,0 1-1,1-1 0,-1 0 0,1 1 1,-1-1-1,0 1 0,1-1 0,-1 1 1,1-1-1,0 1 0,-1 0 0,1 0 1,-1 0-1,1 0 0,-1 0 0,1 0 1,-1 1-1,1-1 0,-1 0 0,1 1 1,-1-1-1,1 1 0,-1-1 0,1 1 1,-1 0-1,0 0 0,1 0 0,-1-1 1,0 1-1,0 0 0,0 1 0,2 0 1,5 6-269,0 1 1,-1 0-1,0 0 0,8 12 1,-12-15-147,7 8-6420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0.949"/>
    </inkml:context>
    <inkml:brush xml:id="br0">
      <inkml:brushProperty name="width" value="0.05" units="cm"/>
      <inkml:brushProperty name="height" value="0.05" units="cm"/>
      <inkml:brushProperty name="color" value="#FFC114"/>
    </inkml:brush>
  </inkml:definitions>
  <inkml:trace contextRef="#ctx0" brushRef="#br0">60 111 24575,'-23'-21'0,"18"17"0,0 0 0,1 0 0,-1 0 0,1-1 0,0 0 0,-6-8 0,10 13 0,1 0 0,-1 0 0,0 0 0,0 0 0,0 0 0,0 0 0,0 0 0,1 0 0,-1 0 0,0 0 0,0 0 0,0 0 0,0 0 0,0 0 0,1 0 0,-1 0 0,0 0 0,0 0 0,0 0 0,0 0 0,0 0 0,1 0 0,-1 0 0,0 0 0,0 0 0,0 0 0,0 0 0,0 0 0,1 0 0,-1 0 0,0 0 0,0 0 0,0 0 0,0-1 0,0 1 0,0 0 0,0 0 0,1 0 0,-1 0 0,0 0 0,0 0 0,0-1 0,0 1 0,0 0 0,0 0 0,0 0 0,0 0 0,0 0 0,0-1 0,0 1 0,0 0 0,0 0 0,0 0 0,0 0 0,0-1 0,0 1 0,0 0 0,14 8 0,-2 2 0,0 0 0,0 0 0,-1 2 0,0-1 0,-1 1 0,-1 1 0,17 27 0,44 103 0,-68-139 0,30 71 0,38 137 0,-62-191 0,-2-17 0,1-14 0,-1-4 0,-2-1 0,0 0 0,2-18 0,3-11 0,99-318 0,-80 276 0,-27 82 0,1-3 0,0 1 0,0-1 0,1 1 0,7-12 0,-10 17 0,0 1 0,0 0 0,0 0 0,0-1 0,1 1 0,-1 0 0,0 0 0,0-1 0,1 1 0,-1 0 0,0 0 0,0 0 0,1 0 0,-1-1 0,0 1 0,0 0 0,1 0 0,-1 0 0,0 0 0,1 0 0,-1 0 0,0 0 0,1 0 0,-1 0 0,0 0 0,0 0 0,1 0 0,-1 0 0,0 0 0,1 0 0,-1 0 0,0 0 0,1 0 0,-1 0 0,0 1 0,0-1 0,1 0 0,-1 0 0,0 0 0,0 0 0,1 1 0,-1-1 0,0 0 0,0 0 0,0 0 0,1 1 0,-1-1 0,0 0 0,0 1 0,0-1 0,0 0 0,1 0 0,-1 1 0,0-1 0,0 0 0,0 1 0,7 17 0,-1 10-39,4 41 0,-7-41-1248,1 9-5539</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2.254"/>
    </inkml:context>
    <inkml:brush xml:id="br0">
      <inkml:brushProperty name="width" value="0.05" units="cm"/>
      <inkml:brushProperty name="height" value="0.05" units="cm"/>
      <inkml:brushProperty name="color" value="#FFC114"/>
    </inkml:brush>
  </inkml:definitions>
  <inkml:trace contextRef="#ctx0" brushRef="#br0">161 647 24575,'12'-13'0,"-2"0"0,1-1 0,-2-1 0,0 0 0,-1 0 0,0 0 0,7-25 0,-6 11 0,-1 1 0,-1-1 0,4-44 0,-11 67 0,1 1 0,-1 0 0,0-1 0,-1 1 0,1-1 0,-1 1 0,0-1 0,-3-9 0,3 14 0,1 0 0,-1 0 0,1 0 0,-1-1 0,0 1 0,0 0 0,1 1 0,-1-1 0,0 0 0,0 0 0,0 0 0,0 0 0,0 1 0,0-1 0,0 0 0,0 1 0,-2-2 0,1 2 0,0 0 0,0 0 0,0-1 0,0 1 0,0 1 0,0-1 0,1 0 0,-1 0 0,0 1 0,0-1 0,0 1 0,0-1 0,1 1 0,-1 0 0,-2 1 0,-4 3 0,1-1 0,0 2 0,0-1 0,0 1 0,1 0 0,0 0 0,-8 11 0,-34 52 0,44-64 0,2-1 0,-67 114 0,63-105 0,0 0 0,1 0 0,0 1 0,1 0 0,0 0 0,1 0 0,-1 19 0,4-30 0,0 0 0,0-1 0,0 1 0,0 0 0,0 0 0,1-1 0,0 1 0,-1 0 0,1-1 0,0 1 0,0-1 0,0 1 0,0-1 0,1 1 0,-1-1 0,1 0 0,0 0 0,-1 0 0,1 0 0,0 0 0,0 0 0,4 3 0,-3-4 0,0 1 0,0-1 0,0 0 0,0 0 0,0 0 0,0 0 0,0-1 0,1 1 0,-1-1 0,0 0 0,0 0 0,1 0 0,-1 0 0,0 0 0,0-1 0,0 0 0,1 1 0,-1-1 0,3-2 0,7-2 0,-2-1 0,1-1 0,-1 0 0,0 0 0,0-1 0,-1 0 0,0-1 0,0 0 0,-1-1 0,0 0 0,-1-1 0,0 1 0,9-18 0,4-11 0,-2 0 0,24-72 0,-37 93 0,-5 21 0,-10 31 0,1-6 0,2 1 0,0 0 0,2 0 0,1 1 0,2-1 0,1 1 0,4 40 0,-3-65 0,-1-1 0,1 0 0,0 0 0,1 0 0,-1 0 0,0 0 0,1-1 0,0 1 0,0 0 0,0-1 0,1 1 0,-1-1 0,1 0 0,0 0 0,0 0 0,0 0 0,0 0 0,4 2 0,-4-3 0,1-1 0,0 1 0,-1-1 0,1 0 0,0 0 0,0 0 0,-1-1 0,1 1 0,0-1 0,0 0 0,0 0 0,0 0 0,0 0 0,-1-1 0,1 0 0,0 0 0,0 0 0,-1 0 0,7-3 0,4-3 0,0 0 0,-1-1 0,0-1 0,0 0 0,-1 0 0,0-2 0,0 1 0,-1-1 0,-1-1 0,0 0 0,10-17 0,3-7 0,-1-2 0,29-73 0,-34 71 0,-3 0 0,-1-2 0,-2 1 0,-2-2 0,-2 1 0,3-72 0,-10 107 0,-1 0 0,1 1 0,-1-1 0,0 1 0,-1-1 0,0 1 0,-3-10 0,4 15 0,1 0 0,-1 0 0,1 0 0,-1 0 0,1 0 0,-1 0 0,0 1 0,0-1 0,1 0 0,-1 0 0,0 0 0,0 1 0,0-1 0,0 0 0,0 1 0,0-1 0,0 1 0,0-1 0,-2 0 0,1 1 0,1 1 0,-1-1 0,1 0 0,-1 0 0,1 1 0,-1-1 0,1 1 0,0-1 0,-1 1 0,1-1 0,-1 1 0,1 0 0,0 0 0,0 0 0,-1 0 0,1 0 0,0 0 0,0 0 0,-1 2 0,-6 6 0,2 0 0,-1 0 0,1 1 0,0 0 0,1 0 0,0 1 0,-4 12 0,-20 79 0,21-70 0,2-1 0,2 1 0,1 0 0,0 38 0,4-57 0,-1 0 0,2 0 0,-1 1 0,2-1 0,0 0 0,0 0 0,2-1 0,-1 1 0,1-1 0,1 0 0,0 0 0,15 19 0,-19-28 0,1 1 0,-1-1 0,1 0 0,0 0 0,0 0 0,1-1 0,-1 1 0,0-1 0,1 0 0,0 0 0,-1 0 0,1 0 0,0-1 0,0 1 0,0-1 0,0 0 0,0 0 0,0-1 0,0 1 0,0-1 0,1 0 0,-1 0 0,0 0 0,0-1 0,0 1 0,0-1 0,0 0 0,0 0 0,0-1 0,0 1 0,0-1 0,0 0 0,5-3 0,2-2 0,1-1 0,-1-1 0,-1 0 0,0 0 0,0-1 0,-1 0 0,0-1 0,15-23 0,-2-5 0,30-76 0,-30 62 0,-9 32 0,-9 20 0,-6 14 0,0-3 0,-26 123 0,26-117 0,1-1 0,0 1 0,1 0 0,1-1 0,0 1 0,6 25 0,-6-38 0,-1-1 0,1 1 0,0 0 0,0-1 0,0 1 0,0-1 0,0 1 0,0-1 0,1 1 0,-1-1 0,1 0 0,0 0 0,0 0 0,0 0 0,0 0 0,0 0 0,0-1 0,0 1 0,1 0 0,-1-1 0,0 0 0,1 0 0,-1 0 0,4 1 0,-3-1 0,0-1 0,0 0 0,1 0 0,-1 0 0,0-1 0,0 1 0,0-1 0,0 0 0,1 1 0,-1-1 0,0-1 0,0 1 0,0 0 0,-1-1 0,1 0 0,0 1 0,-1-1 0,1 0 0,-1 0 0,4-4 0,6-7 0,-1 0 0,0-1 0,-1 0 0,0 0 0,11-24 0,-5 4 0,17-53 0,-30 80 0,-1 0 0,-1 1 0,1-1 0,1-14 0,-4 21 0,1 0 0,0 1 0,0-1 0,0 0 0,0 0 0,0 0 0,0 0 0,0 0 0,0 0 0,0 0 0,0 0 0,0 0 0,0 0 0,-1 0 0,1 0 0,0 0 0,0 0 0,0 0 0,0 0 0,0 0 0,0 0 0,0-1 0,0 1 0,0 0 0,0 0 0,0 0 0,0 0 0,0 0 0,-1 0 0,1 0 0,0 0 0,0 0 0,0 0 0,0 0 0,0 0 0,0 0 0,0 0 0,0 0 0,0 0 0,0-1 0,0 1 0,0 0 0,0 0 0,0 0 0,0 0 0,0 0 0,0 0 0,0 0 0,0 0 0,0 0 0,0 0 0,0 0 0,0 0 0,0-1 0,-6 12 0,-4 18 0,6-15 0,1 1 0,0 0 0,2 0 0,-1 0 0,2 0 0,0 0 0,0 0 0,2 0 0,4 20 0,-6-33 0,1 0 0,-1 1 0,1-1 0,0 0 0,0 1 0,0-1 0,0 0 0,1 0 0,-1 0 0,0 0 0,1 0 0,0 0 0,-1 0 0,1-1 0,0 1 0,0-1 0,0 1 0,0-1 0,3 2 0,-2-2 0,0 0 0,0 0 0,1 0 0,-1-1 0,1 1 0,-1-1 0,1 1 0,-1-1 0,1 0 0,-1-1 0,1 1 0,3-1 0,3-2 0,-1 0 0,1 0 0,-1 0 0,1-2 0,-1 1 0,0-1 0,-1 0 0,12-9 0,-7 3 0,0-2 0,0 0 0,-1 0 0,20-29 0,-25 31 0,-1 0 0,0-1 0,0 0 0,-1 0 0,0 0 0,-1 0 0,4-20 0,-8 30 0,0 0 0,1-1 0,-1 1 0,0 0 0,0 0 0,0-1 0,0 1 0,0 0 0,-1 0 0,1 0 0,-1-1 0,0 1 0,1 0 0,-1 0 0,0 0 0,0 0 0,0 0 0,0 0 0,-1 0 0,1 1 0,0-1 0,-1 0 0,0 0 0,-1-1 0,1 2 0,0 0 0,0 1 0,0-1 0,0 0 0,0 1 0,0-1 0,0 1 0,0-1 0,0 1 0,0 0 0,0 0 0,0 0 0,0 0 0,0 0 0,0 1 0,0-1 0,0 1 0,0-1 0,0 1 0,0 0 0,0 0 0,0-1 0,0 1 0,1 1 0,-1-1 0,-2 1 0,-2 3 0,1 1 0,-1-1 0,1 1 0,0 0 0,0 0 0,0 1 0,1-1 0,0 1 0,1 0 0,-1 0 0,1 0 0,0 1 0,1-1 0,0 1 0,0-1 0,1 1 0,0 0 0,0-1 0,1 15 0,0-8 0,1 0 0,0 0 0,1-1 0,0 1 0,1 0 0,0-1 0,2 1 0,-1-1 0,2 0 0,8 16 0,-10-23-91,0 0 0,1-1 0,-1 1 0,1-1 0,0 1 0,0-1 0,1-1 0,0 1 0,0-1 0,0 0 0,0 0 0,0-1 0,1 0 0,13 5 0,5-2-6735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2.536"/>
    </inkml:context>
    <inkml:brush xml:id="br0">
      <inkml:brushProperty name="width" value="0.05" units="cm"/>
      <inkml:brushProperty name="height" value="0.05" units="cm"/>
      <inkml:brushProperty name="color" value="#FFC114"/>
    </inkml:brush>
  </inkml:definitions>
  <inkml:trace contextRef="#ctx0" brushRef="#br0">14 0 24575,'0'4'0,"3"4"0,2 4 0,3 3 0,0 3 0,-1 5 0,-2 5 0,-6 8 0,-8 8 0,-10 6 0,-2-5-8191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3.721"/>
    </inkml:context>
    <inkml:brush xml:id="br0">
      <inkml:brushProperty name="width" value="0.05" units="cm"/>
      <inkml:brushProperty name="height" value="0.05" units="cm"/>
      <inkml:brushProperty name="color" value="#FFC114"/>
    </inkml:brush>
  </inkml:definitions>
  <inkml:trace contextRef="#ctx0" brushRef="#br0">38 138 24575,'-8'-20'0,"0"-1"0,2 1 0,1-1 0,-4-26 0,7 39 0,63 409 0,-27-167 0,-33-224 0,1 0 0,0 0 0,4 10 0,-6-20 0,0 0 0,0 0 0,0-1 0,0 1 0,0 0 0,0 0 0,1-1 0,-1 1 0,0 0 0,0 0 0,0 0 0,0-1 0,0 1 0,0 0 0,0 0 0,1 0 0,-1-1 0,0 1 0,0 0 0,0 0 0,0 0 0,1 0 0,-1-1 0,0 1 0,0 0 0,1 0 0,-1 0 0,0 0 0,0 0 0,0 0 0,1 0 0,-1 0 0,0 0 0,0 0 0,1 0 0,-1 0 0,0 0 0,0 0 0,1 0 0,-1 0 0,0 0 0,0 0 0,1 0 0,-1 0 0,0 0 0,0 0 0,1 0 0,-1 0 0,0 1 0,0-1 0,0 0 0,1 0 0,-1 0 0,0 0 0,0 0 0,0 1 0,0-1 0,1 0 0,-1 0 0,0 0 0,0 1 0,0-1 0,0 0 0,0 0 0,0 1 0,0-1 0,0 1 0,7-22 0,23-134 0,-19 87 0,20-67 0,-23 106 0,2-4 0,1 0 0,22-47 0,-24 68 0,-6 21 0,-8 24 0,-7 3 0,-3 0 0,0 0 0,-3-2 0,-1 0 0,-1-1 0,-2 0 0,-37 41 0,58-73 0,0 0 0,0 0 0,-1 0 0,1 0 0,1 1 0,-1-1 0,0 0 0,0 0 0,0 1 0,1-1 0,-1 1 0,1-1 0,-1 0 0,1 1 0,-1-1 0,1 1 0,0-1 0,0 1 0,0-1 0,0 3 0,0-2 0,1-1 0,0 1 0,0-1 0,0 1 0,0-1 0,0 0 0,0 1 0,0-1 0,1 0 0,-1 0 0,0 0 0,1 0 0,-1 0 0,1 0 0,-1 0 0,1-1 0,-1 1 0,4 0 0,156 60 0,-106-38-682,71 19-1,-96-35-6143</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4.638"/>
    </inkml:context>
    <inkml:brush xml:id="br0">
      <inkml:brushProperty name="width" value="0.05" units="cm"/>
      <inkml:brushProperty name="height" value="0.05" units="cm"/>
      <inkml:brushProperty name="color" value="#FFC114"/>
    </inkml:brush>
  </inkml:definitions>
  <inkml:trace contextRef="#ctx0" brushRef="#br0">133 214 24575,'-8'-12'0,"8"10"0,-1 1 0,1 0 0,-1-1 0,1 1 0,-1 0 0,0 0 0,0 0 0,0 0 0,0-1 0,0 1 0,0 0 0,0 0 0,0 1 0,0-1 0,0 0 0,0 0 0,0 0 0,-1 1 0,1-1 0,-2 0 0,3 2 0,0-1 0,0 1 0,0-1 0,-1 1 0,1 0 0,0-1 0,0 1 0,0-1 0,0 1 0,0-1 0,0 1 0,0 0 0,0-1 0,0 1 0,1-1 0,-1 1 0,0-1 0,0 1 0,0-1 0,1 1 0,-1-1 0,0 1 0,1 0 0,7 15 0,-6-11 0,1-1 0,0 1 0,0-1 0,0 1 0,0-1 0,1 0 0,0 0 0,0 0 0,7 4 0,-9-7 0,0 0 0,0 0 0,0 0 0,0-1 0,0 1 0,0 0 0,0-1 0,1 0 0,-1 0 0,0 1 0,0-1 0,0-1 0,1 1 0,-1 0 0,0 0 0,0-1 0,0 1 0,0-1 0,1 0 0,-1 0 0,0 0 0,0 0 0,0 0 0,-1 0 0,4-3 0,2-1 0,-1 0 0,1-1 0,-1 0 0,-1 0 0,1 0 0,-1-1 0,0 0 0,-1 0 0,0 0 0,0 0 0,0-1 0,-1 0 0,0 1 0,2-10 0,-4 13 0,0-1 0,0 0 0,0 0 0,0 0 0,-1 0 0,1 0 0,-1-1 0,-1 1 0,1 0 0,-1 0 0,0 0 0,0 0 0,0 0 0,-1 1 0,0-1 0,0 0 0,0 1 0,0-1 0,-1 1 0,0-1 0,1 1 0,-2 0 0,1 0 0,-4-3 0,3 4 0,1 1 0,-1 0 0,1 0 0,-1 0 0,0 0 0,0 1 0,0-1 0,1 1 0,-2 0 0,1 0 0,0 1 0,0-1 0,0 1 0,0 0 0,0 0 0,0 0 0,0 0 0,-1 1 0,1 0 0,0 0 0,0 0 0,0 0 0,1 1 0,-1-1 0,0 1 0,-4 3 0,-3 1 0,1 0 0,0 1 0,1 0 0,0 1 0,0-1 0,1 2 0,-1-1 0,-6 12 0,8-11 0,1 1 0,0 0 0,0 0 0,1 0 0,1 1 0,0 0 0,0 0 0,1 0 0,0 0 0,1 1 0,1-1 0,0 1 0,0 16 0,1-20 0,1-1 0,0 1 0,1-1 0,0 1 0,0-1 0,0 0 0,1 1 0,0-1 0,0 0 0,1-1 0,0 1 0,0-1 0,1 0 0,-1 0 0,1 0 0,1 0 0,-1-1 0,1 0 0,0 0 0,0 0 0,8 4 0,-3-4 0,-1 0 0,1-1 0,0 0 0,1-1 0,-1 0 0,1 0 0,-1-1 0,1-1 0,0 0 0,0-1 0,-1 0 0,1-1 0,0 0 0,21-5 0,-6-1 0,0 0 0,-1-2 0,0-1 0,-1-1 0,30-18 0,-43 22 0,0-2 0,0 1 0,0-1 0,-1-1 0,-1 0 0,0 0 0,15-20 0,-20 24 0,-1-2 0,1 1 0,-1 0 0,-1-1 0,1 0 0,-1 0 0,0 0 0,-1 0 0,0 0 0,0 0 0,-1-1 0,0 1 0,-1-1 0,0-10 0,0 18 0,0 0 0,0 0 0,0 0 0,0 0 0,0 0 0,0 0 0,-1 0 0,1 0 0,0 0 0,0 0 0,-1 0 0,1 0 0,-1 0 0,1 1 0,-1-1 0,0 0 0,1 0 0,-2-1 0,2 2 0,-1 0 0,1 0 0,-1 0 0,1 0 0,-1 0 0,1 0 0,-1 0 0,1 0 0,-1 0 0,1 0 0,-1 0 0,1 0 0,-1 0 0,1 0 0,-1 0 0,1 1 0,0-1 0,-1 0 0,1 0 0,-1 1 0,1-1 0,-1 0 0,1 0 0,0 1 0,-1 0 0,-2 1 0,1 0 0,0 1 0,0-1 0,0 1 0,0 0 0,1-1 0,-1 1 0,1 0 0,-2 5 0,1-3 0,1-1 0,0 1 0,1-1 0,-1 1 0,1-1 0,0 1 0,0-1 0,0 1 0,1-1 0,-1 1 0,1-1 0,0 1 0,3 6 0,-2-8 0,-1-1 0,0 0 0,1 0 0,-1 0 0,1 0 0,0 0 0,0 0 0,0 0 0,0-1 0,0 1 0,0-1 0,0 1 0,0-1 0,1 0 0,-1 0 0,1 0 0,-1 0 0,1 0 0,-1 0 0,1-1 0,-1 1 0,1-1 0,-1 0 0,6 0 0,4 0 0,-1-1 0,1 0 0,-1-1 0,0 0 0,1-1 0,-1 0 0,0-1 0,-1 0 0,12-6 0,-6 1 0,-1 0 0,-1-1 0,1 0 0,-2-1 0,16-15 0,-28 25 0,-1 1 0,1-1 0,-1 0 0,1 1 0,-1-1 0,1 1 0,0-1 0,-1 1 0,1-1 0,0 1 0,0-1 0,-1 1 0,1 0 0,0 0 0,0-1 0,-1 1 0,1 0 0,0 0 0,0 0 0,1 0 0,-1 0 0,-1 0 0,1 0 0,-1 1 0,1-1 0,-1 1 0,1-1 0,-1 0 0,0 1 0,1-1 0,-1 1 0,1-1 0,-1 1 0,0-1 0,1 1 0,-1-1 0,0 1 0,0-1 0,1 1 0,-1-1 0,0 1 0,0 0 0,1 7 0,0-1 0,0 0 0,-1 13 0,0-13 0,4 68 0,4 0 0,3 0 0,32 115 0,-40-177 0,3 5 0,-2 1 0,0 0 0,-1 0 0,0 26 0,-3-41 0,0 0 0,0 0 0,0-1 0,-1 1 0,1 0 0,-1 0 0,0 0 0,0-1 0,0 1 0,-1-1 0,0 1 0,1-1 0,-1 1 0,0-1 0,0 0 0,-1 0 0,1 0 0,-1 0 0,1 0 0,-1-1 0,0 1 0,0-1 0,0 1 0,-1-1 0,1 0 0,0-1 0,-1 1 0,-3 1 0,-3-1 0,1 0 0,-1 0 0,0-1 0,0 0 0,1-1 0,-1 0 0,0 0 0,0-1 0,1-1 0,-1 0 0,1 0 0,-1-1 0,1 0 0,-17-8 0,6 2 0,1-1 0,0-2 0,1 0 0,0 0 0,-26-25 0,30 23 0,1 0 0,0 0 0,1-1 0,1-1 0,0 0 0,1 0 0,1-1 0,-11-27 0,17 37 0,1-1 0,0 1 0,1-1 0,-1 1 0,2-1 0,-1 1 0,1-1 0,0 1 0,0-1 0,3-11 0,-1 13 0,-1 0 0,2 0 0,-1 0 0,1 1 0,-1-1 0,1 1 0,1 0 0,-1 0 0,1 0 0,0 0 0,0 0 0,1 1 0,-1 0 0,9-6 0,1 0-227,0 1-1,1 1 1,0 0-1,1 1 1,21-7-1,2 2-6598</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4.840"/>
    </inkml:context>
    <inkml:brush xml:id="br0">
      <inkml:brushProperty name="width" value="0.05" units="cm"/>
      <inkml:brushProperty name="height" value="0.05" units="cm"/>
      <inkml:brushProperty name="color" value="#FFC114"/>
    </inkml:brush>
  </inkml:definitions>
  <inkml:trace contextRef="#ctx0" brushRef="#br0">0 12 24575,'0'-3'0,"4"-1"0,3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5.047"/>
    </inkml:context>
    <inkml:brush xml:id="br0">
      <inkml:brushProperty name="width" value="0.05" units="cm"/>
      <inkml:brushProperty name="height" value="0.05" units="cm"/>
      <inkml:brushProperty name="color" value="#FFC114"/>
    </inkml:brush>
  </inkml:definitions>
  <inkml:trace contextRef="#ctx0" brushRef="#br0">1 0 24575,'0'3'0,"3"2"0,5-1 0,4-4 0,0-2-8191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5.511"/>
    </inkml:context>
    <inkml:brush xml:id="br0">
      <inkml:brushProperty name="width" value="0.05" units="cm"/>
      <inkml:brushProperty name="height" value="0.05" units="cm"/>
      <inkml:brushProperty name="color" value="#FFC114"/>
    </inkml:brush>
  </inkml:definitions>
  <inkml:trace contextRef="#ctx0" brushRef="#br0">20 104 24575,'-3'-4'0,"1"-1"0,-1 1 0,1-1 0,0 0 0,1 1 0,-1-1 0,1 0 0,0 0 0,0 0 0,1 0 0,-1 0 0,1 0 0,0 0 0,0 0 0,1 0 0,1-10 0,-1 15 0,-1-1 0,0 0 0,0 1 0,0-1 0,1 1 0,-1-1 0,0 1 0,1-1 0,-1 1 0,0-1 0,1 1 0,-1-1 0,1 1 0,-1-1 0,1 1 0,-1 0 0,1-1 0,-1 1 0,1 0 0,-1-1 0,1 1 0,-1 0 0,1 0 0,0-1 0,-1 1 0,1 0 0,-1 0 0,1 0 0,0 0 0,-1 0 0,1 0 0,0 0 0,-1 0 0,1 0 0,-1 0 0,1 0 0,0 0 0,-1 1 0,1-1 0,-1 0 0,1 0 0,-1 1 0,1-1 0,0 0 0,-1 1 0,1-1 0,-1 0 0,1 1 0,-1-1 0,1 2 0,3 1 0,-1 0 0,0 0 0,0 0 0,0 1 0,4 7 0,24 47 0,34 91 0,-43-93 0,3-1 0,37 63 0,-57-111 0,-1 0 0,1-1 0,0 1 0,1-1 0,0 0 0,0-1 0,12 10 0,-16-14 0,0 1 0,0-1 0,0 0 0,0 0 0,0-1 0,0 1 0,0 0 0,0-1 0,1 1 0,-1-1 0,0 0 0,0 0 0,1 1 0,-1-2 0,0 1 0,0 0 0,1 0 0,-1-1 0,0 1 0,0-1 0,0 0 0,1 1 0,-1-1 0,0 0 0,0 0 0,0-1 0,-1 1 0,1 0 0,0-1 0,0 1 0,-1-1 0,4-2 0,6-9 0,-1-1 0,0 0 0,-1 0 0,0-1 0,-2 0 0,1-1 0,-2 0 0,8-27 0,1-16 0,8-62 0,-22 114 0,5-38 223,-4 24-752,1-1-1,11-38 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6.833"/>
    </inkml:context>
    <inkml:brush xml:id="br0">
      <inkml:brushProperty name="width" value="0.05" units="cm"/>
      <inkml:brushProperty name="height" value="0.05" units="cm"/>
      <inkml:brushProperty name="color" value="#FFC114"/>
    </inkml:brush>
  </inkml:definitions>
  <inkml:trace contextRef="#ctx0" brushRef="#br0">163 608 24575,'2'-1'0,"0"1"0,0-1 0,0 1 0,0-1 0,0 1 0,0-1 0,0 0 0,-1 0 0,1 0 0,0 0 0,-1 0 0,1-1 0,-1 1 0,1 0 0,2-4 0,18-24 0,-12 12 0,-1 1 0,0-2 0,-2 1 0,0-1 0,5-19 0,-8 24 0,-1-1 0,-1 0 0,0 0 0,-1 0 0,0 0 0,-1 0 0,-3-22 0,2 32 0,1 1 0,-1-1 0,0 1 0,0 0 0,0-1 0,0 1 0,-1 0 0,0-1 0,1 1 0,-1 0 0,0 0 0,0 0 0,-1 1 0,1-1 0,0 0 0,-1 1 0,-4-3 0,5 4 0,0-1 0,-1 1 0,1 1 0,-1-1 0,1 0 0,-1 1 0,1-1 0,-1 1 0,0 0 0,1 0 0,-1 0 0,1 0 0,-1 0 0,0 1 0,1-1 0,-1 1 0,1-1 0,-1 1 0,1 0 0,0 0 0,-1 0 0,1 0 0,0 1 0,-3 1 0,-8 6 0,0 1 0,1 0 0,0 1 0,1 0 0,0 0 0,1 1 0,-10 14 0,9-9 0,0 1 0,1 0 0,0 1 0,-12 37 0,18-44 0,1 0 0,0 0 0,1 1 0,0-1 0,1 1 0,1-1 0,1 23 0,-1-32 0,0 0 0,1 0 0,0 0 0,-1 0 0,1 0 0,0 0 0,0 0 0,1 0 0,-1 0 0,1 0 0,-1 0 0,1-1 0,0 1 0,0-1 0,0 1 0,0-1 0,0 0 0,1 0 0,-1 0 0,1 0 0,-1 0 0,1-1 0,0 1 0,0-1 0,0 1 0,0-1 0,0 0 0,0 0 0,0-1 0,0 1 0,0 0 0,0-1 0,0 0 0,0 0 0,5 0 0,-1 0 0,0-1 0,1 0 0,-1 0 0,0-1 0,0 1 0,0-2 0,0 1 0,0-1 0,0 0 0,-1 0 0,1-1 0,-1 0 0,0 0 0,0 0 0,7-8 0,3-4 0,-2-1 0,0-1 0,19-32 0,-18 27 0,-14 22 0,0 0 0,-1-1 0,1 1 0,0 0 0,-1 0 0,1 0 0,0 0 0,0 0 0,0 0 0,0 1 0,0-1 0,0 0 0,0 0 0,0 1 0,1-1 0,-1 0 0,1 0 0,-1 2 0,-1-1 0,1 0 0,-1 0 0,1 0 0,-1 0 0,1 1 0,-1-1 0,1 0 0,-1 1 0,1-1 0,-1 0 0,0 1 0,1-1 0,-1 0 0,1 1 0,-1-1 0,0 1 0,0-1 0,1 1 0,-1-1 0,0 1 0,0-1 0,1 1 0,-1-1 0,0 1 0,0-1 0,0 1 0,2 9 0,0 0 0,-1 0 0,0 13 0,-1-12 0,1-6 0,-1 1 0,1 0 0,0 0 0,1 0 0,-1-1 0,1 1 0,0-1 0,1 1 0,-1-1 0,1 0 0,0 0 0,1 0 0,-1 0 0,5 4 0,-5-7 0,-1 1 0,1-1 0,0 0 0,0 0 0,0 0 0,0 0 0,0-1 0,0 1 0,0-1 0,0 0 0,1 0 0,-1 0 0,1 0 0,-1-1 0,0 1 0,1-1 0,-1 0 0,1 0 0,-1 0 0,1-1 0,-1 1 0,1-1 0,-1 0 0,7-2 0,3-2 0,1-1 0,-1-1 0,0-1 0,-1 1 0,1-2 0,-2 0 0,1 0 0,-1-1 0,-1-1 0,0 0 0,12-16 0,-4 3 0,-2-1 0,-1-1 0,0-1 0,16-45 0,-21 41 0,-1 0 0,-1 0 0,-2-1 0,-1 0 0,-2 0 0,-1-54 0,-3 77 0,0-1 0,0 0 0,-1 1 0,-5-19 0,6 26 0,1 0 0,-1 1 0,0-1 0,0 1 0,1-1 0,-1 0 0,0 1 0,-1 0 0,1-1 0,0 1 0,0 0 0,0-1 0,-1 1 0,-2-2 0,3 3 0,0 0 0,0 0 0,-1-1 0,1 1 0,0 0 0,0 0 0,0 0 0,0 0 0,-1 0 0,1 0 0,0 1 0,0-1 0,0 0 0,0 1 0,-1-1 0,1 1 0,0-1 0,0 1 0,0-1 0,0 1 0,0 0 0,0-1 0,1 1 0,-1 0 0,-1 1 0,-3 4 0,0-1 0,0 1 0,1 0 0,0 1 0,0-1 0,0 1 0,1-1 0,0 1 0,0 0 0,1 1 0,-3 13 0,-1 10 0,-2 43 0,7-71 0,-6 165 0,8-148 0,0-1 0,1 1 0,1-1 0,1 0 0,1 0 0,11 29 0,-14-43 0,0-1 0,0 0 0,0 0 0,1 0 0,0 0 0,-1 0 0,1 0 0,1-1 0,-1 1 0,0-1 0,1 0 0,0 0 0,0 0 0,0-1 0,0 1 0,0-1 0,7 3 0,-5-4 0,0 1 0,0-1 0,0-1 0,0 1 0,0-1 0,0 0 0,0 0 0,0 0 0,0-1 0,0 0 0,0-1 0,0 1 0,7-3 0,4-3 0,0-1 0,-1 0 0,1-1 0,-1-1 0,-1 0 0,0-1 0,14-14 0,-5 3 0,-2-1 0,0-1 0,21-32 0,-36 46 0,0 0 0,-1-1 0,0 1 0,6-19 0,-16 38 0,-3 4 0,1 1 0,-6 19 0,10-24 0,0 0 0,1 1 0,1-1 0,-1 0 0,1 0 0,1 0 0,0 0 0,3 12 0,-4-18 0,0-1 0,1 0 0,0 1 0,-1-1 0,1 0 0,0 0 0,0 0 0,0 1 0,0-1 0,1 0 0,-1-1 0,1 1 0,-1 0 0,1 0 0,-1 0 0,1-1 0,0 1 0,0-1 0,0 0 0,0 1 0,0-1 0,0 0 0,0 0 0,0 0 0,1-1 0,-1 1 0,0 0 0,1-1 0,-1 1 0,0-1 0,1 0 0,-1 0 0,0 0 0,1 0 0,-1 0 0,0-1 0,4 0 0,0-1 0,0 0 0,-1 0 0,1-1 0,-1 0 0,1 0 0,-1 0 0,0 0 0,-1-1 0,1 0 0,0 0 0,-1-1 0,0 1 0,0-1 0,0 0 0,-1 0 0,0 0 0,5-8 0,-3 1 0,1 1 0,-2 0 0,0-1 0,0 0 0,-1 0 0,0 0 0,1-20 0,-4 41 0,0-1 0,0 1 0,0-1 0,1 0 0,0 1 0,1-1 0,3 10 0,-4-15 0,0 0 0,1 0 0,-1 0 0,1 0 0,-1 0 0,1-1 0,0 1 0,0 0 0,1-1 0,-1 1 0,0-1 0,1 0 0,-1 0 0,1 0 0,0 0 0,0 0 0,0-1 0,0 1 0,0-1 0,0 0 0,0 0 0,0 0 0,1 0 0,4 0 0,0 0 0,0-1 0,-1-1 0,1 1 0,-1-1 0,1-1 0,-1 0 0,0 0 0,0 0 0,1 0 0,-2-1 0,9-4 0,-3 0 0,1-1 0,-1 0 0,0 0 0,20-19 0,-22 17 0,-1 0 0,0-1 0,0 0 0,13-24 0,-20 31 0,1 0 0,-1 0 0,-1 0 0,1 0 0,-1 0 0,1-1 0,-1 1 0,-1 0 0,1-1 0,0 1 0,-1-1 0,0 1 0,0-1 0,-1 1 0,1-1 0,-1 1 0,0-1 0,0 1 0,-2-5 0,3 7 0,-1 0 0,0 1 0,0-1 0,0 0 0,0 1 0,0-1 0,0 1 0,0-1 0,0 1 0,0 0 0,-1-1 0,1 1 0,-1 0 0,1 0 0,-1 0 0,1 0 0,-1 0 0,0 0 0,1 1 0,-1-1 0,0 0 0,0 1 0,1-1 0,-1 1 0,0 0 0,0-1 0,0 1 0,0 0 0,1 0 0,-1 1 0,0-1 0,0 0 0,0 0 0,0 1 0,1-1 0,-1 1 0,0 0 0,0-1 0,-1 2 0,-1 1 0,-1-1 0,1 0 0,1 1 0,-1 0 0,0 0 0,1 0 0,-1 1 0,1-1 0,0 1 0,0 0 0,0 0 0,1 0 0,0 0 0,-3 6 0,1 2 0,0 1 0,2-1 0,-1 1 0,2-1 0,-1 26 0,2-32 0,0 1 0,0-1 0,1 0 0,0 1 0,0-1 0,1 0 0,-1 0 0,2 0 0,-1 0 0,0 0 0,1 0 0,0 0 0,7 8 0,-8-12-114,0 0 1,1 1-1,-1-1 0,1 0 0,0-1 1,0 1-1,0 0 0,0-1 0,0 0 1,0 1-1,3 0 0,15 3-6712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7.053"/>
    </inkml:context>
    <inkml:brush xml:id="br0">
      <inkml:brushProperty name="width" value="0.05" units="cm"/>
      <inkml:brushProperty name="height" value="0.05" units="cm"/>
      <inkml:brushProperty name="color" value="#FFC114"/>
    </inkml:brush>
  </inkml:definitions>
  <inkml:trace contextRef="#ctx0" brushRef="#br0">99 0 24575,'-3'0'0,"-2"3"0,1 5 0,0 7 0,2 5 0,0 9 0,-5 6 0,-9 7 0,-11 7 0,-2-5-8191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9.820"/>
    </inkml:context>
    <inkml:brush xml:id="br0">
      <inkml:brushProperty name="width" value="0.05" units="cm"/>
      <inkml:brushProperty name="height" value="0.05" units="cm"/>
      <inkml:brushProperty name="color" value="#FFC114"/>
    </inkml:brush>
  </inkml:definitions>
  <inkml:trace contextRef="#ctx0" brushRef="#br0">17 194 24575,'-1'-4'0,"1"0"0,-1 1 0,0-1 0,0 0 0,0 0 0,-3-4 0,3 6 0,0 0 0,0 0 0,0 0 0,1 0 0,-1 0 0,0 0 0,1-1 0,-1 1 0,1 0 0,0 0 0,-1-1 0,1 1 0,1 0 0,-1-1 0,0 1 0,0 0 0,1 0 0,-1-1 0,1 1 0,1-3 0,-2 5 0,1 0 0,-1 0 0,0 0 0,1-1 0,-1 1 0,0 0 0,0 0 0,1 0 0,-1 0 0,0 0 0,1 1 0,-1-1 0,0 0 0,1 0 0,-1 0 0,0 0 0,0 0 0,1 0 0,-1 0 0,0 0 0,1 1 0,-1-1 0,0 0 0,0 0 0,1 0 0,-1 1 0,0-1 0,0 0 0,0 0 0,0 1 0,1-1 0,-1 0 0,0 0 0,0 1 0,0-1 0,0 0 0,0 1 0,0-1 0,1 0 0,-1 1 0,0-1 0,0 0 0,0 1 0,6 15 0,28 114 0,-22-77 0,3-1 0,31 77 0,-44-125 0,0 0 0,0 0 0,0 0 0,1 0 0,-1 0 0,1 0 0,0-1 0,0 0 0,4 4 0,-6-6 0,0-1 0,0 1 0,1 0 0,-1-1 0,0 1 0,0-1 0,1 0 0,-1 1 0,0-1 0,1 0 0,-1 0 0,0 0 0,1 0 0,-1 0 0,1 0 0,-1 0 0,0 0 0,1 0 0,-1-1 0,0 1 0,1 0 0,-1-1 0,0 1 0,0-1 0,0 0 0,1 1 0,-1-1 0,0 0 0,0 0 0,0 0 0,0 0 0,0 0 0,0 0 0,1-2 0,10-11 0,-1-2 0,0 0 0,-1 0 0,-1-1 0,14-35 0,-5 10 0,21-37-455,-4-2 0,28-98 0,-58 158-6371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0.530"/>
    </inkml:context>
    <inkml:brush xml:id="br0">
      <inkml:brushProperty name="width" value="0.05" units="cm"/>
      <inkml:brushProperty name="height" value="0.05" units="cm"/>
      <inkml:brushProperty name="color" value="#FFC114"/>
    </inkml:brush>
  </inkml:definitions>
  <inkml:trace contextRef="#ctx0" brushRef="#br0">159 740 24575,'1'-1'0,"0"1"0,0 0 0,0-1 0,0 1 0,0-1 0,0 1 0,0-1 0,0 0 0,0 1 0,0-1 0,0 0 0,0 0 0,0 0 0,-1 1 0,1-1 0,0 0 0,-1 0 0,2-2 0,11-22 0,-11 22 0,6-15 0,-1 0 0,0 0 0,-1-1 0,-1 1 0,-1-1 0,-1-1 0,0 1 0,0-27 0,-3 45 0,0 0 0,0 0 0,0 0 0,0 0 0,0 0 0,0 0 0,0 0 0,-1 0 0,1 0 0,0 0 0,-1 0 0,1 0 0,0 0 0,-1 0 0,1 1 0,-1-1 0,1 0 0,-1 0 0,0 0 0,1 0 0,-1 1 0,0-1 0,0 0 0,1 1 0,-1-1 0,0 1 0,-1-2 0,0 2 0,1 0 0,-1 0 0,1 0 0,-1 0 0,1 0 0,-1 1 0,0-1 0,1 0 0,-1 1 0,1-1 0,-1 1 0,1-1 0,0 1 0,-1 0 0,-1 1 0,-7 5 0,0 0 0,1 1 0,-12 11 0,-5 7 0,-41 52 0,59-68 0,2 0 0,0 0 0,0 0 0,1 0 0,0 1 0,0 0 0,2 0 0,-1 1 0,-3 21 0,7-31 0,0 0 0,-1 0 0,1 0 0,0 0 0,0 0 0,1-1 0,-1 1 0,0 0 0,1 0 0,-1 0 0,1 0 0,-1 0 0,1 0 0,0 0 0,0-1 0,0 1 0,0 0 0,0-1 0,0 1 0,0 0 0,1-1 0,-1 0 0,1 1 0,-1-1 0,1 0 0,-1 0 0,1 0 0,0 0 0,-1 0 0,1 0 0,0 0 0,0 0 0,0-1 0,0 1 0,0-1 0,3 1 0,1 0 0,-1-1 0,0 0 0,1 0 0,-1 0 0,0-1 0,1 0 0,-1 0 0,0 0 0,0 0 0,0-1 0,0 0 0,8-4 0,-1-2 0,0-2 0,0 0 0,0 0 0,-2-1 0,1 0 0,-1-1 0,11-17 0,-4 7 0,-17 22 0,0-1 0,0 1 0,1-1 0,-1 0 0,0 1 0,1-1 0,-1 1 0,1-1 0,-1 1 0,1-1 0,-1 1 0,1 0 0,-1-1 0,1 1 0,-1 0 0,1-1 0,0 1 0,-1 0 0,1 0 0,-1-1 0,1 1 0,0 0 0,-1 0 0,1 0 0,0 0 0,-1 0 0,2 0 0,-1 0 0,0 1 0,-1 0 0,1-1 0,-1 1 0,1 0 0,-1 0 0,1 0 0,-1-1 0,1 1 0,-1 0 0,0 0 0,1 0 0,-1 0 0,0 0 0,0 0 0,1 0 0,-1 0 0,1 52 0,-1-46 0,-1 48 0,1 43 0,0-96 0,0 0 0,0 0 0,0 0 0,1 0 0,-1 0 0,0 0 0,1 0 0,0 0 0,-1 0 0,1-1 0,0 1 0,0 0 0,0 0 0,0-1 0,1 1 0,-1-1 0,0 1 0,1-1 0,-1 1 0,1-1 0,-1 0 0,1 0 0,-1 1 0,3 0 0,-2-2 0,1 1 0,-1 0 0,1-1 0,-1 0 0,1 1 0,-1-1 0,1 0 0,-1 0 0,0-1 0,1 1 0,-1 0 0,1-1 0,-1 1 0,1-1 0,-1 0 0,0 0 0,1 0 0,-1 0 0,3-2 0,15-10 0,-1 0 0,0-2 0,-1 0 0,0-1 0,-2-1 0,0-1 0,0 0 0,15-26 0,-5 3 0,-2 0 0,-2-2 0,19-51 0,-25 54 0,-3-1 0,-1 0 0,-2-1 0,-1-1 0,-3 1 0,-2-1 0,-1 0 0,-4-60 0,1 103 0,-9-56 0,9 53 0,-1 0 0,0 0 0,0-1 0,0 1 0,-1 0 0,1 0 0,-1 0 0,1 0 0,-1 1 0,0-1 0,0 0 0,-1 1 0,-3-5 0,5 7 0,0 0 0,0-1 0,0 1 0,0 0 0,0 0 0,0 0 0,0 0 0,0 0 0,0 0 0,0 0 0,0 0 0,0 0 0,0 0 0,0 0 0,1 1 0,-1-1 0,0 0 0,0 1 0,0-1 0,0 1 0,0-1 0,1 1 0,-1-1 0,0 1 0,0-1 0,1 1 0,-1 0 0,0-1 0,1 1 0,-1 0 0,1 0 0,-1 0 0,1-1 0,-1 1 0,0 2 0,-17 32 0,7-4 0,1 0 0,1 1 0,2 0 0,1 0 0,2 1 0,1-1 0,1 46 0,5-14 0,3 0 0,26 114 0,-26-151 86,2 1-1,0-1 0,17 35 1,-22-55-181,0-1 0,1 1 0,0 0 0,0-1 1,1 0-1,-1 0 0,1 0 0,0-1 0,1 0 0,0 1 1,-1-2-1,1 1 0,1-1 0,-1 0 0,1 0 1,0-1-1,11 4 0,5-2-6731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0.969"/>
    </inkml:context>
    <inkml:brush xml:id="br0">
      <inkml:brushProperty name="width" value="0.05" units="cm"/>
      <inkml:brushProperty name="height" value="0.05" units="cm"/>
      <inkml:brushProperty name="color" value="#FFC114"/>
    </inkml:brush>
  </inkml:definitions>
  <inkml:trace contextRef="#ctx0" brushRef="#br0">1 416 24575,'20'-46'0,"9"-14"0,-29 71 0,-1-5 0,0 0 0,1 0 0,0 1 0,0-1 0,1 0 0,0 0 0,0 0 0,2 7 0,-1-10 0,0 0 0,0-1 0,1 1 0,-1 0 0,1-1 0,0 1 0,0-1 0,0 0 0,0 0 0,0 0 0,1-1 0,-1 1 0,0-1 0,1 1 0,-1-1 0,1 0 0,0-1 0,-1 1 0,1 0 0,-1-1 0,1 0 0,0 0 0,4-1 0,5 1 0,0-1 0,-1-1 0,1 0 0,-1-1 0,19-7 0,-21 7 0,-1-2 0,1 1 0,-1-1 0,0-1 0,0 0 0,-1 0 0,0-1 0,0 0 0,0 0 0,-1-1 0,0 0 0,0 0 0,-1 0 0,0-1 0,7-14 0,-7 8 0,1 0 0,-2-1 0,0 0 0,-1 0 0,-1 0 0,0 0 0,-1 0 0,-1-1 0,0-20 0,-1 32 0,-1 0 0,1-1 0,-1 1 0,0 0 0,0 0 0,-1 0 0,1 0 0,-1 0 0,0 1 0,0-1 0,-1 0 0,1 1 0,-1 0 0,0-1 0,-5-3 0,6 6 0,0 0 0,0 0 0,-1 0 0,1 1 0,-1-1 0,0 1 0,0-1 0,1 1 0,-1 0 0,0 0 0,0 1 0,0-1 0,0 0 0,0 1 0,0 0 0,0 0 0,0 0 0,0 0 0,0 0 0,0 0 0,0 1 0,0 0 0,0-1 0,0 1 0,1 0 0,-1 1 0,-4 1 0,-4 3 0,1 0 0,0 1 0,0 0 0,1 0 0,-1 1 0,2 1 0,-1-1 0,-13 20 0,4-2 0,1 0 0,-18 37 0,23-37 0,1-1 0,2 1 0,-12 45 0,18-58 0,1 0 0,0 0 0,1 0 0,0 0 0,1 0 0,1 0 0,0-1 0,1 1 0,0 0 0,4 13 0,-5-21 0,1-1 0,0 0 0,0 0 0,0 0 0,0 0 0,1 0 0,-1 0 0,1-1 0,0 1 0,0-1 0,1 0 0,-1 0 0,1 0 0,6 5 0,-4-6 0,-1 1 0,1-1 0,0 0 0,0 0 0,0 0 0,0-1 0,0 0 0,0 0 0,12 0 0,-1-2 0,1-1 0,-1-1 0,1 0 0,-1-1 0,0-1 0,28-12 0,9-9-1365,-6-1-5461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8.043"/>
    </inkml:context>
    <inkml:brush xml:id="br0">
      <inkml:brushProperty name="width" value="0.05" units="cm"/>
      <inkml:brushProperty name="height" value="0.05" units="cm"/>
      <inkml:brushProperty name="color" value="#FFC114"/>
    </inkml:brush>
  </inkml:definitions>
  <inkml:trace contextRef="#ctx0" brushRef="#br0">1 123 24575,'1'-9'0,"1"0"0,-1 1 0,2-1 0,-1 1 0,1-1 0,6-10 0,1-4 0,3-1 0,-12 23 0,-1 1 0,0 0 0,1-1 0,-1 1 0,0 0 0,1 0 0,-1-1 0,1 1 0,-1 0 0,0 0 0,1-1 0,-1 1 0,1 0 0,-1 0 0,0 0 0,1 0 0,-1 0 0,1 0 0,-1 0 0,1 0 0,0 0 0,0 0 0,-1 0 0,1 1 0,0-1 0,-1 1 0,1-1 0,0 1 0,-1-1 0,1 1 0,-1-1 0,1 1 0,-1-1 0,1 1 0,-1 0 0,0-1 0,1 1 0,-1 0 0,0-1 0,1 2 0,6 17 0,-2 1 0,0 0 0,-1 0 0,2 24 0,-1-9 0,16 120 0,2 205 0,-24-347 0,1-9 0,0 0 0,-1 0 0,1 0 0,1 0 0,-1 0 0,0 0 0,1 0 0,0 0 0,0 0 0,0-1 0,3 6 0,-4-9 0,0 0 0,0 0 0,0 0 0,0 0 0,1 0 0,-1 0 0,0 0 0,0 0 0,0 0 0,1 0 0,-1 0 0,0 0 0,0 0 0,0 0 0,1 0 0,-1 0 0,0 0 0,0 0 0,0-1 0,0 1 0,1 0 0,-1 0 0,0 0 0,0 0 0,0 0 0,0 0 0,0 0 0,1-1 0,-1 1 0,0 0 0,0 0 0,0 0 0,0 0 0,0-1 0,0 1 0,0 0 0,0 0 0,0 0 0,0 0 0,0-1 0,0 1 0,0 0 0,5-10 0,39-142 0,-10 31 0,-10 43 0,26-77 0,-45 146 0,-3 12 0,-3 16 0,-9 16 0,0-2 0,-2 0 0,-2 0 0,-1-1 0,-1-1 0,-24 34 0,-33 27 0,73-92 0,0 1 0,-1-1 0,1 0 0,0 1 0,-1-1 0,1 1 0,0-1 0,0 1 0,-1-1 0,1 1 0,0-1 0,0 1 0,0-1 0,0 1 0,0-1 0,0 1 0,0-1 0,0 1 0,0 0 0,0-1 0,0 1 0,0-1 0,0 1 0,0-1 0,0 1 0,0-1 0,1 1 0,-1-1 0,0 1 0,0-1 0,1 1 0,-1-1 0,0 0 0,1 1 0,-1-1 0,0 1 0,1-1 0,-1 0 0,1 1 0,-1-1 0,1 0 0,-1 0 0,1 1 0,-1-1 0,1 0 0,-1 0 0,2 1 0,30 3 0,-18-2 0,2 2 36,0 2-1,0 0 1,-1 1 0,0 0-1,-1 1 1,0 1 0,0 0-1,19 17 1,-16-12-373,0-2 0,1 0-1,1 0 1,21 8 0,-11-9-6489</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8.966"/>
    </inkml:context>
    <inkml:brush xml:id="br0">
      <inkml:brushProperty name="width" value="0.05" units="cm"/>
      <inkml:brushProperty name="height" value="0.05" units="cm"/>
      <inkml:brushProperty name="color" value="#FFC114"/>
    </inkml:brush>
  </inkml:definitions>
  <inkml:trace contextRef="#ctx0" brushRef="#br0">45 218 24575,'-3'-3'0,"1"2"0,1-1 0,-1 0 0,1 0 0,-1 1 0,0-1 0,0 1 0,0 0 0,0-1 0,0 1 0,0 0 0,0 0 0,0 0 0,-1 0 0,1 1 0,0-1 0,0 1 0,-4-1 0,6 1 0,0 0 0,0 0 0,0 0 0,0 0 0,0 0 0,-1 0 0,1 0 0,0 0 0,0 0 0,0 0 0,0 0 0,0 0 0,0 0 0,0 0 0,0 0 0,-1 0 0,1 0 0,0 0 0,0 0 0,0 0 0,0 0 0,0 1 0,0-1 0,0 0 0,0 0 0,0 0 0,0 0 0,0 0 0,0 0 0,-1 0 0,1 0 0,0 0 0,0 1 0,0-1 0,0 0 0,0 0 0,0 0 0,0 0 0,0 0 0,0 0 0,0 0 0,0 0 0,0 1 0,0-1 0,0 0 0,0 0 0,0 0 0,0 0 0,0 0 0,1 0 0,-1 0 0,0 0 0,0 1 0,7 5 0,10 2 0,-12-7 0,0-1 0,0 0 0,0 1 0,-1-1 0,1-1 0,0 1 0,0-1 0,0 0 0,0 0 0,-1 0 0,1-1 0,0 0 0,-1 0 0,0 0 0,1 0 0,-1-1 0,0 1 0,0-1 0,0 0 0,0-1 0,-1 1 0,6-7 0,-4 4 0,1 0 0,-2 0 0,1-1 0,-1 1 0,0-1 0,0 0 0,0-1 0,-1 1 0,-1 0 0,1-1 0,-1 0 0,0 0 0,1-11 0,-3 16 0,0 1 0,-1-1 0,1 1 0,0-1 0,-1 1 0,1-1 0,-1 1 0,0 0 0,0-1 0,0 1 0,0 0 0,0 0 0,0-1 0,-1 1 0,1 0 0,-1 0 0,1 0 0,-1 1 0,0-1 0,0 0 0,0 1 0,0-1 0,0 1 0,0-1 0,0 1 0,0 0 0,-1 0 0,1 0 0,0 0 0,-1 0 0,1 1 0,-1-1 0,1 1 0,-1 0 0,1-1 0,-1 1 0,1 0 0,-1 1 0,1-1 0,-1 0 0,1 1 0,0-1 0,-1 1 0,1 0 0,-1 0 0,1 0 0,0 0 0,-4 2 0,-1 3 0,1 0 0,-1 1 0,1 0 0,0 0 0,1 0 0,0 1 0,0 0 0,0 0 0,1 0 0,1 1 0,-1-1 0,-3 16 0,3-10 0,1 0 0,0 0 0,1 0 0,1 1 0,0-1 0,1 1 0,2 20 0,-1-29 0,0 1 0,1-1 0,0 0 0,0 0 0,0 1 0,0-1 0,1-1 0,0 1 0,0 0 0,1-1 0,0 1 0,0-1 0,0 0 0,0 0 0,9 7 0,-6-8 0,0 1 0,0-1 0,0 0 0,0-1 0,1 0 0,-1 0 0,1 0 0,0-1 0,0 0 0,0-1 0,11 2 0,-5-3 0,1 0 0,0 0 0,0-1 0,-1-1 0,1-1 0,-1 0 0,0 0 0,0-2 0,0 0 0,0 0 0,-1-1 0,1-1 0,17-12 0,-22 12 0,-1 0 0,0-1 0,-1 1 0,0-2 0,0 1 0,-1-1 0,0 0 0,0 0 0,5-13 0,1-6 0,16-58 0,-31 95 0,-3 11 0,-5 36 0,10-51 0,0 1 0,1 0 0,-1-1 0,1 1 0,1 0 0,-1-1 0,1 1 0,0-1 0,0 1 0,1-1 0,-1 1 0,6 9 0,-5-13 0,0 1 0,0-1 0,0 0 0,0 0 0,0 0 0,1 0 0,-1 0 0,1 0 0,0-1 0,-1 1 0,1-1 0,0 1 0,0-1 0,0 0 0,0-1 0,0 1 0,0 0 0,0-1 0,0 1 0,0-1 0,1 0 0,-1 0 0,0-1 0,0 1 0,0 0 0,0-1 0,5-1 0,1-1 0,-1 1 0,1-1 0,-1-1 0,0 1 0,0-1 0,0-1 0,-1 0 0,12-9 0,-13 8 0,0 0 0,-1-1 0,8-11 0,14-16 0,-26 33 0,-1 1 0,1-1 0,0 1 0,-1-1 0,1 1 0,0 0 0,0-1 0,-1 1 0,1 0 0,0-1 0,0 1 0,0 0 0,-1 0 0,1 0 0,0-1 0,0 1 0,0 0 0,0 0 0,-1 1 0,1-1 0,0 0 0,0 0 0,0 0 0,0 0 0,-1 1 0,1-1 0,0 0 0,0 1 0,-1-1 0,1 0 0,0 1 0,-1-1 0,1 1 0,0 0 0,-1-1 0,1 1 0,0-1 0,-1 1 0,1 0 0,-1-1 0,1 2 0,3 5 0,1-1 0,-2 1 0,6 11 0,-6-12 0,49 110 0,57 190 0,-108-300 0,4 10 0,-1 0 0,0 0 0,-1 0 0,0 22 0,-3-34 0,1-1 0,-1 0 0,-1 1 0,1-1 0,-1 1 0,1-1 0,-1 0 0,0 0 0,0 0 0,0 1 0,-1-1 0,1 0 0,-1 0 0,1 0 0,-1-1 0,0 1 0,0 0 0,0-1 0,-1 1 0,1-1 0,-1 0 0,1 0 0,-1 0 0,0 0 0,0 0 0,0 0 0,-5 1 0,-1 0 0,1-1 0,-1 0 0,1 0 0,-1-1 0,0-1 0,0 1 0,1-1 0,-1-1 0,0 0 0,1 0 0,-1 0 0,0-1 0,1-1 0,0 1 0,-1-1 0,1-1 0,0 1 0,1-2 0,-1 1 0,1-1 0,-12-9 0,9 6 0,0-1 0,1 1 0,0-1 0,1-1 0,0 0 0,1 0 0,0-1 0,0 1 0,1-1 0,0-1 0,1 1 0,1-1 0,-1 0 0,-2-19 0,4 18 0,1-1 0,1 0 0,1 0 0,0 0 0,0 1 0,2-1 0,-1 0 0,8-25 0,-6 32 0,-1 0 0,2-1 0,-1 1 0,1 1 0,0-1 0,1 0 0,-1 1 0,1 0 0,0 0 0,1 0 0,0 1 0,0 0 0,0 0 0,0 0 0,1 1 0,-1 0 0,9-3 0,18-8-1365,-1 3-5461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9.148"/>
    </inkml:context>
    <inkml:brush xml:id="br0">
      <inkml:brushProperty name="width" value="0.05" units="cm"/>
      <inkml:brushProperty name="height" value="0.05" units="cm"/>
      <inkml:brushProperty name="color" value="#FFC114"/>
    </inkml:brush>
  </inkml:definitions>
  <inkml:trace contextRef="#ctx0" brushRef="#br0">0 20 24575,'0'-3'0,"0"-5"0,4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09.322"/>
    </inkml:context>
    <inkml:brush xml:id="br0">
      <inkml:brushProperty name="width" value="0.05" units="cm"/>
      <inkml:brushProperty name="height" value="0.05" units="cm"/>
      <inkml:brushProperty name="color" value="#FFC114"/>
    </inkml:brush>
  </inkml:definitions>
  <inkml:trace contextRef="#ctx0" brushRef="#br0">0 0 24575,'0'4'0,"4"0"0,3 1 0,2-5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2.104"/>
    </inkml:context>
    <inkml:brush xml:id="br0">
      <inkml:brushProperty name="width" value="0.05" units="cm"/>
      <inkml:brushProperty name="height" value="0.05" units="cm"/>
      <inkml:brushProperty name="color" value="#FFC114"/>
    </inkml:brush>
  </inkml:definitions>
  <inkml:trace contextRef="#ctx0" brushRef="#br0">1 198 24575,'0'-7'0,"0"-1"0,0 0 0,1 1 0,0-1 0,1 1 0,4-13 0,-4 15 0,0 1 0,0-1 0,1 1 0,0 0 0,0 0 0,0 0 0,0 0 0,1 0 0,-1 1 0,1 0 0,6-5 0,5-2 0,0 1 0,1 1 0,1 0 0,-1 1 0,1 1 0,31-8 0,-19 8 0,0 1 0,1 1 0,39 0 0,-62 4 0,1 1 0,0-1 0,-1 1 0,1 1 0,-1-1 0,1 1 0,-1 1 0,8 3 0,-13-5 0,-1-1 0,1 1 0,-1 0 0,0 0 0,0 0 0,1 0 0,-1 0 0,0 0 0,0 0 0,0 0 0,0 1 0,0-1 0,0 0 0,-1 1 0,1-1 0,0 0 0,-1 1 0,2 2 0,-2-2 0,0 0 0,0 0 0,-1 0 0,1 0 0,0 0 0,-1 0 0,1 0 0,-1 0 0,0 0 0,1 0 0,-1 0 0,0-1 0,0 1 0,0 0 0,-1 0 0,1-1 0,0 1 0,-3 1 0,-19 20 0,-1-1 0,-1-1 0,-1-1 0,-50 29 0,35-23 0,-41 33 0,79-56 0,-10 7 0,1 1 0,0 1 0,0-1 0,-16 24 0,26-32 0,0-1 0,0 1 0,1 0 0,-1 0 0,1-1 0,0 1 0,0 0 0,0 0 0,0 0 0,0 0 0,1 0 0,-1 0 0,1 1 0,0-1 0,0 0 0,0 0 0,0 0 0,1 0 0,-1 0 0,1 0 0,0 0 0,0 0 0,0 0 0,0 0 0,0 0 0,1 0 0,-1-1 0,1 1 0,0 0 0,-1-1 0,1 1 0,3 1 0,4 4 0,0 0 0,0-1 0,1 0 0,1-1 0,-1 0 0,1 0 0,0-1 0,0-1 0,0 0 0,0 0 0,1-1 0,17 2 0,-12-3 0,0 0 0,0-1 0,0-1 0,0 0 0,0-1 0,0-1 0,0-1 0,19-5 0,-31 6 0,20-6 0,-24 8 0,0 0 0,0-1 0,0 1 0,0 0 0,0-1 0,-1 1 0,1-1 0,0 1 0,0-1 0,0 1 0,0-1 0,-1 0 0,1 1 0,0-1 0,-1 0 0,1 0 0,0 0 0,0 0 0,-2 0 0,1 1 0,0 0 0,-1-1 0,1 1 0,-1 0 0,1-1 0,0 1 0,-1 0 0,1 0 0,-1-1 0,1 1 0,-1 0 0,1 0 0,0 0 0,-1 0 0,1 0 0,-1 0 0,1 0 0,-1 0 0,1 0 0,-1 0 0,1 0 0,-1 0 0,1 0 0,-1 0 0,1 0 0,-1 0 0,1 1 0,-1-1 0,-17 4 0,8-1 0,0 0 0,1 1 0,0-1 0,0 2 0,0 0 0,0 0 0,1 0 0,-8 7 0,12-8 0,0 0 0,0 0 0,1 0 0,0 0 0,0 0 0,0 1 0,0-1 0,1 1 0,0 0 0,0 0 0,0 0 0,1 0 0,-1 0 0,1 0 0,0 0 0,0 11 0,2 10 0,1 0 0,1 0 0,1 0 0,14 44 0,-4-15 0,-5-14 0,4 55 0,-13-96 6,0 0 0,0 0 0,0 0 0,0 0-1,0 0 1,1 0 0,-1 1 0,0-1 0,0 0-1,0 0 1,0 0 0,0 0 0,0 0 0,0 1 0,0-1-1,0 0 1,0 0 0,0 0 0,0 0 0,0 0-1,0 1 1,0-1 0,0 0 0,0 0 0,0 0 0,0 0-1,0 0 1,0 1 0,-1-1 0,1 0 0,0 0-1,0 0 1,0 0 0,0 0 0,0 0 0,0 0 0,0 1-1,0-1 1,0 0 0,-1 0 0,1 0 0,0 0-1,0 0 1,0 0 0,0 0 0,0 0 0,-1 0 0,1 0-1,0 0 1,0 0 0,0 0 0,0 0 0,0 0-1,-1 0 1,1 0 0,-6-5-835,4 3-33,-7-7-5964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7.662"/>
    </inkml:context>
    <inkml:brush xml:id="br0">
      <inkml:brushProperty name="width" value="0.05" units="cm"/>
      <inkml:brushProperty name="height" value="0.05" units="cm"/>
      <inkml:brushProperty name="color" value="#FFC114"/>
    </inkml:brush>
  </inkml:definitions>
  <inkml:trace contextRef="#ctx0" brushRef="#br0">446 81 24575,'-11'-11'0,"-2"-3"0,-1 0 0,-23-19 0,36 33 0,0-1 0,0 0 0,0 0 0,0 0 0,0 1 0,0-1 0,0 1 0,0-1 0,-1 1 0,1-1 0,0 1 0,0 0 0,0-1 0,-1 1 0,1 0 0,0 0 0,0 0 0,-1 0 0,1 0 0,0 0 0,0 0 0,0 0 0,-1 1 0,1-1 0,0 0 0,0 1 0,0-1 0,0 1 0,-1-1 0,1 1 0,0 0 0,0-1 0,0 1 0,0 0 0,1 0 0,-1 0 0,0-1 0,0 1 0,0 0 0,1 0 0,-1 0 0,0 1 0,1-1 0,-1 1 0,-3 7 0,1-1 0,0 1 0,0 0 0,-2 16 0,-37 248 0,8-49 0,-133 510 0,109-525 0,54-185-1365,4-9-5461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8.146"/>
    </inkml:context>
    <inkml:brush xml:id="br0">
      <inkml:brushProperty name="width" value="0.05" units="cm"/>
      <inkml:brushProperty name="height" value="0.05" units="cm"/>
      <inkml:brushProperty name="color" value="#FFC114"/>
    </inkml:brush>
  </inkml:definitions>
  <inkml:trace contextRef="#ctx0" brushRef="#br0">21 74 24575,'-6'5'0,"5"-4"0,0 0 0,-1 0 0,1 0 0,0 1 0,0-1 0,0 0 0,0 1 0,0-1 0,0 1 0,0-1 0,-1 3 0,7 3 0,13-3 0,38 2 0,100-4 0,-74-3 0,670-8-3088,-191 1 217,-141 5 255,1028 3-2218,1 9 3419,-209-2 1372,-795-6-375,-49-3 314,-56-2 226,-58-4 367,-209 5-504,350-29 3043,-360 18-369,-62 13-2552,1 1 0,0-1 1,-1 1-1,1-1 0,-1 0 1,1 1-1,-1-1 0,1 0 0,-1 0 1,1 0-1,1-3 0,-4-1 1116,-11-1 647,-9 0-1185,0 1-1,-35-3 1,54 8-730,-60-7-5429</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19.701"/>
    </inkml:context>
    <inkml:brush xml:id="br0">
      <inkml:brushProperty name="width" value="0.05" units="cm"/>
      <inkml:brushProperty name="height" value="0.05" units="cm"/>
      <inkml:brushProperty name="color" value="#FFC114"/>
    </inkml:brush>
  </inkml:definitions>
  <inkml:trace contextRef="#ctx0" brushRef="#br0">0 298 24575,'25'0'0,"30"-6"0,1 0 0,1556-64-6614,-1533 68 6434,2331-46-5650,5 22 4798,-1460 17 1103,-774 7-309,1450-40 1506,-1570 39-207,-4 0 455,0-1 0,87-20 1,-140 23-1288,27-8 335,-30 9-449,0-1 0,0 1 0,0 0 0,0-1 0,0 1 0,0-1 0,0 1 1,-1-1-1,1 0 0,0 1 0,0-1 0,-1 0 0,1 0 0,0 1 0,-1-1 0,1 0 1,0 0-1,-1 0 0,1 0 0,-1 0 0,0 0 0,1-1 0,-1 1-43,0 0 0,-1 0 0,1 0 0,0 0 0,-1 0 0,1 0 0,-1 1 0,1-1 0,-1 0 0,0 0-1,1 1 1,-1-1 0,0 0 0,1 1 0,-1-1 0,0 1 0,0-1 0,0 1 0,1-1 0,-1 1 0,0-1 0,0 1 0,0 0-1,0 0 1,0-1 0,0 1 0,-1 0 0,-29-6 909,28 6-1015,2 0 43,-6-1 78,-1 0 1,0 1-1,-14 1 0,21-1-81,-1 0 0,1 0 0,0 0-1,-1 0 1,1 1 0,0-1 0,0 0 0,-1 1 0,1-1-1,0 1 1,0 0 0,0-1 0,-1 1 0,1 0-1,0 0 1,0 0 0,0-1 0,0 1 0,1 0-1,-1 0 1,0 0 0,0 1 0,1-1 0,-1 0 0,0 0-1,1 0 1,-1 0 0,1 1 0,-1-1 0,1 0-1,0 2 1,-1 19-6,1 1 0,4 23 0,1 14 0,-6 19 0,-11 81 0,-22 79 0,11-82 0,-58 501 0,80-653 0,1 0 0,-1 1 0,0 0 0,0-1 0,-1 1 0,-1 4 0,2-8 0,0 0 0,0-1 0,0 1 0,0-1 0,0 1 0,-1-1 0,1 1 0,0-1 0,-1 0 0,1 0 0,-1 0 0,1 1 0,-1-1 0,1-1 0,-1 1 0,0 0 0,0 0 0,1-1 0,-4 2 0,-15 2 0,0-1 0,-23 1 0,-3 1 0,-2555 199-3980,2357-196 3278,37-2-2807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0.385"/>
    </inkml:context>
    <inkml:brush xml:id="br0">
      <inkml:brushProperty name="width" value="0.05" units="cm"/>
      <inkml:brushProperty name="height" value="0.05" units="cm"/>
      <inkml:brushProperty name="color" value="#FFC114"/>
    </inkml:brush>
  </inkml:definitions>
  <inkml:trace contextRef="#ctx0" brushRef="#br0">0 26 24575,'2'0'0,"0"-1"0,0 1 0,-1-1 0,1 1 0,0-1 0,-1 0 0,1 0 0,0 0 0,-1 0 0,1 0 0,-1 0 0,1 0 0,1-2 0,-2 1 0,0 1 0,1 0 0,-1-1 0,1 1 0,0 0 0,-1 0 0,1 0 0,0 0 0,3-1 0,-4 2 0,0 0 0,0 0 0,0 1 0,-1-1 0,1 0 0,0 0 0,0 1 0,0-1 0,0 0 0,-1 1 0,1-1 0,0 1 0,0-1 0,-1 1 0,1-1 0,0 1 0,-1-1 0,1 1 0,0 0 0,-1-1 0,1 1 0,-1 0 0,0 0 0,1-1 0,-1 1 0,1 0 0,-1 0 0,0 1 0,4 6 0,-2 0 0,1 0 0,-1 1 0,0-1 0,-1 0 0,0 1 0,0 17 0,0-2 0,13 319 0,-34 371 0,13-542-1365,8-111-5461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0.851"/>
    </inkml:context>
    <inkml:brush xml:id="br0">
      <inkml:brushProperty name="width" value="0.05" units="cm"/>
      <inkml:brushProperty name="height" value="0.05" units="cm"/>
      <inkml:brushProperty name="color" value="#FFC114"/>
    </inkml:brush>
  </inkml:definitions>
  <inkml:trace contextRef="#ctx0" brushRef="#br0">122 15 24575,'-6'-7'0,"-2"0"0,8 7 0,0 1 0,-1-1 0,1 0 0,-1 1 0,1-1 0,0 1 0,-1-1 0,1 1 0,0-1 0,0 1 0,-1-1 0,1 1 0,0-1 0,0 1 0,0-1 0,0 1 0,0 0 0,-1-1 0,1 1 0,0-1 0,0 1 0,1-1 0,-1 2 0,-35 309 0,-31 475 0,65-685-1365,0-15-5461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1.703"/>
    </inkml:context>
    <inkml:brush xml:id="br0">
      <inkml:brushProperty name="width" value="0.05" units="cm"/>
      <inkml:brushProperty name="height" value="0.05" units="cm"/>
      <inkml:brushProperty name="color" value="#FFC114"/>
    </inkml:brush>
  </inkml:definitions>
  <inkml:trace contextRef="#ctx0" brushRef="#br0">172 217 24575,'0'-2'0,"-1"1"0,1 0 0,0 0 0,-1 0 0,1 0 0,-1 0 0,1-1 0,-1 1 0,1 0 0,-1 0 0,0 0 0,-1-1 0,2 2 0,0 0 0,0-1 0,-1 1 0,1 0 0,0 0 0,0 0 0,0-1 0,0 1 0,-1 0 0,1 0 0,0 0 0,0 0 0,-1 0 0,1 0 0,0-1 0,0 1 0,-1 0 0,1 0 0,0 0 0,0 0 0,-1 0 0,1 0 0,0 0 0,0 0 0,-1 0 0,1 0 0,0 0 0,0 0 0,-1 0 0,1 1 0,0-1 0,0 0 0,0 0 0,-1 0 0,1 0 0,0 0 0,0 0 0,-1 1 0,1-1 0,0 0 0,0 0 0,0 0 0,0 0 0,-1 1 0,1-1 0,0 0 0,0 0 0,0 0 0,0 1 0,0-1 0,0 0 0,0 0 0,0 1 0,-1-1 0,1 0 0,0 0 0,0 1 0,0-1 0,0 0 0,0 0 0,0 1 0,0-1 0,1 1 0,-3 6 0,2 1 0,-1 0 0,1 0 0,0 0 0,1-1 0,0 1 0,0 0 0,0 0 0,5 11 0,-5-17 0,0 1 0,0-1 0,0 1 0,0-1 0,1 0 0,-1 0 0,1 1 0,-1-1 0,1 0 0,0 0 0,0-1 0,0 1 0,4 2 0,-5-3 0,1 0 0,0 0 0,0-1 0,0 1 0,0-1 0,0 1 0,0-1 0,0 0 0,0 0 0,0 0 0,0 0 0,0 0 0,0 0 0,0-1 0,0 1 0,0-1 0,0 1 0,0-1 0,-1 0 0,4-1 0,2-2 0,0 0 0,1-1 0,-2 0 0,1 0 0,-1-1 0,0 0 0,0 0 0,0-1 0,-1 1 0,8-14 0,-7 11 0,0-1 0,-1-1 0,0 1 0,-1-1 0,0 1 0,-1-1 0,4-17 0,-7 21 0,1 0 0,-1 0 0,0 1 0,-1-1 0,1 0 0,-1 0 0,-1 1 0,1-1 0,-1 1 0,0-1 0,-1 1 0,0 0 0,0 0 0,0 0 0,0 0 0,-7-8 0,8 11 0,-1 0 0,0 1 0,0-1 0,0 0 0,0 1 0,0 0 0,0 0 0,-1 0 0,1 0 0,-1 0 0,0 1 0,1-1 0,-1 1 0,0 0 0,0 0 0,0 0 0,1 1 0,-1 0 0,0-1 0,0 1 0,0 0 0,0 1 0,0-1 0,0 1 0,0 0 0,0 0 0,1 0 0,-1 0 0,-5 3 0,-1 2 0,0 0 0,0 0 0,0 1 0,0 0 0,1 1 0,0 0 0,1 1 0,0 0 0,0 0 0,1 0 0,0 1 0,-8 17 0,0 2 0,1 0 0,2 1 0,-13 45 0,21-62 0,1 0 0,1 0 0,0 0 0,0 0 0,2 1 0,-1-1 0,2 0 0,-1 0 0,5 18 0,-4-24 0,2 1 0,-1-1 0,1 0 0,-1 0 0,2 0 0,-1-1 0,1 1 0,0-1 0,1 0 0,-1 0 0,1 0 0,0-1 0,1 0 0,-1 0 0,1 0 0,0 0 0,12 6 0,-8-6-273,2 0 0,-1 0 0,0-1 0,19 4 0,4-1-6553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2.655"/>
    </inkml:context>
    <inkml:brush xml:id="br0">
      <inkml:brushProperty name="width" value="0.05" units="cm"/>
      <inkml:brushProperty name="height" value="0.05" units="cm"/>
      <inkml:brushProperty name="color" value="#FFC114"/>
    </inkml:brush>
  </inkml:definitions>
  <inkml:trace contextRef="#ctx0" brushRef="#br0">50 353 24575,'-1'-137'0,"-20"252"0,7-44 0,8-44 0,4-21 0,0 1 0,1 0 0,0 0 0,0 0 0,1 11 0,0-17 0,0-1 0,0 0 0,0 0 0,0 1 0,0-1 0,0 0 0,0 0 0,0 1 0,0-1 0,0 0 0,0 1 0,0-1 0,1 0 0,-1 0 0,0 1 0,0-1 0,0 0 0,0 0 0,1 0 0,-1 1 0,0-1 0,0 0 0,0 0 0,1 0 0,-1 0 0,0 1 0,0-1 0,1 0 0,-1 0 0,0 0 0,1 0 0,-1 0 0,0 0 0,0 0 0,1 0 0,-1 0 0,0 0 0,1 0 0,-1 0 0,0 0 0,0 0 0,1 0 0,-1 0 0,0 0 0,0 0 0,1 0 0,-1 0 0,0-1 0,0 1 0,1 0 0,-1 0 0,0 0 0,0 0 0,1-1 0,-1 1 0,0 0 0,0 0 0,0 0 0,1-1 0,-1 1 0,0 0 0,0 0 0,0-1 0,0 1 0,16-16 0,14-27 0,39-69 0,-57 91 0,-10 16 0,1 1 0,0 0 0,0-1 0,0 2 0,0-1 0,1 0 0,0 1 0,-1-1 0,1 1 0,6-4 0,-9 7 0,0-1 0,1 1 0,-1-1 0,0 1 0,0-1 0,1 1 0,-1 0 0,0 0 0,1 0 0,-1 0 0,0-1 0,1 2 0,-1-1 0,0 0 0,1 0 0,-1 0 0,2 1 0,-1 0 0,0 0 0,-1 0 0,1 0 0,0 1 0,0-1 0,-1 0 0,1 1 0,-1-1 0,0 1 0,1-1 0,-1 1 0,0 0 0,0 0 0,2 2 0,1 8 0,1-1 0,-1 1 0,-1 0 0,0 0 0,2 21 0,-3-17 0,1-1 0,1-1 0,6 21 0,-10-34 0,1 1 0,-1-1 0,0 0 0,1 1 0,-1-1 0,1 0 0,0 0 0,-1 1 0,1-1 0,0 0 0,0 0 0,0 0 0,0 0 0,0 0 0,0 0 0,0 0 0,0 0 0,0-1 0,0 1 0,1 0 0,-1 0 0,0-1 0,1 1 0,-1-1 0,0 1 0,1-1 0,-1 0 0,0 0 0,1 1 0,-1-1 0,1 0 0,-1 0 0,0 0 0,1-1 0,-1 1 0,1 0 0,-1 0 0,0-1 0,1 1 0,-1-1 0,0 1 0,0-1 0,1 1 0,-1-1 0,0 0 0,0 0 0,0 0 0,2-1 0,3-3 0,0 0 0,0-1 0,0 0 0,-1 0 0,0 0 0,0-1 0,4-8 0,7-17 0,-14 26 0,1-1 0,0 1 0,0 0 0,0-1 0,1 2 0,0-1 0,0 0 0,9-8 0,-12 13 0,0 0 0,0 1 0,0-1 0,0 1 0,0 0 0,0-1 0,0 1 0,0 0 0,0-1 0,0 1 0,0 0 0,0 0 0,0 0 0,0 0 0,0 0 0,0 0 0,0 0 0,0 0 0,0 0 0,0 1 0,0-1 0,0 0 0,0 1 0,0-1 0,0 1 0,0-1 0,-1 1 0,1-1 0,0 1 0,0-1 0,0 1 0,-1 0 0,1 0 0,0-1 0,-1 1 0,2 2 0,3 3 0,0 1 0,-1 0 0,7 13 0,-4-7 0,-5-9 0,0-1 0,0 1 0,1-1 0,-1 0 0,1 0 0,0 0 0,0 0 0,0-1 0,0 1 0,0-1 0,1 0 0,-1 0 0,1 0 0,-1 0 0,1 0 0,0-1 0,0 0 0,0 0 0,0 0 0,0 0 0,0 0 0,0-1 0,0 0 0,0 0 0,0 0 0,7-1 0,-3-1 0,-1 0 0,0 0 0,1-1 0,-1 0 0,0 0 0,-1 0 0,1-1 0,0 0 0,-1-1 0,0 1 0,0-1 0,0 0 0,5-7 0,-11 11 0,1 0 0,0 0 0,-1 0 0,1 0 0,0 0 0,0 0 0,-1 0 0,1 1 0,0-1 0,0 0 0,0 1 0,0-1 0,0 1 0,0-1 0,0 1 0,0-1 0,0 1 0,1-1 0,-1 1 0,0 0 0,0 0 0,0 0 0,0 0 0,0 0 0,1 0 0,0 0 0,0 1 0,-1 0 0,0 0 0,0 0 0,0 1 0,1-1 0,-1 0 0,-1 1 0,1-1 0,0 1 0,0-1 0,0 1 0,-1 0 0,1-1 0,-1 1 0,1-1 0,-1 1 0,0 2 0,22 144 0,-11-60 0,-10-83 0,0-3 0,-1 1 0,1-1 0,-1 1 0,1-1 0,-1 1 0,0 0 0,0-1 0,0 1 0,0-1 0,-1 1 0,1-1 0,-1 1 0,1-1 0,-1 1 0,-2 3 0,3-6 0,0 0 0,-1 0 0,1 0 0,-1 0 0,1 0 0,0 0 0,-1 0 0,1 0 0,-1 0 0,1 0 0,-1 0 0,1 0 0,0 0 0,-1 0 0,1 0 0,-1 0 0,1-1 0,0 1 0,-1 0 0,1 0 0,0 0 0,-1-1 0,1 1 0,0 0 0,-1 0 0,1-1 0,0 1 0,-1 0 0,1-1 0,0 1 0,0 0 0,-1-2 0,-10-13 0,10 13 0,-9-15 0,1 0 0,1-1 0,0 0 0,2 0 0,-8-35 0,5 10 0,-4-66 0,12 86 0,0-1 0,2 0 0,1 1 0,0-1 0,2 0 0,7-23 0,-7 36 0,0-1 0,0 1 0,1 0 0,1 1 0,13-21 0,-15 26 0,1-1 0,-1 1 0,1 0 0,1 0 0,-1 0 0,1 1 0,0-1 0,0 1 0,0 1 0,12-6 0,-12 7 0,0 0 0,0 1 0,0 0 0,0 0 0,0 0 0,1 1 0,-1 0 0,0 0 0,0 0 0,0 1 0,1 0 0,-1 0 0,0 0 0,0 1 0,-1 0 0,1 0 0,0 1 0,-1-1 0,1 1 0,-1 1 0,0-1 0,0 1 0,0 0 0,0 0 0,-1 0 0,1 0 0,-1 1 0,0 0 0,-1 0 0,1 0 0,-1 0 0,0 1 0,0-1 0,-1 1 0,1 0 0,-1 0 0,-1 0 0,1 0 0,-1 0 0,0 0 0,0 0 0,-1 0 0,0 0 0,0 1 0,0-1 0,-3 11 0,0-7 27,0 0-1,-1 0 0,0 0 0,0-1 1,-1 1-1,-1-1 0,0 0 0,0-1 1,0 0-1,-1 0 0,0 0 0,-17 13 1,9-9-271,-1 0 0,0-2 0,-1 0 0,0 0 1,-1-2-1,-19 7 0,5-4-6582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2.838"/>
    </inkml:context>
    <inkml:brush xml:id="br0">
      <inkml:brushProperty name="width" value="0.05" units="cm"/>
      <inkml:brushProperty name="height" value="0.05" units="cm"/>
      <inkml:brushProperty name="color" value="#FFC114"/>
    </inkml:brush>
  </inkml:definitions>
  <inkml:trace contextRef="#ctx0" brushRef="#br0">1 0 24575,'4'0'0,"0"0"0,0 1 0,0-1 0,0 1 0,0-1 0,0 1 0,-1 0 0,1 1 0,0-1 0,0 1 0,-1 0 0,1-1 0,3 4 0,-3-2 0,0 1 0,0 0 0,-1 0 0,1 0 0,-1 0 0,0 1 0,0-1 0,-1 1 0,4 6 0,3 9 0,-1 0 0,-1 1 0,-1 0 0,-1 0 0,0 0 0,-2 1 0,0-1 0,-2 1 0,-1 42 0,-4-47-1365,-1-4-5461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2.978"/>
    </inkml:context>
    <inkml:brush xml:id="br0">
      <inkml:brushProperty name="width" value="0.05" units="cm"/>
      <inkml:brushProperty name="height" value="0.05" units="cm"/>
      <inkml:brushProperty name="color" value="#FFC114"/>
    </inkml:brush>
  </inkml:definitions>
  <inkml:trace contextRef="#ctx0" brushRef="#br0">1 53 24575,'0'-7'0,"0"-5"0,0-5 0,0 5 0,0 7 0,0 8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3.446"/>
    </inkml:context>
    <inkml:brush xml:id="br0">
      <inkml:brushProperty name="width" value="0.05" units="cm"/>
      <inkml:brushProperty name="height" value="0.05" units="cm"/>
      <inkml:brushProperty name="color" value="#FFC114"/>
    </inkml:brush>
  </inkml:definitions>
  <inkml:trace contextRef="#ctx0" brushRef="#br0">101 600 24575,'2'-1'0,"0"1"0,0 0 0,0-1 0,-1 0 0,1 1 0,0-1 0,0 0 0,0 0 0,-1 0 0,1 0 0,-1 0 0,1-1 0,-1 1 0,1 0 0,-1-1 0,1 1 0,-1-1 0,0 0 0,0 1 0,0-1 0,0 0 0,0 1 0,0-1 0,-1 0 0,1 0 0,-1 0 0,1 0 0,-1 0 0,0 0 0,1-3 0,-1 3 0,1 0 0,-1-1 0,0 1 0,1 0 0,-1 0 0,0 0 0,-1-1 0,1 1 0,0 0 0,-1 0 0,1 0 0,-1 0 0,1 0 0,-1-1 0,0 1 0,0 0 0,0 1 0,0-1 0,0 0 0,-1 0 0,1 0 0,-1 1 0,1-1 0,-1 0 0,1 1 0,-1 0 0,-2-2 0,3 3 0,-1-1 0,1 1 0,-1 0 0,1 0 0,-1 0 0,1 0 0,0 0 0,-1 0 0,1 1 0,-1-1 0,1 0 0,-1 1 0,1-1 0,0 1 0,-1 0 0,1-1 0,0 1 0,0 0 0,-1 0 0,1 0 0,0 0 0,0-1 0,0 2 0,0-1 0,0 0 0,0 0 0,0 0 0,-1 2 0,-3 5 0,-1 1 0,-7 16 0,10-20 0,-5 11 0,0 1 0,1 1 0,0-1 0,1 1 0,2 0 0,-1 0 0,-2 31 0,7-47 0,0 0 0,0 0 0,0 0 0,0-1 0,0 1 0,0 0 0,1 0 0,-1-1 0,1 1 0,-1 0 0,1 0 0,-1-1 0,1 1 0,0 0 0,0-1 0,0 1 0,0-1 0,0 1 0,2 1 0,-1-2 0,-1 0 0,1 0 0,-1-1 0,0 1 0,1-1 0,-1 1 0,1-1 0,-1 0 0,1 0 0,0 1 0,-1-1 0,1 0 0,-1 0 0,1-1 0,-1 1 0,1 0 0,-1 0 0,2-1 0,6-2 0,0-1 0,-1 1 0,0-1 0,0-1 0,0 1 0,8-8 0,1-2 0,-2 0 0,0-1 0,0 0 0,-1-1 0,-1-1 0,-1 0 0,-1-1 0,0 0 0,-1-1 0,-1 0 0,-1-1 0,0 1 0,-2-1 0,6-30 0,-5 14 0,-2-1 0,-1 0 0,-2-1 0,-2 1 0,-1 0 0,-2 0 0,-11-50 0,14 84 0,-14-51 0,13 50 0,0 1 0,-1 0 0,1 0 0,-1 0 0,0 0 0,1 0 0,-1 0 0,-1 0 0,1 1 0,0-1 0,-1 1 0,1-1 0,-5-2 0,7 5 0,-1 0 0,0-1 0,0 1 0,0 0 0,0 0 0,0-1 0,0 1 0,0 0 0,0 0 0,0 0 0,0 0 0,0 0 0,0 1 0,0-1 0,0 0 0,0 0 0,0 1 0,0-1 0,1 0 0,-1 1 0,0-1 0,0 1 0,0-1 0,0 1 0,1 0 0,-1-1 0,0 1 0,1 0 0,-1-1 0,0 1 0,1 0 0,-1 0 0,1 0 0,-1-1 0,1 1 0,-1 1 0,-16 36 0,17-38 0,-12 40 0,2 0 0,1 0 0,-4 57 0,3 124 0,12-141-1365,2-13-5461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3.973"/>
    </inkml:context>
    <inkml:brush xml:id="br0">
      <inkml:brushProperty name="width" value="0.05" units="cm"/>
      <inkml:brushProperty name="height" value="0.05" units="cm"/>
      <inkml:brushProperty name="color" value="#FFC114"/>
    </inkml:brush>
  </inkml:definitions>
  <inkml:trace contextRef="#ctx0" brushRef="#br0">21 184 24575,'-2'-3'0,"-1"-1"0,1 1 0,0-1 0,0 1 0,1-1 0,-1 1 0,1-1 0,0 0 0,-1 0 0,2 0 0,-1 0 0,0 0 0,1 0 0,0 0 0,0-5 0,0 0 0,1 0 0,0 0 0,0-1 0,1 1 0,4-13 0,-4 17 0,0-1 0,1 0 0,-1 0 0,1 1 0,5-7 0,-8 11 0,1 1 0,-1-1 0,1 0 0,-1 0 0,1 1 0,0-1 0,-1 1 0,1-1 0,0 1 0,-1-1 0,1 1 0,0-1 0,0 1 0,-1-1 0,1 1 0,0 0 0,0 0 0,0-1 0,0 1 0,-1 0 0,1 0 0,0 0 0,0 0 0,0 0 0,0 0 0,0 0 0,0 0 0,-1 0 0,1 0 0,0 1 0,0-1 0,0 0 0,0 0 0,-1 1 0,1-1 0,0 1 0,0-1 0,-1 1 0,1-1 0,0 1 0,-1-1 0,1 1 0,-1 0 0,1-1 0,0 1 0,-1 0 0,1-1 0,-1 2 0,6 7 0,0-1 0,-1 1 0,0 0 0,0 1 0,-1-1 0,3 11 0,14 64 0,-14-57 0,15 84 0,6 19 0,-21-111 0,-6-19 0,-1 0 0,0 0 0,0 0 0,0 0 0,0 0 0,1 0 0,-1 0 0,0 1 0,0-1 0,0 0 0,0 0 0,1 0 0,-1 0 0,0 0 0,0 0 0,0 0 0,0 0 0,1 0 0,-1 0 0,0-1 0,0 1 0,0 0 0,0 0 0,1 0 0,-1 0 0,0 0 0,0 0 0,0 0 0,0 0 0,1 0 0,-1-1 0,0 1 0,0 0 0,0 0 0,0 0 0,0 0 0,0 0 0,0-1 0,0 1 0,1 0 0,-1 0 0,0 0 0,0 0 0,0-1 0,0 1 0,0 0 0,10-37 0,-6 17 0,54-130 0,-45 123 0,1 1 0,1 1 0,25-34 0,-35 53 0,0 0 0,1 0 0,0 1 0,0-1 0,0 1 0,1 0 0,-1 1 0,1 0 0,0 0 0,0 0 0,11-3 0,-15 6 0,0 0 0,1 1 0,-1-1 0,0 1 0,1-1 0,-1 1 0,0 0 0,1 0 0,-1 1 0,0-1 0,1 1 0,-1-1 0,0 1 0,0 0 0,0 0 0,1 1 0,-1-1 0,0 1 0,-1-1 0,1 1 0,0 0 0,0 0 0,-1 0 0,1 1 0,-1-1 0,0 0 0,1 1 0,-1 0 0,2 3 0,7 15 0,0 0 0,-1 1 0,-2 0 0,0 1 0,8 41 0,-2-12 0,17 52-1365,-24-79-5461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4.381"/>
    </inkml:context>
    <inkml:brush xml:id="br0">
      <inkml:brushProperty name="width" value="0.05" units="cm"/>
      <inkml:brushProperty name="height" value="0.05" units="cm"/>
      <inkml:brushProperty name="color" value="#FFC114"/>
    </inkml:brush>
  </inkml:definitions>
  <inkml:trace contextRef="#ctx0" brushRef="#br0">192 190 24575,'7'-16'0,"-1"-1"0,0 0 0,-1 0 0,-1 0 0,-1-1 0,3-32 0,-6 48 0,0 0 0,1 1 0,-1-1 0,0 1 0,0-1 0,-1 1 0,1-1 0,0 1 0,0-1 0,-1 1 0,1-1 0,-1 1 0,1-1 0,-1 1 0,0-1 0,1 1 0,-1 0 0,0-1 0,0 1 0,0 0 0,-2-2 0,2 2 0,-1 1 0,1-1 0,0 1 0,-1 0 0,1-1 0,-1 1 0,1 0 0,0 0 0,-1 0 0,1 0 0,-1 0 0,1 0 0,-1 0 0,1 0 0,0 1 0,-1-1 0,1 1 0,-3 0 0,-5 3 0,0 1 0,0 0 0,0 0 0,0 1 0,-7 7 0,11-9 0,-62 53 0,60-50 0,0 0 0,0 1 0,1 0 0,0 0 0,0 1 0,-6 12 0,12-20 0,-1 0 0,0 1 0,1-1 0,-1 0 0,1 1 0,0-1 0,-1 1 0,1-1 0,0 0 0,0 1 0,0-1 0,0 1 0,0-1 0,0 3 0,1-4 0,-1 1 0,0-1 0,0 1 0,1-1 0,-1 1 0,0-1 0,1 0 0,-1 1 0,1-1 0,-1 1 0,0-1 0,1 0 0,-1 1 0,1-1 0,-1 0 0,1 0 0,-1 0 0,1 1 0,-1-1 0,1 0 0,-1 0 0,1 0 0,-1 0 0,1 0 0,0 0 0,3 0 0,0 0 0,0-1 0,-1 1 0,1-1 0,0 0 0,-1 0 0,1-1 0,6-3 0,1-1 0,-1-1 0,1 0 0,-2-1 0,1 0 0,15-18 0,15-13 0,-40 39 0,1-1 0,-1 0 0,1 1 0,0-1 0,-1 1 0,1-1 0,0 1 0,-1-1 0,1 1 0,0-1 0,-1 1 0,1-1 0,0 1 0,0 0 0,-1 0 0,1-1 0,0 1 0,0 0 0,0 0 0,0 0 0,-1 0 0,1 0 0,0 0 0,0 0 0,0 0 0,0 0 0,-1 0 0,1 1 0,0-1 0,0 0 0,-1 1 0,1-1 0,0 0 0,0 1 0,-1-1 0,1 1 0,0-1 0,-1 1 0,1-1 0,0 1 0,-1-1 0,1 1 0,-1 0 0,1-1 0,-1 1 0,0 0 0,1 1 0,2 4 0,-1 0 0,0 0 0,0 1 0,2 12 0,-2-9 0,2 9-273,1 0 0,0 0 0,2-1 0,10 22 0,-10-27-6553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5.180"/>
    </inkml:context>
    <inkml:brush xml:id="br0">
      <inkml:brushProperty name="width" value="0.05" units="cm"/>
      <inkml:brushProperty name="height" value="0.05" units="cm"/>
      <inkml:brushProperty name="color" value="#FFC114"/>
    </inkml:brush>
  </inkml:definitions>
  <inkml:trace contextRef="#ctx0" brushRef="#br0">0 204 24575,'2'-2'0,"0"0"0,-1-1 0,1 1 0,-1 0 0,0 0 0,0-1 0,0 1 0,0-1 0,0 1 0,-1-1 0,2-3 0,2-33 0,-3 25 0,-2 159 0,2-66 0,1-65 0,2-25 0,2-7 0,13-31 0,-3 7 0,24-42 0,-34 72 0,1 1 0,0 0 0,0 1 0,1-1 0,1 2 0,0-1 0,0 1 0,15-11 0,-22 19 0,-1-1 0,1 1 0,-1 0 0,1 0 0,0 0 0,0 0 0,0 0 0,-1 0 0,1 1 0,0-1 0,0 1 0,0-1 0,0 1 0,0 0 0,0-1 0,0 1 0,0 0 0,0 0 0,0 1 0,0-1 0,0 0 0,0 1 0,0-1 0,0 1 0,0 0 0,0-1 0,0 1 0,0 0 0,-1 0 0,1 0 0,0 1 0,-1-1 0,1 0 0,0 0 0,-1 1 0,0-1 0,1 1 0,-1 0 0,0-1 0,0 1 0,0 0 0,2 3 0,3 8 0,-1 0 0,0 0 0,0 0 0,4 25 0,-9-37 0,10 59 0,-8-41 0,1 0 0,8 28 0,-11-47 0,0 1 0,0 0 0,1 0 0,-1 0 0,0-1 0,0 1 0,0 0 0,1 0 0,-1-1 0,0 1 0,1 0 0,-1-1 0,1 1 0,-1 0 0,1-1 0,-1 1 0,1-1 0,-1 1 0,1-1 0,0 1 0,-1-1 0,1 1 0,0-1 0,-1 1 0,1-1 0,0 0 0,0 0 0,-1 1 0,1-1 0,0 0 0,0 0 0,-1 0 0,1 0 0,0 0 0,0 0 0,0 0 0,-1 0 0,1 0 0,0 0 0,0 0 0,0 0 0,-1-1 0,1 1 0,0 0 0,-1-1 0,1 1 0,0 0 0,0-1 0,-1 1 0,1-1 0,-1 1 0,1-1 0,0 1 0,-1-1 0,1 0 0,6-6 0,-1 0 0,0 0 0,9-14 0,-12 16 0,30-49 0,-21 34 0,1 0 0,0 0 0,22-23 0,-35 43 0,1-1 0,0 0 0,-1 0 0,1 1 0,0-1 0,0 0 0,-1 1 0,1-1 0,0 1 0,0-1 0,0 1 0,0-1 0,0 1 0,0-1 0,0 1 0,0 0 0,0 0 0,0 0 0,2-1 0,-3 2 0,1-1 0,0 0 0,-1 1 0,1-1 0,-1 0 0,1 1 0,0-1 0,-1 1 0,1-1 0,-1 1 0,1-1 0,-1 1 0,1-1 0,-1 1 0,0-1 0,1 1 0,-1 0 0,0-1 0,1 1 0,-1 0 0,0 0 0,2 7 0,0 0 0,-1 0 0,0 0 0,0 9 0,0-3 0,3 14 0,-2-6 0,1 0 0,0-1 0,2 1 0,12 33 0,-16-53 0,0 0 0,0 0 0,0 0 0,0 1 0,1-1 0,-1 0 0,1-1 0,-1 1 0,1 0 0,0 0 0,0-1 0,0 1 0,0-1 0,0 1 0,0-1 0,0 0 0,0 0 0,0 0 0,5 1 0,-3-1 0,0 0 0,1-1 0,-1 0 0,0 0 0,0 0 0,0-1 0,0 1 0,0-1 0,0 0 0,0 0 0,4-2 0,5-2 0,0-2 0,0 1 0,0-2 0,-1 0 0,21-17 0,-17 11 0,-1-1 0,-1-1 0,0 0 0,-1-1 0,19-32 0,-25 37 0,0-1 0,-2 1 0,1-1 0,-2 0 0,0-1 0,0 1 0,-1-1 0,-1 0 0,1-25 0,-2 38 0,-1-1 0,0 0 0,0 1 0,0-1 0,-1 1 0,1-1 0,0 1 0,0-1 0,-1 1 0,1-1 0,-1 1 0,1 0 0,-1-1 0,0 1 0,0 0 0,1-1 0,-3-1 0,3 3 0,-1 0 0,0-1 0,1 1 0,-1 0 0,0 0 0,1-1 0,-1 1 0,0 0 0,1 0 0,-1 0 0,0 0 0,1 0 0,-1 0 0,0 0 0,0 0 0,1 0 0,-1 1 0,0-1 0,1 0 0,-1 0 0,0 0 0,1 1 0,-1-1 0,0 0 0,0 1 0,-3 2 0,0 0 0,0 0 0,1 0 0,-1 1 0,1-1 0,0 1 0,0-1 0,0 1 0,-3 5 0,1 1 0,1-1 0,-1 1 0,2 0 0,-1 0 0,1 0 0,1 0 0,0 1 0,-1 20 0,2-25 0,2-1 0,-1 1 0,1-1 0,0 1 0,0-1 0,0 0 0,1 1 0,0-1 0,0 0 0,0 0 0,0 0 0,1 0 0,0 0 0,0-1 0,1 1 0,-1-1 0,1 0 0,7 7 0,26 14-1365,0-4-5461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5.737"/>
    </inkml:context>
    <inkml:brush xml:id="br0">
      <inkml:brushProperty name="width" value="0.05" units="cm"/>
      <inkml:brushProperty name="height" value="0.05" units="cm"/>
      <inkml:brushProperty name="color" value="#FFC114"/>
    </inkml:brush>
  </inkml:definitions>
  <inkml:trace contextRef="#ctx0" brushRef="#br0">283 251 24575,'1'-4'0,"0"0"0,1 0 0,-1 1 0,1-1 0,0 0 0,0 1 0,0-1 0,1 1 0,0 0 0,-1 0 0,1 0 0,4-4 0,1-1 0,27-27 0,13-14 0,-44 44 0,0 0 0,0-1 0,-1 1 0,0-1 0,0 1 0,0-1 0,0 0 0,1-7 0,-4 12 0,1 0 0,-1-1 0,1 0 0,-1 1 0,0-1 0,0 1 0,0-1 0,0 1 0,0-1 0,0 1 0,-1-1 0,1 1 0,0-1 0,-1 1 0,1-1 0,-1 1 0,1-1 0,-1 1 0,0 0 0,0-1 0,1 1 0,-3-2 0,1 1 0,0 1 0,0-1 0,0 1 0,0-1 0,-1 1 0,1 0 0,0 0 0,-1 0 0,1 0 0,-1 0 0,1 1 0,-4-1 0,-4 0 0,0 0 0,-1 1 0,1 0 0,0 0 0,-16 4 0,0 1 0,0 2 0,1 0 0,-48 22 0,64-25 0,0 1 0,0 0 0,0 1 0,0 0 0,1 0 0,0 1 0,0 0 0,0 0 0,1 1 0,1 0 0,-1 0 0,-10 18 0,15-21 0,0 0 0,0 0 0,0 1 0,1-1 0,0 1 0,0-1 0,0 1 0,1 0 0,-1-1 0,1 1 0,1-1 0,1 9 0,0-4 0,0 0 0,1 0 0,1-1 0,0 1 0,0-1 0,7 12 0,6 5 0,1-2 0,1 0 0,34 33 0,-5-10 0,-14-14 0,38 46 0,-69-75 0,0 0 0,0 0 0,0 0 0,-1 0 0,0 0 0,0 1 0,0-1 0,2 10 0,-4-13 0,1 1 0,-1 0 0,0-1 0,0 1 0,0-1 0,-1 1 0,1-1 0,0 1 0,-1 0 0,1-1 0,-1 1 0,1-1 0,-1 0 0,0 1 0,1-1 0,-1 1 0,0-1 0,0 0 0,0 0 0,0 1 0,0-1 0,0 0 0,-1 0 0,1 0 0,0 0 0,0 0 0,-1-1 0,1 1 0,-1 0 0,-2 0 0,-5 3 0,0-1 0,0 0 0,-1-1 0,1 0 0,-1-1 0,-16 1 0,-58-3 0,74 0 0,1 0 0,0 0 0,0 0 0,0-2 0,0 1 0,0-1 0,1 0 0,-1-1 0,1 1 0,0-2 0,0 1 0,-10-9 0,14 10 0,0-1 0,0 0 0,1 0 0,-1 0 0,1 0 0,0 0 0,0-1 0,0 0 0,1 1 0,0-1 0,0 0 0,0 0 0,0 0 0,1-1 0,0 1 0,0 0 0,0 0 0,1-1 0,-1 1 0,2-1 0,-1 1 0,1-7 0,0 9-105,-1 1 0,0 0 0,1 0 0,0 0 0,-1 0 0,1-1 0,0 1 0,0 0 0,0 1 0,1-1 0,-1 0 0,2-2 0,7-5-6721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6.222"/>
    </inkml:context>
    <inkml:brush xml:id="br0">
      <inkml:brushProperty name="width" value="0.05" units="cm"/>
      <inkml:brushProperty name="height" value="0.05" units="cm"/>
      <inkml:brushProperty name="color" value="#FFC114"/>
    </inkml:brush>
  </inkml:definitions>
  <inkml:trace contextRef="#ctx0" brushRef="#br0">24 180 24575,'-1'0'0,"1"-1"0,-1 1 0,0 0 0,0 0 0,0 0 0,0 0 0,0 1 0,0-1 0,1 0 0,-1 0 0,0 0 0,0 1 0,0-1 0,0 0 0,1 1 0,-1-1 0,0 1 0,0-1 0,1 1 0,-1-1 0,0 1 0,1 0 0,-1-1 0,1 1 0,-1 0 0,1-1 0,-1 1 0,1 0 0,-1 0 0,1-1 0,0 1 0,-1 0 0,1 0 0,0 0 0,0 0 0,-1-1 0,1 1 0,0 0 0,0 0 0,0 0 0,0 1 0,1 0 0,-1 0 0,1-1 0,-1 1 0,1-1 0,-1 1 0,1-1 0,0 0 0,-1 1 0,1-1 0,0 0 0,0 1 0,0-1 0,0 0 0,0 0 0,0 0 0,1 0 0,-1 0 0,0 0 0,1 0 0,-1 0 0,0-1 0,1 1 0,2 0 0,0 0 0,1 0 0,-1-1 0,1 1 0,-1-1 0,1-1 0,0 1 0,-1-1 0,1 1 0,-1-1 0,1 0 0,-1-1 0,0 1 0,1-1 0,5-3 0,2-2 0,1 0 0,-1-1 0,15-12 0,-19 13 0,0-1 0,-1 0 0,0 0 0,0 0 0,11-19 0,-15 23 0,-1 0 0,0-1 0,0 1 0,0-1 0,0 1 0,-1-1 0,1 0 0,-1 0 0,-1 1 0,1-1 0,-1 0 0,1 0 0,-1 0 0,-1 0 0,0-7 0,0 10 0,1 1 0,-1-1 0,0 0 0,0 1 0,0-1 0,0 1 0,0-1 0,0 1 0,0-1 0,-1 1 0,1 0 0,0 0 0,-1-1 0,1 1 0,-1 0 0,1 0 0,-1 0 0,0 1 0,1-1 0,-1 0 0,0 1 0,0-1 0,1 1 0,-1-1 0,0 1 0,0 0 0,0 0 0,0 0 0,1 0 0,-1 0 0,0 0 0,0 0 0,-3 2 0,-2-1 0,0 0 0,1 1 0,-1 0 0,0 1 0,1-1 0,0 1 0,-10 6 0,6-2 0,1 1 0,-1 0 0,2 0 0,0 1 0,0 0 0,0 1 0,1 0 0,0 0 0,-5 12 0,7-13 0,1-1 0,0 1 0,1 0 0,0 1 0,1-1 0,0 0 0,0 1 0,1-1 0,0 1 0,0 0 0,2 18 0,0-23 0,0-1 0,0 1 0,1-1 0,-1 1 0,1-1 0,0 1 0,1-1 0,-1 0 0,0 0 0,1 0 0,0 0 0,0-1 0,0 1 0,1-1 0,-1 1 0,1-1 0,0 0 0,0-1 0,0 1 0,0-1 0,0 1 0,0-1 0,1-1 0,-1 1 0,1-1 0,-1 1 0,8 0 0,6 1 0,1-1 0,0 0 0,-1-1 0,1-1 0,29-4 0,4-4-1365,-7 0-5461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6.395"/>
    </inkml:context>
    <inkml:brush xml:id="br0">
      <inkml:brushProperty name="width" value="0.05" units="cm"/>
      <inkml:brushProperty name="height" value="0.05" units="cm"/>
      <inkml:brushProperty name="color" value="#FFC114"/>
    </inkml:brush>
  </inkml:definitions>
  <inkml:trace contextRef="#ctx0" brushRef="#br0">1 55 24575,'3'-4'0,"2"-4"0,-1-4 0,0-3 0,1 4 0,1 7 0,3 8 0,2 6 0,4 5 0,2 4 0,1 1 0,1 1 0,2 0 0,-1 0 0,0-3 0,0-6 0,-3-3-8191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6.551"/>
    </inkml:context>
    <inkml:brush xml:id="br0">
      <inkml:brushProperty name="width" value="0.05" units="cm"/>
      <inkml:brushProperty name="height" value="0.05" units="cm"/>
      <inkml:brushProperty name="color" value="#FFC114"/>
    </inkml:brush>
  </inkml:definitions>
  <inkml:trace contextRef="#ctx0" brushRef="#br0">295 24 24575,'-4'0'0,"0"-3"0,-3-5 0,-5 0 0,-2 3 0,0 7 0,0 7 0,-2 7 0,0 9 0,-6 9 0,-4 10 0,-6 6 0,-3 9 0,-6 5 0,4-9-8191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7.711"/>
    </inkml:context>
    <inkml:brush xml:id="br0">
      <inkml:brushProperty name="width" value="0.05" units="cm"/>
      <inkml:brushProperty name="height" value="0.05" units="cm"/>
      <inkml:brushProperty name="color" value="#FFC114"/>
    </inkml:brush>
  </inkml:definitions>
  <inkml:trace contextRef="#ctx0" brushRef="#br0">0 109 24575,'1'-8'0,"-1"0"0,1 0 0,0 0 0,1 0 0,0 1 0,0-1 0,1 0 0,0 1 0,0 0 0,1 0 0,-1 0 0,6-7 0,-9 14 0,1-1 0,-1 1 0,1 0 0,-1 0 0,1-1 0,-1 1 0,0 0 0,1 0 0,-1 0 0,1-1 0,-1 1 0,1 0 0,-1 0 0,1 0 0,-1 0 0,1 0 0,-1 0 0,1 0 0,-1 0 0,1 0 0,-1 0 0,1 0 0,-1 0 0,1 1 0,-1-1 0,1 0 0,-1 0 0,1 0 0,-1 1 0,0-1 0,1 0 0,-1 1 0,1-1 0,-1 0 0,0 1 0,1-1 0,-1 0 0,0 1 0,1-1 0,-1 1 0,0-1 0,0 0 0,1 1 0,-1-1 0,0 2 0,11 22 0,-4 8 0,-1 0 0,3 65 0,-6-60 0,9 282-1365,-12-274-5461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8.085"/>
    </inkml:context>
    <inkml:brush xml:id="br0">
      <inkml:brushProperty name="width" value="0.05" units="cm"/>
      <inkml:brushProperty name="height" value="0.05" units="cm"/>
      <inkml:brushProperty name="color" value="#FFC114"/>
    </inkml:brush>
  </inkml:definitions>
  <inkml:trace contextRef="#ctx0" brushRef="#br0">176 41 24575,'0'-3'0,"0"1"0,0-1 0,0 1 0,-1-1 0,1 0 0,-1 1 0,1-1 0,-1 1 0,0-1 0,0 1 0,0-1 0,-2-1 0,3 3 0,0 1 0,-1-1 0,1 1 0,-1 0 0,1-1 0,0 1 0,-1 0 0,1-1 0,-1 1 0,1 0 0,-1 0 0,1-1 0,-1 1 0,1 0 0,-1 0 0,1 0 0,-1 0 0,1 0 0,-1 0 0,0 0 0,1 0 0,-1 0 0,0 0 0,0 0 0,-1 1 0,0-1 0,1 1 0,-1 0 0,1 0 0,-1-1 0,1 1 0,0 0 0,-1 0 0,1 0 0,-2 2 0,-4 5 0,1 0 0,-1 0 0,1 0 0,1 1 0,-1 0 0,1 0 0,1 1 0,0-1 0,0 1 0,-2 14 0,-1 3 0,2-1 0,-3 50 0,7-65 0,1 0 0,1 0 0,0 0 0,0 0 0,1 0 0,1 0 0,5 18 0,-7-26 0,1 0 0,-1 0 0,0 0 0,1 0 0,0 0 0,-1 0 0,1-1 0,0 1 0,0 0 0,1-1 0,-1 0 0,0 1 0,1-1 0,0 0 0,-1 0 0,1 0 0,0-1 0,0 1 0,0-1 0,0 0 0,0 1 0,0-1 0,1-1 0,-1 1 0,0 0 0,0-1 0,1 0 0,-1 1 0,0-1 0,4-1 0,-2 0 0,0 0 0,0-1 0,0 1 0,-1-1 0,1 0 0,0 0 0,-1-1 0,0 1 0,1-1 0,-1 0 0,0 0 0,-1-1 0,1 1 0,-1-1 0,1 1 0,-1-1 0,0 0 0,4-7 0,-1 1 0,-1 0 0,0-1 0,0 0 0,-1 1 0,-1-1 0,5-23 0,-6 24 0,-1 0 0,0 1 0,-1-1 0,0 0 0,-1 1 0,0-1 0,0 0 0,-1 1 0,0-1 0,-1 1 0,0 0 0,-5-12 0,5 15 0,-1 0 0,1 1 0,-1-1 0,0 1 0,0 0 0,-1 0 0,1 1 0,-1-1 0,0 1 0,0 0 0,-1 1 0,1-1 0,-1 1 0,0 0 0,0 0 0,0 1 0,0-1 0,0 1 0,-8-1 0,8 2-62,0 0 0,0 0 0,0 0 0,0 0 0,0 1 0,0 0 0,0 1 0,0-1 0,0 1 0,0 1 0,0-1 0,0 1-1,0 0 1,0 0 0,1 0 0,-1 1 0,1 0 0,0 0 0,0 0 0,0 1 0,-9 8 0,2 4-6764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8.292"/>
    </inkml:context>
    <inkml:brush xml:id="br0">
      <inkml:brushProperty name="width" value="0.05" units="cm"/>
      <inkml:brushProperty name="height" value="0.05" units="cm"/>
      <inkml:brushProperty name="color" value="#FFC114"/>
    </inkml:brush>
  </inkml:definitions>
  <inkml:trace contextRef="#ctx0" brushRef="#br0">0 36 24575,'3'-4'0,"5"0"0,4-4 0,0-3 0,-2 3 0,1 7 0,-2 10 0,-2 10 0,-3 8 0,-1 11 0,2 7 0,-1 8 0,1 4 0,-2 2 0,-1 2 0,-1-10-8191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9.023"/>
    </inkml:context>
    <inkml:brush xml:id="br0">
      <inkml:brushProperty name="width" value="0.05" units="cm"/>
      <inkml:brushProperty name="height" value="0.05" units="cm"/>
      <inkml:brushProperty name="color" value="#FFC114"/>
    </inkml:brush>
  </inkml:definitions>
  <inkml:trace contextRef="#ctx0" brushRef="#br0">136 400 24575,'0'-7'0,"-1"-1"0,0 1 0,-1 0 0,0 0 0,0 0 0,-5-13 0,-3 51 0,-101 427 0,122-539 0,114-436 0,-123 509 0,35-102 0,-32 99 0,0 0 0,0 0 0,1 1 0,0-1 0,1 1 0,1 1 0,9-12 0,-16 20 0,0 0 0,1-1 0,-1 1 0,0 0 0,1 0 0,-1 0 0,1 0 0,-1 0 0,1 0 0,0 0 0,-1 1 0,1-1 0,0 1 0,-1-1 0,1 1 0,0-1 0,0 1 0,-1 0 0,1 0 0,0 0 0,0 0 0,-1 0 0,1 0 0,0 0 0,0 1 0,0-1 0,-1 1 0,1-1 0,0 1 0,-1 0 0,1 0 0,-1-1 0,1 1 0,-1 0 0,3 2 0,1 2 0,-1 0 0,1 0 0,-1 0 0,0 1 0,0-1 0,-1 1 0,0 0 0,4 9 0,7 19 0,-2 2 0,12 58 0,6 78 0,-22-123 0,27 223-704,-32-245 43,3 24-6165</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29.786"/>
    </inkml:context>
    <inkml:brush xml:id="br0">
      <inkml:brushProperty name="width" value="0.05" units="cm"/>
      <inkml:brushProperty name="height" value="0.05" units="cm"/>
      <inkml:brushProperty name="color" value="#FFC114"/>
    </inkml:brush>
  </inkml:definitions>
  <inkml:trace contextRef="#ctx0" brushRef="#br0">17 441 24575,'-2'-1'0,"1"0"0,0-1 0,-1 0 0,1 1 0,0-1 0,0 0 0,-1 1 0,1-1 0,1 0 0,-1 0 0,0 0 0,0 0 0,1 0 0,-1 0 0,1 0 0,0 0 0,-1 0 0,1 0 0,0 0 0,0 0 0,0-1 0,1 1 0,-1 0 0,0 0 0,1 0 0,-1 0 0,1 0 0,1-2 0,0-1 0,1 1 0,-1 0 0,1 0 0,0 0 0,0 0 0,1 0 0,-1 1 0,1 0 0,0-1 0,7-4 0,36-18 0,1 2 0,95-33 0,41-19 0,-182 75 0,2-1 0,0 0 0,0 0 0,0 0 0,0 1 0,0-1 0,1 1 0,4-1 0,-8 2 0,1 0 0,-1 0 0,0 1 0,0-1 0,0 0 0,1 1 0,-1-1 0,0 0 0,0 1 0,0-1 0,0 1 0,0 0 0,0-1 0,0 1 0,0 0 0,0 0 0,0-1 0,0 1 0,0 0 0,-1 0 0,1 0 0,0 0 0,-1 0 0,1 0 0,-1 0 0,1 0 0,-1 0 0,1 1 0,-1-1 0,0 0 0,1 2 0,4 24 0,0-1 0,-2 0 0,-1 1 0,-4 50 0,2-29 0,-2 42 0,2 58 0,-18-386 0,18 201 0,2 1 0,2-1 0,1 1 0,14-54 0,-15 77 0,1 1 0,0-1 0,1 1 0,0 0 0,1 1 0,0-1 0,1 1 0,9-10 0,-13 17 0,0 0 0,0 0 0,1 0 0,-1 1 0,1-1 0,0 1 0,0 0 0,0 1 0,7-3 0,-8 3 0,-1 1 0,1 1 0,0-1 0,0 0 0,0 1 0,-1 0 0,1 0 0,0 0 0,0 0 0,-1 1 0,1 0 0,0-1 0,0 1 0,-1 1 0,5 1 0,-3-1 0,0 0 0,0 1 0,0 0 0,-1 0 0,0 0 0,1 1 0,-1-1 0,0 1 0,-1 0 0,1 0 0,-1 1 0,1-1 0,1 5 0,-1-1 0,0 0 0,-1-1 0,0 1 0,-1 0 0,1 0 0,-2 1 0,2 14 0,-2-5 0,-1-1 0,0 1 0,-2-1 0,0 1 0,-1-1 0,-1 1 0,-8 23 0,10-39 0,1 0 0,1 0 0,-1 0 0,0 0 0,0 1 0,1-1 0,-1 0 0,1 0 0,0 1 0,-1-1 0,1 0 0,0 1 0,1-1 0,-1 0 0,0 1 0,1-1 0,-1 0 0,1 0 0,0 0 0,-1 1 0,1-1 0,0 0 0,0 0 0,1 0 0,-1 0 0,0 0 0,1-1 0,-1 1 0,1 0 0,0-1 0,-1 1 0,1-1 0,0 1 0,3 1 0,17 14 0,0 1 0,-1 1 0,21 26 0,-36-38 0,-1-1 0,-1 0 0,1 1 0,-1 0 0,0 0 0,0 1 0,-1-1 0,0 1 0,0-1 0,-1 1 0,0 0 0,0 0 0,-1 0 0,0 0 0,-1 15 0,0-18 0,-1-1 0,0 1 0,-1-1 0,1 0 0,-1 0 0,0 0 0,0 0 0,0 0 0,0 0 0,-1 0 0,0 0 0,0-1 0,0 0 0,0 1 0,0-1 0,0 0 0,-1-1 0,0 1 0,1-1 0,-9 5 0,-2 0 0,-1-1 0,0 0 0,-1-1 0,-22 5 0,24-7-124,0 0 0,0-1 0,-1-1 0,1 0 0,0-1 0,-1-1-1,1 0 1,0-1 0,0 0 0,-14-5 0,-4-5-6702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0.081"/>
    </inkml:context>
    <inkml:brush xml:id="br0">
      <inkml:brushProperty name="width" value="0.05" units="cm"/>
      <inkml:brushProperty name="height" value="0.05" units="cm"/>
      <inkml:brushProperty name="color" value="#FFC114"/>
    </inkml:brush>
  </inkml:definitions>
  <inkml:trace contextRef="#ctx0" brushRef="#br0">99 83 24575,'0'-1'0,"54"-28"0,-52 28 0,1-1 0,0 0 0,-1 0 0,1 0 0,-1 0 0,0 0 0,1-1 0,-1 1 0,0-1 0,-1 1 0,1-1 0,0 0 0,-1 0 0,1 0 0,-1 0 0,1-3 0,-2 6 0,0 0 0,0-1 0,0 1 0,1 0 0,-1 0 0,0-1 0,0 1 0,0 0 0,0 0 0,0 0 0,0-1 0,0 1 0,0 0 0,0 0 0,0-1 0,0 1 0,0 0 0,0 0 0,0-1 0,0 1 0,-1 0 0,1 0 0,0 0 0,0-1 0,0 1 0,0 0 0,0 0 0,0 0 0,0-1 0,-1 1 0,1 0 0,0 0 0,0 0 0,0 0 0,-1 0 0,1-1 0,0 1 0,0 0 0,0 0 0,-1 0 0,-9 5 0,-9 14 0,-5 16 0,1 0 0,-31 66 0,43-78 0,2 0 0,1 1 0,1 0 0,1 0 0,-6 48 0,11-65 0,0-1 0,1 0 0,0 1 0,0-1 0,1 0 0,0 1 0,0-1 0,0 0 0,1 0 0,0 0 0,0 0 0,0 0 0,1 0 0,0 0 0,0-1 0,0 0 0,1 1 0,0-1 0,0 0 0,0-1 0,1 1 0,-1-1 0,1 0 0,0 0 0,1 0 0,-1-1 0,0 0 0,1 0 0,0 0 0,0-1 0,0 1 0,0-2 0,0 1 0,11 1 0,-2 0-273,0-1 0,1-1 0,0-1 0,30-2 0,-13-3-6553</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0.826"/>
    </inkml:context>
    <inkml:brush xml:id="br0">
      <inkml:brushProperty name="width" value="0.05" units="cm"/>
      <inkml:brushProperty name="height" value="0.05" units="cm"/>
      <inkml:brushProperty name="color" value="#FFC114"/>
    </inkml:brush>
  </inkml:definitions>
  <inkml:trace contextRef="#ctx0" brushRef="#br0">39 89 24575,'-2'-18'0,"5"32"0,4 15 0,-2-1 0,-1 1 0,-1 0 0,-2 49 0,-21 116 0,-20 14 0,62-290 0,51-133 0,64-76 0,-130 278 0,-4 5 0,1 1 0,1-1 0,-1 0 0,1 1 0,0 0 0,1 0 0,0 1 0,11-11 0,-17 17 0,0 0 0,1-1 0,-1 1 0,0 0 0,1 0 0,-1-1 0,1 1 0,-1 0 0,1 0 0,-1-1 0,0 1 0,1 0 0,-1 0 0,1 0 0,-1 0 0,1 0 0,-1 0 0,1 0 0,-1 0 0,1 0 0,-1 0 0,1 0 0,-1 0 0,1 0 0,-1 0 0,0 0 0,1 0 0,-1 1 0,1-1 0,-1 0 0,1 0 0,-1 1 0,0-1 0,1 0 0,-1 0 0,1 1 0,-1-1 0,0 0 0,1 1 0,-1-1 0,0 1 0,0-1 0,1 0 0,-1 1 0,0-1 0,0 1 0,0-1 0,1 1 0,3 25 0,-3-25 0,-2 194 0,-2-147 0,2 0 0,3 0 0,11 77 0,-13-122 0,1 0 0,0 1 0,0-1 0,0 0 0,0 0 0,1 0 0,1 4 0,-2-7 0,-1 0 0,0 1 0,0-1 0,1 0 0,-1 0 0,0 1 0,0-1 0,1 0 0,-1 0 0,0 1 0,1-1 0,-1 0 0,0 0 0,1 0 0,-1 0 0,0 1 0,1-1 0,-1 0 0,1 0 0,-1 0 0,0 0 0,1 0 0,-1 0 0,1 0 0,0 0 0,-1-1 0,1 1 0,0-1 0,0 1 0,0-1 0,-1 1 0,1-1 0,0 1 0,-1-1 0,1 0 0,0 0 0,-1 1 0,1-1 0,-1 0 0,1 0 0,0-1 0,58-125 0,-10 19 0,-21 52 0,-11 20 0,1 0 0,44-62 0,-61 97 0,0-1 0,0 1 0,0-1 0,0 1 0,0 0 0,1-1 0,-1 1 0,0 0 0,1 0 0,-1 0 0,1 0 0,-1 0 0,1 0 0,0 1 0,-1-1 0,1 0 0,0 1 0,-1 0 0,1-1 0,0 1 0,0 0 0,2 0 0,-2 0 0,0 1 0,-1 0 0,1 0 0,0 0 0,-1 0 0,1 0 0,-1 0 0,1 0 0,-1 0 0,1 1 0,-1-1 0,0 1 0,0-1 0,0 1 0,0-1 0,0 1 0,0 0 0,0 0 0,0-1 0,0 4 0,11 33 0,-1 1 0,9 69 0,-9-43 0,12 33 214,4 25-191,-24-102-424,-1 0 1,0 1-1,-3 35 1,-2-28-6426</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3.763"/>
    </inkml:context>
    <inkml:brush xml:id="br0">
      <inkml:brushProperty name="width" value="0.05" units="cm"/>
      <inkml:brushProperty name="height" value="0.05" units="cm"/>
      <inkml:brushProperty name="color" value="#FFC114"/>
    </inkml:brush>
  </inkml:definitions>
  <inkml:trace contextRef="#ctx0" brushRef="#br0">17 0 24575,'-4'0'0,"-3"0"0,1 0 0,7 0 0,8 0 0,10 0 0,12 0 0,8 0 0,6 0 0,3 0 0,-7 0-8191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3.917"/>
    </inkml:context>
    <inkml:brush xml:id="br0">
      <inkml:brushProperty name="width" value="0.05" units="cm"/>
      <inkml:brushProperty name="height" value="0.05" units="cm"/>
      <inkml:brushProperty name="color" value="#FFC114"/>
    </inkml:brush>
  </inkml:definitions>
  <inkml:trace contextRef="#ctx0" brushRef="#br0">95 11 24575,'-10'3'0,"-10"5"0,-5 0 0,2 4 0,8-2 0,13-2 0,14-5 0,15-4 0,16-5 0,11-5 0,9 0 0,8-2 0,2 2 0,-12 2-8191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4.976"/>
    </inkml:context>
    <inkml:brush xml:id="br0">
      <inkml:brushProperty name="width" value="0.05" units="cm"/>
      <inkml:brushProperty name="height" value="0.05" units="cm"/>
      <inkml:brushProperty name="color" value="#FFC114"/>
    </inkml:brush>
  </inkml:definitions>
  <inkml:trace contextRef="#ctx0" brushRef="#br0">278 274 24575,'1'-3'0,"1"0"0,-1 0 0,1 1 0,0-1 0,0 1 0,0-1 0,0 1 0,0-1 0,0 1 0,1 0 0,-1 0 0,4-2 0,4-4 0,2-3 0,7-7 0,25-29 0,-39 41 0,-1 0 0,1-1 0,-1 0 0,-1 1 0,1-1 0,-1 0 0,0-1 0,-1 1 0,3-12 0,-4 16 0,-1 1 0,1-1 0,-1 1 0,0-1 0,0 1 0,-1-1 0,1 1 0,0-1 0,-1 1 0,1-1 0,-1 1 0,0-1 0,0 1 0,0 0 0,0 0 0,0-1 0,-1 1 0,1 0 0,-1 0 0,1 0 0,-1 0 0,0 0 0,0 1 0,1-1 0,-1 0 0,-1 1 0,1-1 0,0 1 0,0 0 0,0 0 0,-1 0 0,1 0 0,0 0 0,-1 0 0,1 1 0,-4-1 0,-4-1 0,1 1 0,-1 0 0,1 0 0,-1 1 0,0 0 0,1 1 0,-1 0 0,-13 3 0,0 2 0,1 1 0,0 1 0,-40 21 0,53-24 0,0 1 0,0-1 0,0 2 0,1-1 0,0 1 0,0 0 0,1 1 0,0 0 0,0 0 0,0 1 0,-4 9 0,9-15 0,0 0 0,1 0 0,0 0 0,0 1 0,0-1 0,0 0 0,0 0 0,1 1 0,0-1 0,-1 1 0,1-1 0,0 0 0,1 1 0,-1-1 0,1 1 0,1 4 0,0-3 0,0 0 0,0 0 0,1 0 0,0-1 0,0 1 0,0-1 0,0 0 0,1 0 0,6 6 0,7 4 0,0-2 0,1 0 0,0-1 0,23 10 0,-35-17 0,96 42 0,16 9 0,-98-45 0,0 2 0,-1 0 0,27 24 0,-44-34 0,1 0 0,-1 0 0,0 0 0,0 0 0,0 0 0,-1 1 0,1-1 0,-1 1 0,1-1 0,-1 1 0,0-1 0,0 1 0,0 0 0,0 0 0,0 0 0,0 0 0,-1 3 0,0-4 0,0 1 0,-1 0 0,1-1 0,-1 1 0,1-1 0,-1 1 0,0-1 0,0 1 0,-1-1 0,1 1 0,0-1 0,-1 0 0,1 0 0,-1 1 0,0-1 0,0-1 0,0 1 0,-3 3 0,-5 3 0,-1-1 0,0 0 0,-1-1 0,1 0 0,-1-1 0,0 0 0,-1-1 0,-15 4 0,-14 1 0,-50 5 0,67-12 86,0 0-1,0-1 0,-27-4 1,41 2-257,1 0 0,-1-2 1,1 1-1,-1-1 0,1-1 1,0 1-1,0-2 0,0 0 1,-13-9-1,-3-5-6655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5.213"/>
    </inkml:context>
    <inkml:brush xml:id="br0">
      <inkml:brushProperty name="width" value="0.05" units="cm"/>
      <inkml:brushProperty name="height" value="0.05" units="cm"/>
      <inkml:brushProperty name="color" value="#FFC114"/>
    </inkml:brush>
  </inkml:definitions>
  <inkml:trace contextRef="#ctx0" brushRef="#br0">0 66 24575,'135'-62'0,"-133"62"0,-1-1 0,1 0 0,-1 1 0,1-1 0,-1 1 0,1 0 0,-1 0 0,1-1 0,-1 1 0,1 0 0,-1 0 0,1 0 0,-1 1 0,1-1 0,-1 0 0,1 1 0,-1-1 0,1 0 0,-1 1 0,1 0 0,-1-1 0,0 1 0,1 0 0,-1 0 0,0 0 0,0 0 0,1 0 0,-1 0 0,0 0 0,0 0 0,0 0 0,0 0 0,-1 1 0,1-1 0,0 0 0,0 2 0,2 5 0,0 0 0,0 1 0,-1-1 0,-1 0 0,2 12 0,-1-6 0,17 135-682,-1 197-1,-18-311-6143</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5.602"/>
    </inkml:context>
    <inkml:brush xml:id="br0">
      <inkml:brushProperty name="width" value="0.05" units="cm"/>
      <inkml:brushProperty name="height" value="0.05" units="cm"/>
      <inkml:brushProperty name="color" value="#FFC114"/>
    </inkml:brush>
  </inkml:definitions>
  <inkml:trace contextRef="#ctx0" brushRef="#br0">2 670 24575,'-1'-73'0,"2"-79"0,1 136 0,0 0 0,1 0 0,0 1 0,1-1 0,1 1 0,1 0 0,9-18 0,-11 26 0,-1 0 0,2 1 0,-1 0 0,1 0 0,0 0 0,1 0 0,-1 1 0,1 0 0,0 0 0,0 0 0,0 1 0,1 0 0,13-6 0,-10 7 0,0 0 0,-1 0 0,1 1 0,0 0 0,0 1 0,1 0 0,-1 0 0,0 1 0,18 2 0,-13 1 0,1 0 0,0 1 0,-1 0 0,0 1 0,0 1 0,0 1 0,-1 0 0,0 0 0,0 2 0,0-1 0,-2 2 0,1 0 0,14 15 0,-14-10 0,0 0 0,-2 1 0,12 18 0,-19-27 0,0 0 0,-1 1 0,0-1 0,0 1 0,0 0 0,-1 0 0,0-1 0,0 2 0,-1-1 0,0 8 0,-1-13 0,0 0 0,-1 0 0,1 0 0,-1 0 0,0 0 0,0 0 0,0 0 0,0-1 0,0 1 0,-1 0 0,1-1 0,-1 1 0,0-1 0,1 1 0,-1-1 0,0 0 0,-1 0 0,1 0 0,0 0 0,0 0 0,-1-1 0,1 1 0,-1-1 0,0 1 0,1-1 0,-1 0 0,0 0 0,0 0 0,0 0 0,0-1 0,1 1 0,-1-1 0,-4 1 0,2-1 0,-1 1 0,0-1 0,0 0 0,0-1 0,0 1 0,0-1 0,0-1 0,0 1 0,0-1 0,1 0 0,-1 0 0,1 0 0,-1-1 0,1 0 0,-9-6 0,9 4 0,1 1 0,0-1 0,0 0 0,0-1 0,1 1 0,-1-1 0,1 1 0,1-1 0,-1 0 0,1 0 0,0 0 0,1 0 0,-1 0 0,1-1 0,0 1 0,1 0 0,-1-1 0,1 1 0,1-1 0,-1 1 0,1 0 0,2-9 0,1-3 0,1 0 0,1 1 0,0 0 0,1 0 0,1 1 0,17-27 0,-10 21 0,0 1 0,2 1 0,0 1 0,2 0 0,30-24 0,-33 30 0,1 2 0,0 0 0,1 0 0,0 2 0,0 0 0,1 1 0,32-8 0,-43 14 0,-1 0 0,1 1 0,0 0 0,1 1 0,-1 0 0,0 0 0,10 2 0,-15-2 0,0 1 0,0-1 0,0 1 0,0 0 0,0 0 0,0 1 0,0-1 0,0 0 0,-1 1 0,1 0 0,0 0 0,-1 0 0,0 0 0,1 0 0,-1 0 0,0 0 0,0 1 0,0-1 0,0 1 0,-1 0 0,3 3 0,4 28-1365,-7 0-5461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6.381"/>
    </inkml:context>
    <inkml:brush xml:id="br0">
      <inkml:brushProperty name="width" value="0.05" units="cm"/>
      <inkml:brushProperty name="height" value="0.05" units="cm"/>
      <inkml:brushProperty name="color" value="#FFC114"/>
    </inkml:brush>
  </inkml:definitions>
  <inkml:trace contextRef="#ctx0" brushRef="#br0">453 391 24575,'1'-14'0,"1"0"0,1 0 0,0 0 0,9-25 0,1-1 0,-9 23 0,0 1 0,-1-1 0,-1 1 0,-1-1 0,0 0 0,-3-28 0,2 40 0,-1 0 0,0-1 0,0 1 0,0 0 0,-1 1 0,0-1 0,0 0 0,0 0 0,0 1 0,-1-1 0,0 1 0,0 0 0,0 0 0,0 0 0,-1 0 0,0 0 0,1 1 0,-1 0 0,-1 0 0,1 0 0,0 0 0,-1 0 0,1 1 0,-1 0 0,0 0 0,-5-1 0,1 1 0,0 0 0,0 1 0,-1 1 0,1-1 0,0 1 0,0 1 0,-1 0 0,1 0 0,0 1 0,0 0 0,0 1 0,0 0 0,-13 6 0,-1 1 0,1 2 0,0 0 0,-36 28 0,43-28 0,1 0 0,0 0 0,1 1 0,0 1 0,-20 28 0,30-37 0,0-1 0,0 0 0,1 1 0,0 0 0,0-1 0,0 1 0,0 0 0,1 0 0,-1 0 0,2 0 0,-1 0 0,0 0 0,1 1 0,0-1 0,0 0 0,0 0 0,1 0 0,0 0 0,0 0 0,0 1 0,0-2 0,1 1 0,0 0 0,0 0 0,5 8 0,-1-5 0,1 1 0,0-2 0,0 1 0,1-1 0,0 0 0,0 0 0,17 9 0,70 33 0,-58-32 0,51 20 0,19 10 0,-104-45 0,-1-1 0,1 1 0,0 0 0,-1-1 0,1 1 0,-1 0 0,0 1 0,0-1 0,3 4 0,-5-6 0,1 1 0,-1 0 0,0 0 0,1 0 0,-1-1 0,0 1 0,0 0 0,0 0 0,0 0 0,0-1 0,0 1 0,0 0 0,0 0 0,0 0 0,0 0 0,0-1 0,0 1 0,0 0 0,-1 0 0,1-1 0,0 1 0,-1 0 0,1 0 0,-1-1 0,1 1 0,-1 0 0,1-1 0,-1 1 0,1 0 0,-1-1 0,1 1 0,-1-1 0,0 1 0,0-1 0,1 1 0,-1-1 0,0 0 0,-1 1 0,-7 4 0,0 0 0,-1-1 0,1-1 0,-1 1 0,0-2 0,-21 4 0,-66 3 0,82-8 0,-31 1-455,0-2 0,-67-9 0,60 0-6371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6.597"/>
    </inkml:context>
    <inkml:brush xml:id="br0">
      <inkml:brushProperty name="width" value="0.05" units="cm"/>
      <inkml:brushProperty name="height" value="0.05" units="cm"/>
      <inkml:brushProperty name="color" value="#FFC114"/>
    </inkml:brush>
  </inkml:definitions>
  <inkml:trace contextRef="#ctx0" brushRef="#br0">1 93 24575,'38'-28'0,"-19"14"0,27-16 0,-41 27 0,1 0 0,0 0 0,0 1 0,0 0 0,0 0 0,0 0 0,1 1 0,-1 0 0,11 0 0,-14 1 0,1 0 0,-1 1 0,0-1 0,1 1 0,-1 0 0,0 0 0,0 1 0,0-1 0,0 1 0,0-1 0,0 1 0,0 0 0,0 0 0,-1 0 0,1 0 0,-1 1 0,1-1 0,-1 1 0,0 0 0,0-1 0,0 1 0,0 0 0,2 6 0,2 5 0,0 1 0,-1 0 0,7 27 0,11 84 0,11 192 0,-26-116-1365,-7-153-5461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6.966"/>
    </inkml:context>
    <inkml:brush xml:id="br0">
      <inkml:brushProperty name="width" value="0.05" units="cm"/>
      <inkml:brushProperty name="height" value="0.05" units="cm"/>
      <inkml:brushProperty name="color" value="#FFC114"/>
    </inkml:brush>
  </inkml:definitions>
  <inkml:trace contextRef="#ctx0" brushRef="#br0">1 455 24575,'0'-24'0,"2"0"0,0 1 0,2-1 0,11-41 0,-10 49 0,1 0 0,1 0 0,0 1 0,1 0 0,0 0 0,2 1 0,15-20 0,-20 29 0,0 0 0,0 0 0,0 0 0,1 1 0,-1 0 0,1 0 0,0 0 0,0 1 0,1 0 0,-1 0 0,1 0 0,-1 1 0,1 0 0,12-2 0,-9 3 0,0 1 0,0-1 0,0 2 0,0 0 0,0 0 0,0 1 0,0 0 0,0 0 0,14 7 0,-6-1 0,0 0 0,-1 2 0,0 0 0,-1 1 0,0 0 0,-1 2 0,0 0 0,0 0 0,-2 1 0,14 18 0,-19-21 0,-2 0 0,1 0 0,-1 0 0,-1 1 0,0-1 0,-1 1 0,5 18 0,-8-25 0,0 0 0,-1 0 0,1 0 0,-1 1 0,0-1 0,-1 0 0,1 0 0,-1 0 0,-2 7 0,2-9 0,0 0 0,0 0 0,0 0 0,-1 0 0,0-1 0,1 1 0,-1 0 0,0-1 0,0 1 0,0-1 0,-1 0 0,1 0 0,-1 0 0,1 0 0,-1 0 0,-3 2 0,4-3 0,0 0 0,1 0 0,-1-1 0,0 1 0,1 0 0,-1-1 0,0 1 0,0-1 0,0 1 0,1-1 0,-1 0 0,0 0 0,0 0 0,0 0 0,0 0 0,0 0 0,1 0 0,-1-1 0,0 1 0,0-1 0,0 1 0,1-1 0,-1 0 0,0 1 0,0-1 0,1 0 0,-1 0 0,1 0 0,-1-1 0,1 1 0,0 0 0,-1 0 0,1-1 0,-2-2 0,0 0 0,0-1 0,1 0 0,0 0 0,0 0 0,0 0 0,0 0 0,1 0 0,0-1 0,0 1 0,0 0 0,1-7 0,0-9 0,2 0 0,0 0 0,1 0 0,1 0 0,1 1 0,11-29 0,-5 21 0,1 1 0,2 0 0,32-48 0,-41 68 86,0 0-1,1 0 0,12-11 1,-16 16-193,1 0 0,-1 0 1,0 0-1,1 1 0,-1-1 1,1 1-1,0 0 0,0 0 1,-1 0-1,1 0 0,0 0 1,0 0-1,0 1 0,0-1 1,3 1-1,7 2-6719</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7.230"/>
    </inkml:context>
    <inkml:brush xml:id="br0">
      <inkml:brushProperty name="width" value="0.05" units="cm"/>
      <inkml:brushProperty name="height" value="0.05" units="cm"/>
      <inkml:brushProperty name="color" value="#FFC114"/>
    </inkml:brush>
  </inkml:definitions>
  <inkml:trace contextRef="#ctx0" brushRef="#br0">0 64 24575,'4'0'0,"3"0"0,9 0 0,4 0 0,2-3 0,5-2 0,3 1 0,1 1 0,1-3 0,3 0 0,-2 1 0,-4-2 0,-2 0 0,-7-2 0,-9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8.711"/>
    </inkml:context>
    <inkml:brush xml:id="br0">
      <inkml:brushProperty name="width" value="0.05" units="cm"/>
      <inkml:brushProperty name="height" value="0.05" units="cm"/>
      <inkml:brushProperty name="color" value="#FFC114"/>
    </inkml:brush>
  </inkml:definitions>
  <inkml:trace contextRef="#ctx0" brushRef="#br0">0 318 24575,'57'26'0,"-44"-22"0,0-1 0,0 0 0,0-1 0,0-1 0,0 0 0,0-1 0,0 0 0,0-1 0,0 0 0,0-1 0,0-1 0,0 0 0,-1 0 0,20-9 0,-18 6 0,-1 0 0,0-1 0,0-1 0,-1 0 0,0-1 0,0 0 0,-1 0 0,0-1 0,-1-1 0,0 0 0,-1 0 0,14-23 0,-21 31 0,0 0 0,-1 0 0,1 0 0,-1 0 0,0 0 0,0 0 0,0 0 0,0 0 0,-1 0 0,1-1 0,-1 1 0,0 0 0,0-1 0,0 1 0,0 0 0,0-1 0,-1 1 0,0 0 0,1 0 0,-1 0 0,-1-1 0,-1-3 0,1 3 0,-1 1 0,0-1 0,0 1 0,0-1 0,0 1 0,0 0 0,-1 0 0,0 1 0,1-1 0,-1 1 0,0-1 0,0 1 0,0 0 0,-1 1 0,1-1 0,-5 0 0,-2-1 0,-1 0 0,0 1 0,0 0 0,1 1 0,-1 0 0,0 1 0,0 1 0,0-1 0,0 2 0,1 0 0,-1 0 0,0 1 0,1 1 0,-12 4 0,14-3 0,0 0 0,0 0 0,0 0 0,1 1 0,0 1 0,0-1 0,0 1 0,1 1 0,0 0 0,1 0 0,-1 0 0,2 0 0,-1 1 0,1 0 0,0 0 0,-5 15 0,5-8 0,0 0 0,2 0 0,-1 0 0,2 0 0,0 1 0,1 0 0,1-1 0,1 1 0,2 17 0,-2-24 0,0-1 0,1 0 0,1 1 0,-1-1 0,2 0 0,-1-1 0,1 1 0,0 0 0,1-1 0,0 0 0,0 0 0,1-1 0,0 1 0,0-1 0,1 0 0,0-1 0,9 8 0,-8-10 0,0 0 0,0-1 0,0 0 0,0 0 0,1 0 0,-1-1 0,1-1 0,0 1 0,0-1 0,-1-1 0,1 0 0,0 0 0,0 0 0,0-1 0,-1-1 0,1 1 0,13-6 0,-3 2 0,-1-2 0,-1 0 0,1-1 0,-1-1 0,-1 0 0,0-1 0,17-14 0,-26 18 0,0 0 0,0-1 0,-1 0 0,0 0 0,0-1 0,0 0 0,-1 0 0,-1 0 0,1 0 0,-1-1 0,-1 1 0,1-1 0,2-15 0,-1-3 0,-2 0 0,-1-1 0,-1-35 0,-1 28 0,0 32 0,2-30 0,-2 32 0,0-1 0,1 1 0,-1-1 0,0 1 0,1-1 0,-1 1 0,1-1 0,0 1 0,-1-1 0,1 1 0,0 0 0,0 0 0,0-1 0,0 1 0,0 0 0,0 0 0,2-2 0,-3 3 0,1 0 0,0 0 0,-1 0 0,1 0 0,-1 0 0,1 0 0,0 0 0,-1 1 0,1-1 0,-1 0 0,1 0 0,-1 0 0,1 1 0,-1-1 0,1 0 0,-1 1 0,1-1 0,-1 0 0,1 1 0,-1-1 0,0 1 0,1-1 0,-1 0 0,1 1 0,-1-1 0,0 1 0,0-1 0,1 1 0,-1 0 0,0-1 0,0 1 0,0-1 0,1 2 0,8 22 0,-8-22 0,15 57 0,-2 0 0,11 112 0,-20-146 0,0-18 0,-4-7 0,-1 0 0,1 0 0,-1-1 0,1 1 0,-1 0 0,0 0 0,1-1 0,-1 1 0,1 0 0,-1 0 0,0-1 0,1 1 0,-1-1 0,0 1 0,1 0 0,-1-1 0,0 1 0,0-1 0,0 1 0,1 0 0,-1-1 0,0 1 0,0-1 0,31-77 0,-23 54 0,2 0 0,22-40 0,-19 43 0,30-36 0,-36 50 0,-1 0 0,1 0 0,1 0 0,-1 1 0,1 1 0,0-1 0,16-7 0,-22 12 0,1 0 0,-1 0 0,0 0 0,0 1 0,1-1 0,-1 1 0,0-1 0,1 1 0,-1 0 0,1 0 0,-1 0 0,0 0 0,1 1 0,-1-1 0,1 1 0,-1-1 0,0 1 0,0 0 0,1 0 0,-1 0 0,0 0 0,0 0 0,0 0 0,0 1 0,0-1 0,0 1 0,0-1 0,-1 1 0,1 0 0,0-1 0,-1 1 0,0 0 0,1 0 0,-1 0 0,0 1 0,2 2 0,2 8 0,0-1 0,-1 0 0,0 1 0,-1 0 0,2 16 0,0 5 0,-3-16 0,1 1 0,8 27 0,-11-45 0,0 0 0,0 0 0,1 0 0,-1-1 0,0 1 0,1 0 0,-1 0 0,0-1 0,1 1 0,-1 0 0,1-1 0,-1 1 0,1 0 0,-1-1 0,1 1 0,0-1 0,-1 1 0,1-1 0,0 1 0,-1-1 0,1 1 0,0-1 0,0 1 0,-1-1 0,1 0 0,0 0 0,0 1 0,0-1 0,-1 0 0,1 0 0,0 0 0,0 0 0,0 0 0,0 0 0,-1 0 0,1 0 0,0 0 0,0-1 0,0 1 0,-1 0 0,1 0 0,0-1 0,0 1 0,0-1 0,-1 1 0,1-1 0,0 1 0,-1-1 0,1 1 0,0-1 0,-1 1 0,1-2 0,7-5 0,-1 0 0,0 0 0,9-14 0,-8 12 0,-3 3 0,17-21 0,1 0 0,2 2 0,0 0 0,41-28 0,-63 51 0,0 0 0,0 0 0,0 0 0,0 1 0,0-1 0,1 1 0,-1 0 0,0 0 0,1 0 0,-1 0 0,1 1 0,-1-1 0,1 1 0,0 0 0,4 0 0,-6 1 0,1 0 0,-1 0 0,1 0 0,-1 0 0,1 0 0,-1 1 0,1-1 0,-1 1 0,0-1 0,0 1 0,0 0 0,0 0 0,0 0 0,0 0 0,0 0 0,-1 0 0,1 1 0,-1-1 0,0 0 0,2 4 0,5 14 0,-1 1 0,-1 1 0,-1-1 0,-1 1 0,2 35 0,1-2 0,3 27 0,5 36 0,-9-103 0,-5-15 0,-1 0 0,0 0 0,0 0 0,0 0 0,0 0 0,1 0 0,-1 0 0,0 0 0,0 0 0,0 0 0,1 0 0,-1 0 0,0 0 0,0 0 0,0 0 0,0 0 0,1 0 0,-1 0 0,0 0 0,0 0 0,0 0 0,0 0 0,1-1 0,-1 1 0,0 0 0,0 0 0,0 0 0,0 0 0,0 0 0,0 0 0,1-1 0,-1 1 0,0 0 0,0 0 0,0 0 0,0 0 0,0-1 0,0 1 0,0 0 0,10-29 0,-8 21 0,12-31 0,1 0 0,3 1 0,28-48 0,-44 84 0,-1-1 0,1 1 0,-1-1 0,1 1 0,0 0 0,0-1 0,0 1 0,1 0 0,2-2 0,-5 4 0,0 0 0,0 0 0,1 0 0,-1-1 0,0 1 0,1 0 0,-1 0 0,0 0 0,1 0 0,-1 0 0,0 0 0,1 0 0,-1 0 0,0 0 0,1 0 0,-1 0 0,0 0 0,1 0 0,-1 0 0,0 0 0,1 0 0,-1 1 0,0-1 0,1 0 0,-1 0 0,0 0 0,0 0 0,1 1 0,0-1 0,-1 1 0,1 1 0,0-1 0,-1 0 0,1 0 0,-1 1 0,1-1 0,-1 0 0,1 1 0,-1-1 0,0 0 0,0 1 0,0 1 0,3 118 0,-2-17 0,1-67 0,23 194 0,-25-226 0,-4-9 0,-4-11 0,-11-33 0,1-1 0,3 0 0,3-1 0,-10-70 0,15 54 0,3 0 0,8-130 0,-2 171 0,1 1 0,1 0 0,9-27 0,-12 45 0,1-1 0,0 1 0,1 0 0,0 0 0,0 0 0,0 1 0,1-1 0,-1 1 0,1-1 0,1 1 0,-1 0 0,1 1 0,-1-1 0,1 1 0,1 0 0,10-6 0,-13 8 0,-1 1 0,1 0 0,0 0 0,0 1 0,0-1 0,0 1 0,0-1 0,0 1 0,0 0 0,0 0 0,0 0 0,0 1 0,-1-1 0,1 1 0,0-1 0,3 2 0,0 1 0,-1-1 0,0 1 0,0 0 0,0 0 0,0 0 0,0 1 0,7 7 0,-2 0 0,0 0 0,-1 1 0,0 0 0,-1 1 0,11 24 0,-13-23 29,0 1-1,-1-1 1,-1 1-1,-1 1 0,0-1 1,-1 0-1,0 1 1,-2 0-1,0-1 1,0 1-1,-4 17 1,3-26-60,-1 1 0,0-1-1,0 0 1,0 0 0,-1 0 0,0 0 0,-1 0 0,0-1 0,0 0 0,-9 12 0,9-14-54,0 0 0,-1 0-1,0-1 1,0 1 0,0-1-1,0 0 1,0 0 0,0-1-1,-1 1 1,0-1 0,1 0-1,-1-1 1,0 1 0,0-1-1,-7 0 1,-7 0-6741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8.914"/>
    </inkml:context>
    <inkml:brush xml:id="br0">
      <inkml:brushProperty name="width" value="0.05" units="cm"/>
      <inkml:brushProperty name="height" value="0.05" units="cm"/>
      <inkml:brushProperty name="color" value="#FFC114"/>
    </inkml:brush>
  </inkml:definitions>
  <inkml:trace contextRef="#ctx0" brushRef="#br0">0 54 24575,'7'-7'0,"0"0"0,0 1 0,1 0 0,0 0 0,0 1 0,9-4 0,-15 7 0,0 1 0,0 1 0,1-1 0,-1 0 0,0 0 0,0 1 0,0-1 0,1 1 0,-1 0 0,0-1 0,1 1 0,-1 0 0,0 1 0,0-1 0,1 0 0,-1 1 0,0-1 0,0 1 0,0-1 0,1 1 0,-1 0 0,0 0 0,0 0 0,0 0 0,0 1 0,0-1 0,-1 0 0,1 1 0,0-1 0,2 4 0,1 2 0,0 1 0,0-1 0,-1 1 0,0 0 0,0 1 0,3 10 0,13 56 0,-10-31 0,10 41-1365,-17-65-5461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9.085"/>
    </inkml:context>
    <inkml:brush xml:id="br0">
      <inkml:brushProperty name="width" value="0.05" units="cm"/>
      <inkml:brushProperty name="height" value="0.05" units="cm"/>
      <inkml:brushProperty name="color" value="#FFC114"/>
    </inkml:brush>
  </inkml:definitions>
  <inkml:trace contextRef="#ctx0" brushRef="#br0">20 176 24575,'0'-10'0,"0"-10"0,0-8 0,-4-3 0,0 0 0,0 3 0,1 8 0,0 13 0,2 9 0,0 12 0,4 6 0,1 11 0,4 6 0,4 7 0,6 5 0,0-4-8191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39.536"/>
    </inkml:context>
    <inkml:brush xml:id="br0">
      <inkml:brushProperty name="width" value="0.05" units="cm"/>
      <inkml:brushProperty name="height" value="0.05" units="cm"/>
      <inkml:brushProperty name="color" value="#FFC114"/>
    </inkml:brush>
  </inkml:definitions>
  <inkml:trace contextRef="#ctx0" brushRef="#br0">24 665 24575,'10'0'0,"0"0"0,0 0 0,0-1 0,0-1 0,0 0 0,15-4 0,-21 4 0,0 0 0,0-1 0,0 1 0,0 0 0,0-1 0,-1 0 0,0 0 0,1 0 0,-1 0 0,0-1 0,-1 1 0,1-1 0,0 0 0,-1 0 0,0 0 0,3-8 0,-1 4 0,-2-1 0,1 0 0,-1 0 0,-1 0 0,1 0 0,-2 0 0,1 0 0,-1 0 0,-1-10 0,0 13 0,0-1 0,0 1 0,0 0 0,-1 0 0,0 0 0,0 1 0,0-1 0,-1 0 0,1 1 0,-1 0 0,-1-1 0,1 1 0,-1 0 0,-6-6 0,9 10 0,0 0 0,-1 0 0,1 0 0,-1-1 0,1 1 0,-1 0 0,1 1 0,-1-1 0,1 0 0,-1 0 0,0 1 0,0-1 0,1 1 0,-1 0 0,0-1 0,0 1 0,0 0 0,1 0 0,-1 0 0,0 0 0,0 0 0,-3 1 0,2 0 0,0 1 0,0-1 0,0 1 0,0 0 0,1 0 0,-1 0 0,1 0 0,-1 0 0,1 0 0,-1 1 0,-2 4 0,-2 3 0,0 1 0,1 0 0,0 0 0,1 0 0,-6 20 0,5-11 0,1-1 0,2 1 0,-3 30 0,6-41 0,-1 1 0,2-1 0,-1 1 0,1-1 0,1 1 0,0-1 0,0 0 0,1 1 0,5 12 0,-7-19 0,0 0 0,1-1 0,-1 1 0,0-1 0,1 1 0,0-1 0,0 0 0,-1 0 0,1 0 0,1 1 0,-1-2 0,0 1 0,0 0 0,1 0 0,-1-1 0,1 1 0,-1-1 0,1 0 0,0 0 0,-1 0 0,1 0 0,0-1 0,0 1 0,0 0 0,0-1 0,-1 0 0,1 0 0,0 0 0,0 0 0,0 0 0,0-1 0,0 1 0,-1-1 0,5-1 0,1-1 0,0-1 0,0 0 0,0-1 0,-1 0 0,1 0 0,-1 0 0,-1-1 0,1 0 0,-1 0 0,7-9 0,5-8 0,-2-1 0,0 0 0,-2-1 0,18-42 0,34-113 0,-66 179 0,16-46 0,-1-1 0,-3 0 0,-2-1 0,5-71 0,-16 90 0,-4 21 0,0 15 0,-3 20 0,0 18 57,1 1 0,2 0 0,2 0 0,3 1 0,8 83 0,1-64-484,3-1 0,3 0 1,34 90-1,-38-126-6399</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1.218"/>
    </inkml:context>
    <inkml:brush xml:id="br0">
      <inkml:brushProperty name="width" value="0.05" units="cm"/>
      <inkml:brushProperty name="height" value="0.05" units="cm"/>
      <inkml:brushProperty name="color" value="#FFC114"/>
    </inkml:brush>
  </inkml:definitions>
  <inkml:trace contextRef="#ctx0" brushRef="#br0">26 19 24575,'-18'-12'0,"10"7"0,31 4 0,339 34-99,-295-24-140,1456 226-6098,-12 65 2930,-674-125 5458,-813-170-1291,-13-2-258,0-1-1,0 0 1,-1-1 0,18 0 0,-28 0-445,0-1 0,1 0 0,-1 0 0,0 0 0,1 0 0,-1 0 0,0 0 0,1 0 0,-1 0 0,0 0 0,1 0 0,-1 0 0,0 0 0,1-1 0,-1 1 0,0 0 0,0 0 0,1 0 0,-1 0 0,0 0 0,1-1 0,-1 1 0,0 0 0,0 0 0,1-1 0,-1 1 0,0 0 0,0 0 0,0-1 0,1 1 0,-1 0 0,0 0 0,0-1 0,0 0 0,-6-7-594,-7-1-4350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1.576"/>
    </inkml:context>
    <inkml:brush xml:id="br0">
      <inkml:brushProperty name="width" value="0.05" units="cm"/>
      <inkml:brushProperty name="height" value="0.05" units="cm"/>
      <inkml:brushProperty name="color" value="#FFC114"/>
    </inkml:brush>
  </inkml:definitions>
  <inkml:trace contextRef="#ctx0" brushRef="#br0">4605 10 24575,'0'-1'0,"0"1"0,0 0 0,0-1 0,-1 1 0,1-1 0,0 1 0,0-1 0,0 1 0,-1 0 0,1-1 0,0 1 0,0-1 0,-1 1 0,1 0 0,0-1 0,-1 1 0,1 0 0,0 0 0,-1-1 0,1 1 0,-1 0 0,1 0 0,0 0 0,-1-1 0,1 1 0,-1 0 0,1 0 0,-1 0 0,1 0 0,-1 0 0,1 0 0,0 0 0,-1 0 0,1 0 0,-1 0 0,1 0 0,-1 0 0,1 0 0,-1 0 0,-23 5 0,21-4 0,-70 22 0,-82 38 0,36-12 0,-1373 425-4274,-32-105-187,1479-359 4455,-315 72-571,-310 72 528,647-149 446,2 0 319,0 1 0,-31 12 0,43-13 1143,11-2-946,16-3-160,58-8 993,112-27 1,-9 1-3308,-153 31-5265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2.530"/>
    </inkml:context>
    <inkml:brush xml:id="br0">
      <inkml:brushProperty name="width" value="0.05" units="cm"/>
      <inkml:brushProperty name="height" value="0.05" units="cm"/>
      <inkml:brushProperty name="color" value="#FFC114"/>
    </inkml:brush>
  </inkml:definitions>
  <inkml:trace contextRef="#ctx0" brushRef="#br0">462 417 24575,'2'-35'0,"0"0"0,3 0 0,10-40 0,-12 61 0,-1 1 0,0 0 0,0-1 0,-2 0 0,1 1 0,-4-25 0,2 33 0,0-1 0,0 1 0,-1 0 0,0 0 0,0 0 0,0 0 0,0 0 0,-1 0 0,0 1 0,0-1 0,0 1 0,-1 0 0,1 0 0,-1 0 0,0 0 0,0 0 0,0 1 0,-1 0 0,-8-5 0,2 3 0,0 1 0,0 0 0,-1 1 0,1 0 0,-1 1 0,0 0 0,1 1 0,-1 0 0,0 1 0,0 0 0,0 1 0,1 1 0,-23 4 0,17-2 0,-1 1 0,1 1 0,0 1 0,0 0 0,1 1 0,0 0 0,0 2 0,-20 15 0,30-20 0,0 1 0,0-1 0,0 2 0,0-1 0,1 0 0,0 1 0,1 0 0,-1 0 0,1 0 0,1 1 0,0-1 0,0 1 0,0 0 0,-2 13 0,4-14 0,0 0 0,1 1 0,0-1 0,0 0 0,1 1 0,0-1 0,0 0 0,1 0 0,0 0 0,0 0 0,1 0 0,-1 0 0,1 0 0,1-1 0,0 1 0,7 9 0,3 1 0,1-1 0,0-1 0,1 0 0,1-1 0,0-1 0,1 0 0,31 15 0,7 1 0,79 27 0,-67-34 0,-49-18 0,-1 2 0,0 0 0,0 1 0,-1 1 0,21 12 0,-38-20 0,1 0 0,-1 0 0,1 0 0,0 1 0,-1-1 0,1 0 0,-1 1 0,1-1 0,-1 0 0,1 1 0,-1-1 0,0 1 0,1-1 0,-1 0 0,1 1 0,-1-1 0,0 1 0,1-1 0,-1 1 0,0 0 0,0-1 0,1 1 0,-1-1 0,0 1 0,0-1 0,0 1 0,0 0 0,0-1 0,0 1 0,0-1 0,0 1 0,0 0 0,0-1 0,0 1 0,0-1 0,0 1 0,0 0 0,-1-1 0,1 1 0,0-1 0,0 1 0,-1-1 0,1 1 0,0-1 0,-1 1 0,1-1 0,-1 1 0,-2 1 0,0 0 0,1 0 0,-1-1 0,0 1 0,-1-1 0,1 1 0,-5 0 0,-27 7 0,0-1 0,-1-2 0,-45 2 0,-112-4 0,158-6-682,-50-7-1,39 0-6143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2.796"/>
    </inkml:context>
    <inkml:brush xml:id="br0">
      <inkml:brushProperty name="width" value="0.05" units="cm"/>
      <inkml:brushProperty name="height" value="0.05" units="cm"/>
      <inkml:brushProperty name="color" value="#FFC114"/>
    </inkml:brush>
  </inkml:definitions>
  <inkml:trace contextRef="#ctx0" brushRef="#br0">1 171 24575,'72'-48'0,"82"-52"0,-152 98 0,4-2 0,1 1 0,-1-1 0,13-3 0,-18 6 0,-1 1 0,1 0 0,0-1 0,0 1 0,0 0 0,0 0 0,0-1 0,0 1 0,0 0 0,0 0 0,0 0 0,0 0 0,0 0 0,0 1 0,0-1 0,0 0 0,0 0 0,0 1 0,-1-1 0,1 0 0,0 1 0,0-1 0,0 1 0,0-1 0,-1 1 0,1-1 0,0 1 0,0 0 0,-1 0 0,1-1 0,0 1 0,-1 0 0,1 0 0,-1-1 0,1 1 0,0 2 0,2 9 0,-1 1 0,-1 0 0,0 0 0,0-1 0,-1 1 0,-3 21 0,1 4 0,-3 603 0,5-614-682,-3 28-1,-2-30-6143</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3.105"/>
    </inkml:context>
    <inkml:brush xml:id="br0">
      <inkml:brushProperty name="width" value="0.05" units="cm"/>
      <inkml:brushProperty name="height" value="0.05" units="cm"/>
      <inkml:brushProperty name="color" value="#FFC114"/>
    </inkml:brush>
  </inkml:definitions>
  <inkml:trace contextRef="#ctx0" brushRef="#br0">18 515 24575,'-2'-4'0,"-1"0"0,1 0 0,0-1 0,1 1 0,-1-1 0,1 0 0,0 1 0,0-1 0,0 0 0,1 0 0,-1 0 0,2-8 0,-2 1 0,0-12 0,1 1 0,2 0 0,0-1 0,1 1 0,1 0 0,2 1 0,13-40 0,-14 50 0,0 1 0,1 0 0,1 0 0,-1 1 0,1-1 0,1 1 0,9-9 0,-11 13 0,0 1 0,0 0 0,1 0 0,0 0 0,-1 1 0,1 0 0,1 1 0,-1-1 0,1 1 0,-1 1 0,15-4 0,-13 5 0,0 0 0,0 1 0,-1 0 0,1 0 0,0 1 0,-1 0 0,1 1 0,0 0 0,-1 0 0,0 1 0,1 0 0,-1 0 0,0 1 0,-1 0 0,1 0 0,-1 1 0,0 0 0,0 0 0,11 12 0,-7-7 0,-1 1 0,-1 0 0,0 1 0,0 0 0,-1 0 0,-1 0 0,0 1 0,-1 1 0,0-1 0,-1 1 0,4 16 0,-8-24 0,0 0 0,0-1 0,-1 1 0,0 0 0,0-1 0,-1 1 0,0 0 0,0-1 0,0 1 0,0 0 0,-1-1 0,0 0 0,0 1 0,0-1 0,-1 0 0,-3 5 0,4-7 0,0-1 0,1 1 0,-1-1 0,0 0 0,0 0 0,0 0 0,-1 0 0,1 0 0,0-1 0,-1 1 0,0-1 0,1 1 0,-1-1 0,1 0 0,-1 0 0,0 0 0,0 0 0,0-1 0,0 1 0,0-1 0,1 0 0,-1 1 0,0-1 0,0-1 0,0 1 0,0 0 0,0-1 0,0 1 0,0-1 0,1 0 0,-1 0 0,-4-2 0,3 1 0,1 0 0,-1 0 0,1 0 0,-1 0 0,1-1 0,0 1 0,0-1 0,0 0 0,0 1 0,1-2 0,-1 1 0,1 0 0,0 0 0,0-1 0,0 1 0,0-1 0,1 0 0,-1 1 0,1-1 0,0 0 0,0 0 0,0 0 0,1 0 0,-1 0 0,1 0 0,0 0 0,0 0 0,0 0 0,1 0 0,0 0 0,1-5 0,2-6 0,0 0 0,2 0 0,-1 0 0,2 1 0,0-1 0,15-21 0,-9 17 57,1 1 0,0 0 0,1 1 0,1 1 0,18-15 0,-27 24-171,1 1 0,0 1 0,0 0 0,1 0 1,-1 0-1,1 1 0,0 0 0,0 1 1,0 0-1,1 1 0,-1 0 0,1 0 1,-1 1-1,14-1 0,5 5-6712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3.716"/>
    </inkml:context>
    <inkml:brush xml:id="br0">
      <inkml:brushProperty name="width" value="0.05" units="cm"/>
      <inkml:brushProperty name="height" value="0.05" units="cm"/>
      <inkml:brushProperty name="color" value="#FFC114"/>
    </inkml:brush>
  </inkml:definitions>
  <inkml:trace contextRef="#ctx0" brushRef="#br0">97 102 24575,'-2'11'0,"-2"-8"0,-10-19 0,12 13 0,0 2 0,0-1 0,1 0 0,0 0 0,-1 0 0,1 0 0,0 0 0,0 0 0,0 0 0,0 0 0,1 0 0,-1 0 0,1-1 0,-1 1 0,0-4 0,2 6 0,-1 0 0,0 0 0,0 0 0,1 0 0,-1 0 0,0 0 0,0 0 0,0 0 0,1 0 0,-1 0 0,0 0 0,0 0 0,0 0 0,1 0 0,-1 0 0,0 0 0,0 1 0,0-1 0,0 0 0,1 0 0,-1 0 0,0 0 0,0 0 0,0 1 0,0-1 0,0 0 0,1 0 0,-1 0 0,0 0 0,0 1 0,0-1 0,0 0 0,0 0 0,0 0 0,0 1 0,0-1 0,0 0 0,0 0 0,0 0 0,0 1 0,0-1 0,0 0 0,0 1 0,6 11 0,-2 0 0,9 26 0,-12-36 0,-1 0 0,0 0 0,1 1 0,-1-1 0,0 0 0,0 0 0,0 0 0,0 0 0,-1 0 0,1 0 0,-1 0 0,1 0 0,-1 0 0,1 0 0,-3 3 0,3-4 0,-1-1 0,1 1 0,-1-1 0,0 1 0,1 0 0,-1-1 0,0 1 0,1-1 0,-1 0 0,0 1 0,0-1 0,1 0 0,-1 1 0,0-1 0,0 0 0,0 0 0,0 0 0,1 1 0,-1-1 0,0 0 0,0 0 0,0 0 0,0-1 0,0 1 0,1 0 0,-1 0 0,0 0 0,0-1 0,0 1 0,1 0 0,-1-1 0,0 1 0,0 0 0,1-1 0,-1 1 0,-1-2 0,-24-20 0,25 22 0,-2-3 0,1 1 0,-1-1 0,1 1 0,0-1 0,0 0 0,0 0 0,0 0 0,1 0 0,-1 0 0,1 0 0,-1-1 0,1 1 0,0 0 0,1-1 0,-1 1 0,1-1 0,-1 1 0,1-1 0,0 1 0,0-1 0,0 1 0,1-1 0,-1 1 0,3-7 0,-2 7 0,1-1 0,0 1 0,0-1 0,0 1 0,0 0 0,1-1 0,-1 1 0,1 1 0,0-1 0,0 0 0,0 1 0,0-1 0,0 1 0,1 0 0,-1 0 0,1 0 0,-1 0 0,1 1 0,0-1 0,0 1 0,6-1 0,-3 1 0,1-1 0,0 2 0,12-1 0,-19 1 0,0 0 0,1 0 0,-1 0 0,0 0 0,0 0 0,0 0 0,1 0 0,-1 1 0,0-1 0,0 0 0,0 1 0,0-1 0,1 1 0,-1-1 0,0 1 0,0-1 0,0 1 0,0 0 0,0 0 0,0-1 0,-1 1 0,1 0 0,0 0 0,0 0 0,0 0 0,-1 0 0,1 0 0,-1 0 0,1 0 0,-1 0 0,1 0 0,0 2 0,-2-2 17,1 1 0,0-1 0,0 1 1,-1-1-1,1 1 0,-1-1 0,0 1 0,1-1 0,-1 0 0,0 1 0,0-1 0,1 0 0,-1 0 0,0 0 0,0 0 0,0 0 0,-1 0 0,1 0 1,-2 2-1,-26 14-1724,12-8-5119</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6.684"/>
    </inkml:context>
    <inkml:brush xml:id="br0">
      <inkml:brushProperty name="width" value="0.05" units="cm"/>
      <inkml:brushProperty name="height" value="0.05" units="cm"/>
      <inkml:brushProperty name="color" value="#FFC114"/>
    </inkml:brush>
  </inkml:definitions>
  <inkml:trace contextRef="#ctx0" brushRef="#br0">197 240 24575,'0'-3'0,"-1"8"0,2 23 0,0-25 0,-1 0 0,1 0 0,0 0 0,0 0 0,0 0 0,0 0 0,0 0 0,3 4 0,-3-6 0,0 0 0,0 0 0,0 0 0,0 0 0,0 0 0,0 0 0,0 0 0,0-1 0,0 1 0,0 0 0,0-1 0,1 1 0,-1-1 0,0 1 0,0-1 0,1 1 0,-1-1 0,0 0 0,0 0 0,1 0 0,-1 0 0,0 0 0,2 0 0,4-1 0,0-1 0,0 0 0,0 0 0,0 0 0,-1-1 0,1 0 0,-1 0 0,0-1 0,0 0 0,10-8 0,-6 3 0,0 1 0,-1-1 0,0-1 0,-1 0 0,9-12 0,-13 15 0,0 1 0,0-1 0,-1 0 0,0 1 0,0-1 0,-1-1 0,0 1 0,0 0 0,-1-1 0,0 1 0,0-1 0,-1-10 0,0 14 0,-1 0 0,1-1 0,-1 1 0,0 0 0,-1 0 0,1 0 0,-1 0 0,0 0 0,0 0 0,0 0 0,0 0 0,-1 1 0,1-1 0,-1 1 0,0 0 0,0 0 0,0 0 0,0 0 0,-1 0 0,1 1 0,-1-1 0,-6-2 0,3 1 0,0 1 0,0 1 0,0-1 0,-1 1 0,1 0 0,-1 0 0,1 1 0,-1 0 0,1 1 0,-1 0 0,0 0 0,1 0 0,-12 3 0,9-1 0,-1 1 0,1 0 0,1 1 0,-1 0 0,0 1 0,1 0 0,0 0 0,0 1 0,-8 7 0,4-3 0,1 2 0,0-1 0,1 2 0,0-1 0,1 2 0,1-1 0,0 1 0,1 1 0,0-1 0,1 2 0,1-1 0,-6 21 0,10-26 0,0-1 0,0 1 0,1 0 0,1 0 0,-1 0 0,2-1 0,-1 1 0,1 0 0,1 0 0,0 0 0,0-1 0,7 16 0,-6-17 0,1-1 0,0 1 0,0-1 0,1 0 0,0-1 0,0 1 0,1-1 0,0 0 0,0-1 0,0 1 0,1-1 0,-1 0 0,1-1 0,1 1 0,9 3 0,-3-2 0,0-1 0,1-1 0,-1-1 0,1 0 0,0-1 0,0 0 0,0-1 0,0-1 0,0 0 0,-1-1 0,1-1 0,0 0 0,29-9 0,-32 8 0,0-1 0,0-1 0,0 0 0,0-1 0,-1 0 0,0 0 0,0-2 0,-1 1 0,1-1 0,-2-1 0,1 1 0,-1-2 0,-1 1 0,0-1 0,0-1 0,9-16 0,-12 14 0,0 0 0,-1-1 0,-1 1 0,0-1 0,-1 0 0,-1 0 0,0 0 0,-1 0 0,0 0 0,-3-21 0,7 92 0,12 98 0,-15-152 0,0 0 0,0 0 0,0 0 0,0 0 0,0 0 0,0 0 0,1 0 0,1 3 0,-2-5 0,-1-1 0,0 0 0,0 1 0,1-1 0,-1 0 0,0 0 0,1 1 0,-1-1 0,0 0 0,1 0 0,-1 0 0,0 1 0,1-1 0,-1 0 0,1 0 0,-1 0 0,0 0 0,1 0 0,-1 0 0,1 0 0,-1 0 0,0 0 0,1 0 0,-1 0 0,1 0 0,0 0 0,0 0 0,-1-1 0,1 1 0,0-1 0,0 0 0,0 0 0,0 1 0,0-1 0,0 0 0,-1 0 0,1 0 0,0 0 0,-1 0 0,1 0 0,0-1 0,46-103 0,-1 2 0,-40 91 0,1 0 0,0 1 0,1 0 0,1 0 0,0 1 0,11-10 0,-19 18 0,0 1 0,1-1 0,-1 1 0,1 0 0,0-1 0,0 1 0,-1 0 0,1 0 0,0 0 0,0 0 0,0 1 0,0-1 0,0 1 0,0-1 0,0 1 0,0-1 0,0 1 0,0 0 0,0 0 0,4 1 0,-4-1 0,0 1 0,0 0 0,0 1 0,0-1 0,0 0 0,0 1 0,-1-1 0,1 0 0,-1 1 0,1 0 0,-1-1 0,1 1 0,-1 0 0,0 0 0,0 0 0,0 0 0,0 0 0,0 0 0,0 3 0,5 11 0,-2 0 0,4 25 0,-5-25 0,0 0 0,9 26 0,-12-41 0,1 1 0,-1-1 0,1 1 0,-1-1 0,1 1 0,0-1 0,0 0 0,-1 1 0,1-1 0,0 0 0,0 0 0,0 0 0,1 0 0,-1 0 0,0 0 0,0 0 0,1 0 0,-1 0 0,3 1 0,-3-2 0,0 0 0,0 0 0,0 0 0,0 0 0,0 0 0,1-1 0,-1 1 0,0 0 0,0 0 0,0-1 0,0 1 0,0-1 0,0 1 0,0-1 0,0 1 0,0-1 0,0 0 0,0 0 0,0 1 0,0-2 0,6-6 0,0 0 0,-1 0 0,-1 0 0,8-15 0,-9 17 0,1-4 0,1 1 0,0 1 0,1-1 0,0 1 0,16-15 0,-21 22 0,0-1 0,0 0 0,1 1 0,-1-1 0,1 1 0,-1 0 0,1 0 0,0 0 0,-1 0 0,1 0 0,0 0 0,3 0 0,-4 1 0,0 1 0,0-1 0,0 0 0,-1 0 0,1 1 0,0-1 0,0 1 0,0 0 0,-1-1 0,1 1 0,0 0 0,-1 0 0,1 0 0,-1 0 0,1 0 0,-1 1 0,1-1 0,-1 0 0,0 1 0,2 1 0,3 7 0,0 1 0,0-1 0,-1 1 0,0 0 0,-1 0 0,-1 0 0,0 0 0,2 14 0,-2-13 0,-1 0 0,2 0 0,-1-1 0,1 1 0,1-1 0,0 0 0,10 15 0,-14-25 0,-1 0 0,1 0 0,0 0 0,0 0 0,0 0 0,0 0 0,0 0 0,0 0 0,0 0 0,0 0 0,1-1 0,-1 1 0,0 0 0,0-1 0,1 1 0,-1-1 0,0 1 0,1-1 0,-1 0 0,1 0 0,-1 1 0,3-1 0,-2-1 0,0 1 0,0-1 0,0 0 0,1 0 0,-1 0 0,0 0 0,0 0 0,-1 0 0,1 0 0,0-1 0,0 1 0,0-1 0,1-1 0,6-7 0,-1-1 0,0 0 0,13-23 0,-16 25 0,46-87 0,-51 96 0,0 0 0,0 0 0,0 0 0,1 0 0,-1 0 0,0-1 0,0 1 0,0 0 0,0 0 0,0 0 0,0 0 0,0 0 0,0 0 0,0 0 0,0 0 0,0 0 0,0-1 0,0 1 0,0 0 0,1 0 0,-1 0 0,0 0 0,0 0 0,0 0 0,0 0 0,0 0 0,0 0 0,0 0 0,0 0 0,1 0 0,-1 0 0,0 0 0,0 0 0,0 0 0,0 0 0,0 0 0,0 0 0,0 0 0,0 0 0,1 0 0,-1 0 0,0 0 0,0 0 0,0 0 0,0 0 0,0 0 0,0 0 0,0 0 0,0 1 0,0-1 0,1 0 0,-1 0 0,0 0 0,0 0 0,0 0 0,0 0 0,0 0 0,0 0 0,0 0 0,0 0 0,0 1 0,0-1 0,3 12 0,-2 15 0,-1 40 0,2 126 0,1-150 0,2-1 0,15 63 0,-15-90 0,-4-19 0,-6-26 0,-29-126 0,30 128 0,1 0 0,2 0 0,3-49 0,1 42 0,3 0 0,16-58 0,-18 78 0,1 0 0,1 1 0,0 0 0,1 0 0,1 1 0,0-1 0,1 2 0,17-21 0,-23 30 0,-1 1 0,1-1 0,0 1 0,0-1 0,0 1 0,0 0 0,0 0 0,1 0 0,-1 0 0,1 1 0,-1-1 0,1 1 0,0 0 0,-1 0 0,1 0 0,0 1 0,0-1 0,0 1 0,4 0 0,-4 1 0,-1 0 0,1 0 0,-1 0 0,0 0 0,0 1 0,1-1 0,-1 1 0,0 0 0,0 0 0,-1 0 0,1 0 0,0 1 0,-1-1 0,1 1 0,-1-1 0,0 1 0,0 0 0,0 0 0,0 0 0,2 6 0,1 2 0,-1 0 0,0 0 0,-1 0 0,0 1 0,-1-1 0,0 1 0,-1-1 0,0 1 0,0 0 0,-2-1 0,1 1 0,-2 0 0,-3 16 0,3-18 0,-1 1 0,0-1 0,-1 0 0,0 0 0,0 0 0,-1 0 0,-1-1 0,1 1 0,-2-1 0,1-1 0,-1 1 0,0-1 0,-1-1 0,-13 12 0,16-16-195,0 0 0,0 0 0,0-1 0,0 1 0,0-1 0,-6 1 0,-7 1-6631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6.886"/>
    </inkml:context>
    <inkml:brush xml:id="br0">
      <inkml:brushProperty name="width" value="0.05" units="cm"/>
      <inkml:brushProperty name="height" value="0.05" units="cm"/>
      <inkml:brushProperty name="color" value="#FFC114"/>
    </inkml:brush>
  </inkml:definitions>
  <inkml:trace contextRef="#ctx0" brushRef="#br0">0 16 24575,'3'-3'0,"5"-2"0,4 1 0,4 0 0,-2 8 0,1 7 0,-2 8 0,-4 4 0,-3 5 0,1 4 0,-1 4 0,-1-1 0,-2 0 0,2-3 0,0-3 0,-1-6-8191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7.056"/>
    </inkml:context>
    <inkml:brush xml:id="br0">
      <inkml:brushProperty name="width" value="0.05" units="cm"/>
      <inkml:brushProperty name="height" value="0.05" units="cm"/>
      <inkml:brushProperty name="color" value="#FFC114"/>
    </inkml:brush>
  </inkml:definitions>
  <inkml:trace contextRef="#ctx0" brushRef="#br0">17 49 24575,'0'-6'0,"-4"-6"0,0-5 0,-1 5 0,2 11 0,4 8 0,2 11 0,4 5 0,0-2-8191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47.555"/>
    </inkml:context>
    <inkml:brush xml:id="br0">
      <inkml:brushProperty name="width" value="0.05" units="cm"/>
      <inkml:brushProperty name="height" value="0.05" units="cm"/>
      <inkml:brushProperty name="color" value="#FFC114"/>
    </inkml:brush>
  </inkml:definitions>
  <inkml:trace contextRef="#ctx0" brushRef="#br0">175 463 24575,'3'0'0,"1"0"0,-1 0 0,0-1 0,0 1 0,0-1 0,0 0 0,0 0 0,0 0 0,0-1 0,0 1 0,-1-1 0,1 1 0,0-1 0,-1 0 0,1 0 0,-1 0 0,0 0 0,1 0 0,-1-1 0,0 1 0,-1-1 0,1 1 0,0-1 0,-1 0 0,1 0 0,0-3 0,1-2 0,0 1 0,-1-1 0,0 0 0,-1 0 0,0 0 0,0 0 0,0 0 0,-1 0 0,-1-9 0,1 15 0,0 1 0,0-1 0,0 1 0,-1-1 0,1 1 0,0 0 0,0-1 0,-1 1 0,1-1 0,-1 1 0,0 0 0,1-1 0,-1 1 0,0 0 0,1 0 0,-1 0 0,0-1 0,0 1 0,0 0 0,0 0 0,0 0 0,-1 0 0,-1-1 0,2 2 0,-1 0 0,0 0 0,1-1 0,-1 1 0,0 0 0,1 0 0,-1 0 0,0 1 0,1-1 0,-1 0 0,0 1 0,1-1 0,-1 1 0,1-1 0,-1 1 0,-2 1 0,-6 5 0,0-1 0,1 1 0,0 0 0,-13 14 0,3-1 0,1 1 0,1 1 0,-20 33 0,28-39 0,0 1 0,1 0 0,1 0 0,0 0 0,2 1 0,-5 19 0,9-33 0,1 0 0,-1-1 0,1 1 0,0 0 0,-1 0 0,2 0 0,-1 0 0,0 0 0,1 0 0,0-1 0,0 1 0,0 0 0,0-1 0,1 1 0,-1 0 0,1-1 0,0 1 0,0-1 0,0 0 0,0 0 0,1 0 0,-1 0 0,1 0 0,0-1 0,0 1 0,5 3 0,-3-3 0,0-1 0,0 0 0,1 1 0,-1-2 0,0 1 0,1-1 0,-1 0 0,1 0 0,0 0 0,-1-1 0,1 0 0,0 0 0,-1 0 0,1-1 0,-1 0 0,1 0 0,10-3 0,-2-2 0,0 1 0,0-2 0,-1 0 0,0 0 0,0-1 0,-1-1 0,0 0 0,0-1 0,14-14 0,-12 8 0,-2 0 0,1 0 0,-2-1 0,0-1 0,-1 0 0,11-26 0,-11 16 0,-1 1 0,-1-1 0,-1-1 0,-2 0 0,-1 1 0,-1-1 0,-1-1 0,-2 1 0,-6-54 0,5 72 0,-1-1 0,-1 0 0,0 1 0,0-1 0,-1 1 0,0 0 0,-1 0 0,-1 1 0,-8-14 0,14 23 0,-1 0 0,1 1 0,-1-1 0,1 0 0,-1 1 0,1-1 0,-1 1 0,0-1 0,1 1 0,-1-1 0,0 1 0,1 0 0,-1-1 0,0 1 0,1 0 0,-1-1 0,0 1 0,0 0 0,-1 0 0,2 0 0,-1 0 0,1 0 0,-1 0 0,1 0 0,0 1 0,-1-1 0,1 0 0,-1 0 0,1 1 0,-1-1 0,1 0 0,0 1 0,-1-1 0,1 1 0,0-1 0,-1 0 0,1 1 0,0-1 0,0 1 0,-1-1 0,1 1 0,0 0 0,-8 34 0,8-32 0,-9 75 0,0 112 0,10-151 0,2-1 0,1 0 0,3-1 0,0 1 0,14 37 0,-15-59-170,0-1-1,1 1 0,0-1 1,2-1-1,-1 0 0,2 0 1,21 25-1,-18-27-6655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55.842"/>
    </inkml:context>
    <inkml:brush xml:id="br0">
      <inkml:brushProperty name="width" value="0.05" units="cm"/>
      <inkml:brushProperty name="height" value="0.05" units="cm"/>
      <inkml:brushProperty name="color" value="#FFC114"/>
    </inkml:brush>
  </inkml:definitions>
  <inkml:trace contextRef="#ctx0" brushRef="#br0">329 1024 24575,'1'-2'0,"0"-1"0,-1 0 0,1 1 0,0-1 0,0 1 0,0 0 0,0-1 0,1 1 0,-1 0 0,1 0 0,2-4 0,4-5 0,227-306 0,-61 90 0,-70 69 0,-90 133 0,-1-1 0,-1 0 0,-1-1 0,10-41 0,-19 61 0,0-1 0,-1 1 0,0-1 0,0 1 0,-1 0 0,0-1 0,-1-9 0,0 15 0,1 1 0,0-1 0,-1 0 0,0 0 0,1 0 0,-1 1 0,0-1 0,0 0 0,0 1 0,0-1 0,0 0 0,0 1 0,0 0 0,-1-1 0,1 1 0,-1 0 0,1-1 0,-1 1 0,1 0 0,-1 0 0,1 0 0,-1 0 0,0 1 0,0-1 0,1 0 0,-1 1 0,0-1 0,0 1 0,0 0 0,0 0 0,0-1 0,-3 2 0,-4-1 0,0 1 0,0 1 0,0-1 0,1 1 0,-1 1 0,1 0 0,-1 0 0,1 1 0,0 0 0,0 0 0,0 1 0,-7 5 0,-10 9 0,1 1 0,-26 27 0,13-7-45,2 2 0,2 2 0,2 0 0,1 3-1,3 0 1,2 1 0,-22 60 0,2 17-136,-52 230 1,12 109 180,-13 50 0,89-476-312,-2 1 1,-1-1 0,-25 50 0,17-51-5913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3:56.635"/>
    </inkml:context>
    <inkml:brush xml:id="br0">
      <inkml:brushProperty name="width" value="0.05" units="cm"/>
      <inkml:brushProperty name="height" value="0.05" units="cm"/>
      <inkml:brushProperty name="color" value="#FFC114"/>
    </inkml:brush>
  </inkml:definitions>
  <inkml:trace contextRef="#ctx0" brushRef="#br0">1 337 24575,'2'-6'0,"1"1"0,0 0 0,0 0 0,0 0 0,6-6 0,-7 9 0,0 0 0,1 0 0,-1 0 0,0 0 0,1 1 0,0-1 0,-1 1 0,1 0 0,0 0 0,0 0 0,0 0 0,5-1 0,30-2 0,1 1 0,66 3 0,14 0 0,-48-4 0,-1-4 0,0-3 0,137-39 0,-188 43 0,-48 20 0,-15 12 0,0 3 0,-69 57 0,96-70 0,0 0 0,1 2 0,1 0 0,1 0 0,0 1 0,1 1 0,1 0 0,-16 37 0,25-48 0,0 0 0,0 0 0,1 0 0,0 0 0,1 1 0,0-1 0,0 18 0,1-24 0,0 0 0,0 1 0,1-1 0,-1 0 0,1 1 0,0-1 0,-1 0 0,1 0 0,0 0 0,0 0 0,0 0 0,1 0 0,-1 0 0,0 0 0,1 0 0,0 0 0,-1-1 0,1 1 0,0 0 0,0-1 0,-1 0 0,1 1 0,0-1 0,1 0 0,-1 0 0,0 0 0,0 0 0,0-1 0,1 1 0,-1 0 0,0-1 0,4 1 0,5-1 0,0 1 0,0-1 0,0-1 0,0 0 0,-1-1 0,1 0 0,0 0 0,-1-1 0,15-6 0,0-2 0,-1 0 0,38-26 0,-53 31 0,0 0 0,-1 0 0,0-1 0,0 0 0,-1-1 0,1 0 0,-2 0 0,1 0 0,6-12 0,-11 15 0,0 1 0,0-1 0,0 1 0,0-1 0,-1 0 0,0 0 0,0 1 0,0-1 0,-1 0 0,1 0 0,-1 0 0,0 0 0,-1 0 0,1 0 0,-1 0 0,0 0 0,0 1 0,-1-1 0,1 0 0,-1 1 0,-4-9 0,4 9 0,-2-1 0,2 0 0,-1-1 0,1 1 0,-1-1 0,-1-10 0,3 14 0,1 1 0,0-1 0,0 0 0,0 1 0,0-1 0,0 0 0,1 1 0,-1-1 0,0 1 0,1-1 0,0 0 0,-1 1 0,1-1 0,0 1 0,-1-1 0,1 1 0,0 0 0,0-1 0,0 1 0,0 0 0,0 0 0,1 0 0,-1 0 0,0 0 0,1 0 0,1-1 0,11-6 0,0 0 0,0 1 0,1 1 0,0 0 0,0 1 0,1 1 0,0 0 0,29-3 0,-22 5 0,1 1 0,-1 2 0,1 0 0,-1 1 0,34 7 0,-44-5 0,0 0 0,-1 1 0,0 0 0,1 1 0,-2 0 0,1 1 0,-1 0 0,0 1 0,0 0 0,-1 1 0,11 11 0,-17-14 0,1-1 0,-1 0 0,0 1 0,-1-1 0,0 1 0,0 0 0,0 0 0,0 1 0,-1-1 0,3 11 0,-5-12 0,1 0 0,-1-1 0,0 1 0,0 0 0,0 0 0,-1 0 0,0 0 0,0 0 0,0-1 0,0 1 0,-1 0 0,0-1 0,0 1 0,0-1 0,-6 8 0,4-6 0,-1-1 0,0 1 0,0-1 0,0-1 0,-1 1 0,1-1 0,-1 0 0,0 0 0,-1-1 0,1 0 0,-13 5 0,16-7 0,0 0 0,1 0 0,-1-1 0,0 1 0,0-1 0,0 0 0,0 0 0,0 0 0,1 0 0,-1 0 0,0-1 0,0 1 0,-5-3 0,6 2 0,0 0 0,0 0 0,0 0 0,0-1 0,1 1 0,-1-1 0,0 1 0,1-1 0,-1 0 0,1 1 0,0-1 0,0 0 0,-1 0 0,1 0 0,0 0 0,1 0 0,-1 0 0,0 0 0,1-1 0,-1-2 0,0-1 0,0-1 0,1 0 0,-1 0 0,2 1 0,-1-1 0,1 0 0,0 1 0,0-1 0,1 0 0,0 1 0,0 0 0,4-8 0,6-11 0,24-38 0,-26 48 0,93-141 0,-81 127 0,2 1 0,0 1 0,32-27 0,-50 48 0,1 1 0,1-1 0,-1 1 0,1 1 0,15-7 0,-22 10 0,1 0 0,0 0 0,-1 1 0,1-1 0,0 1 0,-1 0 0,1 0 0,0-1 0,0 1 0,0 0 0,-1 0 0,1 0 0,0 1 0,0-1 0,0 0 0,-1 1 0,1-1 0,0 1 0,-1 0 0,1-1 0,0 1 0,-1 0 0,1 0 0,-1 0 0,0 0 0,1 0 0,-1 1 0,0-1 0,1 0 0,-1 1 0,0-1 0,0 0 0,0 1 0,0-1 0,1 3 0,1 5-146,0 0 0,-1-1 0,0 1-1,0 0 1,-1 1 0,0-1 0,0 16 0,-1-23-50,0 31-6630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4:01.606"/>
    </inkml:context>
    <inkml:brush xml:id="br0">
      <inkml:brushProperty name="width" value="0.05" units="cm"/>
      <inkml:brushProperty name="height" value="0.05" units="cm"/>
      <inkml:brushProperty name="color" value="#FFC114"/>
    </inkml:brush>
  </inkml:definitions>
  <inkml:trace contextRef="#ctx0" brushRef="#br0">131 37 24575,'0'-2'0,"0"-1"0,0 1 0,0-1 0,0 1 0,-1 0 0,0-1 0,1 1 0,-1 0 0,0 0 0,0-1 0,0 1 0,0 0 0,0 0 0,-3-3 0,4 6 0,-1-1 0,1 0 0,0 0 0,-1 1 0,1-1 0,-1 0 0,1 1 0,0-1 0,-1 0 0,1 1 0,0-1 0,0 0 0,-1 1 0,1-1 0,0 0 0,0 1 0,-1-1 0,1 1 0,0-1 0,0 1 0,0-1 0,0 1 0,0-1 0,0 1 0,0-1 0,0 0 0,0 2 0,-5 16 0,-64 372 163,39-214-1691,22-131-5298</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4:02.059"/>
    </inkml:context>
    <inkml:brush xml:id="br0">
      <inkml:brushProperty name="width" value="0.05" units="cm"/>
      <inkml:brushProperty name="height" value="0.05" units="cm"/>
      <inkml:brushProperty name="color" value="#FFC114"/>
    </inkml:brush>
  </inkml:definitions>
  <inkml:trace contextRef="#ctx0" brushRef="#br0">0 175 24575,'7'-21'0,"15"-32"0,-18 46 0,0 0 0,0 0 0,0 1 0,1-1 0,0 1 0,0 0 0,11-9 0,-15 14 0,0 0 0,0 0 0,1 0 0,-1 0 0,0 0 0,0 0 0,1 1 0,-1-1 0,1 1 0,-1-1 0,1 1 0,-1-1 0,1 1 0,-1 0 0,1 0 0,-1-1 0,1 1 0,-1 0 0,1 0 0,-1 1 0,1-1 0,-1 0 0,1 1 0,-1-1 0,1 0 0,-1 1 0,1 0 0,-1-1 0,0 1 0,1 0 0,-1 0 0,0 0 0,0 0 0,1 0 0,-1 0 0,0 0 0,0 0 0,0 0 0,1 3 0,4 5 0,0 0 0,-1 0 0,-1 0 0,7 18 0,-8-17 0,24 59 0,74 179 0,-77-197 0,2 0 0,55 77 0,-76-121 0,0-1 0,0 0 0,1 0 0,0 0 0,0-1 0,0 1 0,14 7 0,-18-12 0,0 0 0,0 0 0,0 0 0,0 0 0,0 0 0,0-1 0,0 1 0,1-1 0,-1 0 0,0 0 0,0 1 0,1-2 0,-1 1 0,0 0 0,1 0 0,-1-1 0,0 1 0,0-1 0,0 1 0,0-1 0,1 0 0,-1 0 0,0 0 0,0 0 0,-1 0 0,1-1 0,0 1 0,0-1 0,-1 1 0,1-1 0,0 0 0,1-2 0,3-4 0,0 0 0,-1-1 0,0 0 0,-1 1 0,0-2 0,0 1 0,-1 0 0,3-13 0,11-84 0,-13 72 0,45-427 0,-50 448 0,-4 17 0,-5 22 0,-22 98-455,5 1 0,-12 155 0,36-243-6371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4:02.696"/>
    </inkml:context>
    <inkml:brush xml:id="br0">
      <inkml:brushProperty name="width" value="0.05" units="cm"/>
      <inkml:brushProperty name="height" value="0.05" units="cm"/>
      <inkml:brushProperty name="color" value="#FFC114"/>
    </inkml:brush>
  </inkml:definitions>
  <inkml:trace contextRef="#ctx0" brushRef="#br0">158 211 24575,'0'3'0,"0"8"0,0-1 0,1 1 0,0-1 0,1 1 0,4 14 0,-6-23 0,1 0 0,-1 0 0,1 0 0,0-1 0,0 1 0,0 0 0,0-1 0,0 1 0,0-1 0,0 1 0,0-1 0,1 1 0,-1-1 0,0 0 0,1 1 0,-1-1 0,1 0 0,0 0 0,-1 0 0,1 0 0,0-1 0,0 1 0,-1 0 0,1-1 0,0 1 0,0-1 0,0 0 0,0 1 0,0-1 0,0 0 0,0 0 0,0 0 0,-1-1 0,1 1 0,0 0 0,0-1 0,0 1 0,0-1 0,0 1 0,-1-1 0,1 0 0,2-1 0,4-3 0,-1 1 0,1-1 0,-1 0 0,0 0 0,-1-1 0,1 0 0,-1 0 0,0-1 0,-1 0 0,1 0 0,-1 0 0,-1 0 0,7-14 0,-3 4 0,-1 0 0,0 0 0,-2-1 0,0 0 0,4-27 0,-9 39 0,1 1 0,-1-1 0,0 1 0,0 0 0,-1-1 0,0 1 0,0 0 0,0-1 0,-3-5 0,4 9 0,-1 1 0,0-1 0,1 0 0,-1 1 0,0-1 0,0 1 0,0-1 0,0 1 0,0 0 0,-1-1 0,1 1 0,0 0 0,-1 0 0,1 0 0,-1 0 0,1 0 0,-1 0 0,1 0 0,-1 0 0,1 1 0,-1-1 0,0 0 0,0 1 0,1 0 0,-1-1 0,0 1 0,0 0 0,1 0 0,-1 0 0,0 0 0,-2 0 0,-3 2 0,0 0 0,0 1 0,0 0 0,0 0 0,0 0 0,0 1 0,1 0 0,0 0 0,-1 0 0,2 1 0,-8 6 0,-9 12 0,-25 30 0,43-49 0,-19 25 0,1 1 0,-33 59 0,46-70 0,0 0 0,0 0 0,2 1 0,1 0 0,0 0 0,-3 31 0,8-47 0,0 0 0,1 0 0,0 0 0,0 0 0,0 0 0,1 0 0,-1-1 0,1 1 0,0 0 0,0 0 0,0 0 0,1-1 0,-1 1 0,1-1 0,0 1 0,0-1 0,0 0 0,0 1 0,6 4 0,-4-5 0,-1 0 0,1 0 0,1-1 0,-1 0 0,0 1 0,0-2 0,1 1 0,-1 0 0,1-1 0,0 0 0,-1 0 0,1 0 0,0-1 0,0 0 0,-1 1 0,6-2 0,6 0 0,-1-2 0,0 1 0,1-2 0,-1 0 0,-1-1 0,1 0 0,-1-1 0,19-11 0,7-7 0,56-43 0,-58 37 0,68-69 0,-91 83 0,0-2 0,-1 1 0,-1-2 0,-1 0 0,-1 0 0,15-34 0,-25 48 0,1 1 0,-1-1 0,0 0 0,0 0 0,0 0 0,-1 0 0,0-8 0,0 12 0,0 0 0,0 1 0,0-1 0,0 0 0,0 0 0,-1 0 0,1 1 0,0-1 0,0 0 0,-1 0 0,1 0 0,0 1 0,-1-1 0,1 0 0,-1 1 0,1-1 0,-1 0 0,1 1 0,-1-1 0,0 1 0,1-1 0,-1 0 0,0 1 0,1 0 0,-1-1 0,0 1 0,0-1 0,1 1 0,-1 0 0,0 0 0,0-1 0,0 1 0,1 0 0,-1 0 0,0 0 0,0 0 0,0 0 0,0 0 0,1 0 0,-1 0 0,0 0 0,0 0 0,0 1 0,1-1 0,-1 0 0,0 1 0,0-1 0,1 0 0,-1 1 0,0-1 0,-1 2 0,-1 0 0,-1 0 0,1 0 0,0 0 0,-1 1 0,1-1 0,1 1 0,-1 0 0,0 0 0,1 0 0,-1 0 0,1 0 0,0 1 0,0-1 0,0 1 0,0 0 0,1-1 0,0 1 0,-1 0 0,1 0 0,1 0 0,-1 0 0,1 0 0,-1 0 0,1 0 0,1 6 0,-1 6 0,2 1 0,0-1 0,1 0 0,9 31 0,17 30 0,-18-48 0,0 1 0,10 48 0,-21-74 14,1 0 0,-1 0-1,1 0 1,-1 0 0,-1 0-1,1 0 1,0 0-1,-1 0 1,0 0 0,0 0-1,0 0 1,0 0 0,-1-1-1,0 1 1,1 0 0,-1-1-1,-1 1 1,1-1 0,0 0-1,-1 0 1,0 0 0,1 0-1,-1 0 1,-6 4 0,3-3-146,0 0 1,-1-1 0,0 1-1,0-1 1,0 0 0,0-1 0,0 0-1,-1 0 1,1-1 0,0 0 0,-1 0-1,-10 0 1,-11-3-6695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4:02.916"/>
    </inkml:context>
    <inkml:brush xml:id="br0">
      <inkml:brushProperty name="width" value="0.05" units="cm"/>
      <inkml:brushProperty name="height" value="0.05" units="cm"/>
      <inkml:brushProperty name="color" value="#FFC114"/>
    </inkml:brush>
  </inkml:definitions>
  <inkml:trace contextRef="#ctx0" brushRef="#br0">0 13 24575,'1'-1'0,"0"0"0,-1 0 0,1 0 0,0 0 0,0 1 0,-1-1 0,1 0 0,0 0 0,0 1 0,0-1 0,0 1 0,0-1 0,0 0 0,0 1 0,0 0 0,0-1 0,0 1 0,1 0 0,-1 0 0,0-1 0,0 1 0,0 0 0,0 0 0,0 0 0,1 0 0,-1 1 0,0-1 0,0 0 0,0 0 0,0 1 0,0-1 0,0 0 0,0 1 0,0-1 0,2 2 0,-1 0 0,0 0 0,0 0 0,-1 0 0,1 0 0,0 1 0,-1-1 0,0 0 0,0 1 0,0-1 0,0 1 0,0-1 0,0 1 0,-1 0 0,1 3 0,4 38 0,-2 45 0,4 41 0,3-64-455,3-1 0,40 117 0,-41-149-6371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34:03.743"/>
    </inkml:context>
    <inkml:brush xml:id="br0">
      <inkml:brushProperty name="width" value="0.05" units="cm"/>
      <inkml:brushProperty name="height" value="0.05" units="cm"/>
      <inkml:brushProperty name="color" value="#FFC114"/>
    </inkml:brush>
  </inkml:definitions>
  <inkml:trace contextRef="#ctx0" brushRef="#br0">33 621 24575,'-3'-3'0,"0"-1"0,0 0 0,0 0 0,0 0 0,1 0 0,-1-1 0,1 1 0,0 0 0,0-1 0,1 0 0,-1 0 0,1 1 0,0-1 0,1 0 0,-1-7 0,1 9 0,0-1 0,0 0 0,0 0 0,1 1 0,0-1 0,0 0 0,0 1 0,0-1 0,0 0 0,1 1 0,0 0 0,-1-1 0,1 1 0,1 0 0,-1 0 0,0 0 0,1 0 0,-1 0 0,1 1 0,4-4 0,4-1 0,1 0 0,0 0 0,0 1 0,0 1 0,1 0 0,24-5 0,85-11 0,-86 16 0,461-62 0,-468 64 0,-14 2 0,-1 0 0,0-1 0,0 0 0,0-2 0,0 1 0,15-8 0,-28 11 0,0 0 0,-1-1 0,1 1 0,-1 0 0,1-1 0,0 1 0,-1 0 0,1-1 0,-1 1 0,1-1 0,-1 1 0,1-1 0,-1 1 0,0-1 0,1 1 0,-1-1 0,0 1 0,1-1 0,-1 0 0,0 1 0,1-1 0,-1 0 0,0 1 0,0-1 0,0 0 0,0 1 0,0-1 0,0 0 0,0 1 0,0-1 0,0 0 0,0 1 0,0-1 0,0 0 0,0 1 0,-1-1 0,1 0 0,0 1 0,0-1 0,-1 1 0,1-1 0,-1 0 0,1 1 0,0-1 0,-1 1 0,1-1 0,-1 1 0,1-1 0,-1 1 0,1 0 0,-1-1 0,0 1 0,1 0 0,-2-1 0,-2-2 0,-1 0 0,1 0 0,-1 0 0,0 1 0,-8-4 0,5 4 0,1 0 0,-1 1 0,0-1 0,0 1 0,0 1 0,0-1 0,0 2 0,0-1 0,0 1 0,0 0 0,0 1 0,0-1 0,1 2 0,-13 4 0,9-2 0,-1 2 0,1-1 0,1 1 0,-1 1 0,1 0 0,1 1 0,0-1 0,-13 16 0,7-6 0,1 0 0,1 0 0,0 2 0,2-1 0,-13 28 0,22-40 0,-1 0 0,1 0 0,0 0 0,1 1 0,-1-1 0,2 1 0,-1-1 0,1 14 0,1-16 0,0 0 0,0 0 0,0 0 0,0-1 0,1 1 0,0 0 0,0-1 0,0 0 0,1 1 0,-1-1 0,1 0 0,0 0 0,0 0 0,7 5 0,-1-1 0,1 0 0,0-1 0,0-1 0,1 1 0,0-2 0,0 0 0,0 0 0,1-1 0,22 6 0,2-3 0,74 5 0,-51-8 0,0-3 0,0-3 0,0-3 0,0-2 0,-1-2 0,0-3 0,0-3 0,60-23 0,-101 31 0,0 0 0,-1-2 0,0 0 0,0 0 0,-1-2 0,-1 1 0,18-18 0,-27 23 0,0 0 0,-1 0 0,0 0 0,0 0 0,0-1 0,-1 0 0,0 0 0,0 0 0,-1 0 0,1 0 0,-1 0 0,-1-1 0,1 1 0,-1-1 0,0 1 0,0-1 0,-1 0 0,0 1 0,0-1 0,-1 0 0,0 1 0,0-1 0,-2-7 0,2 9 0,-1 1 0,0-1 0,1 1 0,-1 0 0,0 0 0,-1 0 0,1 0 0,-1 0 0,0 0 0,0 1 0,0-1 0,0 1 0,-1 0 0,0 0 0,1 0 0,-1 0 0,0 1 0,0-1 0,0 1 0,-1 0 0,1 1 0,0-1 0,-6-1 0,2 2 0,0-1 0,1 2 0,-1-1 0,0 1 0,0 0 0,0 0 0,0 1 0,0 0 0,0 1 0,0 0 0,0 0 0,-12 6 0,3 0 0,2 0 0,-1 1 0,1 1 0,-24 19 0,29-20 0,1-1 0,0 2 0,1-1 0,-1 1 0,2 0 0,0 1 0,-9 16 0,15-25 0,0 0 0,0 0 0,0 0 0,0 0 0,0 1 0,1-1 0,-1 0 0,1 0 0,0 1 0,-1-1 0,1 0 0,0 1 0,1-1 0,-1 0 0,0 0 0,1 1 0,-1-1 0,1 0 0,-1 0 0,1 0 0,0 1 0,0-1 0,0 0 0,0 0 0,1 0 0,-1-1 0,0 1 0,1 0 0,0 0 0,-1-1 0,1 1 0,0-1 0,0 1 0,-1-1 0,4 2 0,2 0 0,-1 0 0,1 0 0,-1-1 0,1 0 0,0 0 0,-1 0 0,1-1 0,0 0 0,0 0 0,13-1 0,2-2 0,-1 0 0,1-2 0,0 0 0,-1-1 0,0-2 0,0 0 0,-1-1 0,0-1 0,28-16 0,-34 16 0,-1 0 0,0-1 0,0-1 0,-1 0 0,0 0 0,-1-1 0,0-1 0,-1 0 0,-1 0 0,0-1 0,-1 0 0,0 0 0,7-20 0,-5 4 0,-1 1 0,-2-1 0,-1 0 0,-1 0 0,-2-1 0,-1 0 0,-2-33 0,0 60 0,-1 0 0,1-1 0,-1 1 0,0 0 0,0 0 0,-2-4 0,3 7 0,0 1 0,-1-1 0,1 1 0,0 0 0,0-1 0,0 1 0,-1 0 0,1-1 0,0 1 0,-1 0 0,1-1 0,0 1 0,-1 0 0,1-1 0,0 1 0,-1 0 0,1 0 0,0-1 0,-1 1 0,1 0 0,-1 0 0,1 0 0,-1 0 0,0 0 0,0 0 0,1 0 0,-1 0 0,0 1 0,0-1 0,0 1 0,1-1 0,-1 1 0,0-1 0,1 1 0,-1-1 0,0 1 0,1 0 0,-1-1 0,1 1 0,-1 0 0,1 0 0,-1-1 0,0 2 0,-5 11 0,-1-1 0,1 1 0,1 1 0,1-1 0,-4 18 0,-12 73 0,19-93 0,-7 41-273,3 1 0,2-1 0,2 1 0,12 102 0,-2-105-6553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04.406"/>
    </inkml:context>
    <inkml:brush xml:id="br0">
      <inkml:brushProperty name="width" value="0.05" units="cm"/>
      <inkml:brushProperty name="height" value="0.05" units="cm"/>
      <inkml:brushProperty name="color" value="#FFC114"/>
    </inkml:brush>
  </inkml:definitions>
  <inkml:trace contextRef="#ctx0" brushRef="#br0">180 4 24575,'-19'-2'0,"17"2"0,-1-1 0,0 1 0,0 0 0,0 0 0,1 0 0,-1 0 0,-5 1 0,7 0 0,0-1 0,0 1 0,0-1 0,1 1 0,-1 0 0,0-1 0,0 1 0,0 0 0,1-1 0,-1 1 0,0 0 0,1 0 0,-1 0 0,1 0 0,-1 0 0,1-1 0,-1 1 0,1 0 0,0 0 0,-1 0 0,1 0 0,0 0 0,0 0 0,0 1 0,0 0 0,-3 30 0,3 48 0,0 14 0,-13 586-255,44 0-290,-22-527 417,188 2152-2782,-106-1581 3030,111 1022-2362,-130-852 2242,56 569 0,-15-622-451,30-5-1,-64-282 1692,-66-395-350,-12 239 1,-7-313 390,-4-1-1,-31 125 1,34-190-1281,6-16 0,6-7 0,1-1 0,7-3 0,0 0 0,1 0 0,0 1 0,1 1 0,-1 0 0,1 1 0,0 1 0,23-4 0,15 0 0,60 0 0,264 7-387,3 22-170,-239-11 491,1637 127-5826,-737-51 2832,4198 427 572,-3870-379 2719,4-93 2405,-844-68-1387,-392 12 620,243-59 0,-361 69-1495,-1 0 1,0-2 0,0 0-1,0 0 1,-1-2 0,22-14-1,-35 20-306,0 0 0,0 0 1,0 0-1,0-1 0,-1 0 0,0 1 0,0-1 0,0 0 0,0-1 0,0 1 0,-1 0 0,0-1 0,0 0 0,0 1 0,0-1 0,-1 0 0,0 0 1,0 0-1,0 0 0,-1 0 0,0 0 0,1 0 0,-2 0 0,1 0 0,-1 0 0,1 0 0,-1 0 0,-4-8 0,-2-7-68,-2 1 0,-1 0 0,0 1 0,-1 0 0,-1 1 0,-16-19 0,-24-35 0,33 37 0,1-1 0,2 0 0,1-1 0,2-1 0,1 0 0,-7-47 0,-23-236 0,36 259 0,-37-595-678,29 393 511,-33-801-972,-13-221-390,-82 4 804,-305-1097 725,165 1101-1091,243 1115 1386,-70-322 2582,84 342-1840,-10-206-1,32-273-966,6 310-56,-2 82-14,-3-241 0,0 437 0,-1 0 0,-1 1 0,-2-1 0,-2 1 0,-1 0 0,-1 0 0,-1 1 0,-2 0 0,-1 2 0,-31-48 0,28 53 0,-2 2 0,-1 0 0,-32-27 0,22 20 0,22 23 0,0 0 0,0 1 0,0-1 0,-1 2 0,0-1 0,0 1 0,0 0 0,0 1 0,-16-4 0,-10 0 0,-46-3 0,-673-26-34,597 33-87,-952 2-1751,-3 33-539,-1864 27 2054,800-58-898,1657-11 1725,-195-1 288,-105 24 3703,-215 52-4100,965-57-361,8-1 0,-70 0 0,94-6 0,-74 9 0,-186 31 0,252-36 0,-1-1 0,0-3 0,-51-5 0,59-3-1365,28 3-5461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05.385"/>
    </inkml:context>
    <inkml:brush xml:id="br0">
      <inkml:brushProperty name="width" value="0.05" units="cm"/>
      <inkml:brushProperty name="height" value="0.05" units="cm"/>
      <inkml:brushProperty name="color" value="#FFC114"/>
    </inkml:brush>
  </inkml:definitions>
  <inkml:trace contextRef="#ctx0" brushRef="#br0">14 22 24575,'-6'-5'0,"-1"-5"0,8 9 0,0 1 0,0-1 0,0 1 0,0-1 0,1 1 0,-1-1 0,0 1 0,0 0 0,0 0 0,1-1 0,-1 1 0,0 0 0,0 0 0,2 1 0,362-4 0,-190 5 0,8155-2-11839,-6757 11 11163,18-1 1486,-995-10 464,-145-1 1333,-150 1 2125,-282 1-4022,-12-1-471,0 1 1,0-1 0,0-1 0,0 1-1,0-1 1,0 0 0,0-1-1,10-3 1,-14 1-1395</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06.493"/>
    </inkml:context>
    <inkml:brush xml:id="br0">
      <inkml:brushProperty name="width" value="0.05" units="cm"/>
      <inkml:brushProperty name="height" value="0.05" units="cm"/>
      <inkml:brushProperty name="color" value="#FFC114"/>
    </inkml:brush>
  </inkml:definitions>
  <inkml:trace contextRef="#ctx0" brushRef="#br0">0 334 24575,'89'7'0,"-17"1"0,547-18-962,-364-1 717,2179-34-7615,-922 22 3708,-893 11 3782,2970-53-1761,-4 37 4251,-3252 29-1639,190-1 3251,-172 1 4094,-347-2-7744,1 1 1,-1-1-1,0 0 1,0 0 0,0 0-1,0 0 1,0-1-1,-1 0 1,1 1-1,0-1 1,-1-1-1,1 1 1,-1 0 0,0-1-1,0 0 1,0 0-1,0 0 1,0 0-1,-1 0 1,1 0-1,2-6 1,1-1-315,0-1 1,-1 0 0,0 0-1,-1 0 1,-1 0-1,4-16 1,-4 12-6595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07.630"/>
    </inkml:context>
    <inkml:brush xml:id="br0">
      <inkml:brushProperty name="width" value="0.05" units="cm"/>
      <inkml:brushProperty name="height" value="0.05" units="cm"/>
      <inkml:brushProperty name="color" value="#FFC114"/>
    </inkml:brush>
  </inkml:definitions>
  <inkml:trace contextRef="#ctx0" brushRef="#br0">92 39 24575,'-10'0'0,"0"0"0,-1 1 0,1-1 0,0 2 0,0 0 0,-17 5 0,27-7 0,0 0 0,0 0 0,0 0 0,0 0 0,0 0 0,-1 0 0,1 0 0,0 0 0,0 0 0,0 0 0,0 0 0,0 0 0,0 0 0,-1 0 0,1 0 0,0 0 0,0 1 0,0-1 0,0 0 0,0 0 0,0 0 0,0 0 0,0 0 0,-1 0 0,1 0 0,0 0 0,0 1 0,0-1 0,0 0 0,0 0 0,0 0 0,0 0 0,0 0 0,0 1 0,0-1 0,0 0 0,0 0 0,0 0 0,0 0 0,0 0 0,0 1 0,0-1 0,0 0 0,0 0 0,0 0 0,8 5 0,12 1 0,59 7 28,107 3 1,85-12-146,-168-4-65,733 9-2778,193 0-1376,1435-6-1297,-822-6 4751,1642-16-1232,-2121 10 2082,286-2 834,-663 1 1097,18-1 5144,-754 13-5603,-22-1 824,33-3 1,-58 1-2305,0 0 0,0 1 0,0-1 0,0 0 0,0-1 0,0 1 0,0-1 0,0 1 0,0-1 0,0 0 0,-1 0 0,1 0 1,-1 0-1,0 0 0,1-1 0,-1 1 0,0-1 0,0 1 0,-1-1 0,1 0 0,2-4 0,0-5-6786</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08.760"/>
    </inkml:context>
    <inkml:brush xml:id="br0">
      <inkml:brushProperty name="width" value="0.05" units="cm"/>
      <inkml:brushProperty name="height" value="0.05" units="cm"/>
      <inkml:brushProperty name="color" value="#FFC114"/>
    </inkml:brush>
  </inkml:definitions>
  <inkml:trace contextRef="#ctx0" brushRef="#br0">1 1 24575,'0'0'0,"0"1"0,0 0 0,0 0 0,1-1 0,-1 1 0,0 0 0,1-1 0,-1 1 0,1-1 0,-1 1 0,1 0 0,-1-1 0,1 1 0,-1-1 0,1 1 0,0-1 0,-1 0 0,1 1 0,-1-1 0,1 0 0,0 1 0,0-1 0,-1 0 0,1 0 0,0 1 0,-1-1 0,1 0 0,1 0 0,25 4 0,-23-4 0,161 4 0,-27-2 0,239 19-817,409 17-2470,2567 61-5059,6-32 4863,-2250-47 3077,4170 45 2093,-4614-63 796,-225-3 3822,-422-1-4090,-28-2-443,-29-2-612,27 5-1039,-115-18 660,110 16-1039,0-2-1,0 0 1,1-1 0,-1 0-1,-18-11 1,11 2-6568</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0.148"/>
    </inkml:context>
    <inkml:brush xml:id="br0">
      <inkml:brushProperty name="width" value="0.05" units="cm"/>
      <inkml:brushProperty name="height" value="0.05" units="cm"/>
      <inkml:brushProperty name="color" value="#FFC114"/>
    </inkml:brush>
  </inkml:definitions>
  <inkml:trace contextRef="#ctx0" brushRef="#br0">269 58 24575,'0'-3'0,"0"1"0,0-1 0,-1 0 0,1 0 0,0 1 0,-1-1 0,0 0 0,1 1 0,-1-1 0,0 0 0,0 1 0,-1-1 0,1 1 0,0 0 0,-4-4 0,4 5 0,-1-1 0,0 1 0,0 0 0,1 0 0,-1 0 0,0 0 0,0 0 0,0 0 0,0 0 0,-1 1 0,1-1 0,0 1 0,0 0 0,0-1 0,0 1 0,0 0 0,-1 0 0,1 1 0,0-1 0,-4 1 0,-4 1 0,0 1 0,0 0 0,1 1 0,-1 0 0,1 1 0,0 0 0,0 0 0,-10 8 0,-2 3 0,-38 37 0,56-50 0,0 0 0,0 1 0,0-1 0,0 1 0,1-1 0,-1 1 0,1 0 0,0 0 0,1 0 0,-1 0 0,0 0 0,1 0 0,-1 8 0,2-9 0,0-1 0,0 1 0,0 0 0,1 0 0,-1-1 0,1 1 0,-1 0 0,1 0 0,0-1 0,1 1 0,-1-1 0,0 1 0,1-1 0,-1 1 0,1-1 0,0 0 0,-1 0 0,1 0 0,0 0 0,0 0 0,1 0 0,2 2 0,13 7 0,1 0 0,1-1 0,0 0 0,0-2 0,25 7 0,49 22 0,-84-32 0,-1 0 0,1 0 0,-1 1 0,-1 1 0,1 0 0,-1 0 0,8 8 0,-15-13 0,1 0 0,-1 0 0,1-1 0,-1 1 0,0 0 0,0 0 0,0 0 0,0 0 0,0 0 0,0 1 0,-1-1 0,1 0 0,-1 0 0,1 0 0,-1 1 0,0-1 0,0 0 0,0 5 0,-1-4 0,0 1 0,0-1 0,0 1 0,-1-1 0,1 0 0,-1 0 0,0 0 0,0 0 0,0 0 0,-5 5 0,-5 4 0,0-1 0,-1 0 0,0-1 0,-18 9 0,25-15 0,-19 13 0,-1-2 0,0-1 0,-1-1 0,-1-1 0,-56 16 0,82-27 0,1-1 0,0 1 0,-1-1 0,1 0 0,0 0 0,-1 0 0,1 0 0,0 0 0,-1 0 0,1 0 0,0 0 0,-1 0 0,1-1 0,0 1 0,-1-1 0,1 1 0,0-1 0,0 1 0,-1-1 0,0 0 0,2 0 0,-1 0 0,1 0 0,0 0 0,-1 0 0,1 0 0,0 1 0,0-1 0,0 0 0,-1 0 0,1 0 0,0 0 0,1 0 0,-1 0 0,0 0 0,0 0 0,0 0 0,0 0 0,1 0 0,-1 0 0,0 1 0,1-1 0,-1 0 0,1 0 0,-1 0 0,1 0 0,-1 1 0,1-1 0,1-1 0,7-10 0,0 0 0,2 1 0,-1 0 0,1 0 0,15-10 0,-1 3 0,42-24 0,-62 39 0,0 1 0,0 0 0,0-1 0,0 1 0,0 1 0,0-1 0,1 1 0,-1 0 0,0 0 0,9 0 0,-12 2 0,0-1 0,0 0 0,-1 1 0,1-1 0,0 1 0,0-1 0,0 1 0,0 0 0,-1 0 0,1 0 0,0 0 0,-1 0 0,1 0 0,0 1 0,-1-1 0,0 0 0,1 1 0,-1-1 0,0 1 0,0 0 0,0-1 0,0 1 0,0 0 0,0-1 0,0 1 0,-1 0 0,1 0 0,0 0 0,-1 0 0,0 0 0,1 3 0,0 1 0,-1 1 0,0 0 0,0-1 0,0 1 0,-1 0 0,1-1 0,-4 12 0,-19 48 0,7-18 0,14-42 0,0 0 0,0 0 0,1 0 0,0 0 0,1 0 0,-1 1 0,1-1 0,0 0 0,2 12 0,-1-14 0,1-1 0,-1 1 0,0-1 0,1 0 0,0 0 0,0 0 0,0 0 0,0 0 0,1 0 0,-1 0 0,1-1 0,-1 1 0,1-1 0,0 0 0,0 0 0,0 0 0,0 0 0,5 2 0,3 1-114,0-1 1,1 0-1,-1-1 0,1 0 0,-1-1 1,1-1-1,0 1 0,0-2 0,0 0 1,0 0-1,16-3 0,-1-2-6712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2.822"/>
    </inkml:context>
    <inkml:brush xml:id="br0">
      <inkml:brushProperty name="width" value="0.05" units="cm"/>
      <inkml:brushProperty name="height" value="0.05" units="cm"/>
      <inkml:brushProperty name="color" value="#FFC114"/>
    </inkml:brush>
  </inkml:definitions>
  <inkml:trace contextRef="#ctx0" brushRef="#br0">184 252 24575,'0'-2'0,"-1"-1"0,0 0 0,0 1 0,1-1 0,-1 1 0,-1-1 0,1 1 0,0 0 0,-1-1 0,1 1 0,-1 0 0,0 0 0,-3-3 0,2 2 0,0 0 0,0 0 0,0 0 0,0 1 0,-1-1 0,1 1 0,-8-3 0,10 4 0,1 1 0,-1 0 0,0 0 0,1 0 0,-1-1 0,0 1 0,1 0 0,-1 0 0,0 0 0,0 0 0,1 0 0,-1 0 0,0 0 0,0 0 0,1 1 0,-1-1 0,0 0 0,1 0 0,-1 1 0,0-1 0,1 0 0,-1 1 0,0-1 0,1 1 0,-1-1 0,0 1 0,0 0 0,0 1 0,1-1 0,-1 0 0,0 1 0,1-1 0,-1 0 0,1 1 0,-1-1 0,1 1 0,-1-1 0,1 1 0,0 1 0,0 2 0,0-1 0,0 1 0,0 0 0,1-1 0,-1 1 0,1-1 0,2 8 0,-2-10 0,0-1 0,0 1 0,0 0 0,0 0 0,0 0 0,0-1 0,1 1 0,-1 0 0,0-1 0,1 1 0,-1-1 0,1 0 0,0 1 0,-1-1 0,1 0 0,0 0 0,0 0 0,0 0 0,3 1 0,-2-2 0,1 1 0,-1-1 0,0 0 0,0 0 0,0 0 0,1 0 0,-1-1 0,0 1 0,0-1 0,0 0 0,5-2 0,3-1 0,-1-1 0,0-1 0,0 0 0,-1 0 0,0-1 0,10-9 0,-10 8 0,-1 0 0,0-1 0,0 0 0,0-1 0,-2 0 0,12-19 0,-16 25 0,-1 1 0,1-1 0,-1 1 0,0-1 0,0 1 0,0-1 0,0 1 0,-1-1 0,0 0 0,1 0 0,-1 1 0,0-1 0,-1 0 0,1 1 0,-1-1 0,0 0 0,0 1 0,0-1 0,0 0 0,0 1 0,-1 0 0,0-1 0,1 1 0,-1 0 0,-5-6 0,3 5 0,0-1 0,-1 0 0,0 1 0,1 0 0,-2 0 0,1 1 0,0-1 0,-1 1 0,1 0 0,-1 1 0,0-1 0,0 1 0,0 0 0,0 1 0,0 0 0,-1 0 0,1 0 0,0 0 0,0 1 0,-1 0 0,-7 1 0,6 1 0,0-1 0,0 2 0,1-1 0,-1 1 0,1 0 0,-1 0 0,1 1 0,0 0 0,0 0 0,1 1 0,-1 0 0,1 0 0,0 1 0,1-1 0,-1 1 0,-6 10 0,4-3 0,0 0 0,0 0 0,2 1 0,0 0 0,0 1 0,1-1 0,1 1 0,-5 30 0,8-35 0,-1 0 0,2-1 0,-1 1 0,2 0 0,-1 0 0,1 0 0,1-1 0,-1 1 0,2 0 0,-1-1 0,1 1 0,1-1 0,0 0 0,0 0 0,6 8 0,-6-12 0,0 0 0,0 0 0,0-1 0,1 0 0,-1 0 0,1 0 0,0-1 0,0 1 0,1-1 0,-1 0 0,1-1 0,8 4 0,-4-3 0,-1-1 0,0 0 0,0-1 0,1 0 0,-1 0 0,1-1 0,14-2 0,-7 0 0,0-1 0,-1-1 0,0 0 0,0-2 0,0 1 0,0-2 0,-1 0 0,26-17 0,-35 20 0,0-1 0,0 1 0,0-1 0,-1-1 0,1 1 0,-1-1 0,0 0 0,-1 0 0,1-1 0,5-11 0,-8 13 0,0 0 0,-1-1 0,1 1 0,-1-1 0,0 1 0,0-1 0,-1 0 0,0 1 0,0-1 0,0 0 0,0 1 0,-1-1 0,0 1 0,-3-11 0,-29-92 0,39 165 0,2 12 0,-7-49 0,1 0 0,1 1 0,6 21 0,-9-41 0,0 0 0,0 0 0,0 0 0,1 0 0,-1 0 0,0 0 0,1 0 0,-1 0 0,1 0 0,-1 0 0,1 0 0,0-1 0,-1 1 0,1 0 0,0 0 0,-1-1 0,1 1 0,0 0 0,0-1 0,0 1 0,1 0 0,-1-1 0,-1 0 0,1 0 0,0 0 0,0-1 0,-1 1 0,1 0 0,0 0 0,0-1 0,-1 1 0,1 0 0,0-1 0,-1 1 0,1 0 0,0-1 0,-1 1 0,1-1 0,-1 0 0,1 1 0,-1-1 0,1 1 0,0-2 0,4-6 0,1-1 0,-2 1 0,6-14 0,-6 13 0,15-31 0,22-40 0,-36 70 0,1 1 0,0 0 0,1 0 0,0 1 0,14-14 0,-20 21 0,0 0 0,0 0 0,0 1 0,0-1 0,0 0 0,0 0 0,0 1 0,0-1 0,0 1 0,0-1 0,0 1 0,0 0 0,1-1 0,-1 1 0,0 0 0,0 0 0,0 0 0,1-1 0,-1 1 0,0 1 0,0-1 0,0 0 0,1 0 0,-1 0 0,0 1 0,0-1 0,2 1 0,-1 0 0,0 1 0,0 0 0,0-1 0,0 1 0,-1 0 0,1 0 0,0 0 0,-1 0 0,0 0 0,1 1 0,-1-1 0,1 3 0,3 7 0,-1 0 0,0 0 0,-1 0 0,2 16 0,-3 6 0,-2-25 0,1-1 0,0 1 0,0 0 0,1-1 0,0 1 0,0-1 0,5 13 0,-6-20 0,-1-1 0,0 1 0,0-1 0,1 1 0,-1-1 0,0 1 0,0-1 0,1 0 0,-1 1 0,1-1 0,-1 1 0,0-1 0,1 0 0,-1 1 0,1-1 0,-1 0 0,1 0 0,-1 1 0,1-1 0,-1 0 0,1 0 0,-1 0 0,1 0 0,-1 1 0,1-1 0,-1 0 0,1 0 0,-1 0 0,1 0 0,-1 0 0,1 0 0,-1-1 0,2 1 0,-1-1 0,1 1 0,0-1 0,-1 0 0,1 0 0,-1-1 0,1 1 0,-1 0 0,1 0 0,-1-1 0,1-1 0,26-40 0,-27 41 0,25-54 0,-21 43 0,1-1 0,0 1 0,1 0 0,1 1 0,0-1 0,12-13 0,-20 25 0,1 0 0,-1 1 0,0-1 0,1 1 0,-1-1 0,1 1 0,-1-1 0,1 1 0,-1-1 0,1 1 0,-1 0 0,1-1 0,-1 1 0,1 0 0,0-1 0,-1 1 0,1 0 0,0 0 0,-1-1 0,1 1 0,-1 0 0,1 0 0,0 0 0,-1 0 0,1 0 0,0 0 0,-1 0 0,1 0 0,0 0 0,-1 0 0,1 1 0,0-1 0,-1 0 0,1 0 0,0 1 0,-1-1 0,1 0 0,-1 1 0,1-1 0,-1 0 0,1 1 0,-1-1 0,1 1 0,-1-1 0,1 1 0,-1-1 0,1 1 0,-1-1 0,0 1 0,1-1 0,-1 1 0,0 0 0,0-1 0,1 1 0,-1 0 0,0-1 0,0 1 0,0-1 0,0 1 0,0 1 0,3 8 0,-1 0 0,-1 0 0,1 13 0,-1-9 0,3 16 0,-3-15 0,1 1 0,0-1 0,1 0 0,1 0 0,0-1 0,10 23 0,-13-35 0,-1-1 0,1 1 0,0-1 0,-1 1 0,1-1 0,0 0 0,0 0 0,0 1 0,0-1 0,0 0 0,1 0 0,-1 0 0,0 0 0,0 0 0,1 0 0,-1 0 0,0 0 0,1-1 0,-1 1 0,1-1 0,-1 1 0,1-1 0,0 1 0,-1-1 0,1 0 0,-1 0 0,1 0 0,0 0 0,-1 0 0,1 0 0,-1 0 0,1 0 0,-1-1 0,1 1 0,0 0 0,-1-1 0,1 0 0,-1 1 0,3-2 0,1-2 0,-1 1 0,1-1 0,-1 1 0,0-1 0,0-1 0,-1 1 0,1 0 0,-1-1 0,5-9 0,-5 9 0,6-11 0,-5 15 0,-1 11 0,-1 32 0,-3 51 0,-1-32 0,-1-63 0,-4-11 0,-5-16 0,3 1 0,2 0 0,1-1 0,1-1 0,-1-46 0,6 57 0,0 1 0,2-1 0,0 1 0,1 0 0,1-1 0,0 1 0,1 1 0,12-26 0,-15 39 0,0 0 0,0 0 0,0 0 0,1 0 0,0 0 0,0 1 0,0-1 0,0 1 0,0 0 0,1 0 0,-1 0 0,1 1 0,0-1 0,0 1 0,0 0 0,0 0 0,0 0 0,0 0 0,5-1 0,-5 3 0,-1-1 0,1 1 0,0 0 0,-1 0 0,1 0 0,-1 1 0,1-1 0,0 1 0,-1 0 0,0 0 0,1 0 0,-1 0 0,1 0 0,-1 1 0,0 0 0,0 0 0,0 0 0,0 0 0,0 0 0,-1 0 0,1 1 0,0-1 0,-1 1 0,3 4 0,0 0 0,-1 0 0,1 0 0,-2 0 0,1 0 0,-1 1 0,0-1 0,-1 1 0,0 0 0,0 0 0,0 0 0,-1 0 0,-1 0 0,1 0 0,-1 0 0,-1 1 0,1-1 0,-1 0 0,-3 11 0,2-11 0,0 0 0,-1 0 0,0 0 0,0-1 0,-1 1 0,0-1 0,0 0 0,0 0 0,-1 0 0,0-1 0,-1 1 0,0-1 0,0 0 0,0-1 0,0 0 0,-1 0 0,0 0 0,-8 4 0,3-5-1365,3-4-5461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3.025"/>
    </inkml:context>
    <inkml:brush xml:id="br0">
      <inkml:brushProperty name="width" value="0.05" units="cm"/>
      <inkml:brushProperty name="height" value="0.05" units="cm"/>
      <inkml:brushProperty name="color" value="#FFC114"/>
    </inkml:brush>
  </inkml:definitions>
  <inkml:trace contextRef="#ctx0" brushRef="#br0">0 1 24575,'3'0'0,"2"3"0,-1 5 0,0 4 0,-2 3 0,0 3 0,-1 2 0,-1 0 0,0 4 0,0 1 0,0 0 0,3-2 0,1 0 0,0-2 0,-1-4-8191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3.197"/>
    </inkml:context>
    <inkml:brush xml:id="br0">
      <inkml:brushProperty name="width" value="0.05" units="cm"/>
      <inkml:brushProperty name="height" value="0.05" units="cm"/>
      <inkml:brushProperty name="color" value="#FFC114"/>
    </inkml:brush>
  </inkml:definitions>
  <inkml:trace contextRef="#ctx0" brushRef="#br0">13 65 24575,'0'-7'0,"0"-5"0,-3-8 0,-2 4 0,1 7 0,4 9 0,2 7 0,4 10 0,4 5 0,1 6 0,-2-3-8191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3.678"/>
    </inkml:context>
    <inkml:brush xml:id="br0">
      <inkml:brushProperty name="width" value="0.05" units="cm"/>
      <inkml:brushProperty name="height" value="0.05" units="cm"/>
      <inkml:brushProperty name="color" value="#FFC114"/>
    </inkml:brush>
  </inkml:definitions>
  <inkml:trace contextRef="#ctx0" brushRef="#br0">116 291 24575,'0'0'0,"0"1"0,0-1 0,0 0 0,0 1 0,0-1 0,0 0 0,0 1 0,0-1 0,0 0 0,0 1 0,0-1 0,0 0 0,0 1 0,0-1 0,1 0 0,-1 0 0,0 1 0,0-1 0,0 0 0,0 1 0,1-1 0,-1 0 0,0 0 0,0 0 0,1 1 0,-1-1 0,0 0 0,1 0 0,-1 0 0,0 0 0,0 1 0,1-1 0,-1 0 0,0 0 0,1 0 0,-1 0 0,0 0 0,1 0 0,-1 0 0,0 0 0,1 0 0,-1 0 0,0 0 0,1 0 0,-1 0 0,0 0 0,1 0 0,-1 0 0,0 0 0,1-1 0,-1 1 0,0 0 0,0 0 0,1 0 0,-1 0 0,0-1 0,1 1 0,-1-1 0,2 0 0,0 0 0,-1 0 0,1 0 0,-1 0 0,1 0 0,-1-1 0,0 1 0,1-1 0,0-1 0,0 0 0,-1 0 0,0 0 0,0 0 0,-1 0 0,1 0 0,-1 0 0,1 0 0,-1 0 0,0 0 0,0 0 0,0 0 0,-1 0 0,1 0 0,-1 0 0,1 0 0,-3-6 0,2 8 0,1 0 0,-1 0 0,0 0 0,1 0 0,-1 0 0,0 0 0,0 0 0,0 0 0,0 0 0,0 0 0,0 0 0,0 0 0,0 1 0,0-1 0,0 0 0,0 1 0,0-1 0,0 1 0,-1 0 0,1-1 0,0 1 0,0 0 0,-1-1 0,1 1 0,0 0 0,-1 0 0,1 0 0,0 0 0,0 1 0,-1-1 0,1 0 0,0 0 0,0 1 0,-1-1 0,1 1 0,0-1 0,0 1 0,0-1 0,0 1 0,0 0 0,-2 1 0,-3 2 0,1 0 0,0 1 0,0-1 0,0 1 0,0 0 0,1 0 0,-1 1 0,2-1 0,-1 1 0,-4 8 0,-2 6 0,-13 39 0,21-50 0,-1 0 0,1 0 0,0 0 0,1 0 0,0 0 0,1 0 0,1 16 0,-1-23 0,0 1 0,0-1 0,1 1 0,-1-1 0,1 1 0,0-1 0,0 1 0,0-1 0,0 0 0,0 1 0,0-1 0,0 0 0,1 0 0,-1 0 0,1 0 0,0 0 0,0 0 0,-1-1 0,1 1 0,0 0 0,1-1 0,-1 0 0,0 1 0,0-1 0,0 0 0,1 0 0,-1 0 0,1 0 0,-1-1 0,1 1 0,-1-1 0,3 1 0,1-1 0,-1 0 0,0 0 0,1 0 0,-1-1 0,0 1 0,0-1 0,1-1 0,-1 1 0,0-1 0,0 0 0,0 0 0,0 0 0,-1 0 0,1-1 0,0 0 0,-1 0 0,0-1 0,0 1 0,0-1 0,0 0 0,-1 0 0,1 0 0,-1 0 0,4-8 0,0 1 0,-1-1 0,-1 0 0,0 0 0,-1 0 0,0 0 0,-1-1 0,0 0 0,-1 0 0,0-14 0,1-107 0,-4 111 0,-1 1 0,-1 0 0,-11-42 0,13 60 0,0 0 0,-1 1 0,1-1 0,-1 1 0,0-1 0,0 1 0,-4-5 0,6 8 0,-1 0 0,1-1 0,0 1 0,-1 0 0,1-1 0,0 1 0,-1 0 0,1-1 0,-1 1 0,1 0 0,0 0 0,-1 0 0,1-1 0,-1 1 0,1 0 0,-1 0 0,1 0 0,-1 0 0,1 0 0,-1 0 0,1 0 0,-1 0 0,1 0 0,0 0 0,-1 0 0,0 1 0,0-1 0,0 1 0,0 0 0,1-1 0,-1 1 0,0 0 0,1 0 0,-1-1 0,1 1 0,-1 0 0,1 0 0,-1 0 0,1 0 0,0 0 0,-1 0 0,1 0 0,0 1 0,-5 22 0,2 0 0,1-1 0,1 2 0,1-1 0,3 26 0,-3-35 0,1 8-195,1 1 0,1-1 0,1 1 0,0-1 0,2 0 0,11 28 0,-8-33-6631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4.051"/>
    </inkml:context>
    <inkml:brush xml:id="br0">
      <inkml:brushProperty name="width" value="0.05" units="cm"/>
      <inkml:brushProperty name="height" value="0.05" units="cm"/>
      <inkml:brushProperty name="color" value="#FFC114"/>
    </inkml:brush>
  </inkml:definitions>
  <inkml:trace contextRef="#ctx0" brushRef="#br0">62 78 24575,'-3'0'0,"-5"-4"0,-4-3 0,-4-5 0,2-4 0,5 2 0,9 2 0,7 4 0,2 3-8191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4.206"/>
    </inkml:context>
    <inkml:brush xml:id="br0">
      <inkml:brushProperty name="width" value="0.05" units="cm"/>
      <inkml:brushProperty name="height" value="0.05" units="cm"/>
      <inkml:brushProperty name="color" value="#FFC114"/>
    </inkml:brush>
  </inkml:definitions>
  <inkml:trace contextRef="#ctx0" brushRef="#br0">10 0 24575,'-4'4'0,"0"4"0,3 1 0,5-2 0,6-1 0,4-2 0,0-1-8191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4.550"/>
    </inkml:context>
    <inkml:brush xml:id="br0">
      <inkml:brushProperty name="width" value="0.05" units="cm"/>
      <inkml:brushProperty name="height" value="0.05" units="cm"/>
      <inkml:brushProperty name="color" value="#FFC114"/>
    </inkml:brush>
  </inkml:definitions>
  <inkml:trace contextRef="#ctx0" brushRef="#br0">39 29 24575,'0'-26'0,"0"23"0,0 17 0,-2 29 0,-16 80 0,11-84 0,1 1 0,0 58 0,8-76-1365,2-6-5461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4.895"/>
    </inkml:context>
    <inkml:brush xml:id="br0">
      <inkml:brushProperty name="width" value="0.05" units="cm"/>
      <inkml:brushProperty name="height" value="0.05" units="cm"/>
      <inkml:brushProperty name="color" value="#FFC114"/>
    </inkml:brush>
  </inkml:definitions>
  <inkml:trace contextRef="#ctx0" brushRef="#br0">79 10 24575,'0'-1'0,"0"1"0,0-1 0,0 1 0,0 0 0,-1-1 0,1 1 0,0 0 0,0-1 0,0 1 0,0-1 0,0 1 0,-1 0 0,1-1 0,0 1 0,0 0 0,0 0 0,-1-1 0,1 1 0,0 0 0,-1-1 0,1 1 0,0 0 0,0 0 0,-1 0 0,1-1 0,0 1 0,-1 0 0,1 0 0,-1 0 0,1 0 0,0 0 0,-1-1 0,1 1 0,0 0 0,-1 0 0,1 0 0,-1 0 0,1 0 0,0 0 0,-1 0 0,1 1 0,-1-1 0,1 0 0,0 0 0,-1 0 0,1 0 0,0 0 0,-1 0 0,1 1 0,0-1 0,-1 0 0,0 1 0,-18 12 0,14-6 0,0 1 0,0 0 0,1 0 0,0 0 0,0 0 0,1 1 0,0-1 0,1 1 0,-3 17 0,3-14 0,1 1 0,0-1 0,1 1 0,0-1 0,1 1 0,5 20 0,-5-28 0,0 0 0,0-1 0,1 1 0,0 0 0,0 0 0,0-1 0,1 1 0,-1-1 0,1 0 0,0 0 0,1 0 0,-1 0 0,0 0 0,1-1 0,0 0 0,0 0 0,0 0 0,0 0 0,1 0 0,-1-1 0,1 0 0,-1 0 0,1 0 0,0 0 0,0-1 0,0 0 0,0 0 0,0 0 0,0 0 0,0-1 0,0 0 0,0 0 0,0-1 0,0 1 0,0-1 0,0 0 0,0 0 0,0-1 0,0 1 0,0-1 0,5-3 0,-1 0 0,-1-1 0,1 1 0,-1-1 0,0-1 0,0 0 0,-1 0 0,0 0 0,0-1 0,0 0 0,-1 0 0,-1-1 0,10-17 0,-13 20 0,1 1 0,-1-1 0,0 0 0,0 0 0,0 0 0,-1-1 0,0 1 0,0 0 0,-1-1 0,1 1 0,-2 0 0,1-1 0,-1 1 0,1 0 0,-2 0 0,1 0 0,-1-1 0,0 1 0,0 1 0,-1-1 0,1 0 0,-5-5 0,6 8-44,-1 0 0,0 0 0,-1 1 0,1-1 0,0 1 0,-1-1 0,1 1 0,-1 0 0,0 0 0,0 0 0,0 0 0,0 1 0,0-1 0,0 1 0,0 0 0,0-1 0,-1 1 0,1 1-1,0-1 1,-1 1 0,1-1 0,0 1 0,-1 0 0,1 0 0,-1 0 0,1 1 0,0-1 0,-1 1 0,1 0 0,-4 1 0,-11 7-6782</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5.111"/>
    </inkml:context>
    <inkml:brush xml:id="br0">
      <inkml:brushProperty name="width" value="0.05" units="cm"/>
      <inkml:brushProperty name="height" value="0.05" units="cm"/>
      <inkml:brushProperty name="color" value="#FFC114"/>
    </inkml:brush>
  </inkml:definitions>
  <inkml:trace contextRef="#ctx0" brushRef="#br0">8 0 24575,'0'4'0,"0"3"0,0 5 0,0 7 0,0 4 0,0 0 0,0 4 0,0 1 0,-3 1 0,-2-3-8191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6.499"/>
    </inkml:context>
    <inkml:brush xml:id="br0">
      <inkml:brushProperty name="width" value="0.05" units="cm"/>
      <inkml:brushProperty name="height" value="0.05" units="cm"/>
      <inkml:brushProperty name="color" value="#FFC114"/>
    </inkml:brush>
  </inkml:definitions>
  <inkml:trace contextRef="#ctx0" brushRef="#br0">211 196 24575,'1'-3'0,"0"0"0,0 0 0,0 1 0,1-1 0,-1 0 0,1 1 0,-1-1 0,1 1 0,0-1 0,4-3 0,1-3 0,-4 4 0,1 1 0,-2-1 0,1-1 0,0 1 0,-1 0 0,0-1 0,-1 1 0,1-1 0,-1 1 0,0-1 0,0 0 0,0 1 0,-1-10 0,-1 11 0,1 1 0,-1 0 0,1 0 0,-1 0 0,0 0 0,0 0 0,0 0 0,-1 1 0,1-1 0,-1 0 0,1 0 0,-1 1 0,0-1 0,0 1 0,0 0 0,0 0 0,-1-1 0,1 1 0,0 0 0,-1 1 0,0-1 0,1 0 0,-1 1 0,0 0 0,0 0 0,-5-2 0,1 1 0,-1 1 0,1 0 0,-1 0 0,0 1 0,1 0 0,-1 0 0,1 1 0,-1 0 0,0 0 0,1 1 0,0 0 0,-1 0 0,1 1 0,0 0 0,0 0 0,0 1 0,1 0 0,-1 0 0,1 0 0,0 1 0,-11 10 0,13-11 0,0 0 0,0 1 0,1 0 0,0-1 0,-1 1 0,1 0 0,1 0 0,-1 1 0,1-1 0,0 0 0,0 1 0,-2 10 0,4-11 0,0 0 0,0 0 0,0-1 0,0 1 0,1 0 0,0-1 0,0 1 0,0 0 0,0-1 0,1 0 0,0 1 0,0-1 0,0 0 0,0 0 0,1 0 0,-1 0 0,6 6 0,0-2 0,-1 0 0,1-1 0,0 0 0,1-1 0,0 1 0,10 4 0,59 27 0,-44-23 0,-32-15 0,-1 1 0,1-1 0,-1 1 0,0-1 0,1 1 0,-1 0 0,0 0 0,0-1 0,1 1 0,-1 0 0,0 0 0,0 0 0,0 1 0,0-1 0,0 0 0,0 0 0,-1 0 0,1 1 0,0-1 0,-1 0 0,1 1 0,-1-1 0,1 1 0,0 1 0,-2-1 0,1-1 0,-1 1 0,1-1 0,-1 1 0,0-1 0,0 1 0,1-1 0,-1 0 0,0 1 0,0-1 0,0 0 0,0 0 0,-1 0 0,1 0 0,0 0 0,0 0 0,-1 0 0,1 0 0,-1-1 0,1 1 0,-1 0 0,1-1 0,-3 1 0,-14 5-103,-1-2-1,0 0 1,0-1 0,0-1-1,0-1 1,-35-2-1,38 1-537,-8-1-6185</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7.028"/>
    </inkml:context>
    <inkml:brush xml:id="br0">
      <inkml:brushProperty name="width" value="0.05" units="cm"/>
      <inkml:brushProperty name="height" value="0.05" units="cm"/>
      <inkml:brushProperty name="color" value="#FFC114"/>
    </inkml:brush>
  </inkml:definitions>
  <inkml:trace contextRef="#ctx0" brushRef="#br0">122 140 24575,'7'0'0,"0"-1"0,0 0 0,0 0 0,0 0 0,0-1 0,-1 0 0,1-1 0,-1 1 0,1-1 0,-1 0 0,11-8 0,-15 10 0,1-1 0,-1 0 0,0 0 0,0 0 0,1 0 0,-2 0 0,1-1 0,0 1 0,0 0 0,-1-1 0,1 1 0,-1-1 0,0 0 0,0 1 0,0-1 0,0 0 0,0 0 0,-1 0 0,1 0 0,-1 0 0,0 0 0,0 0 0,0 1 0,0-1 0,0 0 0,-1 0 0,1 0 0,-1 0 0,0 0 0,-1-3 0,1 4 0,1 0 0,-1 1 0,0-1 0,0 1 0,0 0 0,0-1 0,0 1 0,0 0 0,0-1 0,0 1 0,0 0 0,-1 0 0,1 0 0,0 0 0,-1 0 0,1 0 0,-1 1 0,1-1 0,-4-1 0,2 2 0,0-1 0,0 1 0,0-1 0,0 1 0,0 0 0,0 0 0,0 1 0,0-1 0,0 1 0,-4 0 0,-1 2 0,0 0 0,-1 0 0,2 1 0,-1 0 0,0 1 0,-12 9 0,9-5 0,1 1 0,0 1 0,0 0 0,1 0 0,1 1 0,0 0 0,1 1 0,0-1 0,-10 26 0,15-31 0,0 0 0,0 0 0,0 1 0,1-1 0,0 1 0,1-1 0,-1 1 0,2-1 0,0 10 0,0-13 0,0 1 0,0 0 0,1 0 0,-1-1 0,1 1 0,0-1 0,0 0 0,1 1 0,0-1 0,-1 0 0,1 0 0,0-1 0,1 1 0,-1-1 0,5 4 0,-4-4 0,-1 0 0,1 0 0,-1-1 0,1 0 0,0 0 0,0 0 0,0 0 0,0 0 0,0-1 0,0 0 0,0 0 0,0 0 0,1 0 0,-1-1 0,0 1 0,1-1 0,-1 0 0,1 0 0,-1-1 0,0 0 0,0 1 0,1-1 0,-1-1 0,0 1 0,0-1 0,0 1 0,0-1 0,0 0 0,0-1 0,-1 1 0,1-1 0,-1 1 0,0-1 0,1 0 0,-1 0 0,4-7 0,17-36 0,0-1 0,-23 47 0,-1 0 0,0-1 0,0 1 0,0 0 0,0-1 0,1 1 0,-1 0 0,0 0 0,0-1 0,0 1 0,1 0 0,-1 0 0,0 0 0,0-1 0,1 1 0,-1 0 0,0 0 0,1 0 0,-1 0 0,0 0 0,0 0 0,1-1 0,-1 1 0,0 0 0,1 0 0,-1 0 0,0 0 0,1 0 0,-1 0 0,0 0 0,1 0 0,-1 0 0,0 0 0,0 1 0,1-1 0,-1 0 0,0 0 0,1 0 0,-1 0 0,0 0 0,0 1 0,1-1 0,-1 0 0,0 0 0,0 0 0,1 1 0,-1-1 0,0 0 0,0 0 0,0 1 0,1-1 0,-1 0 0,0 0 0,0 1 0,0-1 0,0 0 0,0 1 0,0-1 0,1 0 0,-1 1 0,0-1 0,0 0 0,0 0 0,0 1 0,0-1 0,0 1 0,4 22 0,-2-1 0,-2-12 0,1-1 0,0 1 0,0 0 0,1-1 0,3 11 0,-4-18 0,0 0 0,0 0 0,0 0 0,0 0 0,1 0 0,-1 0 0,1 0 0,-1 0 0,1 0 0,-1-1 0,1 1 0,0 0 0,0-1 0,0 0 0,0 1 0,0-1 0,0 0 0,0 0 0,0 0 0,0 0 0,1-1 0,-1 1 0,0 0 0,1-1 0,4 1 0,-1-2-76,1 1 1,0-1-1,-1 0 0,1 0 0,-1-1 0,0 1 0,1-1 0,-1-1 1,0 0-1,0 1 0,-1-2 0,1 1 0,0-1 0,-1 0 1,0 0-1,0 0 0,7-8 0,6-6-6750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7.212"/>
    </inkml:context>
    <inkml:brush xml:id="br0">
      <inkml:brushProperty name="width" value="0.05" units="cm"/>
      <inkml:brushProperty name="height" value="0.05" units="cm"/>
      <inkml:brushProperty name="color" value="#FFC114"/>
    </inkml:brush>
  </inkml:definitions>
  <inkml:trace contextRef="#ctx0" brushRef="#br0">36 10 24575,'0'-1'0,"-1"1"0,1-1 0,-1 0 0,1 1 0,-1-1 0,0 1 0,1-1 0,-1 0 0,0 1 0,1 0 0,-1-1 0,0 1 0,1-1 0,-1 1 0,0 0 0,0 0 0,1-1 0,-1 1 0,0 0 0,0 0 0,0 0 0,1 0 0,-1 0 0,0 0 0,0 0 0,0 0 0,0 0 0,0 1 0,0-1 0,0 1 0,0 0 0,0 0 0,0 0 0,0 0 0,1 0 0,-1 0 0,0 0 0,1 1 0,-1-1 0,1 0 0,-1 0 0,1 0 0,0 1 0,-1 1 0,-1 6 0,1 0 0,0 1 0,1 15 0,26 202 0,-18-187 0,1 0 0,2-1 0,27 61 0,-35-94-151,0-1-1,0 1 0,0-1 0,1 0 1,-1 0-1,1 0 0,1-1 1,4 5-1,9 4-6674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7.429"/>
    </inkml:context>
    <inkml:brush xml:id="br0">
      <inkml:brushProperty name="width" value="0.05" units="cm"/>
      <inkml:brushProperty name="height" value="0.05" units="cm"/>
      <inkml:brushProperty name="color" value="#FFC114"/>
    </inkml:brush>
  </inkml:definitions>
  <inkml:trace contextRef="#ctx0" brushRef="#br0">9 0 24575,'0'4'0,"-3"3"0,-2-1 0,5-3 0,1 2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7.552"/>
    </inkml:context>
    <inkml:brush xml:id="br0">
      <inkml:brushProperty name="width" value="0.05" units="cm"/>
      <inkml:brushProperty name="height" value="0.05" units="cm"/>
      <inkml:brushProperty name="color" value="#FFC114"/>
    </inkml:brush>
  </inkml:definitions>
  <inkml:trace contextRef="#ctx0" brushRef="#br0">9 0 24575,'0'3'0,"-3"5"0,-1 4 0,3 0 0,2-5 0,4-4 0,4-6 0,2-2-8191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7.896"/>
    </inkml:context>
    <inkml:brush xml:id="br0">
      <inkml:brushProperty name="width" value="0.05" units="cm"/>
      <inkml:brushProperty name="height" value="0.05" units="cm"/>
      <inkml:brushProperty name="color" value="#FFC114"/>
    </inkml:brush>
  </inkml:definitions>
  <inkml:trace contextRef="#ctx0" brushRef="#br0">61 20 24575,'0'-3'0,"-3"-2"0,-2-2 0,-2 2 0,-1 6 0,1 6 0,2 9 0,2 8 0,1 7 0,-2 4 0,-1 4 0,1 1 0,1 1 0,1 0 0,0-4 0,2-4 0,3-5 0,2-7-8191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8.238"/>
    </inkml:context>
    <inkml:brush xml:id="br0">
      <inkml:brushProperty name="width" value="0.05" units="cm"/>
      <inkml:brushProperty name="height" value="0.05" units="cm"/>
      <inkml:brushProperty name="color" value="#FFC114"/>
    </inkml:brush>
  </inkml:definitions>
  <inkml:trace contextRef="#ctx0" brushRef="#br0">122 20 24575,'-6'0'0,"0"0"0,0 1 0,-1-1 0,1 1 0,0 0 0,0 0 0,0 1 0,0 0 0,-8 4 0,11-4 0,-1 0 0,1 0 0,0 1 0,0-1 0,1 1 0,-1 0 0,0 0 0,1 0 0,0 0 0,0 0 0,0 1 0,0-1 0,0 1 0,1-1 0,-1 1 0,0 5 0,-1 2 0,0 0 0,1 0 0,0 0 0,1 0 0,1 1 0,-1-1 0,2 0 0,2 19 0,-3-26 0,1 1 0,0-1 0,0 0 0,0 0 0,1 0 0,-1 1 0,1-1 0,0-1 0,0 1 0,1 0 0,-1 0 0,1-1 0,0 0 0,-1 1 0,1-1 0,1 0 0,-1 0 0,0-1 0,1 1 0,0-1 0,-1 1 0,1-1 0,0 0 0,8 2 0,-4-2 0,0-1 0,0 1 0,0-1 0,0-1 0,0 0 0,0 0 0,0-1 0,0 1 0,0-2 0,-1 1 0,1-1 0,0 0 0,0-1 0,-1 0 0,0 0 0,0-1 0,11-6 0,-13 7 0,-1-1 0,1 0 0,-1 0 0,0 0 0,0 0 0,-1 0 0,1-1 0,-1 0 0,0 1 0,0-1 0,0-1 0,-1 1 0,0 0 0,0 0 0,0-1 0,0 0 0,-1 1 0,0-1 0,0 0 0,-1 1 0,0-1 0,0 0 0,0 0 0,-1 1 0,-1-8 0,1 6-68,-1-1 0,0 1-1,-1-1 1,0 1 0,0 0 0,0 0-1,-1 1 1,0-1 0,-1 1 0,1-1-1,-1 1 1,0 1 0,-1-1 0,1 1-1,-1 0 1,0 0 0,-1 0-1,1 1 1,-12-5 0,2 3-6758</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8.600"/>
    </inkml:context>
    <inkml:brush xml:id="br0">
      <inkml:brushProperty name="width" value="0.05" units="cm"/>
      <inkml:brushProperty name="height" value="0.05" units="cm"/>
      <inkml:brushProperty name="color" value="#FFC114"/>
    </inkml:brush>
  </inkml:definitions>
  <inkml:trace contextRef="#ctx0" brushRef="#br0">21 0 24575,'0'11'0,"-1"0"0,-1-1 0,-4 15 0,-3 23 0,9-47 0,-2 24 0,1 0 0,4 46 0,-2-66 0,-1 1 0,1-1 0,0 0 0,0 1 0,1-1 0,-1 0 0,1 0 0,0 0 0,1 0 0,-1-1 0,1 1 0,0 0 0,0-1 0,1 0 0,-1 0 0,1 0 0,0 0 0,0-1 0,0 1 0,6 3 0,-6-6 0,1 1 0,0 0 0,0-1 0,1 0 0,-1-1 0,0 1 0,0-1 0,0 0 0,1 0 0,-1 0 0,0-1 0,0 0 0,0 0 0,0 0 0,0 0 0,0-1 0,0 0 0,0 0 0,8-6 0,-4 4 0,-1-2 0,1 1 0,-1-1 0,-1 0 0,1-1 0,-1 0 0,0 0 0,-1-1 0,10-13 0,-13 17 0,-1-1 0,1 0 0,-1 1 0,0-1 0,-1 0 0,1 0 0,-1 0 0,0 0 0,0 0 0,0 0 0,-1-1 0,0 1 0,0 0 0,0 0 0,-1 0 0,1 0 0,-1-1 0,-1 1 0,-2-7 0,2 6 0,-1 0 0,0 1 0,-1 0 0,1-1 0,-1 2 0,0-1 0,0 0 0,0 1 0,-1-1 0,0 1 0,0 1 0,0-1 0,0 1 0,0-1 0,-1 2 0,-5-4 0,2 3-124,0 0 0,-1 1 0,1-1 0,0 2 0,-1-1 0,1 1-1,-1 1 1,1 0 0,-1 0 0,-17 3 0,-1 2-6702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19.798"/>
    </inkml:context>
    <inkml:brush xml:id="br0">
      <inkml:brushProperty name="width" value="0.05" units="cm"/>
      <inkml:brushProperty name="height" value="0.05" units="cm"/>
      <inkml:brushProperty name="color" value="#FFC114"/>
    </inkml:brush>
  </inkml:definitions>
  <inkml:trace contextRef="#ctx0" brushRef="#br0">221 50 24575,'-10'0'0,"0"-1"0,0 0 0,0-1 0,1 0 0,-1-1 0,0 0 0,1 0 0,0-1 0,0 0 0,0-1 0,-15-9 0,24 14 0,0 0 0,0 0 0,0 0 0,0 0 0,-1 0 0,1 0 0,0 0 0,0 0 0,0 0 0,0-1 0,-1 1 0,1 0 0,0 0 0,0 0 0,0 0 0,0 0 0,0 0 0,0 0 0,-1 0 0,1-1 0,0 1 0,0 0 0,0 0 0,0 0 0,0 0 0,0 0 0,0-1 0,0 1 0,0 0 0,0 0 0,0 0 0,0 0 0,0-1 0,0 1 0,0 0 0,0 0 0,0 0 0,0 0 0,0-1 0,0 1 0,0 0 0,0 0 0,0 0 0,0 0 0,0-1 0,0 1 0,0 0 0,0 0 0,0 0 0,0 0 0,0 0 0,0 0 0,1-1 0,-1 1 0,0 0 0,0 0 0,14 0 0,18 7 0,-7 1 0,-1 1 0,1 1 0,-2 1 0,0 1 0,42 29 0,-63-40 0,1 1 0,-1-1 0,0 1 0,0 0 0,0 0 0,-1 0 0,1 0 0,0 0 0,-1 0 0,1 1 0,-1-1 0,0 0 0,0 1 0,0-1 0,0 1 0,0 0 0,-1-1 0,1 1 0,-1-1 0,1 1 0,-1 5 0,-1-3 0,0 0 0,-1 0 0,1 0 0,-1 0 0,0 0 0,-1 0 0,1 0 0,-1 0 0,0-1 0,-3 5 0,-37 41 0,-7 10 0,46-55 0,1 1 0,-1 0 0,1 0 0,0 0 0,1 0 0,-1 0 0,1 0 0,-2 13 0,3-17 0,1 0 0,0 1 0,0-1 0,0 0 0,0 0 0,0 1 0,1-1 0,-1 0 0,1 0 0,-1 0 0,1 0 0,0 0 0,0 0 0,0 0 0,0 0 0,0 0 0,0 0 0,3 3 0,-1-2 0,0-1 0,0 1 0,0-1 0,1 0 0,-1 1 0,0-2 0,1 1 0,0 0 0,6 2 0,4-1 0,0 0 0,1 0 0,-1-1 0,24-1 0,-37-1 0,3 0 0,0 0 0,0 0 0,0 1 0,0-1 0,0 1 0,1 0 0,3 1 0,-7-1 0,1 0 0,-1 0 0,0-1 0,0 1 0,0 0 0,0 0 0,0 0 0,0 0 0,0 0 0,-1 0 0,1 0 0,0 1 0,-1-1 0,1 0 0,0 0 0,-1 1 0,1-1 0,-1 0 0,0 1 0,0-1 0,1 0 0,-1 1 0,0-1 0,0 0 0,0 3 0,-1 7 0,2 0 0,-1-1 0,1 1 0,1-1 0,0 0 0,0 1 0,1-1 0,1 0 0,6 14 0,-9-23 0,2 6 0,0 0 0,0-1 0,0 1 0,3 13 0,-6-18 0,0 0 0,0 0 0,0 0 0,0-1 0,0 1 0,0 0 0,0 0 0,0 0 0,-1-1 0,1 1 0,-1 0 0,1 0 0,-1-1 0,0 1 0,1-1 0,-1 1 0,0 0 0,0-1 0,0 1 0,0-1 0,-1 0 0,1 1 0,0-1 0,-1 0 0,-1 2 0,-4 1 0,0 0 0,0-1 0,0 0 0,-1 0 0,1-1 0,-1 0 0,-12 3 0,-63 3 0,57-6 0,-140 7-1365,82-7-5461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1.217"/>
    </inkml:context>
    <inkml:brush xml:id="br0">
      <inkml:brushProperty name="width" value="0.05" units="cm"/>
      <inkml:brushProperty name="height" value="0.05" units="cm"/>
      <inkml:brushProperty name="color" value="#FFC114"/>
    </inkml:brush>
  </inkml:definitions>
  <inkml:trace contextRef="#ctx0" brushRef="#br0">74 211 24575,'0'-20'0,"1"1"0,1 0 0,0 0 0,2 0 0,6-21 0,-9 37 0,8-35 0,-9 36 0,0 1 0,1 0 0,-1-1 0,0 1 0,0 0 0,0 0 0,0-1 0,0 1 0,-1 0 0,1-1 0,0 1 0,0 0 0,-1-1 0,1 1 0,-1 0 0,1 0 0,-1 0 0,0-1 0,0 1 0,1 0 0,-1 0 0,0 0 0,0 0 0,-2-1 0,2 2 0,0-1 0,0 1 0,-1 0 0,1 0 0,0 0 0,0 0 0,-1 0 0,1 0 0,0 0 0,-1 0 0,1 0 0,0 1 0,0-1 0,-1 0 0,1 1 0,0-1 0,0 1 0,0 0 0,0-1 0,0 1 0,0 0 0,0 0 0,0-1 0,0 1 0,-1 2 0,-23 24 0,21-22 0,0 1 0,1-1 0,0 0 0,0 1 0,0 0 0,1 0 0,0 0 0,0 0 0,0 0 0,1 0 0,0 1 0,0-1 0,0 0 0,1 11 0,1-7 0,1-1 0,0 1 0,0-1 0,1 0 0,0 0 0,0 0 0,1-1 0,10 17 0,6 4 0,1-2 0,2 0 0,1-1 0,32 27 0,-55-51 0,4 2 0,7 6 0,-1 1 0,-1 0 0,1 1 0,12 20 0,-21-30 0,-1 1 0,1-1 0,-1 1 0,0 0 0,1 0 0,-1-1 0,0 1 0,-1 0 0,1 0 0,-1 0 0,1 0 0,-1 0 0,0 0 0,0 0 0,0 0 0,0 0 0,-1 0 0,1 0 0,-1 0 0,0 0 0,0 0 0,0-1 0,0 1 0,0 0 0,0 0 0,-1-1 0,0 1 0,1-1 0,-1 1 0,-2 1 0,-7 6 0,0-1 0,-1 0 0,1 0 0,-2-1 0,1-1 0,-1 0 0,0-1 0,-1-1 0,1 0 0,-1 0 0,-26 4 0,37-9 0,-1 1 0,1-1 0,0 0 0,-1 1 0,1-2 0,-1 1 0,1 0 0,0-1 0,-1 1 0,1-1 0,0 0 0,-1 0 0,1-1 0,0 1 0,0-1 0,-5-2 0,7 3 0,0 0 0,1 0 0,-1 0 0,0 0 0,0 0 0,0 0 0,1 0 0,-1 0 0,0 0 0,1 0 0,-1-1 0,1 1 0,-1 0 0,1 0 0,0-1 0,0 1 0,-1-3 0,1 2 0,1-1 0,-1 1 0,0 0 0,1-1 0,0 1 0,-1 0 0,1-1 0,0 1 0,0 0 0,0 0 0,1 0 0,2-4 0,1-1 0,1 0 0,0 1 0,1 0 0,-1 0 0,1 0 0,0 0 0,1 1 0,-1 1 0,1-1 0,0 1 0,0 0 0,0 1 0,1 0 0,-1 1 0,1-1 0,0 1 0,0 1 0,9-1 0,-8 1 0,1 1 0,-1 1 0,0-1 0,1 1 0,-1 1 0,0 0 0,0 1 0,0 0 0,0 0 0,0 1 0,-1 0 0,0 1 0,1 0 0,-2 0 0,12 9 0,-5 1 68,1 0 1,-2 1-1,0 1 0,15 24 0,-16-22-495,0-1 1,1-1-1,29 28 1,-19-25-6400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1.388"/>
    </inkml:context>
    <inkml:brush xml:id="br0">
      <inkml:brushProperty name="width" value="0.05" units="cm"/>
      <inkml:brushProperty name="height" value="0.05" units="cm"/>
      <inkml:brushProperty name="color" value="#FFC114"/>
    </inkml:brush>
  </inkml:definitions>
  <inkml:trace contextRef="#ctx0" brushRef="#br0">17 4 24575,'-4'0'0,"-3"3"0,1 2 0,7-4 0,8-2 0,11-4 0,0-2-8191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1.528"/>
    </inkml:context>
    <inkml:brush xml:id="br0">
      <inkml:brushProperty name="width" value="0.05" units="cm"/>
      <inkml:brushProperty name="height" value="0.05" units="cm"/>
      <inkml:brushProperty name="color" value="#FFC114"/>
    </inkml:brush>
  </inkml:definitions>
  <inkml:trace contextRef="#ctx0" brushRef="#br0">1 18 24575,'0'3'0,"3"2"0,8-1 0,9-4 0,8-2 0,12-4 0,12-4 0,-1-1-8191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1.637"/>
    </inkml:context>
    <inkml:brush xml:id="br0">
      <inkml:brushProperty name="width" value="0.05" units="cm"/>
      <inkml:brushProperty name="height" value="0.05" units="cm"/>
      <inkml:brushProperty name="color" value="#FFC114"/>
    </inkml:brush>
  </inkml:definitions>
  <inkml:trace contextRef="#ctx0" brushRef="#br0">0 1 24575,'7'3'0,"12"2"0,9-1 0,10-1 0,13 0 0,10-1 0,15-2 0,-5 1-8191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1.810"/>
    </inkml:context>
    <inkml:brush xml:id="br0">
      <inkml:brushProperty name="width" value="0.05" units="cm"/>
      <inkml:brushProperty name="height" value="0.05" units="cm"/>
      <inkml:brushProperty name="color" value="#FFC114"/>
    </inkml:brush>
  </inkml:definitions>
  <inkml:trace contextRef="#ctx0" brushRef="#br0">1 1 24575,'10'0'0,"10"0"0,5 0 0,1 0 0,0 0 0,-1 0 0,2 0 0,3 3 0,6 2 0,11-1 0,10-1 0,13 0 0,11-2 0,8 0 0,6 0 0,-13-1-8191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2.428"/>
    </inkml:context>
    <inkml:brush xml:id="br0">
      <inkml:brushProperty name="width" value="0.05" units="cm"/>
      <inkml:brushProperty name="height" value="0.05" units="cm"/>
      <inkml:brushProperty name="color" value="#FFC114"/>
    </inkml:brush>
  </inkml:definitions>
  <inkml:trace contextRef="#ctx0" brushRef="#br0">145 142 24575,'-38'-11'0,"-16"-5"0,50 14 0,0 0 0,0 0 0,0 0 0,0-1 0,0 1 0,1-1 0,-1 0 0,1 0 0,-6-6 0,8 8 0,0-1 0,0 1 0,0 0 0,0 0 0,1 0 0,-1-1 0,0 1 0,1 0 0,-1-1 0,1 1 0,-1-1 0,1 1 0,0 0 0,0-1 0,-1 1 0,1-1 0,0 1 0,0-1 0,0 1 0,1-1 0,-1 1 0,0-1 0,1-1 0,0 1 0,1 0 0,-1 0 0,0 0 0,1 0 0,-1 0 0,1 1 0,0-1 0,-1 0 0,1 1 0,0-1 0,0 1 0,0 0 0,3-1 0,4-2 0,0 0 0,0 1 0,1 0 0,-1 0 0,19-1 0,-6 2 0,1 1 0,-1 1 0,44 6 0,-56-5 0,0 1 0,0 1 0,-1 0 0,1 0 0,-1 1 0,1 0 0,-1 0 0,-1 1 0,1 0 0,-1 1 0,10 7 0,-16-10 0,1-1 0,-1 1 0,0 0 0,0 0 0,0-1 0,0 1 0,0 0 0,0 1 0,-1-1 0,0 0 0,1 0 0,-1 1 0,-1-1 0,1 1 0,0-1 0,-1 0 0,0 1 0,1-1 0,-1 1 0,-1 0 0,1-1 0,0 0 0,-1 1 0,0-1 0,0 1 0,0-1 0,0 0 0,0 1 0,-1-1 0,0 0 0,-2 4 0,-6 8 0,0-1 0,-1 0 0,0-1 0,-26 24 0,0-5 0,-53 34 0,9-7 0,75-54 0,0-1 0,1 1 0,0 0 0,0 0 0,0 1 0,1 0 0,0 0 0,-4 7 0,7-12 0,0 1 0,0 0 0,1 0 0,-1 0 0,1 0 0,-1 0 0,1 0 0,0-1 0,0 1 0,0 0 0,0 0 0,0 0 0,0 0 0,0 0 0,1 0 0,-1 0 0,1 0 0,-1 0 0,1 0 0,0-1 0,0 1 0,-1 0 0,1-1 0,1 1 0,-1 0 0,0-1 0,0 1 0,1-1 0,-1 1 0,0-1 0,1 0 0,-1 0 0,1 0 0,0 0 0,1 1 0,8 4 0,0 0 0,0-1 0,1-1 0,-1 0 0,1 0 0,0-1 0,0-1 0,15 2 0,9-1 0,55-3 0,-54-1 0,1-2 0,-1-1 0,71-19 0,-103 22 0,-1-1 0,0 0 0,1 0 0,-1 0 0,0-1 0,0 1 0,6-6 0,-9 7 0,-1 1 0,1-1 0,-1 1 0,1-1 0,-1 0 0,1 1 0,-1-1 0,0 0 0,1 1 0,-1-1 0,0 0 0,1 0 0,-1 1 0,0-1 0,0 0 0,0 0 0,1 1 0,-1-1 0,0 0 0,0-1 0,-1 1 0,1 0 0,-1 0 0,1 0 0,-1 0 0,0 0 0,1 0 0,-1 0 0,0 1 0,1-1 0,-1 0 0,0 0 0,0 1 0,0-1 0,0 0 0,0 1 0,0-1 0,0 1 0,0-1 0,-1 1 0,-5-3 0,1 0 0,-1 1 0,1 0 0,-1 0 0,0 1 0,0 0 0,0 0 0,0 1 0,0 0 0,0 0 0,0 0 0,1 1 0,-1 0 0,0 1 0,0-1 0,0 1 0,1 0 0,-1 1 0,1 0 0,0 0 0,0 0 0,0 1 0,0 0 0,0 0 0,1 0 0,0 1 0,-1 0 0,2 0 0,-1 0 0,1 0 0,0 1 0,0 0 0,0 0 0,1 0 0,0 0 0,0 1 0,0-1 0,-2 13 0,2 2 57,1 1 0,1-1-1,1 0 1,1 0 0,6 33-1,-4-35-299,-1 0-1,0 0 0,-2 0 1,0 0-1,-1 0 1,-7 36-1,-3-19-6582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3.378"/>
    </inkml:context>
    <inkml:brush xml:id="br0">
      <inkml:brushProperty name="width" value="0.05" units="cm"/>
      <inkml:brushProperty name="height" value="0.05" units="cm"/>
      <inkml:brushProperty name="color" value="#FFC114"/>
    </inkml:brush>
  </inkml:definitions>
  <inkml:trace contextRef="#ctx0" brushRef="#br0">10 68 24575,'0'-7'0,"0"0"0,1-1 0,-1 1 0,2 0 0,-1-1 0,1 1 0,4-10 0,-3 17 0,1 7 0,4 16 0,-3-10 0,19 41 0,-7-18 0,16 54 0,-29-76 0,-1 0 0,0-1 0,-1 1 0,-1 0 0,0 0 0,-1 0 0,-3 26 0,2-28 0,-2-2 0,0 1 0,0 0 0,-1 0 0,0-1 0,-8 14 0,9-19 0,0 1 0,0-1 0,-1 0 0,0 0 0,0 0 0,-1-1 0,1 0 0,-1 0 0,0 0 0,0 0 0,0 0 0,-10 4 0,13-7 0,1-1 0,0 1 0,0-1 0,-1 1 0,1-1 0,-1 0 0,1 1 0,0-1 0,-1 0 0,1 0 0,-1 0 0,1 0 0,0 0 0,-3-1 0,4 1 0,-1 0 0,1-1 0,-1 1 0,1 0 0,-1 0 0,1-1 0,0 1 0,-1 0 0,1-1 0,-1 1 0,1-1 0,0 1 0,-1-1 0,1 1 0,0 0 0,-1-1 0,1 1 0,0-1 0,0 0 0,0 1 0,-1-1 0,1 1 0,0-1 0,0 0 0,0-1 0,0 0 0,0 0 0,0 0 0,1 0 0,-1-1 0,0 1 0,1 0 0,0 0 0,-1 0 0,1 0 0,0 1 0,0-1 0,0 0 0,0 0 0,1 0 0,1-2 0,4-3 0,1 0 0,0 1 0,0 0 0,1 0 0,-1 1 0,1 0 0,0 0 0,1 1 0,9-4 0,-5 4 0,0 0 0,0 0 0,0 2 0,0 0 0,26-1 0,-31 3 0,-1 1 0,1 0 0,-1 0 0,1 0 0,-1 1 0,0 1 0,0-1 0,0 1 0,0 1 0,0 0 0,-1 0 0,1 0 0,-1 1 0,0 0 0,-1 0 0,1 1 0,-1-1 0,0 2 0,6 7 0,-6-5 0,0-1 0,-1 1 0,0 0 0,0 1 0,-1-1 0,-1 1 0,0 0 0,0-1 0,-1 1 0,0 1 0,0-1 0,-1 0 0,-1 0 0,0 1 0,-2 17 0,-2-7 0,0 1 0,-2-1 0,0 0 0,-2-1 0,0 1 0,-1-1 0,-1-1 0,-1 0 0,-17 21 0,-1-1 0,-2-2 0,-1-1 0,-41 34 0,26-33 0,110-59 0,-39 14 0,0 0 0,0 2 0,1 1 0,0 1 0,-1 1 0,1 2 0,1 0 0,-1 1 0,0 2 0,0 0 0,43 11 0,37 18 133,-62-18-1631,-2 0-5328</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3.748"/>
    </inkml:context>
    <inkml:brush xml:id="br0">
      <inkml:brushProperty name="width" value="0.05" units="cm"/>
      <inkml:brushProperty name="height" value="0.05" units="cm"/>
      <inkml:brushProperty name="color" value="#FFC114"/>
    </inkml:brush>
  </inkml:definitions>
  <inkml:trace contextRef="#ctx0" brushRef="#br0">4 74 24575,'-3'0'0,"5"-4"0,6-4 0,8-4 0,8-3 0,10-3 0,0 2-8191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3.903"/>
    </inkml:context>
    <inkml:brush xml:id="br0">
      <inkml:brushProperty name="width" value="0.05" units="cm"/>
      <inkml:brushProperty name="height" value="0.05" units="cm"/>
      <inkml:brushProperty name="color" value="#FFC114"/>
    </inkml:brush>
  </inkml:definitions>
  <inkml:trace contextRef="#ctx0" brushRef="#br0">0 54 24575,'0'4'0,"4"0"0,3 0 0,5-4 0,7-2 0,10-4 0,11-4 0,11-5 0,14-1 0,-4 0-8191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4.014"/>
    </inkml:context>
    <inkml:brush xml:id="br0">
      <inkml:brushProperty name="width" value="0.05" units="cm"/>
      <inkml:brushProperty name="height" value="0.05" units="cm"/>
      <inkml:brushProperty name="color" value="#FFC114"/>
    </inkml:brush>
  </inkml:definitions>
  <inkml:trace contextRef="#ctx0" brushRef="#br0">1 24 24575,'10'0'0,"17"0"0,13 0 0,14 0 0,8-3 0,6-2 0,9-2 0,-9-1-8191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4.232"/>
    </inkml:context>
    <inkml:brush xml:id="br0">
      <inkml:brushProperty name="width" value="0.05" units="cm"/>
      <inkml:brushProperty name="height" value="0.05" units="cm"/>
      <inkml:brushProperty name="color" value="#FFC114"/>
    </inkml:brush>
  </inkml:definitions>
  <inkml:trace contextRef="#ctx0" brushRef="#br0">1 1 24575,'352'10'0,"-38"0"0,-296-9 0,304 13 0,-269-10-455,1-1 0,95-9 0,-112 2-6371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4.872"/>
    </inkml:context>
    <inkml:brush xml:id="br0">
      <inkml:brushProperty name="width" value="0.05" units="cm"/>
      <inkml:brushProperty name="height" value="0.05" units="cm"/>
      <inkml:brushProperty name="color" value="#FFC114"/>
    </inkml:brush>
  </inkml:definitions>
  <inkml:trace contextRef="#ctx0" brushRef="#br0">17 198 24575,'0'0'0,"-1"0"0,0-1 0,0 1 0,0 0 0,0-1 0,0 1 0,0-1 0,1 0 0,-1 1 0,0-1 0,0 0 0,1 1 0,-1-1 0,1 0 0,-1 0 0,0 1 0,1-1 0,-1 0 0,1 0 0,0 0 0,-1 0 0,1 0 0,0 0 0,0 0 0,-1 0 0,1 0 0,0 0 0,0 0 0,0-1 0,0-2 0,-1 0 0,1 0 0,0 0 0,0 0 0,1 0 0,0-5 0,2 2 0,0 1 0,1 1 0,-1-1 0,1 0 0,0 1 0,0 0 0,1 0 0,-1 0 0,1 1 0,0-1 0,1 1 0,-1 0 0,1 1 0,-1-1 0,12-4 0,7-3 0,0 2 0,41-11 0,-61 18 0,14-3 0,1 1 0,28-3 0,-44 6 0,0 1 0,1-1 0,0 1 0,-1 0 0,1 1 0,-1-1 0,0 0 0,1 1 0,-1 0 0,1 0 0,-1 0 0,0 0 0,1 1 0,-1-1 0,0 1 0,0-1 0,0 1 0,0 0 0,-1 1 0,6 3 0,-7-4 0,0 1 0,0-1 0,0 0 0,0 0 0,0 0 0,0 1 0,-1-1 0,1 0 0,-1 1 0,0-1 0,1 1 0,-1-1 0,0 0 0,-1 1 0,1-1 0,0 1 0,-1-1 0,1 0 0,-1 1 0,0-1 0,1 0 0,-1 0 0,0 0 0,-1 1 0,1-1 0,0 0 0,-3 3 0,-4 5 0,-1 1 0,0-1 0,-17 14 0,20-18 0,-68 58 0,38-34 0,1 2 0,-36 41 0,67-68 0,0 1 0,0-1 0,0 1 0,1-1 0,0 1 0,0 0 0,0 1 0,1-1 0,0 0 0,0 1 0,0-1 0,-1 12 0,3-13 0,1 0 0,-1-1 0,1 1 0,0-1 0,0 1 0,0-1 0,0 1 0,1-1 0,-1 0 0,1 0 0,1 0 0,-1 0 0,0 0 0,1 0 0,0 0 0,0-1 0,0 1 0,0-1 0,5 4 0,4 1 0,0 1 0,0-2 0,1 1 0,0-2 0,0 0 0,0 0 0,1-1 0,27 5 0,-6-3 0,1-1 0,51 1 0,-66-7 0,39-3 0,-55 2 0,0 1 0,0-1 0,-1 0 0,1-1 0,0 1 0,0-1 0,-1 0 0,1 0 0,-1 0 0,1-1 0,-1 1 0,0-1 0,6-5 0,-10 7 0,1 1 0,-1-1 0,0 1 0,1-1 0,-1 1 0,1-1 0,-1 1 0,0-1 0,1 1 0,-1-1 0,0 1 0,0-1 0,1 0 0,-1 1 0,0-1 0,0 1 0,0-1 0,0 0 0,0 1 0,0-1 0,0 0 0,0 1 0,0-1 0,0 0 0,0 1 0,0-1 0,-1 1 0,1-1 0,-1-1 0,0 1 0,0 0 0,0 0 0,0 0 0,0 0 0,0 0 0,-1 0 0,1 0 0,0 0 0,-1 0 0,1 1 0,-3-2 0,-5-1 0,1 1 0,-1-1 0,-11 0 0,-2 0 0,-1 2 0,1 0 0,-31 4 0,42-2 0,1 1 0,0-1 0,0 2 0,0-1 0,0 2 0,0-1 0,1 1 0,0 1 0,-15 8 0,22-11 0,0-1 0,-1 1 0,1 0 0,0 0 0,0 0 0,1 0 0,-1 1 0,0-1 0,1 0 0,-1 1 0,1-1 0,0 1 0,0 0 0,0-1 0,0 1 0,0 0 0,0 0 0,1-1 0,0 1 0,-1 0 0,1 0 0,0 0 0,0-1 0,1 1 0,-1 0 0,0 0 0,1 0 0,0-1 0,0 1 0,0 0 0,0-1 0,0 1 0,0 0 0,3 3 0,5 8 0,0-1 0,1-1 0,0 0 0,22 21 0,33 22 0,-45-38 0,0-1 0,-1 2 0,23 28 0,-40-45 0,-1 0 0,0 1 0,0-1 0,0 1 0,0 0 0,0-1 0,0 1 0,0 0 0,0 0 0,-1-1 0,1 1 0,0 0 0,-1 0 0,0 0 0,1 0 0,-1 0 0,0 0 0,0 0 0,0 0 0,0 0 0,-1-1 0,1 1 0,-1 0 0,1 0 0,-1 0 0,1 0 0,-1 0 0,0-1 0,0 1 0,0 0 0,0-1 0,0 1 0,0-1 0,0 1 0,-1-1 0,1 1 0,0-1 0,-1 0 0,1 0 0,-4 2 0,-6 4 0,0-1 0,0 0 0,-1-1 0,0-1 0,-12 4 0,18-6 0,-134 32-1365,68-22-5461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5.898"/>
    </inkml:context>
    <inkml:brush xml:id="br0">
      <inkml:brushProperty name="width" value="0.05" units="cm"/>
      <inkml:brushProperty name="height" value="0.05" units="cm"/>
      <inkml:brushProperty name="color" value="#FFC114"/>
    </inkml:brush>
  </inkml:definitions>
  <inkml:trace contextRef="#ctx0" brushRef="#br0">236 161 24575,'2'-4'0,"0"0"0,-1 1 0,1-1 0,-1 0 0,0 0 0,0 0 0,0 0 0,-1 0 0,1 0 0,-1 0 0,0 0 0,0 0 0,0 0 0,-1 0 0,1-1 0,-1 1 0,-2-6 0,1 5 0,0 1 0,-1-1 0,1 1 0,-1 0 0,0 0 0,0 0 0,-1 0 0,1 0 0,-1 1 0,0-1 0,1 1 0,-10-5 0,7 4 0,-1 1 0,1-1 0,-1 1 0,0 1 0,0-1 0,0 1 0,-1 0 0,1 1 0,0 0 0,-1 0 0,1 0 0,-1 1 0,1 0 0,-1 1 0,1 0 0,0 0 0,-1 0 0,1 1 0,-10 3 0,14-3 0,1-1 0,-1 0 0,1 1 0,0-1 0,-1 1 0,1 0 0,0 0 0,0 0 0,0 0 0,0 0 0,0 0 0,1 1 0,-1-1 0,1 0 0,-1 1 0,1 0 0,0-1 0,-1 5 0,1-2 0,0 0 0,0 0 0,1 0 0,-1 0 0,1 0 0,1 1 0,-1-1 0,1 0 0,2 8 0,2 4 0,1 1 0,1-1 0,1 0 0,15 26 0,50 69 0,-41-65 0,47 91 0,-76-132 0,0 1 0,-1 0 0,0-1 0,0 1 0,0 0 0,-1 0 0,0 0 0,0 0 0,-1 0 0,0 0 0,-1 13 0,0-16 0,0 0 0,0 0 0,0 0 0,-1-1 0,0 1 0,1-1 0,-1 1 0,0-1 0,-1 0 0,1 0 0,0 1 0,-1-2 0,0 1 0,0 0 0,0-1 0,0 1 0,0-1 0,0 0 0,-1 0 0,1 0 0,-1 0 0,-6 2 0,9-4 0,-1 1 0,1-1 0,-1 1 0,0-1 0,1 1 0,-1-1 0,0 0 0,1 0 0,-1 0 0,0 0 0,1 0 0,-1 0 0,0 0 0,1-1 0,-1 1 0,0-1 0,1 1 0,-3-2 0,3 2 0,1-1 0,-1 1 0,1 0 0,0-1 0,-1 1 0,1-1 0,0 1 0,-1-1 0,1 1 0,0-1 0,-1 1 0,1-1 0,0 1 0,0-1 0,0 1 0,-1-1 0,1 1 0,0-1 0,0 1 0,0-1 0,0 0 0,0-1 0,1 1 0,-1-1 0,0 1 0,1 0 0,-1-1 0,1 1 0,-1-1 0,1 1 0,0 0 0,0 0 0,0 0 0,0-2 0,5-2 0,-1-1 0,1 1 0,0 0 0,0 1 0,0-1 0,1 1 0,-1 1 0,14-7 0,-4 4 0,0 1 0,32-8 0,-42 12 0,0 0 0,1 0 0,-1 0 0,0 1 0,1 0 0,-1 1 0,0-1 0,1 1 0,-1 0 0,0 1 0,0-1 0,0 1 0,0 1 0,0-1 0,0 1 0,-1 0 0,1 0 0,-1 1 0,0-1 0,0 1 0,0 0 0,0 1 0,-1-1 0,0 1 0,1 0 0,-2 0 0,1 0 0,-1 1 0,0-1 0,0 1 0,0 0 0,-1-1 0,0 1 0,0 1 0,0-1 0,-1 0 0,0 0 0,0 0 0,0 8 0,-2-1 0,0 0 0,0 0 0,-2 0 0,1 0 0,-2 0 0,1-1 0,-2 0 0,0 0 0,0 0 0,-1 0 0,0-1 0,-13 17 0,-10 10 0,-2-2 0,-36 35 0,45-49 0,20-20 0,0 0 0,0 0 0,0 0 0,1 0 0,-1 0 0,1 0 0,-1 1 0,1-1 0,0 1 0,-1 2 0,2-4 0,-1-1 0,1 0 0,0 1 0,0-1 0,0 0 0,0 0 0,0 1 0,1-1 0,-1 0 0,0 1 0,0-1 0,0 0 0,0 1 0,0-1 0,0 0 0,0 1 0,1-1 0,-1 0 0,0 0 0,0 1 0,0-1 0,1 0 0,-1 0 0,0 0 0,0 1 0,0-1 0,1 0 0,-1 0 0,0 0 0,1 1 0,18-1 0,61-14 0,64-8 0,-105 21-170,1 2-1,0 1 0,-1 2 1,1 2-1,-1 2 0,-1 1 1,68 26-1,-69-22-6655</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6.083"/>
    </inkml:context>
    <inkml:brush xml:id="br0">
      <inkml:brushProperty name="width" value="0.05" units="cm"/>
      <inkml:brushProperty name="height" value="0.05" units="cm"/>
      <inkml:brushProperty name="color" value="#FFC114"/>
    </inkml:brush>
  </inkml:definitions>
  <inkml:trace contextRef="#ctx0" brushRef="#br0">1 42 24575,'0'3'0,"3"2"0,5-1 0,7-4 0,5-2 0,9-4 0,6-4 0,11-8 0,-3 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6.225"/>
    </inkml:context>
    <inkml:brush xml:id="br0">
      <inkml:brushProperty name="width" value="0.05" units="cm"/>
      <inkml:brushProperty name="height" value="0.05" units="cm"/>
      <inkml:brushProperty name="color" value="#FFC114"/>
    </inkml:brush>
  </inkml:definitions>
  <inkml:trace contextRef="#ctx0" brushRef="#br0">0 62 24575,'3'0'0,"5"0"0,4 0 0,4-4 0,1 0 0,6-3 0,9-5 0,8 1 0,8-1 0,-4 1-8191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6.445"/>
    </inkml:context>
    <inkml:brush xml:id="br0">
      <inkml:brushProperty name="width" value="0.05" units="cm"/>
      <inkml:brushProperty name="height" value="0.05" units="cm"/>
      <inkml:brushProperty name="color" value="#FFC114"/>
    </inkml:brush>
  </inkml:definitions>
  <inkml:trace contextRef="#ctx0" brushRef="#br0">0 1 24575,'379'40'0,"-273"-33"0,298 9 0,-30-1 0,274 22-1365,-582-35-5461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6.596"/>
    </inkml:context>
    <inkml:brush xml:id="br0">
      <inkml:brushProperty name="width" value="0.05" units="cm"/>
      <inkml:brushProperty name="height" value="0.05" units="cm"/>
      <inkml:brushProperty name="color" value="#FFC114"/>
    </inkml:brush>
  </inkml:definitions>
  <inkml:trace contextRef="#ctx0" brushRef="#br0">0 22 24575,'4'0'0,"4"0"0,4 0 0,3 0 0,3 0 0,2 0 0,3-3 0,6-2 0,7 1 0,7 0 0,8 2 0,4 0 0,6 1 0,7 1 0,1 0 0,-11 0-8191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4:27.207"/>
    </inkml:context>
    <inkml:brush xml:id="br0">
      <inkml:brushProperty name="width" value="0.05" units="cm"/>
      <inkml:brushProperty name="height" value="0.05" units="cm"/>
      <inkml:brushProperty name="color" value="#FFC114"/>
    </inkml:brush>
  </inkml:definitions>
  <inkml:trace contextRef="#ctx0" brushRef="#br0">1 182 24575,'0'-5'0,"0"-1"0,0 1 0,0-1 0,0 1 0,1-1 0,0 1 0,0-1 0,1 1 0,0 0 0,-1-1 0,2 1 0,-1 0 0,1 0 0,-1 0 0,1 1 0,1-1 0,-1 1 0,1-1 0,-1 1 0,1 0 0,8-5 0,0 0 0,0 2 0,0 0 0,1 0 0,-1 1 0,2 1 0,-1 0 0,1 1 0,-1 0 0,25-3 0,-14 4 0,1 1 0,0 1 0,-1 1 0,44 7 0,-58-6 0,0 1 0,0 0 0,0 1 0,-1 0 0,1 1 0,-1 0 0,9 5 0,-16-7 0,1-1 0,-1 0 0,0 1 0,0-1 0,0 1 0,0 0 0,0 0 0,0 0 0,-1 0 0,1 0 0,0 0 0,-1 0 0,0 0 0,1 1 0,-1-1 0,0 1 0,0-1 0,-1 1 0,1-1 0,0 1 0,-1-1 0,0 1 0,1-1 0,-1 1 0,0 0 0,0-1 0,-1 1 0,1 0 0,0-1 0,-1 1 0,-1 3 0,-2 4 0,0-1 0,-1 0 0,0 0 0,0 0 0,-1-1 0,-13 14 0,-49 46 0,39-41 0,16-14 0,-7 5 0,1 1 0,1 1 0,0 0 0,-24 39 0,39-54 0,0 0 0,1 0 0,-1 0 0,1 0 0,0 1 0,0-1 0,1 1 0,0 0 0,0-1 0,0 1 0,0 0 0,1 0 0,0-1 0,0 1 0,1 0 0,0 0 0,0-1 0,0 1 0,0 0 0,1-1 0,0 1 0,0-1 0,1 0 0,-1 0 0,1 0 0,0 0 0,8 9 0,-1-4 0,0 0 0,1 0 0,0-1 0,1 0 0,0-1 0,0-1 0,1 1 0,0-2 0,0 0 0,0-1 0,24 6 0,-1-2 0,0-2 0,1-1 0,49 1 0,-80-7 0,16 1 0,0-1 0,28-3 0,-45 3 0,0-1 0,0 0 0,0 0 0,-1 0 0,1-1 0,0 0 0,0 0 0,-1 0 0,1 0 0,-1-1 0,0 1 0,0-1 0,0 0 0,0-1 0,0 1 0,3-5 0,-6 7 0,0-1 0,1 1 0,-1-1 0,0 0 0,0 0 0,-1 0 0,1 1 0,0-1 0,-1 0 0,1 0 0,-1 0 0,1 0 0,-1 0 0,0 0 0,0 0 0,0 0 0,0 0 0,0 0 0,0 0 0,-1 0 0,1 0 0,-1 0 0,1 0 0,-1 0 0,0 0 0,0 1 0,0-1 0,0 0 0,0 0 0,0 1 0,0-1 0,-1 1 0,1-1 0,0 1 0,-1-1 0,1 1 0,-1 0 0,-2-2 0,0 0 0,-1 0 0,0 0 0,0 1 0,0-1 0,0 1 0,-1 0 0,1 0 0,-1 1 0,1 0 0,-1 0 0,1 0 0,-10 0 0,10 1 0,-1 1 0,1-1 0,0 1 0,-1 1 0,1-1 0,0 1 0,0-1 0,0 2 0,0-1 0,0 0 0,0 1 0,1 0 0,-1 0 0,-4 4 0,4-1 0,0-1 0,0 0 0,1 1 0,0 0 0,0 0 0,0 1 0,1-1 0,0 1 0,-4 10 0,2-1 0,2-1 0,0 1 0,0 0 0,2 0 0,0 0 0,0 0 0,2 1 0,4 29 0,12 34 0,-7-42 0,6 60 0,-15-87 0,0 0 0,-1 0 0,-1 1 0,0-1 0,0 0 0,-1 0 0,0 0 0,-1-1 0,0 1 0,-6 11 0,4-11-455,-2 0 0,-15 20 0,-18 16-6371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29.477"/>
    </inkml:context>
    <inkml:brush xml:id="br0">
      <inkml:brushProperty name="width" value="0.05" units="cm"/>
      <inkml:brushProperty name="height" value="0.05" units="cm"/>
      <inkml:brushProperty name="color" value="#FFC114"/>
    </inkml:brush>
  </inkml:definitions>
  <inkml:trace contextRef="#ctx0" brushRef="#br0">86 552 24575,'1'1'0,"0"-1"0,0 0 0,0 1 0,0-1 0,0 1 0,-1-1 0,1 1 0,0-1 0,0 1 0,-1 0 0,1-1 0,0 1 0,-1 0 0,1 0 0,0 0 0,-1-1 0,1 1 0,-1 0 0,0 0 0,1 0 0,-1 0 0,0 0 0,1 0 0,-1 0 0,0 0 0,0 0 0,0 0 0,0 0 0,4 34 0,-4-31 0,0 375 0,-23-92 0,7-119 0,11-113 0,-11 256 0,16-288 0,-1-14 0,1-1 0,0 0 0,1 0 0,-1 1 0,2-1 0,1 10 0,-2-16 0,0-1 0,0 1 0,0 0 0,0 0 0,0-1 0,0 1 0,0 0 0,1-1 0,-1 1 0,0-1 0,1 1 0,0-1 0,-1 0 0,1 0 0,0 0 0,-1 0 0,1 0 0,0 0 0,0 0 0,0-1 0,0 1 0,0-1 0,0 1 0,0-1 0,0 0 0,0 1 0,0-1 0,0 0 0,0 0 0,3-1 0,146-19 0,650-3 0,132-7-1270,-182 4 353,4136-154-5206,-3242 100 6123,4-1 0,-1427 69-14,3168-143-1192,-1434 127 1708,-366 42-502,602-5 4,-1358-11 231,817 34 1269,-1576-29-558,445 2 2023,-511-5-2606,35-3 514,-42 2-796,0 1 1,0 0-1,1-1 0,-1 1 0,0-1 0,0 0 1,0 1-1,0-1 0,0 0 0,-1 0 0,1-1 1,0 1-1,0 0 0,-1-1 0,1 1 0,1-2 1,-3 2-66,0 0 0,1 1 0,-1-1 1,0 0-1,0 0 0,0 0 0,0 1 1,0-1-1,0 0 0,0 0 0,0 1 1,-1-1-1,1 0 0,0 0 0,0 1 1,-1-1-1,1 0 0,0 0 1,-1 1-1,1-1 0,0 0 0,-1 1 1,1-1-1,-1 1 0,1-1 0,-1 0 1,0 1-1,1-1 0,-2 0 0,-23-17 231,20 15-232,1 0-15,1 1 0,0-1 0,1 1 0,-1-1 0,0 0 0,1 0 0,-1 0 0,1 0 0,0-1 0,0 1 0,0 0 0,1-1 0,-1 0 0,1 1 0,0-1 0,0 0 0,0 0 0,0 0 0,0-7 0,1-4 0,1-1 0,0 1 0,7-29 0,1-17 0,-6-373 0,-5 228 0,4 96 0,-5-116 0,3 224 0,0 0 0,0 1 0,0-1 0,-1 0 0,1 0 0,-1 0 0,1 1 0,-1-1 0,0 0 0,0 0 0,0 1 0,0-1 0,0 1 0,0-1 0,0 1 0,0 0 0,-1-1 0,1 1 0,0 0 0,-1 0 0,1 0 0,-1 0 0,0 0 0,1 0 0,-1 0 0,0 0 0,1 1 0,-1-1 0,0 1 0,-2-1 0,-6-1 0,0 2 0,1-1 0,-1 1 0,-17 3 0,4-2 0,-345-7 0,128-3 0,-469-12-907,-66 1-129,-1282 44-800,791 5 1191,189-6-301,1 23 457,821-31 489,-1834 124 0,322-29-519,-1-45 137,153-10 385,1506-51-132,-711 26 1736,0-18 3405,631-12-4964,-959 18 171,37 35-219,550-46 0,191-5 0,57 9 0,142-4 0,-20 1 0,-184 5 0,60-26 0,-173 3 0,302 12 0,75-4 0,-124 4 0,143 8 0,49-5 0,-43 1 0,4-8 0,-91 3 0,23 19 0,111-12-1365,25-4-5461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0.146"/>
    </inkml:context>
    <inkml:brush xml:id="br0">
      <inkml:brushProperty name="width" value="0.05" units="cm"/>
      <inkml:brushProperty name="height" value="0.05" units="cm"/>
      <inkml:brushProperty name="color" value="#FFC114"/>
    </inkml:brush>
  </inkml:definitions>
  <inkml:trace contextRef="#ctx0" brushRef="#br0">41 0 24575,'-2'1'0,"0"-1"0,1 0 0,-1 0 0,0 1 0,1-1 0,-1 1 0,0 0 0,1-1 0,-1 1 0,1 0 0,0 0 0,-1 0 0,1 0 0,-1 0 0,1 0 0,0 0 0,0 1 0,0-1 0,0 0 0,0 1 0,0-1 0,0 1 0,0-1 0,1 1 0,-1-1 0,0 1 0,1-1 0,-1 1 0,1 0 0,0-1 0,-1 3 0,-1 9 0,1-1 0,0 1 0,1 16 0,0-13 0,17 440 0,27-1 0,-33-357 0,-6-41 0,17 120 0,-21-175-124,-1 0 0,0 0 0,1 0 0,-1 0 0,1 0 0,0 0-1,-1 0 1,1 0 0,0-1 0,2 4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1.268"/>
    </inkml:context>
    <inkml:brush xml:id="br0">
      <inkml:brushProperty name="width" value="0.05" units="cm"/>
      <inkml:brushProperty name="height" value="0.05" units="cm"/>
      <inkml:brushProperty name="color" value="#FFC114"/>
    </inkml:brush>
  </inkml:definitions>
  <inkml:trace contextRef="#ctx0" brushRef="#br0">528 182 24575,'0'-8'0,"-1"1"0,0 0 0,0-1 0,-1 1 0,0 0 0,-1 0 0,1 0 0,-7-11 0,-33-50 0,39 63 0,1 3 0,1-1 0,-2 1 0,1 0 0,0 0 0,0 0 0,-1 0 0,1 0 0,-1 0 0,1 1 0,-1-1 0,0 1 0,0 0 0,-5-2 0,2 1 0,-1 1 0,0 0 0,1 0 0,-1 0 0,-13 1 0,1 2 0,0 1 0,0 0 0,-27 9 0,30-7 0,0 1 0,0 1 0,1 0 0,0 1 0,-26 18 0,32-19 0,1 0 0,-1 1 0,1-1 0,0 2 0,1-1 0,0 1 0,1 0 0,-1 0 0,-8 20 0,14-27 0,0 0 0,0 1 0,0-1 0,1 1 0,-1 0 0,1-1 0,0 1 0,-1-1 0,1 1 0,0 0 0,1-1 0,-1 1 0,0-1 0,1 1 0,-1 0 0,3 4 0,-1-3 0,0 0 0,0 0 0,1-1 0,-1 1 0,1 0 0,0-1 0,0 1 0,0-1 0,5 3 0,4 3 0,0-1 0,1 0 0,0-1 0,27 11 0,50 17 0,103 43 0,-185-75 0,0 1 0,-1 0 0,1 0 0,-1 1 0,-1-1 0,1 2 0,6 5 0,-12-10 0,1 1 0,-1-1 0,0 1 0,0-1 0,0 1 0,0-1 0,0 1 0,0 0 0,-1-1 0,1 1 0,0 0 0,-1 0 0,0 0 0,1-1 0,-1 1 0,0 0 0,0 0 0,0 0 0,0 0 0,0 0 0,0-1 0,-1 1 0,1 0 0,0 0 0,-1 0 0,0-1 0,1 1 0,-1 0 0,0-1 0,0 1 0,0 0 0,0-1 0,0 1 0,0-1 0,-1 0 0,1 1 0,-3 1 0,-6 7 0,-1-1 0,0-1 0,-1 0 0,1 0 0,-2-1 0,-18 8 0,3-4 0,-57 16 0,70-23 34,0-1 1,0-1-1,0 0 0,0-1 0,0-1 0,0 0 0,-1-1 0,1 0 0,-22-6 1,28 5-130,1-1 0,-1 0 0,1-1 0,0 0 1,0 0-1,0 0 0,1-1 0,-1 0 0,1-1 0,0 1 1,1-1-1,0-1 0,-1 1 0,2-1 0,-1 0 1,1-1-1,-6-10 0,3 0-6731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1.753"/>
    </inkml:context>
    <inkml:brush xml:id="br0">
      <inkml:brushProperty name="width" value="0.05" units="cm"/>
      <inkml:brushProperty name="height" value="0.05" units="cm"/>
      <inkml:brushProperty name="color" value="#FFC114"/>
    </inkml:brush>
  </inkml:definitions>
  <inkml:trace contextRef="#ctx0" brushRef="#br0">143 18 24575,'-22'0'0,"14"-1"0,-1 1 0,1 0 0,-1 1 0,1-1 0,-12 4 0,17-3 0,1 0 0,-1 0 0,1 0 0,-1 1 0,1-1 0,0 0 0,-1 1 0,1 0 0,0 0 0,0-1 0,0 1 0,0 1 0,0-1 0,1 0 0,-1 0 0,1 1 0,-1-1 0,1 0 0,0 1 0,-2 4 0,-1 7 0,1 0 0,0 0 0,1 0 0,-2 29 0,7 59 0,-3-96 0,1 9 0,1 0 0,0 0 0,1 0 0,0 0 0,2-1 0,-1 0 0,13 26 0,-15-36 0,0 0 0,0-1 0,1 1 0,-1 0 0,1-1 0,0 1 0,0-1 0,0 0 0,0 0 0,0 0 0,1-1 0,-1 1 0,1-1 0,0 1 0,0-1 0,0-1 0,0 1 0,0 0 0,0-1 0,0 0 0,1 0 0,-1 0 0,0-1 0,1 1 0,-1-1 0,1 0 0,-1 0 0,0 0 0,1-1 0,-1 0 0,5-1 0,-1-1 0,-1 0 0,1 0 0,-1-1 0,0 0 0,0 0 0,0-1 0,0 0 0,-1 0 0,0 0 0,0-1 0,-1 0 0,1 0 0,-1-1 0,0 1 0,-1-1 0,6-11 0,-2 1 0,0 1 0,-1-2 0,-1 1 0,0-1 0,-2 1 0,4-25 0,-7 30 0,0 0 0,0 0 0,-2 0 0,1 0 0,-2 0 0,1 0 0,-2 0 0,1 0 0,-8-18 0,8 24 0,0 1 0,-1-1 0,0 1 0,0 0 0,0 0 0,-1 0 0,0 0 0,0 0 0,0 1 0,0 0 0,-1-1 0,0 2 0,1-1 0,-2 1 0,1-1 0,0 1 0,0 1 0,-1-1 0,0 1 0,-10-3 0,13 4-151,0 1-1,-1 0 0,1-1 0,0 1 1,0 0-1,-1 1 0,1-1 1,-5 2-1,-5 1-6674</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1.999"/>
    </inkml:context>
    <inkml:brush xml:id="br0">
      <inkml:brushProperty name="width" value="0.05" units="cm"/>
      <inkml:brushProperty name="height" value="0.05" units="cm"/>
      <inkml:brushProperty name="color" value="#FFC114"/>
    </inkml:brush>
  </inkml:definitions>
  <inkml:trace contextRef="#ctx0" brushRef="#br0">0 0 24575,'4'0'0,"0"4"0,0 4 0,3 0 0,0 7 0,-1 3 0,2 2 0,-1 5 0,2 4 0,-1 4 0,2 0 0,0 1 0,-3-2 0,-3 0 0,-1-1 0,-1-7-8191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2.171"/>
    </inkml:context>
    <inkml:brush xml:id="br0">
      <inkml:brushProperty name="width" value="0.05" units="cm"/>
      <inkml:brushProperty name="height" value="0.05" units="cm"/>
      <inkml:brushProperty name="color" value="#FFC114"/>
    </inkml:brush>
  </inkml:definitions>
  <inkml:trace contextRef="#ctx0" brushRef="#br0">0 0 24575,'4'4'0,"0"4"0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2.761"/>
    </inkml:context>
    <inkml:brush xml:id="br0">
      <inkml:brushProperty name="width" value="0.05" units="cm"/>
      <inkml:brushProperty name="height" value="0.05" units="cm"/>
      <inkml:brushProperty name="color" value="#FFC114"/>
    </inkml:brush>
  </inkml:definitions>
  <inkml:trace contextRef="#ctx0" brushRef="#br0">175 428 24575,'0'0'0,"1"0"0,-1 0 0,0 0 0,1 0 0,-1 0 0,1-1 0,-1 1 0,0 0 0,1 0 0,-1 0 0,1-1 0,-1 1 0,0 0 0,1-1 0,-1 1 0,0 0 0,1-1 0,-1 1 0,0 0 0,0-1 0,1 1 0,-1 0 0,0-1 0,0 1 0,0-1 0,0 1 0,1-1 0,-1 1 0,0 0 0,0-1 0,0 1 0,0-1 0,0 1 0,0-1 0,0 1 0,0-1 0,0 1 0,-1 0 0,1-1 0,0 1 0,0-1 0,0 1 0,0-1 0,0 1 0,-1 0 0,1-1 0,-9-21 0,6 17 0,1 0 0,-1 1 0,0 0 0,0-1 0,0 1 0,-1 1 0,1-1 0,-1 0 0,-8-5 0,10 8 0,1 0 0,0 0 0,-1 1 0,1-1 0,-1 1 0,1-1 0,-1 1 0,0 0 0,1-1 0,-1 1 0,1 0 0,-1 0 0,1 0 0,-1 0 0,0 0 0,1 1 0,-1-1 0,1 0 0,-1 1 0,1-1 0,-1 1 0,1 0 0,-1-1 0,1 1 0,0 0 0,-1 0 0,1 0 0,0 0 0,0 0 0,-1 0 0,1 0 0,0 0 0,0 1 0,0-1 0,1 0 0,-2 2 0,-9 15 0,0 0 0,2 0 0,0 1 0,1 0 0,1 1 0,0 0 0,2 0 0,0 0 0,2 0 0,-2 29 0,4-45 0,1 0 0,0 0 0,0 0 0,1 0 0,-1 1 0,1-1 0,0 0 0,0 0 0,0 0 0,1-1 0,-1 1 0,1 0 0,0 0 0,0-1 0,0 1 0,1-1 0,-1 0 0,1 1 0,0-1 0,0 0 0,0-1 0,0 1 0,0-1 0,1 1 0,-1-1 0,1 0 0,0 0 0,-1 0 0,1-1 0,6 2 0,-5-1 0,0-1 0,1 0 0,-1-1 0,1 1 0,-1-1 0,0 0 0,1-1 0,-1 1 0,1-1 0,-1 0 0,0 0 0,0-1 0,1 0 0,-1 0 0,0 0 0,-1 0 0,1-1 0,0 0 0,-1 0 0,1 0 0,-1 0 0,0-1 0,4-4 0,4-7 0,0 0 0,-1-1 0,0-1 0,-2 0 0,0 0 0,-1-1 0,0 0 0,-2 0 0,7-31 0,-5 11 0,-2 0 0,-2 0 0,-1-73 0,-3 85 0,-2-1 0,-1 1 0,-1 0 0,-1 0 0,-2 0 0,-10-29 0,16 54 0,1-1 0,-1 1 0,0-1 0,1 1 0,-1 0 0,0-1 0,0 1 0,0 0 0,0-1 0,0 1 0,0 0 0,0 0 0,0 0 0,0 0 0,-1 0 0,1 0 0,0 1 0,-1-1 0,1 0 0,-1 0 0,1 1 0,-1-1 0,1 1 0,-1 0 0,-1-1 0,2 1 0,-1 1 0,1-1 0,-1 1 0,1-1 0,0 1 0,0 0 0,-1-1 0,1 1 0,0 0 0,0 0 0,0 0 0,0 0 0,0 0 0,0 0 0,0 0 0,0 0 0,0 0 0,0 0 0,1 1 0,-1-1 0,0 0 0,1 1 0,-1-1 0,1 0 0,0 1 0,-1-1 0,1 3 0,-5 24 0,2 0 0,2 0 0,0 1 0,4 33 0,-3-56 0,4 35 82,1 0-1,2 0 1,14 43 0,45 117-927,-46-145-2,-11-31-5979</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3.872"/>
    </inkml:context>
    <inkml:brush xml:id="br0">
      <inkml:brushProperty name="width" value="0.05" units="cm"/>
      <inkml:brushProperty name="height" value="0.05" units="cm"/>
      <inkml:brushProperty name="color" value="#FFC114"/>
    </inkml:brush>
  </inkml:definitions>
  <inkml:trace contextRef="#ctx0" brushRef="#br0">8 201 24575,'0'0'0,"0"0"0,-1 0 0,1 0 0,0 0 0,0 0 0,-1 0 0,1 0 0,0 0 0,0 0 0,-1 0 0,1 0 0,0 0 0,0 0 0,-1 0 0,1 0 0,0 0 0,0 0 0,-1 0 0,1-1 0,0 1 0,0 0 0,0 0 0,-1 0 0,1 0 0,0-1 0,0 1 0,0 0 0,0 0 0,0 0 0,-1-1 0,1 1 0,0 0 0,0 0 0,0-1 0,0 1 0,0 0 0,0 0 0,0 0 0,0-1 0,0 1 0,0-1 0,0 1 0,1 0 0,-1 0 0,0 0 0,1 0 0,-1 0 0,0 0 0,1 0 0,-1-1 0,0 1 0,1 0 0,-1 0 0,0 0 0,1 0 0,-1 1 0,0-1 0,1 0 0,-1 0 0,1 0 0,-1 0 0,0 0 0,0 0 0,1 0 0,-1 1 0,0-1 0,1 0 0,-1 0 0,0 0 0,0 1 0,1-1 0,-1 0 0,0 1 0,0-1 0,1 0 0,-1 0 0,0 1 0,0-1 0,0 1 0,4 3 0,0 1 0,0 0 0,-1 0 0,0 0 0,0 1 0,0-1 0,-1 1 0,0 0 0,3 9 0,10 56 0,-15-68 0,3 15 0,21 159 0,-27-234 0,2 0 0,3 0 0,2 0 0,20-95 0,-22 144 0,3-12 0,13-36 0,-16 52 0,0 0 0,0-1 0,0 1 0,1 0 0,-1 0 0,1 1 0,0-1 0,0 0 0,0 1 0,1 0 0,-1 0 0,1 0 0,0 0 0,4-3 0,-6 6 0,1-1 0,-1 0 0,1 1 0,0-1 0,-1 1 0,1 0 0,0 0 0,-1 0 0,1 0 0,0 0 0,-1 0 0,1 1 0,0-1 0,-1 1 0,1 0 0,-1 0 0,1 0 0,-1 0 0,1 0 0,-1 1 0,0-1 0,3 3 0,5 3 0,-1 1 0,0 0 0,12 13 0,-8-5 0,0 1 0,-1 0 0,-1 1 0,-1 0 0,0 0 0,-2 1 0,0 1 0,8 30 0,0 15 0,9 86 0,-22-132 0,-10-71 0,2 0 0,3-57 0,2 90 0,1 0 0,2 1 0,-1-1 0,2 0 0,1 1 0,0-1 0,1 1 0,1 1 0,16-29 0,-20 40 0,0 1 0,1 0 0,0 0 0,0 1 0,0-1 0,1 1 0,0 0 0,-1 0 0,2 0 0,-1 1 0,0 0 0,1 0 0,-1 0 0,12-4 0,-13 6 0,0 1 0,0-1 0,0 0 0,0 1 0,0 0 0,1 0 0,-1 0 0,0 1 0,0-1 0,0 1 0,0 0 0,0 0 0,0 1 0,0-1 0,0 1 0,-1 0 0,1 0 0,0 0 0,-1 0 0,0 0 0,1 1 0,4 5 0,4 5 0,0 1 0,-1 0 0,-1 0 0,12 23 0,28 68 0,-38-70 0,-1 1 0,-1 1 0,6 59 0,-5-31 0,-7-46-1365,2-5-5461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4.606"/>
    </inkml:context>
    <inkml:brush xml:id="br0">
      <inkml:brushProperty name="width" value="0.05" units="cm"/>
      <inkml:brushProperty name="height" value="0.05" units="cm"/>
      <inkml:brushProperty name="color" value="#FFC114"/>
    </inkml:brush>
  </inkml:definitions>
  <inkml:trace contextRef="#ctx0" brushRef="#br0">190 442 24575,'3'-3'0,"-1"0"0,0 0 0,0-1 0,-1 1 0,1 0 0,-1-1 0,1 1 0,-1-1 0,0 0 0,0 1 0,-1-1 0,1 0 0,-1 0 0,0 0 0,0 1 0,-1-7 0,1 7 0,0-1 0,0 1 0,-1-1 0,1 1 0,-1-1 0,0 1 0,0 0 0,0-1 0,-1 1 0,1 0 0,-1 0 0,1 0 0,-1 0 0,0 0 0,-1 0 0,1 0 0,-4-3 0,5 5 0,-1 1 0,1-1 0,-1 0 0,1 1 0,-1 0 0,1-1 0,-1 1 0,0 0 0,1 0 0,-1-1 0,1 1 0,-1 1 0,0-1 0,1 0 0,-1 0 0,1 1 0,-1-1 0,1 0 0,-1 1 0,1 0 0,-1-1 0,1 1 0,-1 0 0,1 0 0,0 0 0,0-1 0,-1 1 0,1 1 0,0-1 0,0 0 0,0 0 0,-1 2 0,-5 5 0,1 0 0,0 0 0,-7 15 0,11-21 0,-58 116 0,51-98 0,2 0 0,0 0 0,1 1 0,-4 24 0,10-41 0,-1 1 0,1-1 0,0 0 0,0 1 0,1-1 0,-1 0 0,1 1 0,0-1 0,0 0 0,1 0 0,-1 0 0,1 0 0,0 0 0,0 0 0,0 0 0,0-1 0,1 1 0,4 5 0,-5-7 0,0 0 0,1 0 0,-1 0 0,1-1 0,-1 1 0,1 0 0,-1-1 0,1 0 0,0 0 0,0 0 0,0 0 0,-1 0 0,1 0 0,0-1 0,0 1 0,0-1 0,0 0 0,0 0 0,0 0 0,0 0 0,0-1 0,0 1 0,0-1 0,0 0 0,0 0 0,0 0 0,-1 0 0,4-2 0,3-2 0,-1 0 0,0-1 0,0 0 0,0 0 0,-1-1 0,0 0 0,0-1 0,-1 1 0,0-1 0,0 0 0,-1-1 0,5-8 0,1-6 0,-1 0 0,-1 0 0,11-40 0,-14 34 0,-1-1 0,-1 0 0,-1-57 0,-6 67 0,3 20 0,-1 0 0,1 0 0,0 0 0,0 0 0,-1 1 0,1-1 0,0 0 0,0 0 0,-1 0 0,1 0 0,0 0 0,0 0 0,-1 0 0,1 1 0,0-1 0,0 0 0,0 0 0,-1 0 0,1 0 0,0 1 0,0-1 0,0 0 0,0 0 0,0 1 0,0-1 0,-1 0 0,1 0 0,0 0 0,0 1 0,0-1 0,0 0 0,0 0 0,0 1 0,0-1 0,0 0 0,-10 38 0,9-19 0,0 0 0,1 0 0,1 1 0,1-1 0,0 0 0,2 0 0,10 33 0,-11-41 0,1 0 0,0-1 0,1 0 0,0 0 0,1 0 0,0-1 0,0 1 0,1-1 0,0-1 0,1 0 0,0 0 0,0 0 0,1-1 0,17 12 0,-22-17 0,-1-1 0,1 0 0,0 1 0,0-1 0,0 0 0,0-1 0,0 1 0,0-1 0,0 0 0,0 1 0,0-2 0,0 1 0,0-1 0,0 1 0,0-1 0,0 0 0,0 0 0,0-1 0,-1 1 0,1-1 0,0 0 0,-1 0 0,1 0 0,-1 0 0,0-1 0,5-4 0,0 0 0,0 0 0,-1-1 0,0 0 0,-1 0 0,1-1 0,-1 0 0,-1 0 0,0 0 0,5-12 0,-2-4 0,0 0 0,-2 0 0,-1 0 0,-1-1 0,-1 0 0,-1 0 0,-1-27 0,-4 9 0,-1-1 0,-3 0 0,-14-52 0,19 91 0,1-1 0,0 0 0,-1 0 0,-1 0 0,1 0 0,-1 0 0,0 1 0,0-1 0,-1 1 0,0 0 0,-6-8 0,10 13 0,-1 1 0,1 0 0,0 0 0,-1-1 0,1 1 0,0 0 0,-1 0 0,1-1 0,0 1 0,-1 0 0,1 0 0,0 0 0,-1 0 0,1-1 0,0 1 0,-1 0 0,1 0 0,-1 0 0,1 0 0,0 0 0,-1 0 0,1 0 0,-1 0 0,1 0 0,0 0 0,-1 1 0,1-1 0,-1 0 0,1 0 0,0 0 0,-1 0 0,1 1 0,0-1 0,-1 0 0,1 0 0,0 0 0,-1 1 0,1-1 0,0 0 0,0 1 0,-1-1 0,1 0 0,0 1 0,0-1 0,0 0 0,-1 1 0,1-1 0,0 1 0,-8 22 0,8-21 0,-6 29 0,1 0 0,2 0 0,1 0 0,1 0 0,2 0 0,8 53 0,6 1 0,31 97 0,-38-158-1365,0-6-5461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4.775"/>
    </inkml:context>
    <inkml:brush xml:id="br0">
      <inkml:brushProperty name="width" value="0.05" units="cm"/>
      <inkml:brushProperty name="height" value="0.05" units="cm"/>
      <inkml:brushProperty name="color" value="#FFC114"/>
    </inkml:brush>
  </inkml:definitions>
  <inkml:trace contextRef="#ctx0" brushRef="#br0">1 62 24575,'0'-3'0,"0"-5"0,3-1 0,5-2 0,4 1 0,4 2 0,2 2 0,4 2 0,7 2 0,3 2 0,4 0 0,2 0 0,2 1 0,-6-1-8191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5.117"/>
    </inkml:context>
    <inkml:brush xml:id="br0">
      <inkml:brushProperty name="width" value="0.05" units="cm"/>
      <inkml:brushProperty name="height" value="0.05" units="cm"/>
      <inkml:brushProperty name="color" value="#FFC114"/>
    </inkml:brush>
  </inkml:definitions>
  <inkml:trace contextRef="#ctx0" brushRef="#br0">22 0 24575,'-3'3'0,"1"0"0,1-1 0,-1 1 0,0 0 0,1 0 0,-1 0 0,1 0 0,0 0 0,0 1 0,0-1 0,0 0 0,1 0 0,-1 4 0,-1 49 0,2-38 0,19 357 0,-2-138 0,20 166-1365,-34-380-5461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5.940"/>
    </inkml:context>
    <inkml:brush xml:id="br0">
      <inkml:brushProperty name="width" value="0.05" units="cm"/>
      <inkml:brushProperty name="height" value="0.05" units="cm"/>
      <inkml:brushProperty name="color" value="#FFC114"/>
    </inkml:brush>
  </inkml:definitions>
  <inkml:trace contextRef="#ctx0" brushRef="#br0">258 334 24575,'1'-3'0,"0"1"0,1-1 0,-1 0 0,1 1 0,-1-1 0,1 1 0,0 0 0,0 0 0,0-1 0,0 1 0,3-2 0,3-4 0,2-3 0,-1 0 0,-1 0 0,0-1 0,-1 0 0,0-1 0,0 0 0,-2 0 0,0 0 0,0-1 0,3-16 0,-7 26 0,0-1 0,0 0 0,-1 1 0,1-1 0,-1 0 0,0 0 0,-1 0 0,1 1 0,-1-1 0,0 0 0,0 1 0,0-1 0,-1 0 0,0 1 0,0 0 0,0-1 0,0 1 0,-1 0 0,1 0 0,-1 0 0,0 0 0,0 1 0,-1-1 0,1 1 0,-1 0 0,1 0 0,-1 0 0,0 0 0,0 1 0,-1 0 0,1-1 0,0 2 0,-7-3 0,2 1 0,1 2 0,-1-1 0,1 1 0,-1 0 0,0 1 0,1 0 0,-1 0 0,0 1 0,1 0 0,-1 1 0,1 0 0,-1 0 0,1 1 0,0 0 0,0 0 0,0 1 0,0 0 0,-9 7 0,7-5 0,0 0 0,1 1 0,0 0 0,1 1 0,-1 0 0,1 1 0,1-1 0,0 1 0,0 1 0,0-1 0,1 1 0,1 1 0,-6 14 0,8-18 0,1 0 0,0 1 0,1-1 0,0 0 0,0 1 0,0-1 0,1 1 0,0-1 0,1 1 0,-1-1 0,2 1 0,-1-1 0,5 12 0,-3-11 0,0-1 0,1 1 0,0-1 0,1 0 0,0-1 0,0 1 0,0-1 0,1 0 0,0 0 0,0-1 0,0 0 0,10 7 0,17 7 0,0 0 0,48 17 0,-49-22 0,0 0 0,-1 2 0,32 23 0,-58-36 0,-1 0 0,0 1 0,0 0 0,0 0 0,0 0 0,-1 0 0,1 1 0,2 4 0,-5-7 0,0-1 0,-1 1 0,1-1 0,-1 1 0,1-1 0,-1 1 0,1 0 0,-1-1 0,0 1 0,0 0 0,0-1 0,0 1 0,0-1 0,0 1 0,0 0 0,0-1 0,-1 1 0,1 0 0,-1-1 0,1 1 0,-1-1 0,0 1 0,1-1 0,-1 1 0,0-1 0,0 0 0,0 1 0,0-1 0,0 0 0,0 0 0,-2 2 0,-4 2 0,-1 0 0,1 0 0,-1-1 0,0 1 0,0-2 0,0 1 0,0-1 0,-1-1 0,1 1 0,-1-1 0,0-1 0,-17 2 0,13-3 0,-1 0 0,1 0 0,-1-1 0,1-1 0,0 0 0,0-1 0,-24-9 0,27 7-124,0 0 0,0 0 0,1-1 0,0 0 0,0-1 0,1 0-1,0-1 1,0 0 0,0 0 0,-11-16 0,2-2-6702</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6.607"/>
    </inkml:context>
    <inkml:brush xml:id="br0">
      <inkml:brushProperty name="width" value="0.05" units="cm"/>
      <inkml:brushProperty name="height" value="0.05" units="cm"/>
      <inkml:brushProperty name="color" value="#FFC114"/>
    </inkml:brush>
  </inkml:definitions>
  <inkml:trace contextRef="#ctx0" brushRef="#br0">1 41 24575,'10'-13'0,"-7"10"0,-1-1 0,1 0 0,0 1 0,0 0 0,1 0 0,3-3 0,-7 6 0,0 0 0,1-1 0,-1 1 0,0 0 0,1 0 0,-1 0 0,1 0 0,-1-1 0,1 1 0,-1 0 0,0 0 0,1 0 0,-1 0 0,1 0 0,-1 0 0,1 0 0,-1 0 0,1 0 0,-1 0 0,0 1 0,1-1 0,-1 0 0,1 0 0,-1 0 0,1 1 0,0 0 0,0 0 0,0 0 0,-1 0 0,1 0 0,0 0 0,0 0 0,-1 0 0,1 0 0,-1 0 0,1 1 0,-1-1 0,0 0 0,1 2 0,3 19 0,-2 1 0,0-1 0,-1 1 0,-3 32 0,0 18 0,12 82 0,0 50 0,-8-189 0,-2-16 0,0 0 0,0 0 0,0 0 0,1 0 0,-1 0 0,0 0 0,0 0 0,0 0 0,0 1 0,1-1 0,-1 0 0,0 0 0,0 0 0,0 0 0,0 0 0,1 0 0,-1 0 0,0 0 0,0 0 0,0 0 0,0-1 0,1 1 0,-1 0 0,0 0 0,0 0 0,0 0 0,0 0 0,0 0 0,1 0 0,-1 0 0,0 0 0,0 0 0,0-1 0,0 1 0,0 0 0,0 0 0,1 0 0,-1 0 0,0 0 0,0-1 0,0 1 0,0 0 0,15-27 0,-12 22 0,1-3 0,65-118 0,-56 105 0,1 1 0,1 0 0,30-31 0,-41 46 0,1 1 0,0 0 0,0 0 0,0 0 0,1 1 0,-1 0 0,1 0 0,11-4 0,-15 6 0,0 1 0,0-1 0,1 1 0,-1 0 0,0-1 0,1 1 0,-1 0 0,0 0 0,1 1 0,-1-1 0,0 0 0,1 1 0,-1 0 0,0-1 0,0 1 0,0 0 0,1 0 0,-1 0 0,0 0 0,0 1 0,0-1 0,-1 0 0,1 1 0,0-1 0,0 1 0,2 3 0,4 8 0,0 0 0,0 0 0,-2 0 0,0 1 0,7 22 0,-6-16 0,1 0 0,13 23 0,-18-38 0,1 1 0,-1-1 0,1-1 0,0 1 0,0 0 0,0-1 0,1 0 0,-1 0 0,1 0 0,0-1 0,0 0 0,8 4 0,-11-6 0,1 0 0,0 0 0,-1-1 0,1 1 0,0-1 0,0 1 0,0-1 0,-1 0 0,1 0 0,0 0 0,0-1 0,0 1 0,-1 0 0,1-1 0,0 0 0,-1 0 0,1 0 0,0 0 0,-1 0 0,1-1 0,-1 1 0,0-1 0,1 1 0,-1-1 0,0 0 0,0 0 0,0 0 0,0 0 0,-1 0 0,3-4 0,1 0 0,0-1 0,-1 0 0,0 0 0,0 0 0,-1-1 0,0 0 0,0 1 0,-1-1 0,2-11 0,0-24 0,-5-80 0,-1 76 0,5 82 0,1 0 0,1 0 0,3-1 0,11 36 0,-2-20-1365,-8-31-5461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6.747"/>
    </inkml:context>
    <inkml:brush xml:id="br0">
      <inkml:brushProperty name="width" value="0.05" units="cm"/>
      <inkml:brushProperty name="height" value="0.05" units="cm"/>
      <inkml:brushProperty name="color" value="#FFC114"/>
    </inkml:brush>
  </inkml:definitions>
  <inkml:trace contextRef="#ctx0" brushRef="#br0">25 43 24575,'-3'-3'0,"-1"-5"0,0-4 0,-3 0 0,0 5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7.220"/>
    </inkml:context>
    <inkml:brush xml:id="br0">
      <inkml:brushProperty name="width" value="0.05" units="cm"/>
      <inkml:brushProperty name="height" value="0.05" units="cm"/>
      <inkml:brushProperty name="color" value="#FFC114"/>
    </inkml:brush>
  </inkml:definitions>
  <inkml:trace contextRef="#ctx0" brushRef="#br0">1 240 24575,'0'16'0,"0"18"0,0-1 0,3 1 0,9 54 0,6-6 0,11 42 0,-29-124 0,7 20 0,-2-14 0,-1-13 0,-4-8 0,0 1 0,0-1 0,-2 1 0,0 0 0,-6-26 0,-2-9 0,0-13 0,-12-103 0,20 139 0,1-1 0,2 0 0,0 1 0,6-30 0,-5 47 0,-1 1 0,2 0 0,-1 0 0,1 0 0,0 0 0,1 1 0,0-1 0,0 1 0,10-13 0,-12 17 0,1 1 0,-1-1 0,1 1 0,0 0 0,-1 0 0,1 0 0,0 0 0,0 1 0,1-1 0,-1 1 0,0-1 0,0 1 0,1 0 0,-1 1 0,1-1 0,-1 0 0,1 1 0,-1 0 0,1 0 0,-1 0 0,1 0 0,-1 1 0,1-1 0,-1 1 0,0 0 0,5 1 0,1 2 0,0 0 0,0 0 0,0 1 0,0 0 0,-1 1 0,0 0 0,0 0 0,0 1 0,-1 0 0,0 0 0,9 12 0,-11-12 0,0-1 0,0 1 0,-1 1 0,0-1 0,0 0 0,-1 1 0,0 0 0,0 0 0,-1 0 0,0 0 0,0 0 0,-1 1 0,0-1 0,0 10 0,-2-12-54,0-1-1,-1 1 0,1-1 1,-1 0-1,0 0 1,-1 0-1,1 0 0,-1 0 1,0-1-1,0 1 1,0-1-1,-1 1 0,1-1 1,-1 0-1,0-1 0,-1 1 1,1-1-1,0 0 1,-1 0-1,0 0 0,0 0 1,0-1-1,0 0 1,-8 2-1,-5 2-6771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7.578"/>
    </inkml:context>
    <inkml:brush xml:id="br0">
      <inkml:brushProperty name="width" value="0.05" units="cm"/>
      <inkml:brushProperty name="height" value="0.05" units="cm"/>
      <inkml:brushProperty name="color" value="#FFC114"/>
    </inkml:brush>
  </inkml:definitions>
  <inkml:trace contextRef="#ctx0" brushRef="#br0">1 1 24575,'26'825'0,"-18"-687"0,19 163 0,-25-291-341,0 0 0,0 0-1,6 13 1,0-6-6485</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8.136"/>
    </inkml:context>
    <inkml:brush xml:id="br0">
      <inkml:brushProperty name="width" value="0.05" units="cm"/>
      <inkml:brushProperty name="height" value="0.05" units="cm"/>
      <inkml:brushProperty name="color" value="#FFC114"/>
    </inkml:brush>
  </inkml:definitions>
  <inkml:trace contextRef="#ctx0" brushRef="#br0">527 214 24575,'-2'-3'0,"0"1"0,0 0 0,1 0 0,-1-1 0,1 1 0,0-1 0,-1 0 0,1 1 0,0-1 0,0 0 0,1 1 0,-1-5 0,-3-39 0,0 4 0,3 38 0,0-1 0,0 0 0,-1 1 0,0 0 0,0-1 0,0 1 0,0 0 0,0 0 0,-1 0 0,0 0 0,0 1 0,0-1 0,0 1 0,-1 0 0,-5-5 0,4 5 0,0 0 0,0 1 0,0-1 0,-1 1 0,1 1 0,-1-1 0,1 1 0,-1-1 0,0 2 0,-11-2 0,-6 3 0,0 2 0,0 0 0,0 1 0,-44 14 0,33-8 0,-39 17 0,59-21 0,1 1 0,0 0 0,1 1 0,0 0 0,-19 17 0,29-23 0,-1 0 0,1 0 0,0 1 0,0-1 0,0 1 0,0-1 0,1 1 0,-1 0 0,1-1 0,-1 1 0,1 0 0,0 0 0,0 0 0,1 0 0,-1 0 0,0 0 0,1 0 0,0 5 0,0-4 0,1 0 0,0-1 0,0 1 0,0-1 0,0 1 0,1-1 0,-1 1 0,1-1 0,0 0 0,0 0 0,0 1 0,1-2 0,-1 1 0,1 0 0,3 3 0,8 6 0,0-1 0,1 0 0,1-1 0,0-1 0,0 0 0,32 11 0,109 28 0,-155-47 0,44 10 0,56 17 0,-86-23 0,0 1 0,-1 1 0,0 0 0,16 11 0,-29-17 0,-1 0 0,1 0 0,-1 0 0,1 0 0,0 1 0,-1-1 0,0 0 0,1 1 0,-1-1 0,0 1 0,0-1 0,0 1 0,0 0 0,0-1 0,0 1 0,0 0 0,-1 0 0,1 0 0,0-1 0,-1 1 0,0 0 0,1 4 0,-2-4 0,1 1 0,-1-1 0,0 0 0,0 1 0,0-1 0,0 0 0,0 0 0,-1 0 0,1 0 0,-1 0 0,1 0 0,-1 0 0,0 0 0,0-1 0,1 1 0,-1-1 0,-5 3 0,-6 5 0,-2-1 0,1-1 0,-1-1 0,0 0 0,0-1 0,-21 5 0,-98 11 0,100-17-227,-1-2-1,1-2 1,0-1-1,0-2 1,-46-8-1,31-2-6598</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8.554"/>
    </inkml:context>
    <inkml:brush xml:id="br0">
      <inkml:brushProperty name="width" value="0.05" units="cm"/>
      <inkml:brushProperty name="height" value="0.05" units="cm"/>
      <inkml:brushProperty name="color" value="#FFC114"/>
    </inkml:brush>
  </inkml:definitions>
  <inkml:trace contextRef="#ctx0" brushRef="#br0">102 142 24575,'0'-1'0,"0"1"0,0-1 0,0 0 0,0 1 0,-1-1 0,1 1 0,0-1 0,0 1 0,0-1 0,0 1 0,-1-1 0,1 1 0,0-1 0,-1 1 0,1-1 0,0 1 0,-1-1 0,1 1 0,-1-1 0,1 1 0,0 0 0,-1-1 0,1 1 0,-1 0 0,1-1 0,-1 1 0,0 0 0,1 0 0,-1 0 0,1-1 0,-1 1 0,1 0 0,-1 0 0,1 0 0,-1 0 0,0 0 0,1 0 0,-1 0 0,1 0 0,-1 0 0,1 0 0,-1 1 0,0-1 0,1 0 0,-1 0 0,1 0 0,-1 1 0,1-1 0,-2 1 0,-1 0 0,0 0 0,0 1 0,-1-1 0,1 1 0,0 0 0,-5 4 0,3 1 0,0-1 0,0 1 0,0 1 0,1-1 0,0 1 0,0 0 0,1 0 0,0 0 0,0 0 0,-2 13 0,3-10 0,0 1 0,1-1 0,0 0 0,1 1 0,0-1 0,1 1 0,2 15 0,-2-24 0,0 1 0,0-1 0,0 0 0,1 0 0,-1 0 0,1 0 0,0 0 0,-1 0 0,1 0 0,0 0 0,1-1 0,-1 1 0,0-1 0,1 0 0,4 4 0,-2-3 0,0 0 0,0-1 0,0 1 0,1-1 0,-1 0 0,1-1 0,-1 1 0,10 0 0,-1 0 0,0-2 0,0 0 0,1 0 0,-1-1 0,0-1 0,24-6 0,-27 5 0,-1 0 0,1-1 0,-1 0 0,0 0 0,0-2 0,0 1 0,0-1 0,-1 0 0,0-1 0,-1 0 0,9-9 0,-12 11 0,-1-1 0,0 1 0,0-1 0,-1 1 0,0-1 0,0 0 0,0 0 0,-1 0 0,0-1 0,0 1 0,0-1 0,-1 1 0,0-1 0,0 1 0,-1-1 0,0 0 0,0 0 0,0 1 0,-3-13 0,0 9 23,1 0 0,-1 1 0,-1-1-1,0 1 1,0 0 0,-1 0 0,0 0-1,-1 1 1,0 0 0,0 0 0,-1 0-1,1 1 1,-2 0 0,-11-9 0,8 8-179,0 0 1,0 1 0,-1 0 0,0 1 0,0 1 0,-1 0 0,1 1-1,-1 0 1,0 1 0,-19-3 0,14 4-6671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8.791"/>
    </inkml:context>
    <inkml:brush xml:id="br0">
      <inkml:brushProperty name="width" value="0.05" units="cm"/>
      <inkml:brushProperty name="height" value="0.05" units="cm"/>
      <inkml:brushProperty name="color" value="#FFC114"/>
    </inkml:brush>
  </inkml:definitions>
  <inkml:trace contextRef="#ctx0" brushRef="#br0">1 5 24575,'3'0'0,"2"-3"0,-1 2 0,0 4 0,-2 6 0,0 7 0,-2 8 0,1 7 0,-1 4 0,3 4 0,1 4 0,3 6 0,1 0 0,2 0 0,3-3 0,2-5 0,-1-10-8191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9.286"/>
    </inkml:context>
    <inkml:brush xml:id="br0">
      <inkml:brushProperty name="width" value="0.05" units="cm"/>
      <inkml:brushProperty name="height" value="0.05" units="cm"/>
      <inkml:brushProperty name="color" value="#FFC114"/>
    </inkml:brush>
  </inkml:definitions>
  <inkml:trace contextRef="#ctx0" brushRef="#br0">274 598 24575,'3'-3'0,"-1"0"0,0-1 0,0 1 0,0-1 0,0 1 0,-1-1 0,0 0 0,1 1 0,-1-1 0,0 0 0,-1 0 0,1 0 0,-1-5 0,1 1 0,-1 0 0,0 0 0,0-1 0,-1 1 0,-2-11 0,1 13 0,0 0 0,0 0 0,-1 1 0,0-1 0,0 1 0,0-1 0,-1 1 0,1 0 0,-1 1 0,0-1 0,-1 1 0,1-1 0,-1 1 0,0 0 0,0 1 0,-7-4 0,8 5 0,1 0 0,-1 0 0,0 1 0,1-1 0,-1 1 0,0 0 0,0 0 0,0 1 0,0-1 0,0 1 0,0 0 0,0 0 0,0 0 0,0 0 0,0 1 0,0 0 0,0 0 0,0 0 0,0 0 0,1 0 0,-1 1 0,0 0 0,1 0 0,-1 0 0,-5 4 0,-2 4 0,0 1 0,1 0 0,0 0 0,1 1 0,1 0 0,-1 1 0,2 0 0,0 0 0,0 0 0,2 1 0,-1 0 0,2 0 0,0 1 0,-4 28 0,8-40 0,-1 0 0,1 0 0,0 0 0,1 0 0,-1 0 0,0 0 0,1-1 0,0 1 0,0 0 0,0 0 0,0 0 0,0-1 0,0 1 0,1 0 0,-1-1 0,1 1 0,0-1 0,0 0 0,0 0 0,0 1 0,0-1 0,0 0 0,0-1 0,1 1 0,-1 0 0,1-1 0,-1 1 0,1-1 0,0 0 0,0 0 0,-1 0 0,1 0 0,0 0 0,5 0 0,5 1 0,0-1 0,0 0 0,1 0 0,-1-1 0,0-1 0,20-4 0,-20 3 0,0-1 0,-1 0 0,1-1 0,-1-1 0,0 0 0,0-1 0,-1 0 0,1 0 0,-1-1 0,-1-1 0,1 0 0,-2 0 0,1-1 0,-1-1 0,12-14 0,-12 11 0,0 0 0,-1 0 0,-1-1 0,0 0 0,-1-1 0,-1 1 0,0-1 0,0 0 0,-2-1 0,0 1 0,-1-1 0,1-23 0,-4 9 0,-1-1 0,-1 1 0,-12-50 0,-36-85 0,36 135 0,15 30 0,0-1 0,-1 1 0,1 0 0,0 0 0,0-1 0,0 1 0,-1 0 0,1 0 0,0-1 0,0 1 0,-1 0 0,1 0 0,0 0 0,0 0 0,-1-1 0,1 1 0,0 0 0,-1 0 0,1 0 0,0 0 0,-1 0 0,1 0 0,0 0 0,-1 0 0,1 0 0,0 0 0,-1 0 0,1 0 0,-1 0 0,1 1 0,-1-1 0,0 1 0,1 0 0,-1 0 0,1 0 0,-1-1 0,1 1 0,0 0 0,-1 0 0,1 0 0,0 0 0,0 0 0,-1 0 0,1 0 0,0 2 0,-3 38 0,1 0 0,2 1 0,11 74 0,-7-75 0,11 74-682,32 123-1,-37-197-6143</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39.740"/>
    </inkml:context>
    <inkml:brush xml:id="br0">
      <inkml:brushProperty name="width" value="0.05" units="cm"/>
      <inkml:brushProperty name="height" value="0.05" units="cm"/>
      <inkml:brushProperty name="color" value="#FFC114"/>
    </inkml:brush>
  </inkml:definitions>
  <inkml:trace contextRef="#ctx0" brushRef="#br0">1 1 24575,'8'148'0,"1"-10"0,18 328 0,-14-272 0,-7-117-682,22 106-1,-24-165-6143</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0.273"/>
    </inkml:context>
    <inkml:brush xml:id="br0">
      <inkml:brushProperty name="width" value="0.05" units="cm"/>
      <inkml:brushProperty name="height" value="0.05" units="cm"/>
      <inkml:brushProperty name="color" value="#FFC114"/>
    </inkml:brush>
  </inkml:definitions>
  <inkml:trace contextRef="#ctx0" brushRef="#br0">3 89 24575,'-1'-24'0,"0"17"0,1 0 0,-1 0 0,2 0 0,-1 0 0,1 0 0,0 0 0,2-8 0,-3 15 0,0 0 0,0 1 0,0-1 0,0 0 0,0 0 0,0 0 0,0 0 0,0 1 0,0-1 0,0 0 0,0 0 0,0 0 0,0 1 0,0-1 0,1 0 0,-1 0 0,0 0 0,0 0 0,0 1 0,0-1 0,0 0 0,0 0 0,1 0 0,-1 0 0,0 0 0,0 0 0,0 1 0,0-1 0,0 0 0,1 0 0,-1 0 0,0 0 0,0 0 0,0 0 0,1 0 0,-1 0 0,0 0 0,0 0 0,0 0 0,0 0 0,1 0 0,-1 0 0,0 0 0,0 0 0,0 0 0,1 0 0,-1 0 0,0 0 0,0 0 0,0 0 0,0 0 0,1 0 0,-1-1 0,0 1 0,0 0 0,0 0 0,0 0 0,0 0 0,1 0 0,-1 0 0,0-1 0,0 1 0,0 0 0,0 0 0,0 0 0,0 0 0,0-1 0,1 1 0,5 17 0,-6-16 0,13 52 0,-3 0 0,4 65 0,6 35 0,-12-111-1365,-1-9-5461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0.567"/>
    </inkml:context>
    <inkml:brush xml:id="br0">
      <inkml:brushProperty name="width" value="0.05" units="cm"/>
      <inkml:brushProperty name="height" value="0.05" units="cm"/>
      <inkml:brushProperty name="color" value="#FFC114"/>
    </inkml:brush>
  </inkml:definitions>
  <inkml:trace contextRef="#ctx0" brushRef="#br0">91 353 24575,'-17'-26'0,"1"-1"0,-22-48 0,34 66 0,1 1 0,0 0 0,1-1 0,0 0 0,0 0 0,1 1 0,0-1 0,0 0 0,1 0 0,0 0 0,1 0 0,0 0 0,0 0 0,3-9 0,-2 14 0,-1-1 0,1 1 0,0 0 0,0 0 0,1 0 0,0 0 0,-1 0 0,1 0 0,0 1 0,1-1 0,-1 1 0,1 0 0,-1 0 0,6-3 0,-3 2 0,1 1 0,0 0 0,0 0 0,0 1 0,0 0 0,1 0 0,-1 0 0,9 0 0,6 1 0,0 1 0,-1 1 0,1 0 0,-1 2 0,27 6 0,-18-1 0,0 0 0,-1 2 0,0 1 0,0 2 0,-1 0 0,37 25 0,-52-29 0,0 0 0,0 1 0,-1 1 0,0 0 0,-1 0 0,0 1 0,-1 0 0,0 1 0,-1 0 0,-1 1 0,0 0 0,-1 0 0,0 1 0,5 17 0,-10-23 0,0 0 0,0 0 0,-1 0 0,0 0 0,0 0 0,-1 0 0,-1 0 0,1 0 0,-1 0 0,-1 0 0,0-1 0,0 1 0,-7 16 0,3-13 0,0-2 0,0 1 0,-1-1 0,0 0 0,-1 0 0,0-1 0,0 0 0,-1 0 0,-14 10 0,4-6 0,0 0 0,-1-2 0,0 0 0,-1-1 0,0-1 0,-1-1 0,0-1 0,0 0 0,-1-2 0,-35 4 0,13-9-1365,7-3-5461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0.802"/>
    </inkml:context>
    <inkml:brush xml:id="br0">
      <inkml:brushProperty name="width" value="0.05" units="cm"/>
      <inkml:brushProperty name="height" value="0.05" units="cm"/>
      <inkml:brushProperty name="color" value="#FFC114"/>
    </inkml:brush>
  </inkml:definitions>
  <inkml:trace contextRef="#ctx0" brushRef="#br0">1 1 24575,'3'0'0,"0"0"0,0 0 0,1 0 0,-1 0 0,0 1 0,0 0 0,0-1 0,0 1 0,0 0 0,0 1 0,0-1 0,0 0 0,-1 1 0,1 0 0,0 0 0,-1-1 0,1 1 0,-1 1 0,0-1 0,1 0 0,-1 1 0,0-1 0,-1 1 0,1-1 0,0 1 0,-1 0 0,1 0 0,-1 0 0,0 0 0,0 0 0,1 4 0,1 9 0,-1 1 0,-1-1 0,0 0 0,-1 0 0,-2 17 0,0-1 0,1 178-1365,1-192-5461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0.958"/>
    </inkml:context>
    <inkml:brush xml:id="br0">
      <inkml:brushProperty name="width" value="0.05" units="cm"/>
      <inkml:brushProperty name="height" value="0.05" units="cm"/>
      <inkml:brushProperty name="color" value="#FFC114"/>
    </inkml:brush>
  </inkml:definitions>
  <inkml:trace contextRef="#ctx0" brushRef="#br0">30 50 24575,'-3'-3'0,"-1"-5"0,-4-4 0,0-3 0,2 3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1.365"/>
    </inkml:context>
    <inkml:brush xml:id="br0">
      <inkml:brushProperty name="width" value="0.05" units="cm"/>
      <inkml:brushProperty name="height" value="0.05" units="cm"/>
      <inkml:brushProperty name="color" value="#FFC114"/>
    </inkml:brush>
  </inkml:definitions>
  <inkml:trace contextRef="#ctx0" brushRef="#br0">234 180 24575,'1'2'0,"0"-1"0,1 0 0,-1 0 0,0 0 0,1 0 0,-1 0 0,1 0 0,0 0 0,-1-1 0,1 1 0,0 0 0,-1-1 0,1 0 0,0 1 0,0-1 0,0 0 0,-1 0 0,1 0 0,0 0 0,0 0 0,0 0 0,2-1 0,-1 0 0,0 0 0,0-1 0,0 1 0,0-1 0,0 1 0,0-1 0,0 0 0,-1 0 0,1-1 0,-1 1 0,4-4 0,-2 2 0,-1-1 0,1 1 0,-1-1 0,0 0 0,0 0 0,-1 0 0,1-1 0,-1 1 0,0 0 0,0-1 0,-1 0 0,0 1 0,0-1 0,0-5 0,-1 7 0,-1 1 0,0-1 0,0 1 0,0-1 0,-1 1 0,1 0 0,-1 0 0,1 0 0,-1 0 0,0 0 0,0 0 0,-1 0 0,1 1 0,-1-1 0,1 1 0,-1-1 0,0 1 0,1 0 0,-1 0 0,0 0 0,-1 1 0,1-1 0,0 1 0,0 0 0,-1 0 0,-4-1 0,-9-3 0,0 2 0,0 0 0,-33-1 0,36 3 0,1 1 0,-1 1 0,1 0 0,-1 1 0,-23 6 0,33-7 0,0 0 0,-1 0 0,1 1 0,0 0 0,0 0 0,0 0 0,1 0 0,-1 1 0,0 0 0,1 0 0,0 0 0,-1 0 0,1 0 0,0 0 0,1 1 0,-1-1 0,1 1 0,-1 0 0,1 0 0,0 0 0,-1 6 0,2-7 0,1 1 0,-1 0 0,1-1 0,0 1 0,0 0 0,1-1 0,-1 1 0,1-1 0,0 1 0,0 0 0,0-1 0,0 1 0,0-1 0,1 0 0,0 0 0,0 1 0,0-1 0,0 0 0,0 0 0,0-1 0,6 6 0,3 2 0,0 0 0,0 0 0,1-2 0,13 9 0,20 7 0,86 35 0,-5-3 0,-122-54 0,0 0 0,0 0 0,-1 0 0,1 1 0,-1 0 0,1 0 0,-1 0 0,0 0 0,0 0 0,3 5 0,-5-7 0,-1 0 0,1-1 0,-1 1 0,0 0 0,1 0 0,-1 0 0,0 0 0,0 0 0,1 0 0,-1 0 0,0 0 0,0 0 0,0 0 0,0 0 0,0 0 0,0 0 0,-1 0 0,1 0 0,-1 1 0,1 0 0,-1-1 0,0 1 0,0-1 0,-1 1 0,1-1 0,0 0 0,0 0 0,-1 1 0,1-1 0,0 0 0,-1 0 0,1 0 0,-1 0 0,-2 0 0,-21 9-195,-1-1 0,-1-1 0,1-2 0,-1 0 0,0-2 0,-28 1 0,21-3-6631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1.706"/>
    </inkml:context>
    <inkml:brush xml:id="br0">
      <inkml:brushProperty name="width" value="0.05" units="cm"/>
      <inkml:brushProperty name="height" value="0.05" units="cm"/>
      <inkml:brushProperty name="color" value="#FFC114"/>
    </inkml:brush>
  </inkml:definitions>
  <inkml:trace contextRef="#ctx0" brushRef="#br0">0 0 24575,'20'590'0,"-13"-519"0,80 631 0,-83-682 0,-3-10 0,0 0 0,1 0 0,1 0 0,0-1 0,0 1 0,0-1 0,10 17 0,-13-25-39,1-1 0,-1 1 0,1 0 0,-1 0 0,1 0 0,-1-1 0,1 1 0,-1 0 0,1-1 0,0 1 0,-1-1 0,1 1 0,0-1 0,-1 1 0,1-1 0,0 1 0,0-1 0,0 1 0,0-1 0,-1 0 0,1 0 0,0 1 0,0-1 0,0 0 0,0 0 0,0 0 0,0 0 0,0 0 0,-1 0 0,1 0 0,0 0 0,0-1 0,0 1 0,1-1 0,9-8-6787</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2.395"/>
    </inkml:context>
    <inkml:brush xml:id="br0">
      <inkml:brushProperty name="width" value="0.05" units="cm"/>
      <inkml:brushProperty name="height" value="0.05" units="cm"/>
      <inkml:brushProperty name="color" value="#FFC114"/>
    </inkml:brush>
  </inkml:definitions>
  <inkml:trace contextRef="#ctx0" brushRef="#br0">480 595 24575,'-3'-4'0,"0"-1"0,1 0 0,-1 0 0,1 0 0,0 0 0,0 0 0,1 0 0,-1-1 0,1 1 0,0-1 0,1 1 0,-1-9 0,-5-28 0,4 37 0,0-1 0,0 1 0,0 0 0,-1-1 0,0 1 0,0 0 0,0 1 0,0-1 0,-1 0 0,0 1 0,0 0 0,0 0 0,0 0 0,-1 1 0,-6-5 0,4 4 0,0 1 0,0 0 0,0 0 0,-1 1 0,1 0 0,-1 0 0,1 1 0,-1 0 0,1 0 0,-13 1 0,4 1 0,0 0 0,0 2 0,0 0 0,0 0 0,1 2 0,-1 0 0,1 1 0,0 0 0,0 1 0,-18 13 0,22-13 0,0 1 0,1 1 0,0 0 0,0 1 0,1-1 0,0 2 0,-9 15 0,15-22 0,0 0 0,1 0 0,0 0 0,0 0 0,0 0 0,0 1 0,1-1 0,-1 1 0,1 0 0,0-1 0,1 1 0,-1 0 0,1 0 0,0-1 0,0 1 0,1 0 0,-1-1 0,1 1 0,0 0 0,0-1 0,1 1 0,-1-1 0,1 1 0,3 5 0,-1-5 0,0 0 0,1 0 0,0 0 0,0 0 0,0-1 0,0 0 0,1 0 0,0 0 0,-1-1 0,1 1 0,1-1 0,-1-1 0,0 1 0,1-1 0,-1-1 0,12 3 0,7 0 0,-1-1 0,1-1 0,30-2 0,-36-1 0,0 0 0,-1-1 0,0-1 0,1-1 0,-1-1 0,0 0 0,-1-1 0,1-1 0,-1-1 0,-1 0 0,1-1 0,-1-1 0,-1 0 0,0-2 0,0 1 0,-1-2 0,-1 0 0,0 0 0,-1-1 0,0-1 0,-2 0 0,1-1 0,-2 0 0,0 0 0,-1-1 0,0 0 0,5-19 0,-2 1 0,-2 0 0,-1-1 0,-2 0 0,-1 0 0,-2 0 0,-1 0 0,-5-62 0,2 92 0,0 1 0,-1-1 0,1 0 0,-1 1 0,0 0 0,-1-1 0,1 1 0,-6-8 0,8 13 0,-1-1 0,1 0 0,-1 1 0,1-1 0,-1 1 0,1-1 0,-1 1 0,0-1 0,1 1 0,-1-1 0,0 1 0,1-1 0,-1 1 0,0 0 0,1 0 0,-1-1 0,0 1 0,0 0 0,1 0 0,-1 0 0,0 0 0,0-1 0,0 1 0,1 0 0,-2 1 0,0-1 0,1 1 0,-1 0 0,1 0 0,0 0 0,-1 1 0,1-1 0,0 0 0,0 0 0,0 1 0,0-1 0,0 0 0,0 1 0,0-1 0,0 1 0,0 0 0,1-1 0,-1 3 0,-7 16 0,2 0 0,0 0 0,1 1 0,-4 40 0,6-14 0,3 53 0,2-65-151,1 0-1,1 0 0,2-1 0,2 0 1,1 0-1,1 0 0,2-2 1,28 55-1,-23-57-6674</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2.578"/>
    </inkml:context>
    <inkml:brush xml:id="br0">
      <inkml:brushProperty name="width" value="0.05" units="cm"/>
      <inkml:brushProperty name="height" value="0.05" units="cm"/>
      <inkml:brushProperty name="color" value="#FFC114"/>
    </inkml:brush>
  </inkml:definitions>
  <inkml:trace contextRef="#ctx0" brushRef="#br0">20 73 24575,'0'-7'0,"0"-5"0,-3-4 0,-1-3 0,0 6 0,0 7 0,2 9 0,0 7 0,2 6 0,-1 5 0,1 4 0,1 4 0,-1 0 0,3 2 0,5 0 0,1-7-8191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2.732"/>
    </inkml:context>
    <inkml:brush xml:id="br0">
      <inkml:brushProperty name="width" value="0.05" units="cm"/>
      <inkml:brushProperty name="height" value="0.05" units="cm"/>
      <inkml:brushProperty name="color" value="#FFC114"/>
    </inkml:brush>
  </inkml:definitions>
  <inkml:trace contextRef="#ctx0" brushRef="#br0">18 91 24575,'0'-6'0,"0"-10"0,-3-4 0,-1-4 0,-1 7 0,2 10 0,0 8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3.058"/>
    </inkml:context>
    <inkml:brush xml:id="br0">
      <inkml:brushProperty name="width" value="0.05" units="cm"/>
      <inkml:brushProperty name="height" value="0.05" units="cm"/>
      <inkml:brushProperty name="color" value="#FFC114"/>
    </inkml:brush>
  </inkml:definitions>
  <inkml:trace contextRef="#ctx0" brushRef="#br0">1 16 24575,'1'8'0,"0"0"0,0 0 0,1-1 0,0 1 0,1 0 0,4 7 0,2 10 0,59 144 0,-65-162 0,0-1 0,1 1 0,0-1 0,0 0 0,1 0 0,0 0 0,0-1 0,10 9 0,-13-12 0,1 0 0,-1 0 0,1-1 0,-1 0 0,1 1 0,0-1 0,0 0 0,-1 0 0,1 0 0,0-1 0,0 1 0,0-1 0,0 1 0,0-1 0,0 0 0,0 0 0,0 0 0,0-1 0,0 1 0,-1-1 0,1 1 0,0-1 0,0 0 0,4-2 0,8-6 0,0 0 0,-1-1 0,0 0 0,0-1 0,-1 0 0,-1-1 0,14-17 0,3-7 0,36-59 0,-51 71-682,17-41-1,-22 43-6143</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3.368"/>
    </inkml:context>
    <inkml:brush xml:id="br0">
      <inkml:brushProperty name="width" value="0.05" units="cm"/>
      <inkml:brushProperty name="height" value="0.05" units="cm"/>
      <inkml:brushProperty name="color" value="#FFC114"/>
    </inkml:brush>
  </inkml:definitions>
  <inkml:trace contextRef="#ctx0" brushRef="#br0">82 0 24575,'-1'7'0,"0"0"0,0 0 0,0-1 0,-1 1 0,0 0 0,-6 11 0,-4 16 0,-4 32 0,4 1 0,-7 111 0,13 138 0,6-294 0,9 151 0,-5-143 0,1 0 0,1 0 0,18 48 0,-15-59-1365,0-5-5461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4.039"/>
    </inkml:context>
    <inkml:brush xml:id="br0">
      <inkml:brushProperty name="width" value="0.05" units="cm"/>
      <inkml:brushProperty name="height" value="0.05" units="cm"/>
      <inkml:brushProperty name="color" value="#FFC114"/>
    </inkml:brush>
  </inkml:definitions>
  <inkml:trace contextRef="#ctx0" brushRef="#br0">414 160 24575,'-27'-27'0,"6"5"0,-1 1 0,-31-24 0,44 40 0,1-1 0,-1 1 0,0 0 0,0 1 0,-1 0 0,0 1 0,1 0 0,-1 0 0,0 1 0,-18-2 0,19 4 0,-1 0 0,1 1 0,0 0 0,0 0 0,0 1 0,0 0 0,0 1 0,1 0 0,-1 0 0,1 1 0,0 0 0,-11 7 0,16-9 0,0 0 0,0 0 0,0 1 0,0-1 0,0 1 0,0-1 0,1 1 0,-1 0 0,1 0 0,0 0 0,0 1 0,0-1 0,0 0 0,0 1 0,1-1 0,0 1 0,0 0 0,0-1 0,0 1 0,0 0 0,1 0 0,-1 0 0,1-1 0,0 1 0,0 0 0,1 0 0,-1 0 0,1-1 0,0 1 0,0 0 0,3 7 0,0-4 0,0 0 0,0 1 0,1-2 0,0 1 0,0 0 0,1-1 0,0 0 0,0 0 0,0-1 0,13 9 0,8 3 0,42 20 0,-52-28 0,83 38 0,-44-21 0,80 48 0,-132-71 0,0-1 0,0 1 0,-1 0 0,1 0 0,-1 0 0,0 1 0,1-1 0,-2 1 0,1 0 0,3 5 0,-6-8 0,1 0 0,-1 0 0,1 0 0,-1 0 0,0 1 0,0-1 0,0 0 0,0 0 0,1 0 0,-1 1 0,-1-1 0,1 0 0,0 0 0,0 0 0,0 1 0,-1-1 0,0 2 0,0-2 0,0 1 0,0 0 0,-1 0 0,1 0 0,0-1 0,-1 1 0,0-1 0,1 1 0,-1-1 0,0 1 0,0-1 0,-3 2 0,-7 3 0,-1-1 0,0 0 0,0-1 0,0 0 0,-20 3 0,-72 5 0,89-11 0,-9 2 86,0-3-1,0 0 0,-25-3 1,40 2-242,1-1 1,-1 0 0,1 0 0,0-1 0,0 0 0,0-1 0,0 0-1,0 0 1,1-1 0,-15-10 0,6-2-6671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44.432"/>
    </inkml:context>
    <inkml:brush xml:id="br0">
      <inkml:brushProperty name="width" value="0.05" units="cm"/>
      <inkml:brushProperty name="height" value="0.05" units="cm"/>
      <inkml:brushProperty name="color" value="#FFC114"/>
    </inkml:brush>
  </inkml:definitions>
  <inkml:trace contextRef="#ctx0" brushRef="#br0">199 0 24575,'6'1'0,"0"-1"0,0 1 0,0 0 0,10 3 0,-15-3 0,-1-1 0,1 0 0,0 0 0,-1 0 0,1 1 0,-1-1 0,1 0 0,0 1 0,-1-1 0,1 0 0,-1 1 0,1-1 0,-1 1 0,0-1 0,1 1 0,-1-1 0,1 1 0,-1-1 0,0 1 0,1-1 0,-1 2 0,0-2 0,0 1 0,0 0 0,-1 0 0,1-1 0,-1 1 0,1 0 0,0 0 0,-1-1 0,1 1 0,-1-1 0,1 1 0,-1 0 0,0-1 0,1 1 0,-1-1 0,1 1 0,-1-1 0,0 1 0,0-1 0,1 0 0,-1 1 0,-1-1 0,-30 17 0,-31 22 0,51-31 0,1 1 0,1 0 0,0 1 0,0 0 0,-16 22 0,17-20 0,1 1 0,1 0 0,0 0 0,1 0 0,1 1 0,0 0 0,0 0 0,-3 24 0,7-33 0,0-1 0,1 1 0,-1 0 0,1 0 0,0-1 0,1 1 0,-1 0 0,1 0 0,0-1 0,0 1 0,0 0 0,1-1 0,0 1 0,0-1 0,0 0 0,0 0 0,1 0 0,-1 0 0,1 0 0,0 0 0,0 0 0,1-1 0,-1 0 0,1 0 0,-1 0 0,1 0 0,0 0 0,0-1 0,1 1 0,4 1 0,2 0 0,1-1 0,-1 0 0,1-1 0,0 0 0,-1-1 0,1 0 0,0 0 0,0-2 0,0 1 0,0-2 0,-1 1 0,1-2 0,0 0 0,16-6 0,-7 1 0,0 0 0,0-2 0,-1 0 0,0-2 0,-1 0 0,30-25 0,-43 32 0,-1 0 0,1-1 0,-1 0 0,0-1 0,0 1 0,-1-1 0,0 1 0,0-1 0,-1-1 0,0 1 0,0 0 0,0-1 0,-1 0 0,0 1 0,-1-1 0,1-12 0,-1 14 0,-1 1 0,-1-1 0,1 0 0,-1 0 0,0 0 0,0 1 0,-1-1 0,0 1 0,0-1 0,0 1 0,-1 0 0,1 0 0,-1 0 0,0 0 0,-1 0 0,1 0 0,-1 1 0,0 0 0,0 0 0,0 0 0,-1 0 0,1 1 0,-7-4 0,1 1-68,-1 2 0,0-1-1,0 1 1,0 1 0,0 0 0,-1 1-1,1 0 1,-1 0 0,0 1 0,1 1-1,-1 0 1,0 1 0,1 0 0,-1 0-1,1 2 1,-1-1 0,1 1-1,0 1 1,-18 8 0,6 1-6758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3.743"/>
    </inkml:context>
    <inkml:brush xml:id="br0">
      <inkml:brushProperty name="width" value="0.05" units="cm"/>
      <inkml:brushProperty name="height" value="0.05" units="cm"/>
      <inkml:brushProperty name="color" value="#FFC114"/>
    </inkml:brush>
  </inkml:definitions>
  <inkml:trace contextRef="#ctx0" brushRef="#br0">24 17 24575,'0'-1'0,"0"0"0,0 1 0,0-1 0,-1 0 0,1 0 0,0 0 0,0 0 0,-1 1 0,1-1 0,0 0 0,-1 0 0,1 1 0,-1-1 0,1 0 0,-1 1 0,1-1 0,-1 0 0,-1 0 0,2 1 0,-1-1 0,1 1 0,0 0 0,0 0 0,-1 0 0,1 0 0,0 0 0,-1 0 0,1 0 0,0 0 0,-1 0 0,1 0 0,0 0 0,-1 0 0,1 0 0,0 0 0,0 0 0,-1 0 0,1 0 0,0 0 0,-1 1 0,1-1 0,0 0 0,0 0 0,-1 0 0,1 0 0,0 1 0,0-1 0,-1 0 0,1 0 0,0 1 0,0-1 0,0 0 0,-1 0 0,1 1 0,0-1 0,0 0 0,0 0 0,0 1 0,0-1 0,0 0 0,0 1 0,0-1 0,0 0 0,-1 1 0,1-1 0,0 0 0,0 0 0,1 1 0,-1-1 0,0 0 0,0 1 0,-4 40 0,2 0 0,4 43 0,0-16 0,-2-36-341,1 1 0,2-1-1,12 53 1,-8-62-6485</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4.147"/>
    </inkml:context>
    <inkml:brush xml:id="br0">
      <inkml:brushProperty name="width" value="0.05" units="cm"/>
      <inkml:brushProperty name="height" value="0.05" units="cm"/>
      <inkml:brushProperty name="color" value="#FFC114"/>
    </inkml:brush>
  </inkml:definitions>
  <inkml:trace contextRef="#ctx0" brushRef="#br0">20 42 24575,'-7'12'0,"-1"13"0,6-14 0,1 1 0,0-1 0,1 0 0,0 0 0,0 1 0,2-1 0,-1 0 0,1 0 0,7 20 0,-7-27 0,-1 0 0,1 0 0,0 0 0,1 0 0,-1 0 0,1 0 0,-1-1 0,1 1 0,0-1 0,1 0 0,-1 0 0,0 0 0,1 0 0,0-1 0,-1 1 0,1-1 0,0 0 0,0 0 0,1-1 0,-1 1 0,0-1 0,0 0 0,1 0 0,-1 0 0,1 0 0,-1-1 0,7 0 0,-6 0 0,0-1 0,0 1 0,-1-1 0,1 0 0,0-1 0,0 1 0,-1-1 0,1 0 0,-1 0 0,0 0 0,0 0 0,1-1 0,-1 0 0,-1 0 0,1 0 0,0 0 0,-1-1 0,0 0 0,0 1 0,0-1 0,0 0 0,0 0 0,-1-1 0,3-6 0,-2 5 0,0 0 0,-1-1 0,0 0 0,0 1 0,-1-1 0,1 0 0,-1 0 0,-1 0 0,0 0 0,0 0 0,0 0 0,-1 0 0,0 0 0,0 0 0,0 0 0,-4-9 0,2 9 34,0 1 1,-1 0-1,1 0 0,-1 0 0,0 1 0,-1-1 0,1 1 0,-1 0 0,-8-6 1,10 9-130,0-1 0,0 1 0,0 0 0,-1 0 1,1 0-1,-1 1 0,0-1 0,1 1 0,-1 0 0,0 0 1,0 0-1,1 1 0,-1-1 0,0 1 0,0 0 1,0 0-1,-8 1 0,-1 3-6731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4.520"/>
    </inkml:context>
    <inkml:brush xml:id="br0">
      <inkml:brushProperty name="width" value="0.05" units="cm"/>
      <inkml:brushProperty name="height" value="0.05" units="cm"/>
      <inkml:brushProperty name="color" value="#FFC114"/>
    </inkml:brush>
  </inkml:definitions>
  <inkml:trace contextRef="#ctx0" brushRef="#br0">122 23 24575,'-5'0'0,"0"0"0,0 0 0,1 0 0,-1 1 0,0 0 0,0-1 0,0 2 0,1-1 0,-1 0 0,1 1 0,-1 0 0,1 0 0,0 1 0,-1-1 0,1 1 0,0 0 0,1 0 0,-1 0 0,1 0 0,-1 1 0,1-1 0,0 1 0,0 0 0,0 0 0,1 0 0,-1 0 0,1 1 0,0-1 0,0 1 0,1-1 0,-1 1 0,1-1 0,0 1 0,1 0 0,-1 0 0,1 0 0,0-1 0,0 1 0,0 5 0,1-5 0,-1 0 0,1 0 0,0 0 0,0 0 0,0 0 0,1 0 0,0-1 0,0 1 0,0-1 0,0 1 0,1-1 0,0 0 0,0 0 0,0 0 0,0 0 0,1 0 0,-1-1 0,1 1 0,0-1 0,0 0 0,0 0 0,0-1 0,1 1 0,-1-1 0,1 0 0,0 0 0,-1 0 0,1-1 0,0 0 0,0 0 0,0 0 0,0 0 0,0-1 0,0 0 0,0 0 0,0 0 0,0-1 0,0 0 0,0 0 0,0 0 0,6-2 0,0-1 0,0-1 0,0 0 0,-1-1 0,0 0 0,0-1 0,0 0 0,-1 0 0,16-16 0,-22 19 0,0 1 0,0-1 0,0 0 0,0 0 0,-1 0 0,0-1 0,0 1 0,0-1 0,0 1 0,1-8 0,-2 8 0,-1 1 0,0 0 0,0 0 0,0 0 0,0 0 0,0 0 0,-1-1 0,0 1 0,1 0 0,-1 0 0,0 0 0,0 0 0,-1 0 0,1 0 0,-1 1 0,1-1 0,-4-4 0,0 1 0,-1 1 0,1-1 0,-1 1 0,0 0 0,-1 0 0,1 0 0,-1 1 0,0 0 0,0 1 0,0-1 0,0 1 0,-14-3 0,12 3 0,0 1 0,0 1 0,0 0 0,0 0 0,-1 1 0,1 0 0,0 0 0,0 1 0,0 0 0,-16 4 0,23-4-124,-1 0 0,0 0 0,0 0 0,1 1 0,-1-1 0,1 1-1,-1-1 1,1 1 0,0 0 0,-5 4 0,-1 6-6702</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4.957"/>
    </inkml:context>
    <inkml:brush xml:id="br0">
      <inkml:brushProperty name="width" value="0.05" units="cm"/>
      <inkml:brushProperty name="height" value="0.05" units="cm"/>
      <inkml:brushProperty name="color" value="#FFC114"/>
    </inkml:brush>
  </inkml:definitions>
  <inkml:trace contextRef="#ctx0" brushRef="#br0">37 33 24575,'0'-2'0,"-1"1"0,1-1 0,-1 0 0,0 0 0,1 0 0,-1 0 0,0 1 0,0-1 0,0 0 0,0 1 0,0-1 0,-1 1 0,1-1 0,0 1 0,-3-2 0,4 3 0,0 0 0,-1-1 0,1 1 0,0 0 0,-1-1 0,1 1 0,0 0 0,-1-1 0,1 1 0,-1 0 0,1 0 0,-1 0 0,1-1 0,-1 1 0,1 0 0,-1 0 0,1 0 0,0 0 0,-1 0 0,1 0 0,-1 0 0,1 0 0,-1 0 0,1 0 0,-1 0 0,1 0 0,-1 0 0,1 0 0,-1 1 0,1-1 0,-1 0 0,1 0 0,0 1 0,-1-1 0,1 0 0,-1 0 0,1 1 0,0-1 0,-1 0 0,1 1 0,0-1 0,-1 0 0,1 1 0,0-1 0,0 1 0,-1-1 0,1 1 0,0-1 0,0 0 0,0 1 0,0-1 0,-1 1 0,1-1 0,0 1 0,0-1 0,0 1 0,0-1 0,0 1 0,0-1 0,0 1 0,1 0 0,-1 7 0,0-1 0,0 1 0,1-1 0,0 1 0,0-1 0,1 0 0,5 14 0,1 0 0,14 26 0,-19-41 0,1 0 0,0 0 0,0-1 0,0 0 0,1 0 0,-1 0 0,1 0 0,0-1 0,1 0 0,-1 0 0,1 0 0,0 0 0,0-1 0,9 4 0,-10-6 0,-1 1 0,0-1 0,1 0 0,-1 0 0,1-1 0,-1 1 0,0-1 0,1 0 0,-1 0 0,1-1 0,-1 1 0,1-1 0,-1 0 0,0 0 0,1-1 0,-1 1 0,0-1 0,0 0 0,0 0 0,0 0 0,0-1 0,-1 1 0,5-4 0,-2-1 0,0 1 0,0-1 0,0 0 0,-1 0 0,0-1 0,-1 1 0,0-1 0,0 0 0,0 0 0,2-10 0,-4 13 0,-1 0 0,1 0 0,-1-1 0,0 1 0,-1 0 0,1-1 0,-1 1 0,0 0 0,0-1 0,-1 1 0,1-1 0,-1 1 0,-1 0 0,1 0 0,-1 0 0,0 0 0,-4-9 0,6 14 0,0-1 0,0 1 0,0 0 0,0-1 0,-1 1 0,1-1 0,0 1 0,0-1 0,-1 1 0,1 0 0,0-1 0,0 1 0,-1 0 0,1-1 0,-1 1 0,1 0 0,0 0 0,-1-1 0,1 1 0,0 0 0,-1 0 0,1-1 0,-1 1 0,1 0 0,-1 0 0,1 0 0,-1 0 0,1 0 0,0 0 0,-1 0 0,1 0 0,-1 0 0,1 0 0,-1 0 0,1 0 0,-1 0 0,0 1 0,0 0 0,0 0 0,0 0 0,1 0 0,-1 1 0,0-1 0,1 0 0,-1 0 0,1 1 0,-1-1 0,1 0 0,0 2 0,-5 42 0,8-10-82,1-1 0,2 0 0,1-1 0,18 51 0,-14-49-873,0 2-5871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4.128"/>
    </inkml:context>
    <inkml:brush xml:id="br0">
      <inkml:brushProperty name="width" value="0.05" units="cm"/>
      <inkml:brushProperty name="height" value="0.05" units="cm"/>
      <inkml:brushProperty name="color" value="#FFC114"/>
    </inkml:brush>
  </inkml:definitions>
  <inkml:trace contextRef="#ctx0" brushRef="#br0">58 115 24575,'-5'-6'0,"-10"-10"0,14 16 0,1 0 0,0-1 0,-1 1 0,1 0 0,-1 0 0,1 0 0,0 0 0,-1 0 0,1 0 0,-1 0 0,1 0 0,0 0 0,-1 0 0,1 0 0,-1 0 0,1 0 0,-1 0 0,1 0 0,0 1 0,-1-1 0,1 0 0,0 0 0,-1 0 0,1 1 0,-1-1 0,1 0 0,0 0 0,0 1 0,-1-1 0,1 0 0,0 1 0,-1-1 0,1 0 0,0 1 0,0-1 0,0 0 0,-1 1 0,1-1 0,0 1 0,0-1 0,0 0 0,0 1 0,0-1 0,0 1 0,0-1 0,0 0 0,0 1 0,-4 14 0,2 0 0,0 0 0,1 0 0,0 0 0,1 0 0,2 17 0,0 30 0,-4-41 0,0 0 0,-9 35 0,9-54 0,2-11 0,1-13 0,11-28 0,3 0 0,1 1 0,43-85 0,-55 124 0,16-29 0,-19 37 0,0 0 0,0 1 0,0-1 0,0 1 0,0 0 0,1-1 0,-1 1 0,1 0 0,-1-1 0,0 1 0,1 0 0,0 0 0,-1 0 0,1 0 0,0 1 0,-1-1 0,1 0 0,3 0 0,-4 1 0,1 0 0,-1 1 0,0-1 0,1 0 0,-1 1 0,0-1 0,1 1 0,-1-1 0,0 1 0,0-1 0,1 1 0,-1 0 0,0 0 0,0 0 0,0 0 0,0 0 0,0 0 0,0 0 0,0 0 0,0 0 0,-1 0 0,1 0 0,1 3 0,13 33 0,-14-33 0,28 116 0,-22-82 0,18 56 0,-24-92 0,0 0 0,-1 0 0,1 0 0,0-1 0,0 1 0,0 0 0,0 0 0,0-1 0,0 1 0,1 0 0,-1-1 0,0 1 0,1-1 0,-1 0 0,1 1 0,0-1 0,3 2 0,-4-3 0,0 0 0,1 0 0,-1 0 0,1 0 0,-1 0 0,0 0 0,1 0 0,-1 0 0,1-1 0,-1 1 0,0 0 0,1-1 0,-1 0 0,0 1 0,1-1 0,-1 1 0,0-1 0,0 0 0,0 0 0,0 0 0,0 0 0,0 0 0,0 0 0,0 0 0,0 0 0,1-1 0,78-106 0,-15 18 0,-48 68 0,33-38 0,-45 54 0,1 1 0,-1 0 0,1 0 0,0 0 0,0 1 0,1 0 0,10-5 0,-16 8 0,1 1 0,-1 0 0,1-1 0,-1 1 0,1 0 0,-1 0 0,1 0 0,-1 0 0,1 0 0,-1 0 0,1 1 0,0-1 0,-1 0 0,0 1 0,1-1 0,-1 1 0,1-1 0,-1 1 0,1 0 0,-1 0 0,0 0 0,0 0 0,1 0 0,-1 0 0,0 0 0,0 0 0,0 0 0,0 0 0,0 1 0,0-1 0,-1 0 0,1 1 0,0 1 0,4 5 0,-2 0 0,1 0 0,-1 0 0,2 11 0,1 7 0,2 32 0,-7-42 0,1 0 0,1 1 0,0-1 0,1 0 0,1-1 0,7 17 0,0-13-1365,1-4-5461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4.361"/>
    </inkml:context>
    <inkml:brush xml:id="br0">
      <inkml:brushProperty name="width" value="0.05" units="cm"/>
      <inkml:brushProperty name="height" value="0.05" units="cm"/>
      <inkml:brushProperty name="color" value="#FFC114"/>
    </inkml:brush>
  </inkml:definitions>
  <inkml:trace contextRef="#ctx0" brushRef="#br0">0 78 24575,'12'-32'0,"-10"27"0,-1-1 0,1 1 0,0 0 0,0 0 0,1 0 0,5-8 0,-8 13 0,0 0 0,0 0 0,0 0 0,0 0 0,0 0 0,0 0 0,1-1 0,-1 1 0,0 0 0,0 0 0,0 0 0,0 0 0,0 0 0,1 0 0,-1 0 0,0 0 0,0 0 0,0 0 0,0 0 0,1 0 0,-1 0 0,0 0 0,0 0 0,0 0 0,0 0 0,1 0 0,-1 0 0,0 0 0,0 0 0,0 0 0,0 0 0,1 0 0,-1 0 0,0 0 0,0 0 0,0 1 0,0-1 0,0 0 0,0 0 0,1 0 0,-1 0 0,0 0 0,0 0 0,0 1 0,0-1 0,0 0 0,0 0 0,0 0 0,0 0 0,0 0 0,0 1 0,1-1 0,-1 0 0,0 0 0,0 0 0,0 0 0,0 1 0,0-1 0,0 0 0,0 0 0,0 0 0,-1 0 0,1 1 0,0-1 0,0 0 0,2 14 0,-2-13 0,2 52 0,3-1 0,2 0 0,3 0 0,29 95 0,-32-128-1365,-2-2-5461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1.889"/>
    </inkml:context>
    <inkml:brush xml:id="br0">
      <inkml:brushProperty name="width" value="0.05" units="cm"/>
      <inkml:brushProperty name="height" value="0.05" units="cm"/>
      <inkml:brushProperty name="color" value="#FFC114"/>
    </inkml:brush>
  </inkml:definitions>
  <inkml:trace contextRef="#ctx0" brushRef="#br0">40 41 24575,'0'-6'0,"1"4"0,-1 0 0,0 1 0,0-1 0,0 0 0,0 0 0,0 0 0,0 1 0,-1-1 0,1 0 0,0 0 0,-1 1 0,1-1 0,-1 0 0,0 1 0,0-1 0,0 1 0,1-1 0,-3-1 0,3 3 0,0 0 0,-1 0 0,1 0 0,0 0 0,0 0 0,-1 0 0,1 0 0,0 0 0,-1 0 0,1 0 0,0 0 0,0 0 0,-1 1 0,1-1 0,0 0 0,0 0 0,-1 0 0,1 0 0,0 1 0,0-1 0,-1 0 0,1 0 0,0 0 0,0 1 0,0-1 0,-1 0 0,1 0 0,0 1 0,0-1 0,0 0 0,0 0 0,0 1 0,0-1 0,0 0 0,0 1 0,0-1 0,-1 0 0,1 1 0,0-1 0,0 0 0,1 0 0,-1 1 0,-3 15 0,-19 459-1365,23-447-5461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3.977"/>
    </inkml:context>
    <inkml:brush xml:id="br0">
      <inkml:brushProperty name="width" value="0.05" units="cm"/>
      <inkml:brushProperty name="height" value="0.05" units="cm"/>
      <inkml:brushProperty name="color" value="#FFC114"/>
    </inkml:brush>
  </inkml:definitions>
  <inkml:trace contextRef="#ctx0" brushRef="#br0">115 86 24575,'3'-9'0,"0"-8"0,-6 15 0,-7 8 0,4-1 0,1 0 0,1 1 0,-1 0 0,1 0 0,0 0 0,0 0 0,-3 9 0,-20 51 0,15-34 0,6-17 0,0 0 0,1 1 0,1 0 0,1 0 0,-2 18 0,4-30 0,1 1 0,0-1 0,1 1 0,-1-1 0,1 1 0,0-1 0,0 0 0,0 1 0,0-1 0,4 6 0,-4-7 0,1-1 0,-1 0 0,1 0 0,0 1 0,0-1 0,0 0 0,0 0 0,0-1 0,1 1 0,-1 0 0,0-1 0,1 1 0,0-1 0,-1 0 0,1 0 0,-1 0 0,1 0 0,3 0 0,1 0 0,0 0 0,0-1 0,0 0 0,0 0 0,0 0 0,0-1 0,0 0 0,0-1 0,0 1 0,0-1 0,7-4 0,7-3 0,42-23 0,-47 22 0,0 0 0,0-1 0,-1 0 0,-1-1 0,0-1 0,24-28 0,-34 36 0,-1 1 0,1-1 0,-1 0 0,0 0 0,-1 0 0,1-1 0,-1 1 0,0-1 0,-1 1 0,1-1 0,-1 1 0,0-1 0,0 0 0,-1 0 0,0 0 0,0 1 0,0-1 0,-1 0 0,1 0 0,-2 1 0,1-1 0,0 0 0,-1 1 0,0-1 0,-1 1 0,-4-9 0,2 6 0,-1 0 0,1 1 0,-2 0 0,1 0 0,-1 0 0,0 1 0,0 0 0,-1 0 0,1 1 0,-1 0 0,-11-5 0,14 7 0,-1 1 0,1 0 0,-1-1 0,0 2 0,0-1 0,0 1 0,0 0 0,0 0 0,0 1 0,0-1 0,0 1 0,0 1 0,0-1 0,-1 1 0,1 0 0,0 1 0,1-1 0,-9 4 0,12-4-105,0 0 0,1 0 0,-1 0 0,0 0 0,0 1 0,1-1 0,-1 1 0,1-1 0,-1 1 0,1-1 0,0 1 0,-2 2 0,-2 8-6721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4.209"/>
    </inkml:context>
    <inkml:brush xml:id="br0">
      <inkml:brushProperty name="width" value="0.05" units="cm"/>
      <inkml:brushProperty name="height" value="0.05" units="cm"/>
      <inkml:brushProperty name="color" value="#FFC114"/>
    </inkml:brush>
  </inkml:definitions>
  <inkml:trace contextRef="#ctx0" brushRef="#br0">61 16 24575,'0'-3'0,"0"-5"0,0 3 0,-3 5 0,-2 7 0,1 7 0,-3 6 0,0 6 0,-2 5 0,1 5 0,1 5 0,2 3 0,2-3 0,1-1 0,1-5 0,1-5 0,1-3 0,-1-8-8191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4.569"/>
    </inkml:context>
    <inkml:brush xml:id="br0">
      <inkml:brushProperty name="width" value="0.05" units="cm"/>
      <inkml:brushProperty name="height" value="0.05" units="cm"/>
      <inkml:brushProperty name="color" value="#FFC114"/>
    </inkml:brush>
  </inkml:definitions>
  <inkml:trace contextRef="#ctx0" brushRef="#br0">96 95 24575,'0'-3'0,"0"1"0,0-1 0,0 1 0,0-1 0,-1 1 0,1-1 0,-1 1 0,1-1 0,-1 1 0,0 0 0,0-1 0,-2-2 0,3 5 0,-1 0 0,1-1 0,0 1 0,0 0 0,-1 0 0,1-1 0,0 1 0,-1 0 0,1 0 0,0 0 0,-1 0 0,1-1 0,0 1 0,-1 0 0,1 0 0,0 0 0,-1 0 0,1 0 0,0 0 0,-1 0 0,1 0 0,0 0 0,-1 0 0,1 0 0,-1 0 0,1 0 0,0 0 0,-1 1 0,1-1 0,-1 0 0,0 1 0,-1 0 0,1 0 0,0 0 0,-1 1 0,1-1 0,0 0 0,0 1 0,0-1 0,0 1 0,-1 1 0,-9 19 0,1 1 0,1-1 0,1 2 0,1-1 0,-6 34 0,12-52 0,0 1 0,0 0 0,0 1 0,1-1 0,0 0 0,0 0 0,1 0 0,-1 0 0,1 0 0,1 0 0,-1 0 0,1-1 0,0 1 0,3 6 0,-2-8 0,-1-1 0,1 1 0,0-1 0,0 0 0,0 1 0,0-2 0,0 1 0,1 0 0,-1-1 0,1 1 0,0-1 0,0 0 0,0 0 0,0-1 0,0 1 0,0-1 0,0 0 0,0 0 0,1 0 0,5 0 0,3 0 0,0-1 0,-1-1 0,1 0 0,-1 0 0,1-1 0,-1-1 0,0 0 0,0-1 0,0 0 0,0-1 0,18-9 0,-19 7 0,1 0 0,-1 0 0,0-1 0,-1-1 0,1 1 0,-2-2 0,1 1 0,-1-1 0,-1-1 0,13-20 0,-17 23 0,0 0 0,-1 0 0,0-1 0,0 1 0,-1-1 0,0 1 0,0-1 0,-1 0 0,0 0 0,-1 0 0,0 0 0,-2-18 0,1 22 0,0 0 0,0 0 0,-1 0 0,1 0 0,-1 1 0,0-1 0,-1 0 0,1 1 0,-1-1 0,0 1 0,0 0 0,0 0 0,-1 0 0,1 0 0,-1 1 0,0-1 0,0 1 0,0 0 0,0 0 0,-1 1 0,1-1 0,-1 1 0,-8-3 0,6 3 31,-1 0 0,1 1 0,0 0 0,-1 0 0,0 0 0,1 1 0,-1 0 0,1 1 1,-1 0-1,-11 2 0,3 2-458,0 0 0,1 0 1,-26 14-1,-4 5-6399</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6.763"/>
    </inkml:context>
    <inkml:brush xml:id="br0">
      <inkml:brushProperty name="width" value="0.05" units="cm"/>
      <inkml:brushProperty name="height" value="0.05" units="cm"/>
      <inkml:brushProperty name="color" value="#FFC114"/>
    </inkml:brush>
  </inkml:definitions>
  <inkml:trace contextRef="#ctx0" brushRef="#br0">33 21 24575,'-4'4'0,"-3"0"0,-5 1 0,3-2 0,13 0 0,17-2 0,24-3 0,27-6 0,30 0 0,26-4 0,-7 2-8191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7.962"/>
    </inkml:context>
    <inkml:brush xml:id="br0">
      <inkml:brushProperty name="width" value="0.05" units="cm"/>
      <inkml:brushProperty name="height" value="0.05" units="cm"/>
      <inkml:brushProperty name="color" value="#FFC114"/>
    </inkml:brush>
  </inkml:definitions>
  <inkml:trace contextRef="#ctx0" brushRef="#br0">2 98 24575,'-1'-18'0,"1"12"0,-1 1 0,1-1 0,0 1 0,0 0 0,1-1 0,-1 1 0,1 0 0,1 0 0,-1-1 0,1 1 0,-1 0 0,4-5 0,-5 10 0,0 0 0,0-1 0,1 1 0,-1 0 0,0-1 0,1 1 0,-1 0 0,0-1 0,0 1 0,1 0 0,-1-1 0,1 1 0,-1 0 0,0 0 0,1 0 0,-1-1 0,0 1 0,1 0 0,-1 0 0,1 0 0,-1 0 0,1 0 0,-1 0 0,0 0 0,1 0 0,-1 0 0,1 0 0,-1 0 0,1 0 0,-1 0 0,0 0 0,1 0 0,-1 0 0,1 0 0,-1 1 0,0-1 0,1 0 0,-1 0 0,0 0 0,1 1 0,-1-1 0,0 0 0,1 1 0,-1-1 0,0 0 0,1 0 0,-1 1 0,0 0 0,12 20 0,-6 1 0,-1 0 0,-2 1 0,0-1 0,0 35 0,0-6 0,1 13 153,17 148-1671,-11-160-5308</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8.336"/>
    </inkml:context>
    <inkml:brush xml:id="br0">
      <inkml:brushProperty name="width" value="0.05" units="cm"/>
      <inkml:brushProperty name="height" value="0.05" units="cm"/>
      <inkml:brushProperty name="color" value="#FFC114"/>
    </inkml:brush>
  </inkml:definitions>
  <inkml:trace contextRef="#ctx0" brushRef="#br0">196 0 24575,'-5'1'0,"1"-1"0,0 1 0,0 0 0,0 1 0,0-1 0,1 1 0,-1-1 0,0 1 0,1 0 0,-1 1 0,1-1 0,-1 0 0,1 1 0,0 0 0,0 0 0,0 0 0,-4 6 0,-5 8 0,1 0 0,-12 22 0,21-35 0,-13 23 0,1 1 0,1 0 0,-13 46 0,23-62 0,0-1 0,1 1 0,1 0 0,0 0 0,1 15 0,0-20 0,1 0 0,0-1 0,1 1 0,-1-1 0,1 1 0,0-1 0,1 0 0,0 0 0,0 0 0,5 8 0,-5-9 0,0-1 0,1 0 0,0 0 0,0 0 0,0 0 0,1 0 0,-1-1 0,1 0 0,-1 0 0,1 0 0,0 0 0,8 2 0,-4-2 0,-1-1 0,1 0 0,-1-1 0,1 0 0,-1 0 0,1-1 0,13 0 0,-7-2 0,1 0 0,-1-1 0,-1-1 0,1 0 0,0-1 0,-1-1 0,0 0 0,25-15 0,-27 13 0,-1-1 0,1 0 0,-2 0 0,1-1 0,-1-1 0,-1 1 0,0-2 0,-1 1 0,0-1 0,0 0 0,-1-1 0,5-14 0,-9 19 0,0 0 0,0-1 0,-1 0 0,0 0 0,-1 0 0,0 0 0,0 0 0,-1 0 0,0 0 0,-1 0 0,0 1 0,0-1 0,-1 0 0,0 0 0,0 0 0,-1 1 0,0-1 0,-1 1 0,0 0 0,-6-10 0,5 12 16,0-1-1,0 1 1,-1 0-1,1 1 1,-1-1-1,-1 1 1,1 0-1,-1 1 1,1-1-1,-1 1 1,0 1-1,-1-1 1,1 1-1,-1 1 1,0-1-1,1 1 1,-1 1 0,0-1-1,0 1 1,0 1-1,-12-1 1,4 2-187,0 0 0,0 1 1,1 1-1,-1 0 0,1 1 1,-1 1-1,1 0 0,1 1 1,-27 14-1,-4 9-6655</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9.147"/>
    </inkml:context>
    <inkml:brush xml:id="br0">
      <inkml:brushProperty name="width" value="0.05" units="cm"/>
      <inkml:brushProperty name="height" value="0.05" units="cm"/>
      <inkml:brushProperty name="color" value="#FFC114"/>
    </inkml:brush>
  </inkml:definitions>
  <inkml:trace contextRef="#ctx0" brushRef="#br0">259 151 24575,'1'-31'0,"0"-26"0,-1 53 0,-1 0 0,1 0 0,-1 0 0,0 0 0,0 0 0,0 0 0,0 1 0,-1-1 0,1 0 0,-5-5 0,6 8 0,-1 0 0,0 0 0,0 0 0,0 0 0,0 0 0,0 0 0,0 0 0,0 0 0,-1 0 0,1 1 0,0-1 0,0 0 0,-1 1 0,1-1 0,0 1 0,-1-1 0,1 1 0,0 0 0,-1 0 0,1 0 0,-2 0 0,0 0 0,0 0 0,0 1 0,0-1 0,1 1 0,-1 0 0,0 0 0,0 0 0,1 1 0,-5 2 0,-3 2 0,1 1 0,0 1 0,1-1 0,-9 12 0,0 0 0,1 1 0,2 0 0,0 1 0,-19 39 0,26-44 0,0-1 0,2 1 0,0 0 0,0 0 0,2 0 0,0 1 0,1 0 0,0 18 0,2-30 0,0 0 0,0 0 0,1-1 0,0 1 0,0 0 0,0 0 0,0-1 0,1 1 0,0-1 0,0 1 0,0-1 0,1 0 0,-1 0 0,1 0 0,5 6 0,-3-5 0,0-1 0,1 0 0,-1 0 0,1 0 0,-1-1 0,1 1 0,0-1 0,0-1 0,1 1 0,8 1 0,-1-1 0,0 0 0,0-1 0,1-1 0,-1 0 0,0-1 0,1-1 0,-1 0 0,1-1 0,26-7 0,-33 7 0,0-1 0,0 0 0,0-1 0,0 0 0,-1 0 0,1 0 0,-1-1 0,0 0 0,-1-1 0,1 0 0,-1 0 0,0 0 0,-1 0 0,1-1 0,-1 0 0,-1 0 0,6-10 0,-6 7 0,0 0 0,-1 0 0,0 0 0,0 0 0,-1-1 0,-1 1 0,0-1 0,0 1 0,-1-1 0,0 1 0,0-1 0,-2 1 0,-3-19 0,1 14 0,0 0 0,-2 0 0,-11-25 0,14 34 0,-1 0 0,1 0 0,-1 0 0,0 0 0,-1 1 0,1 0 0,-1 0 0,0 0 0,-1 0 0,-9-6 0,14 10-44,-1 0 0,1 0 0,0 0 0,-1 1 0,1-1 0,-1 0 0,1 1 0,-1 0 0,1-1 0,-1 1 0,0 0 0,1-1 0,-1 1 0,1 0 0,-1 0 0,0 0 0,1 1 0,-1-1-1,1 0 1,-1 1 0,1-1 0,-1 1 0,1-1 0,-1 1 0,1-1 0,-1 1 0,1 0 0,0 0 0,-1 0 0,0 1 0,-8 11-6782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9.506"/>
    </inkml:context>
    <inkml:brush xml:id="br0">
      <inkml:brushProperty name="width" value="0.05" units="cm"/>
      <inkml:brushProperty name="height" value="0.05" units="cm"/>
      <inkml:brushProperty name="color" value="#FFC114"/>
    </inkml:brush>
  </inkml:definitions>
  <inkml:trace contextRef="#ctx0" brushRef="#br0">295 57 24575,'0'-2'0,"0"0"0,-1 1 0,1-1 0,-1 0 0,0 0 0,0 1 0,0-1 0,0 0 0,0 1 0,0-1 0,0 1 0,0-1 0,0 1 0,-1 0 0,1-1 0,-1 1 0,1 0 0,-1 0 0,-2-1 0,-33-16 0,31 16 0,0 1 0,0-1 0,0 1 0,0 0 0,0 1 0,0-1 0,0 1 0,-1 1 0,1-1 0,0 1 0,0 0 0,0 0 0,0 1 0,0-1 0,1 2 0,-10 3 0,8-2 0,0 1 0,-1 0 0,2 1 0,-1-1 0,1 1 0,0 1 0,0-1 0,0 1 0,1 0 0,-8 13 0,6-6 0,0-1 0,1 1 0,0 1 0,1-1 0,1 1 0,1 0 0,0 0 0,0 0 0,2 1 0,0-1 0,0 0 0,2 1 0,2 15 0,-2-25 0,0-1 0,0 1 0,1 0 0,0-1 0,0 1 0,1-1 0,-1 1 0,1-1 0,0 0 0,1 0 0,-1 0 0,1-1 0,0 1 0,0-1 0,0 0 0,6 4 0,-4-4 0,1 0 0,0-1 0,0 0 0,0 0 0,0 0 0,1-1 0,-1 0 0,1 0 0,-1-1 0,1 0 0,14 0 0,-6-1 0,0-1 0,0-1 0,0-1 0,0 0 0,0-1 0,-1 0 0,0-1 0,0-1 0,0-1 0,-1 0 0,15-10 0,-18 11 0,-1-1 0,0-1 0,-1 0 0,1 0 0,-1-1 0,-1 0 0,0 0 0,0-1 0,-1 0 0,0 0 0,-1-1 0,0 0 0,0 0 0,6-22 0,-10 29 0,-1 0 0,0-1 0,0 1 0,-1-1 0,1 1 0,-1-1 0,0 1 0,0-1 0,-1 1 0,1-1 0,-1 1 0,0-1 0,0 1 0,0 0 0,-1-1 0,0 1 0,1 0 0,-2 0 0,1 0 0,0 0 0,-1 0 0,0 1 0,1-1 0,-1 1 0,-1 0 0,1 0 0,0 0 0,-1 0 0,0 0 0,0 1 0,1-1 0,-1 1 0,-1 0 0,1 1 0,0-1 0,-6-1 0,-32-2-1365,1 6-5461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5.817"/>
    </inkml:context>
    <inkml:brush xml:id="br0">
      <inkml:brushProperty name="width" value="0.05" units="cm"/>
      <inkml:brushProperty name="height" value="0.05" units="cm"/>
      <inkml:brushProperty name="color" value="#FFC114"/>
    </inkml:brush>
  </inkml:definitions>
  <inkml:trace contextRef="#ctx0" brushRef="#br0">1 54 24575,'0'-3'0,"0"-5"0,0-4 0,0-4 0,0 5 0,0 7 0,0 8 0,0 10 0,0 9 0,0 7 0,0 9 0,0 5 0,0 4 0,0 1 0,0-1 0,0-2 0,0-2 0,0-9-8191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6.239"/>
    </inkml:context>
    <inkml:brush xml:id="br0">
      <inkml:brushProperty name="width" value="0.05" units="cm"/>
      <inkml:brushProperty name="height" value="0.05" units="cm"/>
      <inkml:brushProperty name="color" value="#FFC114"/>
    </inkml:brush>
  </inkml:definitions>
  <inkml:trace contextRef="#ctx0" brushRef="#br0">0 26 24575,'1'-7'0,"-1"20"0,3 37 0,2-12 0,17 62 0,-19-89 0,0 0 0,1 0 0,1-1 0,0 1 0,1-1 0,-1 0 0,2 0 0,-1-1 0,17 17 0,-21-23 0,1-1 0,0 0 0,0 0 0,0 0 0,1 0 0,-1 0 0,0 0 0,1-1 0,-1 0 0,1 0 0,-1 0 0,1 0 0,0 0 0,-1-1 0,1 1 0,0-1 0,0 0 0,-1 0 0,1-1 0,0 1 0,-1-1 0,1 0 0,0 0 0,-1 0 0,1 0 0,-1-1 0,0 1 0,1-1 0,-1 0 0,0 0 0,4-3 0,0 0 0,0-1 0,-1 0 0,1 0 0,-1 0 0,-1-1 0,1 1 0,-1-1 0,0-1 0,-1 1 0,0-1 0,0 0 0,4-13 0,-4 10 0,-1-1 0,-1-1 0,0 1 0,0 0 0,-2 0 0,1-1 0,-1 1 0,-4-22 0,3 29 0,0 0 0,0 0 0,-1 0 0,0 0 0,0 0 0,0 0 0,0 0 0,-1 1 0,0-1 0,0 1 0,0 0 0,-1-1 0,1 2 0,-1-1 0,0 0 0,0 1 0,0 0 0,-1-1 0,1 2 0,-1-1 0,1 0 0,-9-2 0,4 2-91,0 0 0,-1 1 0,1 0 0,0 0 0,-1 1 0,1 0 0,-1 1 0,0 0 0,1 0 0,-1 1 0,1 0 0,-1 1 0,1 0 0,-17 6 0,8 2-6735</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6.648"/>
    </inkml:context>
    <inkml:brush xml:id="br0">
      <inkml:brushProperty name="width" value="0.05" units="cm"/>
      <inkml:brushProperty name="height" value="0.05" units="cm"/>
      <inkml:brushProperty name="color" value="#FFC114"/>
    </inkml:brush>
  </inkml:definitions>
  <inkml:trace contextRef="#ctx0" brushRef="#br0">63 22 24575,'-1'0'0,"1"-1"0,-1 0 0,1 0 0,-1 1 0,0-1 0,0 1 0,1-1 0,-1 0 0,0 1 0,0-1 0,0 1 0,1 0 0,-1-1 0,0 1 0,0 0 0,0-1 0,0 1 0,0 0 0,0 0 0,0 0 0,0 0 0,0 0 0,0 0 0,0 0 0,0 0 0,-1 0 0,1 1 0,0 0 0,-1 0 0,1 0 0,0 0 0,-1 0 0,1 0 0,0 0 0,0 0 0,0 1 0,0-1 0,0 0 0,0 1 0,0-1 0,0 2 0,-2 4 0,0 0 0,0 0 0,1 0 0,0 0 0,-1 12 0,-1 13 0,3 45 0,1-68 0,0 0 0,2 0 0,-1 1 0,1-1 0,0-1 0,1 1 0,0 0 0,0 0 0,8 13 0,-9-19 0,1 0 0,0 1 0,0-1 0,0 0 0,0-1 0,0 1 0,0-1 0,1 1 0,-1-1 0,1 0 0,0 0 0,0 0 0,0-1 0,0 1 0,0-1 0,0 0 0,0 0 0,0-1 0,0 1 0,0-1 0,1 0 0,-1 0 0,0 0 0,0-1 0,0 1 0,0-1 0,5-1 0,2-1 0,0 0 0,0-1 0,0 0 0,-1-1 0,1 0 0,-1-1 0,-1 1 0,19-16 0,-20 14 0,0-1 0,0-1 0,-1 0 0,0 0 0,0 0 0,-1-1 0,0 1 0,-1-2 0,0 1 0,-1 0 0,0-1 0,3-13 0,-6 19 0,0 1 0,0-1 0,-1 1 0,1-1 0,-1 0 0,0 1 0,0-1 0,-1 1 0,0-1 0,1 1 0,-2-1 0,1 1 0,0-1 0,-1 1 0,0 0 0,0 0 0,0-1 0,0 2 0,-1-1 0,0 0 0,1 0 0,-1 1 0,-1-1 0,1 1 0,0 0 0,-1 0 0,0 1 0,1-1 0,-1 0 0,0 1 0,-1 0 0,-6-2 0,4 1-124,0 0 0,-1 1 0,1 0 0,-1 0 0,1 1 0,-1 0-1,0 0 1,0 1 0,0 0 0,-14 2 0,3 3-6702</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7.070"/>
    </inkml:context>
    <inkml:brush xml:id="br0">
      <inkml:brushProperty name="width" value="0.05" units="cm"/>
      <inkml:brushProperty name="height" value="0.05" units="cm"/>
      <inkml:brushProperty name="color" value="#FFC114"/>
    </inkml:brush>
  </inkml:definitions>
  <inkml:trace contextRef="#ctx0" brushRef="#br0">32 46 24575,'0'-1'0,"-1"1"0,0-1 0,1 0 0,-1 1 0,0-1 0,0 0 0,1 1 0,-1-1 0,0 1 0,0-1 0,0 1 0,0 0 0,0-1 0,0 1 0,1 0 0,-1 0 0,0-1 0,-2 1 0,2 0 0,1 1 0,-1-1 0,1 0 0,-1 0 0,0 1 0,1-1 0,-1 0 0,1 1 0,-1-1 0,1 0 0,-1 1 0,1-1 0,0 1 0,-1-1 0,1 1 0,0-1 0,-1 1 0,1-1 0,0 1 0,-1-1 0,1 2 0,-1 1 0,0 0 0,0 1 0,0-1 0,1 0 0,0 1 0,-1-1 0,1 0 0,0 1 0,1 2 0,1 6 0,0 0 0,1-1 0,0 1 0,1-1 0,0 0 0,1 0 0,12 19 0,-15-27 0,0 1 0,0-1 0,0 0 0,1-1 0,-1 1 0,1 0 0,0-1 0,0 1 0,0-1 0,0 0 0,0 0 0,1 0 0,-1 0 0,1-1 0,-1 1 0,1-1 0,0 0 0,-1 0 0,1 0 0,0-1 0,-1 1 0,1-1 0,0 0 0,0 0 0,0 0 0,0-1 0,6-1 0,3-1 0,0-2 0,-1 1 0,0-2 0,0 0 0,0 0 0,-1-1 0,1 0 0,-2-1 0,1-1 0,-1 0 0,-1 0 0,1 0 0,-2-1 0,1-1 0,-1 0 0,-1 0 0,0 0 0,-1-1 0,0 0 0,8-22 0,-6 5 0,-6 24 0,-4 21 0,1-12 0,-6 64-104,3 119-1,4-128-1051,0-14-5670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7.427"/>
    </inkml:context>
    <inkml:brush xml:id="br0">
      <inkml:brushProperty name="width" value="0.05" units="cm"/>
      <inkml:brushProperty name="height" value="0.05" units="cm"/>
      <inkml:brushProperty name="color" value="#FFC114"/>
    </inkml:brush>
  </inkml:definitions>
  <inkml:trace contextRef="#ctx0" brushRef="#br0">42 9 24575,'0'-3'0,"3"-1"0,1 3 0,0 8 0,-4 11 0,-5 8 0,-6 10 0,-7 12 0,0-2-8191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5.478"/>
    </inkml:context>
    <inkml:brush xml:id="br0">
      <inkml:brushProperty name="width" value="0.05" units="cm"/>
      <inkml:brushProperty name="height" value="0.05" units="cm"/>
      <inkml:brushProperty name="color" value="#FFC114"/>
    </inkml:brush>
  </inkml:definitions>
  <inkml:trace contextRef="#ctx0" brushRef="#br0">1 54 24575,'0'-3'0,"0"-5"0,0-4 0,0-4 0,0 5 0,0 7 0,0 8 0,3 10 0,2 5 0,-1 7 0,3 6 0,3 0 0,0 2 0,-1-5-8191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6.211"/>
    </inkml:context>
    <inkml:brush xml:id="br0">
      <inkml:brushProperty name="width" value="0.05" units="cm"/>
      <inkml:brushProperty name="height" value="0.05" units="cm"/>
      <inkml:brushProperty name="color" value="#FFC114"/>
    </inkml:brush>
  </inkml:definitions>
  <inkml:trace contextRef="#ctx0" brushRef="#br0">0 232 24575,'0'257'0,"4"-227"0,-4-30 0,0 0 0,0 0 0,0 1 0,0-1 0,0 0 0,0 0 0,0 1 0,0-1 0,1 0 0,-1 0 0,0 0 0,0 1 0,0-1 0,0 0 0,0 0 0,0 0 0,1 0 0,-1 1 0,0-1 0,0 0 0,0 0 0,1 0 0,-1 0 0,0 0 0,0 0 0,0 0 0,1 1 0,-1-1 0,0 0 0,0 0 0,0 0 0,1 0 0,-1 0 0,0 0 0,0 0 0,1 0 0,8-14 0,1-12 0,-2 0 0,-2 0 0,5-31 0,0 3 0,7-41 0,-10 48 0,1 1 0,18-50 0,-26 92 0,1 1 0,-1-1 0,1 1 0,0 0 0,0 0 0,0-1 0,5-4 0,-7 7 0,1 1 0,-1 0 0,1-1 0,-1 1 0,1-1 0,-1 1 0,1 0 0,0 0 0,-1-1 0,1 1 0,-1 0 0,1 0 0,-1 0 0,1 0 0,0-1 0,-1 1 0,1 0 0,0 0 0,-1 0 0,2 1 0,-1-1 0,0 0 0,0 1 0,0-1 0,0 1 0,-1 0 0,1-1 0,0 1 0,0 0 0,0-1 0,-1 1 0,1 0 0,0 0 0,-1 0 0,1-1 0,-1 1 0,2 2 0,4 11 0,0 2 0,-1-1 0,0 1 0,-1 0 0,-1 0 0,2 17 0,3 13 0,4 20 0,12 49 0,-24-113 0,0 0 0,1-1 0,-1 1 0,1 0 0,0 0 0,-1-1 0,1 1 0,0 0 0,0-1 0,0 1 0,0-1 0,0 1 0,1-1 0,-1 0 0,3 3 0,-3-4 0,0 0 0,0 0 0,0 1 0,0-1 0,0 0 0,0 0 0,0 0 0,0 0 0,0-1 0,-1 1 0,1 0 0,0 0 0,0-1 0,0 1 0,0 0 0,0-1 0,0 1 0,0-1 0,-1 1 0,1-1 0,0 1 0,0-1 0,-1 0 0,1 1 0,0-1 0,-1 0 0,1 1 0,0-1 0,-1 0 0,1-1 0,17-23 0,-2-1 0,-1 0 0,15-35 0,12-21 0,-39 77 0,9-17 0,1 1 0,30-38 0,-42 59 0,-1-1 0,0 0 0,1 1 0,-1-1 0,1 1 0,-1-1 0,1 1 0,-1-1 0,1 1 0,-1 0 0,1-1 0,0 1 0,-1-1 0,1 1 0,-1 0 0,1 0 0,0-1 0,-1 1 0,1 0 0,0 0 0,-1 0 0,1 0 0,0 0 0,0 0 0,-1 0 0,1 0 0,0 0 0,-1 0 0,1 0 0,0 0 0,-1 0 0,1 1 0,0-1 0,-1 0 0,1 1 0,0-1 0,-1 0 0,1 1 0,-1-1 0,1 0 0,-1 1 0,1-1 0,-1 1 0,1-1 0,-1 1 0,1 0 0,-1-1 0,0 1 0,1-1 0,-1 1 0,0 0 0,0-1 0,1 1 0,-1 0 0,0 1 0,3 6 0,0 0 0,-1 0 0,2 14 0,-3-17 0,9 51 130,-1 0-878,32 103 1,-33-137-6079</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6.462"/>
    </inkml:context>
    <inkml:brush xml:id="br0">
      <inkml:brushProperty name="width" value="0.05" units="cm"/>
      <inkml:brushProperty name="height" value="0.05" units="cm"/>
      <inkml:brushProperty name="color" value="#FFC114"/>
    </inkml:brush>
  </inkml:definitions>
  <inkml:trace contextRef="#ctx0" brushRef="#br0">0 5 24575,'0'-3'0,"0"2"0,0 4 0,0 6 0,0 4 0,0 4 0,0 5 0,0 2 0,4 1 0,0 2 0,1 1 0,-2 1 0,0 0 0,-2-2 0,0-2 0,-1-6-8191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6.862"/>
    </inkml:context>
    <inkml:brush xml:id="br0">
      <inkml:brushProperty name="width" value="0.05" units="cm"/>
      <inkml:brushProperty name="height" value="0.05" units="cm"/>
      <inkml:brushProperty name="color" value="#FFC114"/>
    </inkml:brush>
  </inkml:definitions>
  <inkml:trace contextRef="#ctx0" brushRef="#br0">1 54 24575,'0'-3'0,"0"-5"0,0-4 0,0-4 0,0 5 0,0 7 0,0 8 0,0 6 0,0 6 0,0 6 0,0 6 0,0-2-8191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7.331"/>
    </inkml:context>
    <inkml:brush xml:id="br0">
      <inkml:brushProperty name="width" value="0.05" units="cm"/>
      <inkml:brushProperty name="height" value="0.05" units="cm"/>
      <inkml:brushProperty name="color" value="#FFC114"/>
    </inkml:brush>
  </inkml:definitions>
  <inkml:trace contextRef="#ctx0" brushRef="#br0">100 74 24575,'0'-3'0,"3"-2"0,1-2 0,1-4 0,-2-4 0,0-2 0,-2 5 0,0 8 0,-4 8 0,-1 10 0,-8 13 0,-4 11 0,-6 10 0,-10 10 0,1-5-8191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8.606"/>
    </inkml:context>
    <inkml:brush xml:id="br0">
      <inkml:brushProperty name="width" value="0.05" units="cm"/>
      <inkml:brushProperty name="height" value="0.05" units="cm"/>
      <inkml:brushProperty name="color" value="#FFC114"/>
    </inkml:brush>
  </inkml:definitions>
  <inkml:trace contextRef="#ctx0" brushRef="#br0">20 68 24575,'-2'-4'0,"0"1"0,-1 0 0,2-1 0,-1 1 0,0-1 0,1 0 0,0 0 0,0 0 0,0 1 0,0-1 0,0 0 0,1 0 0,0-5 0,-2-2 0,10 142 0,36 176-1365,-40-268-5461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8.995"/>
    </inkml:context>
    <inkml:brush xml:id="br0">
      <inkml:brushProperty name="width" value="0.05" units="cm"/>
      <inkml:brushProperty name="height" value="0.05" units="cm"/>
      <inkml:brushProperty name="color" value="#FFC114"/>
    </inkml:brush>
  </inkml:definitions>
  <inkml:trace contextRef="#ctx0" brushRef="#br0">38 30 24575,'0'-6'0,"-1"-16"0,-1 20 0,-3 14 0,-4 27 0,2 1 0,-4 70 0,10-108 0,0 10 0,1-1 0,0 1 0,0-1 0,1 1 0,1-1 0,0 1 0,4 14 0,-4-22 0,-1 0 0,1 1 0,0-1 0,1 0 0,-1 0 0,1 0 0,-1-1 0,1 1 0,0-1 0,1 1 0,-1-1 0,0 0 0,1 0 0,0 0 0,0-1 0,0 1 0,0-1 0,0 0 0,0 0 0,9 2 0,-6-2 0,0-1 0,0 1 0,0-1 0,0-1 0,1 1 0,-1-1 0,0 0 0,0-1 0,1 0 0,-1 0 0,0-1 0,0 1 0,0-2 0,13-5 0,-12 4 0,1-1 0,-1 0 0,0-1 0,0 0 0,-1 0 0,0-1 0,0 0 0,0 0 0,-1 0 0,8-13 0,-8 10 0,0 1 0,-1-2 0,0 1 0,-1 0 0,0-1 0,-1 0 0,0 0 0,3-22 0,-5 25 0,-1-1 0,0 1 0,0-1 0,-1 1 0,0 0 0,0-1 0,-1 1 0,0 0 0,0 0 0,-1 0 0,0 0 0,-6-10 0,7 14 0,-1 1 0,1-1 0,-1 1 0,0-1 0,0 1 0,0 0 0,0 0 0,-1 0 0,1 1 0,-1-1 0,0 1 0,0 0 0,0 0 0,-8-3 0,10 4 0,-1 0 0,0 1 0,1-1 0,-1 1 0,0 0 0,0 0 0,1 0 0,-1 0 0,0 0 0,1 1 0,-1-1 0,0 1 0,0 0 0,1-1 0,-1 1 0,1 1 0,-1-1 0,1 0 0,0 1 0,-1-1 0,1 1 0,0-1 0,0 1 0,-3 3 0,-7 8-1365,2-2-5461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9.230"/>
    </inkml:context>
    <inkml:brush xml:id="br0">
      <inkml:brushProperty name="width" value="0.05" units="cm"/>
      <inkml:brushProperty name="height" value="0.05" units="cm"/>
      <inkml:brushProperty name="color" value="#FFC114"/>
    </inkml:brush>
  </inkml:definitions>
  <inkml:trace contextRef="#ctx0" brushRef="#br0">1 20 24575,'0'-4'0,"3"0"0,2-3 0,-1 2 0,-1 6 0,0 10 0,-1 9 0,-2 8 0,1 9 0,-1 6 0,0 4 0,-1 2 0,1-1 0,0-2 0,0-2 0,0-2 0,0-4 0,0-10-8191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9.603"/>
    </inkml:context>
    <inkml:brush xml:id="br0">
      <inkml:brushProperty name="width" value="0.05" units="cm"/>
      <inkml:brushProperty name="height" value="0.05" units="cm"/>
      <inkml:brushProperty name="color" value="#FFC114"/>
    </inkml:brush>
  </inkml:definitions>
  <inkml:trace contextRef="#ctx0" brushRef="#br0">42 43 24575,'9'-12'0,"-18"30"0,-1 11 0,1 1 0,-8 50 0,15-63 0,0-1 0,1 1 0,1 0 0,0-1 0,2 1 0,4 26 0,-5-40 0,0-1 0,-1 1 0,1-1 0,0 1 0,1-1 0,-1 1 0,0-1 0,1 1 0,-1-1 0,1 0 0,0 0 0,0 0 0,0 0 0,0 0 0,0 0 0,0 0 0,5 2 0,-3-2 0,0-1 0,0 1 0,0-1 0,0 0 0,1 0 0,-1 0 0,1 0 0,-1-1 0,1 0 0,4 0 0,3-1 0,0 0 0,-1-1 0,0-1 0,1 0 0,-1 0 0,0-1 0,17-9 0,-17 7 0,-1-1 0,0 0 0,-1 0 0,0-1 0,0 0 0,0 0 0,-1-1 0,0 0 0,-1-1 0,0 0 0,-1 0 0,10-19 0,-13 21 0,1 0 0,-2 0 0,1 0 0,-1-1 0,0 1 0,-1 0 0,0-1 0,0 1 0,-1-1 0,0 1 0,0-1 0,-1 1 0,0-1 0,-1 1 0,0 0 0,0-1 0,-1 1 0,-6-13 0,7 17 0,0 1 0,0-1 0,0 1 0,0-1 0,-1 1 0,0 0 0,1 0 0,-1 0 0,0 0 0,-1 1 0,1-1 0,0 1 0,-1 0 0,1 0 0,-1 0 0,0 0 0,0 1 0,1 0 0,-9-2 0,7 2 0,1 1 0,-1 0 0,0 0 0,1 0 0,-1 0 0,1 1 0,-1 0 0,0 0 0,1 0 0,0 1 0,-1-1 0,1 1 0,0 0 0,0 1 0,0-1 0,0 1 0,-4 3 0,0 0-341,0 1 0,1 1-1,-13 14 1,6 0-6485</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9.806"/>
    </inkml:context>
    <inkml:brush xml:id="br0">
      <inkml:brushProperty name="width" value="0.05" units="cm"/>
      <inkml:brushProperty name="height" value="0.05" units="cm"/>
      <inkml:brushProperty name="color" value="#FFC114"/>
    </inkml:brush>
  </inkml:definitions>
  <inkml:trace contextRef="#ctx0" brushRef="#br0">97 0 24575,'3'0'0,"1"4"0,1 4 0,-5 7 0,-2 8 0,-4 7 0,-8 9 0,-8 10 0,-10 11 0,0-6-8191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2.108"/>
    </inkml:context>
    <inkml:brush xml:id="br0">
      <inkml:brushProperty name="width" value="0.05" units="cm"/>
      <inkml:brushProperty name="height" value="0.05" units="cm"/>
      <inkml:brushProperty name="color" value="#FFC114"/>
    </inkml:brush>
  </inkml:definitions>
  <inkml:trace contextRef="#ctx0" brushRef="#br0">60 65 24575,'0'-5'0,"0"1"0,0-1 0,-1 0 0,0 1 0,0-1 0,-2-6 0,2 9 0,1 1 0,-1-1 0,0 1 0,1-1 0,-1 1 0,0-1 0,0 1 0,0 0 0,0 0 0,0 0 0,-1-1 0,1 1 0,0 0 0,0 0 0,-1 1 0,1-1 0,-1 0 0,1 0 0,0 1 0,-1-1 0,0 1 0,-1-1 0,2 1 0,1 0 0,-1-1 0,0 1 0,1 0 0,-1 0 0,0 0 0,1 1 0,-1-1 0,1 0 0,-1 0 0,0 0 0,1 0 0,-1 1 0,0-1 0,1 0 0,-1 0 0,1 1 0,-1-1 0,1 1 0,-1-1 0,1 0 0,-1 1 0,1-1 0,-1 1 0,0 0 0,-6 20 0,5 23 0,2-44 0,5 61 0,21 99 0,-6-51 0,10 32-1365,-22-106-5461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2.496"/>
    </inkml:context>
    <inkml:brush xml:id="br0">
      <inkml:brushProperty name="width" value="0.05" units="cm"/>
      <inkml:brushProperty name="height" value="0.05" units="cm"/>
      <inkml:brushProperty name="color" value="#FFC114"/>
    </inkml:brush>
  </inkml:definitions>
  <inkml:trace contextRef="#ctx0" brushRef="#br0">160 49 24575,'0'-3'0,"0"1"0,-1-1 0,1 0 0,0 1 0,-1-1 0,1 1 0,-1-1 0,0 1 0,0-1 0,0 1 0,0-1 0,-1 1 0,1 0 0,-3-4 0,3 5 0,0 1 0,0-1 0,0 0 0,0 1 0,0-1 0,0 0 0,0 1 0,0-1 0,0 1 0,-1 0 0,1-1 0,0 1 0,0 0 0,0 0 0,-1 0 0,1-1 0,0 1 0,0 1 0,0-1 0,-1 0 0,1 0 0,0 0 0,0 1 0,0-1 0,0 0 0,-1 1 0,1-1 0,0 1 0,0 0 0,0-1 0,0 1 0,0 0 0,0-1 0,-1 2 0,-4 4 0,-1 0 0,1 0 0,0 1 0,1 0 0,0 0 0,0 0 0,0 0 0,-6 14 0,2 0 0,1 0 0,-7 25 0,10-28 0,1-1 0,1 1 0,0 0 0,2 0 0,0 0 0,3 30 0,-2-43 0,1 1 0,0-1 0,0 0 0,1 0 0,0 0 0,0 0 0,0 0 0,0 0 0,1-1 0,0 1 0,5 7 0,-5-10 0,0 1 0,0 0 0,0-1 0,1 0 0,-1 0 0,0 0 0,1 0 0,-1-1 0,1 1 0,0-1 0,-1 0 0,1 0 0,0 0 0,0 0 0,0-1 0,0 1 0,0-1 0,3-1 0,2 1 0,0-1 0,0 0 0,0-1 0,0 0 0,0 0 0,-1-1 0,1 0 0,-1-1 0,0 0 0,0 0 0,0 0 0,0-1 0,-1-1 0,0 1 0,0-1 0,0 0 0,-1-1 0,0 1 0,0-1 0,6-11 0,-8 13 0,-1-1 0,1 0 0,-2-1 0,1 1 0,0 0 0,-1-1 0,-1 1 0,1-1 0,-1 0 0,0 0 0,0 0 0,-1 1 0,0-1 0,0 0 0,-1 0 0,0 0 0,0 1 0,0-1 0,-1 0 0,0 1 0,0-1 0,-1 1 0,0 0 0,0-1 0,0 2 0,-1-1 0,-5-7 0,5 8 27,-1 1-1,0-1 0,0 1 0,-1-1 1,1 1-1,-1 1 0,1-1 0,-1 1 1,0 0-1,-1 1 0,1-1 0,-12-2 1,13 4-128,0-1 1,0 1-1,-1 1 1,1-1 0,0 1-1,-1 0 1,1 0-1,0 1 1,-1-1 0,1 1-1,0 0 1,0 1 0,0-1-1,0 1 1,0 0-1,-7 4 1,-1 4-6726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2.715"/>
    </inkml:context>
    <inkml:brush xml:id="br0">
      <inkml:brushProperty name="width" value="0.05" units="cm"/>
      <inkml:brushProperty name="height" value="0.05" units="cm"/>
      <inkml:brushProperty name="color" value="#FFC114"/>
    </inkml:brush>
  </inkml:definitions>
  <inkml:trace contextRef="#ctx0" brushRef="#br0">1 4 24575,'0'-4'0,"0"7"0,0 4 0,0 10 0,0 7 0,0 7 0,0 4 0,0 7 0,3 3 0,2 3 0,-1 1 0,0-1 0,-2-3 0,0-5 0,-2-10-8191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3.074"/>
    </inkml:context>
    <inkml:brush xml:id="br0">
      <inkml:brushProperty name="width" value="0.05" units="cm"/>
      <inkml:brushProperty name="height" value="0.05" units="cm"/>
      <inkml:brushProperty name="color" value="#FFC114"/>
    </inkml:brush>
  </inkml:definitions>
  <inkml:trace contextRef="#ctx0" brushRef="#br0">81 1 24575,'-2'0'0,"1"0"0,0 1 0,-1-1 0,1 1 0,-1-1 0,1 1 0,0 0 0,-1-1 0,1 1 0,0 0 0,0 0 0,-1 0 0,1 0 0,0 0 0,0 0 0,0 0 0,0 0 0,1 0 0,-2 3 0,-14 25 0,8-7 0,0-1 0,2 1 0,0 1 0,-3 34 0,7-47 0,2-1 0,-1 0 0,1 0 0,1 1 0,0-1 0,0 0 0,1 0 0,0 0 0,0 0 0,1 0 0,0-1 0,1 1 0,0-1 0,6 10 0,-8-15 0,1 1 0,0-1 0,-1 0 0,1 0 0,1-1 0,-1 1 0,0 0 0,1-1 0,-1 0 0,1 0 0,0 0 0,-1 0 0,1-1 0,7 3 0,-5-3 0,0 0 0,1 0 0,-1-1 0,0 0 0,1 0 0,-1 0 0,1-1 0,11-2 0,-7-1 0,1 1 0,-1-1 0,0-1 0,0 0 0,0-1 0,0 0 0,-1 0 0,0-1 0,14-14 0,-13 10 0,0-1 0,-1 0 0,0-1 0,-1 0 0,-1-1 0,0 0 0,-1 0 0,8-23 0,-13 30 0,0 1 0,-1 0 0,1-1 0,-1 1 0,-1-1 0,1 1 0,-1-1 0,-1 1 0,1-1 0,-2-8 0,0 10 0,1 1 0,-1 0 0,1 0 0,-1 0 0,-1 0 0,1 0 0,0 0 0,-1 0 0,0 1 0,0-1 0,0 1 0,0 0 0,0 0 0,-1 0 0,1 0 0,-7-3 0,4 3 29,0 0-1,0 1 1,0 0-1,0 0 0,0 0 1,-1 0-1,1 1 1,0 0-1,-1 1 1,1-1-1,-9 2 1,-3 0-598,0 1 0,-30 8 0,2 3-6257</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5.521"/>
    </inkml:context>
    <inkml:brush xml:id="br0">
      <inkml:brushProperty name="width" value="0.05" units="cm"/>
      <inkml:brushProperty name="height" value="0.05" units="cm"/>
      <inkml:brushProperty name="color" value="#FFC114"/>
    </inkml:brush>
  </inkml:definitions>
  <inkml:trace contextRef="#ctx0" brushRef="#br0">60 10 24575,'4'0'0,"0"-4"0,4 0 0,0 3 0,-1 5 0,-2 9 0,-5 12 0,-6 9 0,-6 11 0,-7 12 0,-10 10 0,0-7-8191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0.347"/>
    </inkml:context>
    <inkml:brush xml:id="br0">
      <inkml:brushProperty name="width" value="0.05" units="cm"/>
      <inkml:brushProperty name="height" value="0.05" units="cm"/>
      <inkml:brushProperty name="color" value="#FFC114"/>
    </inkml:brush>
  </inkml:definitions>
  <inkml:trace contextRef="#ctx0" brushRef="#br0">37 155 24575,'-3'-10'0,"-1"1"0,1-1 0,1 0 0,0 0 0,0 0 0,0-11 0,0-47 0,2 62 0,-9 161 0,4-100 0,2 89 0,4-129-227,1 0-1,0 0 1,1 0-1,0 0 1,10 23-1,-2-14-6598</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0.676"/>
    </inkml:context>
    <inkml:brush xml:id="br0">
      <inkml:brushProperty name="width" value="0.05" units="cm"/>
      <inkml:brushProperty name="height" value="0.05" units="cm"/>
      <inkml:brushProperty name="color" value="#FFC114"/>
    </inkml:brush>
  </inkml:definitions>
  <inkml:trace contextRef="#ctx0" brushRef="#br0">113 191 24575,'6'-36'0,"-5"33"0,1-1 0,-1 1 0,-1 0 0,1 0 0,0 0 0,-1-1 0,0 1 0,1 0 0,-1-1 0,-1 1 0,1 0 0,0 0 0,-1-1 0,0 1 0,1 0 0,-1 0 0,-2-4 0,2 6 0,1 0 0,0 0 0,-1 1 0,1-1 0,-1 1 0,1-1 0,-1 0 0,1 1 0,-1-1 0,0 1 0,1-1 0,-1 1 0,0 0 0,1-1 0,-1 1 0,0 0 0,1-1 0,-1 1 0,0 0 0,0 0 0,1 0 0,-1-1 0,0 1 0,0 0 0,0 0 0,1 0 0,-2 0 0,0 1 0,0 0 0,0-1 0,1 1 0,-1 0 0,0 0 0,1 0 0,-1 0 0,1 0 0,-1 0 0,1 1 0,-2 0 0,-2 5 0,-1-1 0,1 0 0,1 1 0,-6 9 0,1 2 0,1 0 0,1 0 0,0 0 0,1 1 0,-3 20 0,8-33 0,0-1 0,0 1 0,1 0 0,0 0 0,1 0 0,-1 0 0,1-1 0,0 1 0,3 8 0,-3-10 0,1-1 0,-1 0 0,1 0 0,0 0 0,0 0 0,0-1 0,0 1 0,0 0 0,1-1 0,-1 1 0,1-1 0,-1 0 0,1 0 0,0 0 0,0 0 0,0-1 0,5 3 0,-2-2 0,0-1 0,0 1 0,0-1 0,0 0 0,0 0 0,1-1 0,-1 0 0,0 0 0,0-1 0,1 1 0,-1-1 0,0-1 0,0 1 0,0-1 0,0 0 0,0 0 0,0-1 0,-1 0 0,1 0 0,8-6 0,-4 2 0,0-1 0,0 0 0,-1 0 0,0-1 0,0 0 0,-1-1 0,-1 1 0,1-2 0,8-16 0,-11 17 0,-1 0 0,-1 0 0,1-1 0,-1 1 0,-1-1 0,0 0 0,-1 0 0,0 0 0,0 0 0,-2-16 0,0 21 0,1 0 0,-1 0 0,0 0 0,-1 1 0,1-1 0,-1 1 0,0-1 0,-1 1 0,1 0 0,-1-1 0,0 1 0,0 1 0,-1-1 0,1 0 0,-1 1 0,0 0 0,0 0 0,-1 0 0,1 0 0,-1 1 0,-6-4 0,7 5 14,1 1 0,-1 0-1,0 0 1,1 0 0,-1 0-1,0 0 1,1 1-1,-1 0 1,0 0 0,0 0-1,0 0 1,1 0 0,-1 1-1,0 0 1,0 0 0,1 0-1,-1 0 1,1 0 0,-1 1-1,1 0 1,-1-1 0,1 1-1,0 1 1,-4 2 0,-5 5-356,1-1 1,1 1 0,0 1-1,-16 21 1,-3 10-6485</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1.159"/>
    </inkml:context>
    <inkml:brush xml:id="br0">
      <inkml:brushProperty name="width" value="0.05" units="cm"/>
      <inkml:brushProperty name="height" value="0.05" units="cm"/>
      <inkml:brushProperty name="color" value="#FFC114"/>
    </inkml:brush>
  </inkml:definitions>
  <inkml:trace contextRef="#ctx0" brushRef="#br0">217 41 24575,'0'-1'0,"0"-3"0,0 1 0,0-1 0,0 0 0,-1 1 0,1-1 0,-2-4 0,1 7 0,1 1 0,0-1 0,-1 0 0,1 1 0,0-1 0,-1 1 0,1-1 0,-1 1 0,1-1 0,-1 1 0,1-1 0,-1 1 0,1 0 0,-1-1 0,0 1 0,1 0 0,-1-1 0,1 1 0,-1 0 0,0 0 0,1 0 0,-1-1 0,0 1 0,1 0 0,-1 0 0,0 0 0,1 0 0,-1 0 0,0 0 0,1 0 0,-1 1 0,0-1 0,1 0 0,-1 0 0,0 0 0,1 1 0,-1-1 0,1 0 0,-1 1 0,-1 0 0,-3 2 0,-1 0 0,1 0 0,0 1 0,0 0 0,0 0 0,1 0 0,-1 1 0,-6 9 0,-28 45 0,35-53 0,-53 95 0,50-84 0,0-1 0,1 1 0,1 0 0,-5 26 0,9-40 0,1 0 0,-1-1 0,1 1 0,0 0 0,0 0 0,0-1 0,0 1 0,0 0 0,1-1 0,-1 1 0,1 0 0,0-1 0,0 1 0,0-1 0,0 1 0,0-1 0,1 1 0,-1-1 0,1 0 0,-1 1 0,3 1 0,-2-2 0,1 0 0,0-1 0,0 1 0,0-1 0,0 1 0,0-1 0,0 0 0,0 0 0,0 0 0,1-1 0,-1 1 0,0-1 0,1 1 0,-1-1 0,0 0 0,0-1 0,5 0 0,14-2 0,0-2 0,0-1 0,-1 0 0,0-2 0,0 0 0,0-2 0,-1 0 0,-1-1 0,0-1 0,0 0 0,-1-2 0,-1 0 0,24-26 0,-35 34 0,-1 0 0,0-1 0,-1 1 0,1-1 0,-1 0 0,-1 0 0,1 0 0,-1-1 0,-1 1 0,1-1 0,1-13 0,-3 16 0,-1 0 0,0 0 0,0 0 0,0 0 0,-1 1 0,0-1 0,0 0 0,0 0 0,0 1 0,-1-1 0,0 0 0,0 1 0,0 0 0,0-1 0,-1 1 0,1 0 0,-1 0 0,0 0 0,-1 1 0,-3-4 0,2 2 29,0 1-1,-1-1 1,1 2-1,-1-1 0,0 1 1,0-1-1,0 2 1,-1-1-1,1 1 1,-1 0-1,-9-2 1,11 3-136,-1 0 0,1 1 1,0 0-1,0 0 0,0 0 1,-1 0-1,1 1 0,0 0 1,0 0-1,0 0 0,0 1 1,0 0-1,0 0 0,1 0 1,-7 4-1,-6 7-6719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1.488"/>
    </inkml:context>
    <inkml:brush xml:id="br0">
      <inkml:brushProperty name="width" value="0.05" units="cm"/>
      <inkml:brushProperty name="height" value="0.05" units="cm"/>
      <inkml:brushProperty name="color" value="#FFC114"/>
    </inkml:brush>
  </inkml:definitions>
  <inkml:trace contextRef="#ctx0" brushRef="#br0">76 216 24575,'1'0'0,"-1"0"0,0 0 0,0 0 0,0 0 0,1 0 0,-1 0 0,0 1 0,0-1 0,0 0 0,1 0 0,-1 0 0,0 1 0,0-1 0,0 0 0,0 0 0,0 0 0,1 1 0,-1-1 0,0 0 0,0 0 0,0 1 0,0-1 0,0 0 0,0 0 0,0 1 0,0-1 0,0 0 0,0 0 0,0 1 0,0-1 0,0 0 0,0 0 0,0 0 0,0 1 0,0-1 0,0 0 0,-1 0 0,1 1 0,0-1 0,0 0 0,0 0 0,0 0 0,0 1 0,-1-1 0,1 0 0,0 0 0,0 0 0,0 1 0,0-1 0,-1 0 0,1 0 0,-9 13 0,1-5 0,-1 1 0,1 1 0,0 0 0,1 0 0,-10 16 0,15-22 0,1 0 0,-1 0 0,1 0 0,0 1 0,0-1 0,0 1 0,0-1 0,1 0 0,0 1 0,0-1 0,0 1 0,0-1 0,1 1 0,0-1 0,0 0 0,2 7 0,0-3 0,0-1 0,0 1 0,1-1 0,0 0 0,1-1 0,-1 1 0,1-1 0,0 0 0,1 0 0,0 0 0,0-1 0,0 0 0,0 0 0,1 0 0,0-1 0,0 0 0,0 0 0,0-1 0,1 0 0,11 3 0,-9-3 0,0-1 0,0 0 0,0-1 0,0 0 0,0 0 0,0-1 0,0-1 0,0 1 0,0-2 0,0 1 0,0-2 0,0 1 0,0-1 0,-1-1 0,18-8 0,-17 6 0,0 0 0,-1-1 0,0 0 0,-1-1 0,1 1 0,-1-2 0,-1 1 0,0-1 0,0 0 0,-1 0 0,0-1 0,0 0 0,-1 0 0,0 0 0,-1-1 0,-1 0 0,5-18 0,-6 19 0,-1 0 0,0 0 0,0 0 0,-1 0 0,-1 0 0,0 0 0,0 1 0,-1-1 0,0 0 0,0 0 0,-1 1 0,-1-1 0,1 1 0,-2 0 0,1 0 0,-1 1 0,0-1 0,-1 1 0,0 0 0,-10-10 0,6 9 38,-1-1 0,0 1 0,0 1 0,-1 0 0,0 1 0,-1 0 0,1 1 0,-19-7 0,9 6-380,-1 1 1,1 1 0,-1 0-1,-28-1 1,-25 3-6485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2.328"/>
    </inkml:context>
    <inkml:brush xml:id="br0">
      <inkml:brushProperty name="width" value="0.05" units="cm"/>
      <inkml:brushProperty name="height" value="0.05" units="cm"/>
      <inkml:brushProperty name="color" value="#FFC114"/>
    </inkml:brush>
  </inkml:definitions>
  <inkml:trace contextRef="#ctx0" brushRef="#br0">334 295 24575,'-34'0'0,"13"-1"0,0 1 0,-23 4 0,37-3 0,0 0 0,0 1 0,1 0 0,-1 0 0,0 1 0,1 0 0,-1 0 0,1 0 0,0 1 0,-6 4 0,-3 5 0,1-1 0,0 2 0,1-1 0,1 2 0,-19 27 0,26-34 0,0 0 0,1 0 0,0 1 0,0-1 0,1 1 0,0 0 0,1 0 0,0 0 0,0 0 0,1 0 0,0 0 0,0 0 0,2 18 0,-1-24 0,1 0 0,-1 0 0,1 1 0,0-1 0,0 0 0,0 0 0,0 0 0,0 0 0,1 0 0,-1 0 0,1 0 0,0-1 0,0 1 0,0 0 0,0-1 0,1 0 0,-1 1 0,1-1 0,-1 0 0,1 0 0,0-1 0,-1 1 0,1 0 0,0-1 0,0 0 0,0 0 0,0 0 0,1 0 0,-1 0 0,0 0 0,0-1 0,1 0 0,-1 1 0,0-1 0,0-1 0,6 0 0,4 0 0,-1-1 0,0-1 0,0 0 0,0 0 0,0-2 0,0 1 0,-1-1 0,16-10 0,-9 3 0,-1-1 0,0-1 0,-1 0 0,-1-1 0,0 0 0,-1-2 0,-1 1 0,0-2 0,-1 0 0,-1 0 0,-1-1 0,-1 0 0,0-1 0,-2 0 0,0 0 0,-1-1 0,-1 0 0,-1 0 0,2-41 0,-5 57 0,1-25 0,0 1 0,-2-1 0,-2 0 0,-5-34 0,7 62 0,-1-1 0,0 1 0,0 0 0,0-1 0,0 1 0,0 0 0,0 0 0,-2-3 0,-5 2 0,0 13 0,3 2 0,0 0 0,1 0 0,1 0 0,0 0 0,-2 20 0,-2 68 0,7-77 0,-1-5 15,1 117 307,1-122-535,1 1 1,0 0-1,1-1 0,0 1 0,1-1 1,1 0-1,9 19 0,2-6-6613</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2.513"/>
    </inkml:context>
    <inkml:brush xml:id="br0">
      <inkml:brushProperty name="width" value="0.05" units="cm"/>
      <inkml:brushProperty name="height" value="0.05" units="cm"/>
      <inkml:brushProperty name="color" value="#FFC114"/>
    </inkml:brush>
  </inkml:definitions>
  <inkml:trace contextRef="#ctx0" brushRef="#br0">0 95 24575,'0'-7'0,"0"-5"0,0-4 0,0-3 0,0-2 0,0 7 0,0 9 0,0 8 0,0 7 0,0 9 0,0 8 0,0 2 0,4 3 0,0 0 0,0-2 0,-1-4 0,3-2 0,0-5-8191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2.652"/>
    </inkml:context>
    <inkml:brush xml:id="br0">
      <inkml:brushProperty name="width" value="0.05" units="cm"/>
      <inkml:brushProperty name="height" value="0.05" units="cm"/>
      <inkml:brushProperty name="color" value="#FFC114"/>
    </inkml:brush>
  </inkml:definitions>
  <inkml:trace contextRef="#ctx0" brushRef="#br0">1 68 24575,'0'-7'0,"0"-5"0,0-7 0,0 2 0,0 5-8191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2.966"/>
    </inkml:context>
    <inkml:brush xml:id="br0">
      <inkml:brushProperty name="width" value="0.05" units="cm"/>
      <inkml:brushProperty name="height" value="0.05" units="cm"/>
      <inkml:brushProperty name="color" value="#FFC114"/>
    </inkml:brush>
  </inkml:definitions>
  <inkml:trace contextRef="#ctx0" brushRef="#br0">91 39 24575,'3'3'0,"0"-1"0,0 0 0,1 0 0,-1-1 0,0 1 0,0-1 0,1 0 0,-1 1 0,1-2 0,-1 1 0,1 0 0,0-1 0,-1 1 0,8-1 0,-8 0 0,-1 0 0,1 0 0,-1 0 0,1-1 0,-1 1 0,1 0 0,-1-1 0,1 0 0,-1 0 0,1 0 0,-1 0 0,0 0 0,0 0 0,1 0 0,-1-1 0,0 1 0,0-1 0,0 0 0,0 1 0,-1-1 0,3-3 0,-3 4 0,-1 0 0,1 1 0,-1-1 0,0 1 0,1-1 0,-1 0 0,0 1 0,0-1 0,0 0 0,0 0 0,1 1 0,-1-1 0,0 0 0,0 1 0,0-1 0,0 0 0,-1 1 0,1-1 0,0 0 0,0 0 0,0 1 0,0-1 0,-1 0 0,1 1 0,0-1 0,-1 1 0,1-1 0,0 0 0,-2 0 0,1 0 0,-1 0 0,1 0 0,-1 0 0,1 0 0,-1 0 0,0 0 0,1 1 0,-1-1 0,0 0 0,0 1 0,-2-1 0,-4 0 0,0 0 0,0 1 0,0 0 0,-10 1 0,9 0 0,0 1 0,-1 1 0,1-1 0,0 1 0,1 1 0,-10 4 0,14-6 0,-1 1 0,1-1 0,0 1 0,0 0 0,0 0 0,1 1 0,-1-1 0,1 1 0,-1 0 0,1 0 0,0 0 0,1 0 0,-3 5 0,4-7 0,1-1 0,-1 1 0,1-1 0,-1 1 0,1-1 0,0 1 0,-1 0 0,1-1 0,0 1 0,0 0 0,0-1 0,1 1 0,-1-1 0,0 1 0,1 0 0,-1-1 0,1 1 0,0 1 0,1 1 0,0-1 0,0-1 0,0 1 0,0 0 0,0 0 0,1-1 0,-1 1 0,5 2 0,5 3 0,0 0 0,0-1 0,18 7 0,-24-11 0,19 7 0,-8-3 0,27 15 0,-40-19 0,0-1 0,-1 0 0,1 1 0,-1 0 0,0-1 0,0 1 0,0 1 0,0-1 0,0 0 0,-1 1 0,0-1 0,4 7 0,-6-8 0,1 0 0,-1 0 0,0 1 0,0-1 0,1 0 0,-1 0 0,-1 0 0,1 1 0,0-1 0,-1 0 0,1 0 0,-1 0 0,1 0 0,-1 0 0,0 0 0,0 0 0,0 0 0,0 0 0,0 0 0,-1 0 0,1-1 0,0 1 0,-1 0 0,0-1 0,1 1 0,-1-1 0,0 0 0,-3 2 0,-5 5 0,-1-2 0,1 0 0,-21 9 0,2-5-1365,3-2-5461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3.152"/>
    </inkml:context>
    <inkml:brush xml:id="br0">
      <inkml:brushProperty name="width" value="0.05" units="cm"/>
      <inkml:brushProperty name="height" value="0.05" units="cm"/>
      <inkml:brushProperty name="color" value="#FFC114"/>
    </inkml:brush>
  </inkml:definitions>
  <inkml:trace contextRef="#ctx0" brushRef="#br0">1 52 24575,'6'-4'0,"10"-3"0,5-2 0,2-2 0,1 1 0,-1 2 0,-4 5 0,-8 7 0,-10 10 0,-8 9 0,-7 10 0,-7 10 0,0-2-8191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3.965"/>
    </inkml:context>
    <inkml:brush xml:id="br0">
      <inkml:brushProperty name="width" value="0.05" units="cm"/>
      <inkml:brushProperty name="height" value="0.05" units="cm"/>
      <inkml:brushProperty name="color" value="#FFC114"/>
    </inkml:brush>
  </inkml:definitions>
  <inkml:trace contextRef="#ctx0" brushRef="#br0">1 96 24575,'3'-3'0,"5"-9"0,4-1 0,0-2 0,2-2 0,1-2 0,-1 7 0,-4 8 0,-3 8 0,-3 6 0,-2 6 0,-1 3 0,-1 2 0,-1-4-8191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5.046"/>
    </inkml:context>
    <inkml:brush xml:id="br0">
      <inkml:brushProperty name="width" value="0.05" units="cm"/>
      <inkml:brushProperty name="height" value="0.05" units="cm"/>
      <inkml:brushProperty name="color" value="#FFC114"/>
    </inkml:brush>
  </inkml:definitions>
  <inkml:trace contextRef="#ctx0" brushRef="#br0">103 732 24575,'7'-7'0,"1"1"0,0 1 0,0-1 0,13-5 0,23-16 0,-27 13 0,-1-1 0,21-22 0,-33 32 0,1-1 0,-1 1 0,-1 0 0,1-1 0,-1 0 0,0 0 0,0 0 0,-1 0 0,0 0 0,0 0 0,0-1 0,1-8 0,-3 14 0,0 0 0,1-1 0,-1 1 0,0 0 0,0-1 0,0 1 0,0 0 0,0-1 0,-1 1 0,1 0 0,0-1 0,0 1 0,-1 0 0,1 0 0,-1-1 0,1 1 0,-1 0 0,0 0 0,1 0 0,-1 0 0,0 0 0,0 0 0,0 0 0,0 0 0,0 0 0,0 0 0,0 0 0,0 1 0,0-1 0,0 0 0,0 1 0,-1-1 0,1 1 0,0-1 0,0 1 0,-1-1 0,1 1 0,0 0 0,0 0 0,-1 0 0,1 0 0,0 0 0,-1 0 0,1 0 0,0 0 0,-3 1 0,-3 0 0,0 1 0,-1 0 0,1 1 0,1-1 0,-1 1 0,0 0 0,-6 5 0,-9 6 0,1 2 0,1 0 0,0 1 0,-33 37 0,45-45 0,0 1 0,1-1 0,0 2 0,1-1 0,0 1 0,0 0 0,2 0 0,-1 0 0,1 1 0,1 0 0,0 0 0,-2 19 0,5-30 0,-1 1 0,1 0 0,0 0 0,1 0 0,-1 0 0,0 0 0,1 0 0,-1 0 0,1 0 0,-1 0 0,1 0 0,0-1 0,0 1 0,0 0 0,0 0 0,0-1 0,0 1 0,0-1 0,1 1 0,-1-1 0,0 1 0,1-1 0,-1 0 0,1 0 0,0 0 0,-1 0 0,1 0 0,0 0 0,0 0 0,-1-1 0,1 1 0,0 0 0,0-1 0,0 0 0,0 1 0,0-1 0,0 0 0,2 0 0,7 0 0,0 0 0,0 0 0,-1-2 0,1 1 0,16-5 0,-6 0 0,-1-1 0,0 0 0,0-2 0,0 0 0,-1-1 0,-1-1 0,0-1 0,0 0 0,-1-2 0,-1 0 0,0 0 0,-1-2 0,24-31 0,-25 26 0,0-1 0,-1 0 0,-1-1 0,-1 0 0,-2-1 0,0 0 0,-1-1 0,-2 1 0,0-2 0,-2 1 0,2-34 0,-5 24 0,0 0 0,-3 0 0,-1 1 0,-1-1 0,-2 1 0,-13-41 0,19 74 0,-11-25 0,11 25 0,0 1 0,0 0 0,0-1 0,-1 1 0,1 0 0,0-1 0,0 1 0,0 0 0,0-1 0,-1 1 0,1 0 0,0-1 0,0 1 0,-1 0 0,1 0 0,0-1 0,0 1 0,-1 0 0,1 0 0,0-1 0,-1 1 0,1 0 0,0 0 0,-1 0 0,1 0 0,0-1 0,-1 1 0,1 0 0,0 0 0,-1 0 0,1 0 0,-1 0 0,1 0 0,0 0 0,-1 0 0,1 0 0,0 0 0,-1 0 0,1 0 0,-1 1 0,1-1 0,0 0 0,-1 0 0,1 0 0,0 0 0,-1 1 0,1-1 0,0 0 0,0 0 0,-1 1 0,1-1 0,0 0 0,-1 0 0,1 1 0,0-1 0,0 0 0,0 1 0,-1-1 0,1 1 0,-3 5 0,0 1 0,1-1 0,-1 1 0,1 0 0,1 0 0,0 0 0,-1 10 0,-1 57 0,2-45 0,0 18 0,-3 67 0,13 127 0,-7-225 114,0 0 0,8 25 0,-8-36-257,-1 0 1,1 0 0,1 0 0,-1 0-1,1-1 1,-1 1 0,1-1 0,0 0 0,1 0-1,-1 0 1,8 6 0,5 0-6684</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5.217"/>
    </inkml:context>
    <inkml:brush xml:id="br0">
      <inkml:brushProperty name="width" value="0.05" units="cm"/>
      <inkml:brushProperty name="height" value="0.05" units="cm"/>
      <inkml:brushProperty name="color" value="#FFC114"/>
    </inkml:brush>
  </inkml:definitions>
  <inkml:trace contextRef="#ctx0" brushRef="#br0">0 188 24575,'65'-157'0,"-54"128"0,-10 28 0,1 5 0,-1 16 0,0 25 0,-3 138-1365,2-156-5461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5.329"/>
    </inkml:context>
    <inkml:brush xml:id="br0">
      <inkml:brushProperty name="width" value="0.05" units="cm"/>
      <inkml:brushProperty name="height" value="0.05" units="cm"/>
      <inkml:brushProperty name="color" value="#FFC114"/>
    </inkml:brush>
  </inkml:definitions>
  <inkml:trace contextRef="#ctx0" brushRef="#br0">1 112 24575,'3'-10'0,"1"-6"0,0-8 0,-1-3 0,0 6 0,-2 8-8191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5.655"/>
    </inkml:context>
    <inkml:brush xml:id="br0">
      <inkml:brushProperty name="width" value="0.05" units="cm"/>
      <inkml:brushProperty name="height" value="0.05" units="cm"/>
      <inkml:brushProperty name="color" value="#FFC114"/>
    </inkml:brush>
  </inkml:definitions>
  <inkml:trace contextRef="#ctx0" brushRef="#br0">2 290 24575,'0'0'0,"0"1"0,-1-1 0,1 0 0,0 1 0,0-1 0,0 1 0,0-1 0,-1 1 0,1-1 0,0 1 0,0-1 0,0 1 0,0-1 0,0 1 0,0-1 0,0 1 0,0-1 0,1 1 0,-1-1 0,0 1 0,0-1 0,0 1 0,0-1 0,1 0 0,-1 1 0,0-1 0,0 1 0,1-1 0,-1 1 0,11 23 0,-8-19 0,32 90 0,-24-61 0,23 47 0,-33-79 0,0 0 0,0 0 0,1 1 0,-1-1 0,0 0 0,1-1 0,0 1 0,0 0 0,-1 0 0,1-1 0,0 1 0,0-1 0,5 3 0,-6-4 0,0 1 0,1-1 0,-1 0 0,1 1 0,-1-1 0,1 0 0,-1 0 0,0 0 0,1 0 0,-1-1 0,1 1 0,-1 0 0,1 0 0,-1-1 0,0 1 0,1-1 0,-1 1 0,0-1 0,1 0 0,-1 0 0,0 1 0,0-1 0,0 0 0,0 0 0,2-1 0,8-10 0,0 1 0,-1-2 0,0 1 0,13-24 0,28-60 0,-45 85 0,85-208 0,-38 83 0,-45 121 342,-6 15-684,-2 9-1023,-5 7-5461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5.905"/>
    </inkml:context>
    <inkml:brush xml:id="br0">
      <inkml:brushProperty name="width" value="0.05" units="cm"/>
      <inkml:brushProperty name="height" value="0.05" units="cm"/>
      <inkml:brushProperty name="color" value="#FFC114"/>
    </inkml:brush>
  </inkml:definitions>
  <inkml:trace contextRef="#ctx0" brushRef="#br0">55 164 24575,'-4'-3'0,"-3"-5"0,-5-4 0,0-7 0,1-3 0,4-1 0,6-1 0,6 1 0,6 4 0,4 9 0,3 10 0,-1 10 0,-1 8 0,-3 11 0,-3 7 0,-4-3-8191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6.030"/>
    </inkml:context>
    <inkml:brush xml:id="br0">
      <inkml:brushProperty name="width" value="0.05" units="cm"/>
      <inkml:brushProperty name="height" value="0.05" units="cm"/>
      <inkml:brushProperty name="color" value="#FFC114"/>
    </inkml:brush>
  </inkml:definitions>
  <inkml:trace contextRef="#ctx0" brushRef="#br0">20 1 24575,'0'7'0,"-4"8"0,0 10 0,0 2 0,0 1 0,2-1 0,0-2 0,5-5 0,4-10 0,5-9 0,4-9 0,-1-2-8191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6.575"/>
    </inkml:context>
    <inkml:brush xml:id="br0">
      <inkml:brushProperty name="width" value="0.05" units="cm"/>
      <inkml:brushProperty name="height" value="0.05" units="cm"/>
      <inkml:brushProperty name="color" value="#FFC114"/>
    </inkml:brush>
  </inkml:definitions>
  <inkml:trace contextRef="#ctx0" brushRef="#br0">11 82 24575,'0'-6'0,"0"-7"0,0-3 0,0-3 0,4 2 0,0 7 0,1 9 0,-2 11 0,0 10 0,-5 13 0,-2 10 0,-7 11 0,-1-3-8191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6.946"/>
    </inkml:context>
    <inkml:brush xml:id="br0">
      <inkml:brushProperty name="width" value="0.05" units="cm"/>
      <inkml:brushProperty name="height" value="0.05" units="cm"/>
      <inkml:brushProperty name="color" value="#FFC114"/>
    </inkml:brush>
  </inkml:definitions>
  <inkml:trace contextRef="#ctx0" brushRef="#br0">58 34 24575,'0'-3'0,"0"-5"0,0-4 0,0 3 0,0 7 0,0 7 0,-4 9 0,0 12 0,-7 12 0,-8 13 0,-1-3-8191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47.964"/>
    </inkml:context>
    <inkml:brush xml:id="br0">
      <inkml:brushProperty name="width" value="0.05" units="cm"/>
      <inkml:brushProperty name="height" value="0.05" units="cm"/>
      <inkml:brushProperty name="color" value="#FFC114"/>
    </inkml:brush>
  </inkml:definitions>
  <inkml:trace contextRef="#ctx0" brushRef="#br0">16 119 24575,'-1'-6'0,"1"1"0,-1 0 0,0-1 0,-4-8 0,-2-18 0,6 30 0,1 1 0,0-1 0,0 0 0,0 0 0,0 0 0,0 0 0,1 0 0,-1 1 0,0-1 0,1 0 0,-1 0 0,1 1 0,0-1 0,0 0 0,-1 1 0,1-1 0,0 0 0,0 1 0,1-1 0,-1 1 0,0 0 0,0-1 0,1 1 0,-1 0 0,1 0 0,-1 0 0,1 0 0,-1 0 0,1 0 0,0 0 0,-1 1 0,1-1 0,0 0 0,0 1 0,-1-1 0,1 1 0,0 0 0,0 0 0,0 0 0,0 0 0,0 0 0,2 0 0,10 2 0,0-1 0,0 2 0,0 0 0,20 7 0,-19-5 0,20 5 0,68 22 0,-91-28 0,0 1 0,-1 1 0,0 0 0,0 1 0,0 0 0,12 10 0,-22-16 0,1 1 0,0-1 0,-1 1 0,1 0 0,-1-1 0,1 1 0,-1 0 0,0 0 0,0 0 0,0 0 0,0 0 0,0 0 0,0 0 0,0 0 0,-1 0 0,1 0 0,-1 0 0,0 1 0,1-1 0,-1 0 0,0 0 0,0 1 0,0-1 0,-1 0 0,1 0 0,-1 0 0,1 1 0,-1-1 0,0 0 0,1 0 0,-1 0 0,0 0 0,0 0 0,-1 0 0,1 0 0,-3 3 0,-5 4 0,0 1 0,0-1 0,-1-1 0,0 0 0,-13 7 0,20-13 0,-60 38 0,-23 16 0,74-47 0,1 1 0,0-1 0,1 2 0,-17 20 0,24-29 0,2 1 0,-1 0 0,0-1 0,0 1 0,1 0 0,0 0 0,-1 0 0,1 0 0,0 0 0,1 0 0,-1 0 0,0 0 0,1 1 0,0-1 0,0 4 0,0-5 0,1 0 0,-1 0 0,1 0 0,0-1 0,0 1 0,0 0 0,0 0 0,0-1 0,0 1 0,0-1 0,1 1 0,-1-1 0,0 0 0,1 1 0,-1-1 0,1 0 0,0 0 0,-1 0 0,1 0 0,0 0 0,0-1 0,-1 1 0,1 0 0,0-1 0,0 1 0,3-1 0,13 4 0,-1-2 0,1 0 0,-1-1 0,19-1 0,73-10 0,-79 7 0,177-29 0,-179 28 0,-26 3 0,1 1 0,0-1 0,-1 1 0,1 0 0,0 0 0,-1 0 0,1 0 0,0 0 0,-1 1 0,4 0 0,-6-1 0,0 0 0,1 1 0,-1-1 0,0 0 0,1 0 0,-1 0 0,0 1 0,1-1 0,-1 0 0,0 0 0,0 1 0,1-1 0,-1 0 0,0 1 0,0-1 0,0 0 0,0 1 0,1-1 0,-1 0 0,0 1 0,0-1 0,0 0 0,0 1 0,0-1 0,0 1 0,0-1 0,-7 17 0,-6 4 0,1 0 0,0 1 0,2 0 0,1 1 0,-9 30 0,9-15 0,1 0 0,-5 63 0,10-62 0,-13 66 0,13-91 0,-1 0 0,-1-1 0,0 0 0,-1 0 0,-1 0 0,0 0 0,0-1 0,-11 13 0,6-11 69,-1 0-1,0-1 0,-1-1 0,-26 19 1,-67 31-1776,49-32-5119</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0.850"/>
    </inkml:context>
    <inkml:brush xml:id="br0">
      <inkml:brushProperty name="width" value="0.05" units="cm"/>
      <inkml:brushProperty name="height" value="0.05" units="cm"/>
      <inkml:brushProperty name="color" value="#FFC114"/>
    </inkml:brush>
  </inkml:definitions>
  <inkml:trace contextRef="#ctx0" brushRef="#br0">7243 545 24575,'-15'-24'0,"-1"1"0,-1 0 0,-2 1 0,0 1 0,-25-21 0,-116-83 0,107 91-161,-1 1-1,-1 3 1,-2 2 0,0 3-1,-2 2 1,-81-19-1,68 25-86,0 5 0,-1 2-1,0 3 1,-1 4 0,-88 7-1,40 8-461,2 6 0,0 4 1,-214 72-1,-328 179-1770,-358 271 1343,65 112-1,738-478 1090,8 9-1,8 10 1,9 8-1,9 8 1,-165 253-1,167-187-310,12 8-1,14 8 0,12 5 1,14 7-1,13 5 0,13 5 1,-63 350-1,119-408 360,13 1 0,10 2 0,22 516 0,22-534 0,11-1 0,11-1 0,10-3 0,115 324 0,-73-319 0,11-4 0,10-5 0,10-6 0,10-4 0,10-8 0,9-5 0,9-8 0,9-6 0,8-9 0,9-8 0,339 253 0,-326-295-181,5-10 0,5-8 0,6-10 0,243 86 0,-199-105-34,4-11 1,3-12 0,358 44-1,-310-79-16,1-13-1,522-35 1,-496-18 91,-2-15 1,426-116-1,-372 47 122,-6-17 0,-6-16 0,-7-17 0,-7-17 1,-9-15-1,601-440 0,-197-12 18,-560 445 0,262-341 0,-331 361 0,-8-6 0,140-282 0,-187 303 0,-8-4 0,-7-3 0,56-245 0,-87 252 0,-7-2 0,-8-1 0,-7-1 0,-8 0 0,-8 0 0,-32-229 0,5 210 0,-10 1 0,-7 3 0,-9 1 0,-8 4 0,-125-253 0,86 240 0,-9 5 0,-8 4 0,-163-193 0,113 182 0,-9 7 0,-270-224 0,195 213 0,-425-259 0,-340-69 0,111 173 0,-98 50 0,-96 51 0,-86 53 0,-37 53 1365,107 45 5462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5.585"/>
    </inkml:context>
    <inkml:brush xml:id="br0">
      <inkml:brushProperty name="width" value="0.05" units="cm"/>
      <inkml:brushProperty name="height" value="0.05" units="cm"/>
      <inkml:brushProperty name="color" value="#FFC114"/>
    </inkml:brush>
  </inkml:definitions>
  <inkml:trace contextRef="#ctx0" brushRef="#br0">883 1079 24575,'14'-42'0,"2"-4"0,-3 0 0,-4 17 0,-2 0 0,-1-1 0,4-46 0,-9 69 0,-1 0 0,0 0 0,0 1 0,-1-1 0,0 0 0,0 0 0,0 0 0,-1 1 0,0-1 0,-1 1 0,1-1 0,-1 1 0,0 0 0,-1 0 0,0 0 0,0 0 0,0 1 0,0 0 0,-1 0 0,-10-9 0,7 9 0,0 1 0,0 0 0,0 0 0,0 1 0,0 0 0,-1 1 0,0 0 0,1 0 0,-1 1 0,0 0 0,0 0 0,0 1 0,1 0 0,-1 1 0,0 0 0,-13 3 0,-7 2 0,0 2 0,0 1 0,-43 19 0,25-4 0,1 2 0,1 1 0,1 3 0,1 1 0,2 2 0,2 2 0,1 2 0,1 1 0,2 2 0,-31 47 0,51-64 0,0 0 0,2 2 0,1-1 0,1 2 0,-16 51 0,24-66 0,1 0 0,0 0 0,1 0 0,1 0 0,-1 1 0,2-1 0,2 18 0,-2-22 0,1 0 0,0 0 0,1 0 0,-1 0 0,1-1 0,1 1 0,-1-1 0,1 0 0,0 0 0,0 0 0,1-1 0,10 11 0,-6-9 0,2 1 0,-1-1 0,1-1 0,0 0 0,0-1 0,0 0 0,1 0 0,0-1 0,0-1 0,0 0 0,0-1 0,1 0 0,17 0 0,-1-1 0,1-1 0,-1-2 0,0-1 0,47-11 0,-36 3 0,0-1 0,-1-3 0,0-1 0,-1-1 0,-1-3 0,-1 0 0,0-3 0,-2-1 0,-1-1 0,-1-2 0,-1-1 0,28-34 0,-28 26 0,-1-2 0,-3-1 0,0-2 0,-3 0 0,-2-1 0,-1-2 0,-2 0 0,-2-1 0,-3-1 0,12-58 0,-14 35 0,6-137 0,-18 156 0,-2-1 0,-2 0 0,-15-69 0,14 99 0,-14-41 0,17 57 0,0 0 0,0 1 0,-1-1 0,1 0 0,-1 1 0,0 0 0,0-1 0,-1 1 0,1 1 0,-1-1 0,0 0 0,0 1 0,-7-5 0,9 7 0,0 0 0,1 0 0,-1 1 0,0-1 0,0 1 0,0-1 0,0 1 0,0 0 0,0-1 0,0 1 0,0 0 0,0 0 0,0 0 0,0 1 0,1-1 0,-1 0 0,0 1 0,0-1 0,-2 2 0,0 0 0,0 0 0,1 0 0,-1 0 0,1 1 0,0-1 0,-1 1 0,1 0 0,-4 5 0,-3 5 0,1 1 0,0 0 0,-11 23 0,2 5 0,1 1 0,1 1 0,-17 90 0,-2 143 0,31-203 0,7 131 0,0-175 0,1-1 0,1 1 0,2-1 0,1 0 0,1 0 0,1-1 0,18 33 0,-24-52-97,1-1-1,0-1 1,0 1-1,1-1 1,0 0-1,0 0 1,1 0-1,0-1 1,0 0-1,0-1 1,1 1-1,0-1 0,9 4 1,16 3-6729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6.677"/>
    </inkml:context>
    <inkml:brush xml:id="br0">
      <inkml:brushProperty name="width" value="0.05" units="cm"/>
      <inkml:brushProperty name="height" value="0.05" units="cm"/>
      <inkml:brushProperty name="color" value="#FFC114"/>
    </inkml:brush>
  </inkml:definitions>
  <inkml:trace contextRef="#ctx0" brushRef="#br0">161 1194 24575,'15'-18'0,"0"0"0,-1-1 0,-1-1 0,12-25 0,-6 13 0,4-10 0,0-1 0,18-53 0,-33 76 0,-2-1 0,0 0 0,-2 0 0,0 0 0,-1 0 0,-2 0 0,0-30 0,-1 48 0,0 0 0,-1-1 0,1 1 0,-1 0 0,0 0 0,0 0 0,0 0 0,0 0 0,0 0 0,-1 0 0,1 0 0,-1 1 0,0-1 0,-2-2 0,2 3 0,1 1 0,0 0 0,-1 0 0,1 0 0,-1 1 0,1-1 0,-1 0 0,1 0 0,-1 1 0,1-1 0,-1 1 0,0 0 0,1-1 0,-1 1 0,0 0 0,1 0 0,-1 0 0,0 0 0,0 0 0,1 0 0,-1 1 0,0-1 0,1 1 0,-1-1 0,1 1 0,-1-1 0,-2 3 0,-5 1 0,1 1 0,0 1 0,0-1 0,0 1 0,1 1 0,0-1 0,-9 12 0,-42 60 0,51-69 0,-25 40 0,-51 100 0,71-121 0,0 0 0,2 0 0,1 1 0,2 0 0,-7 48 0,14-71 0,-1 1 0,1-1 0,0 0 0,0 0 0,1 1 0,0-1 0,0 0 0,0 0 0,1 0 0,0 0 0,3 7 0,-3-10 0,0 0 0,0 0 0,0 0 0,0-1 0,1 1 0,-1-1 0,1 1 0,-1-1 0,1 0 0,0 0 0,0 0 0,0 0 0,0 0 0,0-1 0,1 0 0,-1 1 0,0-1 0,1 0 0,-1-1 0,1 1 0,4 0 0,6 0 0,-1-1 0,1-1 0,0 0 0,0 0 0,-1-1 0,1-1 0,-1 0 0,1-1 0,20-10 0,-6 1 0,-1-1 0,0-1 0,31-25 0,-36 24 0,-2-1 0,0-1 0,-1-1 0,-1-1 0,28-40 0,-36 45 0,0-1 0,-1-1 0,-1 1 0,0-2 0,-1 1 0,-1-1 0,-1 0 0,0 0 0,1-21 0,-5 33 0,-1 1 0,0-1 0,0 0 0,0 1 0,-2-7 0,2 12 0,0-1 0,0 0 0,-1 1 0,1-1 0,0 0 0,0 1 0,0-1 0,-1 1 0,1-1 0,0 1 0,-1-1 0,1 1 0,-1-1 0,1 1 0,0-1 0,-1 1 0,1-1 0,-1 1 0,1 0 0,-2-1 0,1 1 0,0 0 0,1 0 0,-1 0 0,0 0 0,0 0 0,0 0 0,1 1 0,-1-1 0,0 0 0,0 0 0,0 1 0,1-1 0,-1 1 0,0-1 0,1 0 0,-1 1 0,0-1 0,1 1 0,-1 0 0,1-1 0,-1 2 0,-7 6 0,0 1 0,1 0 0,0 1 0,1 0 0,0 0 0,1 0 0,0 1 0,-5 14 0,7-16 0,0 0 0,0 0 0,2 1 0,-1-1 0,1 0 0,0 1 0,1-1 0,0 1 0,0-1 0,4 18 0,-3-24 0,0 1 0,0-1 0,0 0 0,1 1 0,-1-1 0,1 0 0,0 0 0,0 0 0,0 0 0,1 0 0,-1 0 0,1-1 0,-1 1 0,1-1 0,5 4 0,-4-3 0,1-1 0,0 1 0,1-1 0,-1 0 0,0-1 0,1 1 0,-1-1 0,0 0 0,9 0 0,1-1 0,1 0 0,0-1 0,-1-1 0,1 0 0,-1-1 0,21-8 0,-3-1 0,-1-1 0,-1-2 0,0-1 0,-2-1 0,1-2 0,-2-1 0,-1-1 0,0-2 0,-2 0 0,-1-2 0,42-54 0,-38 41 0,-2-2 0,-2-1 0,-1-1 0,-3 0 0,-1-2 0,-2 0 0,-2-1 0,11-57 0,-4-46 0,-20 129 0,-2 0 0,0 0 0,-1 0 0,0 0 0,-9-32 0,10 47 0,-1 1 0,0 0 0,0-1 0,-1 1 0,1 0 0,-1 0 0,1 0 0,-1 0 0,0 0 0,0 0 0,0 1 0,-1-1 0,1 1 0,-1-1 0,1 1 0,-1 0 0,-3-2 0,3 3 0,1 0 0,0 0 0,-1 1 0,1-1 0,-1 1 0,1 0 0,-1 0 0,1 0 0,-1 0 0,1 0 0,-1 0 0,1 1 0,-1-1 0,1 1 0,-1-1 0,1 1 0,0 0 0,-1 0 0,1 0 0,0 1 0,0-1 0,0 0 0,0 1 0,-2 1 0,-9 8 0,0 0 0,1 1 0,1 1 0,0 0 0,1 0 0,0 1 0,-14 28 0,4-2 0,-26 77 0,31-71 0,2 1 0,2 0 0,2 1 0,3 0 0,-2 62 0,8-85 0,1-1 0,1 1 0,0-1 0,2 0 0,1 0 0,1-1 0,1 1 0,1-1 0,1 0 0,1-1 0,1 0 0,20 28 0,-23-39 0,1 0 0,0-1 0,1 0 0,0-1 0,1 0 0,18 12 0,-25-18 0,1 0 0,-1-1 0,1 0 0,0 0 0,0-1 0,-1 1 0,1-1 0,0 0 0,8 1 0,-10-2 0,0 0 0,0-1 0,0 1 0,0-1 0,-1 1 0,1-1 0,0 0 0,0 0 0,-1 0 0,1 0 0,-1 0 0,1-1 0,-1 1 0,1-1 0,-1 0 0,0 1 0,4-5 0,-2 1 0,0 0 0,-1 0 0,0 0 0,0-1 0,0 1 0,-1-1 0,0 0 0,0 1 0,0-1 0,-1 0 0,0 0 0,0 0 0,0 0 0,-1 0 0,0 0 0,-1-9 0,0-2 0,-1 1 0,-1 0 0,-1 0 0,-10-30 0,-9-4 0,15 35 0,1-1 0,-8-26 0,14 40 0,1 1 0,0-1 0,-1 1 0,1-1 0,0 1 0,0 0 0,0-1 0,0 1 0,0-1 0,0 1 0,0-1 0,1 1 0,-1-1 0,0 1 0,1 0 0,-1-1 0,1 1 0,0 0 0,-1-1 0,1 1 0,0 0 0,0 0 0,0-1 0,0 1 0,0 0 0,0 0 0,0 0 0,0 0 0,0 1 0,0-1 0,1 0 0,-1 0 0,0 1 0,3-2 0,4 0 0,0-1 0,-1 1 0,1 1 0,0 0 0,10-1 0,-13 2 0,105-9 0,202-21 0,-215 16 0,113-31 0,-203 43 0,1 1 0,0-1 0,0 0 0,0-1 0,0 0 0,0 0 0,-1-1 0,0 0 0,1 0 0,-1-1 0,9-8 0,-15 13 0,0-1 0,0 0 0,-1 1 0,1-1 0,0 0 0,-1 0 0,1 0 0,-1 0 0,1 0 0,-1 1 0,0-1 0,1 0 0,-1 0 0,0 0 0,0 0 0,1 0 0,-1 0 0,0 0 0,0 0 0,0 0 0,0 0 0,0 0 0,-1 0 0,1 0 0,0 0 0,-1-1 0,0 0 0,0 0 0,0 0 0,0 1 0,0-1 0,-1 1 0,1-1 0,-1 1 0,1 0 0,-1-1 0,1 1 0,-1 0 0,-2-1 0,-5-2 0,1 0 0,-1 1 0,0 0 0,-14-3 0,1 3 0,1 1 0,0 1 0,0 1 0,-1 0 0,1 2 0,0 1 0,0 0 0,0 2 0,0 0 0,1 2 0,0 0 0,0 1 0,-34 20 0,36-18 0,1 1 0,1 1 0,0 0 0,0 2 0,1 0 0,-18 22 0,24-25 0,0 2 0,0-1 0,2 1 0,-1 1 0,2-1 0,0 1 0,0 0 0,2 1 0,-4 14 0,6-22 0,1 0 0,0 0 0,0 0 0,1 0 0,0 0 0,0 0 0,1 0 0,0 0 0,0 0 0,1 0 0,-1 0 0,2-1 0,-1 1 0,1-1 0,5 11 0,-4-12 0,-1 0 0,1 0 0,0-1 0,1 1 0,-1-1 0,1 0 0,0-1 0,-1 1 0,2-1 0,-1 0 0,0 0 0,1 0 0,-1-1 0,1 0 0,0 0 0,0 0 0,0-1 0,8 1 0,5 0 0,0-1 0,0-1 0,0-1 0,1 0 0,-1-2 0,0 0 0,34-11 0,-22 4 0,1-2 0,-1-2 0,47-27 0,-56 27 0,-1-1 0,0-1 0,-2 0 0,0-2 0,-1 0 0,0-1 0,-2-1 0,0-1 0,21-36 0,-36 55 0,11-16 0,-7 16 0,-2 11 0,-4 21 0,-6 43 0,0 0 0,2 76-1365,3-78-5461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7.539"/>
    </inkml:context>
    <inkml:brush xml:id="br0">
      <inkml:brushProperty name="width" value="0.05" units="cm"/>
      <inkml:brushProperty name="height" value="0.05" units="cm"/>
      <inkml:brushProperty name="color" value="#FFC114"/>
    </inkml:brush>
  </inkml:definitions>
  <inkml:trace contextRef="#ctx0" brushRef="#br0">173 1222 24575,'125'-187'0,"-108"157"0,-2-2 0,0 0 0,-3 0 0,13-48 0,-23 71 0,0 0 0,0 0 0,-1 0 0,-1-1 0,0 1 0,0 0 0,-2-14 0,1 20 0,1 1 0,-1-1 0,1 1 0,-1 0 0,0 0 0,0-1 0,0 1 0,0 0 0,0 0 0,0 0 0,-1 0 0,1 0 0,-1 0 0,1 0 0,-1 0 0,0 1 0,0-1 0,0 1 0,0-1 0,0 1 0,0 0 0,0 0 0,0-1 0,-1 2 0,1-1 0,0 0 0,-1 0 0,1 1 0,0-1 0,-1 1 0,1 0 0,-1 0 0,-2 0 0,-4 1 0,0 0 0,0 1 0,0 0 0,0 1 0,0-1 0,1 2 0,-1-1 0,1 1 0,0 1 0,0-1 0,1 1 0,0 1 0,-1 0 0,-9 9 0,-4 7 0,1 0 0,1 0 0,-18 30 0,23-31 0,2 0 0,0 1 0,1 0 0,1 0 0,1 1 0,2 1 0,-10 45 0,15-60 0,1 1 0,1 0 0,0 0 0,0-1 0,1 1 0,0 0 0,0-1 0,1 1 0,6 17 0,-5-20 0,1-1 0,-1 1 0,1-1 0,0 0 0,0-1 0,0 1 0,1-1 0,0 1 0,0-2 0,1 1 0,-1 0 0,1-1 0,0 0 0,0-1 0,7 4 0,0-2 0,-1 0 0,1-1 0,0 0 0,0-1 0,1-1 0,-1 0 0,1-1 0,-1 0 0,1-1 0,-1-1 0,1 0 0,-1 0 0,1-2 0,20-5 0,-12 1 0,0-1 0,0 0 0,-1-2 0,0 0 0,-1-1 0,0-2 0,31-24 0,-40 27 0,1-1 0,-1 0 0,-1-1 0,0 0 0,-1 0 0,0-1 0,-1 0 0,11-25 0,-16 30 0,0 0 0,0-1 0,0 1 0,-1-1 0,-1 0 0,1 0 0,-1 0 0,-1 0 0,0 0 0,0 0 0,-1 0 0,0 0 0,0 0 0,-1 1 0,0-1 0,-5-11 0,5 15 0,-1 0 0,0 0 0,0 0 0,-1 0 0,1 1 0,-1 0 0,0-1 0,0 1 0,0 1 0,-8-6 0,10 7 0,0 1 0,0 0 0,0-1 0,0 1 0,0 0 0,0 0 0,0 0 0,-1 0 0,1 1 0,0-1 0,0 1 0,-1-1 0,1 1 0,0 0 0,-1 0 0,1 0 0,-1 0 0,1 0 0,0 0 0,-1 1 0,1-1 0,0 1 0,-1 0 0,1 0 0,0 0 0,0 0 0,-3 1 0,6 1 0,8-3 0,10-1 0,-1-3 0,0 0 0,-1-1 0,0-1 0,1-1 0,27-16 0,-16 6 0,0-2 0,32-26 0,-46 32 0,-1-1 0,0 0 0,0-1 0,-2 0 0,0-1 0,-1 0 0,0-1 0,-1 0 0,-1-1 0,7-20 0,-9 17 0,0-1 0,-2 0 0,0-1 0,-2 1 0,-1-1 0,0 0 0,-2 1 0,-3-36 0,-1 25 0,-1 0 0,-11-37 0,11 54 0,0 0 0,-1 1 0,-1 0 0,0 0 0,-1 1 0,-12-18 0,17 28 0,1 1 0,-1 0 0,0 0 0,0 0 0,0 0 0,-1 0 0,1 0 0,-1 1 0,0 0 0,1-1 0,-7-1 0,7 3 0,1 1 0,0-1 0,-1 1 0,1 0 0,0-1 0,-1 1 0,1 0 0,0 1 0,-1-1 0,1 0 0,0 1 0,0-1 0,-1 1 0,1 0 0,0 0 0,0 0 0,0 0 0,0 0 0,0 0 0,0 0 0,0 1 0,-3 2 0,-3 4 0,0 0 0,1 0 0,1 0 0,-1 1 0,1 0 0,1 1 0,-1-1 0,-4 16 0,-27 87 0,36-108 0,-24 97-186,5 2 0,-11 161 0,17 213-409,13-457 594,4 729-89,-3-725 80,1-5 9,-1 0 0,-1 0 0,-1 0 0,0-1 0,-1 1-1,-11 34 1,14-52-1,-1 0-1,1 1 0,-1-1 1,0 0-1,1 0 0,-1 0 1,0 0-1,1 0 0,-1 0 1,0 0-1,0 0 0,-2 1 1,3-2 8,0 0 1,-1 1 0,1-1-1,-1 0 1,1 0 0,0 0-1,-1 0 1,1 0 0,-1 0 0,1 0-1,0 0 1,-1 0 0,1 0-1,0 0 1,-1 0 0,1 0-1,-1 0 1,1 0 0,0-1-1,-1 1 1,1 0 0,0 0-1,-1 0 1,1-1 0,0 1-1,-1 0 1,-1-3 74,0 1 0,0 0 0,1-1 1,-1 1-1,1-1 0,-1 1 0,1-1 0,0 0 0,-1-3 0,-6-20-32,2 0 1,0-1-1,2 0 1,1 0-1,1-43 0,4 7-44,14-80-1,-1 52-4,43-142 0,-44 187 0,3 2 0,2 0 0,1 1 0,51-78 0,-67 115 0,0 0 0,0 0 0,1 0 0,-1 0 0,2 1 0,-1 0 0,0 0 0,1 0 0,0 1 0,0 0 0,0 0 0,8-3 0,-13 6 0,1 1 0,-1 0 0,1-1 0,-1 1 0,1 0 0,-1 0 0,0 0 0,1 0 0,-1 0 0,1 0 0,-1 0 0,1 1 0,-1-1 0,1 0 0,-1 1 0,0-1 0,1 1 0,-1-1 0,0 1 0,1 0 0,-1 0 0,0 0 0,0-1 0,0 1 0,0 0 0,0 0 0,0 1 0,0-1 0,0 0 0,0 0 0,0 0 0,-1 1 0,2 1 0,0 2 0,1 1 0,-1 0 0,0 0 0,-1 0 0,0 0 0,2 11 0,-4 39-1365,-5 1-5461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9.350"/>
    </inkml:context>
    <inkml:brush xml:id="br0">
      <inkml:brushProperty name="width" value="0.05" units="cm"/>
      <inkml:brushProperty name="height" value="0.05" units="cm"/>
      <inkml:brushProperty name="color" value="#FFC114"/>
    </inkml:brush>
  </inkml:definitions>
  <inkml:trace contextRef="#ctx0" brushRef="#br0">347 1008 24575,'-1'0'0,"0"0"0,1 0 0,-1-1 0,1 1 0,-1 0 0,1-1 0,-1 1 0,1 0 0,0-1 0,-1 1 0,1-1 0,-1 1 0,1-1 0,0 1 0,-1-1 0,1 1 0,0-1 0,0 1 0,-1-1 0,1 1 0,0-1 0,0 1 0,0-1 0,0 0 0,0 1 0,0-1 0,0 1 0,0-1 0,0 0 0,0 1 0,0-1 0,0 1 0,0-1 0,0 1 0,1-2 0,3-23 0,-4 25 0,79-224 0,-18 61 0,-50 129 0,-2-1 0,9-63 0,-17 91 0,0 0 0,-1-1 0,0 1 0,-1 0 0,1 0 0,-3-11 0,2 17 0,1-1 0,-1 0 0,0 0 0,1 1 0,-1-1 0,0 0 0,0 1 0,0-1 0,0 1 0,0-1 0,0 1 0,-1 0 0,1-1 0,0 1 0,-1 0 0,1 0 0,-1 0 0,1 0 0,-1 0 0,0 0 0,1 1 0,-1-1 0,0 0 0,0 1 0,1-1 0,-1 1 0,0 0 0,0 0 0,-3-1 0,-4 2 0,-1 0 0,1 0 0,-1 1 0,1 1 0,0-1 0,0 1 0,0 1 0,0-1 0,1 2 0,-1-1 0,-9 8 0,-14 10 0,-38 34 0,64-51 0,-32 28 0,-64 71 0,87-86 0,1 1 0,1 0 0,0 0 0,2 2 0,0-1 0,-11 31 0,20-44 0,0 1 0,0-1 0,0 1 0,1-1 0,0 1 0,1 0 0,-1-1 0,1 1 0,1 0 0,1 9 0,-1-14 0,0 1 0,0-1 0,0 0 0,0 1 0,1-1 0,0 0 0,-1 0 0,1 0 0,0 0 0,1 0 0,-1 0 0,0 0 0,1-1 0,-1 1 0,1-1 0,0 0 0,0 0 0,0 0 0,0 0 0,0 0 0,1-1 0,-1 1 0,6 1 0,2-1 0,0 0 0,0-1 0,-1 0 0,1 0 0,0-1 0,0-1 0,0 0 0,0 0 0,-1-1 0,15-5 0,2-1 0,-2-1 0,0-1 0,25-14 0,-20 7 0,0-2 0,-1 0 0,-2-2 0,0-1 0,-1-1 0,26-31 0,-34 34 0,-1-1 0,-2-1 0,0 0 0,-1-1 0,-1-1 0,-2 0 0,0 0 0,11-41 0,-51 144 0,25-66 0,-2 8 0,0-1 0,-3 29 0,8-45 0,1 1 0,-1 0 0,1-1 0,0 1 0,0-1 0,1 1 0,-1 0 0,1-1 0,0 1 0,0-1 0,1 0 0,-1 1 0,1-1 0,0 0 0,0 0 0,6 8 0,-5-9 0,0-1 0,0 1 0,0-1 0,1 0 0,-1 0 0,1 0 0,0 0 0,0 0 0,-1-1 0,1 1 0,0-1 0,0 0 0,0-1 0,0 1 0,1-1 0,-1 0 0,4 0 0,6 0 0,-1-1 0,1-1 0,25-6 0,-17 2 0,-1-2 0,0 0 0,0-1 0,-1-1 0,0-1 0,-1-1 0,0-1 0,-1 0 0,-1-1 0,0-1 0,-1-1 0,0 0 0,-1-1 0,-1-1 0,-1 0 0,19-34 0,-6 7 0,-48 151 0,13-65 0,-5 34 0,13-69 0,1 0 0,-1-1 0,1 1 0,1 0 0,-1 0 0,1 0 0,0 0 0,0-1 0,5 12 0,-6-15 0,1-1 0,0 1 0,-1-1 0,1 0 0,0 1 0,0-1 0,0 0 0,0 1 0,0-1 0,0 0 0,0 0 0,0 0 0,1 0 0,-1 0 0,0 0 0,1 0 0,-1 0 0,1-1 0,-1 1 0,1-1 0,2 2 0,-1-2 0,-1 0 0,0 0 0,1 0 0,-1-1 0,0 1 0,1-1 0,-1 1 0,0-1 0,0 0 0,1 0 0,-1 0 0,0 0 0,3-2 0,6-5 0,0-1 0,-1 0 0,0 0 0,9-13 0,-14 17 0,-5 4 0,1 0 0,0 0 0,0 0 0,0 0 0,0 0 0,0 0 0,0 0 0,0 0 0,0 0 0,0 1 0,0-1 0,0 0 0,0 1 0,1-1 0,-1 1 0,0-1 0,0 1 0,1 0 0,-1-1 0,0 1 0,1 0 0,-1 0 0,0 0 0,1 0 0,-1 0 0,2 1 0,-2 0 0,1 0 0,-1 0 0,1 0 0,-1 0 0,0 1 0,0-1 0,1 1 0,-1-1 0,0 1 0,0 0 0,0-1 0,-1 1 0,1 0 0,0-1 0,-1 1 0,1 0 0,-1 0 0,1 3 0,7 35 0,2 54 0,-6-53 0,9 46 0,-8-71 0,-4-16 0,-1 0 0,0 0 0,0 0 0,0 0 0,0 0 0,0 0 0,1 0 0,-1 0 0,0 0 0,0 0 0,0 0 0,0 0 0,0 0 0,0 0 0,1 0 0,-1 0 0,0 0 0,0 0 0,0-1 0,0 1 0,0 0 0,0 0 0,0 0 0,1 0 0,-1 0 0,0 0 0,0 0 0,0 0 0,0 0 0,0-1 0,0 1 0,0 0 0,0 0 0,0 0 0,0 0 0,0 0 0,0-1 0,0 1 0,0 0 0,0 0 0,0 0 0,0 0 0,0 0 0,0 0 0,0-1 0,0 1 0,0 0 0,0 0 0,3-32 0,-2-27 0,6-164 0,-2 166 0,23-108 0,-24 148 0,31-104 0,-31 111 0,0-1 0,1 1 0,0 0 0,1 0 0,0 1 0,0 0 0,1 0 0,15-15 0,-19 21 0,1 0 0,0 0 0,-1 0 0,1 1 0,0-1 0,0 1 0,1 0 0,-1 1 0,0-1 0,1 1 0,-1-1 0,1 1 0,0 1 0,-1-1 0,1 1 0,0-1 0,-1 1 0,1 1 0,0-1 0,8 2 0,-8 0 0,1 0 0,-1 0 0,0 0 0,0 1 0,0 0 0,0 0 0,-1 0 0,1 1 0,-1-1 0,1 1 0,-1 0 0,-1 0 0,1 0 0,0 1 0,-1 0 0,5 8 0,-2 1 0,0 0 0,0 0 0,-2 0 0,0 1 0,0 0 0,-2 0 0,0 0 0,0 0 0,-1 0 0,-3 29 0,-1-13 0,-1 0 0,-2 0 0,-1-1 0,-15 38 0,-4-2 0,85-141 0,3 1 0,133-120 0,-191 191 0,-3 2 0,0-1 0,0 1 0,0 0 0,1 0 0,-1 0 0,1-1 0,-1 1 0,1 1 0,-1-1 0,1 0 0,2-1 0,-3 3 0,0-1 0,0 1 0,0 0 0,-1-1 0,1 1 0,0 0 0,0 0 0,-1-1 0,1 1 0,-1 0 0,1 0 0,-1 0 0,1 0 0,-1 0 0,0 0 0,1 0 0,-1 0 0,0 0 0,1 2 0,0-1 0,0 0 0,0 0 0,0 0 0,0 0 0,1-1 0,-1 1 0,1 0 0,0-1 0,-1 1 0,1-1 0,0 1 0,0-1 0,0 0 0,0 0 0,0 0 0,0 0 0,0 0 0,0 0 0,0-1 0,0 1 0,1-1 0,-1 1 0,0-1 0,0 0 0,1 0 0,1 0 0,10 0 0,-1-1 0,1 0 0,14-3 0,-21 3 0,26-6 0,44-15 0,-51 14 0,-25 8 0,0-1 0,0 1 0,0-1 0,1 1 0,-1 0 0,0-1 0,0 1 0,0 0 0,1 0 0,-1 0 0,0 0 0,0 0 0,1 0 0,-1 0 0,0 0 0,0 1 0,1-1 0,-1 0 0,0 1 0,0-1 0,0 1 0,0-1 0,0 1 0,0 0 0,0 0 0,0-1 0,0 1 0,0 0 0,0 0 0,0 0 0,0 0 0,-1 0 0,1 0 0,0 0 0,-1 0 0,1 0 0,-1 0 0,1 0 0,0 3 0,1 3 0,-1 1 0,0 0 0,-1-1 0,1 1 0,-2 11 0,0-6 0,-3 387 0,2-435 0,-2 0 0,-7-36 0,-4-28 0,11 54 0,2-1 0,2 0 0,7-54 0,-3 75 0,0 1 0,1 0 0,2 0 0,1 0 0,0 1 0,2 0 0,19-34 0,-25 50 0,1 0 0,0 0 0,1 0 0,0 1 0,0-1 0,0 1 0,0 1 0,1-1 0,0 1 0,8-4 0,-11 7 0,-1 1 0,0-1 0,0 1 0,1 0 0,-1 0 0,1 0 0,-1 0 0,1 1 0,-1-1 0,1 1 0,-1 0 0,1 0 0,-1 0 0,1 1 0,-1-1 0,1 1 0,-1 0 0,1 0 0,-1 0 0,0 0 0,1 1 0,-1-1 0,0 1 0,0 0 0,0 0 0,5 4 0,-2 0 0,-1-1 0,1 1 0,-1 0 0,0 1 0,-1-1 0,1 1 0,-1 0 0,-1 0 0,1 1 0,-1-1 0,-1 1 0,1-1 0,-1 1 0,-1 0 0,1 0 0,-1 0 0,-1 11 0,1-8 0,-2 1 0,0-1 0,0 0 0,-1 0 0,-1 0 0,1 0 0,-2-1 0,0 1 0,0-1 0,-1 0 0,-11 19 0,4-12-273,0-1 0,-1-1 0,-1 0 0,-19 17 0,18-21-6553</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59.505"/>
    </inkml:context>
    <inkml:brush xml:id="br0">
      <inkml:brushProperty name="width" value="0.05" units="cm"/>
      <inkml:brushProperty name="height" value="0.05" units="cm"/>
      <inkml:brushProperty name="color" value="#FFC114"/>
    </inkml:brush>
  </inkml:definitions>
  <inkml:trace contextRef="#ctx0" brushRef="#br0">1 1 24575,'3'0'0,"5"3"0,4 1 0,0 1-8191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00.548"/>
    </inkml:context>
    <inkml:brush xml:id="br0">
      <inkml:brushProperty name="width" value="0.05" units="cm"/>
      <inkml:brushProperty name="height" value="0.05" units="cm"/>
      <inkml:brushProperty name="color" value="#FFC114"/>
    </inkml:brush>
  </inkml:definitions>
  <inkml:trace contextRef="#ctx0" brushRef="#br0">1546 685 24575,'3'-6'0,"-1"0"0,0 0 0,0 0 0,0 0 0,0 0 0,-1 0 0,0-1 0,-1 1 0,1 0 0,-2-11 0,1 14 0,0 0 0,-1 0 0,1 1 0,-1-1 0,1 0 0,-1 0 0,0 1 0,0-1 0,-1 1 0,1-1 0,0 1 0,-1-1 0,0 1 0,1 0 0,-1-1 0,0 1 0,0 0 0,0 0 0,0 1 0,-1-1 0,1 0 0,0 1 0,-1-1 0,1 1 0,-5-2 0,0 1 0,0 1 0,0 0 0,0 0 0,-1 0 0,1 1 0,0 0 0,0 0 0,-1 0 0,1 1 0,-9 3 0,-10 2 0,-36 16 0,56-21 0,-52 24-65,0 2-1,2 2 0,1 3 1,2 2-1,1 2 1,2 3-1,-46 45 1,23-11-207,3 2 0,3 3 0,-89 140 0,88-107-236,5 3 1,5 3-1,-70 201 0,83-176 560,7 0-1,-38 291 1,66-328-52,5 0 0,4 0 0,5-1 0,5 1 0,4-1 0,4 0 0,33 103 0,-25-126 0,3-2 0,4 0 0,4-2 0,2-2 0,4-2 0,3-1 0,3-2 0,3-3 0,72 73 0,-55-73-193,4-3 1,2-4-1,148 93 0,-113-91-372,2-5-1,173 63 1,-119-65-283,212 42 0,173-11 77,-214-57 771,0-14 0,1-16 0,0-14 0,506-88 0,-644 64-162,-2-9 0,287-109 0,-350 101 65,-3-5 0,-2-5 0,-4-7 0,152-113 0,-160 92 122,-3-4 0,-5-6 1,102-124-1,-128 126 0,-5-4 0,-4-3 1,105-210-1,-135 219-25,-4-1 0,-4-2 0,-5-2 0,-5 0 0,-4-2 0,-5-1 0,-4 0 0,-5-1 0,-5 1 0,-23-216 0,6 226 0,-4 1 0,-5 1 0,-4 1 0,-4 1 0,-47-99 0,39 115 0,-2 1 0,-4 2 0,-4 3 0,-2 1 0,-3 3 0,-71-68 0,62 76 4,-3 2 0,-3 4-1,-2 3 1,-125-68 0,93 67 10,-3 4-1,-220-65 1,158 70 7,-236-28-1,-172 25-1,81 36 449,-763 80 0,936-20 159,277-40-113,-1 2 1,2 3 0,0 1 0,-79 41 0,108-49-182,0 1 1,1 1-1,1 1 0,0 0 1,0 0-1,1 1 0,-20 26 0,26-29-158,0 1-1,0 0 1,1 0-1,0 1 1,1-1-1,0 1 1,0 0-1,2 0 0,-1 1 1,1-1-1,1 0 1,-1 17-1,7 65-1539,-4-76-5461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0.386"/>
    </inkml:context>
    <inkml:brush xml:id="br0">
      <inkml:brushProperty name="width" value="0.05" units="cm"/>
      <inkml:brushProperty name="height" value="0.05" units="cm"/>
      <inkml:brushProperty name="color" value="#FFC114"/>
    </inkml:brush>
  </inkml:definitions>
  <inkml:trace contextRef="#ctx0" brushRef="#br0">159 677 24575,'-26'0'0,"10"1"0,0-1 0,1-1 0,-1 0 0,-25-6 0,38 7 0,1-1 0,-1 1 0,0-1 0,0 1 0,0 0 0,1 0 0,-6 1 0,6 0 0,3-1 0,15-1 0,288-64-2,-204 39-171,666-188-1921,-8-30 613,-725 233 1425,10-3 72,146-55 678,-165 55-251,-24 14-443,0 0 0,0 0 0,1 0 0,-1 0 0,0 0 0,0 0 0,0 0 0,0 0 0,1 0 0,-1-1 0,0 1 1,0 0-1,0 0 0,0 0 0,0 0 0,0 0 0,1-1 0,-1 1 0,0 0 0,0 0 0,0 0 0,0 0 0,0-1 0,0 1 0,0 0 0,0 0 1,0 0-1,0-1 0,0 1 0,0 0 0,0 0 0,0 0 0,0-1 0,0 1 0,0 0 0,0 0 0,0 0 0,0 0 0,0-1 0,0 1 0,-1 0 1,1 0-1,0 0 0,0 0 0,0-1 0,-10-2-5541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4.629"/>
    </inkml:context>
    <inkml:brush xml:id="br0">
      <inkml:brushProperty name="width" value="0.05" units="cm"/>
      <inkml:brushProperty name="height" value="0.05" units="cm"/>
      <inkml:brushProperty name="color" value="#FFC114"/>
    </inkml:brush>
  </inkml:definitions>
  <inkml:trace contextRef="#ctx0" brushRef="#br0">598 316 24575,'0'-24'0,"1"0"0,1 0 0,6-30 0,-7 49 0,0 1 0,0-1 0,-1 0 0,1 0 0,-1 0 0,0 0 0,-1 0 0,1 1 0,-1-1 0,0 0 0,0 0 0,-1 1 0,-3-9 0,2 8 0,0-1 0,0 1 0,-1 0 0,0 1 0,0-1 0,0 1 0,-1-1 0,1 1 0,-1 1 0,-9-7 0,-1 2 0,0 0 0,-1 0 0,0 2 0,0 0 0,-1 0 0,1 2 0,-1 0 0,0 1 0,-1 0 0,1 2 0,0 0 0,0 1 0,-1 1 0,1 0 0,0 1 0,0 1 0,0 1 0,0 0 0,1 1 0,-1 1 0,1 1 0,1 0 0,-1 1 0,-26 18 0,39-23 0,-1 0 0,1 0 0,-1 0 0,1 0 0,0 0 0,1 1 0,-1-1 0,0 1 0,1 0 0,0 0 0,0 0 0,0 0 0,-1 4 0,2-5 0,1 1 0,0-1 0,-1 0 0,1 0 0,0 0 0,0 0 0,1 0 0,-1 0 0,1 0 0,0 0 0,-1 0 0,1 0 0,1 0 0,-1 0 0,0 0 0,1 0 0,-1-1 0,1 1 0,3 3 0,5 7 0,1-1 0,1-1 0,0 0 0,1 0 0,0-1 0,0-1 0,1 0 0,17 8 0,129 49 0,-66-29 0,-82-32 0,66 32 0,-71-33 0,0 0 0,-1 0 0,0 1 0,0 0 0,0 0 0,0 0 0,-1 1 0,8 11 0,-12-16 0,0 1 0,0-1 0,0 1 0,0-1 0,0 1 0,-1-1 0,1 1 0,-1 0 0,1-1 0,-1 1 0,0 0 0,0 0 0,0-1 0,0 1 0,0 0 0,0 0 0,0-1 0,0 1 0,-1 0 0,0 2 0,0-1 0,-1-1 0,1 1 0,-1-1 0,1 0 0,-1 0 0,0 0 0,0 0 0,0 0 0,0 0 0,0-1 0,0 1 0,-3 1 0,-7 3 0,0 0 0,0-1 0,0-1 0,-17 4 0,-2 0 0,0-1 0,-1-2 0,1-2 0,-1 0 0,0-3 0,0 0 0,1-2 0,-51-9 0,68 7 0,0 0 0,0 0 0,0-1 0,1-1 0,0-1 0,0 0 0,0 0 0,-12-10 0,20 13 0,1 0 0,-1 0 0,1 0 0,0-1 0,0 1 0,0-1 0,1 0 0,-1 0 0,1 0 0,1 0 0,-1-1 0,1 1 0,0-1 0,0 0 0,0 0 0,1 1 0,0-1 0,0 0 0,0 0 0,1 0 0,0 0 0,1-7 0,-1 12 0,0 0 0,0 0 0,0 0 0,0 0 0,0-1 0,0 1 0,1 0 0,-1 0 0,1 0 0,-1 0 0,1 0 0,-1 0 0,1 0 0,-1 0 0,1 0 0,0 0 0,0 0 0,-1 0 0,1 0 0,0 1 0,1-2 0,-1 2 0,0-1 0,0 1 0,0 0 0,0 0 0,1 0 0,-1 0 0,0 0 0,0 0 0,0 0 0,0 0 0,0 0 0,0 1 0,0-1 0,0 0 0,0 1 0,0-1 0,0 0 0,1 2 0,5 2 0,-1 0 0,0 1 0,0 0 0,10 11 0,-1 0-1365,0-2-5461</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5.066"/>
    </inkml:context>
    <inkml:brush xml:id="br0">
      <inkml:brushProperty name="width" value="0.05" units="cm"/>
      <inkml:brushProperty name="height" value="0.05" units="cm"/>
      <inkml:brushProperty name="color" value="#FFC114"/>
    </inkml:brush>
  </inkml:definitions>
  <inkml:trace contextRef="#ctx0" brushRef="#br0">61 42 24575,'0'-1'0,"0"0"0,0 0 0,0-1 0,0 1 0,0 0 0,0 0 0,-1 0 0,1 0 0,0 0 0,0 0 0,-1 0 0,1 0 0,0 0 0,-1 0 0,1 0 0,-1 0 0,-1-1 0,2 1 0,-1 1 0,1 0 0,-1 0 0,1 0 0,-1 0 0,1 0 0,-1 0 0,1 0 0,-1 0 0,1 0 0,-1 0 0,1 0 0,0 0 0,-1 0 0,1 0 0,-1 0 0,1 1 0,-1-1 0,1 0 0,-1 0 0,1 0 0,0 1 0,-1-1 0,1 0 0,-1 0 0,1 1 0,-4 2 0,1 0 0,1 0 0,-1 1 0,0-1 0,1 1 0,-1-1 0,-2 8 0,1-2 0,1 0 0,0 0 0,1 0 0,0 1 0,1-1 0,0 1 0,0-1 0,1 1 0,0-1 0,1 1 0,0-1 0,0 1 0,1-1 0,6 17 0,-6-19 0,0-1 0,1 0 0,0-1 0,0 1 0,1 0 0,0-1 0,0 0 0,0 0 0,0 0 0,1 0 0,0-1 0,0 1 0,0-1 0,0-1 0,1 1 0,-1-1 0,1 0 0,0 0 0,0 0 0,0-1 0,0 0 0,10 2 0,-2-3 0,-1 1 0,1-2 0,-1 0 0,0 0 0,1-1 0,-1-1 0,0 0 0,0-1 0,0-1 0,0 0 0,14-6 0,-21 7 0,0 0 0,-1 0 0,0 0 0,0-1 0,0 1 0,0-1 0,0 0 0,-1-1 0,0 1 0,0-1 0,6-8 0,-8 9 0,0 0 0,0-1 0,-1 1 0,1 0 0,-1-1 0,0 1 0,0-1 0,-1 0 0,1 1 0,-1-1 0,0 0 0,0 1 0,0-1 0,-1 0 0,0 1 0,0-1 0,-1-4 0,-1 1 0,0 1 0,-1-1 0,1 1 0,-1 0 0,-1 0 0,1 0 0,-1 0 0,-1 1 0,1 0 0,-1 0 0,0 1 0,0-1 0,-1 1 0,1 0 0,-1 1 0,-13-7 0,5 4 0,0 1 0,0 0 0,0 1 0,-1 1 0,0 0 0,0 1 0,-26-2 0,34 5 69,-1 0-1,0 0 0,0 1 0,-15 4 1,20-5-183,1 1 0,0 0 0,-1 0 0,1 1 1,0-1-1,0 1 0,0 0 0,0 0 1,0 0-1,0 0 0,1 0 0,-1 0 1,1 1-1,-5 5 0,0 7-6712</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6.187"/>
    </inkml:context>
    <inkml:brush xml:id="br0">
      <inkml:brushProperty name="width" value="0.05" units="cm"/>
      <inkml:brushProperty name="height" value="0.05" units="cm"/>
      <inkml:brushProperty name="color" value="#FFC114"/>
    </inkml:brush>
  </inkml:definitions>
  <inkml:trace contextRef="#ctx0" brushRef="#br0">18 8 24575,'0'0'0,"0"0"0,0 0 0,0 0 0,1 0 0,-1-1 0,0 1 0,0 0 0,0 0 0,0 0 0,0-1 0,0 1 0,0 0 0,0 0 0,0-1 0,0 1 0,0 0 0,0 0 0,0 0 0,0-1 0,0 1 0,0 0 0,0 0 0,0 0 0,-1 0 0,1-1 0,0 1 0,0 0 0,0 0 0,0 0 0,0-1 0,0 1 0,-1 0 0,1 0 0,0 0 0,0 0 0,0 0 0,0 0 0,0-1 0,-1 1 0,1 0 0,0 0 0,0 0 0,0 0 0,-1 0 0,1 0 0,0 0 0,0 0 0,0 0 0,-1 0 0,1 0 0,0 0 0,0 0 0,0 0 0,-1 0 0,1 0 0,0 0 0,0 0 0,0 0 0,-1 0 0,1 0 0,0 0 0,-1 1 0,-7 11 0,8-11 0,-1 1 0,1-1 0,0 0 0,-1 0 0,1 1 0,0-1 0,0 0 0,0 0 0,0 1 0,0-1 0,0 0 0,0 1 0,0-1 0,0 0 0,1 0 0,-1 1 0,1-1 0,-1 0 0,1 0 0,-1 0 0,2 2 0,0-1 0,-1-1 0,1-1 0,0 1 0,0 0 0,0 0 0,0-1 0,0 1 0,0-1 0,-1 1 0,1-1 0,0 0 0,0 0 0,0 0 0,3 0 0,190-4-1365,-175 4-5461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6.468"/>
    </inkml:context>
    <inkml:brush xml:id="br0">
      <inkml:brushProperty name="width" value="0.05" units="cm"/>
      <inkml:brushProperty name="height" value="0.05" units="cm"/>
      <inkml:brushProperty name="color" value="#FFC114"/>
    </inkml:brush>
  </inkml:definitions>
  <inkml:trace contextRef="#ctx0" brushRef="#br0">1 12 24575,'3'0'0,"5"0"0,4 0 0,4 0 0,5 0 0,3 0 0,0 0 0,3 0 0,4 0 0,3 0 0,3 0 0,-2 0 0,-1 0 0,-1 0 0,-1 0 0,-5-3 0,-5-2 0,-5 1-8191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7.706"/>
    </inkml:context>
    <inkml:brush xml:id="br0">
      <inkml:brushProperty name="width" value="0.05" units="cm"/>
      <inkml:brushProperty name="height" value="0.05" units="cm"/>
      <inkml:brushProperty name="color" value="#FFC114"/>
    </inkml:brush>
  </inkml:definitions>
  <inkml:trace contextRef="#ctx0" brushRef="#br0">435 121 24575,'1'-11'0,"-1"2"0,0 0 0,0 0 0,-1 0 0,0 0 0,-4-15 0,4 21 0,0 1 0,0 0 0,-1-1 0,1 1 0,0 0 0,-1 0 0,1 0 0,-1 0 0,1 0 0,-1 1 0,0-1 0,0 0 0,0 1 0,0-1 0,0 1 0,0 0 0,0 0 0,-1-1 0,1 2 0,0-1 0,-1 0 0,1 0 0,-1 1 0,1-1 0,-5 1 0,-5-1 0,0 1 0,0 0 0,0 1 0,-1 1 0,1-1 0,-22 8 0,-71 30 0,86-31 0,-1-1 0,2 0 0,0 1 0,-21 12 0,35-18 0,0 0 0,1 1 0,-1-1 0,1 1 0,0 0 0,-1 0 0,2 0 0,-1 0 0,0 1 0,0-1 0,1 1 0,0 0 0,0-1 0,0 1 0,-3 8 0,5-10 0,0-1 0,0 1 0,0 0 0,0 0 0,0-1 0,0 1 0,1 0 0,-1 0 0,1-1 0,-1 1 0,1 0 0,-1-1 0,1 1 0,0-1 0,0 1 0,0-1 0,0 1 0,0-1 0,0 1 0,0-1 0,1 0 0,-1 0 0,0 0 0,1 0 0,-1 0 0,1 0 0,1 1 0,7 4 0,0-1 0,-1-1 0,14 5 0,-16-7 0,132 39 0,-95-30 0,-1 2 0,45 19 0,-80-29 0,0 1 0,-1 1 0,0-1 0,0 1 0,0 0 0,0 1 0,-1-1 0,0 1 0,9 11 0,-13-14 0,1 1 0,-1-1 0,0 1 0,0 0 0,-1-1 0,1 1 0,-1 0 0,0 0 0,0 0 0,0 0 0,0 0 0,-1 0 0,1 0 0,-1 0 0,0 0 0,0 0 0,-1 0 0,1 1 0,-1-1 0,0 0 0,-3 7 0,0-2 0,0-1 0,-1 0 0,-1 0 0,1 0 0,-1 0 0,0-1 0,-1 0 0,0 0 0,0-1 0,-1 1 0,1-2 0,-1 1 0,0-1 0,-1 0 0,-12 5 0,2-2 0,-1-1 0,0 0 0,-1-1 0,0-2 0,1 0 0,-23 1 0,42-5 0,-8 1 0,0 0 0,-1-1 0,1-1 0,-11-1 0,19 2 0,0 0 0,0 0 0,0 0 0,0 0 0,0 0 0,0-1 0,0 1 0,0 0 0,0-1 0,0 1 0,0-1 0,0 1 0,0-1 0,0 1 0,0-1 0,1 1 0,-1-1 0,0 0 0,0 0 0,1 1 0,-1-1 0,1 0 0,-1 0 0,0 0 0,1 0 0,-1 0 0,1 1 0,0-1 0,-1 0 0,1 0 0,0 0 0,0 0 0,0 0 0,-1 0 0,1 0 0,0 0 0,0-1 0,0 1 0,1 0 0,-1 0 0,0 0 0,0 0 0,0 0 0,1 0 0,-1 0 0,1 1 0,-1-1 0,1 0 0,0-2 0,2-2 0,1 0 0,-1 0 0,1 1 0,0-1 0,0 1 0,1-1 0,-1 1 0,1 1 0,0-1 0,0 1 0,0 0 0,0 0 0,1 0 0,-1 1 0,10-4 0,0 2 0,1 0 0,0 0 0,-1 2 0,29-2 0,-38 3 0,1 1 0,-1 1 0,1-1 0,-1 1 0,0 0 0,1 0 0,-1 1 0,0 0 0,0 0 0,8 4 0,-11-4 0,0 0 0,0 0 0,0 0 0,0 1 0,0-1 0,-1 1 0,1 0 0,-1 0 0,1 0 0,-1 0 0,0 0 0,0 0 0,-1 0 0,1 1 0,-1-1 0,0 1 0,1-1 0,-2 1 0,2 5 0,0 10 0,0 0 0,-2 1 0,-2 26 0,0 31 0,3-73 14,0 0 0,-1 0-1,2 0 1,-1 0 0,0-1-1,1 1 1,0 0-1,0-1 1,0 1 0,0-1-1,0 0 1,1 1 0,-1-1-1,1 0 1,0-1 0,0 1-1,0 0 1,0-1 0,1 0-1,-1 0 1,1 0 0,-1 0-1,1 0 1,7 2 0,3 0-299,0 0 1,0 0-1,0-1 1,1-1-1,23 1 1,-20-3-6542</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9.682"/>
    </inkml:context>
    <inkml:brush xml:id="br0">
      <inkml:brushProperty name="width" value="0.05" units="cm"/>
      <inkml:brushProperty name="height" value="0.05" units="cm"/>
      <inkml:brushProperty name="color" value="#FFC114"/>
    </inkml:brush>
  </inkml:definitions>
  <inkml:trace contextRef="#ctx0" brushRef="#br0">271 261 24575,'1'-4'0,"0"0"0,1 0 0,-1 0 0,1 0 0,0 0 0,2-3 0,3-7 0,-2 2 0,2-3 0,-1 0 0,0 0 0,-1-1 0,5-26 0,-10 38 0,1 1 0,-1 0 0,0-1 0,0 1 0,0 0 0,0 0 0,0-1 0,-1 1 0,0 0 0,1 0 0,-1 0 0,-1-1 0,1 1 0,0 0 0,-1 1 0,1-1 0,-1 0 0,0 0 0,0 1 0,0-1 0,0 1 0,0-1 0,-1 1 0,1 0 0,-1 0 0,0 0 0,1 0 0,-1 0 0,-5-1 0,-1-1 0,-1 1 0,1 1 0,-1 0 0,1 0 0,-1 1 0,0 0 0,0 1 0,0 0 0,1 0 0,-1 1 0,0 0 0,-18 6 0,18-5 0,0 1 0,0 0 0,1 1 0,-1 0 0,1 1 0,0 0 0,0 0 0,0 1 0,1 0 0,0 1 0,0 0 0,-7 8 0,13-13 0,0 0 0,1 0 0,-1 0 0,1 0 0,0 1 0,0-1 0,-1 0 0,2 1 0,-1-1 0,0 1 0,0-1 0,1 1 0,-1-1 0,1 1 0,0-1 0,-1 1 0,1-1 0,1 1 0,-1-1 0,0 1 0,1-1 0,-1 1 0,1-1 0,0 1 0,-1-1 0,1 1 0,0-1 0,1 0 0,-1 0 0,0 1 0,1-1 0,-1 0 0,1 0 0,0 0 0,0-1 0,2 3 0,6 5 0,0-1 0,1 0 0,1-1 0,-1 0 0,20 8 0,121 43 0,-105-42 0,-2 1 0,63 33 0,-95-42 0,-1-1 0,0 1 0,-1 1 0,1 0 0,13 15 0,-23-21 0,0 0 0,0 0 0,0 0 0,0 0 0,0 0 0,-1 0 0,1 0 0,-1 0 0,0 1 0,0-1 0,1 7 0,-1-7 0,-1-1 0,-1 1 0,1-1 0,0 0 0,-1 1 0,1-1 0,-1 1 0,0-1 0,1 0 0,-1 1 0,-1-1 0,1 0 0,0 0 0,0 0 0,-1 1 0,1-2 0,-1 1 0,-3 3 0,-6 5 0,0-1 0,0-1 0,-1 0 0,0-1 0,0 0 0,-1-1 0,0 0 0,0-1 0,-16 4 0,4-2 0,1-2 0,-1 0 0,0-2 0,-33 0 0,53-3 0,0 0 0,0 0 0,0 0 0,0-1 0,0 0 0,0 0 0,0 0 0,0-1 0,1 0 0,-1 0 0,0 0 0,-7-5 0,9 4 0,0 0 0,-1 0 0,1 0 0,1 0 0,-1-1 0,0 0 0,1 1 0,0-1 0,0 0 0,0 0 0,0 0 0,0-1 0,1 1 0,-1-6 0,-7-43-1365,7 27-5461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0.106"/>
    </inkml:context>
    <inkml:brush xml:id="br0">
      <inkml:brushProperty name="width" value="0.05" units="cm"/>
      <inkml:brushProperty name="height" value="0.05" units="cm"/>
      <inkml:brushProperty name="color" value="#FFC114"/>
    </inkml:brush>
  </inkml:definitions>
  <inkml:trace contextRef="#ctx0" brushRef="#br0">117 21 24575,'19'-6'0,"-15"1"0,-13 2 0,7 3 0,-1 0 0,1 0 0,0 0 0,0 1 0,0-1 0,0 1 0,0 0 0,0-1 0,0 1 0,0 0 0,0 0 0,0 1 0,0-1 0,0 0 0,1 0 0,-1 1 0,0-1 0,1 1 0,-1 0 0,0 1 0,-26 38 0,16-18 0,1 1 0,-12 36 0,19-50 0,1 2 0,1-1 0,-1 0 0,2 0 0,0 1 0,0-1 0,1 1 0,1 11 0,0-20 0,-1 1 0,1-1 0,1 1 0,-1-1 0,0 0 0,1 1 0,0-1 0,-1 0 0,1 0 0,1 0 0,-1 0 0,0-1 0,1 1 0,-1-1 0,1 1 0,0-1 0,0 0 0,0 0 0,0 0 0,0 0 0,0-1 0,0 1 0,1-1 0,-1 0 0,0 0 0,1 0 0,-1 0 0,8 0 0,0 0 0,0 0 0,1-1 0,-1 0 0,1 0 0,-1-2 0,0 1 0,22-7 0,-23 5 0,0-1 0,-1 0 0,1 0 0,-1-1 0,0 0 0,0 0 0,-1-1 0,0-1 0,0 1 0,13-14 0,-17 15 0,-1 1 0,0 0 0,0-1 0,0 0 0,-1 0 0,1 0 0,-1 0 0,0 0 0,0 0 0,-1 0 0,0-1 0,0 1 0,0 0 0,0-1 0,-1 1 0,0-1 0,0 1 0,-1-1 0,1 1 0,-1-1 0,-3-10 0,0 7 0,0 0 0,0-1 0,-1 2 0,0-1 0,0 0 0,-1 1 0,0 0 0,-1 0 0,0 1 0,0 0 0,0 0 0,-1 1 0,-15-10 0,16 11 0,0 1 0,0 0 0,-1 0 0,1 1 0,-1 0 0,0 1 0,0-1 0,0 2 0,0-1 0,-1 1 0,1 0 0,0 1 0,0-1 0,-1 2 0,1-1 0,0 1 0,-10 3 0,15-3-105,1-1 0,-1 1 0,1 0 0,0 0 0,-1 1 0,1-1 0,0 0 0,0 1 0,0 0 0,0-1 0,0 1 0,-2 2 0,-4 8-6721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0.326"/>
    </inkml:context>
    <inkml:brush xml:id="br0">
      <inkml:brushProperty name="width" value="0.05" units="cm"/>
      <inkml:brushProperty name="height" value="0.05" units="cm"/>
      <inkml:brushProperty name="color" value="#FFC114"/>
    </inkml:brush>
  </inkml:definitions>
  <inkml:trace contextRef="#ctx0" brushRef="#br0">0 1 24575,'4'0'0,"0"3"0,0 5 0,3 4 0,0 7 0,-1 3 0,1 2 0,0 3 0,-1 3 0,2 1 0,-1-2 0,-2-3 0,0-2 0,0-5 0,1-6-8191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0.483"/>
    </inkml:context>
    <inkml:brush xml:id="br0">
      <inkml:brushProperty name="width" value="0.05" units="cm"/>
      <inkml:brushProperty name="height" value="0.05" units="cm"/>
      <inkml:brushProperty name="color" value="#FFC114"/>
    </inkml:brush>
  </inkml:definitions>
  <inkml:trace contextRef="#ctx0" brushRef="#br0">0 29 24575,'0'-3'0,"0"-8"0,0 1 0,0 6 0,0 7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1.048"/>
    </inkml:context>
    <inkml:brush xml:id="br0">
      <inkml:brushProperty name="width" value="0.05" units="cm"/>
      <inkml:brushProperty name="height" value="0.05" units="cm"/>
      <inkml:brushProperty name="color" value="#FFC114"/>
    </inkml:brush>
  </inkml:definitions>
  <inkml:trace contextRef="#ctx0" brushRef="#br0">156 423 24575,'2'0'0,"-1"-1"0,0 1 0,1-1 0,-1 1 0,0-1 0,0 0 0,1 0 0,-1 1 0,0-1 0,0 0 0,0 0 0,0 0 0,0 0 0,0 0 0,0-1 0,-1 1 0,1 0 0,0 0 0,0-1 0,-1 1 0,1 0 0,0-2 0,10-32 0,-11 30 0,1-1 0,-1 0 0,1 0 0,-2 0 0,1 0 0,-1 0 0,0 0 0,0 0 0,0 0 0,-1 1 0,-2-7 0,3 10 0,1 1 0,-1-1 0,0 1 0,0-1 0,0 0 0,0 1 0,0 0 0,0-1 0,0 1 0,0-1 0,-1 1 0,1 0 0,0 0 0,-1 0 0,1 0 0,-1 0 0,1 0 0,-1 0 0,0 1 0,1-1 0,-1 0 0,0 1 0,0 0 0,1-1 0,-1 1 0,0 0 0,0 0 0,1 0 0,-1 0 0,0 0 0,0 0 0,0 0 0,1 1 0,-1-1 0,0 1 0,1-1 0,-1 1 0,0 0 0,1-1 0,-3 2 0,-3 3 0,-1 0 0,1 0 0,0 1 0,1-1 0,0 2 0,-1-1 0,2 0 0,-1 1 0,1 0 0,0 1 0,1-1 0,-1 1 0,-4 13 0,2-5 0,1 1 0,1-1 0,1 1 0,0 1 0,-2 32 0,5-45 0,1-1 0,0 1 0,0-1 0,1 0 0,-1 1 0,1-1 0,0 0 0,0 1 0,1-1 0,-1 0 0,1 0 0,0 0 0,0 0 0,0 0 0,1 0 0,-1-1 0,1 1 0,3 3 0,-1-3 0,-1-1 0,1 1 0,0-1 0,0 0 0,0 0 0,1 0 0,-1-1 0,1 0 0,-1 0 0,1 0 0,0-1 0,-1 0 0,8 1 0,-4-2 0,1 1 0,-1-1 0,0 0 0,0-1 0,0 0 0,0 0 0,0-1 0,0 0 0,0-1 0,-1 0 0,1 0 0,-1-1 0,0 0 0,0-1 0,0 1 0,0-1 0,6-7 0,-6 5 0,0 0 0,-1-1 0,-1 0 0,1 0 0,-1-1 0,-1 1 0,0-1 0,0-1 0,0 1 0,-1-1 0,-1 1 0,0-1 0,0 0 0,2-20 0,-3 7 0,0-1 0,-2 0 0,-1 1 0,-1-1 0,-2 0 0,-7-30 0,-1 9 0,-2 2 0,-26-56 0,27 76 0,13 22 0,0 0 0,0 0 0,0 1 0,-1-1 0,1 0 0,-1 1 0,1-1 0,0 0 0,-1 1 0,1-1 0,-1 1 0,1-1 0,-1 1 0,0-1 0,1 1 0,-1-1 0,1 1 0,-1-1 0,0 1 0,1 0 0,-1-1 0,0 1 0,0 0 0,1 0 0,-1 0 0,0-1 0,0 1 0,-1 0 0,2 1 0,-1-1 0,1 1 0,0 0 0,-1-1 0,1 1 0,0-1 0,0 1 0,-1 0 0,1-1 0,0 1 0,0 0 0,0-1 0,0 1 0,0 0 0,0 0 0,0-1 0,0 1 0,0 0 0,0-1 0,0 1 0,1 0 0,-1 0 0,6 19 0,-4-15 0,30 84 0,-12-37 0,-3 0 0,12 62 0,-23-82 68,26 165-1501,-27-160-5393</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1.920"/>
    </inkml:context>
    <inkml:brush xml:id="br0">
      <inkml:brushProperty name="width" value="0.05" units="cm"/>
      <inkml:brushProperty name="height" value="0.05" units="cm"/>
      <inkml:brushProperty name="color" value="#FFC114"/>
    </inkml:brush>
  </inkml:definitions>
  <inkml:trace contextRef="#ctx0" brushRef="#br0">9 28 24575,'-3'0'0,"-1"-3"0,3-2 0,2 4 0,1 6 0,-1 4 0,1-2 0,-1-5 0,0-7 0,-1-6 0,4 0 0,4 0 0,1 7 0,2 7 0,-1 2-8191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02.279"/>
    </inkml:context>
    <inkml:brush xml:id="br0">
      <inkml:brushProperty name="width" value="0.05" units="cm"/>
      <inkml:brushProperty name="height" value="0.05" units="cm"/>
      <inkml:brushProperty name="color" value="#FFC114"/>
    </inkml:brush>
  </inkml:definitions>
  <inkml:trace contextRef="#ctx0" brushRef="#br0">21 134 24575,'-3'0'0,"-2"4"0,1-3 0,1-5 0,0-5 0,2-4 0,0-3 0,0-3 0,1 0 0,4 1 0,1 2 0,3 3 0,3 4 0,4 6 0,2 8 0,-2 6 0,1 5 0,-4-1-8191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0.553"/>
    </inkml:context>
    <inkml:brush xml:id="br0">
      <inkml:brushProperty name="width" value="0.05" units="cm"/>
      <inkml:brushProperty name="height" value="0.05" units="cm"/>
      <inkml:brushProperty name="color" value="#FFC114"/>
    </inkml:brush>
  </inkml:definitions>
  <inkml:trace contextRef="#ctx0" brushRef="#br0">55 502 24575,'-7'-9'0,"1"0"0,0 0 0,1 0 0,0-1 0,1 0 0,0 0 0,0 0 0,1-1 0,-3-14 0,4 13 0,1-1 0,0 1 0,1 0 0,0-1 0,0 1 0,2 0 0,0-1 0,0 1 0,1 0 0,5-13 0,-6 19 0,0-1 0,1 0 0,0 1 0,0-1 0,0 1 0,1 0 0,0 0 0,1 0 0,-1 1 0,1 0 0,0 0 0,0 0 0,1 0 0,-1 1 0,1 0 0,0 0 0,0 0 0,12-5 0,-15 9 0,-1-1 0,0 1 0,1 0 0,-1 0 0,0 0 0,0 0 0,1 0 0,-1 0 0,0 1 0,1-1 0,-1 1 0,0-1 0,0 1 0,0 0 0,1 0 0,-1 0 0,0 0 0,0 0 0,-1 1 0,1-1 0,0 0 0,0 1 0,-1 0 0,3 1 0,4 6 0,0 1 0,-1 0 0,8 13 0,-7-11 0,8 12 0,-1 0 0,-1 1 0,-1 1 0,-2 0 0,0 1 0,-2 0 0,-1 0 0,-1 1 0,-1 0 0,2 30 0,-8-91 0,1 0 0,2 0 0,1 0 0,1 1 0,12-37 0,6-6 0,36-80 0,-55 147 0,-1-1 0,2 1 0,-1 0 0,1 0 0,10-13 0,-14 20 0,0 0 0,0 0 0,0 0 0,0 0 0,0 0 0,1 0 0,-1 1 0,0-1 0,1 0 0,-1 1 0,0-1 0,1 1 0,-1-1 0,1 1 0,-1 0 0,0-1 0,1 1 0,1 0 0,-1 0 0,0 1 0,-1 0 0,1-1 0,0 1 0,0 0 0,-1 0 0,1-1 0,0 1 0,-1 1 0,1-1 0,-1 0 0,1 0 0,-1 1 0,0-1 0,1 0 0,-1 1 0,2 3 0,5 7 0,-1 0 0,0 1 0,-1 0 0,0 1 0,5 17 0,16 76 0,-20-77 0,-5-18 0,-1-8 0,-1 0 0,1-1 0,0 1 0,0 0 0,0-1 0,0 1 0,1-1 0,0 1 0,-1-1 0,5 6 0,-6-9 0,1 0 0,-1 0 0,0 0 0,0 0 0,0 0 0,1 1 0,-1-1 0,0 0 0,0 0 0,1 0 0,-1 0 0,0 0 0,0 0 0,1 0 0,-1 0 0,0 0 0,0 0 0,1 0 0,-1 0 0,0 0 0,0 0 0,1-1 0,-1 1 0,0 0 0,0 0 0,1 0 0,-1 0 0,0 0 0,0 0 0,0-1 0,0 1 0,1 0 0,-1 0 0,0 0 0,0 0 0,0-1 0,0 1 0,1 0 0,-1 0 0,0-1 0,0 1 0,0 0 0,0 0 0,0 0 0,0-1 0,0 1 0,6-15 0,-6 14 0,1-2 0,11-34 0,1 0 0,21-42 0,-29 69 0,1 0 0,0 0 0,0 1 0,1 0 0,1 0 0,-1 0 0,1 1 0,0 1 0,1-1 0,0 1 0,0 0 0,15-7 0,-22 13 0,0 0 0,0 0 0,0 0 0,0 0 0,0 0 0,0 1 0,0-1 0,0 1 0,0-1 0,0 1 0,0 0 0,0 0 0,1 0 0,-1 0 0,0 0 0,0 0 0,0 1 0,0-1 0,0 1 0,0 0 0,0-1 0,0 1 0,0 0 0,0 0 0,0 0 0,0 0 0,0 0 0,-1 1 0,1-1 0,-1 1 0,1-1 0,-1 1 0,1-1 0,-1 1 0,0 0 0,0 0 0,2 3 0,3 6 0,-1 1 0,-1 1 0,0-1 0,0 0 0,1 15 0,-2-14 0,2 11 63,24 128-1491,-26-130-5398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1.301"/>
    </inkml:context>
    <inkml:brush xml:id="br0">
      <inkml:brushProperty name="width" value="0.05" units="cm"/>
      <inkml:brushProperty name="height" value="0.05" units="cm"/>
      <inkml:brushProperty name="color" value="#FFC114"/>
    </inkml:brush>
  </inkml:definitions>
  <inkml:trace contextRef="#ctx0" brushRef="#br0">157 458 24575,'1'-6'0,"0"-1"0,1 1 0,-1-1 0,1 1 0,0 0 0,5-8 0,2-10 0,-6 17 0,-1 0 0,0 0 0,0 0 0,-1-1 0,0 1 0,0-1 0,-1 1 0,0-1 0,0 1 0,-2-8 0,2 14 0,0 0 0,0 0 0,0 1 0,-1-1 0,1 0 0,0 0 0,-1 1 0,1-1 0,0 0 0,-1 1 0,1-1 0,-1 0 0,1 1 0,-1-1 0,0 1 0,1-1 0,-1 1 0,1-1 0,-1 1 0,0-1 0,0 1 0,1-1 0,-1 1 0,0 0 0,0 0 0,1-1 0,-1 1 0,0 0 0,0 0 0,0 0 0,1 0 0,-1 0 0,0 0 0,0 0 0,0 0 0,1 0 0,-1 0 0,0 1 0,0-1 0,1 0 0,-1 0 0,-1 1 0,-3 1 0,1 1 0,-1-1 0,0 1 0,1 0 0,-6 4 0,-3 5 0,0 0 0,1 0 0,0 2 0,1-1 0,-12 20 0,16-22 0,1 1 0,0 0 0,0 0 0,1 0 0,1 0 0,0 1 0,-4 21 0,7-32 0,1 1 0,0-1 0,0 1 0,-1-1 0,1 0 0,1 1 0,-1-1 0,0 0 0,1 1 0,-1-1 0,1 0 0,0 1 0,-1-1 0,1 0 0,0 0 0,1 0 0,-1 0 0,0 0 0,0 0 0,4 3 0,-3-3 0,1 0 0,0 0 0,0 0 0,0-1 0,0 1 0,0-1 0,0 0 0,0 0 0,1 0 0,-1 0 0,0 0 0,0-1 0,5 0 0,3 1 0,0-2 0,1 1 0,-1-2 0,0 0 0,0 0 0,0-1 0,20-7 0,-24 7 0,0-1 0,0 0 0,-1 0 0,1 0 0,-1-1 0,0 0 0,-1 0 0,1 0 0,-1-1 0,0 0 0,0 0 0,-1 0 0,1-1 0,-2 1 0,1-1 0,-1 0 0,0 0 0,0-1 0,-1 1 0,1 0 0,0-9 0,-5 29 0,1-1 0,1 1 0,0-1 0,1 1 0,0-1 0,1 1 0,5 19 0,-6-28 0,0-1 0,0 1 0,1-1 0,0 1 0,-1-1 0,1 0 0,0 0 0,0 0 0,1 0 0,-1 0 0,1 0 0,-1-1 0,1 1 0,3 1 0,-3-2 0,0-1 0,-1 0 0,1 0 0,0 0 0,0-1 0,0 1 0,0-1 0,0 1 0,0-1 0,0 0 0,0 0 0,0 0 0,0-1 0,-1 1 0,1-1 0,0 0 0,0 1 0,0-1 0,0-1 0,4-1 0,6-4 0,0 0 0,0-1 0,-1 0 0,0-1 0,0-1 0,-1 0 0,0 0 0,12-17 0,-10 11 0,-1 0 0,0-1 0,-2-1 0,0 0 0,12-30 0,-13 18 0,-2 0 0,-1-1 0,-1 1 0,-2-1 0,0 0 0,-3-1 0,-3-33 0,3 62 0,-5-42 0,5 43 0,-1 0 0,1-1 0,-1 1 0,0 0 0,0 0 0,0-1 0,0 1 0,0 0 0,0 0 0,0 0 0,-1 0 0,1 0 0,-1 0 0,0 1 0,-2-3 0,4 4 0,-1 0 0,1-1 0,-1 1 0,0 0 0,1 0 0,-1-1 0,0 1 0,1 0 0,-1 0 0,1 0 0,-1 0 0,0 0 0,1 0 0,-1 0 0,0 0 0,1 0 0,-1 0 0,0 1 0,1-1 0,-1 0 0,0 0 0,1 1 0,-1-1 0,1 0 0,-1 1 0,1-1 0,-1 0 0,0 1 0,1-1 0,0 1 0,-1-1 0,1 1 0,-1-1 0,1 1 0,0-1 0,-1 1 0,1-1 0,-1 2 0,-10 24 0,10-26 0,-5 23 0,1 0 0,0-1 0,2 2 0,0-1 0,2 0 0,0 0 0,4 27 0,3 5 0,24 101 0,-27-142-227,1 0-1,0 0 1,1-1-1,0 0 1,11 19-1,-7-19-6598</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1.487"/>
    </inkml:context>
    <inkml:brush xml:id="br0">
      <inkml:brushProperty name="width" value="0.05" units="cm"/>
      <inkml:brushProperty name="height" value="0.05" units="cm"/>
      <inkml:brushProperty name="color" value="#FFC114"/>
    </inkml:brush>
  </inkml:definitions>
  <inkml:trace contextRef="#ctx0" brushRef="#br0">24 128 24575,'-2'-2'0,"-1"-1"0,1 1 0,0-1 0,0 1 0,1-1 0,-1 0 0,0 1 0,1-1 0,0 0 0,-1 0 0,1 0 0,1 0 0,-1 0 0,0-1 0,1 1 0,-1 0 0,1 0 0,0-5 0,0 6 0,1 0 0,-1 0 0,1 0 0,0 0 0,0 0 0,-1 0 0,1 1 0,0-1 0,0 0 0,1 1 0,-1-1 0,0 0 0,1 1 0,-1-1 0,1 1 0,-1 0 0,1 0 0,-1-1 0,1 1 0,0 0 0,0 0 0,0 0 0,0 1 0,-1-1 0,1 0 0,0 1 0,0-1 0,0 1 0,3 0 0,146-18 0,-104 14 0,-27 1-1365,-3-1-5461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1.736"/>
    </inkml:context>
    <inkml:brush xml:id="br0">
      <inkml:brushProperty name="width" value="0.05" units="cm"/>
      <inkml:brushProperty name="height" value="0.05" units="cm"/>
      <inkml:brushProperty name="color" value="#FFC114"/>
    </inkml:brush>
  </inkml:definitions>
  <inkml:trace contextRef="#ctx0" brushRef="#br0">25 31 24575,'-4'0'0,"-4"0"0,0-3 0,3-5 0,7-1 0,7 1 0,0 6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11.912"/>
    </inkml:context>
    <inkml:brush xml:id="br0">
      <inkml:brushProperty name="width" value="0.05" units="cm"/>
      <inkml:brushProperty name="height" value="0.05" units="cm"/>
      <inkml:brushProperty name="color" value="#FFC114"/>
    </inkml:brush>
  </inkml:definitions>
  <inkml:trace contextRef="#ctx0" brushRef="#br0">0 0 24575,'0'4'0,"0"3"0,4 2 0,4-2 0,4-1 0,3-2 0,3-2 0,-2-4 0,-4-2-8191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5.768"/>
    </inkml:context>
    <inkml:brush xml:id="br0">
      <inkml:brushProperty name="width" value="0.05" units="cm"/>
      <inkml:brushProperty name="height" value="0.05" units="cm"/>
      <inkml:brushProperty name="color" value="#FFC114"/>
    </inkml:brush>
  </inkml:definitions>
  <inkml:trace contextRef="#ctx0" brushRef="#br0">301 295 24575,'45'-57'0,"18"-2"0,-36 36 0,33-38 0,-57 57 0,0 0 0,0-1 0,0 1 0,-1-1 0,1 1 0,-1-1 0,0 0 0,0 1 0,1-9 0,-2 12 0,-1 0 0,0-1 0,0 1 0,0-1 0,0 1 0,0-1 0,0 1 0,0 0 0,-1-1 0,1 1 0,-1-1 0,1 1 0,-1 0 0,1-1 0,-1 1 0,0 0 0,1 0 0,-1 0 0,0-1 0,0 1 0,0 0 0,0 0 0,0 0 0,0 0 0,0 0 0,0 1 0,-1-1 0,1 0 0,0 0 0,0 1 0,-1-1 0,1 1 0,0-1 0,-1 1 0,1 0 0,-1-1 0,1 1 0,-2 0 0,-7-1 0,1 0 0,-1 1 0,1 0 0,0 1 0,-1-1 0,1 2 0,0 0 0,0 0 0,-10 4 0,-11 4 0,-39 20 0,53-22 0,1 0 0,0 1 0,0 1 0,0 0 0,1 1 0,-15 15 0,25-22 0,1-1 0,0 0 0,0 1 0,0 0 0,0 0 0,1 0 0,0 0 0,-1 0 0,1 1 0,1-1 0,-1 1 0,1-1 0,-1 1 0,1-1 0,1 1 0,-1 0 0,1 0 0,0-1 0,0 1 0,0 0 0,0 0 0,1-1 0,0 1 0,0 0 0,0-1 0,1 1 0,3 8 0,0-5 0,1 1 0,0-1 0,0 0 0,1-1 0,0 0 0,0 0 0,1 0 0,-1-1 0,2 0 0,-1 0 0,0-1 0,12 5 0,14 6 0,66 21 0,-40-21 0,-39-11 0,0 1 0,34 14 0,-44-11 0,-13-2 0,1-5 0,-1-1 0,0 0 0,0 1 0,0-1 0,0 0 0,0 0 0,0 0 0,0-1 0,-3 2 0,-65 16 0,-2-4 0,-77 6 0,74-11 0,-43 6-1365,75-11-5461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6.019"/>
    </inkml:context>
    <inkml:brush xml:id="br0">
      <inkml:brushProperty name="width" value="0.05" units="cm"/>
      <inkml:brushProperty name="height" value="0.05" units="cm"/>
      <inkml:brushProperty name="color" value="#FFC114"/>
    </inkml:brush>
  </inkml:definitions>
  <inkml:trace contextRef="#ctx0" brushRef="#br0">0 43 24575,'4'-7'0,"-3"4"0,1-1 0,0 0 0,0 1 0,0-1 0,0 1 0,1 0 0,-1 0 0,6-5 0,-8 8 0,0 0 0,1 0 0,-1 0 0,1 0 0,-1 0 0,0 0 0,1 0 0,-1 0 0,0 0 0,1 0 0,-1 0 0,0 0 0,1 0 0,-1 0 0,0 1 0,1-1 0,-1 0 0,0 0 0,0 0 0,1 0 0,-1 1 0,0-1 0,1 0 0,-1 0 0,0 1 0,0-1 0,0 0 0,1 1 0,-1-1 0,0 0 0,0 0 0,0 1 0,0-1 0,0 0 0,1 1 0,-1-1 0,0 0 0,0 1 0,0-1 0,0 0 0,0 1 0,0-1 0,0 1 0,0-1 0,0 1 0,2 20 0,-2-20 0,2 233 0,-3-129 0,-14 108-791,14-196 217,-2 11-6252</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6.360"/>
    </inkml:context>
    <inkml:brush xml:id="br0">
      <inkml:brushProperty name="width" value="0.05" units="cm"/>
      <inkml:brushProperty name="height" value="0.05" units="cm"/>
      <inkml:brushProperty name="color" value="#FFC114"/>
    </inkml:brush>
  </inkml:definitions>
  <inkml:trace contextRef="#ctx0" brushRef="#br0">0 370 24575,'2'-12'0,"0"0"0,0 0 0,1 0 0,0 1 0,1-1 0,1 1 0,8-17 0,-12 25 0,1 0 0,0 0 0,0 0 0,0 0 0,1 0 0,-1 0 0,1 0 0,-1 1 0,1-1 0,0 1 0,0 0 0,0-1 0,0 2 0,0-1 0,1 0 0,-1 1 0,1-1 0,4 0 0,3 0 0,-1 0 0,1 1 0,-1 1 0,21 1 0,-22 0 0,0 0 0,0-1 0,-1 0 0,1-1 0,0 1 0,-1-2 0,1 1 0,16-6 0,-19 3 0,1 0 0,0 0 0,-1 0 0,0-1 0,0 0 0,0 0 0,0 0 0,-1-1 0,0 0 0,0 0 0,-1 0 0,1-1 0,-2 1 0,1-1 0,-1 0 0,1 0 0,-2-1 0,1 1 0,-1 0 0,0-1 0,-1 0 0,0 1 0,0-1 0,-1 0 0,0 1 0,-1-16 0,1 23 0,0-1 0,0 0 0,0 0 0,0 0 0,0 0 0,-1 1 0,1-1 0,0 0 0,0 0 0,0 1 0,-1-1 0,1 0 0,0 0 0,-1 1 0,1-1 0,-1 0 0,1 1 0,-1-1 0,0-1 0,0 3 0,1-1 0,-1 0 0,1 0 0,0 0 0,-1 0 0,1 0 0,-1 1 0,1-1 0,0 0 0,-1 1 0,1-1 0,-1 0 0,1 0 0,0 1 0,0-1 0,-1 1 0,1-1 0,0 0 0,-1 1 0,1-1 0,0 1 0,0-1 0,0 1 0,-14 34 0,-1 26 0,2 0 0,3 2 0,-2 88 0,12-129-341,0 0 0,2 0-1,7 37 1,-2-28-6485</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6.843"/>
    </inkml:context>
    <inkml:brush xml:id="br0">
      <inkml:brushProperty name="width" value="0.05" units="cm"/>
      <inkml:brushProperty name="height" value="0.05" units="cm"/>
      <inkml:brushProperty name="color" value="#FFC114"/>
    </inkml:brush>
  </inkml:definitions>
  <inkml:trace contextRef="#ctx0" brushRef="#br0">22 145 24575,'0'-46'0,"-12"88"0,4 57 0,6 138 0,4-140 0,14-208 0,-14-41 0,-3 89 0,9-72 0,-7 126 0,0 0 0,1 0 0,1 0 0,-1 0 0,2 1 0,-1-1 0,5-7 0,-7 13 0,0 1 0,1 0 0,-1 0 0,1 0 0,0 0 0,-1 0 0,1 0 0,0 0 0,0 0 0,0 1 0,0-1 0,1 1 0,-1-1 0,0 1 0,1 0 0,-1 0 0,0 0 0,1 0 0,-1 1 0,1-1 0,0 1 0,-1-1 0,1 1 0,-1 0 0,1 0 0,0 0 0,-1 0 0,1 0 0,2 1 0,5 2 0,-1 1 0,1 0 0,-1 0 0,0 1 0,0 0 0,0 1 0,-1-1 0,0 2 0,0-1 0,0 1 0,-1 0 0,0 1 0,-1 0 0,1 0 0,-2 0 0,1 1 0,7 16 0,-12-21 0,0 0 0,0 0 0,0 0 0,-1 0 0,0 0 0,0 0 0,0 0 0,0 0 0,-1 0 0,0 0 0,1 0 0,-1 0 0,-1 0 0,1 0 0,-1-1 0,1 1 0,-1 0 0,0-1 0,0 1 0,-1-1 0,1 0 0,-1 0 0,1 0 0,-1 0 0,-5 4 0,-8 6 0,0-1 0,-1 0 0,-31 17 0,35-22 0,-44 20-1365,35-19-5461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7.108"/>
    </inkml:context>
    <inkml:brush xml:id="br0">
      <inkml:brushProperty name="width" value="0.05" units="cm"/>
      <inkml:brushProperty name="height" value="0.05" units="cm"/>
      <inkml:brushProperty name="color" value="#FFC114"/>
    </inkml:brush>
  </inkml:definitions>
  <inkml:trace contextRef="#ctx0" brushRef="#br0">17 16 24575,'0'-3'0,"-3"-2"0,-5 1 0,3 1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27.904"/>
    </inkml:context>
    <inkml:brush xml:id="br0">
      <inkml:brushProperty name="width" value="0.05" units="cm"/>
      <inkml:brushProperty name="height" value="0.05" units="cm"/>
      <inkml:brushProperty name="color" value="#FFC114"/>
    </inkml:brush>
  </inkml:definitions>
  <inkml:trace contextRef="#ctx0" brushRef="#br0">66 1 24575,'-4'3'0,"-4"1"0,-4 4 0,-3 0 0,0-5 0,7-3 0,4-4 0,7-2 0,2-3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3.746"/>
    </inkml:context>
    <inkml:brush xml:id="br0">
      <inkml:brushProperty name="width" value="0.05" units="cm"/>
      <inkml:brushProperty name="height" value="0.05" units="cm"/>
      <inkml:brushProperty name="color" value="#FFC114"/>
    </inkml:brush>
  </inkml:definitions>
  <inkml:trace contextRef="#ctx0" brushRef="#br0">368 103 24575,'-1'-5'0,"-1"0"0,0 1 0,0-1 0,0 1 0,-1-1 0,1 1 0,-1-1 0,0 1 0,0 0 0,-5-4 0,8 8 0,-5-5 0,0 0 0,0 1 0,-1 0 0,1 0 0,-1 0 0,0 1 0,0-1 0,0 1 0,0 1 0,-1-1 0,1 1 0,-1 1 0,1-1 0,-1 1 0,0 0 0,0 0 0,1 1 0,-1 0 0,-9 1 0,2 0 0,1 1 0,0 0 0,0 1 0,0 0 0,0 1 0,1 0 0,0 1 0,0 1 0,-14 8 0,20-11 0,1 1 0,0 0 0,0 0 0,0 1 0,0-1 0,1 1 0,0 0 0,0 0 0,0 0 0,-6 12 0,9-15 0,0 1 0,0-1 0,0 1 0,0 0 0,1-1 0,-1 1 0,1-1 0,0 1 0,0 0 0,0-1 0,0 1 0,0 0 0,1-1 0,-1 1 0,1 0 0,-1-1 0,1 1 0,0-1 0,0 1 0,0-1 0,1 1 0,-1-1 0,0 0 0,1 0 0,0 0 0,-1 0 0,1 0 0,4 4 0,6 3 0,0 1 0,1-2 0,0 0 0,0 0 0,1-1 0,0-1 0,19 6 0,12 2 0,50 8 0,-49-15 0,-25-4 0,0 1 0,-1 1 0,25 8 0,-44-12 0,0-1 0,0 0 0,-1 0 0,1 1 0,0-1 0,0 0 0,-1 1 0,1-1 0,0 1 0,-1-1 0,1 1 0,-1-1 0,1 1 0,-1-1 0,1 1 0,-1 0 0,1-1 0,-1 1 0,0 0 0,1 1 0,-1-2 0,0 1 0,0-1 0,0 1 0,0 0 0,0-1 0,0 1 0,0-1 0,-1 1 0,1 0 0,0-1 0,0 1 0,-1-1 0,1 1 0,0-1 0,-1 1 0,1-1 0,-1 1 0,1-1 0,-1 1 0,0-1 0,-32 20 0,29-18 0,-54 23 0,-92 25 0,92-31 0,-43 10-1365,63-21-5461</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4.136"/>
    </inkml:context>
    <inkml:brush xml:id="br0">
      <inkml:brushProperty name="width" value="0.05" units="cm"/>
      <inkml:brushProperty name="height" value="0.05" units="cm"/>
      <inkml:brushProperty name="color" value="#FFC114"/>
    </inkml:brush>
  </inkml:definitions>
  <inkml:trace contextRef="#ctx0" brushRef="#br0">1 59 24575,'19'-10'0,"-6"3"0,1 0 0,17-6 0,-31 13 0,0 0 0,0 0 0,1 0 0,-1-1 0,0 1 0,1 0 0,-1 0 0,0 0 0,0 0 0,1 0 0,-1 0 0,0 0 0,1 0 0,-1 0 0,0 0 0,0 0 0,1 0 0,-1 0 0,0 0 0,1 0 0,-1 0 0,0 0 0,0 0 0,1 0 0,-1 0 0,0 1 0,0-1 0,1 0 0,-1 0 0,0 0 0,0 0 0,1 1 0,-1-1 0,0 0 0,0 0 0,0 0 0,0 1 0,1-1 0,-1 0 0,0 0 0,0 1 0,0-1 0,0 0 0,0 1 0,0-1 0,0 0 0,1 0 0,-1 1 0,0-1 0,0 0 0,0 1 0,0-1 0,0 0 0,0 0 0,-1 1 0,1-1 0,0 1 0,-6 19 0,3-14 0,-3 14 0,0-1 0,1 1 0,1 1 0,1-1 0,-1 27 0,4-38 0,0 1 0,1 0 0,0 0 0,1 0 0,0-1 0,1 1 0,-1-1 0,2 0 0,0 1 0,0-1 0,0-1 0,1 1 0,7 9 0,-8-14 0,-1 0 0,1 0 0,0 0 0,0 0 0,0-1 0,0 1 0,1-1 0,-1 0 0,1-1 0,0 1 0,-1-1 0,1 0 0,1 0 0,4 1 0,-1-1 0,-1-1 0,1 0 0,-1 0 0,1-1 0,-1 0 0,1-1 0,-1 0 0,12-3 0,-5 1 0,0-2 0,-1 0 0,0-1 0,0 0 0,0-1 0,-1 0 0,1-2 0,-2 1 0,19-17 0,-25 19 0,0 0 0,-1 0 0,1-1 0,-1 0 0,-1 0 0,1 0 0,-1 0 0,-1-1 0,1 1 0,-1-1 0,-1 0 0,1 0 0,-1 0 0,-1 0 0,2-16 0,-3 18 0,0-1 0,-1 1 0,1-1 0,-1 1 0,-1-1 0,1 1 0,-1 0 0,0 0 0,0 0 0,-1 0 0,0 0 0,0 0 0,-1 1 0,1-1 0,-1 1 0,0 0 0,0 0 0,-1 0 0,0 1 0,-9-8 0,4 6 0,1 0 0,-1 0 0,0 1 0,0 1 0,-1 0 0,1 0 0,-1 1 0,0 0 0,-13-2 0,18 4 0,1 1 0,-1-1 0,1 1 0,-1 0 0,1 1 0,-1-1 0,1 1 0,-1 0 0,1 0 0,-1 1 0,1-1 0,0 1 0,0 1 0,0-1 0,0 1 0,0-1 0,0 1 0,1 1 0,0-1 0,-6 6 0,9-8-62,0-1 0,0 1 0,1 0 0,-1 0 0,0 0 0,0 0 0,1 0 0,-1 0 0,1 1 0,-1-1 0,1 0 0,-1 0-1,1 0 1,0 0 0,0 1 0,-1-1 0,1 0 0,0 0 0,0 1 0,0-1 0,1 2 0,3 5-6764</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4.323"/>
    </inkml:context>
    <inkml:brush xml:id="br0">
      <inkml:brushProperty name="width" value="0.05" units="cm"/>
      <inkml:brushProperty name="height" value="0.05" units="cm"/>
      <inkml:brushProperty name="color" value="#FFC114"/>
    </inkml:brush>
  </inkml:definitions>
  <inkml:trace contextRef="#ctx0" brushRef="#br0">0 43 24575,'6'-6'0,"0"1"0,0-1 0,0 1 0,1 1 0,0-1 0,0 1 0,8-3 0,-14 6 0,0 2 0,-1-1 0,1 0 0,0 0 0,0 0 0,0 0 0,-1 0 0,1 1 0,0-1 0,0 0 0,-1 1 0,1-1 0,0 0 0,0 1 0,-1-1 0,1 1 0,-1-1 0,1 1 0,0 0 0,-1-1 0,1 1 0,-1 0 0,1-1 0,-1 1 0,0 0 0,1-1 0,-1 1 0,0 0 0,1 0 0,-1-1 0,0 2 0,8 29 0,-7-28 0,39 315-595,-37-279-175,1 1-6056</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4.757"/>
    </inkml:context>
    <inkml:brush xml:id="br0">
      <inkml:brushProperty name="width" value="0.05" units="cm"/>
      <inkml:brushProperty name="height" value="0.05" units="cm"/>
      <inkml:brushProperty name="color" value="#FFC114"/>
    </inkml:brush>
  </inkml:definitions>
  <inkml:trace contextRef="#ctx0" brushRef="#br0">198 385 24575,'0'-20'0,"7"-29"0,-5 33 0,0-1 0,0-29 0,-2 39 0,-1 0 0,0 0 0,0 0 0,0 0 0,-1 1 0,0-1 0,-5-11 0,6 17 0,0 0 0,0 0 0,1-1 0,-1 1 0,0 0 0,0 0 0,0 0 0,0 0 0,0 0 0,-1 0 0,1 0 0,0 0 0,0 0 0,-1 1 0,1-1 0,0 0 0,-1 1 0,1-1 0,-1 1 0,1-1 0,0 1 0,-1 0 0,1 0 0,-1 0 0,1 0 0,-1 0 0,1 0 0,-1 0 0,1 0 0,-1 0 0,1 1 0,-1-1 0,1 1 0,-1-1 0,1 1 0,0-1 0,-1 1 0,1 0 0,0 0 0,0 0 0,0 0 0,-2 1 0,-7 5 0,0 1 0,0 1 0,1 0 0,0 0 0,0 1 0,1 0 0,1 1 0,0-1 0,-10 19 0,10-14 0,0 0 0,1 1 0,0-1 0,2 1 0,0 0 0,0 1 0,-1 16 0,5-28 0,0-1 0,0 0 0,0 1 0,0-1 0,1 1 0,-1-1 0,1 0 0,0 0 0,1 1 0,-1-1 0,1 0 0,0 0 0,0 0 0,0 0 0,0 0 0,4 3 0,-4-5 0,0 0 0,1 1 0,-1-2 0,1 1 0,-1 0 0,1 0 0,0-1 0,0 1 0,0-1 0,0 0 0,0 0 0,0 0 0,0-1 0,0 1 0,0 0 0,0-1 0,0 0 0,1 0 0,-1 0 0,0 0 0,0-1 0,6-1 0,3-1 0,0 0 0,0-2 0,-1 1 0,0-1 0,0-1 0,0 0 0,0-1 0,16-13 0,-6 2 0,-1-1 0,33-39 0,-38 39 0,-1 0 0,-1 0 0,0-1 0,-2-1 0,0 0 0,-1-1 0,-2 0 0,0 0 0,-1-1 0,-1 0 0,-1 0 0,1-25 0,-7 16 0,1 31 0,0 0 0,0 0 0,0 0 0,0 0 0,0 0 0,-1 0 0,1 0 0,0 0 0,-1 0 0,1 0 0,0 0 0,-1 1 0,1-1 0,-1 0 0,1 0 0,-1 0 0,0 1 0,1-1 0,-1 0 0,0 0 0,1 1 0,-1-1 0,0 1 0,0-1 0,0 1 0,1-1 0,-1 1 0,-2-1 0,2 1 0,0 1 0,0-1 0,0 0 0,0 1 0,0-1 0,1 1 0,-1-1 0,0 1 0,0 0 0,0-1 0,0 1 0,1 0 0,-1 0 0,0 0 0,1-1 0,-1 1 0,0 0 0,1 0 0,-1 0 0,1 0 0,0 0 0,-1 2 0,-9 26 0,10-27 0,-5 17 57,1 1 0,1 0 0,1 0 0,1 0 0,2 27 0,3-2-911,12 55 1,-9-63-5973</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4.928"/>
    </inkml:context>
    <inkml:brush xml:id="br0">
      <inkml:brushProperty name="width" value="0.05" units="cm"/>
      <inkml:brushProperty name="height" value="0.05" units="cm"/>
      <inkml:brushProperty name="color" value="#FFC114"/>
    </inkml:brush>
  </inkml:definitions>
  <inkml:trace contextRef="#ctx0" brushRef="#br0">0 35 24575,'0'-3'0,"0"-5"0,0-4 0,0 3 0,0 7 0,0 6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2:35.052"/>
    </inkml:context>
    <inkml:brush xml:id="br0">
      <inkml:brushProperty name="width" value="0.05" units="cm"/>
      <inkml:brushProperty name="height" value="0.05" units="cm"/>
      <inkml:brushProperty name="color" value="#FFC114"/>
    </inkml:brush>
  </inkml:definitions>
  <inkml:trace contextRef="#ctx0" brushRef="#br0">13 0 24575,'-3'7'0,"-2"5"0,1 4 0,4 0 0,5-4 0,6-3 0,0-4-8191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2.652"/>
    </inkml:context>
    <inkml:brush xml:id="br0">
      <inkml:brushProperty name="width" value="0.05" units="cm"/>
      <inkml:brushProperty name="height" value="0.05" units="cm"/>
      <inkml:brushProperty name="color" value="#FFC114"/>
    </inkml:brush>
  </inkml:definitions>
  <inkml:trace contextRef="#ctx0" brushRef="#br0">1 134 24575,'-1'-24'0,"1"-28"0,0 48 0,1 1 0,-1-1 0,1 0 0,0 1 0,0 0 0,0-1 0,1 1 0,-1 0 0,1-1 0,-1 1 0,4-4 0,-5 7 0,1-1 0,-1 1 0,1-1 0,-1 1 0,1 0 0,-1-1 0,1 1 0,0-1 0,-1 1 0,1 0 0,0 0 0,-1-1 0,1 1 0,0 0 0,-1 0 0,1 0 0,0 0 0,-1 0 0,1 0 0,0 0 0,-1 0 0,1 0 0,0 0 0,-1 0 0,1 0 0,0 1 0,-1-1 0,1 0 0,0 0 0,-1 1 0,1-1 0,-1 0 0,1 1 0,-1-1 0,1 1 0,0-1 0,-1 1 0,0-1 0,1 1 0,-1-1 0,1 1 0,-1-1 0,0 1 0,1 0 0,20 33 0,-17-27 0,15 31 0,-2 2 0,18 60 0,-14-40 0,70 192 0,-91-250 0,0 0 0,1-1 0,-1 1 0,1-1 0,0 1 0,-1-1 0,1 1 0,0-1 0,0 1 0,0-1 0,0 1 0,0-1 0,0 0 0,0 0 0,0 0 0,1 0 0,-1 1 0,0-2 0,1 1 0,-1 0 0,1 0 0,-1 0 0,1-1 0,0 1 0,1 0 0,0-1 0,-1-1 0,0 0 0,0 1 0,0-1 0,0 0 0,-1 0 0,1 0 0,0 0 0,0 0 0,0-1 0,-1 1 0,1 0 0,-1-1 0,1 1 0,-1-1 0,0 0 0,1 1 0,-1-1 0,0 0 0,1-2 0,24-39 0,-3-1 0,25-61 0,25-99 0,-68 189 0,5-20 0,-7 24 0,0 0 0,1 0 0,0 0 0,0 0 0,1 0 0,0 1 0,9-12 0,-14 22 6,0-1-1,1 1 1,-1-1-1,1 1 1,-1-1-1,0 1 1,1-1-1,-1 1 1,1 0-1,-1-1 1,1 1-1,-1 0 1,1-1-1,-1 1 1,1 0-1,-1-1 1,1 1-1,-1 0 1,1 0-1,0 0 1,-1 0-1,1 0 1,-1-1-1,1 1 1,0 0-1,-1 0 1,1 0-1,-1 1 1,1-1-1,0 0 1,-1 0-1,1 0 1,-1 0-1,1 0 1,-1 1-1,1-1 1,0 0-1,-1 1 1,1-1-1,-1 0 1,0 1-1,1-1 1,-1 1-1,1-1 1,-1 0-1,1 1 1,-1-1-1,0 1 1,1-1-1,-1 1 1,0-1-1,0 1 1,1 0-1,-1-1 1,0 1-1,0-1 1,0 1-1,0 0 1,3 8-205,0-1 1,-1 1 0,2 10 0,-2-10-699,2 10-5929</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3.195"/>
    </inkml:context>
    <inkml:brush xml:id="br0">
      <inkml:brushProperty name="width" value="0.05" units="cm"/>
      <inkml:brushProperty name="height" value="0.05" units="cm"/>
      <inkml:brushProperty name="color" value="#FFC114"/>
    </inkml:brush>
  </inkml:definitions>
  <inkml:trace contextRef="#ctx0" brushRef="#br0">219 312 24575,'9'-10'0,"0"0"0,-1-1 0,-1 0 0,0 0 0,0-1 0,-1 0 0,0 0 0,-1-1 0,6-24 0,-9 30 0,-1 1 0,0-1 0,0 1 0,-1-1 0,1 1 0,-1-1 0,-1 0 0,1 1 0,-1-1 0,0 1 0,-1-1 0,0 1 0,0 0 0,0 0 0,0 0 0,-1 0 0,0 0 0,-1 0 0,1 1 0,-1-1 0,0 1 0,-5-5 0,6 7 0,1 1 0,-1 0 0,0-1 0,0 1 0,0 0 0,0 1 0,0-1 0,-1 0 0,1 1 0,0 0 0,-1 0 0,1 0 0,-1 0 0,1 0 0,-1 1 0,0-1 0,1 1 0,-1 0 0,0 0 0,1 1 0,-1-1 0,1 1 0,-1 0 0,1 0 0,-1 0 0,1 0 0,-1 0 0,1 1 0,0 0 0,0-1 0,0 1 0,-4 3 0,-3 3 0,0 0 0,0 1 0,1 0 0,0 1 0,0 0 0,1 0 0,-11 20 0,6-8 0,-14 34 0,23-47 0,1 1 0,0-1 0,0 1 0,1 0 0,0 0 0,0 16 0,2-24 0,0 1 0,0-1 0,0 0 0,1 0 0,-1 0 0,1 1 0,-1-1 0,1 0 0,0 0 0,-1 0 0,1 0 0,0 0 0,1 0 0,-1 0 0,0 0 0,0 0 0,1-1 0,-1 1 0,1 0 0,0-1 0,-1 1 0,1-1 0,0 0 0,0 1 0,0-1 0,0 0 0,0 0 0,0-1 0,0 1 0,0 0 0,1-1 0,-1 1 0,0-1 0,0 1 0,5-1 0,-1 0 0,1 0 0,-1 0 0,1-1 0,0 1 0,-1-1 0,1-1 0,-1 1 0,0-1 0,1-1 0,-1 1 0,7-4 0,3-4 0,0-1 0,-1 0 0,0-1 0,0-1 0,-1 0 0,-1-1 0,0 0 0,16-25 0,-27 37 0,-1 0 0,0 0 0,1 0 0,-1 0 0,1 0 0,-1 0 0,1 0 0,0 1 0,0-1 0,3-1 0,-5 3 0,0 0 0,1 0 0,-1-1 0,0 1 0,1 0 0,-1 0 0,1 0 0,-1 0 0,0 0 0,1 0 0,-1 0 0,0 1 0,1-1 0,-1 0 0,0 0 0,1 0 0,-1 0 0,0 0 0,1 0 0,-1 1 0,0-1 0,1 0 0,-1 0 0,0 0 0,1 1 0,7 15 0,-1 7 128,6 36 0,-9-34-156,11 32 0,-12-49-146,0 0 0,0-1 0,1 1 0,0-1 1,0 0-1,1-1 0,0 1 0,7 7 0,0-2-6652</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1:53.568"/>
    </inkml:context>
    <inkml:brush xml:id="br0">
      <inkml:brushProperty name="width" value="0.05" units="cm"/>
      <inkml:brushProperty name="height" value="0.05" units="cm"/>
      <inkml:brushProperty name="color" value="#FFC114"/>
    </inkml:brush>
  </inkml:definitions>
  <inkml:trace contextRef="#ctx0" brushRef="#br0">3 159 24575,'-1'-28'0,"0"18"0,1 0 0,0 0 0,0 0 0,1 0 0,4-18 0,-5 27 0,1 0 0,-1 0 0,0 1 0,0-1 0,1 0 0,-1 0 0,0 1 0,1-1 0,-1 0 0,1 1 0,-1-1 0,1 0 0,0 1 0,-1-1 0,1 1 0,-1-1 0,1 1 0,0-1 0,-1 1 0,1-1 0,0 1 0,0 0 0,-1 0 0,1-1 0,0 1 0,0 0 0,0 0 0,-1 0 0,1 0 0,0 0 0,0 0 0,0 0 0,0 0 0,-1 0 0,1 0 0,0 0 0,0 0 0,0 0 0,-1 1 0,1-1 0,0 0 0,0 1 0,-1-1 0,1 1 0,0-1 0,-1 1 0,1-1 0,1 2 0,4 3 0,0-1 0,0 2 0,10 10 0,-15-14 0,32 38 0,37 58 0,-16-19 0,-52-77 0,0 1 0,0-1 0,-1 1 0,1-1 0,-1 1 0,0 0 0,0-1 0,0 1 0,1 4 0,-2-7 0,0 1 0,0-1 0,0 1 0,0-1 0,0 1 0,0-1 0,0 1 0,0-1 0,-1 1 0,1-1 0,0 0 0,0 1 0,0-1 0,0 1 0,-1-1 0,1 0 0,0 1 0,0-1 0,-1 1 0,1-1 0,0 0 0,-1 1 0,1-1 0,-1 1 0,0-1 0,0 0 0,-1 1 0,1-1 0,0 0 0,0 1 0,-1-1 0,1 0 0,0 0 0,0 0 0,-1 0 0,1 0 0,0 0 0,-2-1 0,-1 1 0,0-1 0,1 0 0,-1 0 0,1 0 0,-1 0 0,1 0 0,-1-1 0,1 0 0,0 1 0,-1-1 0,1-1 0,0 1 0,0 0 0,1-1 0,-1 1 0,0-1 0,1 0 0,0 0 0,-1 0 0,1 0 0,0 0 0,1 0 0,-1-1 0,1 1 0,-1-1 0,1 1 0,0-1 0,0 0 0,0 1 0,1-1 0,0 0 0,-1-6 0,2 0 0,-1 1 0,1 0 0,1-1 0,0 1 0,0 0 0,0 0 0,1 0 0,1 1 0,0-1 0,0 1 0,0 0 0,8-10 0,-2 5 0,0 0 0,1 1 0,1 0 0,18-13 0,-22 19 0,0 0 0,0 1 0,0 0 0,0 1 0,1 0 0,0 0 0,0 1 0,0 0 0,10-2 0,-17 5-32,0-1-1,0 1 1,0 0-1,0 0 1,0-1-1,1 1 1,-1 1-1,0-1 1,0 0-1,0 0 1,0 1-1,0 0 1,0-1-1,0 1 1,0 0-1,0 0 1,0 0-1,0 0 1,0 0-1,-1 0 1,1 0-1,0 1 1,-1-1-1,1 1 1,-1-1-1,0 1 1,1 0-1,-1-1 1,0 1-1,0 0 1,0 0-1,0 0 1,0 0-1,-1 0 1,1 0-1,0 0 0,-1 0 1,0 0-1,1 0 1,-1 0-1,0 3 1,-3 8-6794</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4.149"/>
    </inkml:context>
    <inkml:brush xml:id="br0">
      <inkml:brushProperty name="width" value="0.05" units="cm"/>
      <inkml:brushProperty name="height" value="0.05" units="cm"/>
      <inkml:brushProperty name="color" value="#FFC114"/>
    </inkml:brush>
  </inkml:definitions>
  <inkml:trace contextRef="#ctx0" brushRef="#br0">399 427 24575,'1'-10'0,"1"-1"0,0 1 0,0 0 0,1 0 0,0 0 0,7-13 0,5-18 0,-11 26 0,0-1 0,-1 0 0,-1-1 0,-1 1 0,0 0 0,-1 0 0,-3-25 0,2 33 0,0 0 0,-1-1 0,0 1 0,0 0 0,-1 1 0,0-1 0,0 0 0,-1 1 0,0 0 0,0 0 0,-1 0 0,0 0 0,0 1 0,0-1 0,-1 1 0,-10-8 0,13 12 0,0 0 0,0 0 0,0 1 0,0-1 0,0 1 0,-1-1 0,1 1 0,0 0 0,-1 0 0,1 1 0,-1-1 0,1 1 0,-1-1 0,1 1 0,-1 0 0,-6 1 0,4 1 0,1-1 0,-1 1 0,1 0 0,-1 1 0,1-1 0,0 1 0,0 0 0,0 0 0,-6 6 0,-5 5 0,1 1 0,0 1 0,1 0 0,-17 28 0,3-2 0,2 2 0,-28 62 0,43-79 0,1 1 0,0 0 0,3 0 0,0 1 0,-4 42 0,11-68 0,-1 0 0,1 1 0,0-1 0,0 0 0,1 0 0,-1 0 0,1 1 0,-1-1 0,1 0 0,0 0 0,0 0 0,1 0 0,-1 0 0,3 5 0,-2-6 0,0-1 0,0 1 0,0 0 0,0-1 0,0 1 0,0-1 0,0 0 0,0 1 0,1-1 0,-1 0 0,0-1 0,1 1 0,-1 0 0,1-1 0,-1 1 0,1-1 0,-1 0 0,1 1 0,3-2 0,5 0 0,0 0 0,0-1 0,-1 0 0,1-1 0,-1 0 0,0-1 0,0 0 0,0-1 0,0 0 0,-1 0 0,0-1 0,0 0 0,0-1 0,8-7 0,-2-1 0,0 0 0,0-1 0,-1 0 0,-1-1 0,-1-1 0,13-23 0,-12 13 0,-1-1 0,-1 1 0,-1-2 0,-2 0 0,-1 0 0,-1 0 0,-2 0 0,1-49 0,-5 85 0,0 137 0,2-96 62,10 111 197,-8-130-681,1 0 1,1-1-1,14 41 1,-11-46-6405</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4.579"/>
    </inkml:context>
    <inkml:brush xml:id="br0">
      <inkml:brushProperty name="width" value="0.05" units="cm"/>
      <inkml:brushProperty name="height" value="0.05" units="cm"/>
      <inkml:brushProperty name="color" value="#FFC114"/>
    </inkml:brush>
  </inkml:definitions>
  <inkml:trace contextRef="#ctx0" brushRef="#br0">118 306 24575,'-13'-7'0,"1"1"0,0-2 0,0 1 0,-14-14 0,22 17 0,0 0 0,0 0 0,0-1 0,1 0 0,0 0 0,0 0 0,0 0 0,0 0 0,1-1 0,0 1 0,0-1 0,-2-11 0,3 11 0,1 1 0,-1 0 0,1-1 0,1 1 0,-1 0 0,1-1 0,0 1 0,0 0 0,0 0 0,1 0 0,0-1 0,0 2 0,4-9 0,-5 11 0,0 0 0,0 1 0,0-1 0,1 0 0,-1 1 0,0-1 0,1 1 0,-1-1 0,1 1 0,-1 0 0,1 0 0,0-1 0,0 1 0,-1 1 0,1-1 0,0 0 0,0 0 0,0 1 0,0-1 0,0 1 0,0-1 0,0 1 0,0 0 0,0 0 0,0 0 0,0 0 0,0 0 0,1 0 0,-1 1 0,0-1 0,0 1 0,-1-1 0,1 1 0,0 0 0,0 0 0,0 0 0,0 0 0,2 1 0,2 3 0,1 0 0,-1 0 0,0 0 0,0 1 0,0 0 0,-1 1 0,0-1 0,0 1 0,4 8 0,5 11 0,13 33 0,-12-20 0,-1 0 0,10 55 0,6 84 0,-16-90 0,-10-67 0,-2-19 0,0-10 0,-1-12 0,0-13 0,-1-34 0,4 0 0,15-85 0,-11 110 0,2 0 0,2 0 0,2 1 0,34-71 0,-45 107-91,-1 0 0,1 0 0,0 1 0,0-1 0,0 1 0,1 0 0,0 0 0,0 0 0,0 0 0,0 1 0,0 0 0,1-1 0,-1 2 0,10-6 0,8 2-6735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4.953"/>
    </inkml:context>
    <inkml:brush xml:id="br0">
      <inkml:brushProperty name="width" value="0.05" units="cm"/>
      <inkml:brushProperty name="height" value="0.05" units="cm"/>
      <inkml:brushProperty name="color" value="#FFC114"/>
    </inkml:brush>
  </inkml:definitions>
  <inkml:trace contextRef="#ctx0" brushRef="#br0">0 263 24575,'0'-48'0,"24"97"0,56 159 0,-64-158 0,-2 1 0,8 65 0,-21-111 0,2 25 0,-3-29 0,0 0 0,0 0 0,0 1 0,0-1 0,0 0 0,0 0 0,-1 1 0,1-1 0,0 0 0,-1 0 0,1 1 0,-1-1 0,1 0 0,-1 0 0,0 0 0,1 0 0,-1 0 0,-1 1 0,1-2 0,1 1 0,-1-1 0,0 0 0,1 0 0,-1 0 0,0 0 0,1 0 0,-1 0 0,0 0 0,1 0 0,-1-1 0,0 1 0,1 0 0,-1 0 0,0 0 0,1-1 0,-1 1 0,0 0 0,1-1 0,-1 1 0,1-1 0,-1 1 0,1-1 0,-1 1 0,1-1 0,-1 0 0,-15-15 0,14 14 0,-6-8 0,1 0 0,1-1 0,-1 0 0,1 0 0,1 0 0,0-1 0,1 1 0,-6-25 0,5 11 0,1 0 0,2 0 0,-1-38 0,5 31 0,0 0 0,2 0 0,15-56 0,-13 66 0,1 1 0,1 0 0,1 1 0,1 0 0,0 0 0,18-24 0,-21 36 31,0-1 0,1 1 0,0 0 0,0 1 0,0 0 0,1 0 0,0 1 0,1 0 1,-1 1-1,16-7 0,-10 6-275,1 1 0,0 1 0,0 0 0,0 1 1,1 1-1,20 0 0,-1 1-6582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5.124"/>
    </inkml:context>
    <inkml:brush xml:id="br0">
      <inkml:brushProperty name="width" value="0.05" units="cm"/>
      <inkml:brushProperty name="height" value="0.05" units="cm"/>
      <inkml:brushProperty name="color" value="#FFC114"/>
    </inkml:brush>
  </inkml:definitions>
  <inkml:trace contextRef="#ctx0" brushRef="#br0">52 36 24575,'-7'0'0,"-5"-3"0,-1-5 0,2-4 0,2 0-8191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5.293"/>
    </inkml:context>
    <inkml:brush xml:id="br0">
      <inkml:brushProperty name="width" value="0.05" units="cm"/>
      <inkml:brushProperty name="height" value="0.05" units="cm"/>
      <inkml:brushProperty name="color" value="#FFC114"/>
    </inkml:brush>
  </inkml:definitions>
  <inkml:trace contextRef="#ctx0" brushRef="#br0">54 1 24575,'-3'3'0,"-5"5"0,-4 4 0,-4 0 0,5-2 0,7-6 0,12-4 0,6-1 0,9-5 0,0-1-8191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5.853"/>
    </inkml:context>
    <inkml:brush xml:id="br0">
      <inkml:brushProperty name="width" value="0.05" units="cm"/>
      <inkml:brushProperty name="height" value="0.05" units="cm"/>
      <inkml:brushProperty name="color" value="#FFC114"/>
    </inkml:brush>
  </inkml:definitions>
  <inkml:trace contextRef="#ctx0" brushRef="#br0">645 102 24575,'-13'-7'0,"1"0"0,-1-1 0,1-1 0,1 1 0,-14-14 0,19 17 0,1 1 0,-1 0 0,0 0 0,-1 0 0,1 1 0,-1 0 0,1 0 0,-1 1 0,0 0 0,0 0 0,0 0 0,0 1 0,0 0 0,0 0 0,0 1 0,0 0 0,-9 1 0,-13 3 0,0 0 0,-52 16 0,66-16 0,-44 13 0,-102 46 0,156-61 0,0 0 0,0 0 0,1 1 0,-1 0 0,1 0 0,-1 1 0,1-1 0,0 1 0,-3 4 0,6-7 0,0 1 0,0 0 0,0-1 0,0 1 0,0 0 0,1 0 0,-1-1 0,1 1 0,-1 0 0,1 0 0,0 0 0,0 0 0,0-1 0,0 1 0,0 0 0,0 0 0,0 0 0,0 0 0,1 0 0,-1-1 0,1 1 0,0 0 0,-1 0 0,1-1 0,0 1 0,0 0 0,0-1 0,2 4 0,6 6 0,0-1 0,0 0 0,18 14 0,10 11 0,-21-17 0,-1 0 0,-1 1 0,0 0 0,-2 1 0,0 0 0,-1 1 0,-1 1 0,-1 0 0,-1 0 0,-1 0 0,-1 1 0,-1 0 0,-1 0 0,2 45 0,-6-30 0,-3 0 0,-1-1 0,-19 73 0,-4 41 0,26-145 0,1 0 0,0-1 0,0 1 0,0 0 0,0 0 0,1 0 0,0-1 0,3 11 0,-3-14 0,0 0 0,1 1 0,-1-1 0,0 0 0,1 0 0,-1 0 0,1 0 0,0 0 0,-1 0 0,1-1 0,0 1 0,0-1 0,0 1 0,1-1 0,-1 1 0,0-1 0,0 0 0,1 0 0,-1 0 0,1-1 0,-1 1 0,5 0 0,5 1 38,0-2 0,0 1 0,0-1 0,0-1 0,0 0 0,0-1 0,0 0 0,18-7 0,6-3-892,44-23 1,-24 8-5973</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6.305"/>
    </inkml:context>
    <inkml:brush xml:id="br0">
      <inkml:brushProperty name="width" value="0.05" units="cm"/>
      <inkml:brushProperty name="height" value="0.05" units="cm"/>
      <inkml:brushProperty name="color" value="#FFC114"/>
    </inkml:brush>
  </inkml:definitions>
  <inkml:trace contextRef="#ctx0" brushRef="#br0">82 124 24575,'-11'-5'0,"2"0"0,-1 0 0,1 0 0,0 0 0,-11-9 0,19 13 0,0 1 0,1-1 0,-1 0 0,0 1 0,0-1 0,0 0 0,0 0 0,1 0 0,-1 0 0,0 0 0,1 0 0,-1 0 0,0 0 0,1 0 0,0 0 0,-1 0 0,1 0 0,0 0 0,-1 0 0,1-1 0,0 1 0,0 0 0,0 0 0,0 0 0,0 0 0,0-1 0,0 1 0,0 0 0,1 0 0,-1 0 0,0 0 0,1 0 0,-1 0 0,1-1 0,-1 1 0,1 0 0,0 0 0,-1 1 0,1-1 0,0 0 0,0 0 0,-1 0 0,1 0 0,0 1 0,0-1 0,0 0 0,2 0 0,3-3 0,0 0 0,1 1 0,0-1 0,0 2 0,0-1 0,0 1 0,0 0 0,0 0 0,9 0 0,72-3 0,-68 4 0,11 0 0,40-1 0,111 9 0,-177-6 0,0-1 0,0 1 0,0 0 0,-1 0 0,1 1 0,-1-1 0,1 1 0,-1 0 0,0 0 0,1 1 0,-1-1 0,6 6 0,-7-5 0,0 1 0,-1-1 0,1 1 0,-1-1 0,0 1 0,0 0 0,0-1 0,-1 1 0,1 0 0,-1 0 0,0 1 0,0-1 0,-1 0 0,1 7 0,3 59 0,-7 72 0,0-87 0,3 0 0,12 103 0,36 32 0,-21-99 0,-26-87 0,0 1 0,0-1 0,0 0 0,-1 0 0,1 0 0,-1 1 0,0-1 0,0 0 0,-1 0 0,-1 8 0,1-9 0,0 0 0,0-1 0,-1 1 0,1-1 0,-1 1 0,1-1 0,-1 0 0,0 1 0,0-1 0,0 0 0,0 0 0,-1 0 0,1-1 0,0 1 0,-1 0 0,1-1 0,-4 2 0,-17 6 0,0-1 0,-1-1 0,0-2 0,0 0 0,-44 3 0,14-1 0,-153 26-1365,106-14-5461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7.285"/>
    </inkml:context>
    <inkml:brush xml:id="br0">
      <inkml:brushProperty name="width" value="0.05" units="cm"/>
      <inkml:brushProperty name="height" value="0.05" units="cm"/>
      <inkml:brushProperty name="color" value="#FFC114"/>
    </inkml:brush>
  </inkml:definitions>
  <inkml:trace contextRef="#ctx0" brushRef="#br0">2050 100 24575,'-39'-19'0,"-2"3"0,1 1 0,-2 3 0,0 1 0,0 1 0,-1 3 0,0 2 0,0 1 0,-58 3 0,19 6 0,1 3 0,0 3 0,0 4 0,-79 27 0,90-21-45,1 4-1,1 2 0,2 4 1,1 2-1,-78 54 0,96-54 12,3 1 0,1 3-1,2 2 1,1 1 0,2 2 0,2 1-1,-44 70 1,46-54 34,2 2 0,3 1 0,2 1 0,4 1 0,-31 130 0,39-112 0,3-1 0,4 2 0,4-1 0,9 131 0,1-154 0,2 0 0,3-1 0,2 0 0,3-1 0,2-1 0,3-1 0,52 101 0,-50-117 0,2 0 0,1-2 0,2-1 0,1-1 0,2-1 0,1-2 0,2-1 0,1-2 0,1-1 0,72 42 0,-62-47 0,0-2 0,1-2 0,1-1 0,85 17 0,-66-22 0,0-4 0,1-3 0,70-2 0,-20-10 0,0-5 0,-2-5 0,209-57 0,-23-24 0,-225 67 0,140-77 0,-175 81 0,0-1 0,-2-2 0,-2-2 0,50-51 0,-64 56 0,-1-1 0,-1-1 0,-1-1 0,-2-1 0,-1-1 0,27-65 0,-26 41 55,-2-1 0,-2-1 0,-3-1-1,8-102 1,-16 64 37,-4 1-1,-13-111 0,7 155-91,-2 1 0,-2 0 0,-2 0 0,-3 1 0,-1 0 0,-3 1 0,-2 1 0,-2 2 0,-1 0 0,-3 1 0,-2 1 0,-34-39 0,18 32 0,-2 2 0,-3 2 0,-1 2 0,-2 3 0,-105-63 0,105 75 0,-1 3 0,-1 1 0,-1 3 0,-1 3 0,0 2 0,-105-16 0,130 29 0,1 3 0,-1 0 0,0 2 0,1 1 0,-1 2 0,1 1 0,0 1 0,0 2 0,1 1 0,0 1 0,1 2 0,0 1 0,-30 19 0,1 1-455,3 2 0,-66 54 0,100-71-6371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8.910"/>
    </inkml:context>
    <inkml:brush xml:id="br0">
      <inkml:brushProperty name="width" value="0.05" units="cm"/>
      <inkml:brushProperty name="height" value="0.05" units="cm"/>
      <inkml:brushProperty name="color" value="#FFC114"/>
    </inkml:brush>
  </inkml:definitions>
  <inkml:trace contextRef="#ctx0" brushRef="#br0">1250 200 24575,'2'-2'0,"0"0"0,-1 0 0,1-1 0,0 1 0,-1 0 0,0 0 0,1-1 0,-1 1 0,0-1 0,0 1 0,0-1 0,-1 0 0,1 1 0,-1-1 0,1 0 0,-1 1 0,0-1 0,0 0 0,0 1 0,0-1 0,-1 0 0,1 1 0,-2-4 0,1 0 0,-1 1 0,0 0 0,0 0 0,-1 0 0,0 0 0,1 1 0,-1-1 0,-1 1 0,1-1 0,-6-4 0,-2 0 0,1 1 0,-1 0 0,-1 1 0,1 0 0,-1 0 0,-1 2 0,1-1 0,-1 2 0,0 0 0,0 0 0,0 1 0,0 1 0,-1 0 0,1 1 0,-1 0 0,-14 2 0,-5 1 0,1 1 0,0 2 0,0 1 0,1 2 0,-51 19 0,33-7 0,1 3 0,1 2 0,1 1 0,1 3 0,2 2 0,0 1 0,3 2 0,1 2 0,1 2 0,2 1 0,-57 83 0,65-80 0,2 2 0,2 1 0,2 1 0,2 0 0,-18 65 0,27-70 0,2 0 0,2 1 0,1 0 0,3 0 0,1 1 0,6 70 0,1-80 0,1 0 0,1-1 0,2 0 0,1-1 0,2 0 0,1-1 0,1 0 0,2-1 0,1 0 0,24 31 0,-5-14 0,2-2 0,3-1 0,1-2 0,88 67 0,-95-84 0,0-1 0,1-2 0,1-2 0,1-1 0,0-2 0,2-1 0,0-2 0,70 12 0,-63-18 0,-1-2 0,1-3 0,0-1 0,0-2 0,0-3 0,-1-1 0,72-19 0,-66 11 0,0-3 0,-2-2 0,0-3 0,-1-1 0,88-56 0,-109 59 0,0-2 0,-2-1 0,0 0 0,-2-2 0,0-1 0,-2-1 0,0-1 0,-2-1 0,-2-1 0,23-44 0,-23 30 0,-1-1 0,-2 0 0,-3-1 0,-1-1 0,-2 0 0,3-54 0,-9 57 0,-2 0 0,-2 0 0,-2 0 0,-2 0 0,-1 1 0,-24-79 0,23 100 0,-2-1 0,0 2 0,-1-1 0,-1 1 0,-1 1 0,-1 0 0,-1 0 0,-15-16 0,6 13 0,0 0 0,-2 2 0,0 0 0,-1 2 0,-33-18 0,-17-4 0,-2 4 0,-91-30 0,-170-37 0,318 97 0,12 3 0,-1-1 0,1 2 0,-1-1 0,0 1 0,0 1 0,0 0 0,0 0 0,-19 2 0,28-1-62,-1 1 0,1-1 0,0 1 0,0-1 0,0 1 0,0-1 0,0 1 0,0 0 0,0-1 0,0 1 0,0 0 0,0 0-1,0 0 1,0 0 0,0 0 0,1 0 0,-1 0 0,0 0 0,1 0 0,-1 0 0,0 2 0,-3 9-6764</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2.709"/>
    </inkml:context>
    <inkml:brush xml:id="br0">
      <inkml:brushProperty name="width" value="0.05" units="cm"/>
      <inkml:brushProperty name="height" value="0.05" units="cm"/>
      <inkml:brushProperty name="color" value="#FFC114"/>
    </inkml:brush>
  </inkml:definitions>
  <inkml:trace contextRef="#ctx0" brushRef="#br0">60 92 24575,'-18'-16'0,"12"11"0,1 1 0,-1-1 0,1-1 0,-5-6 0,9 11 0,0-1 0,0 0 0,0 1 0,0-1 0,0 0 0,0 0 0,1 0 0,-1 0 0,1 0 0,0 0 0,-1 0 0,1 1 0,0-1 0,0 0 0,0 0 0,0 0 0,0 0 0,1 0 0,-1 0 0,1-2 0,-1 4 0,0 0 0,0-1 0,0 1 0,0 0 0,0 0 0,0 0 0,0 0 0,1 0 0,-1 0 0,0-1 0,0 1 0,0 0 0,0 0 0,0 0 0,0 0 0,0 0 0,0 0 0,0 0 0,0 0 0,1 0 0,-1-1 0,0 1 0,0 0 0,0 0 0,0 0 0,0 0 0,0 0 0,0 0 0,1 0 0,-1 0 0,0 0 0,0 0 0,0 0 0,0 0 0,0 0 0,0 0 0,1 0 0,-1 0 0,0 0 0,0 0 0,0 0 0,0 0 0,0 0 0,0 0 0,1 0 0,-1 0 0,0 1 0,7 5 0,4 12 0,4 16 0,-2 1 0,11 41 0,2 6 0,-2-12 0,74 196 0,-91-249 0,-3-6 0,1 1 0,0-1 0,0 0 0,14 20 0,-18-31 0,-1 1 0,1 0 0,-1-1 0,1 1 0,-1 0 0,1-1 0,0 1 0,-1 0 0,1-1 0,0 1 0,-1-1 0,1 1 0,0-1 0,0 0 0,0 1 0,0-1 0,-1 0 0,1 0 0,0 1 0,0-1 0,0 0 0,0 0 0,0 0 0,0 0 0,-1 0 0,2 0 0,0-1 0,-1 0 0,1 1 0,-1-1 0,1 0 0,-1 0 0,0 0 0,0 0 0,1 0 0,-1 0 0,0-1 0,0 1 0,0 0 0,1-3 0,4-6 0,-1-1 0,1 1 0,3-16 0,-6 18 0,17-49 0,21-96 0,-3-62 0,-21 58-1365,-17 175-5461</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3.209"/>
    </inkml:context>
    <inkml:brush xml:id="br0">
      <inkml:brushProperty name="width" value="0.05" units="cm"/>
      <inkml:brushProperty name="height" value="0.05" units="cm"/>
      <inkml:brushProperty name="color" value="#FFC114"/>
    </inkml:brush>
  </inkml:definitions>
  <inkml:trace contextRef="#ctx0" brushRef="#br0">360 277 24575,'0'-33'0,"-3"-70"0,2 92 0,-1-1 0,0 1 0,-1 0 0,-1 0 0,1 0 0,-11-19 0,13 27 0,0 0 0,-1 1 0,0-1 0,0 0 0,0 1 0,0-1 0,0 1 0,0 0 0,-1 0 0,1-1 0,-1 2 0,1-1 0,-1 0 0,0 0 0,0 1 0,1 0 0,-1-1 0,0 1 0,-1 0 0,1 1 0,0-1 0,0 0 0,0 1 0,0 0 0,-1-1 0,1 1 0,0 1 0,0-1 0,0 0 0,0 1 0,-1 0 0,1-1 0,0 1 0,-5 3 0,-3 1 0,1 0 0,-1 1 0,2 0 0,-1 1 0,1 0 0,0 0 0,0 1 0,-11 12 0,6-3 0,0 1 0,1 0 0,1 1 0,1 0 0,0 0 0,2 2 0,0-1 0,1 1 0,1 0 0,1 1 0,1-1 0,1 1 0,1 0 0,-1 40 0,4-58 0,0 0 0,0-1 0,1 1 0,-1 0 0,1 0 0,0 0 0,0 0 0,0-1 0,0 1 0,1 0 0,0-1 0,-1 1 0,1-1 0,0 0 0,1 0 0,-1 0 0,1 0 0,-1 0 0,1 0 0,0 0 0,0-1 0,0 0 0,0 1 0,1-1 0,-1 0 0,1-1 0,-1 1 0,1 0 0,-1-1 0,1 0 0,0 0 0,0 0 0,0-1 0,-1 1 0,1-1 0,0 0 0,0 0 0,0 0 0,7-1 0,-1-1 0,1 0 0,0-1 0,-1 0 0,1 0 0,-1-1 0,0 0 0,0-1 0,-1 0 0,0-1 0,1 0 0,-2 0 0,1-1 0,-1 0 0,0-1 0,0 0 0,6-9 0,-6 6 0,1-1 0,-2 1 0,0-2 0,0 1 0,-1-1 0,-1 0 0,0-1 0,-1 1 0,0-1 0,-1 1 0,2-28 0,-5 32 0,2-54 0,-2 58 0,0 0 0,-1 0 0,0 0 0,0-1 0,0 1 0,-1 0 0,1 0 0,-1 1 0,-3-7 0,4 10 0,1 1 0,0 0 0,0-1 0,0 1 0,-1-1 0,1 1 0,0-1 0,0 1 0,-1 0 0,1-1 0,0 1 0,0 0 0,-1-1 0,1 1 0,-1 0 0,1 0 0,0-1 0,-1 1 0,1 0 0,-1 0 0,1 0 0,0-1 0,-1 1 0,1 0 0,-1 0 0,1 0 0,-1 0 0,1 0 0,-1 0 0,1 0 0,-1 0 0,0 0 0,0 1 0,1-1 0,-1 1 0,0 0 0,0 0 0,1-1 0,-1 1 0,1 0 0,-1 0 0,1 0 0,-1 0 0,1 0 0,-1 0 0,0 1 0,-6 37 0,3-8 114,3 1 0,3 60 0,-2-83-228,1 0 0,1 0 0,0 0 0,0 0 1,1 0-1,0-1 0,0 1 0,1-1 1,0 0-1,0 0 0,1 0 0,0 0 1,1-1-1,10 12 0,5-2-6712</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23.535"/>
    </inkml:context>
    <inkml:brush xml:id="br0">
      <inkml:brushProperty name="width" value="0.05" units="cm"/>
      <inkml:brushProperty name="height" value="0.05" units="cm"/>
      <inkml:brushProperty name="color" value="#FFC114"/>
    </inkml:brush>
  </inkml:definitions>
  <inkml:trace contextRef="#ctx0" brushRef="#br0">31 124 24575,'-30'-40'0,"43"77"0,49 77 0,-35-69 0,-2 2 0,-3 1 0,32 92 0,-53-134 0,0-1 0,0 0 0,-1 0 0,0 1 0,1-1 0,-2 8 0,1-12 0,0 0 0,0-1 0,0 1 0,0 0 0,-1 0 0,1 0 0,0 0 0,0 0 0,-1-1 0,1 1 0,0 0 0,-1 0 0,1-1 0,-1 1 0,1 0 0,-1 0 0,1-1 0,-1 1 0,1-1 0,-1 1 0,0 0 0,1-1 0,-1 1 0,0-1 0,0 1 0,1-1 0,-1 0 0,0 1 0,0-1 0,0 0 0,1 0 0,-1 1 0,0-1 0,0 0 0,0 0 0,0 0 0,1 0 0,-1 0 0,0 0 0,0 0 0,0 0 0,0-1 0,0 1 0,1 0 0,-1 0 0,0-1 0,0 1 0,-1-1 0,-1-1 0,0 0 0,0 0 0,0 0 0,1 0 0,-1-1 0,0 1 0,1-1 0,0 0 0,-1 0 0,1 1 0,0-1 0,1-1 0,-4-5 0,-16-48 0,15 36 0,1-1 0,1 0 0,1 0 0,1-1 0,1 1 0,1-1 0,5-42 0,-3 49 0,1 1 0,1-1 0,0 1 0,1 0 0,0 0 0,1 1 0,1 0 0,1 0 0,0 0 0,0 1 0,1 0 0,12-12 0,-14 18-170,-1 1-1,1 1 0,0-1 1,0 1-1,1 0 0,0 1 1,14-7-1,12 0-6655</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4.628"/>
    </inkml:context>
    <inkml:brush xml:id="br0">
      <inkml:brushProperty name="width" value="0.05" units="cm"/>
      <inkml:brushProperty name="height" value="0.05" units="cm"/>
      <inkml:brushProperty name="color" value="#FFC114"/>
    </inkml:brush>
  </inkml:definitions>
  <inkml:trace contextRef="#ctx0" brushRef="#br0">1 188 24575,'-1'8'0,"2"-4"0,12-6 0,764-151-147,-575 118-1071,-143 25-5608</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4.880"/>
    </inkml:context>
    <inkml:brush xml:id="br0">
      <inkml:brushProperty name="width" value="0.05" units="cm"/>
      <inkml:brushProperty name="height" value="0.05" units="cm"/>
      <inkml:brushProperty name="color" value="#FFC114"/>
    </inkml:brush>
  </inkml:definitions>
  <inkml:trace contextRef="#ctx0" brushRef="#br0">99 152 24575,'-34'16'0,"-24"13"0,52-23 0,15-4 0,18-4 0,237-48 0,-122 19 0,-102 24 0,342-79 0,-374 84-227,0-1-1,-1 1 1,0-1-1,1 0 1,7-5-1,-7 0-6598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5.940"/>
    </inkml:context>
    <inkml:brush xml:id="br0">
      <inkml:brushProperty name="width" value="0.05" units="cm"/>
      <inkml:brushProperty name="height" value="0.05" units="cm"/>
      <inkml:brushProperty name="color" value="#FFC114"/>
    </inkml:brush>
  </inkml:definitions>
  <inkml:trace contextRef="#ctx0" brushRef="#br0">249 823 24575,'0'1'0,"0"-1"0,0 0 0,0 1 0,0-1 0,0 1 0,0-1 0,0 1 0,0-1 0,0 1 0,1-1 0,-1 0 0,0 1 0,0-1 0,0 1 0,0-1 0,1 0 0,-1 1 0,0-1 0,0 1 0,1-1 0,-1 0 0,0 1 0,1-1 0,-1 0 0,0 0 0,1 1 0,-1-1 0,0 0 0,1 0 0,-1 1 0,1-1 0,-1 0 0,1 0 0,17-3 0,14-17 0,-24 11 0,0 0 0,0 0 0,-1-1 0,0 0 0,0 0 0,-1-1 0,-1 0 0,6-15 0,-4 6 0,0 0 0,-2-1 0,6-41 0,-10 47 0,0 0 0,-2 0 0,1 1 0,-2-1 0,0 0 0,-1 1 0,-6-22 0,7 29 0,-1 1 0,0-1 0,0 0 0,-1 1 0,0 0 0,0 0 0,-8-9 0,9 12 0,0 0 0,0 0 0,-1 0 0,1 0 0,-1 1 0,0 0 0,0-1 0,0 1 0,0 1 0,0-1 0,0 1 0,-1-1 0,-5 0 0,5 2 0,-1 0 0,1 0 0,0 1 0,0-1 0,-1 1 0,1 0 0,0 1 0,0-1 0,0 1 0,0 0 0,0 0 0,1 0 0,-1 1 0,1 0 0,-1 0 0,1 0 0,0 0 0,-5 6 0,-5 5 0,0 1 0,1 0 0,-16 26 0,10-11 0,1 1 0,2 0 0,1 2 0,-16 49 0,24-60 0,1 1 0,1 1 0,0-1 0,2 1 0,2-1 0,0 1 0,3 40 0,-1-57 0,0 0 0,0 0 0,1-1 0,0 1 0,0 0 0,1-1 0,0 1 0,0-1 0,0 1 0,1-1 0,0-1 0,7 10 0,-6-11 0,-1 0 0,1 0 0,0 0 0,0-1 0,0 0 0,0 0 0,1 0 0,-1-1 0,1 1 0,0-1 0,0-1 0,0 1 0,0-1 0,11 1 0,-2-1 0,1-1 0,-1-1 0,0 0 0,0-1 0,1-1 0,-1 0 0,-1-1 0,1 0 0,0-2 0,-1 1 0,0-2 0,-1 0 0,1 0 0,-1-2 0,21-17 0,-18 13 0,-1-1 0,-1 0 0,0-1 0,-1-1 0,0 0 0,-2-1 0,0-1 0,-1 1 0,0-1 0,-1-1 0,8-27 0,-9 14 0,-1 0 0,-1-1 0,-2 0 0,-2 0 0,0 0 0,-3 0 0,-7-61 0,-2 35 0,-3 1 0,-2 1 0,-33-82 0,43 125 0,0 1 0,-1 1 0,-1-1 0,0 1 0,-9-13 0,15 24 0,0 0 0,1 0 0,-1 0 0,0 0 0,0 1 0,0-1 0,0 0 0,0 0 0,0 1 0,-1-1 0,1 0 0,0 1 0,0-1 0,-2 0 0,3 1 0,-1 0 0,1 0 0,-1 0 0,0 0 0,1 1 0,-1-1 0,1 0 0,-1 0 0,1 0 0,-1 0 0,1 1 0,-1-1 0,1 0 0,-1 0 0,1 1 0,-1-1 0,1 0 0,0 1 0,-1-1 0,1 0 0,0 1 0,-1-1 0,0 1 0,0 2 0,-1 0 0,1 1 0,-1-1 0,1 0 0,0 0 0,0 1 0,1-1 0,-2 7 0,0 25 0,1-1 0,6 49 0,15 71 0,-2-44 0,4-1 0,6-2 0,57 146 0,-70-218-682,35 57-1,-20-46-6143</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7.132"/>
    </inkml:context>
    <inkml:brush xml:id="br0">
      <inkml:brushProperty name="width" value="0.05" units="cm"/>
      <inkml:brushProperty name="height" value="0.05" units="cm"/>
      <inkml:brushProperty name="color" value="#FFC114"/>
    </inkml:brush>
  </inkml:definitions>
  <inkml:trace contextRef="#ctx0" brushRef="#br0">311 683 24575,'-1'-14'0,"0"1"0,-1 0 0,0 0 0,-1 0 0,-1 0 0,0 0 0,0 0 0,-11-19 0,0 4 0,-2 1 0,-29-37 0,43 60 0,0 0 0,0 0 0,-1 1 0,1-1 0,-1 1 0,-5-3 0,8 5 0,0 0 0,0 1 0,-1-1 0,1 0 0,0 1 0,0 0 0,0-1 0,-1 1 0,1 0 0,0-1 0,-1 1 0,1 0 0,0 0 0,-1 0 0,1 0 0,0 0 0,-1 1 0,1-1 0,0 0 0,0 1 0,-1-1 0,1 0 0,0 1 0,0 0 0,0-1 0,-1 1 0,1 0 0,-1 1 0,-4 3 0,1 0 0,0 1 0,0 0 0,1 0 0,-1 0 0,1 1 0,1-1 0,-6 14 0,-1 6 0,-7 28 0,-1 12 0,3 1 0,-8 94 0,22-149 0,1-1 0,0 0 0,1 1 0,0-1 0,0 0 0,1 1 0,1-1 0,0 0 0,8 18 0,-10-26 0,1 0 0,-1 0 0,1 0 0,0 0 0,0-1 0,0 1 0,1 0 0,-1-1 0,0 0 0,1 1 0,0-1 0,-1 0 0,1 0 0,0 0 0,0-1 0,0 1 0,1-1 0,-1 0 0,0 0 0,0 0 0,1 0 0,-1 0 0,0-1 0,1 1 0,-1-1 0,1 0 0,-1 0 0,1 0 0,-1-1 0,0 1 0,1-1 0,-1 0 0,0 0 0,1 0 0,3-2 0,2-1 0,-1 0 0,0 0 0,-1-1 0,1 0 0,-1 0 0,0 0 0,0-1 0,0-1 0,-1 1 0,0-1 0,0 0 0,-1 0 0,0-1 0,0 1 0,-1-1 0,0 0 0,0-1 0,4-14 0,-2 4 0,-1 0 0,-1-1 0,-1 1 0,0-1 0,-2 0 0,0 0 0,-3-30 0,-1 24 0,0-1 0,-2 1 0,-1 0 0,-1 0 0,-18-40 0,25 66 0,1-1 0,-2 1 0,1 0 0,0 0 0,0-1 0,0 1 0,0 0 0,0 0 0,0-1 0,0 1 0,0 0 0,0 0 0,0-1 0,0 1 0,-1 0 0,1 0 0,0-1 0,0 1 0,0 0 0,-1 0 0,1 0 0,0 0 0,0-1 0,0 1 0,-1 0 0,1 0 0,0 0 0,0 0 0,-1 0 0,1 0 0,0 0 0,0-1 0,-1 1 0,1 0 0,0 0 0,0 0 0,-1 0 0,1 0 0,0 0 0,0 0 0,-1 0 0,-3 13 0,3 22 0,4 3 0,3-1 0,1 1 0,2-1 0,16 46 0,-19-66 0,0-1 0,1 0 0,1 0 0,0 0 0,1-1 0,14 17 0,-19-28 0,0 1 0,0-1 0,0 0 0,1 0 0,0-1 0,-1 1 0,1-1 0,1 0 0,8 4 0,-10-6 0,0 0 0,0 0 0,1 0 0,-1-1 0,0 1 0,0-1 0,0 0 0,0 0 0,1 0 0,-1-1 0,0 0 0,0 0 0,0 0 0,0 0 0,5-2 0,-3 0 0,0 0 0,0 0 0,-1 0 0,1-1 0,-1 0 0,0 0 0,0 0 0,0 0 0,0-1 0,-1 0 0,6-8 0,-4 4 0,-1 0 0,0 0 0,-1-1 0,0 0 0,0 0 0,3-16 0,-2-2 0,-1-1 0,-2 0 0,0 0 0,-5-40 0,-2 6 0,-3-1 0,-3 1 0,-2 1 0,-4 0 0,-2 1 0,-3 0 0,-29-57 0,46 108 0,4 6 0,-1 0 0,1 0 0,-1 1 0,0-1 0,0 1 0,-1-1 0,1 1 0,-1 0 0,1-1 0,-1 1 0,0 1 0,-4-4 0,6 6 0,1 0 0,-1 0 0,1 0 0,-1 0 0,1 0 0,-1 0 0,1 0 0,0 0 0,-1 0 0,1 0 0,-1 0 0,1 1 0,-1-1 0,1 0 0,-1 0 0,1 1 0,0-1 0,-1 0 0,1 0 0,0 1 0,-1-1 0,1 0 0,0 1 0,-1-1 0,1 1 0,0-1 0,0 0 0,-1 1 0,1-1 0,0 1 0,0-1 0,0 1 0,0-1 0,0 0 0,0 1 0,-1-1 0,1 1 0,0-1 0,0 1 0,-3 23 0,3 6 0,1 1 0,10 59 0,22 64 0,-21-100 0,104 373 0,-111-412 0,0 0 0,13 23 0,-10-29 0,-3-10 0,-4-1 0,0 1 0,-1-1 0,0 0 0,1 1 0,-1-1 0,0 1 0,0-1 0,0 0 0,0 1 0,-1-4 0,-3-16 0,-2 0 0,0 0 0,-1 1 0,-1 0 0,-18-31 0,14 27 0,0-2 0,-13-42 0,24 66 0,1 0 0,-1 0 0,1-1 0,-1 1 0,1 0 0,0 0 0,0 0 0,0 0 0,1-1 0,-1 1 0,0 0 0,1 0 0,-1 0 0,1 0 0,0 0 0,0 0 0,0 0 0,0 0 0,0 0 0,0 0 0,0 0 0,0 1 0,1-1 0,-1 0 0,1 1 0,0-1 0,-1 1 0,1 0 0,0-1 0,0 1 0,3-2 0,6-2 0,0 1 0,1 0 0,-1 0 0,22-3 0,-7 1 0,260-82 0,-223 63 0,-1-2 0,83-49 0,-131 67 0,0 0 0,18-17 0,-29 23 0,0 1 0,0-1 0,-1 1 0,1-1 0,-1 0 0,0 0 0,0 0 0,0 0 0,0-1 0,0 1 0,-1 0 0,0-1 0,1 1 0,-1-1 0,-1 0 0,1 1 0,0-5 0,-1 6 0,0 0 0,-1 0 0,1 0 0,-1 0 0,0 1 0,1-1 0,-1 0 0,0 0 0,0 1 0,0-1 0,0 0 0,0 1 0,-1-1 0,1 1 0,0 0 0,-1-1 0,1 1 0,-1 0 0,1 0 0,-1 0 0,0 0 0,1 0 0,-1 0 0,0 0 0,0 1 0,1-1 0,-1 1 0,0-1 0,0 1 0,0 0 0,0-1 0,-3 1 0,-3 0 0,0-1 0,0 1 0,1 1 0,-1 0 0,0 0 0,-13 3 0,9 1 0,1 0 0,0 0 0,1 1 0,-1 0 0,1 1 0,0 0 0,1 1 0,-1 0 0,1 0 0,1 1 0,0 0 0,0 0 0,-7 13 0,0 2 0,1 1 0,1 0 0,1 0 0,-14 45 0,21-58 0,2 1 0,0 0 0,1 0 0,0 0 0,1 1 0,0-1 0,1 17 0,1-26 0,-1-1 0,0 1 0,1-1 0,0 1 0,0-1 0,0 1 0,0-1 0,0 1 0,1-1 0,0 0 0,-1 0 0,1 0 0,0 0 0,0 0 0,1 0 0,-1 0 0,1-1 0,-1 1 0,1-1 0,0 0 0,0 0 0,0 0 0,0 0 0,0 0 0,1-1 0,-1 1 0,0-1 0,1 0 0,-1 0 0,1 0 0,4 0 0,2 0 0,0-1 0,0 0 0,0-1 0,0 0 0,0 0 0,0-1 0,-1-1 0,1 0 0,-1 0 0,1 0 0,-1-1 0,9-6 0,-8 4 0,0 1 0,-1-2 0,0 1 0,0-1 0,-1 0 0,0-1 0,0 0 0,-1-1 0,0 1 0,10-16 0,-13 13 0,0 1 0,0-1 0,0 0 0,-2 0 0,1 0 0,-1 0 0,-1 0 0,0-1 0,-1 1 0,0 0 0,-1-12 0,6 66 0,2-1 0,23 73 0,-20-83 0,2-1 0,1 0 0,2 0 0,26 41 0,-21-47-1365,-3-7-5461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7.335"/>
    </inkml:context>
    <inkml:brush xml:id="br0">
      <inkml:brushProperty name="width" value="0.05" units="cm"/>
      <inkml:brushProperty name="height" value="0.05" units="cm"/>
      <inkml:brushProperty name="color" value="#FFC114"/>
    </inkml:brush>
  </inkml:definitions>
  <inkml:trace contextRef="#ctx0" brushRef="#br0">9 8 24575,'-3'0'0,"-2"-3"0,5-2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7.537"/>
    </inkml:context>
    <inkml:brush xml:id="br0">
      <inkml:brushProperty name="width" value="0.05" units="cm"/>
      <inkml:brushProperty name="height" value="0.05" units="cm"/>
      <inkml:brushProperty name="color" value="#FFC114"/>
    </inkml:brush>
  </inkml:definitions>
  <inkml:trace contextRef="#ctx0" brushRef="#br0">10 1 24575,'-4'3'0,"0"5"0,3-2 0,5-3 0,2-5 0,4-2 0,-1 0-8191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8.599"/>
    </inkml:context>
    <inkml:brush xml:id="br0">
      <inkml:brushProperty name="width" value="0.05" units="cm"/>
      <inkml:brushProperty name="height" value="0.05" units="cm"/>
      <inkml:brushProperty name="color" value="#FFC114"/>
    </inkml:brush>
  </inkml:definitions>
  <inkml:trace contextRef="#ctx0" brushRef="#br0">41 564 24575,'-2'0'0,"1"0"0,-1-1 0,0 1 0,1-1 0,-1 0 0,1 1 0,-1-1 0,1 0 0,0 0 0,-1 0 0,1 0 0,0 0 0,0 0 0,0 0 0,-1 0 0,1 0 0,0-1 0,1 1 0,-1 0 0,0-1 0,0 1 0,0-1 0,1 1 0,-1-1 0,1 1 0,-1-1 0,1-2 0,-3-5 0,1 0 0,1 0 0,-1-12 0,1 2 0,1-1 0,1 1 0,0 0 0,2 0 0,0 0 0,1 0 0,1 0 0,1 1 0,9-20 0,-10 28 0,0 0 0,1 1 0,0-1 0,0 1 0,1 1 0,0-1 0,13-11 0,-14 15 0,0 0 0,1 1 0,-1 0 0,1 0 0,0 0 0,0 1 0,0 0 0,1 1 0,-1-1 0,1 1 0,12-1 0,-14 2 0,-1 0 0,1 1 0,0 0 0,0 0 0,0 1 0,-1 0 0,1 0 0,0 0 0,-1 0 0,1 1 0,-1 0 0,1 0 0,-1 1 0,0-1 0,6 5 0,-6-3 0,1 1 0,-1 0 0,0 0 0,0 0 0,0 1 0,-1-1 0,1 1 0,-2 0 0,1 1 0,-1-1 0,3 7 0,-1-1 0,-2-1 0,1 1 0,-1 0 0,-1 0 0,0 0 0,-1 0 0,-1 0 0,1 1 0,-2-1 0,0 0 0,0 0 0,-1 0 0,-1 0 0,-3 12 0,-4-1 0,0 0 0,-1-1 0,-1 0 0,-2-1 0,0 0 0,-1-1 0,0-1 0,-37 34 0,50-52 0,0 1 0,0-1 0,0 0 0,0 0 0,0 0 0,0 0 0,0 0 0,-1 0 0,1 0 0,0-1 0,-4 1 0,6-1 0,-1 1 0,1-1 0,0 0 0,0 0 0,-1 0 0,1-1 0,0 1 0,0 0 0,-1 0 0,1 0 0,0 0 0,0 0 0,-1 0 0,1 0 0,0 0 0,0 0 0,-1-1 0,1 1 0,0 0 0,0 0 0,0 0 0,-1 0 0,1-1 0,0 1 0,0 0 0,0 0 0,0-1 0,-1 1 0,1 0 0,0 0 0,0-1 0,0 1 0,0 0 0,0-2 0,0 1 0,0 0 0,0 0 0,1 0 0,-1-1 0,0 1 0,1 0 0,-1 0 0,1 0 0,-1 0 0,1 0 0,1-2 0,22-31 0,2 2 0,52-51 0,-25 27 0,83-88 0,86-96 0,-220 237 0,2-1 0,0 0 0,0 0 0,-1-1 0,0 1 0,0-1 0,0 0 0,-1 0 0,3-6 0,-4 11 0,-1-1 0,0 1 0,0 0 0,0-1 0,0 1 0,0 0 0,0 0 0,0-1 0,0 1 0,0 0 0,0-1 0,0 1 0,0 0 0,0-1 0,0 1 0,0 0 0,0-1 0,0 1 0,0 0 0,-1-1 0,1 1 0,0 0 0,0 0 0,0-1 0,0 1 0,-1 0 0,1 0 0,0-1 0,0 1 0,0 0 0,-1 0 0,1 0 0,0-1 0,-1 1 0,-11 1 0,-13 11 0,4 4 0,0 0 0,0 1 0,2 2 0,0-1 0,1 2 0,1 1 0,1 0 0,1 1 0,1 1 0,0 0 0,2 0 0,-9 28 0,17-43 0,1 1 0,1 0 0,0 0 0,0 0 0,1 0 0,0 0 0,0 0 0,1 0 0,1 11 0,-1-17 0,1 1 0,0 0 0,0 0 0,0-1 0,0 1 0,1 0 0,-1-1 0,1 1 0,0-1 0,0 0 0,0 0 0,0 1 0,1-1 0,-1-1 0,1 1 0,0 0 0,0-1 0,0 1 0,0-1 0,0 0 0,0 0 0,1 0 0,6 2 0,2 0 0,0-1 0,0 0 0,0-1 0,0-1 0,0 0 0,0 0 0,0-1 0,1-1 0,21-4 0,3-2 0,66-23 0,-68 18-341,0-2 0,-1-1-1,60-38 1,-81 44-6485</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39.893"/>
    </inkml:context>
    <inkml:brush xml:id="br0">
      <inkml:brushProperty name="width" value="0.05" units="cm"/>
      <inkml:brushProperty name="height" value="0.05" units="cm"/>
      <inkml:brushProperty name="color" value="#FFC114"/>
    </inkml:brush>
  </inkml:definitions>
  <inkml:trace contextRef="#ctx0" brushRef="#br0">53 125 24575,'-6'-7'0,"0"-1"0,1 0 0,0 0 0,1 0 0,0-1 0,-5-15 0,2 7 0,6 16 0,0-1 0,0 0 0,0 0 0,0 0 0,1 0 0,-1 0 0,1 0 0,0 0 0,-1 0 0,1 0 0,0 0 0,0 0 0,0 0 0,0 0 0,1 0 0,0-2 0,6 38 0,-3 147 0,-3-41 0,-1-133 0,0 0 0,1 0 0,0-1 0,0 1 0,1 0 0,-1-1 0,2 0 0,-1 1 0,1-1 0,0 0 0,0 0 0,5 6 0,-5-8 0,0-1 0,0 0 0,0 0 0,0 0 0,1-1 0,0 1 0,-1-1 0,1 0 0,0 0 0,0 0 0,0 0 0,0-1 0,0 0 0,1 1 0,-1-1 0,0-1 0,1 1 0,-1-1 0,7 0 0,-5 0-97,0-1-1,0 0 1,0 0-1,0 0 1,0-1-1,0 0 1,-1 0-1,1 0 1,-1-1-1,1 0 1,-1 0-1,0 0 0,9-7 1,11-12-6729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0.069"/>
    </inkml:context>
    <inkml:brush xml:id="br0">
      <inkml:brushProperty name="width" value="0.05" units="cm"/>
      <inkml:brushProperty name="height" value="0.05" units="cm"/>
      <inkml:brushProperty name="color" value="#FFC114"/>
    </inkml:brush>
  </inkml:definitions>
  <inkml:trace contextRef="#ctx0" brushRef="#br0">142 18 24575,'-7'-3'0,"-9"-1"0,-5-1 0,-5 2 0,-2 1 0,4 4 0,9 4 0,11 3 0,9 2 0,7-1 0,5 2 0,0-2-8191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0.283"/>
    </inkml:context>
    <inkml:brush xml:id="br0">
      <inkml:brushProperty name="width" value="0.05" units="cm"/>
      <inkml:brushProperty name="height" value="0.05" units="cm"/>
      <inkml:brushProperty name="color" value="#FFC114"/>
    </inkml:brush>
  </inkml:definitions>
  <inkml:trace contextRef="#ctx0" brushRef="#br0">37 0 24575,'-2'1'0,"1"-1"0,-1 0 0,1 1 0,-1-1 0,1 1 0,-1 0 0,1-1 0,-1 1 0,1 0 0,-1 0 0,1 0 0,0 0 0,0 0 0,0 0 0,-1 0 0,1 0 0,0 1 0,0-1 0,1 0 0,-1 1 0,0-1 0,0 1 0,1-1 0,-1 1 0,0-1 0,1 1 0,0-1 0,-1 1 0,1 2 0,-2 5 0,1-1 0,0 0 0,1 1 0,0 11 0,4 21 0,3 0 0,20 77 0,40 77 0,-59-170 0,13 29-682,43 81-1,-48-107-6143</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0.798"/>
    </inkml:context>
    <inkml:brush xml:id="br0">
      <inkml:brushProperty name="width" value="0.05" units="cm"/>
      <inkml:brushProperty name="height" value="0.05" units="cm"/>
      <inkml:brushProperty name="color" value="#FFC114"/>
    </inkml:brush>
  </inkml:definitions>
  <inkml:trace contextRef="#ctx0" brushRef="#br0">74 416 24575,'-6'-11'0,"-1"1"0,-11-14 0,-13-19 0,29 40 0,0 0 0,1-1 0,0 1 0,-1 0 0,1-1 0,0 1 0,1-1 0,-1 0 0,1 1 0,-1-1 0,1-6 0,1 7 0,-1 1 0,1-1 0,0 1 0,-1 0 0,1-1 0,0 1 0,1 0 0,-1 0 0,0 0 0,1 0 0,-1 0 0,1 0 0,-1 0 0,1 0 0,0 1 0,0-1 0,3-2 0,4-1 0,0-1 0,18-7 0,-21 11 0,214-79 0,-67 28 0,-147 50 0,1 0 0,-1 0 0,0 0 0,0-1 0,7-5 0,-12 9 0,0 0 0,-1-1 0,1 0 0,0 1 0,-1-1 0,1 1 0,0-1 0,-1 0 0,1 1 0,-1-1 0,1 0 0,-1 0 0,1 1 0,-1-1 0,0 0 0,1 0 0,-1 0 0,0 0 0,1 1 0,-1-1 0,0 0 0,0 0 0,0 0 0,0 0 0,0 0 0,0 0 0,0 0 0,0 1 0,-1-1 0,1 0 0,0 0 0,0 0 0,-1 0 0,1 0 0,0 1 0,-1-1 0,1 0 0,-1 0 0,1 1 0,-1-1 0,0 0 0,1 1 0,-1-1 0,1 0 0,-1 1 0,0-1 0,0 1 0,1-1 0,-1 1 0,-1-1 0,-1-1 0,-1 0 0,0-1 0,1 2 0,-1-1 0,0 0 0,0 1 0,0 0 0,0 0 0,0 0 0,0 0 0,0 1 0,0-1 0,0 1 0,-1 0 0,1 0 0,0 1 0,0-1 0,0 1 0,0 0 0,-8 3 0,6-1 0,0 0 0,0 0 0,0 1 0,0 0 0,1 0 0,-1 0 0,1 1 0,0 0 0,0 0 0,1 0 0,-8 11 0,3-2 0,1 0 0,0 1 0,1-1 0,1 2 0,0-1 0,-5 28 0,9-35 0,0 0 0,1 0 0,0 0 0,1 0 0,0 0 0,0 0 0,1 0 0,-1 0 0,2 0 0,-1 0 0,1 0 0,1-1 0,-1 1 0,1-1 0,6 12 0,-7-16 0,0 0 0,0-1 0,0 1 0,0-1 0,1 0 0,-1 1 0,1-1 0,-1 0 0,1 0 0,0-1 0,-1 1 0,1 0 0,0-1 0,0 0 0,0 0 0,6 2 0,-3-2 0,-1-1 0,0 1 0,1-1 0,-1-1 0,1 1 0,-1-1 0,0 1 0,1-1 0,7-3 0,-1-1 0,0 0 0,0 0 0,0-1 0,-1-1 0,0 0 0,-1-1 0,19-15 0,-21 14 0,0 0 0,0-1 0,-1 0 0,0 0 0,-1-1 0,0 1 0,-1-1 0,0 0 0,-1-1 0,0 1 0,-1-1 0,0 0 0,2-22 0,-5 33 0,0 0 0,0-1 0,0 1 0,1 0 0,-1 0 0,0-1 0,1 1 0,-1 0 0,1-1 0,-1 1 0,1 0 0,-1 0 0,1 0 0,0 0 0,1-2 0,-2 3 0,1 0 0,-1 0 0,1 0 0,-1 0 0,1 0 0,-1 0 0,0 0 0,1 0 0,-1 0 0,1 0 0,-1 1 0,0-1 0,1 0 0,-1 0 0,0 0 0,1 1 0,-1-1 0,1 0 0,-1 0 0,0 1 0,0-1 0,1 0 0,-1 0 0,0 1 0,1-1 0,-1 1 0,0-1 0,0 0 0,0 1 0,1-1 0,18 42 0,-18-37 0,5 9 32,-2-2 28,0 0 0,1 0 0,1-1 0,12 19 0,-17-28-115,1 0 0,-1 0 1,1 0-1,0-1 0,-1 1 0,1 0 1,0-1-1,0 1 0,0-1 0,0 0 1,0 0-1,0 1 0,1-1 1,-1-1-1,0 1 0,1 0 0,-1-1 1,0 1-1,1-1 0,-1 1 0,1-1 1,-1 0-1,0 0 0,1-1 0,-1 1 1,1 0-1,-1-1 0,0 1 0,1-1 1,3-1-1,11-7-6771</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1.202"/>
    </inkml:context>
    <inkml:brush xml:id="br0">
      <inkml:brushProperty name="width" value="0.05" units="cm"/>
      <inkml:brushProperty name="height" value="0.05" units="cm"/>
      <inkml:brushProperty name="color" value="#FFC114"/>
    </inkml:brush>
  </inkml:definitions>
  <inkml:trace contextRef="#ctx0" brushRef="#br0">91 212 24575,'-6'-14'0,"1"1"0,-7-27 0,-7-18 0,16 51 0,-4-10 0,-2 0 0,-15-24 0,20 36 0,2 6 0,4 13 0,9 21 0,56 115 0,37 97 0,-101-238 0,-2-5 0,0 0 0,1 0 0,0 0 0,-1 0 0,1 0 0,1 0 0,3 5 0,-6-10 0,1 0 0,0 1 0,0-1 0,-1 1 0,1-1 0,-1 0 0,1 0 0,-1 1 0,1-1 0,-1 0 0,1 0 0,-1 1 0,0-1 0,1 0 0,-1 0 0,0 0 0,0 0 0,1 0 0,-1 0 0,0 0 0,1-3 0,2-3 0,0 0 0,0 1 0,0 0 0,1 0 0,0 0 0,1 0 0,-1 1 0,1-1 0,0 1 0,0 1 0,10-8 0,-6 6 0,1 0 0,0 1 0,0 0 0,0 0 0,0 1 0,22-5 0,-14 5 0,0 1 0,0 1 0,1 1 0,-1 0 0,1 2 0,0 0 0,-1 0 0,33 9 0,-44-8 0,1 0 0,-1 1 0,0 0 0,0 0 0,-1 0 0,1 1 0,-1 0 0,1 1 0,-1-1 0,6 7 0,-10-9 0,0 0 0,0 0 0,-1 0 0,1 1 0,0-1 0,-1 1 0,0-1 0,1 1 0,-1 0 0,0-1 0,0 1 0,-1 0 0,1 0 0,0 0 0,-1 0 0,0 0 0,0-1 0,0 1 0,0 0 0,0 0 0,0 0 0,-1 0 0,1 0 0,-1 0 0,0-1 0,0 1 0,0 0 0,0-1 0,-2 4 0,-1 0 0,0 0 0,-1-1 0,0 1 0,0-1 0,0 0 0,0 0 0,-1-1 0,1 1 0,-1-1 0,0-1 0,-1 1 0,1-1 0,0 0 0,-10 2 0,-12 5 0,0-3 0,-31 6 0,-8-3-682,-73 1-1,77-8-6143</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1.900"/>
    </inkml:context>
    <inkml:brush xml:id="br0">
      <inkml:brushProperty name="width" value="0.05" units="cm"/>
      <inkml:brushProperty name="height" value="0.05" units="cm"/>
      <inkml:brushProperty name="color" value="#FFC114"/>
    </inkml:brush>
  </inkml:definitions>
  <inkml:trace contextRef="#ctx0" brushRef="#br0">79 178 24575,'-3'-1'0,"0"1"0,0-1 0,0 0 0,0 0 0,0-1 0,0 1 0,0-1 0,0 1 0,1-1 0,-1 0 0,1 0 0,-4-3 0,-18-11 0,24 16 0,-1 0 0,1 0 0,0 0 0,-1 0 0,1 0 0,0-1 0,-1 1 0,1 0 0,0 0 0,-1 0 0,1 0 0,0 0 0,-1 0 0,1 0 0,-1 1 0,1-1 0,0 0 0,-1 0 0,1 0 0,0 0 0,-1 0 0,1 0 0,0 1 0,0-1 0,-1 0 0,1 0 0,0 1 0,-1-1 0,1 0 0,0 0 0,-1 1 0,-3 14 0,5 17 0,3 1 0,0 0 0,2 0 0,2-1 0,1 0 0,18 43 0,-26-71 0,1-1 0,0 0 0,-1 0 0,1 0 0,0 0 0,1 0 0,-1 0 0,0-1 0,1 1 0,0-1 0,0 0 0,-1 0 0,1 0 0,0 0 0,1 0 0,-1 0 0,5 1 0,-3-2 0,-1 0 0,1 0 0,-1-1 0,1 0 0,-1 0 0,1 0 0,-1 0 0,1-1 0,-1 1 0,1-1 0,-1 0 0,5-3 0,4-1 0,0-1 0,0 0 0,-1-2 0,0 1 0,-1-1 0,0-1 0,18-17 0,-19 15 0,-1 0 0,0 0 0,0-1 0,-1 0 0,-1-1 0,7-16 0,0-3 0,11-48 0,-24 76 0,9-21 0,-3 21 0,1 13 0,19 47 0,-22-45 0,-1 0 0,2 0 0,-1 0 0,1-1 0,1 0 0,0 0 0,0-1 0,1 1 0,0-2 0,13 12 0,-13-15 0,0-1 0,-1 1 0,2-1 0,-1-1 0,0 0 0,1 0 0,-1-1 0,1 0 0,0 0 0,-1-1 0,1 0 0,0 0 0,0-1 0,0-1 0,0 1 0,0-1 0,0-1 0,-1 0 0,11-3 0,-3 0 0,1-1 0,-1-1 0,0 0 0,0-1 0,0-1 0,-2-1 0,1 0 0,22-21 0,-31 25 0,0 1 0,-1-1 0,0-1 0,-1 1 0,1-1 0,-1 0 0,0 0 0,-1 0 0,0 0 0,0-1 0,0 1 0,-1-1 0,0 0 0,1-13 0,-3 16 0,0 0 0,0 0 0,0 0 0,0 0 0,-1-1 0,0 1 0,0 0 0,-1 0 0,1 0 0,-1 0 0,0 1 0,0-1 0,-1 0 0,1 1 0,-1 0 0,0-1 0,0 1 0,-1 0 0,1 0 0,-1 1 0,0-1 0,0 1 0,-5-4 0,-1 1-72,0 1 1,0 0-1,0 0 0,-1 1 0,1 0 0,-1 1 0,0 0 0,0 1 1,0 0-1,-1 1 0,1 0 0,0 1 0,0 0 0,-1 0 0,1 2 1,0-1-1,0 1 0,-13 5 0,2 1-6754</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2.938"/>
    </inkml:context>
    <inkml:brush xml:id="br0">
      <inkml:brushProperty name="width" value="0.05" units="cm"/>
      <inkml:brushProperty name="height" value="0.05" units="cm"/>
      <inkml:brushProperty name="color" value="#FFC114"/>
    </inkml:brush>
  </inkml:definitions>
  <inkml:trace contextRef="#ctx0" brushRef="#br0">298 292 24575,'0'-19'0,"0"-19"0,-5-45 0,3 71 0,0 1 0,-1-1 0,0 1 0,0 0 0,-1 0 0,-1 0 0,0 0 0,-7-12 0,10 21 0,1-1 0,-1 1 0,0-1 0,1 1 0,-1 0 0,0 0 0,0 0 0,0 0 0,-1 0 0,1 0 0,0 1 0,-1-1 0,1 1 0,-1-1 0,1 1 0,-1 0 0,0 0 0,0 0 0,1 1 0,-1-1 0,0 0 0,0 1 0,0 0 0,0 0 0,0 0 0,0 0 0,1 0 0,-1 1 0,0-1 0,0 1 0,0-1 0,-4 3 0,-1 1 0,0 0 0,1 0 0,0 1 0,0 0 0,1 0 0,-1 1 0,1 0 0,0 0 0,0 0 0,-4 8 0,-1 1 0,0 0 0,2 0 0,0 1 0,0 1 0,2-1 0,0 1 0,1 0 0,1 1 0,0 0 0,1-1 0,-2 29 0,6-42 0,0 0 0,0 0 0,0-1 0,0 1 0,0 0 0,1-1 0,0 1 0,0 0 0,0-1 0,0 1 0,1-1 0,-1 0 0,1 1 0,0-1 0,0 0 0,0 0 0,0 0 0,0 0 0,1 0 0,0-1 0,2 3 0,0-2 0,0 0 0,0-1 0,0 1 0,0-1 0,0 0 0,0-1 0,0 0 0,1 1 0,-1-1 0,0-1 0,1 1 0,-1-1 0,10-1 0,-6 0 0,0 1 0,-1-2 0,1 1 0,-1-1 0,0-1 0,1 0 0,-1 0 0,0 0 0,-1-1 0,1 0 0,-1-1 0,0 1 0,0-1 0,0-1 0,0 1 0,-1-1 0,6-8 0,-4 5 0,-2-1 0,1 0 0,-1 0 0,-1-1 0,1 1 0,-2-1 0,0 0 0,0-1 0,-1 1 0,0-1 0,2-21 0,-4 4 0,-2-31 0,0 33 0,3-30 0,-2 58 0,0-1 0,0 0 0,0 0 0,0 0 0,0 0 0,0 0 0,0 0 0,1 0 0,-1 0 0,0 1 0,0-1 0,0 0 0,0 0 0,0 0 0,0 0 0,1 0 0,-1 0 0,0 0 0,0 0 0,0 0 0,0 0 0,0 0 0,1 0 0,-1 0 0,0 0 0,0 0 0,0 0 0,0 0 0,0 0 0,1 0 0,-1 0 0,0 0 0,0 0 0,0 0 0,0-1 0,0 1 0,0 0 0,1 0 0,-1 0 0,0 0 0,0 0 0,0 0 0,0 0 0,0 0 0,0-1 0,0 1 0,0 0 0,0 0 0,0 0 0,1 0 0,-1 0 0,0 0 0,0-1 0,0 1 0,0 0 0,0 0 0,0 0 0,0 0 0,0-1 0,7 15 0,-6-12 0,18 32-341,2-1 0,1 0-1,32 34 1,-34-43-6485</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5.387"/>
    </inkml:context>
    <inkml:brush xml:id="br0">
      <inkml:brushProperty name="width" value="0.05" units="cm"/>
      <inkml:brushProperty name="height" value="0.05" units="cm"/>
      <inkml:brushProperty name="color" value="#FFC114"/>
    </inkml:brush>
  </inkml:definitions>
  <inkml:trace contextRef="#ctx0" brushRef="#br0">1385 77 24575,'0'-2'0,"0"1"0,-1-1 0,1 1 0,-1-1 0,0 1 0,1-1 0,-1 1 0,0-1 0,0 1 0,0 0 0,0-1 0,0 1 0,0 0 0,0 0 0,0 0 0,0 0 0,-1 0 0,1 0 0,0 0 0,-2-1 0,-31-14 0,33 16 0,-20-8 0,-1 2 0,0 0 0,-1 2 0,1 0 0,-1 1 0,0 2 0,-39 1 0,13 4 0,0 2 0,-74 19 0,73-12-34,1 3-1,0 1 1,2 3-1,0 2 1,1 2-1,2 1 1,0 3-1,-56 47 1,64-44-34,2 2 0,2 1 0,0 2 0,3 0 0,1 2 0,2 2 0,1 0 1,3 1-1,-26 65 0,25-42-122,3 2 0,3 0 0,2 1 0,4 1 1,3 0-1,0 121 0,10-112 207,4-1 0,3 0-1,4 0 1,3-1 0,46 133 0,-42-157-17,2 0 0,2-2 0,3 0 0,2-2 0,1-2 0,3 0 0,70 73 0,-68-85 0,1-1 0,1-2 0,2-2 0,0-1 0,2-2 0,1-2 0,1-2 0,1-1 0,60 17 0,-51-22 0,1-3 0,1-2 0,0-2 0,0-3 0,96-4 0,-85-5 0,-1-4 0,0-2 0,-1-3 0,97-33 0,-93 21 0,-1-3 0,-2-2 0,-1-4 0,-1-2 0,-2-3 0,-2-3 0,-2-2 0,-2-3 0,93-101 0,-102 93 0,-3-2 0,-3-2 0,-2-1 0,-3-3 0,-2 0 0,-3-2 0,41-136 0,-56 145 0,-2 0 0,-3-1 0,-2 0 0,-3 0 0,-2-1 0,-3 0 0,-2 1 0,-3-1 0,-2 1 0,-20-75 0,18 98 0,-2 0 0,-1 1 0,-2 1 0,-1 0 0,-2 1 0,0 0 0,-3 2 0,0 0 0,-2 1 0,0 1 0,-2 1 0,-2 1 0,0 2 0,-1 0 0,-1 2 0,-1 1 0,-51-27 0,37 29 0,-1 1 0,-1 2 0,0 1 0,-1 3 0,0 2 0,-1 2 0,1 2 0,-1 2 0,-49 4 0,16 3 0,-1 5 0,1 3 0,1 3 0,-110 37 0,131-34-202,1 3 0,0 3 1,2 2-1,1 2 0,1 3 1,-58 44-1,54-26-4360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5.918"/>
    </inkml:context>
    <inkml:brush xml:id="br0">
      <inkml:brushProperty name="width" value="0.05" units="cm"/>
      <inkml:brushProperty name="height" value="0.05" units="cm"/>
      <inkml:brushProperty name="color" value="#FFC114"/>
    </inkml:brush>
  </inkml:definitions>
  <inkml:trace contextRef="#ctx0" brushRef="#br0">214 1802 24575,'-1'-13'0,"0"-1"0,0 1 0,-1 0 0,-1 0 0,-8-24 0,-32-59 0,11 28 0,25 47 0,0 0 0,1-1 0,1 0 0,-3-27 0,-1-90 0,9 135 0,-5-370 0,1-3 0,-3 255 0,-23-128 0,4 137-1365,20 93-5461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6.372"/>
    </inkml:context>
    <inkml:brush xml:id="br0">
      <inkml:brushProperty name="width" value="0.05" units="cm"/>
      <inkml:brushProperty name="height" value="0.05" units="cm"/>
      <inkml:brushProperty name="color" value="#FFC114"/>
    </inkml:brush>
  </inkml:definitions>
  <inkml:trace contextRef="#ctx0" brushRef="#br0">50 254 24575,'-35'178'0,"33"-163"0,1-6 0,0 0 0,-1 0 0,0 0 0,-4 11 0,18-88 0,8-15 0,18-66 0,-28 118 0,1 0 0,24-48 0,-31 73 0,-1 0 0,0 0 0,1 1 0,0 0 0,0 0 0,1 0 0,5-5 0,-8 9 0,0-1 0,0 1 0,0-1 0,0 1 0,0 0 0,0 0 0,1 0 0,-1 0 0,0 1 0,1-1 0,-1 1 0,1-1 0,-1 1 0,1 0 0,-1 0 0,1 0 0,-1 0 0,1 0 0,-1 1 0,0-1 0,5 2 0,3 2 0,-1 0 0,0 0 0,-1 1 0,1 0 0,-1 1 0,13 10 0,45 49 0,-42-41 0,15 16 149,98 94-1663,-80-82-5312</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07:43:47.029"/>
    </inkml:context>
    <inkml:brush xml:id="br0">
      <inkml:brushProperty name="width" value="0.05" units="cm"/>
      <inkml:brushProperty name="height" value="0.05" units="cm"/>
      <inkml:brushProperty name="color" value="#FFC114"/>
    </inkml:brush>
  </inkml:definitions>
  <inkml:trace contextRef="#ctx0" brushRef="#br0">1324 133 24575,'-56'1'0,"-1"4"0,1 1 0,-87 23 0,59-6 0,-130 56 0,160-55-48,1 2 0,1 3-1,2 2 1,1 2 0,1 2-1,-58 56 1,76-61 14,1 1 0,2 2 0,1 0 0,1 2 1,2 1-1,2 0 0,1 2 0,2 0 0,-22 67 0,28-61 34,2 1 0,2 0 0,2 0 0,2 1 0,2 0 0,1 0 0,3 0 0,15 84 0,-6-77 0,2-1 0,3-1 0,1 0 0,3-1 0,2-2 0,2 0 0,41 60 0,-36-67 0,1-1 0,2-1 0,2-2 0,1-1 0,2-2 0,1-2 0,82 53 0,-84-64 0,1-2 0,1-1 0,0-1 0,1-3 0,1-1 0,0-2 0,1-2 0,0-1 0,0-3 0,44 1 0,-30-6 8,1-3 0,-1-3 0,0-2 0,0-2 0,-1-3 0,94-35 0,-70 16-78,-2-3 1,-1-4-1,126-88 0,-145 86-103,-1-2-1,-3-3 1,-2-2 0,-1-2-1,-3-2 1,76-114 0,-98 126 181,-1 0 0,-2-2 0,-2 0 0,-2-1 0,-2-1 0,-1 0 0,-3-2 0,-2 1 0,-1-1 0,-3 0 0,0-65 0,-7 65-8,-3 0 0,-1 1 0,-3 0 0,-1 0 0,-2 1 0,-2 0 0,-3 1 0,-1 0 0,-1 2 0,-3 0 0,-1 2 0,-2 0 0,-2 2 0,-1 1 0,-2 1 0,-2 1 0,0 2 0,-3 1 0,0 2 0,-2 1 0,-1 2 0,-1 2 0,-1 1 0,-48-19 0,35 21-34,-1 2 0,-1 3 0,-1 2 0,0 2 1,-85-6-1,92 15 5,0 2 0,0 2 0,0 2 0,0 3 0,0 1 0,-79 24 0,104-23-131,2 1 0,-1 1-1,1 0 1,1 2 0,-22 15 0,-8 13-4647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1/14/2026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1/14/2026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17" Type="http://schemas.openxmlformats.org/officeDocument/2006/relationships/image" Target="../media/image69.png"/><Relationship Id="rId21" Type="http://schemas.openxmlformats.org/officeDocument/2006/relationships/image" Target="../media/image21.png"/><Relationship Id="rId324" Type="http://schemas.openxmlformats.org/officeDocument/2006/relationships/customXml" Target="../ink/ink166.xml"/><Relationship Id="rId531" Type="http://schemas.openxmlformats.org/officeDocument/2006/relationships/image" Target="../media/image276.png"/><Relationship Id="rId170" Type="http://schemas.openxmlformats.org/officeDocument/2006/relationships/customXml" Target="../ink/ink89.xml"/><Relationship Id="rId268" Type="http://schemas.openxmlformats.org/officeDocument/2006/relationships/customXml" Target="../ink/ink138.xml"/><Relationship Id="rId475" Type="http://schemas.openxmlformats.org/officeDocument/2006/relationships/image" Target="../media/image248.png"/><Relationship Id="rId32" Type="http://schemas.openxmlformats.org/officeDocument/2006/relationships/customXml" Target="../ink/ink20.xml"/><Relationship Id="rId128" Type="http://schemas.openxmlformats.org/officeDocument/2006/relationships/customXml" Target="../ink/ink68.xml"/><Relationship Id="rId335" Type="http://schemas.openxmlformats.org/officeDocument/2006/relationships/image" Target="../media/image178.png"/><Relationship Id="rId5" Type="http://schemas.openxmlformats.org/officeDocument/2006/relationships/image" Target="../media/image13.png"/><Relationship Id="rId181" Type="http://schemas.openxmlformats.org/officeDocument/2006/relationships/image" Target="../media/image101.png"/><Relationship Id="rId237" Type="http://schemas.openxmlformats.org/officeDocument/2006/relationships/image" Target="../media/image129.png"/><Relationship Id="rId402" Type="http://schemas.openxmlformats.org/officeDocument/2006/relationships/customXml" Target="../ink/ink205.xml"/><Relationship Id="rId279" Type="http://schemas.openxmlformats.org/officeDocument/2006/relationships/image" Target="../media/image150.png"/><Relationship Id="rId444" Type="http://schemas.openxmlformats.org/officeDocument/2006/relationships/customXml" Target="../ink/ink226.xml"/><Relationship Id="rId486" Type="http://schemas.openxmlformats.org/officeDocument/2006/relationships/customXml" Target="../ink/ink247.xml"/><Relationship Id="rId43" Type="http://schemas.openxmlformats.org/officeDocument/2006/relationships/image" Target="../media/image32.png"/><Relationship Id="rId139" Type="http://schemas.openxmlformats.org/officeDocument/2006/relationships/image" Target="../media/image80.png"/><Relationship Id="rId290" Type="http://schemas.openxmlformats.org/officeDocument/2006/relationships/customXml" Target="../ink/ink149.xml"/><Relationship Id="rId304" Type="http://schemas.openxmlformats.org/officeDocument/2006/relationships/customXml" Target="../ink/ink156.xml"/><Relationship Id="rId346" Type="http://schemas.openxmlformats.org/officeDocument/2006/relationships/customXml" Target="../ink/ink177.xml"/><Relationship Id="rId388" Type="http://schemas.openxmlformats.org/officeDocument/2006/relationships/customXml" Target="../ink/ink198.xml"/><Relationship Id="rId511" Type="http://schemas.openxmlformats.org/officeDocument/2006/relationships/image" Target="../media/image266.png"/><Relationship Id="rId85" Type="http://schemas.openxmlformats.org/officeDocument/2006/relationships/image" Target="../media/image53.png"/><Relationship Id="rId150" Type="http://schemas.openxmlformats.org/officeDocument/2006/relationships/customXml" Target="../ink/ink79.xml"/><Relationship Id="rId192" Type="http://schemas.openxmlformats.org/officeDocument/2006/relationships/customXml" Target="../ink/ink100.xml"/><Relationship Id="rId206" Type="http://schemas.openxmlformats.org/officeDocument/2006/relationships/customXml" Target="../ink/ink107.xml"/><Relationship Id="rId413" Type="http://schemas.openxmlformats.org/officeDocument/2006/relationships/image" Target="../media/image217.png"/><Relationship Id="rId248" Type="http://schemas.openxmlformats.org/officeDocument/2006/relationships/customXml" Target="../ink/ink128.xml"/><Relationship Id="rId455" Type="http://schemas.openxmlformats.org/officeDocument/2006/relationships/image" Target="../media/image238.png"/><Relationship Id="rId497" Type="http://schemas.openxmlformats.org/officeDocument/2006/relationships/image" Target="../media/image259.png"/><Relationship Id="rId12" Type="http://schemas.openxmlformats.org/officeDocument/2006/relationships/customXml" Target="../ink/ink10.xml"/><Relationship Id="rId108" Type="http://schemas.openxmlformats.org/officeDocument/2006/relationships/customXml" Target="../ink/ink58.xml"/><Relationship Id="rId315" Type="http://schemas.openxmlformats.org/officeDocument/2006/relationships/image" Target="../media/image168.png"/><Relationship Id="rId357" Type="http://schemas.openxmlformats.org/officeDocument/2006/relationships/image" Target="../media/image189.png"/><Relationship Id="rId522" Type="http://schemas.openxmlformats.org/officeDocument/2006/relationships/customXml" Target="../ink/ink265.xml"/><Relationship Id="rId54" Type="http://schemas.openxmlformats.org/officeDocument/2006/relationships/customXml" Target="../ink/ink31.xml"/><Relationship Id="rId96" Type="http://schemas.openxmlformats.org/officeDocument/2006/relationships/customXml" Target="../ink/ink52.xml"/><Relationship Id="rId161" Type="http://schemas.openxmlformats.org/officeDocument/2006/relationships/image" Target="../media/image91.png"/><Relationship Id="rId217" Type="http://schemas.openxmlformats.org/officeDocument/2006/relationships/image" Target="../media/image119.png"/><Relationship Id="rId399" Type="http://schemas.openxmlformats.org/officeDocument/2006/relationships/image" Target="../media/image210.png"/><Relationship Id="rId259" Type="http://schemas.openxmlformats.org/officeDocument/2006/relationships/image" Target="../media/image140.png"/><Relationship Id="rId424" Type="http://schemas.openxmlformats.org/officeDocument/2006/relationships/customXml" Target="../ink/ink216.xml"/><Relationship Id="rId466" Type="http://schemas.openxmlformats.org/officeDocument/2006/relationships/customXml" Target="../ink/ink237.xml"/><Relationship Id="rId23" Type="http://schemas.openxmlformats.org/officeDocument/2006/relationships/image" Target="../media/image22.png"/><Relationship Id="rId119" Type="http://schemas.openxmlformats.org/officeDocument/2006/relationships/image" Target="../media/image70.png"/><Relationship Id="rId270" Type="http://schemas.openxmlformats.org/officeDocument/2006/relationships/customXml" Target="../ink/ink139.xml"/><Relationship Id="rId326" Type="http://schemas.openxmlformats.org/officeDocument/2006/relationships/customXml" Target="../ink/ink167.xml"/><Relationship Id="rId65" Type="http://schemas.openxmlformats.org/officeDocument/2006/relationships/image" Target="../media/image43.png"/><Relationship Id="rId130" Type="http://schemas.openxmlformats.org/officeDocument/2006/relationships/customXml" Target="../ink/ink69.xml"/><Relationship Id="rId368" Type="http://schemas.openxmlformats.org/officeDocument/2006/relationships/customXml" Target="../ink/ink188.xml"/><Relationship Id="rId172" Type="http://schemas.openxmlformats.org/officeDocument/2006/relationships/customXml" Target="../ink/ink90.xml"/><Relationship Id="rId228" Type="http://schemas.openxmlformats.org/officeDocument/2006/relationships/customXml" Target="../ink/ink118.xml"/><Relationship Id="rId435" Type="http://schemas.openxmlformats.org/officeDocument/2006/relationships/image" Target="../media/image228.png"/><Relationship Id="rId477" Type="http://schemas.openxmlformats.org/officeDocument/2006/relationships/image" Target="../media/image249.png"/><Relationship Id="rId281" Type="http://schemas.openxmlformats.org/officeDocument/2006/relationships/image" Target="../media/image151.png"/><Relationship Id="rId337" Type="http://schemas.openxmlformats.org/officeDocument/2006/relationships/image" Target="../media/image179.png"/><Relationship Id="rId502" Type="http://schemas.openxmlformats.org/officeDocument/2006/relationships/customXml" Target="../ink/ink255.xml"/><Relationship Id="rId34" Type="http://schemas.openxmlformats.org/officeDocument/2006/relationships/customXml" Target="../ink/ink21.xml"/><Relationship Id="rId76" Type="http://schemas.openxmlformats.org/officeDocument/2006/relationships/customXml" Target="../ink/ink42.xml"/><Relationship Id="rId141" Type="http://schemas.openxmlformats.org/officeDocument/2006/relationships/image" Target="../media/image81.png"/><Relationship Id="rId379" Type="http://schemas.openxmlformats.org/officeDocument/2006/relationships/image" Target="../media/image200.png"/><Relationship Id="rId7" Type="http://schemas.openxmlformats.org/officeDocument/2006/relationships/image" Target="../media/image14.png"/><Relationship Id="rId183" Type="http://schemas.openxmlformats.org/officeDocument/2006/relationships/image" Target="../media/image102.png"/><Relationship Id="rId239" Type="http://schemas.openxmlformats.org/officeDocument/2006/relationships/image" Target="../media/image130.png"/><Relationship Id="rId390" Type="http://schemas.openxmlformats.org/officeDocument/2006/relationships/customXml" Target="../ink/ink199.xml"/><Relationship Id="rId404" Type="http://schemas.openxmlformats.org/officeDocument/2006/relationships/customXml" Target="../ink/ink206.xml"/><Relationship Id="rId446" Type="http://schemas.openxmlformats.org/officeDocument/2006/relationships/customXml" Target="../ink/ink227.xml"/><Relationship Id="rId250" Type="http://schemas.openxmlformats.org/officeDocument/2006/relationships/customXml" Target="../ink/ink129.xml"/><Relationship Id="rId292" Type="http://schemas.openxmlformats.org/officeDocument/2006/relationships/customXml" Target="../ink/ink150.xml"/><Relationship Id="rId306" Type="http://schemas.openxmlformats.org/officeDocument/2006/relationships/customXml" Target="../ink/ink157.xml"/><Relationship Id="rId488" Type="http://schemas.openxmlformats.org/officeDocument/2006/relationships/customXml" Target="../ink/ink248.xml"/><Relationship Id="rId45" Type="http://schemas.openxmlformats.org/officeDocument/2006/relationships/image" Target="../media/image33.png"/><Relationship Id="rId87" Type="http://schemas.openxmlformats.org/officeDocument/2006/relationships/image" Target="../media/image54.png"/><Relationship Id="rId110" Type="http://schemas.openxmlformats.org/officeDocument/2006/relationships/customXml" Target="../ink/ink59.xml"/><Relationship Id="rId348" Type="http://schemas.openxmlformats.org/officeDocument/2006/relationships/customXml" Target="../ink/ink178.xml"/><Relationship Id="rId513" Type="http://schemas.openxmlformats.org/officeDocument/2006/relationships/image" Target="../media/image267.png"/><Relationship Id="rId152" Type="http://schemas.openxmlformats.org/officeDocument/2006/relationships/customXml" Target="../ink/ink80.xml"/><Relationship Id="rId194" Type="http://schemas.openxmlformats.org/officeDocument/2006/relationships/customXml" Target="../ink/ink101.xml"/><Relationship Id="rId208" Type="http://schemas.openxmlformats.org/officeDocument/2006/relationships/customXml" Target="../ink/ink108.xml"/><Relationship Id="rId415" Type="http://schemas.openxmlformats.org/officeDocument/2006/relationships/image" Target="../media/image218.png"/><Relationship Id="rId457" Type="http://schemas.openxmlformats.org/officeDocument/2006/relationships/image" Target="../media/image239.png"/><Relationship Id="rId261" Type="http://schemas.openxmlformats.org/officeDocument/2006/relationships/image" Target="../media/image141.png"/><Relationship Id="rId499" Type="http://schemas.openxmlformats.org/officeDocument/2006/relationships/image" Target="../media/image260.png"/><Relationship Id="rId14" Type="http://schemas.openxmlformats.org/officeDocument/2006/relationships/customXml" Target="../ink/ink11.xml"/><Relationship Id="rId56" Type="http://schemas.openxmlformats.org/officeDocument/2006/relationships/customXml" Target="../ink/ink32.xml"/><Relationship Id="rId317" Type="http://schemas.openxmlformats.org/officeDocument/2006/relationships/image" Target="../media/image169.png"/><Relationship Id="rId359" Type="http://schemas.openxmlformats.org/officeDocument/2006/relationships/image" Target="../media/image190.png"/><Relationship Id="rId524" Type="http://schemas.openxmlformats.org/officeDocument/2006/relationships/customXml" Target="../ink/ink266.xml"/><Relationship Id="rId98" Type="http://schemas.openxmlformats.org/officeDocument/2006/relationships/customXml" Target="../ink/ink53.xml"/><Relationship Id="rId121" Type="http://schemas.openxmlformats.org/officeDocument/2006/relationships/image" Target="../media/image71.png"/><Relationship Id="rId163" Type="http://schemas.openxmlformats.org/officeDocument/2006/relationships/image" Target="../media/image92.png"/><Relationship Id="rId219" Type="http://schemas.openxmlformats.org/officeDocument/2006/relationships/image" Target="../media/image120.png"/><Relationship Id="rId370" Type="http://schemas.openxmlformats.org/officeDocument/2006/relationships/customXml" Target="../ink/ink189.xml"/><Relationship Id="rId426" Type="http://schemas.openxmlformats.org/officeDocument/2006/relationships/customXml" Target="../ink/ink217.xml"/><Relationship Id="rId230" Type="http://schemas.openxmlformats.org/officeDocument/2006/relationships/customXml" Target="../ink/ink119.xml"/><Relationship Id="rId468" Type="http://schemas.openxmlformats.org/officeDocument/2006/relationships/customXml" Target="../ink/ink238.xml"/><Relationship Id="rId25" Type="http://schemas.openxmlformats.org/officeDocument/2006/relationships/image" Target="../media/image23.png"/><Relationship Id="rId67" Type="http://schemas.openxmlformats.org/officeDocument/2006/relationships/image" Target="../media/image44.png"/><Relationship Id="rId272" Type="http://schemas.openxmlformats.org/officeDocument/2006/relationships/customXml" Target="../ink/ink140.xml"/><Relationship Id="rId328" Type="http://schemas.openxmlformats.org/officeDocument/2006/relationships/customXml" Target="../ink/ink168.xml"/><Relationship Id="rId132" Type="http://schemas.openxmlformats.org/officeDocument/2006/relationships/customXml" Target="../ink/ink70.xml"/><Relationship Id="rId174" Type="http://schemas.openxmlformats.org/officeDocument/2006/relationships/customXml" Target="../ink/ink91.xml"/><Relationship Id="rId381" Type="http://schemas.openxmlformats.org/officeDocument/2006/relationships/image" Target="../media/image201.png"/><Relationship Id="rId241" Type="http://schemas.openxmlformats.org/officeDocument/2006/relationships/image" Target="../media/image131.png"/><Relationship Id="rId437" Type="http://schemas.openxmlformats.org/officeDocument/2006/relationships/image" Target="../media/image229.png"/><Relationship Id="rId479" Type="http://schemas.openxmlformats.org/officeDocument/2006/relationships/image" Target="../media/image250.png"/><Relationship Id="rId36" Type="http://schemas.openxmlformats.org/officeDocument/2006/relationships/customXml" Target="../ink/ink22.xml"/><Relationship Id="rId283" Type="http://schemas.openxmlformats.org/officeDocument/2006/relationships/image" Target="../media/image152.png"/><Relationship Id="rId339" Type="http://schemas.openxmlformats.org/officeDocument/2006/relationships/image" Target="../media/image180.png"/><Relationship Id="rId490" Type="http://schemas.openxmlformats.org/officeDocument/2006/relationships/customXml" Target="../ink/ink249.xml"/><Relationship Id="rId504" Type="http://schemas.openxmlformats.org/officeDocument/2006/relationships/customXml" Target="../ink/ink256.xml"/><Relationship Id="rId78" Type="http://schemas.openxmlformats.org/officeDocument/2006/relationships/customXml" Target="../ink/ink43.xml"/><Relationship Id="rId101" Type="http://schemas.openxmlformats.org/officeDocument/2006/relationships/image" Target="../media/image61.png"/><Relationship Id="rId143" Type="http://schemas.openxmlformats.org/officeDocument/2006/relationships/image" Target="../media/image82.png"/><Relationship Id="rId185" Type="http://schemas.openxmlformats.org/officeDocument/2006/relationships/image" Target="../media/image103.png"/><Relationship Id="rId350" Type="http://schemas.openxmlformats.org/officeDocument/2006/relationships/customXml" Target="../ink/ink179.xml"/><Relationship Id="rId406" Type="http://schemas.openxmlformats.org/officeDocument/2006/relationships/customXml" Target="../ink/ink207.xml"/><Relationship Id="rId9" Type="http://schemas.openxmlformats.org/officeDocument/2006/relationships/image" Target="../media/image15.png"/><Relationship Id="rId210" Type="http://schemas.openxmlformats.org/officeDocument/2006/relationships/customXml" Target="../ink/ink109.xml"/><Relationship Id="rId392" Type="http://schemas.openxmlformats.org/officeDocument/2006/relationships/customXml" Target="../ink/ink200.xml"/><Relationship Id="rId448" Type="http://schemas.openxmlformats.org/officeDocument/2006/relationships/customXml" Target="../ink/ink228.xml"/><Relationship Id="rId252" Type="http://schemas.openxmlformats.org/officeDocument/2006/relationships/customXml" Target="../ink/ink130.xml"/><Relationship Id="rId294" Type="http://schemas.openxmlformats.org/officeDocument/2006/relationships/customXml" Target="../ink/ink151.xml"/><Relationship Id="rId308" Type="http://schemas.openxmlformats.org/officeDocument/2006/relationships/customXml" Target="../ink/ink158.xml"/><Relationship Id="rId515" Type="http://schemas.openxmlformats.org/officeDocument/2006/relationships/image" Target="../media/image268.png"/><Relationship Id="rId47" Type="http://schemas.openxmlformats.org/officeDocument/2006/relationships/image" Target="../media/image34.png"/><Relationship Id="rId89" Type="http://schemas.openxmlformats.org/officeDocument/2006/relationships/image" Target="../media/image55.png"/><Relationship Id="rId112" Type="http://schemas.openxmlformats.org/officeDocument/2006/relationships/customXml" Target="../ink/ink60.xml"/><Relationship Id="rId154" Type="http://schemas.openxmlformats.org/officeDocument/2006/relationships/customXml" Target="../ink/ink81.xml"/><Relationship Id="rId361" Type="http://schemas.openxmlformats.org/officeDocument/2006/relationships/image" Target="../media/image191.png"/><Relationship Id="rId196" Type="http://schemas.openxmlformats.org/officeDocument/2006/relationships/customXml" Target="../ink/ink102.xml"/><Relationship Id="rId417" Type="http://schemas.openxmlformats.org/officeDocument/2006/relationships/image" Target="../media/image219.png"/><Relationship Id="rId459" Type="http://schemas.openxmlformats.org/officeDocument/2006/relationships/image" Target="../media/image240.png"/><Relationship Id="rId16" Type="http://schemas.openxmlformats.org/officeDocument/2006/relationships/customXml" Target="../ink/ink12.xml"/><Relationship Id="rId221" Type="http://schemas.openxmlformats.org/officeDocument/2006/relationships/image" Target="../media/image121.png"/><Relationship Id="rId263" Type="http://schemas.openxmlformats.org/officeDocument/2006/relationships/image" Target="../media/image142.png"/><Relationship Id="rId319" Type="http://schemas.openxmlformats.org/officeDocument/2006/relationships/image" Target="../media/image170.png"/><Relationship Id="rId470" Type="http://schemas.openxmlformats.org/officeDocument/2006/relationships/customXml" Target="../ink/ink239.xml"/><Relationship Id="rId526" Type="http://schemas.openxmlformats.org/officeDocument/2006/relationships/customXml" Target="../ink/ink267.xml"/><Relationship Id="rId58" Type="http://schemas.openxmlformats.org/officeDocument/2006/relationships/customXml" Target="../ink/ink33.xml"/><Relationship Id="rId123" Type="http://schemas.openxmlformats.org/officeDocument/2006/relationships/image" Target="../media/image72.png"/><Relationship Id="rId330" Type="http://schemas.openxmlformats.org/officeDocument/2006/relationships/customXml" Target="../ink/ink169.xml"/><Relationship Id="rId165" Type="http://schemas.openxmlformats.org/officeDocument/2006/relationships/image" Target="../media/image93.png"/><Relationship Id="rId372" Type="http://schemas.openxmlformats.org/officeDocument/2006/relationships/customXml" Target="../ink/ink190.xml"/><Relationship Id="rId428" Type="http://schemas.openxmlformats.org/officeDocument/2006/relationships/customXml" Target="../ink/ink218.xml"/><Relationship Id="rId232" Type="http://schemas.openxmlformats.org/officeDocument/2006/relationships/customXml" Target="../ink/ink120.xml"/><Relationship Id="rId274" Type="http://schemas.openxmlformats.org/officeDocument/2006/relationships/customXml" Target="../ink/ink141.xml"/><Relationship Id="rId481" Type="http://schemas.openxmlformats.org/officeDocument/2006/relationships/image" Target="../media/image251.png"/><Relationship Id="rId27" Type="http://schemas.openxmlformats.org/officeDocument/2006/relationships/image" Target="../media/image24.png"/><Relationship Id="rId69" Type="http://schemas.openxmlformats.org/officeDocument/2006/relationships/image" Target="../media/image45.png"/><Relationship Id="rId134" Type="http://schemas.openxmlformats.org/officeDocument/2006/relationships/customXml" Target="../ink/ink71.xml"/><Relationship Id="rId80" Type="http://schemas.openxmlformats.org/officeDocument/2006/relationships/customXml" Target="../ink/ink44.xml"/><Relationship Id="rId176" Type="http://schemas.openxmlformats.org/officeDocument/2006/relationships/customXml" Target="../ink/ink92.xml"/><Relationship Id="rId341" Type="http://schemas.openxmlformats.org/officeDocument/2006/relationships/image" Target="../media/image181.png"/><Relationship Id="rId383" Type="http://schemas.openxmlformats.org/officeDocument/2006/relationships/image" Target="../media/image202.png"/><Relationship Id="rId439" Type="http://schemas.openxmlformats.org/officeDocument/2006/relationships/image" Target="../media/image230.png"/><Relationship Id="rId201" Type="http://schemas.openxmlformats.org/officeDocument/2006/relationships/image" Target="../media/image111.png"/><Relationship Id="rId243" Type="http://schemas.openxmlformats.org/officeDocument/2006/relationships/image" Target="../media/image132.png"/><Relationship Id="rId285" Type="http://schemas.openxmlformats.org/officeDocument/2006/relationships/image" Target="../media/image153.png"/><Relationship Id="rId450" Type="http://schemas.openxmlformats.org/officeDocument/2006/relationships/customXml" Target="../ink/ink229.xml"/><Relationship Id="rId506" Type="http://schemas.openxmlformats.org/officeDocument/2006/relationships/customXml" Target="../ink/ink257.xml"/><Relationship Id="rId38" Type="http://schemas.openxmlformats.org/officeDocument/2006/relationships/customXml" Target="../ink/ink23.xml"/><Relationship Id="rId103" Type="http://schemas.openxmlformats.org/officeDocument/2006/relationships/image" Target="../media/image62.png"/><Relationship Id="rId310" Type="http://schemas.openxmlformats.org/officeDocument/2006/relationships/customXml" Target="../ink/ink159.xml"/><Relationship Id="rId492" Type="http://schemas.openxmlformats.org/officeDocument/2006/relationships/customXml" Target="../ink/ink250.xml"/><Relationship Id="rId91" Type="http://schemas.openxmlformats.org/officeDocument/2006/relationships/image" Target="../media/image56.png"/><Relationship Id="rId145" Type="http://schemas.openxmlformats.org/officeDocument/2006/relationships/image" Target="../media/image83.png"/><Relationship Id="rId187" Type="http://schemas.openxmlformats.org/officeDocument/2006/relationships/image" Target="../media/image104.png"/><Relationship Id="rId352" Type="http://schemas.openxmlformats.org/officeDocument/2006/relationships/customXml" Target="../ink/ink180.xml"/><Relationship Id="rId394" Type="http://schemas.openxmlformats.org/officeDocument/2006/relationships/customXml" Target="../ink/ink201.xml"/><Relationship Id="rId408" Type="http://schemas.openxmlformats.org/officeDocument/2006/relationships/customXml" Target="../ink/ink208.xml"/><Relationship Id="rId212" Type="http://schemas.openxmlformats.org/officeDocument/2006/relationships/customXml" Target="../ink/ink110.xml"/><Relationship Id="rId254" Type="http://schemas.openxmlformats.org/officeDocument/2006/relationships/customXml" Target="../ink/ink131.xml"/><Relationship Id="rId49" Type="http://schemas.openxmlformats.org/officeDocument/2006/relationships/image" Target="../media/image35.png"/><Relationship Id="rId114" Type="http://schemas.openxmlformats.org/officeDocument/2006/relationships/customXml" Target="../ink/ink61.xml"/><Relationship Id="rId296" Type="http://schemas.openxmlformats.org/officeDocument/2006/relationships/customXml" Target="../ink/ink152.xml"/><Relationship Id="rId461" Type="http://schemas.openxmlformats.org/officeDocument/2006/relationships/image" Target="../media/image241.png"/><Relationship Id="rId517" Type="http://schemas.openxmlformats.org/officeDocument/2006/relationships/image" Target="../media/image269.png"/><Relationship Id="rId60" Type="http://schemas.openxmlformats.org/officeDocument/2006/relationships/customXml" Target="../ink/ink34.xml"/><Relationship Id="rId156" Type="http://schemas.openxmlformats.org/officeDocument/2006/relationships/customXml" Target="../ink/ink82.xml"/><Relationship Id="rId198" Type="http://schemas.openxmlformats.org/officeDocument/2006/relationships/customXml" Target="../ink/ink103.xml"/><Relationship Id="rId321" Type="http://schemas.openxmlformats.org/officeDocument/2006/relationships/image" Target="../media/image171.png"/><Relationship Id="rId363" Type="http://schemas.openxmlformats.org/officeDocument/2006/relationships/image" Target="../media/image192.png"/><Relationship Id="rId419" Type="http://schemas.openxmlformats.org/officeDocument/2006/relationships/image" Target="../media/image220.png"/><Relationship Id="rId223" Type="http://schemas.openxmlformats.org/officeDocument/2006/relationships/image" Target="../media/image122.png"/><Relationship Id="rId430" Type="http://schemas.openxmlformats.org/officeDocument/2006/relationships/customXml" Target="../ink/ink219.xml"/><Relationship Id="rId18" Type="http://schemas.openxmlformats.org/officeDocument/2006/relationships/customXml" Target="../ink/ink13.xml"/><Relationship Id="rId265" Type="http://schemas.openxmlformats.org/officeDocument/2006/relationships/image" Target="../media/image143.png"/><Relationship Id="rId472" Type="http://schemas.openxmlformats.org/officeDocument/2006/relationships/customXml" Target="../ink/ink240.xml"/><Relationship Id="rId528" Type="http://schemas.openxmlformats.org/officeDocument/2006/relationships/customXml" Target="../ink/ink268.xml"/><Relationship Id="rId125" Type="http://schemas.openxmlformats.org/officeDocument/2006/relationships/image" Target="../media/image73.png"/><Relationship Id="rId167" Type="http://schemas.openxmlformats.org/officeDocument/2006/relationships/image" Target="../media/image94.png"/><Relationship Id="rId332" Type="http://schemas.openxmlformats.org/officeDocument/2006/relationships/customXml" Target="../ink/ink170.xml"/><Relationship Id="rId374" Type="http://schemas.openxmlformats.org/officeDocument/2006/relationships/customXml" Target="../ink/ink191.xml"/><Relationship Id="rId71" Type="http://schemas.openxmlformats.org/officeDocument/2006/relationships/image" Target="../media/image46.png"/><Relationship Id="rId234" Type="http://schemas.openxmlformats.org/officeDocument/2006/relationships/customXml" Target="../ink/ink121.xml"/><Relationship Id="rId2" Type="http://schemas.openxmlformats.org/officeDocument/2006/relationships/customXml" Target="../ink/ink5.xml"/><Relationship Id="rId29" Type="http://schemas.openxmlformats.org/officeDocument/2006/relationships/image" Target="../media/image25.png"/><Relationship Id="rId276" Type="http://schemas.openxmlformats.org/officeDocument/2006/relationships/customXml" Target="../ink/ink142.xml"/><Relationship Id="rId441" Type="http://schemas.openxmlformats.org/officeDocument/2006/relationships/image" Target="../media/image231.png"/><Relationship Id="rId483" Type="http://schemas.openxmlformats.org/officeDocument/2006/relationships/image" Target="../media/image252.png"/><Relationship Id="rId40" Type="http://schemas.openxmlformats.org/officeDocument/2006/relationships/customXml" Target="../ink/ink24.xml"/><Relationship Id="rId136" Type="http://schemas.openxmlformats.org/officeDocument/2006/relationships/customXml" Target="../ink/ink72.xml"/><Relationship Id="rId178" Type="http://schemas.openxmlformats.org/officeDocument/2006/relationships/customXml" Target="../ink/ink93.xml"/><Relationship Id="rId301" Type="http://schemas.openxmlformats.org/officeDocument/2006/relationships/image" Target="../media/image161.png"/><Relationship Id="rId343" Type="http://schemas.openxmlformats.org/officeDocument/2006/relationships/image" Target="../media/image182.png"/><Relationship Id="rId82" Type="http://schemas.openxmlformats.org/officeDocument/2006/relationships/customXml" Target="../ink/ink45.xml"/><Relationship Id="rId203" Type="http://schemas.openxmlformats.org/officeDocument/2006/relationships/image" Target="../media/image112.png"/><Relationship Id="rId385" Type="http://schemas.openxmlformats.org/officeDocument/2006/relationships/image" Target="../media/image203.png"/><Relationship Id="rId245" Type="http://schemas.openxmlformats.org/officeDocument/2006/relationships/image" Target="../media/image133.png"/><Relationship Id="rId287" Type="http://schemas.openxmlformats.org/officeDocument/2006/relationships/image" Target="../media/image154.png"/><Relationship Id="rId410" Type="http://schemas.openxmlformats.org/officeDocument/2006/relationships/customXml" Target="../ink/ink209.xml"/><Relationship Id="rId452" Type="http://schemas.openxmlformats.org/officeDocument/2006/relationships/customXml" Target="../ink/ink230.xml"/><Relationship Id="rId494" Type="http://schemas.openxmlformats.org/officeDocument/2006/relationships/customXml" Target="../ink/ink251.xml"/><Relationship Id="rId508" Type="http://schemas.openxmlformats.org/officeDocument/2006/relationships/customXml" Target="../ink/ink258.xml"/><Relationship Id="rId105" Type="http://schemas.openxmlformats.org/officeDocument/2006/relationships/image" Target="../media/image63.png"/><Relationship Id="rId147" Type="http://schemas.openxmlformats.org/officeDocument/2006/relationships/image" Target="../media/image84.png"/><Relationship Id="rId312" Type="http://schemas.openxmlformats.org/officeDocument/2006/relationships/customXml" Target="../ink/ink160.xml"/><Relationship Id="rId354" Type="http://schemas.openxmlformats.org/officeDocument/2006/relationships/customXml" Target="../ink/ink181.xml"/><Relationship Id="rId51" Type="http://schemas.openxmlformats.org/officeDocument/2006/relationships/image" Target="../media/image36.png"/><Relationship Id="rId93" Type="http://schemas.openxmlformats.org/officeDocument/2006/relationships/image" Target="../media/image57.png"/><Relationship Id="rId189" Type="http://schemas.openxmlformats.org/officeDocument/2006/relationships/image" Target="../media/image105.png"/><Relationship Id="rId396" Type="http://schemas.openxmlformats.org/officeDocument/2006/relationships/customXml" Target="../ink/ink202.xml"/><Relationship Id="rId214" Type="http://schemas.openxmlformats.org/officeDocument/2006/relationships/customXml" Target="../ink/ink111.xml"/><Relationship Id="rId256" Type="http://schemas.openxmlformats.org/officeDocument/2006/relationships/customXml" Target="../ink/ink132.xml"/><Relationship Id="rId298" Type="http://schemas.openxmlformats.org/officeDocument/2006/relationships/customXml" Target="../ink/ink153.xml"/><Relationship Id="rId421" Type="http://schemas.openxmlformats.org/officeDocument/2006/relationships/image" Target="../media/image221.png"/><Relationship Id="rId463" Type="http://schemas.openxmlformats.org/officeDocument/2006/relationships/image" Target="../media/image242.png"/><Relationship Id="rId519" Type="http://schemas.openxmlformats.org/officeDocument/2006/relationships/image" Target="../media/image270.png"/><Relationship Id="rId116" Type="http://schemas.openxmlformats.org/officeDocument/2006/relationships/customXml" Target="../ink/ink62.xml"/><Relationship Id="rId158" Type="http://schemas.openxmlformats.org/officeDocument/2006/relationships/customXml" Target="../ink/ink83.xml"/><Relationship Id="rId323" Type="http://schemas.openxmlformats.org/officeDocument/2006/relationships/image" Target="../media/image172.png"/><Relationship Id="rId530" Type="http://schemas.openxmlformats.org/officeDocument/2006/relationships/customXml" Target="../ink/ink269.xml"/><Relationship Id="rId20" Type="http://schemas.openxmlformats.org/officeDocument/2006/relationships/customXml" Target="../ink/ink14.xml"/><Relationship Id="rId62" Type="http://schemas.openxmlformats.org/officeDocument/2006/relationships/customXml" Target="../ink/ink35.xml"/><Relationship Id="rId365" Type="http://schemas.openxmlformats.org/officeDocument/2006/relationships/image" Target="../media/image193.png"/><Relationship Id="rId225" Type="http://schemas.openxmlformats.org/officeDocument/2006/relationships/image" Target="../media/image123.png"/><Relationship Id="rId267" Type="http://schemas.openxmlformats.org/officeDocument/2006/relationships/image" Target="../media/image144.png"/><Relationship Id="rId432" Type="http://schemas.openxmlformats.org/officeDocument/2006/relationships/customXml" Target="../ink/ink220.xml"/><Relationship Id="rId474" Type="http://schemas.openxmlformats.org/officeDocument/2006/relationships/customXml" Target="../ink/ink241.xml"/><Relationship Id="rId127" Type="http://schemas.openxmlformats.org/officeDocument/2006/relationships/image" Target="../media/image74.png"/><Relationship Id="rId31" Type="http://schemas.openxmlformats.org/officeDocument/2006/relationships/image" Target="../media/image26.png"/><Relationship Id="rId73" Type="http://schemas.openxmlformats.org/officeDocument/2006/relationships/image" Target="../media/image47.png"/><Relationship Id="rId169" Type="http://schemas.openxmlformats.org/officeDocument/2006/relationships/image" Target="../media/image95.png"/><Relationship Id="rId334" Type="http://schemas.openxmlformats.org/officeDocument/2006/relationships/customXml" Target="../ink/ink171.xml"/><Relationship Id="rId376" Type="http://schemas.openxmlformats.org/officeDocument/2006/relationships/customXml" Target="../ink/ink192.xml"/><Relationship Id="rId4" Type="http://schemas.openxmlformats.org/officeDocument/2006/relationships/customXml" Target="../ink/ink6.xml"/><Relationship Id="rId180" Type="http://schemas.openxmlformats.org/officeDocument/2006/relationships/customXml" Target="../ink/ink94.xml"/><Relationship Id="rId236" Type="http://schemas.openxmlformats.org/officeDocument/2006/relationships/customXml" Target="../ink/ink122.xml"/><Relationship Id="rId278" Type="http://schemas.openxmlformats.org/officeDocument/2006/relationships/customXml" Target="../ink/ink143.xml"/><Relationship Id="rId401" Type="http://schemas.openxmlformats.org/officeDocument/2006/relationships/image" Target="../media/image211.png"/><Relationship Id="rId443" Type="http://schemas.openxmlformats.org/officeDocument/2006/relationships/image" Target="../media/image232.png"/><Relationship Id="rId303" Type="http://schemas.openxmlformats.org/officeDocument/2006/relationships/image" Target="../media/image162.png"/><Relationship Id="rId485" Type="http://schemas.openxmlformats.org/officeDocument/2006/relationships/image" Target="../media/image253.png"/><Relationship Id="rId42" Type="http://schemas.openxmlformats.org/officeDocument/2006/relationships/customXml" Target="../ink/ink25.xml"/><Relationship Id="rId84" Type="http://schemas.openxmlformats.org/officeDocument/2006/relationships/customXml" Target="../ink/ink46.xml"/><Relationship Id="rId138" Type="http://schemas.openxmlformats.org/officeDocument/2006/relationships/customXml" Target="../ink/ink73.xml"/><Relationship Id="rId345" Type="http://schemas.openxmlformats.org/officeDocument/2006/relationships/image" Target="../media/image183.png"/><Relationship Id="rId387" Type="http://schemas.openxmlformats.org/officeDocument/2006/relationships/image" Target="../media/image204.png"/><Relationship Id="rId510" Type="http://schemas.openxmlformats.org/officeDocument/2006/relationships/customXml" Target="../ink/ink259.xml"/><Relationship Id="rId191" Type="http://schemas.openxmlformats.org/officeDocument/2006/relationships/image" Target="../media/image106.png"/><Relationship Id="rId205" Type="http://schemas.openxmlformats.org/officeDocument/2006/relationships/image" Target="../media/image113.png"/><Relationship Id="rId247" Type="http://schemas.openxmlformats.org/officeDocument/2006/relationships/image" Target="../media/image134.png"/><Relationship Id="rId412" Type="http://schemas.openxmlformats.org/officeDocument/2006/relationships/customXml" Target="../ink/ink210.xml"/><Relationship Id="rId107" Type="http://schemas.openxmlformats.org/officeDocument/2006/relationships/image" Target="../media/image64.png"/><Relationship Id="rId289" Type="http://schemas.openxmlformats.org/officeDocument/2006/relationships/image" Target="../media/image155.png"/><Relationship Id="rId454" Type="http://schemas.openxmlformats.org/officeDocument/2006/relationships/customXml" Target="../ink/ink231.xml"/><Relationship Id="rId496" Type="http://schemas.openxmlformats.org/officeDocument/2006/relationships/customXml" Target="../ink/ink252.xml"/><Relationship Id="rId11" Type="http://schemas.openxmlformats.org/officeDocument/2006/relationships/image" Target="../media/image16.png"/><Relationship Id="rId53" Type="http://schemas.openxmlformats.org/officeDocument/2006/relationships/image" Target="../media/image37.png"/><Relationship Id="rId149" Type="http://schemas.openxmlformats.org/officeDocument/2006/relationships/image" Target="../media/image85.png"/><Relationship Id="rId314" Type="http://schemas.openxmlformats.org/officeDocument/2006/relationships/customXml" Target="../ink/ink161.xml"/><Relationship Id="rId356" Type="http://schemas.openxmlformats.org/officeDocument/2006/relationships/customXml" Target="../ink/ink182.xml"/><Relationship Id="rId398" Type="http://schemas.openxmlformats.org/officeDocument/2006/relationships/customXml" Target="../ink/ink203.xml"/><Relationship Id="rId521" Type="http://schemas.openxmlformats.org/officeDocument/2006/relationships/image" Target="../media/image271.png"/><Relationship Id="rId95" Type="http://schemas.openxmlformats.org/officeDocument/2006/relationships/image" Target="../media/image58.png"/><Relationship Id="rId160" Type="http://schemas.openxmlformats.org/officeDocument/2006/relationships/customXml" Target="../ink/ink84.xml"/><Relationship Id="rId216" Type="http://schemas.openxmlformats.org/officeDocument/2006/relationships/customXml" Target="../ink/ink112.xml"/><Relationship Id="rId423" Type="http://schemas.openxmlformats.org/officeDocument/2006/relationships/image" Target="../media/image222.png"/><Relationship Id="rId258" Type="http://schemas.openxmlformats.org/officeDocument/2006/relationships/customXml" Target="../ink/ink133.xml"/><Relationship Id="rId465" Type="http://schemas.openxmlformats.org/officeDocument/2006/relationships/image" Target="../media/image243.png"/><Relationship Id="rId22" Type="http://schemas.openxmlformats.org/officeDocument/2006/relationships/customXml" Target="../ink/ink15.xml"/><Relationship Id="rId64" Type="http://schemas.openxmlformats.org/officeDocument/2006/relationships/customXml" Target="../ink/ink36.xml"/><Relationship Id="rId118" Type="http://schemas.openxmlformats.org/officeDocument/2006/relationships/customXml" Target="../ink/ink63.xml"/><Relationship Id="rId325" Type="http://schemas.openxmlformats.org/officeDocument/2006/relationships/image" Target="../media/image173.png"/><Relationship Id="rId367" Type="http://schemas.openxmlformats.org/officeDocument/2006/relationships/image" Target="../media/image194.png"/><Relationship Id="rId171" Type="http://schemas.openxmlformats.org/officeDocument/2006/relationships/image" Target="../media/image96.png"/><Relationship Id="rId227" Type="http://schemas.openxmlformats.org/officeDocument/2006/relationships/image" Target="../media/image124.png"/><Relationship Id="rId269" Type="http://schemas.openxmlformats.org/officeDocument/2006/relationships/image" Target="../media/image145.png"/><Relationship Id="rId434" Type="http://schemas.openxmlformats.org/officeDocument/2006/relationships/customXml" Target="../ink/ink221.xml"/><Relationship Id="rId476" Type="http://schemas.openxmlformats.org/officeDocument/2006/relationships/customXml" Target="../ink/ink242.xml"/><Relationship Id="rId33" Type="http://schemas.openxmlformats.org/officeDocument/2006/relationships/image" Target="../media/image27.png"/><Relationship Id="rId129" Type="http://schemas.openxmlformats.org/officeDocument/2006/relationships/image" Target="../media/image75.png"/><Relationship Id="rId280" Type="http://schemas.openxmlformats.org/officeDocument/2006/relationships/customXml" Target="../ink/ink144.xml"/><Relationship Id="rId336" Type="http://schemas.openxmlformats.org/officeDocument/2006/relationships/customXml" Target="../ink/ink172.xml"/><Relationship Id="rId501" Type="http://schemas.openxmlformats.org/officeDocument/2006/relationships/image" Target="../media/image261.png"/><Relationship Id="rId75" Type="http://schemas.openxmlformats.org/officeDocument/2006/relationships/image" Target="../media/image48.png"/><Relationship Id="rId140" Type="http://schemas.openxmlformats.org/officeDocument/2006/relationships/customXml" Target="../ink/ink74.xml"/><Relationship Id="rId182" Type="http://schemas.openxmlformats.org/officeDocument/2006/relationships/customXml" Target="../ink/ink95.xml"/><Relationship Id="rId378" Type="http://schemas.openxmlformats.org/officeDocument/2006/relationships/customXml" Target="../ink/ink193.xml"/><Relationship Id="rId403" Type="http://schemas.openxmlformats.org/officeDocument/2006/relationships/image" Target="../media/image212.png"/><Relationship Id="rId6" Type="http://schemas.openxmlformats.org/officeDocument/2006/relationships/customXml" Target="../ink/ink7.xml"/><Relationship Id="rId238" Type="http://schemas.openxmlformats.org/officeDocument/2006/relationships/customXml" Target="../ink/ink123.xml"/><Relationship Id="rId445" Type="http://schemas.openxmlformats.org/officeDocument/2006/relationships/image" Target="../media/image233.png"/><Relationship Id="rId487" Type="http://schemas.openxmlformats.org/officeDocument/2006/relationships/image" Target="../media/image254.png"/><Relationship Id="rId291" Type="http://schemas.openxmlformats.org/officeDocument/2006/relationships/image" Target="../media/image156.png"/><Relationship Id="rId305" Type="http://schemas.openxmlformats.org/officeDocument/2006/relationships/image" Target="../media/image163.png"/><Relationship Id="rId347" Type="http://schemas.openxmlformats.org/officeDocument/2006/relationships/image" Target="../media/image184.png"/><Relationship Id="rId512" Type="http://schemas.openxmlformats.org/officeDocument/2006/relationships/customXml" Target="../ink/ink260.xml"/><Relationship Id="rId44" Type="http://schemas.openxmlformats.org/officeDocument/2006/relationships/customXml" Target="../ink/ink26.xml"/><Relationship Id="rId86" Type="http://schemas.openxmlformats.org/officeDocument/2006/relationships/customXml" Target="../ink/ink47.xml"/><Relationship Id="rId151" Type="http://schemas.openxmlformats.org/officeDocument/2006/relationships/image" Target="../media/image86.png"/><Relationship Id="rId389" Type="http://schemas.openxmlformats.org/officeDocument/2006/relationships/image" Target="../media/image205.png"/><Relationship Id="rId193" Type="http://schemas.openxmlformats.org/officeDocument/2006/relationships/image" Target="../media/image107.png"/><Relationship Id="rId207" Type="http://schemas.openxmlformats.org/officeDocument/2006/relationships/image" Target="../media/image114.png"/><Relationship Id="rId249" Type="http://schemas.openxmlformats.org/officeDocument/2006/relationships/image" Target="../media/image135.png"/><Relationship Id="rId414" Type="http://schemas.openxmlformats.org/officeDocument/2006/relationships/customXml" Target="../ink/ink211.xml"/><Relationship Id="rId456" Type="http://schemas.openxmlformats.org/officeDocument/2006/relationships/customXml" Target="../ink/ink232.xml"/><Relationship Id="rId498" Type="http://schemas.openxmlformats.org/officeDocument/2006/relationships/customXml" Target="../ink/ink253.xml"/><Relationship Id="rId13" Type="http://schemas.openxmlformats.org/officeDocument/2006/relationships/image" Target="../media/image17.png"/><Relationship Id="rId109" Type="http://schemas.openxmlformats.org/officeDocument/2006/relationships/image" Target="../media/image65.png"/><Relationship Id="rId260" Type="http://schemas.openxmlformats.org/officeDocument/2006/relationships/customXml" Target="../ink/ink134.xml"/><Relationship Id="rId316" Type="http://schemas.openxmlformats.org/officeDocument/2006/relationships/customXml" Target="../ink/ink162.xml"/><Relationship Id="rId523" Type="http://schemas.openxmlformats.org/officeDocument/2006/relationships/image" Target="../media/image272.png"/><Relationship Id="rId55" Type="http://schemas.openxmlformats.org/officeDocument/2006/relationships/image" Target="../media/image38.png"/><Relationship Id="rId97" Type="http://schemas.openxmlformats.org/officeDocument/2006/relationships/image" Target="../media/image59.png"/><Relationship Id="rId120" Type="http://schemas.openxmlformats.org/officeDocument/2006/relationships/customXml" Target="../ink/ink64.xml"/><Relationship Id="rId358" Type="http://schemas.openxmlformats.org/officeDocument/2006/relationships/customXml" Target="../ink/ink183.xml"/><Relationship Id="rId162" Type="http://schemas.openxmlformats.org/officeDocument/2006/relationships/customXml" Target="../ink/ink85.xml"/><Relationship Id="rId218" Type="http://schemas.openxmlformats.org/officeDocument/2006/relationships/customXml" Target="../ink/ink113.xml"/><Relationship Id="rId425" Type="http://schemas.openxmlformats.org/officeDocument/2006/relationships/image" Target="../media/image223.png"/><Relationship Id="rId467" Type="http://schemas.openxmlformats.org/officeDocument/2006/relationships/image" Target="../media/image244.png"/><Relationship Id="rId271" Type="http://schemas.openxmlformats.org/officeDocument/2006/relationships/image" Target="../media/image146.png"/><Relationship Id="rId24" Type="http://schemas.openxmlformats.org/officeDocument/2006/relationships/customXml" Target="../ink/ink16.xml"/><Relationship Id="rId66" Type="http://schemas.openxmlformats.org/officeDocument/2006/relationships/customXml" Target="../ink/ink37.xml"/><Relationship Id="rId131" Type="http://schemas.openxmlformats.org/officeDocument/2006/relationships/image" Target="../media/image76.png"/><Relationship Id="rId327" Type="http://schemas.openxmlformats.org/officeDocument/2006/relationships/image" Target="../media/image174.png"/><Relationship Id="rId369" Type="http://schemas.openxmlformats.org/officeDocument/2006/relationships/image" Target="../media/image195.png"/><Relationship Id="rId173" Type="http://schemas.openxmlformats.org/officeDocument/2006/relationships/image" Target="../media/image97.png"/><Relationship Id="rId229" Type="http://schemas.openxmlformats.org/officeDocument/2006/relationships/image" Target="../media/image125.png"/><Relationship Id="rId380" Type="http://schemas.openxmlformats.org/officeDocument/2006/relationships/customXml" Target="../ink/ink194.xml"/><Relationship Id="rId436" Type="http://schemas.openxmlformats.org/officeDocument/2006/relationships/customXml" Target="../ink/ink222.xml"/><Relationship Id="rId240" Type="http://schemas.openxmlformats.org/officeDocument/2006/relationships/customXml" Target="../ink/ink124.xml"/><Relationship Id="rId478" Type="http://schemas.openxmlformats.org/officeDocument/2006/relationships/customXml" Target="../ink/ink243.xml"/><Relationship Id="rId35" Type="http://schemas.openxmlformats.org/officeDocument/2006/relationships/image" Target="../media/image28.png"/><Relationship Id="rId77" Type="http://schemas.openxmlformats.org/officeDocument/2006/relationships/image" Target="../media/image49.png"/><Relationship Id="rId100" Type="http://schemas.openxmlformats.org/officeDocument/2006/relationships/customXml" Target="../ink/ink54.xml"/><Relationship Id="rId282" Type="http://schemas.openxmlformats.org/officeDocument/2006/relationships/customXml" Target="../ink/ink145.xml"/><Relationship Id="rId338" Type="http://schemas.openxmlformats.org/officeDocument/2006/relationships/customXml" Target="../ink/ink173.xml"/><Relationship Id="rId503" Type="http://schemas.openxmlformats.org/officeDocument/2006/relationships/image" Target="../media/image262.png"/><Relationship Id="rId8" Type="http://schemas.openxmlformats.org/officeDocument/2006/relationships/customXml" Target="../ink/ink8.xml"/><Relationship Id="rId142" Type="http://schemas.openxmlformats.org/officeDocument/2006/relationships/customXml" Target="../ink/ink75.xml"/><Relationship Id="rId184" Type="http://schemas.openxmlformats.org/officeDocument/2006/relationships/customXml" Target="../ink/ink96.xml"/><Relationship Id="rId391" Type="http://schemas.openxmlformats.org/officeDocument/2006/relationships/image" Target="../media/image206.png"/><Relationship Id="rId405" Type="http://schemas.openxmlformats.org/officeDocument/2006/relationships/image" Target="../media/image213.png"/><Relationship Id="rId447" Type="http://schemas.openxmlformats.org/officeDocument/2006/relationships/image" Target="../media/image234.png"/><Relationship Id="rId251" Type="http://schemas.openxmlformats.org/officeDocument/2006/relationships/image" Target="../media/image136.png"/><Relationship Id="rId489" Type="http://schemas.openxmlformats.org/officeDocument/2006/relationships/image" Target="../media/image255.png"/><Relationship Id="rId46" Type="http://schemas.openxmlformats.org/officeDocument/2006/relationships/customXml" Target="../ink/ink27.xml"/><Relationship Id="rId293" Type="http://schemas.openxmlformats.org/officeDocument/2006/relationships/image" Target="../media/image157.png"/><Relationship Id="rId307" Type="http://schemas.openxmlformats.org/officeDocument/2006/relationships/image" Target="../media/image164.png"/><Relationship Id="rId349" Type="http://schemas.openxmlformats.org/officeDocument/2006/relationships/image" Target="../media/image185.png"/><Relationship Id="rId514" Type="http://schemas.openxmlformats.org/officeDocument/2006/relationships/customXml" Target="../ink/ink261.xml"/><Relationship Id="rId88" Type="http://schemas.openxmlformats.org/officeDocument/2006/relationships/customXml" Target="../ink/ink48.xml"/><Relationship Id="rId111" Type="http://schemas.openxmlformats.org/officeDocument/2006/relationships/image" Target="../media/image66.png"/><Relationship Id="rId153" Type="http://schemas.openxmlformats.org/officeDocument/2006/relationships/image" Target="../media/image87.png"/><Relationship Id="rId195" Type="http://schemas.openxmlformats.org/officeDocument/2006/relationships/image" Target="../media/image108.png"/><Relationship Id="rId209" Type="http://schemas.openxmlformats.org/officeDocument/2006/relationships/image" Target="../media/image115.png"/><Relationship Id="rId360" Type="http://schemas.openxmlformats.org/officeDocument/2006/relationships/customXml" Target="../ink/ink184.xml"/><Relationship Id="rId416" Type="http://schemas.openxmlformats.org/officeDocument/2006/relationships/customXml" Target="../ink/ink212.xml"/><Relationship Id="rId220" Type="http://schemas.openxmlformats.org/officeDocument/2006/relationships/customXml" Target="../ink/ink114.xml"/><Relationship Id="rId458" Type="http://schemas.openxmlformats.org/officeDocument/2006/relationships/customXml" Target="../ink/ink233.xml"/><Relationship Id="rId15" Type="http://schemas.openxmlformats.org/officeDocument/2006/relationships/image" Target="../media/image18.png"/><Relationship Id="rId57" Type="http://schemas.openxmlformats.org/officeDocument/2006/relationships/image" Target="../media/image39.png"/><Relationship Id="rId262" Type="http://schemas.openxmlformats.org/officeDocument/2006/relationships/customXml" Target="../ink/ink135.xml"/><Relationship Id="rId318" Type="http://schemas.openxmlformats.org/officeDocument/2006/relationships/customXml" Target="../ink/ink163.xml"/><Relationship Id="rId525" Type="http://schemas.openxmlformats.org/officeDocument/2006/relationships/image" Target="../media/image273.png"/><Relationship Id="rId99" Type="http://schemas.openxmlformats.org/officeDocument/2006/relationships/image" Target="../media/image60.png"/><Relationship Id="rId122" Type="http://schemas.openxmlformats.org/officeDocument/2006/relationships/customXml" Target="../ink/ink65.xml"/><Relationship Id="rId164" Type="http://schemas.openxmlformats.org/officeDocument/2006/relationships/customXml" Target="../ink/ink86.xml"/><Relationship Id="rId371" Type="http://schemas.openxmlformats.org/officeDocument/2006/relationships/image" Target="../media/image196.png"/><Relationship Id="rId427" Type="http://schemas.openxmlformats.org/officeDocument/2006/relationships/image" Target="../media/image224.png"/><Relationship Id="rId469" Type="http://schemas.openxmlformats.org/officeDocument/2006/relationships/image" Target="../media/image245.png"/><Relationship Id="rId26" Type="http://schemas.openxmlformats.org/officeDocument/2006/relationships/customXml" Target="../ink/ink17.xml"/><Relationship Id="rId231" Type="http://schemas.openxmlformats.org/officeDocument/2006/relationships/image" Target="../media/image126.png"/><Relationship Id="rId273" Type="http://schemas.openxmlformats.org/officeDocument/2006/relationships/image" Target="../media/image147.png"/><Relationship Id="rId329" Type="http://schemas.openxmlformats.org/officeDocument/2006/relationships/image" Target="../media/image175.png"/><Relationship Id="rId480" Type="http://schemas.openxmlformats.org/officeDocument/2006/relationships/customXml" Target="../ink/ink244.xml"/><Relationship Id="rId68" Type="http://schemas.openxmlformats.org/officeDocument/2006/relationships/customXml" Target="../ink/ink38.xml"/><Relationship Id="rId133" Type="http://schemas.openxmlformats.org/officeDocument/2006/relationships/image" Target="../media/image77.png"/><Relationship Id="rId175" Type="http://schemas.openxmlformats.org/officeDocument/2006/relationships/image" Target="../media/image98.png"/><Relationship Id="rId340" Type="http://schemas.openxmlformats.org/officeDocument/2006/relationships/customXml" Target="../ink/ink174.xml"/><Relationship Id="rId200" Type="http://schemas.openxmlformats.org/officeDocument/2006/relationships/customXml" Target="../ink/ink104.xml"/><Relationship Id="rId382" Type="http://schemas.openxmlformats.org/officeDocument/2006/relationships/customXml" Target="../ink/ink195.xml"/><Relationship Id="rId438" Type="http://schemas.openxmlformats.org/officeDocument/2006/relationships/customXml" Target="../ink/ink223.xml"/><Relationship Id="rId242" Type="http://schemas.openxmlformats.org/officeDocument/2006/relationships/customXml" Target="../ink/ink125.xml"/><Relationship Id="rId284" Type="http://schemas.openxmlformats.org/officeDocument/2006/relationships/customXml" Target="../ink/ink146.xml"/><Relationship Id="rId491" Type="http://schemas.openxmlformats.org/officeDocument/2006/relationships/image" Target="../media/image256.png"/><Relationship Id="rId505" Type="http://schemas.openxmlformats.org/officeDocument/2006/relationships/image" Target="../media/image263.png"/><Relationship Id="rId37" Type="http://schemas.openxmlformats.org/officeDocument/2006/relationships/image" Target="../media/image29.png"/><Relationship Id="rId79" Type="http://schemas.openxmlformats.org/officeDocument/2006/relationships/image" Target="../media/image50.png"/><Relationship Id="rId102" Type="http://schemas.openxmlformats.org/officeDocument/2006/relationships/customXml" Target="../ink/ink55.xml"/><Relationship Id="rId144" Type="http://schemas.openxmlformats.org/officeDocument/2006/relationships/customXml" Target="../ink/ink76.xml"/><Relationship Id="rId90" Type="http://schemas.openxmlformats.org/officeDocument/2006/relationships/customXml" Target="../ink/ink49.xml"/><Relationship Id="rId186" Type="http://schemas.openxmlformats.org/officeDocument/2006/relationships/customXml" Target="../ink/ink97.xml"/><Relationship Id="rId351" Type="http://schemas.openxmlformats.org/officeDocument/2006/relationships/image" Target="../media/image186.png"/><Relationship Id="rId393" Type="http://schemas.openxmlformats.org/officeDocument/2006/relationships/image" Target="../media/image207.png"/><Relationship Id="rId407" Type="http://schemas.openxmlformats.org/officeDocument/2006/relationships/image" Target="../media/image214.png"/><Relationship Id="rId449" Type="http://schemas.openxmlformats.org/officeDocument/2006/relationships/image" Target="../media/image235.png"/><Relationship Id="rId211" Type="http://schemas.openxmlformats.org/officeDocument/2006/relationships/image" Target="../media/image116.png"/><Relationship Id="rId253" Type="http://schemas.openxmlformats.org/officeDocument/2006/relationships/image" Target="../media/image137.png"/><Relationship Id="rId295" Type="http://schemas.openxmlformats.org/officeDocument/2006/relationships/image" Target="../media/image158.png"/><Relationship Id="rId309" Type="http://schemas.openxmlformats.org/officeDocument/2006/relationships/image" Target="../media/image165.png"/><Relationship Id="rId460" Type="http://schemas.openxmlformats.org/officeDocument/2006/relationships/customXml" Target="../ink/ink234.xml"/><Relationship Id="rId516" Type="http://schemas.openxmlformats.org/officeDocument/2006/relationships/customXml" Target="../ink/ink262.xml"/><Relationship Id="rId48" Type="http://schemas.openxmlformats.org/officeDocument/2006/relationships/customXml" Target="../ink/ink28.xml"/><Relationship Id="rId113" Type="http://schemas.openxmlformats.org/officeDocument/2006/relationships/image" Target="../media/image67.png"/><Relationship Id="rId320" Type="http://schemas.openxmlformats.org/officeDocument/2006/relationships/customXml" Target="../ink/ink164.xml"/><Relationship Id="rId155" Type="http://schemas.openxmlformats.org/officeDocument/2006/relationships/image" Target="../media/image88.png"/><Relationship Id="rId197" Type="http://schemas.openxmlformats.org/officeDocument/2006/relationships/image" Target="../media/image109.png"/><Relationship Id="rId362" Type="http://schemas.openxmlformats.org/officeDocument/2006/relationships/customXml" Target="../ink/ink185.xml"/><Relationship Id="rId418" Type="http://schemas.openxmlformats.org/officeDocument/2006/relationships/customXml" Target="../ink/ink213.xml"/><Relationship Id="rId222" Type="http://schemas.openxmlformats.org/officeDocument/2006/relationships/customXml" Target="../ink/ink115.xml"/><Relationship Id="rId264" Type="http://schemas.openxmlformats.org/officeDocument/2006/relationships/customXml" Target="../ink/ink136.xml"/><Relationship Id="rId471" Type="http://schemas.openxmlformats.org/officeDocument/2006/relationships/image" Target="../media/image246.png"/><Relationship Id="rId17" Type="http://schemas.openxmlformats.org/officeDocument/2006/relationships/image" Target="../media/image19.png"/><Relationship Id="rId59" Type="http://schemas.openxmlformats.org/officeDocument/2006/relationships/image" Target="../media/image40.png"/><Relationship Id="rId124" Type="http://schemas.openxmlformats.org/officeDocument/2006/relationships/customXml" Target="../ink/ink66.xml"/><Relationship Id="rId527" Type="http://schemas.openxmlformats.org/officeDocument/2006/relationships/image" Target="../media/image274.png"/><Relationship Id="rId70" Type="http://schemas.openxmlformats.org/officeDocument/2006/relationships/customXml" Target="../ink/ink39.xml"/><Relationship Id="rId166" Type="http://schemas.openxmlformats.org/officeDocument/2006/relationships/customXml" Target="../ink/ink87.xml"/><Relationship Id="rId331" Type="http://schemas.openxmlformats.org/officeDocument/2006/relationships/image" Target="../media/image176.png"/><Relationship Id="rId373" Type="http://schemas.openxmlformats.org/officeDocument/2006/relationships/image" Target="../media/image197.png"/><Relationship Id="rId429" Type="http://schemas.openxmlformats.org/officeDocument/2006/relationships/image" Target="../media/image225.png"/><Relationship Id="rId1" Type="http://schemas.openxmlformats.org/officeDocument/2006/relationships/slideLayout" Target="../slideLayouts/slideLayout2.xml"/><Relationship Id="rId233" Type="http://schemas.openxmlformats.org/officeDocument/2006/relationships/image" Target="../media/image127.png"/><Relationship Id="rId440" Type="http://schemas.openxmlformats.org/officeDocument/2006/relationships/customXml" Target="../ink/ink224.xml"/><Relationship Id="rId28" Type="http://schemas.openxmlformats.org/officeDocument/2006/relationships/customXml" Target="../ink/ink18.xml"/><Relationship Id="rId275" Type="http://schemas.openxmlformats.org/officeDocument/2006/relationships/image" Target="../media/image148.png"/><Relationship Id="rId300" Type="http://schemas.openxmlformats.org/officeDocument/2006/relationships/customXml" Target="../ink/ink154.xml"/><Relationship Id="rId482" Type="http://schemas.openxmlformats.org/officeDocument/2006/relationships/customXml" Target="../ink/ink245.xml"/><Relationship Id="rId81" Type="http://schemas.openxmlformats.org/officeDocument/2006/relationships/image" Target="../media/image51.png"/><Relationship Id="rId135" Type="http://schemas.openxmlformats.org/officeDocument/2006/relationships/image" Target="../media/image78.png"/><Relationship Id="rId177" Type="http://schemas.openxmlformats.org/officeDocument/2006/relationships/image" Target="../media/image99.png"/><Relationship Id="rId342" Type="http://schemas.openxmlformats.org/officeDocument/2006/relationships/customXml" Target="../ink/ink175.xml"/><Relationship Id="rId384" Type="http://schemas.openxmlformats.org/officeDocument/2006/relationships/customXml" Target="../ink/ink196.xml"/><Relationship Id="rId202" Type="http://schemas.openxmlformats.org/officeDocument/2006/relationships/customXml" Target="../ink/ink105.xml"/><Relationship Id="rId244" Type="http://schemas.openxmlformats.org/officeDocument/2006/relationships/customXml" Target="../ink/ink126.xml"/><Relationship Id="rId39" Type="http://schemas.openxmlformats.org/officeDocument/2006/relationships/image" Target="../media/image30.png"/><Relationship Id="rId286" Type="http://schemas.openxmlformats.org/officeDocument/2006/relationships/customXml" Target="../ink/ink147.xml"/><Relationship Id="rId451" Type="http://schemas.openxmlformats.org/officeDocument/2006/relationships/image" Target="../media/image236.png"/><Relationship Id="rId493" Type="http://schemas.openxmlformats.org/officeDocument/2006/relationships/image" Target="../media/image257.png"/><Relationship Id="rId507" Type="http://schemas.openxmlformats.org/officeDocument/2006/relationships/image" Target="../media/image264.png"/><Relationship Id="rId50" Type="http://schemas.openxmlformats.org/officeDocument/2006/relationships/customXml" Target="../ink/ink29.xml"/><Relationship Id="rId104" Type="http://schemas.openxmlformats.org/officeDocument/2006/relationships/customXml" Target="../ink/ink56.xml"/><Relationship Id="rId146" Type="http://schemas.openxmlformats.org/officeDocument/2006/relationships/customXml" Target="../ink/ink77.xml"/><Relationship Id="rId188" Type="http://schemas.openxmlformats.org/officeDocument/2006/relationships/customXml" Target="../ink/ink98.xml"/><Relationship Id="rId311" Type="http://schemas.openxmlformats.org/officeDocument/2006/relationships/image" Target="../media/image166.png"/><Relationship Id="rId353" Type="http://schemas.openxmlformats.org/officeDocument/2006/relationships/image" Target="../media/image187.png"/><Relationship Id="rId395" Type="http://schemas.openxmlformats.org/officeDocument/2006/relationships/image" Target="../media/image208.png"/><Relationship Id="rId409" Type="http://schemas.openxmlformats.org/officeDocument/2006/relationships/image" Target="../media/image215.png"/><Relationship Id="rId92" Type="http://schemas.openxmlformats.org/officeDocument/2006/relationships/customXml" Target="../ink/ink50.xml"/><Relationship Id="rId213" Type="http://schemas.openxmlformats.org/officeDocument/2006/relationships/image" Target="../media/image117.png"/><Relationship Id="rId420" Type="http://schemas.openxmlformats.org/officeDocument/2006/relationships/customXml" Target="../ink/ink214.xml"/><Relationship Id="rId255" Type="http://schemas.openxmlformats.org/officeDocument/2006/relationships/image" Target="../media/image138.png"/><Relationship Id="rId297" Type="http://schemas.openxmlformats.org/officeDocument/2006/relationships/image" Target="../media/image159.png"/><Relationship Id="rId462" Type="http://schemas.openxmlformats.org/officeDocument/2006/relationships/customXml" Target="../ink/ink235.xml"/><Relationship Id="rId518" Type="http://schemas.openxmlformats.org/officeDocument/2006/relationships/customXml" Target="../ink/ink263.xml"/><Relationship Id="rId115" Type="http://schemas.openxmlformats.org/officeDocument/2006/relationships/image" Target="../media/image68.png"/><Relationship Id="rId157" Type="http://schemas.openxmlformats.org/officeDocument/2006/relationships/image" Target="../media/image89.png"/><Relationship Id="rId322" Type="http://schemas.openxmlformats.org/officeDocument/2006/relationships/customXml" Target="../ink/ink165.xml"/><Relationship Id="rId364" Type="http://schemas.openxmlformats.org/officeDocument/2006/relationships/customXml" Target="../ink/ink186.xml"/><Relationship Id="rId61" Type="http://schemas.openxmlformats.org/officeDocument/2006/relationships/image" Target="../media/image41.png"/><Relationship Id="rId199" Type="http://schemas.openxmlformats.org/officeDocument/2006/relationships/image" Target="../media/image110.png"/><Relationship Id="rId19" Type="http://schemas.openxmlformats.org/officeDocument/2006/relationships/image" Target="../media/image20.png"/><Relationship Id="rId224" Type="http://schemas.openxmlformats.org/officeDocument/2006/relationships/customXml" Target="../ink/ink116.xml"/><Relationship Id="rId266" Type="http://schemas.openxmlformats.org/officeDocument/2006/relationships/customXml" Target="../ink/ink137.xml"/><Relationship Id="rId431" Type="http://schemas.openxmlformats.org/officeDocument/2006/relationships/image" Target="../media/image226.png"/><Relationship Id="rId473" Type="http://schemas.openxmlformats.org/officeDocument/2006/relationships/image" Target="../media/image247.png"/><Relationship Id="rId529" Type="http://schemas.openxmlformats.org/officeDocument/2006/relationships/image" Target="../media/image275.png"/><Relationship Id="rId30" Type="http://schemas.openxmlformats.org/officeDocument/2006/relationships/customXml" Target="../ink/ink19.xml"/><Relationship Id="rId126" Type="http://schemas.openxmlformats.org/officeDocument/2006/relationships/customXml" Target="../ink/ink67.xml"/><Relationship Id="rId168" Type="http://schemas.openxmlformats.org/officeDocument/2006/relationships/customXml" Target="../ink/ink88.xml"/><Relationship Id="rId333" Type="http://schemas.openxmlformats.org/officeDocument/2006/relationships/image" Target="../media/image177.png"/><Relationship Id="rId72" Type="http://schemas.openxmlformats.org/officeDocument/2006/relationships/customXml" Target="../ink/ink40.xml"/><Relationship Id="rId375" Type="http://schemas.openxmlformats.org/officeDocument/2006/relationships/image" Target="../media/image198.png"/><Relationship Id="rId3" Type="http://schemas.openxmlformats.org/officeDocument/2006/relationships/image" Target="../media/image12.png"/><Relationship Id="rId235" Type="http://schemas.openxmlformats.org/officeDocument/2006/relationships/image" Target="../media/image128.png"/><Relationship Id="rId277" Type="http://schemas.openxmlformats.org/officeDocument/2006/relationships/image" Target="../media/image149.png"/><Relationship Id="rId400" Type="http://schemas.openxmlformats.org/officeDocument/2006/relationships/customXml" Target="../ink/ink204.xml"/><Relationship Id="rId442" Type="http://schemas.openxmlformats.org/officeDocument/2006/relationships/customXml" Target="../ink/ink225.xml"/><Relationship Id="rId484" Type="http://schemas.openxmlformats.org/officeDocument/2006/relationships/customXml" Target="../ink/ink246.xml"/><Relationship Id="rId137" Type="http://schemas.openxmlformats.org/officeDocument/2006/relationships/image" Target="../media/image79.png"/><Relationship Id="rId302" Type="http://schemas.openxmlformats.org/officeDocument/2006/relationships/customXml" Target="../ink/ink155.xml"/><Relationship Id="rId344" Type="http://schemas.openxmlformats.org/officeDocument/2006/relationships/customXml" Target="../ink/ink176.xml"/><Relationship Id="rId41" Type="http://schemas.openxmlformats.org/officeDocument/2006/relationships/image" Target="../media/image31.png"/><Relationship Id="rId83" Type="http://schemas.openxmlformats.org/officeDocument/2006/relationships/image" Target="../media/image52.png"/><Relationship Id="rId179" Type="http://schemas.openxmlformats.org/officeDocument/2006/relationships/image" Target="../media/image100.png"/><Relationship Id="rId386" Type="http://schemas.openxmlformats.org/officeDocument/2006/relationships/customXml" Target="../ink/ink197.xml"/><Relationship Id="rId190" Type="http://schemas.openxmlformats.org/officeDocument/2006/relationships/customXml" Target="../ink/ink99.xml"/><Relationship Id="rId204" Type="http://schemas.openxmlformats.org/officeDocument/2006/relationships/customXml" Target="../ink/ink106.xml"/><Relationship Id="rId246" Type="http://schemas.openxmlformats.org/officeDocument/2006/relationships/customXml" Target="../ink/ink127.xml"/><Relationship Id="rId288" Type="http://schemas.openxmlformats.org/officeDocument/2006/relationships/customXml" Target="../ink/ink148.xml"/><Relationship Id="rId411" Type="http://schemas.openxmlformats.org/officeDocument/2006/relationships/image" Target="../media/image216.png"/><Relationship Id="rId453" Type="http://schemas.openxmlformats.org/officeDocument/2006/relationships/image" Target="../media/image237.png"/><Relationship Id="rId509" Type="http://schemas.openxmlformats.org/officeDocument/2006/relationships/image" Target="../media/image265.png"/><Relationship Id="rId106" Type="http://schemas.openxmlformats.org/officeDocument/2006/relationships/customXml" Target="../ink/ink57.xml"/><Relationship Id="rId313" Type="http://schemas.openxmlformats.org/officeDocument/2006/relationships/image" Target="../media/image167.png"/><Relationship Id="rId495" Type="http://schemas.openxmlformats.org/officeDocument/2006/relationships/image" Target="../media/image258.png"/><Relationship Id="rId10" Type="http://schemas.openxmlformats.org/officeDocument/2006/relationships/customXml" Target="../ink/ink9.xml"/><Relationship Id="rId52" Type="http://schemas.openxmlformats.org/officeDocument/2006/relationships/customXml" Target="../ink/ink30.xml"/><Relationship Id="rId94" Type="http://schemas.openxmlformats.org/officeDocument/2006/relationships/customXml" Target="../ink/ink51.xml"/><Relationship Id="rId148" Type="http://schemas.openxmlformats.org/officeDocument/2006/relationships/customXml" Target="../ink/ink78.xml"/><Relationship Id="rId355" Type="http://schemas.openxmlformats.org/officeDocument/2006/relationships/image" Target="../media/image188.png"/><Relationship Id="rId397" Type="http://schemas.openxmlformats.org/officeDocument/2006/relationships/image" Target="../media/image209.png"/><Relationship Id="rId520" Type="http://schemas.openxmlformats.org/officeDocument/2006/relationships/customXml" Target="../ink/ink264.xml"/><Relationship Id="rId215" Type="http://schemas.openxmlformats.org/officeDocument/2006/relationships/image" Target="../media/image118.png"/><Relationship Id="rId257" Type="http://schemas.openxmlformats.org/officeDocument/2006/relationships/image" Target="../media/image139.png"/><Relationship Id="rId422" Type="http://schemas.openxmlformats.org/officeDocument/2006/relationships/customXml" Target="../ink/ink215.xml"/><Relationship Id="rId464" Type="http://schemas.openxmlformats.org/officeDocument/2006/relationships/customXml" Target="../ink/ink236.xml"/><Relationship Id="rId299" Type="http://schemas.openxmlformats.org/officeDocument/2006/relationships/image" Target="../media/image160.png"/><Relationship Id="rId63" Type="http://schemas.openxmlformats.org/officeDocument/2006/relationships/image" Target="../media/image42.png"/><Relationship Id="rId159" Type="http://schemas.openxmlformats.org/officeDocument/2006/relationships/image" Target="../media/image90.png"/><Relationship Id="rId366" Type="http://schemas.openxmlformats.org/officeDocument/2006/relationships/customXml" Target="../ink/ink187.xml"/><Relationship Id="rId226" Type="http://schemas.openxmlformats.org/officeDocument/2006/relationships/customXml" Target="../ink/ink117.xml"/><Relationship Id="rId433" Type="http://schemas.openxmlformats.org/officeDocument/2006/relationships/image" Target="../media/image227.png"/><Relationship Id="rId74" Type="http://schemas.openxmlformats.org/officeDocument/2006/relationships/customXml" Target="../ink/ink41.xml"/><Relationship Id="rId377" Type="http://schemas.openxmlformats.org/officeDocument/2006/relationships/image" Target="../media/image199.png"/><Relationship Id="rId500" Type="http://schemas.openxmlformats.org/officeDocument/2006/relationships/customXml" Target="../ink/ink254.xml"/></Relationships>
</file>

<file path=ppt/slides/_rels/slide12.xml.rels><?xml version="1.0" encoding="UTF-8" standalone="yes"?>
<Relationships xmlns="http://schemas.openxmlformats.org/package/2006/relationships"><Relationship Id="rId26" Type="http://schemas.openxmlformats.org/officeDocument/2006/relationships/customXml" Target="../ink/ink282.xml"/><Relationship Id="rId21" Type="http://schemas.openxmlformats.org/officeDocument/2006/relationships/image" Target="../media/image286.png"/><Relationship Id="rId42" Type="http://schemas.openxmlformats.org/officeDocument/2006/relationships/customXml" Target="../ink/ink290.xml"/><Relationship Id="rId47" Type="http://schemas.openxmlformats.org/officeDocument/2006/relationships/image" Target="../media/image299.png"/><Relationship Id="rId63" Type="http://schemas.openxmlformats.org/officeDocument/2006/relationships/image" Target="../media/image307.png"/><Relationship Id="rId68" Type="http://schemas.openxmlformats.org/officeDocument/2006/relationships/customXml" Target="../ink/ink303.xml"/><Relationship Id="rId84" Type="http://schemas.openxmlformats.org/officeDocument/2006/relationships/customXml" Target="../ink/ink311.xml"/><Relationship Id="rId16" Type="http://schemas.openxmlformats.org/officeDocument/2006/relationships/customXml" Target="../ink/ink277.xml"/><Relationship Id="rId11" Type="http://schemas.openxmlformats.org/officeDocument/2006/relationships/image" Target="../media/image281.png"/><Relationship Id="rId32" Type="http://schemas.openxmlformats.org/officeDocument/2006/relationships/customXml" Target="../ink/ink285.xml"/><Relationship Id="rId37" Type="http://schemas.openxmlformats.org/officeDocument/2006/relationships/image" Target="../media/image294.png"/><Relationship Id="rId53" Type="http://schemas.openxmlformats.org/officeDocument/2006/relationships/image" Target="../media/image302.png"/><Relationship Id="rId58" Type="http://schemas.openxmlformats.org/officeDocument/2006/relationships/customXml" Target="../ink/ink298.xml"/><Relationship Id="rId74" Type="http://schemas.openxmlformats.org/officeDocument/2006/relationships/customXml" Target="../ink/ink306.xml"/><Relationship Id="rId79" Type="http://schemas.openxmlformats.org/officeDocument/2006/relationships/image" Target="../media/image315.png"/><Relationship Id="rId5" Type="http://schemas.openxmlformats.org/officeDocument/2006/relationships/image" Target="../media/image278.png"/><Relationship Id="rId19" Type="http://schemas.openxmlformats.org/officeDocument/2006/relationships/image" Target="../media/image285.png"/><Relationship Id="rId14" Type="http://schemas.openxmlformats.org/officeDocument/2006/relationships/customXml" Target="../ink/ink276.xml"/><Relationship Id="rId22" Type="http://schemas.openxmlformats.org/officeDocument/2006/relationships/customXml" Target="../ink/ink280.xml"/><Relationship Id="rId27" Type="http://schemas.openxmlformats.org/officeDocument/2006/relationships/image" Target="../media/image289.png"/><Relationship Id="rId30" Type="http://schemas.openxmlformats.org/officeDocument/2006/relationships/customXml" Target="../ink/ink284.xml"/><Relationship Id="rId35" Type="http://schemas.openxmlformats.org/officeDocument/2006/relationships/image" Target="../media/image293.png"/><Relationship Id="rId43" Type="http://schemas.openxmlformats.org/officeDocument/2006/relationships/image" Target="../media/image297.png"/><Relationship Id="rId48" Type="http://schemas.openxmlformats.org/officeDocument/2006/relationships/customXml" Target="../ink/ink293.xml"/><Relationship Id="rId56" Type="http://schemas.openxmlformats.org/officeDocument/2006/relationships/customXml" Target="../ink/ink297.xml"/><Relationship Id="rId64" Type="http://schemas.openxmlformats.org/officeDocument/2006/relationships/customXml" Target="../ink/ink301.xml"/><Relationship Id="rId69" Type="http://schemas.openxmlformats.org/officeDocument/2006/relationships/image" Target="../media/image310.png"/><Relationship Id="rId77" Type="http://schemas.openxmlformats.org/officeDocument/2006/relationships/image" Target="../media/image314.png"/><Relationship Id="rId8" Type="http://schemas.openxmlformats.org/officeDocument/2006/relationships/customXml" Target="../ink/ink273.xml"/><Relationship Id="rId51" Type="http://schemas.openxmlformats.org/officeDocument/2006/relationships/image" Target="../media/image301.png"/><Relationship Id="rId72" Type="http://schemas.openxmlformats.org/officeDocument/2006/relationships/customXml" Target="../ink/ink305.xml"/><Relationship Id="rId80" Type="http://schemas.openxmlformats.org/officeDocument/2006/relationships/customXml" Target="../ink/ink309.xml"/><Relationship Id="rId85" Type="http://schemas.openxmlformats.org/officeDocument/2006/relationships/image" Target="../media/image318.png"/><Relationship Id="rId3" Type="http://schemas.openxmlformats.org/officeDocument/2006/relationships/image" Target="../media/image277.png"/><Relationship Id="rId12" Type="http://schemas.openxmlformats.org/officeDocument/2006/relationships/customXml" Target="../ink/ink275.xml"/><Relationship Id="rId17" Type="http://schemas.openxmlformats.org/officeDocument/2006/relationships/image" Target="../media/image284.png"/><Relationship Id="rId25" Type="http://schemas.openxmlformats.org/officeDocument/2006/relationships/image" Target="../media/image288.png"/><Relationship Id="rId33" Type="http://schemas.openxmlformats.org/officeDocument/2006/relationships/image" Target="../media/image292.png"/><Relationship Id="rId38" Type="http://schemas.openxmlformats.org/officeDocument/2006/relationships/customXml" Target="../ink/ink288.xml"/><Relationship Id="rId46" Type="http://schemas.openxmlformats.org/officeDocument/2006/relationships/customXml" Target="../ink/ink292.xml"/><Relationship Id="rId59" Type="http://schemas.openxmlformats.org/officeDocument/2006/relationships/image" Target="../media/image305.png"/><Relationship Id="rId67" Type="http://schemas.openxmlformats.org/officeDocument/2006/relationships/image" Target="../media/image309.png"/><Relationship Id="rId20" Type="http://schemas.openxmlformats.org/officeDocument/2006/relationships/customXml" Target="../ink/ink279.xml"/><Relationship Id="rId41" Type="http://schemas.openxmlformats.org/officeDocument/2006/relationships/image" Target="../media/image296.png"/><Relationship Id="rId54" Type="http://schemas.openxmlformats.org/officeDocument/2006/relationships/customXml" Target="../ink/ink296.xml"/><Relationship Id="rId62" Type="http://schemas.openxmlformats.org/officeDocument/2006/relationships/customXml" Target="../ink/ink300.xml"/><Relationship Id="rId70" Type="http://schemas.openxmlformats.org/officeDocument/2006/relationships/customXml" Target="../ink/ink304.xml"/><Relationship Id="rId75" Type="http://schemas.openxmlformats.org/officeDocument/2006/relationships/image" Target="../media/image313.png"/><Relationship Id="rId83" Type="http://schemas.openxmlformats.org/officeDocument/2006/relationships/image" Target="../media/image317.png"/><Relationship Id="rId1" Type="http://schemas.openxmlformats.org/officeDocument/2006/relationships/slideLayout" Target="../slideLayouts/slideLayout2.xml"/><Relationship Id="rId6" Type="http://schemas.openxmlformats.org/officeDocument/2006/relationships/customXml" Target="../ink/ink272.xml"/><Relationship Id="rId15" Type="http://schemas.openxmlformats.org/officeDocument/2006/relationships/image" Target="../media/image283.png"/><Relationship Id="rId23" Type="http://schemas.openxmlformats.org/officeDocument/2006/relationships/image" Target="../media/image287.png"/><Relationship Id="rId28" Type="http://schemas.openxmlformats.org/officeDocument/2006/relationships/customXml" Target="../ink/ink283.xml"/><Relationship Id="rId36" Type="http://schemas.openxmlformats.org/officeDocument/2006/relationships/customXml" Target="../ink/ink287.xml"/><Relationship Id="rId49" Type="http://schemas.openxmlformats.org/officeDocument/2006/relationships/image" Target="../media/image300.png"/><Relationship Id="rId57" Type="http://schemas.openxmlformats.org/officeDocument/2006/relationships/image" Target="../media/image304.png"/><Relationship Id="rId10" Type="http://schemas.openxmlformats.org/officeDocument/2006/relationships/customXml" Target="../ink/ink274.xml"/><Relationship Id="rId31" Type="http://schemas.openxmlformats.org/officeDocument/2006/relationships/image" Target="../media/image291.png"/><Relationship Id="rId44" Type="http://schemas.openxmlformats.org/officeDocument/2006/relationships/customXml" Target="../ink/ink291.xml"/><Relationship Id="rId52" Type="http://schemas.openxmlformats.org/officeDocument/2006/relationships/customXml" Target="../ink/ink295.xml"/><Relationship Id="rId60" Type="http://schemas.openxmlformats.org/officeDocument/2006/relationships/customXml" Target="../ink/ink299.xml"/><Relationship Id="rId65" Type="http://schemas.openxmlformats.org/officeDocument/2006/relationships/image" Target="../media/image308.png"/><Relationship Id="rId73" Type="http://schemas.openxmlformats.org/officeDocument/2006/relationships/image" Target="../media/image312.png"/><Relationship Id="rId78" Type="http://schemas.openxmlformats.org/officeDocument/2006/relationships/customXml" Target="../ink/ink308.xml"/><Relationship Id="rId81" Type="http://schemas.openxmlformats.org/officeDocument/2006/relationships/image" Target="../media/image316.png"/><Relationship Id="rId4" Type="http://schemas.openxmlformats.org/officeDocument/2006/relationships/customXml" Target="../ink/ink271.xml"/><Relationship Id="rId9" Type="http://schemas.openxmlformats.org/officeDocument/2006/relationships/image" Target="../media/image280.png"/><Relationship Id="rId13" Type="http://schemas.openxmlformats.org/officeDocument/2006/relationships/image" Target="../media/image282.png"/><Relationship Id="rId18" Type="http://schemas.openxmlformats.org/officeDocument/2006/relationships/customXml" Target="../ink/ink278.xml"/><Relationship Id="rId39" Type="http://schemas.openxmlformats.org/officeDocument/2006/relationships/image" Target="../media/image295.png"/><Relationship Id="rId34" Type="http://schemas.openxmlformats.org/officeDocument/2006/relationships/customXml" Target="../ink/ink286.xml"/><Relationship Id="rId50" Type="http://schemas.openxmlformats.org/officeDocument/2006/relationships/customXml" Target="../ink/ink294.xml"/><Relationship Id="rId55" Type="http://schemas.openxmlformats.org/officeDocument/2006/relationships/image" Target="../media/image303.png"/><Relationship Id="rId76" Type="http://schemas.openxmlformats.org/officeDocument/2006/relationships/customXml" Target="../ink/ink307.xml"/><Relationship Id="rId7" Type="http://schemas.openxmlformats.org/officeDocument/2006/relationships/image" Target="../media/image279.png"/><Relationship Id="rId71" Type="http://schemas.openxmlformats.org/officeDocument/2006/relationships/image" Target="../media/image311.png"/><Relationship Id="rId2" Type="http://schemas.openxmlformats.org/officeDocument/2006/relationships/customXml" Target="../ink/ink270.xml"/><Relationship Id="rId29" Type="http://schemas.openxmlformats.org/officeDocument/2006/relationships/image" Target="../media/image290.png"/><Relationship Id="rId24" Type="http://schemas.openxmlformats.org/officeDocument/2006/relationships/customXml" Target="../ink/ink281.xml"/><Relationship Id="rId40" Type="http://schemas.openxmlformats.org/officeDocument/2006/relationships/customXml" Target="../ink/ink289.xml"/><Relationship Id="rId45" Type="http://schemas.openxmlformats.org/officeDocument/2006/relationships/image" Target="../media/image298.png"/><Relationship Id="rId66" Type="http://schemas.openxmlformats.org/officeDocument/2006/relationships/customXml" Target="../ink/ink302.xml"/><Relationship Id="rId61" Type="http://schemas.openxmlformats.org/officeDocument/2006/relationships/image" Target="../media/image306.png"/><Relationship Id="rId82" Type="http://schemas.openxmlformats.org/officeDocument/2006/relationships/customXml" Target="../ink/ink310.xml"/></Relationships>
</file>

<file path=ppt/slides/_rels/slide13.xml.rels><?xml version="1.0" encoding="UTF-8" standalone="yes"?>
<Relationships xmlns="http://schemas.openxmlformats.org/package/2006/relationships"><Relationship Id="rId117" Type="http://schemas.openxmlformats.org/officeDocument/2006/relationships/image" Target="../media/image376.png"/><Relationship Id="rId299" Type="http://schemas.openxmlformats.org/officeDocument/2006/relationships/image" Target="../media/image467.png"/><Relationship Id="rId21" Type="http://schemas.openxmlformats.org/officeDocument/2006/relationships/image" Target="../media/image328.png"/><Relationship Id="rId63" Type="http://schemas.openxmlformats.org/officeDocument/2006/relationships/image" Target="../media/image349.png"/><Relationship Id="rId159" Type="http://schemas.openxmlformats.org/officeDocument/2006/relationships/image" Target="../media/image397.png"/><Relationship Id="rId170" Type="http://schemas.openxmlformats.org/officeDocument/2006/relationships/customXml" Target="../ink/ink396.xml"/><Relationship Id="rId226" Type="http://schemas.openxmlformats.org/officeDocument/2006/relationships/customXml" Target="../ink/ink424.xml"/><Relationship Id="rId268" Type="http://schemas.openxmlformats.org/officeDocument/2006/relationships/customXml" Target="../ink/ink445.xml"/><Relationship Id="rId32" Type="http://schemas.openxmlformats.org/officeDocument/2006/relationships/customXml" Target="../ink/ink327.xml"/><Relationship Id="rId74" Type="http://schemas.openxmlformats.org/officeDocument/2006/relationships/customXml" Target="../ink/ink348.xml"/><Relationship Id="rId128" Type="http://schemas.openxmlformats.org/officeDocument/2006/relationships/customXml" Target="../ink/ink375.xml"/><Relationship Id="rId5" Type="http://schemas.openxmlformats.org/officeDocument/2006/relationships/image" Target="../media/image320.png"/><Relationship Id="rId181" Type="http://schemas.openxmlformats.org/officeDocument/2006/relationships/image" Target="../media/image408.png"/><Relationship Id="rId237" Type="http://schemas.openxmlformats.org/officeDocument/2006/relationships/image" Target="../media/image436.png"/><Relationship Id="rId279" Type="http://schemas.openxmlformats.org/officeDocument/2006/relationships/image" Target="../media/image457.png"/><Relationship Id="rId43" Type="http://schemas.openxmlformats.org/officeDocument/2006/relationships/image" Target="../media/image339.png"/><Relationship Id="rId139" Type="http://schemas.openxmlformats.org/officeDocument/2006/relationships/image" Target="../media/image387.png"/><Relationship Id="rId290" Type="http://schemas.openxmlformats.org/officeDocument/2006/relationships/customXml" Target="../ink/ink456.xml"/><Relationship Id="rId304" Type="http://schemas.openxmlformats.org/officeDocument/2006/relationships/customXml" Target="../ink/ink463.xml"/><Relationship Id="rId85" Type="http://schemas.openxmlformats.org/officeDocument/2006/relationships/image" Target="../media/image360.png"/><Relationship Id="rId150" Type="http://schemas.openxmlformats.org/officeDocument/2006/relationships/customXml" Target="../ink/ink386.xml"/><Relationship Id="rId192" Type="http://schemas.openxmlformats.org/officeDocument/2006/relationships/customXml" Target="../ink/ink407.xml"/><Relationship Id="rId206" Type="http://schemas.openxmlformats.org/officeDocument/2006/relationships/customXml" Target="../ink/ink414.xml"/><Relationship Id="rId248" Type="http://schemas.openxmlformats.org/officeDocument/2006/relationships/customXml" Target="../ink/ink435.xml"/><Relationship Id="rId12" Type="http://schemas.openxmlformats.org/officeDocument/2006/relationships/customXml" Target="../ink/ink317.xml"/><Relationship Id="rId108" Type="http://schemas.openxmlformats.org/officeDocument/2006/relationships/customXml" Target="../ink/ink365.xml"/><Relationship Id="rId315" Type="http://schemas.openxmlformats.org/officeDocument/2006/relationships/image" Target="../media/image475.png"/><Relationship Id="rId54" Type="http://schemas.openxmlformats.org/officeDocument/2006/relationships/customXml" Target="../ink/ink338.xml"/><Relationship Id="rId96" Type="http://schemas.openxmlformats.org/officeDocument/2006/relationships/customXml" Target="../ink/ink359.xml"/><Relationship Id="rId161" Type="http://schemas.openxmlformats.org/officeDocument/2006/relationships/image" Target="../media/image398.png"/><Relationship Id="rId217" Type="http://schemas.openxmlformats.org/officeDocument/2006/relationships/image" Target="../media/image426.png"/><Relationship Id="rId259" Type="http://schemas.openxmlformats.org/officeDocument/2006/relationships/image" Target="../media/image447.png"/><Relationship Id="rId23" Type="http://schemas.openxmlformats.org/officeDocument/2006/relationships/image" Target="../media/image329.png"/><Relationship Id="rId119" Type="http://schemas.openxmlformats.org/officeDocument/2006/relationships/image" Target="../media/image377.png"/><Relationship Id="rId270" Type="http://schemas.openxmlformats.org/officeDocument/2006/relationships/customXml" Target="../ink/ink446.xml"/><Relationship Id="rId65" Type="http://schemas.openxmlformats.org/officeDocument/2006/relationships/image" Target="../media/image350.png"/><Relationship Id="rId130" Type="http://schemas.openxmlformats.org/officeDocument/2006/relationships/customXml" Target="../ink/ink376.xml"/><Relationship Id="rId172" Type="http://schemas.openxmlformats.org/officeDocument/2006/relationships/customXml" Target="../ink/ink397.xml"/><Relationship Id="rId228" Type="http://schemas.openxmlformats.org/officeDocument/2006/relationships/customXml" Target="../ink/ink425.xml"/><Relationship Id="rId13" Type="http://schemas.openxmlformats.org/officeDocument/2006/relationships/image" Target="../media/image324.png"/><Relationship Id="rId109" Type="http://schemas.openxmlformats.org/officeDocument/2006/relationships/image" Target="../media/image372.png"/><Relationship Id="rId260" Type="http://schemas.openxmlformats.org/officeDocument/2006/relationships/customXml" Target="../ink/ink441.xml"/><Relationship Id="rId281" Type="http://schemas.openxmlformats.org/officeDocument/2006/relationships/image" Target="../media/image458.png"/><Relationship Id="rId316" Type="http://schemas.openxmlformats.org/officeDocument/2006/relationships/customXml" Target="../ink/ink469.xml"/><Relationship Id="rId34" Type="http://schemas.openxmlformats.org/officeDocument/2006/relationships/customXml" Target="../ink/ink328.xml"/><Relationship Id="rId55" Type="http://schemas.openxmlformats.org/officeDocument/2006/relationships/image" Target="../media/image345.png"/><Relationship Id="rId76" Type="http://schemas.openxmlformats.org/officeDocument/2006/relationships/customXml" Target="../ink/ink349.xml"/><Relationship Id="rId97" Type="http://schemas.openxmlformats.org/officeDocument/2006/relationships/image" Target="../media/image366.png"/><Relationship Id="rId120" Type="http://schemas.openxmlformats.org/officeDocument/2006/relationships/customXml" Target="../ink/ink371.xml"/><Relationship Id="rId141" Type="http://schemas.openxmlformats.org/officeDocument/2006/relationships/image" Target="../media/image388.png"/><Relationship Id="rId7" Type="http://schemas.openxmlformats.org/officeDocument/2006/relationships/image" Target="../media/image321.png"/><Relationship Id="rId162" Type="http://schemas.openxmlformats.org/officeDocument/2006/relationships/customXml" Target="../ink/ink392.xml"/><Relationship Id="rId183" Type="http://schemas.openxmlformats.org/officeDocument/2006/relationships/image" Target="../media/image409.png"/><Relationship Id="rId218" Type="http://schemas.openxmlformats.org/officeDocument/2006/relationships/customXml" Target="../ink/ink420.xml"/><Relationship Id="rId239" Type="http://schemas.openxmlformats.org/officeDocument/2006/relationships/image" Target="../media/image437.png"/><Relationship Id="rId250" Type="http://schemas.openxmlformats.org/officeDocument/2006/relationships/customXml" Target="../ink/ink436.xml"/><Relationship Id="rId271" Type="http://schemas.openxmlformats.org/officeDocument/2006/relationships/image" Target="../media/image453.png"/><Relationship Id="rId292" Type="http://schemas.openxmlformats.org/officeDocument/2006/relationships/customXml" Target="../ink/ink457.xml"/><Relationship Id="rId306" Type="http://schemas.openxmlformats.org/officeDocument/2006/relationships/customXml" Target="../ink/ink464.xml"/><Relationship Id="rId24" Type="http://schemas.openxmlformats.org/officeDocument/2006/relationships/customXml" Target="../ink/ink323.xml"/><Relationship Id="rId45" Type="http://schemas.openxmlformats.org/officeDocument/2006/relationships/image" Target="../media/image340.png"/><Relationship Id="rId66" Type="http://schemas.openxmlformats.org/officeDocument/2006/relationships/customXml" Target="../ink/ink344.xml"/><Relationship Id="rId87" Type="http://schemas.openxmlformats.org/officeDocument/2006/relationships/image" Target="../media/image361.png"/><Relationship Id="rId110" Type="http://schemas.openxmlformats.org/officeDocument/2006/relationships/customXml" Target="../ink/ink366.xml"/><Relationship Id="rId131" Type="http://schemas.openxmlformats.org/officeDocument/2006/relationships/image" Target="../media/image383.png"/><Relationship Id="rId152" Type="http://schemas.openxmlformats.org/officeDocument/2006/relationships/customXml" Target="../ink/ink387.xml"/><Relationship Id="rId173" Type="http://schemas.openxmlformats.org/officeDocument/2006/relationships/image" Target="../media/image404.png"/><Relationship Id="rId194" Type="http://schemas.openxmlformats.org/officeDocument/2006/relationships/customXml" Target="../ink/ink408.xml"/><Relationship Id="rId208" Type="http://schemas.openxmlformats.org/officeDocument/2006/relationships/customXml" Target="../ink/ink415.xml"/><Relationship Id="rId229" Type="http://schemas.openxmlformats.org/officeDocument/2006/relationships/image" Target="../media/image432.png"/><Relationship Id="rId240" Type="http://schemas.openxmlformats.org/officeDocument/2006/relationships/customXml" Target="../ink/ink431.xml"/><Relationship Id="rId261" Type="http://schemas.openxmlformats.org/officeDocument/2006/relationships/image" Target="../media/image448.png"/><Relationship Id="rId14" Type="http://schemas.openxmlformats.org/officeDocument/2006/relationships/customXml" Target="../ink/ink318.xml"/><Relationship Id="rId35" Type="http://schemas.openxmlformats.org/officeDocument/2006/relationships/image" Target="../media/image335.png"/><Relationship Id="rId56" Type="http://schemas.openxmlformats.org/officeDocument/2006/relationships/customXml" Target="../ink/ink339.xml"/><Relationship Id="rId77" Type="http://schemas.openxmlformats.org/officeDocument/2006/relationships/image" Target="../media/image356.png"/><Relationship Id="rId100" Type="http://schemas.openxmlformats.org/officeDocument/2006/relationships/customXml" Target="../ink/ink361.xml"/><Relationship Id="rId282" Type="http://schemas.openxmlformats.org/officeDocument/2006/relationships/customXml" Target="../ink/ink452.xml"/><Relationship Id="rId317" Type="http://schemas.openxmlformats.org/officeDocument/2006/relationships/image" Target="../media/image476.png"/><Relationship Id="rId8" Type="http://schemas.openxmlformats.org/officeDocument/2006/relationships/customXml" Target="../ink/ink315.xml"/><Relationship Id="rId98" Type="http://schemas.openxmlformats.org/officeDocument/2006/relationships/customXml" Target="../ink/ink360.xml"/><Relationship Id="rId121" Type="http://schemas.openxmlformats.org/officeDocument/2006/relationships/image" Target="../media/image378.png"/><Relationship Id="rId142" Type="http://schemas.openxmlformats.org/officeDocument/2006/relationships/customXml" Target="../ink/ink382.xml"/><Relationship Id="rId163" Type="http://schemas.openxmlformats.org/officeDocument/2006/relationships/image" Target="../media/image399.png"/><Relationship Id="rId184" Type="http://schemas.openxmlformats.org/officeDocument/2006/relationships/customXml" Target="../ink/ink403.xml"/><Relationship Id="rId219" Type="http://schemas.openxmlformats.org/officeDocument/2006/relationships/image" Target="../media/image427.png"/><Relationship Id="rId230" Type="http://schemas.openxmlformats.org/officeDocument/2006/relationships/customXml" Target="../ink/ink426.xml"/><Relationship Id="rId251" Type="http://schemas.openxmlformats.org/officeDocument/2006/relationships/image" Target="../media/image443.png"/><Relationship Id="rId25" Type="http://schemas.openxmlformats.org/officeDocument/2006/relationships/image" Target="../media/image330.png"/><Relationship Id="rId46" Type="http://schemas.openxmlformats.org/officeDocument/2006/relationships/customXml" Target="../ink/ink334.xml"/><Relationship Id="rId67" Type="http://schemas.openxmlformats.org/officeDocument/2006/relationships/image" Target="../media/image351.png"/><Relationship Id="rId272" Type="http://schemas.openxmlformats.org/officeDocument/2006/relationships/customXml" Target="../ink/ink447.xml"/><Relationship Id="rId293" Type="http://schemas.openxmlformats.org/officeDocument/2006/relationships/image" Target="../media/image464.png"/><Relationship Id="rId307" Type="http://schemas.openxmlformats.org/officeDocument/2006/relationships/image" Target="../media/image471.png"/><Relationship Id="rId88" Type="http://schemas.openxmlformats.org/officeDocument/2006/relationships/customXml" Target="../ink/ink355.xml"/><Relationship Id="rId111" Type="http://schemas.openxmlformats.org/officeDocument/2006/relationships/image" Target="../media/image373.png"/><Relationship Id="rId132" Type="http://schemas.openxmlformats.org/officeDocument/2006/relationships/customXml" Target="../ink/ink377.xml"/><Relationship Id="rId153" Type="http://schemas.openxmlformats.org/officeDocument/2006/relationships/image" Target="../media/image394.png"/><Relationship Id="rId174" Type="http://schemas.openxmlformats.org/officeDocument/2006/relationships/customXml" Target="../ink/ink398.xml"/><Relationship Id="rId195" Type="http://schemas.openxmlformats.org/officeDocument/2006/relationships/image" Target="../media/image415.png"/><Relationship Id="rId209" Type="http://schemas.openxmlformats.org/officeDocument/2006/relationships/image" Target="../media/image422.png"/><Relationship Id="rId220" Type="http://schemas.openxmlformats.org/officeDocument/2006/relationships/customXml" Target="../ink/ink421.xml"/><Relationship Id="rId241" Type="http://schemas.openxmlformats.org/officeDocument/2006/relationships/image" Target="../media/image438.png"/><Relationship Id="rId15" Type="http://schemas.openxmlformats.org/officeDocument/2006/relationships/image" Target="../media/image325.png"/><Relationship Id="rId36" Type="http://schemas.openxmlformats.org/officeDocument/2006/relationships/customXml" Target="../ink/ink329.xml"/><Relationship Id="rId57" Type="http://schemas.openxmlformats.org/officeDocument/2006/relationships/image" Target="../media/image346.png"/><Relationship Id="rId262" Type="http://schemas.openxmlformats.org/officeDocument/2006/relationships/customXml" Target="../ink/ink442.xml"/><Relationship Id="rId283" Type="http://schemas.openxmlformats.org/officeDocument/2006/relationships/image" Target="../media/image459.png"/><Relationship Id="rId78" Type="http://schemas.openxmlformats.org/officeDocument/2006/relationships/customXml" Target="../ink/ink350.xml"/><Relationship Id="rId99" Type="http://schemas.openxmlformats.org/officeDocument/2006/relationships/image" Target="../media/image367.png"/><Relationship Id="rId101" Type="http://schemas.openxmlformats.org/officeDocument/2006/relationships/image" Target="../media/image368.png"/><Relationship Id="rId122" Type="http://schemas.openxmlformats.org/officeDocument/2006/relationships/customXml" Target="../ink/ink372.xml"/><Relationship Id="rId143" Type="http://schemas.openxmlformats.org/officeDocument/2006/relationships/image" Target="../media/image389.png"/><Relationship Id="rId164" Type="http://schemas.openxmlformats.org/officeDocument/2006/relationships/customXml" Target="../ink/ink393.xml"/><Relationship Id="rId185" Type="http://schemas.openxmlformats.org/officeDocument/2006/relationships/image" Target="../media/image410.png"/><Relationship Id="rId9" Type="http://schemas.openxmlformats.org/officeDocument/2006/relationships/image" Target="../media/image322.png"/><Relationship Id="rId210" Type="http://schemas.openxmlformats.org/officeDocument/2006/relationships/customXml" Target="../ink/ink416.xml"/><Relationship Id="rId26" Type="http://schemas.openxmlformats.org/officeDocument/2006/relationships/customXml" Target="../ink/ink324.xml"/><Relationship Id="rId231" Type="http://schemas.openxmlformats.org/officeDocument/2006/relationships/image" Target="../media/image433.png"/><Relationship Id="rId252" Type="http://schemas.openxmlformats.org/officeDocument/2006/relationships/customXml" Target="../ink/ink437.xml"/><Relationship Id="rId273" Type="http://schemas.openxmlformats.org/officeDocument/2006/relationships/image" Target="../media/image454.png"/><Relationship Id="rId294" Type="http://schemas.openxmlformats.org/officeDocument/2006/relationships/customXml" Target="../ink/ink458.xml"/><Relationship Id="rId308" Type="http://schemas.openxmlformats.org/officeDocument/2006/relationships/customXml" Target="../ink/ink465.xml"/><Relationship Id="rId47" Type="http://schemas.openxmlformats.org/officeDocument/2006/relationships/image" Target="../media/image341.png"/><Relationship Id="rId68" Type="http://schemas.openxmlformats.org/officeDocument/2006/relationships/customXml" Target="../ink/ink345.xml"/><Relationship Id="rId89" Type="http://schemas.openxmlformats.org/officeDocument/2006/relationships/image" Target="../media/image362.png"/><Relationship Id="rId112" Type="http://schemas.openxmlformats.org/officeDocument/2006/relationships/customXml" Target="../ink/ink367.xml"/><Relationship Id="rId133" Type="http://schemas.openxmlformats.org/officeDocument/2006/relationships/image" Target="../media/image384.png"/><Relationship Id="rId154" Type="http://schemas.openxmlformats.org/officeDocument/2006/relationships/customXml" Target="../ink/ink388.xml"/><Relationship Id="rId175" Type="http://schemas.openxmlformats.org/officeDocument/2006/relationships/image" Target="../media/image405.png"/><Relationship Id="rId196" Type="http://schemas.openxmlformats.org/officeDocument/2006/relationships/customXml" Target="../ink/ink409.xml"/><Relationship Id="rId200" Type="http://schemas.openxmlformats.org/officeDocument/2006/relationships/customXml" Target="../ink/ink411.xml"/><Relationship Id="rId16" Type="http://schemas.openxmlformats.org/officeDocument/2006/relationships/customXml" Target="../ink/ink319.xml"/><Relationship Id="rId221" Type="http://schemas.openxmlformats.org/officeDocument/2006/relationships/image" Target="../media/image428.png"/><Relationship Id="rId242" Type="http://schemas.openxmlformats.org/officeDocument/2006/relationships/customXml" Target="../ink/ink432.xml"/><Relationship Id="rId263" Type="http://schemas.openxmlformats.org/officeDocument/2006/relationships/image" Target="../media/image449.png"/><Relationship Id="rId284" Type="http://schemas.openxmlformats.org/officeDocument/2006/relationships/customXml" Target="../ink/ink453.xml"/><Relationship Id="rId37" Type="http://schemas.openxmlformats.org/officeDocument/2006/relationships/image" Target="../media/image336.png"/><Relationship Id="rId58" Type="http://schemas.openxmlformats.org/officeDocument/2006/relationships/customXml" Target="../ink/ink340.xml"/><Relationship Id="rId79" Type="http://schemas.openxmlformats.org/officeDocument/2006/relationships/image" Target="../media/image357.png"/><Relationship Id="rId102" Type="http://schemas.openxmlformats.org/officeDocument/2006/relationships/customXml" Target="../ink/ink362.xml"/><Relationship Id="rId123" Type="http://schemas.openxmlformats.org/officeDocument/2006/relationships/image" Target="../media/image379.png"/><Relationship Id="rId144" Type="http://schemas.openxmlformats.org/officeDocument/2006/relationships/customXml" Target="../ink/ink383.xml"/><Relationship Id="rId90" Type="http://schemas.openxmlformats.org/officeDocument/2006/relationships/customXml" Target="../ink/ink356.xml"/><Relationship Id="rId165" Type="http://schemas.openxmlformats.org/officeDocument/2006/relationships/image" Target="../media/image400.png"/><Relationship Id="rId186" Type="http://schemas.openxmlformats.org/officeDocument/2006/relationships/customXml" Target="../ink/ink404.xml"/><Relationship Id="rId211" Type="http://schemas.openxmlformats.org/officeDocument/2006/relationships/image" Target="../media/image423.png"/><Relationship Id="rId232" Type="http://schemas.openxmlformats.org/officeDocument/2006/relationships/customXml" Target="../ink/ink427.xml"/><Relationship Id="rId253" Type="http://schemas.openxmlformats.org/officeDocument/2006/relationships/image" Target="../media/image444.png"/><Relationship Id="rId274" Type="http://schemas.openxmlformats.org/officeDocument/2006/relationships/customXml" Target="../ink/ink448.xml"/><Relationship Id="rId295" Type="http://schemas.openxmlformats.org/officeDocument/2006/relationships/image" Target="../media/image465.png"/><Relationship Id="rId309" Type="http://schemas.openxmlformats.org/officeDocument/2006/relationships/image" Target="../media/image472.png"/><Relationship Id="rId27" Type="http://schemas.openxmlformats.org/officeDocument/2006/relationships/image" Target="../media/image331.png"/><Relationship Id="rId48" Type="http://schemas.openxmlformats.org/officeDocument/2006/relationships/customXml" Target="../ink/ink335.xml"/><Relationship Id="rId69" Type="http://schemas.openxmlformats.org/officeDocument/2006/relationships/image" Target="../media/image352.png"/><Relationship Id="rId113" Type="http://schemas.openxmlformats.org/officeDocument/2006/relationships/image" Target="../media/image374.png"/><Relationship Id="rId134" Type="http://schemas.openxmlformats.org/officeDocument/2006/relationships/customXml" Target="../ink/ink378.xml"/><Relationship Id="rId80" Type="http://schemas.openxmlformats.org/officeDocument/2006/relationships/customXml" Target="../ink/ink351.xml"/><Relationship Id="rId155" Type="http://schemas.openxmlformats.org/officeDocument/2006/relationships/image" Target="../media/image395.png"/><Relationship Id="rId176" Type="http://schemas.openxmlformats.org/officeDocument/2006/relationships/customXml" Target="../ink/ink399.xml"/><Relationship Id="rId197" Type="http://schemas.openxmlformats.org/officeDocument/2006/relationships/image" Target="../media/image416.png"/><Relationship Id="rId201" Type="http://schemas.openxmlformats.org/officeDocument/2006/relationships/image" Target="../media/image418.png"/><Relationship Id="rId222" Type="http://schemas.openxmlformats.org/officeDocument/2006/relationships/customXml" Target="../ink/ink422.xml"/><Relationship Id="rId243" Type="http://schemas.openxmlformats.org/officeDocument/2006/relationships/image" Target="../media/image439.png"/><Relationship Id="rId264" Type="http://schemas.openxmlformats.org/officeDocument/2006/relationships/customXml" Target="../ink/ink443.xml"/><Relationship Id="rId285" Type="http://schemas.openxmlformats.org/officeDocument/2006/relationships/image" Target="../media/image460.png"/><Relationship Id="rId17" Type="http://schemas.openxmlformats.org/officeDocument/2006/relationships/image" Target="../media/image326.png"/><Relationship Id="rId38" Type="http://schemas.openxmlformats.org/officeDocument/2006/relationships/customXml" Target="../ink/ink330.xml"/><Relationship Id="rId59" Type="http://schemas.openxmlformats.org/officeDocument/2006/relationships/image" Target="../media/image347.png"/><Relationship Id="rId103" Type="http://schemas.openxmlformats.org/officeDocument/2006/relationships/image" Target="../media/image369.png"/><Relationship Id="rId124" Type="http://schemas.openxmlformats.org/officeDocument/2006/relationships/customXml" Target="../ink/ink373.xml"/><Relationship Id="rId310" Type="http://schemas.openxmlformats.org/officeDocument/2006/relationships/customXml" Target="../ink/ink466.xml"/><Relationship Id="rId70" Type="http://schemas.openxmlformats.org/officeDocument/2006/relationships/customXml" Target="../ink/ink346.xml"/><Relationship Id="rId91" Type="http://schemas.openxmlformats.org/officeDocument/2006/relationships/image" Target="../media/image363.png"/><Relationship Id="rId145" Type="http://schemas.openxmlformats.org/officeDocument/2006/relationships/image" Target="../media/image390.png"/><Relationship Id="rId166" Type="http://schemas.openxmlformats.org/officeDocument/2006/relationships/customXml" Target="../ink/ink394.xml"/><Relationship Id="rId187" Type="http://schemas.openxmlformats.org/officeDocument/2006/relationships/image" Target="../media/image411.png"/><Relationship Id="rId1" Type="http://schemas.openxmlformats.org/officeDocument/2006/relationships/slideLayout" Target="../slideLayouts/slideLayout2.xml"/><Relationship Id="rId212" Type="http://schemas.openxmlformats.org/officeDocument/2006/relationships/customXml" Target="../ink/ink417.xml"/><Relationship Id="rId233" Type="http://schemas.openxmlformats.org/officeDocument/2006/relationships/image" Target="../media/image434.png"/><Relationship Id="rId254" Type="http://schemas.openxmlformats.org/officeDocument/2006/relationships/customXml" Target="../ink/ink438.xml"/><Relationship Id="rId28" Type="http://schemas.openxmlformats.org/officeDocument/2006/relationships/customXml" Target="../ink/ink325.xml"/><Relationship Id="rId49" Type="http://schemas.openxmlformats.org/officeDocument/2006/relationships/image" Target="../media/image342.png"/><Relationship Id="rId114" Type="http://schemas.openxmlformats.org/officeDocument/2006/relationships/customXml" Target="../ink/ink368.xml"/><Relationship Id="rId275" Type="http://schemas.openxmlformats.org/officeDocument/2006/relationships/image" Target="../media/image455.png"/><Relationship Id="rId296" Type="http://schemas.openxmlformats.org/officeDocument/2006/relationships/customXml" Target="../ink/ink459.xml"/><Relationship Id="rId300" Type="http://schemas.openxmlformats.org/officeDocument/2006/relationships/customXml" Target="../ink/ink461.xml"/><Relationship Id="rId60" Type="http://schemas.openxmlformats.org/officeDocument/2006/relationships/customXml" Target="../ink/ink341.xml"/><Relationship Id="rId81" Type="http://schemas.openxmlformats.org/officeDocument/2006/relationships/image" Target="../media/image358.png"/><Relationship Id="rId135" Type="http://schemas.openxmlformats.org/officeDocument/2006/relationships/image" Target="../media/image385.png"/><Relationship Id="rId156" Type="http://schemas.openxmlformats.org/officeDocument/2006/relationships/customXml" Target="../ink/ink389.xml"/><Relationship Id="rId177" Type="http://schemas.openxmlformats.org/officeDocument/2006/relationships/image" Target="../media/image406.png"/><Relationship Id="rId198" Type="http://schemas.openxmlformats.org/officeDocument/2006/relationships/customXml" Target="../ink/ink410.xml"/><Relationship Id="rId202" Type="http://schemas.openxmlformats.org/officeDocument/2006/relationships/customXml" Target="../ink/ink412.xml"/><Relationship Id="rId223" Type="http://schemas.openxmlformats.org/officeDocument/2006/relationships/image" Target="../media/image429.png"/><Relationship Id="rId244" Type="http://schemas.openxmlformats.org/officeDocument/2006/relationships/customXml" Target="../ink/ink433.xml"/><Relationship Id="rId18" Type="http://schemas.openxmlformats.org/officeDocument/2006/relationships/customXml" Target="../ink/ink320.xml"/><Relationship Id="rId39" Type="http://schemas.openxmlformats.org/officeDocument/2006/relationships/image" Target="../media/image337.png"/><Relationship Id="rId265" Type="http://schemas.openxmlformats.org/officeDocument/2006/relationships/image" Target="../media/image450.png"/><Relationship Id="rId286" Type="http://schemas.openxmlformats.org/officeDocument/2006/relationships/customXml" Target="../ink/ink454.xml"/><Relationship Id="rId50" Type="http://schemas.openxmlformats.org/officeDocument/2006/relationships/customXml" Target="../ink/ink336.xml"/><Relationship Id="rId104" Type="http://schemas.openxmlformats.org/officeDocument/2006/relationships/customXml" Target="../ink/ink363.xml"/><Relationship Id="rId125" Type="http://schemas.openxmlformats.org/officeDocument/2006/relationships/image" Target="../media/image380.png"/><Relationship Id="rId146" Type="http://schemas.openxmlformats.org/officeDocument/2006/relationships/customXml" Target="../ink/ink384.xml"/><Relationship Id="rId167" Type="http://schemas.openxmlformats.org/officeDocument/2006/relationships/image" Target="../media/image401.png"/><Relationship Id="rId188" Type="http://schemas.openxmlformats.org/officeDocument/2006/relationships/customXml" Target="../ink/ink405.xml"/><Relationship Id="rId311" Type="http://schemas.openxmlformats.org/officeDocument/2006/relationships/image" Target="../media/image473.png"/><Relationship Id="rId71" Type="http://schemas.openxmlformats.org/officeDocument/2006/relationships/image" Target="../media/image353.png"/><Relationship Id="rId92" Type="http://schemas.openxmlformats.org/officeDocument/2006/relationships/customXml" Target="../ink/ink357.xml"/><Relationship Id="rId213" Type="http://schemas.openxmlformats.org/officeDocument/2006/relationships/image" Target="../media/image424.png"/><Relationship Id="rId234" Type="http://schemas.openxmlformats.org/officeDocument/2006/relationships/customXml" Target="../ink/ink428.xml"/><Relationship Id="rId2" Type="http://schemas.openxmlformats.org/officeDocument/2006/relationships/customXml" Target="../ink/ink312.xml"/><Relationship Id="rId29" Type="http://schemas.openxmlformats.org/officeDocument/2006/relationships/image" Target="../media/image332.png"/><Relationship Id="rId255" Type="http://schemas.openxmlformats.org/officeDocument/2006/relationships/image" Target="../media/image445.png"/><Relationship Id="rId276" Type="http://schemas.openxmlformats.org/officeDocument/2006/relationships/customXml" Target="../ink/ink449.xml"/><Relationship Id="rId297" Type="http://schemas.openxmlformats.org/officeDocument/2006/relationships/image" Target="../media/image466.png"/><Relationship Id="rId40" Type="http://schemas.openxmlformats.org/officeDocument/2006/relationships/customXml" Target="../ink/ink331.xml"/><Relationship Id="rId115" Type="http://schemas.openxmlformats.org/officeDocument/2006/relationships/image" Target="../media/image375.png"/><Relationship Id="rId136" Type="http://schemas.openxmlformats.org/officeDocument/2006/relationships/customXml" Target="../ink/ink379.xml"/><Relationship Id="rId157" Type="http://schemas.openxmlformats.org/officeDocument/2006/relationships/image" Target="../media/image396.png"/><Relationship Id="rId178" Type="http://schemas.openxmlformats.org/officeDocument/2006/relationships/customXml" Target="../ink/ink400.xml"/><Relationship Id="rId301" Type="http://schemas.openxmlformats.org/officeDocument/2006/relationships/image" Target="../media/image468.png"/><Relationship Id="rId61" Type="http://schemas.openxmlformats.org/officeDocument/2006/relationships/image" Target="../media/image348.png"/><Relationship Id="rId82" Type="http://schemas.openxmlformats.org/officeDocument/2006/relationships/customXml" Target="../ink/ink352.xml"/><Relationship Id="rId199" Type="http://schemas.openxmlformats.org/officeDocument/2006/relationships/image" Target="../media/image417.png"/><Relationship Id="rId203" Type="http://schemas.openxmlformats.org/officeDocument/2006/relationships/image" Target="../media/image419.png"/><Relationship Id="rId19" Type="http://schemas.openxmlformats.org/officeDocument/2006/relationships/image" Target="../media/image327.png"/><Relationship Id="rId224" Type="http://schemas.openxmlformats.org/officeDocument/2006/relationships/customXml" Target="../ink/ink423.xml"/><Relationship Id="rId245" Type="http://schemas.openxmlformats.org/officeDocument/2006/relationships/image" Target="../media/image440.png"/><Relationship Id="rId266" Type="http://schemas.openxmlformats.org/officeDocument/2006/relationships/customXml" Target="../ink/ink444.xml"/><Relationship Id="rId287" Type="http://schemas.openxmlformats.org/officeDocument/2006/relationships/image" Target="../media/image461.png"/><Relationship Id="rId30" Type="http://schemas.openxmlformats.org/officeDocument/2006/relationships/customXml" Target="../ink/ink326.xml"/><Relationship Id="rId105" Type="http://schemas.openxmlformats.org/officeDocument/2006/relationships/image" Target="../media/image370.png"/><Relationship Id="rId126" Type="http://schemas.openxmlformats.org/officeDocument/2006/relationships/customXml" Target="../ink/ink374.xml"/><Relationship Id="rId147" Type="http://schemas.openxmlformats.org/officeDocument/2006/relationships/image" Target="../media/image391.png"/><Relationship Id="rId168" Type="http://schemas.openxmlformats.org/officeDocument/2006/relationships/customXml" Target="../ink/ink395.xml"/><Relationship Id="rId312" Type="http://schemas.openxmlformats.org/officeDocument/2006/relationships/customXml" Target="../ink/ink467.xml"/><Relationship Id="rId51" Type="http://schemas.openxmlformats.org/officeDocument/2006/relationships/image" Target="../media/image343.png"/><Relationship Id="rId72" Type="http://schemas.openxmlformats.org/officeDocument/2006/relationships/customXml" Target="../ink/ink347.xml"/><Relationship Id="rId93" Type="http://schemas.openxmlformats.org/officeDocument/2006/relationships/image" Target="../media/image364.png"/><Relationship Id="rId189" Type="http://schemas.openxmlformats.org/officeDocument/2006/relationships/image" Target="../media/image412.png"/><Relationship Id="rId3" Type="http://schemas.openxmlformats.org/officeDocument/2006/relationships/image" Target="../media/image319.png"/><Relationship Id="rId214" Type="http://schemas.openxmlformats.org/officeDocument/2006/relationships/customXml" Target="../ink/ink418.xml"/><Relationship Id="rId235" Type="http://schemas.openxmlformats.org/officeDocument/2006/relationships/image" Target="../media/image435.png"/><Relationship Id="rId256" Type="http://schemas.openxmlformats.org/officeDocument/2006/relationships/customXml" Target="../ink/ink439.xml"/><Relationship Id="rId277" Type="http://schemas.openxmlformats.org/officeDocument/2006/relationships/image" Target="../media/image456.png"/><Relationship Id="rId298" Type="http://schemas.openxmlformats.org/officeDocument/2006/relationships/customXml" Target="../ink/ink460.xml"/><Relationship Id="rId116" Type="http://schemas.openxmlformats.org/officeDocument/2006/relationships/customXml" Target="../ink/ink369.xml"/><Relationship Id="rId137" Type="http://schemas.openxmlformats.org/officeDocument/2006/relationships/image" Target="../media/image386.png"/><Relationship Id="rId158" Type="http://schemas.openxmlformats.org/officeDocument/2006/relationships/customXml" Target="../ink/ink390.xml"/><Relationship Id="rId302" Type="http://schemas.openxmlformats.org/officeDocument/2006/relationships/customXml" Target="../ink/ink462.xml"/><Relationship Id="rId20" Type="http://schemas.openxmlformats.org/officeDocument/2006/relationships/customXml" Target="../ink/ink321.xml"/><Relationship Id="rId41" Type="http://schemas.openxmlformats.org/officeDocument/2006/relationships/image" Target="../media/image338.png"/><Relationship Id="rId62" Type="http://schemas.openxmlformats.org/officeDocument/2006/relationships/customXml" Target="../ink/ink342.xml"/><Relationship Id="rId83" Type="http://schemas.openxmlformats.org/officeDocument/2006/relationships/image" Target="../media/image359.png"/><Relationship Id="rId179" Type="http://schemas.openxmlformats.org/officeDocument/2006/relationships/image" Target="../media/image407.png"/><Relationship Id="rId190" Type="http://schemas.openxmlformats.org/officeDocument/2006/relationships/customXml" Target="../ink/ink406.xml"/><Relationship Id="rId204" Type="http://schemas.openxmlformats.org/officeDocument/2006/relationships/customXml" Target="../ink/ink413.xml"/><Relationship Id="rId225" Type="http://schemas.openxmlformats.org/officeDocument/2006/relationships/image" Target="../media/image430.png"/><Relationship Id="rId246" Type="http://schemas.openxmlformats.org/officeDocument/2006/relationships/customXml" Target="../ink/ink434.xml"/><Relationship Id="rId267" Type="http://schemas.openxmlformats.org/officeDocument/2006/relationships/image" Target="../media/image451.png"/><Relationship Id="rId288" Type="http://schemas.openxmlformats.org/officeDocument/2006/relationships/customXml" Target="../ink/ink455.xml"/><Relationship Id="rId106" Type="http://schemas.openxmlformats.org/officeDocument/2006/relationships/customXml" Target="../ink/ink364.xml"/><Relationship Id="rId127" Type="http://schemas.openxmlformats.org/officeDocument/2006/relationships/image" Target="../media/image381.png"/><Relationship Id="rId313" Type="http://schemas.openxmlformats.org/officeDocument/2006/relationships/image" Target="../media/image474.png"/><Relationship Id="rId10" Type="http://schemas.openxmlformats.org/officeDocument/2006/relationships/customXml" Target="../ink/ink316.xml"/><Relationship Id="rId31" Type="http://schemas.openxmlformats.org/officeDocument/2006/relationships/image" Target="../media/image333.png"/><Relationship Id="rId52" Type="http://schemas.openxmlformats.org/officeDocument/2006/relationships/customXml" Target="../ink/ink337.xml"/><Relationship Id="rId73" Type="http://schemas.openxmlformats.org/officeDocument/2006/relationships/image" Target="../media/image354.png"/><Relationship Id="rId94" Type="http://schemas.openxmlformats.org/officeDocument/2006/relationships/customXml" Target="../ink/ink358.xml"/><Relationship Id="rId148" Type="http://schemas.openxmlformats.org/officeDocument/2006/relationships/customXml" Target="../ink/ink385.xml"/><Relationship Id="rId169" Type="http://schemas.openxmlformats.org/officeDocument/2006/relationships/image" Target="../media/image402.png"/><Relationship Id="rId4" Type="http://schemas.openxmlformats.org/officeDocument/2006/relationships/customXml" Target="../ink/ink313.xml"/><Relationship Id="rId180" Type="http://schemas.openxmlformats.org/officeDocument/2006/relationships/customXml" Target="../ink/ink401.xml"/><Relationship Id="rId215" Type="http://schemas.openxmlformats.org/officeDocument/2006/relationships/image" Target="../media/image425.png"/><Relationship Id="rId236" Type="http://schemas.openxmlformats.org/officeDocument/2006/relationships/customXml" Target="../ink/ink429.xml"/><Relationship Id="rId257" Type="http://schemas.openxmlformats.org/officeDocument/2006/relationships/image" Target="../media/image446.png"/><Relationship Id="rId278" Type="http://schemas.openxmlformats.org/officeDocument/2006/relationships/customXml" Target="../ink/ink450.xml"/><Relationship Id="rId303" Type="http://schemas.openxmlformats.org/officeDocument/2006/relationships/image" Target="../media/image469.png"/><Relationship Id="rId42" Type="http://schemas.openxmlformats.org/officeDocument/2006/relationships/customXml" Target="../ink/ink332.xml"/><Relationship Id="rId84" Type="http://schemas.openxmlformats.org/officeDocument/2006/relationships/customXml" Target="../ink/ink353.xml"/><Relationship Id="rId138" Type="http://schemas.openxmlformats.org/officeDocument/2006/relationships/customXml" Target="../ink/ink380.xml"/><Relationship Id="rId191" Type="http://schemas.openxmlformats.org/officeDocument/2006/relationships/image" Target="../media/image413.png"/><Relationship Id="rId205" Type="http://schemas.openxmlformats.org/officeDocument/2006/relationships/image" Target="../media/image420.png"/><Relationship Id="rId247" Type="http://schemas.openxmlformats.org/officeDocument/2006/relationships/image" Target="../media/image441.png"/><Relationship Id="rId107" Type="http://schemas.openxmlformats.org/officeDocument/2006/relationships/image" Target="../media/image371.png"/><Relationship Id="rId289" Type="http://schemas.openxmlformats.org/officeDocument/2006/relationships/image" Target="../media/image462.png"/><Relationship Id="rId11" Type="http://schemas.openxmlformats.org/officeDocument/2006/relationships/image" Target="../media/image323.png"/><Relationship Id="rId53" Type="http://schemas.openxmlformats.org/officeDocument/2006/relationships/image" Target="../media/image344.png"/><Relationship Id="rId149" Type="http://schemas.openxmlformats.org/officeDocument/2006/relationships/image" Target="../media/image392.png"/><Relationship Id="rId314" Type="http://schemas.openxmlformats.org/officeDocument/2006/relationships/customXml" Target="../ink/ink468.xml"/><Relationship Id="rId95" Type="http://schemas.openxmlformats.org/officeDocument/2006/relationships/image" Target="../media/image365.png"/><Relationship Id="rId160" Type="http://schemas.openxmlformats.org/officeDocument/2006/relationships/customXml" Target="../ink/ink391.xml"/><Relationship Id="rId216" Type="http://schemas.openxmlformats.org/officeDocument/2006/relationships/customXml" Target="../ink/ink419.xml"/><Relationship Id="rId258" Type="http://schemas.openxmlformats.org/officeDocument/2006/relationships/customXml" Target="../ink/ink440.xml"/><Relationship Id="rId22" Type="http://schemas.openxmlformats.org/officeDocument/2006/relationships/customXml" Target="../ink/ink322.xml"/><Relationship Id="rId64" Type="http://schemas.openxmlformats.org/officeDocument/2006/relationships/customXml" Target="../ink/ink343.xml"/><Relationship Id="rId118" Type="http://schemas.openxmlformats.org/officeDocument/2006/relationships/customXml" Target="../ink/ink370.xml"/><Relationship Id="rId171" Type="http://schemas.openxmlformats.org/officeDocument/2006/relationships/image" Target="../media/image403.png"/><Relationship Id="rId227" Type="http://schemas.openxmlformats.org/officeDocument/2006/relationships/image" Target="../media/image431.png"/><Relationship Id="rId269" Type="http://schemas.openxmlformats.org/officeDocument/2006/relationships/image" Target="../media/image452.png"/><Relationship Id="rId33" Type="http://schemas.openxmlformats.org/officeDocument/2006/relationships/image" Target="../media/image334.png"/><Relationship Id="rId129" Type="http://schemas.openxmlformats.org/officeDocument/2006/relationships/image" Target="../media/image382.png"/><Relationship Id="rId280" Type="http://schemas.openxmlformats.org/officeDocument/2006/relationships/customXml" Target="../ink/ink451.xml"/><Relationship Id="rId75" Type="http://schemas.openxmlformats.org/officeDocument/2006/relationships/image" Target="../media/image355.png"/><Relationship Id="rId140" Type="http://schemas.openxmlformats.org/officeDocument/2006/relationships/customXml" Target="../ink/ink381.xml"/><Relationship Id="rId182" Type="http://schemas.openxmlformats.org/officeDocument/2006/relationships/customXml" Target="../ink/ink402.xml"/><Relationship Id="rId6" Type="http://schemas.openxmlformats.org/officeDocument/2006/relationships/customXml" Target="../ink/ink314.xml"/><Relationship Id="rId238" Type="http://schemas.openxmlformats.org/officeDocument/2006/relationships/customXml" Target="../ink/ink430.xml"/><Relationship Id="rId291" Type="http://schemas.openxmlformats.org/officeDocument/2006/relationships/image" Target="../media/image463.png"/><Relationship Id="rId305" Type="http://schemas.openxmlformats.org/officeDocument/2006/relationships/image" Target="../media/image470.png"/><Relationship Id="rId44" Type="http://schemas.openxmlformats.org/officeDocument/2006/relationships/customXml" Target="../ink/ink333.xml"/><Relationship Id="rId86" Type="http://schemas.openxmlformats.org/officeDocument/2006/relationships/customXml" Target="../ink/ink354.xml"/><Relationship Id="rId151" Type="http://schemas.openxmlformats.org/officeDocument/2006/relationships/image" Target="../media/image393.png"/><Relationship Id="rId193" Type="http://schemas.openxmlformats.org/officeDocument/2006/relationships/image" Target="../media/image414.png"/><Relationship Id="rId207" Type="http://schemas.openxmlformats.org/officeDocument/2006/relationships/image" Target="../media/image421.png"/><Relationship Id="rId249" Type="http://schemas.openxmlformats.org/officeDocument/2006/relationships/image" Target="../media/image442.png"/></Relationships>
</file>

<file path=ppt/slides/_rels/slide14.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478.png"/><Relationship Id="rId4" Type="http://schemas.openxmlformats.org/officeDocument/2006/relationships/image" Target="../media/image47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478.png"/><Relationship Id="rId4" Type="http://schemas.openxmlformats.org/officeDocument/2006/relationships/image" Target="../media/image477.png"/></Relationships>
</file>

<file path=ppt/slides/_rels/slide22.xml.rels><?xml version="1.0" encoding="UTF-8" standalone="yes"?>
<Relationships xmlns="http://schemas.openxmlformats.org/package/2006/relationships"><Relationship Id="rId2" Type="http://schemas.openxmlformats.org/officeDocument/2006/relationships/image" Target="../media/image479.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480.png"/><Relationship Id="rId4" Type="http://schemas.openxmlformats.org/officeDocument/2006/relationships/hyperlink" Target="http://www.dribbble.com/"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486.jpeg"/><Relationship Id="rId3" Type="http://schemas.openxmlformats.org/officeDocument/2006/relationships/image" Target="../media/image481.jpeg"/><Relationship Id="rId7" Type="http://schemas.openxmlformats.org/officeDocument/2006/relationships/image" Target="../media/image485.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84.tiff"/><Relationship Id="rId5" Type="http://schemas.openxmlformats.org/officeDocument/2006/relationships/image" Target="../media/image483.tiff"/><Relationship Id="rId4" Type="http://schemas.openxmlformats.org/officeDocument/2006/relationships/image" Target="../media/image482.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257403" y="1320729"/>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257403" y="307645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257403" y="483217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922089" y="1573742"/>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Working with Microservices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922089" y="3329461"/>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5"/>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Scaling</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922089" y="5085184"/>
            <a:ext cx="4344645" cy="922336"/>
            <a:chOff x="1395616" y="871285"/>
            <a:chExt cx="4206175"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617371" cy="319585"/>
            </a:xfrm>
            <a:prstGeom prst="rect">
              <a:avLst/>
            </a:prstGeom>
            <a:noFill/>
          </p:spPr>
          <p:txBody>
            <a:bodyPr wrap="square" lIns="0" tIns="0" rIns="0" bIns="0" rtlCol="0" anchor="ctr">
              <a:spAutoFit/>
            </a:bodyPr>
            <a:lstStyle/>
            <a:p>
              <a:r>
                <a:rPr lang="en-US" sz="1800" kern="0">
                  <a:solidFill>
                    <a:schemeClr val="bg1"/>
                  </a:solidFill>
                  <a:latin typeface="Segoe UI" panose="020B0502040204020203" pitchFamily="34" charset="0"/>
                  <a:ea typeface="Calibri Light" charset="0"/>
                  <a:cs typeface="Segoe UI" panose="020B0502040204020203" pitchFamily="34" charset="0"/>
                </a:rPr>
                <a:t>Basics of Node JS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a:t>
            </a:r>
            <a:r>
              <a:rPr lang="en-US">
                <a:solidFill>
                  <a:schemeClr val="bg1"/>
                </a:solidFill>
                <a:latin typeface="Cooper Black" panose="0208090404030B020404" pitchFamily="18" charset="0"/>
              </a:rPr>
              <a:t>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Under the hood</a:t>
            </a:r>
          </a:p>
        </p:txBody>
      </p:sp>
      <p:pic>
        <p:nvPicPr>
          <p:cNvPr id="3" name="Picture 2">
            <a:extLst>
              <a:ext uri="{FF2B5EF4-FFF2-40B4-BE49-F238E27FC236}">
                <a16:creationId xmlns:a16="http://schemas.microsoft.com/office/drawing/2014/main" id="{684A4760-C74E-7126-049D-F0F0F5F0E17D}"/>
              </a:ext>
            </a:extLst>
          </p:cNvPr>
          <p:cNvPicPr>
            <a:picLocks noChangeAspect="1"/>
          </p:cNvPicPr>
          <p:nvPr/>
        </p:nvPicPr>
        <p:blipFill>
          <a:blip r:embed="rId2"/>
          <a:stretch>
            <a:fillRect/>
          </a:stretch>
        </p:blipFill>
        <p:spPr>
          <a:xfrm>
            <a:off x="693812" y="1196752"/>
            <a:ext cx="10230393" cy="5005294"/>
          </a:xfrm>
          <a:prstGeom prst="rect">
            <a:avLst/>
          </a:prstGeom>
        </p:spPr>
      </p:pic>
    </p:spTree>
    <p:extLst>
      <p:ext uri="{BB962C8B-B14F-4D97-AF65-F5344CB8AC3E}">
        <p14:creationId xmlns:p14="http://schemas.microsoft.com/office/powerpoint/2010/main" val="72855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Micro Service Architecture</a:t>
            </a:r>
          </a:p>
        </p:txBody>
      </p:sp>
      <p:sp>
        <p:nvSpPr>
          <p:cNvPr id="3" name="TextBox 2">
            <a:extLst>
              <a:ext uri="{FF2B5EF4-FFF2-40B4-BE49-F238E27FC236}">
                <a16:creationId xmlns:a16="http://schemas.microsoft.com/office/drawing/2014/main" id="{6B46F0C4-CAEF-2FAE-6F66-A0938CABF11C}"/>
              </a:ext>
            </a:extLst>
          </p:cNvPr>
          <p:cNvSpPr txBox="1"/>
          <p:nvPr/>
        </p:nvSpPr>
        <p:spPr>
          <a:xfrm>
            <a:off x="189756" y="1148458"/>
            <a:ext cx="7280328" cy="3200876"/>
          </a:xfrm>
          <a:prstGeom prst="rect">
            <a:avLst/>
          </a:prstGeom>
          <a:noFill/>
        </p:spPr>
        <p:txBody>
          <a:bodyPr wrap="square" rtlCol="0">
            <a:spAutoFit/>
          </a:bodyPr>
          <a:lstStyle/>
          <a:p>
            <a:pPr defTabSz="914400">
              <a:spcBef>
                <a:spcPts val="300"/>
              </a:spcBef>
              <a:spcAft>
                <a:spcPts val="300"/>
              </a:spcAft>
            </a:pPr>
            <a:r>
              <a:rPr lang="en-US" sz="1800" dirty="0">
                <a:solidFill>
                  <a:schemeClr val="bg1"/>
                </a:solidFill>
                <a:latin typeface="Arial" panose="020B0604020202020204" pitchFamily="34" charset="0"/>
              </a:rPr>
              <a:t>Characteristics of the traditional model</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SAP systems are one large logical system with a single (SQL) DB</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Transactional consistency for all data is guaranteed</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Big, infrequent releases with high risk</a:t>
            </a:r>
          </a:p>
          <a:p>
            <a:pPr defTabSz="914400">
              <a:spcBef>
                <a:spcPts val="300"/>
              </a:spcBef>
              <a:spcAft>
                <a:spcPts val="300"/>
              </a:spcAft>
            </a:pPr>
            <a:r>
              <a:rPr lang="en-US" sz="1800" dirty="0">
                <a:solidFill>
                  <a:schemeClr val="bg1"/>
                </a:solidFill>
                <a:latin typeface="Arial" panose="020B0604020202020204" pitchFamily="34" charset="0"/>
              </a:rPr>
              <a:t>Hard to apply cloud requirements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Monolith must be built, tested, deployed, and scaled as a whole</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Vertical scaling* is limited, cost is non-linear</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Systems often poorly utilized (dev-test, non-peak-times)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High availability setup requires almost double the infrastructure</a:t>
            </a:r>
            <a:endParaRPr lang="en-US" dirty="0">
              <a:solidFill>
                <a:schemeClr val="bg1"/>
              </a:solidFill>
              <a:latin typeface="Arial"/>
            </a:endParaRPr>
          </a:p>
        </p:txBody>
      </p:sp>
      <p:pic>
        <p:nvPicPr>
          <p:cNvPr id="4" name="Picture 3">
            <a:extLst>
              <a:ext uri="{FF2B5EF4-FFF2-40B4-BE49-F238E27FC236}">
                <a16:creationId xmlns:a16="http://schemas.microsoft.com/office/drawing/2014/main" id="{41C72253-0E4B-D1B3-5E5D-58873937ED3D}"/>
              </a:ext>
            </a:extLst>
          </p:cNvPr>
          <p:cNvPicPr>
            <a:picLocks noChangeAspect="1"/>
          </p:cNvPicPr>
          <p:nvPr/>
        </p:nvPicPr>
        <p:blipFill>
          <a:blip r:embed="rId2"/>
          <a:stretch>
            <a:fillRect/>
          </a:stretch>
        </p:blipFill>
        <p:spPr>
          <a:xfrm>
            <a:off x="8865308" y="1453313"/>
            <a:ext cx="2293819" cy="2758679"/>
          </a:xfrm>
          <a:prstGeom prst="rect">
            <a:avLst/>
          </a:prstGeom>
        </p:spPr>
      </p:pic>
      <p:sp>
        <p:nvSpPr>
          <p:cNvPr id="5" name="TextBox 4">
            <a:extLst>
              <a:ext uri="{FF2B5EF4-FFF2-40B4-BE49-F238E27FC236}">
                <a16:creationId xmlns:a16="http://schemas.microsoft.com/office/drawing/2014/main" id="{31E330A4-D61C-27E3-CBEC-3967F0681B93}"/>
              </a:ext>
            </a:extLst>
          </p:cNvPr>
          <p:cNvSpPr txBox="1"/>
          <p:nvPr/>
        </p:nvSpPr>
        <p:spPr>
          <a:xfrm>
            <a:off x="0" y="4712868"/>
            <a:ext cx="12192000" cy="1200329"/>
          </a:xfrm>
          <a:prstGeom prst="rect">
            <a:avLst/>
          </a:prstGeom>
          <a:solidFill>
            <a:srgbClr val="5B9BD5"/>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rgbClr val="FFFFFF"/>
                </a:solidFill>
                <a:effectLst/>
                <a:uLnTx/>
                <a:uFillTx/>
                <a:latin typeface="Arial-ItalicMT"/>
              </a:rPr>
              <a:t>“Microservice architecture is an approach to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developing a single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application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as a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suite of small services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each running in its own process 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communicating with lightweight mechanisms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often an HTTP REST API. These services are built around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business capabilities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independently deployable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by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fully automated deployment </a:t>
            </a:r>
            <a:r>
              <a:rPr kumimoji="0" lang="en-US" sz="1800" b="0" i="1" u="none" strike="noStrike" kern="0" cap="none" spc="0" normalizeH="0" baseline="0" noProof="0" dirty="0">
                <a:ln>
                  <a:noFill/>
                </a:ln>
                <a:solidFill>
                  <a:srgbClr val="FFFFFF"/>
                </a:solidFill>
                <a:effectLst/>
                <a:uLnTx/>
                <a:uFillTx/>
                <a:latin typeface="Arial-ItalicMT"/>
              </a:rPr>
              <a:t>machinery.” </a:t>
            </a:r>
            <a:endParaRPr kumimoji="0" lang="en-US" sz="1800" b="0" i="0" u="none" strike="noStrike" kern="0" cap="none" spc="0" normalizeH="0" baseline="0" noProof="0" dirty="0">
              <a:ln>
                <a:noFill/>
              </a:ln>
              <a:solidFill>
                <a:srgbClr val="FFFFFF"/>
              </a:solidFill>
              <a:effectLst/>
              <a:uLnTx/>
              <a:uFillTx/>
              <a:latin typeface="Arial"/>
            </a:endParaRPr>
          </a:p>
        </p:txBody>
      </p:sp>
    </p:spTree>
    <p:extLst>
      <p:ext uri="{BB962C8B-B14F-4D97-AF65-F5344CB8AC3E}">
        <p14:creationId xmlns:p14="http://schemas.microsoft.com/office/powerpoint/2010/main" val="5909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Advantage of Microservices</a:t>
            </a:r>
          </a:p>
        </p:txBody>
      </p:sp>
      <p:sp>
        <p:nvSpPr>
          <p:cNvPr id="3" name="TextBox 2">
            <a:extLst>
              <a:ext uri="{FF2B5EF4-FFF2-40B4-BE49-F238E27FC236}">
                <a16:creationId xmlns:a16="http://schemas.microsoft.com/office/drawing/2014/main" id="{6662F91A-002F-E92F-75AE-69250A955D1B}"/>
              </a:ext>
            </a:extLst>
          </p:cNvPr>
          <p:cNvSpPr txBox="1"/>
          <p:nvPr/>
        </p:nvSpPr>
        <p:spPr>
          <a:xfrm>
            <a:off x="655321" y="1199418"/>
            <a:ext cx="11696243" cy="1200329"/>
          </a:xfrm>
          <a:prstGeom prst="rect">
            <a:avLst/>
          </a:prstGeom>
          <a:noFill/>
        </p:spPr>
        <p:txBody>
          <a:bodyPr wrap="square" rtlCol="0">
            <a:spAutoFit/>
          </a:bodyPr>
          <a:lstStyle/>
          <a:p>
            <a:pPr defTabSz="914400"/>
            <a:r>
              <a:rPr lang="en-US" sz="1800" dirty="0">
                <a:solidFill>
                  <a:schemeClr val="bg1"/>
                </a:solidFill>
                <a:latin typeface="Arial" panose="020B0604020202020204" pitchFamily="34" charset="0"/>
              </a:rPr>
              <a:t>Each microservice runs in a </a:t>
            </a:r>
            <a:r>
              <a:rPr lang="en-US" sz="1800" b="1" dirty="0">
                <a:solidFill>
                  <a:schemeClr val="bg1"/>
                </a:solidFill>
                <a:latin typeface="Arial" panose="020B0604020202020204" pitchFamily="34" charset="0"/>
              </a:rPr>
              <a:t>separate process / container</a:t>
            </a:r>
            <a:r>
              <a:rPr lang="en-US" sz="1800" dirty="0">
                <a:solidFill>
                  <a:schemeClr val="bg1"/>
                </a:solidFill>
                <a:latin typeface="Arial" panose="020B0604020202020204" pitchFamily="34" charset="0"/>
              </a:rPr>
              <a:t>.</a:t>
            </a:r>
          </a:p>
          <a:p>
            <a:pPr defTabSz="914400"/>
            <a:r>
              <a:rPr lang="en-US" sz="1800" dirty="0">
                <a:solidFill>
                  <a:schemeClr val="bg1"/>
                </a:solidFill>
                <a:latin typeface="Arial" panose="020B0604020202020204" pitchFamily="34" charset="0"/>
              </a:rPr>
              <a:t>This enables them to</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Be deployed individually and frequently</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(Auto)scale independently to varying loads</a:t>
            </a:r>
            <a:endParaRPr lang="en-US" dirty="0">
              <a:solidFill>
                <a:schemeClr val="bg1"/>
              </a:solidFill>
              <a:latin typeface="Arial"/>
            </a:endParaRPr>
          </a:p>
        </p:txBody>
      </p:sp>
      <p:pic>
        <p:nvPicPr>
          <p:cNvPr id="4" name="Picture 3">
            <a:extLst>
              <a:ext uri="{FF2B5EF4-FFF2-40B4-BE49-F238E27FC236}">
                <a16:creationId xmlns:a16="http://schemas.microsoft.com/office/drawing/2014/main" id="{7F16E9B3-B747-B1D0-3792-6B0F2B11B96E}"/>
              </a:ext>
            </a:extLst>
          </p:cNvPr>
          <p:cNvPicPr>
            <a:picLocks noChangeAspect="1"/>
          </p:cNvPicPr>
          <p:nvPr/>
        </p:nvPicPr>
        <p:blipFill rotWithShape="1">
          <a:blip r:embed="rId2"/>
          <a:srcRect t="12736" b="9086"/>
          <a:stretch/>
        </p:blipFill>
        <p:spPr>
          <a:xfrm>
            <a:off x="655321" y="2614192"/>
            <a:ext cx="8794242" cy="1376219"/>
          </a:xfrm>
          <a:prstGeom prst="rect">
            <a:avLst/>
          </a:prstGeom>
        </p:spPr>
      </p:pic>
      <p:sp>
        <p:nvSpPr>
          <p:cNvPr id="5" name="TextBox 4">
            <a:extLst>
              <a:ext uri="{FF2B5EF4-FFF2-40B4-BE49-F238E27FC236}">
                <a16:creationId xmlns:a16="http://schemas.microsoft.com/office/drawing/2014/main" id="{1C6873DE-5BCB-B93C-F7C3-ADF84D51A7DD}"/>
              </a:ext>
            </a:extLst>
          </p:cNvPr>
          <p:cNvSpPr txBox="1"/>
          <p:nvPr/>
        </p:nvSpPr>
        <p:spPr>
          <a:xfrm>
            <a:off x="655321" y="4204857"/>
            <a:ext cx="5154929" cy="1815882"/>
          </a:xfrm>
          <a:prstGeom prst="rect">
            <a:avLst/>
          </a:prstGeom>
          <a:noFill/>
        </p:spPr>
        <p:txBody>
          <a:bodyPr wrap="square">
            <a:spAutoFit/>
          </a:bodyPr>
          <a:lstStyle/>
          <a:p>
            <a:pPr defTabSz="914400"/>
            <a:r>
              <a:rPr lang="en-US" sz="2000" b="1" dirty="0">
                <a:solidFill>
                  <a:schemeClr val="bg1"/>
                </a:solidFill>
                <a:latin typeface="Arial" panose="020B0604020202020204" pitchFamily="34" charset="0"/>
              </a:rPr>
              <a:t>You can use technologies and languages that best fit the problem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Microservices are self-contained, i.e. no shared data stores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Using the right tools impacts productivity and performance</a:t>
            </a:r>
            <a:endParaRPr lang="en-US" sz="1800" dirty="0">
              <a:solidFill>
                <a:schemeClr val="bg1"/>
              </a:solidFill>
              <a:latin typeface="Arial"/>
            </a:endParaRPr>
          </a:p>
        </p:txBody>
      </p:sp>
      <p:pic>
        <p:nvPicPr>
          <p:cNvPr id="6" name="Picture 5">
            <a:extLst>
              <a:ext uri="{FF2B5EF4-FFF2-40B4-BE49-F238E27FC236}">
                <a16:creationId xmlns:a16="http://schemas.microsoft.com/office/drawing/2014/main" id="{20C37240-3625-D23D-C6E5-2860D5257C30}"/>
              </a:ext>
            </a:extLst>
          </p:cNvPr>
          <p:cNvPicPr>
            <a:picLocks noChangeAspect="1"/>
          </p:cNvPicPr>
          <p:nvPr/>
        </p:nvPicPr>
        <p:blipFill>
          <a:blip r:embed="rId3"/>
          <a:stretch>
            <a:fillRect/>
          </a:stretch>
        </p:blipFill>
        <p:spPr>
          <a:xfrm>
            <a:off x="6096000" y="4153999"/>
            <a:ext cx="5656272" cy="1917599"/>
          </a:xfrm>
          <a:prstGeom prst="rect">
            <a:avLst/>
          </a:prstGeom>
        </p:spPr>
      </p:pic>
    </p:spTree>
    <p:extLst>
      <p:ext uri="{BB962C8B-B14F-4D97-AF65-F5344CB8AC3E}">
        <p14:creationId xmlns:p14="http://schemas.microsoft.com/office/powerpoint/2010/main" val="31085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3892-BFBF-1246-FAED-C2E35B2DA51F}"/>
              </a:ext>
            </a:extLst>
          </p:cNvPr>
          <p:cNvSpPr>
            <a:spLocks noGrp="1"/>
          </p:cNvSpPr>
          <p:nvPr>
            <p:ph type="title"/>
          </p:nvPr>
        </p:nvSpPr>
        <p:spPr/>
        <p:txBody>
          <a:bodyPr/>
          <a:lstStyle/>
          <a:p>
            <a:r>
              <a:rPr lang="en-IN" dirty="0"/>
              <a:t>Uber</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3F8B6DBE-B15D-1094-EF91-740537CA4FB8}"/>
                  </a:ext>
                </a:extLst>
              </p14:cNvPr>
              <p14:cNvContentPartPr/>
              <p14:nvPr/>
            </p14:nvContentPartPr>
            <p14:xfrm>
              <a:off x="504720" y="442800"/>
              <a:ext cx="11517840" cy="6470280"/>
            </p14:xfrm>
          </p:contentPart>
        </mc:Choice>
        <mc:Fallback>
          <p:pic>
            <p:nvPicPr>
              <p:cNvPr id="5" name="Ink 4">
                <a:extLst>
                  <a:ext uri="{FF2B5EF4-FFF2-40B4-BE49-F238E27FC236}">
                    <a16:creationId xmlns:a16="http://schemas.microsoft.com/office/drawing/2014/main" id="{3F8B6DBE-B15D-1094-EF91-740537CA4FB8}"/>
                  </a:ext>
                </a:extLst>
              </p:cNvPr>
              <p:cNvPicPr/>
              <p:nvPr/>
            </p:nvPicPr>
            <p:blipFill>
              <a:blip r:embed="rId3"/>
              <a:stretch>
                <a:fillRect/>
              </a:stretch>
            </p:blipFill>
            <p:spPr>
              <a:xfrm>
                <a:off x="495360" y="433440"/>
                <a:ext cx="11536560" cy="6489000"/>
              </a:xfrm>
              <a:prstGeom prst="rect">
                <a:avLst/>
              </a:prstGeom>
            </p:spPr>
          </p:pic>
        </mc:Fallback>
      </mc:AlternateContent>
    </p:spTree>
    <p:extLst>
      <p:ext uri="{BB962C8B-B14F-4D97-AF65-F5344CB8AC3E}">
        <p14:creationId xmlns:p14="http://schemas.microsoft.com/office/powerpoint/2010/main" val="7985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BB9B2-4EF3-B2B6-C3A6-E08AA8127834}"/>
              </a:ext>
            </a:extLst>
          </p:cNvPr>
          <p:cNvSpPr>
            <a:spLocks noGrp="1"/>
          </p:cNvSpPr>
          <p:nvPr>
            <p:ph type="title"/>
          </p:nvPr>
        </p:nvSpPr>
        <p:spPr/>
        <p:txBody>
          <a:bodyPr/>
          <a:lstStyle/>
          <a:p>
            <a:r>
              <a:rPr lang="en-IN" dirty="0"/>
              <a:t>Scalability</a:t>
            </a:r>
          </a:p>
        </p:txBody>
      </p:sp>
      <mc:AlternateContent xmlns:mc="http://schemas.openxmlformats.org/markup-compatibility/2006">
        <mc:Choice xmlns:p14="http://schemas.microsoft.com/office/powerpoint/2010/main" Requires="p14">
          <p:contentPart p14:bwMode="auto" r:id="rId2">
            <p14:nvContentPartPr>
              <p14:cNvPr id="98" name="Ink 97">
                <a:extLst>
                  <a:ext uri="{FF2B5EF4-FFF2-40B4-BE49-F238E27FC236}">
                    <a16:creationId xmlns:a16="http://schemas.microsoft.com/office/drawing/2014/main" id="{21A3AF05-DF27-ACBC-F0DB-FEDF69904DE9}"/>
                  </a:ext>
                </a:extLst>
              </p14:cNvPr>
              <p14:cNvContentPartPr/>
              <p14:nvPr/>
            </p14:nvContentPartPr>
            <p14:xfrm>
              <a:off x="528480" y="1000080"/>
              <a:ext cx="10970280" cy="5056200"/>
            </p14:xfrm>
          </p:contentPart>
        </mc:Choice>
        <mc:Fallback>
          <p:pic>
            <p:nvPicPr>
              <p:cNvPr id="98" name="Ink 97">
                <a:extLst>
                  <a:ext uri="{FF2B5EF4-FFF2-40B4-BE49-F238E27FC236}">
                    <a16:creationId xmlns:a16="http://schemas.microsoft.com/office/drawing/2014/main" id="{21A3AF05-DF27-ACBC-F0DB-FEDF69904DE9}"/>
                  </a:ext>
                </a:extLst>
              </p:cNvPr>
              <p:cNvPicPr/>
              <p:nvPr/>
            </p:nvPicPr>
            <p:blipFill>
              <a:blip r:embed="rId3"/>
              <a:stretch>
                <a:fillRect/>
              </a:stretch>
            </p:blipFill>
            <p:spPr>
              <a:xfrm>
                <a:off x="519120" y="990720"/>
                <a:ext cx="10989000" cy="5074920"/>
              </a:xfrm>
              <a:prstGeom prst="rect">
                <a:avLst/>
              </a:prstGeom>
            </p:spPr>
          </p:pic>
        </mc:Fallback>
      </mc:AlternateContent>
    </p:spTree>
    <p:extLst>
      <p:ext uri="{BB962C8B-B14F-4D97-AF65-F5344CB8AC3E}">
        <p14:creationId xmlns:p14="http://schemas.microsoft.com/office/powerpoint/2010/main" val="3137560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r>
              <a:rPr lang="en-US" sz="2000" dirty="0">
                <a:solidFill>
                  <a:schemeClr val="bg1"/>
                </a:solidFill>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lang="en-IN" sz="2000" dirty="0">
              <a:solidFill>
                <a:schemeClr val="bg1"/>
              </a:solidFill>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Client</a:t>
            </a:r>
          </a:p>
          <a:p>
            <a:pPr algn="ctr"/>
            <a:r>
              <a:rPr lang="en-US" dirty="0">
                <a:solidFill>
                  <a:schemeClr val="bg1"/>
                </a:solidFill>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r>
              <a:rPr lang="en-US" sz="1600" b="1" dirty="0">
                <a:solidFill>
                  <a:schemeClr val="bg1"/>
                </a:solidFill>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bg1"/>
              </a:solidFill>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r>
              <a:rPr lang="en-US" sz="1600" b="1" dirty="0">
                <a:solidFill>
                  <a:schemeClr val="bg1"/>
                </a:solidFill>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r>
              <a:rPr lang="en-US" b="1" dirty="0">
                <a:solidFill>
                  <a:schemeClr val="bg1"/>
                </a:solidFill>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r>
              <a:rPr lang="en-US" sz="1600" b="1" dirty="0">
                <a:solidFill>
                  <a:schemeClr val="bg1"/>
                </a:solidFill>
              </a:rPr>
              <a:t>Java</a:t>
            </a:r>
          </a:p>
          <a:p>
            <a:r>
              <a:rPr lang="en-US" sz="1600" b="1" dirty="0">
                <a:solidFill>
                  <a:schemeClr val="bg1"/>
                </a:solidFill>
              </a:rPr>
              <a:t>ABAP</a:t>
            </a:r>
          </a:p>
          <a:p>
            <a:r>
              <a:rPr lang="en-US" sz="1600" b="1" dirty="0">
                <a:solidFill>
                  <a:schemeClr val="bg1"/>
                </a:solidFill>
              </a:rPr>
              <a:t>Python</a:t>
            </a:r>
          </a:p>
          <a:p>
            <a:r>
              <a:rPr lang="en-US" sz="1600" b="1" dirty="0">
                <a:solidFill>
                  <a:schemeClr val="bg1"/>
                </a:solidFill>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bg1"/>
              </a:solidFill>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r>
              <a:rPr lang="en-US" b="1" dirty="0">
                <a:solidFill>
                  <a:schemeClr val="bg1"/>
                </a:solidFill>
              </a:rPr>
              <a:t>Ryan </a:t>
            </a:r>
            <a:r>
              <a:rPr lang="en-US" b="1" dirty="0" err="1">
                <a:solidFill>
                  <a:schemeClr val="bg1"/>
                </a:solidFill>
              </a:rPr>
              <a:t>Dyal</a:t>
            </a:r>
            <a:endParaRPr lang="en-US" b="1" dirty="0">
              <a:solidFill>
                <a:schemeClr val="bg1"/>
              </a:solidFill>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r>
              <a:rPr lang="en-US" b="1" dirty="0">
                <a:solidFill>
                  <a:schemeClr val="bg1"/>
                </a:solidFill>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r>
              <a:rPr lang="en-US" sz="1800" dirty="0">
                <a:solidFill>
                  <a:schemeClr val="bg1"/>
                </a:solidFill>
              </a:rPr>
              <a:t>Node JS is also a great web framework for beginners because it works great with data-intensive applications like streaming, real-time apps. It is free and easy to learn node </a:t>
            </a:r>
            <a:r>
              <a:rPr lang="en-US" sz="1800" dirty="0" err="1">
                <a:solidFill>
                  <a:schemeClr val="bg1"/>
                </a:solidFill>
              </a:rPr>
              <a:t>js</a:t>
            </a:r>
            <a:r>
              <a:rPr lang="en-US" sz="1800" dirty="0">
                <a:solidFill>
                  <a:schemeClr val="bg1"/>
                </a:solidFill>
              </a:rPr>
              <a:t>.</a:t>
            </a:r>
          </a:p>
          <a:p>
            <a:endParaRPr lang="en-US" sz="1800" dirty="0">
              <a:solidFill>
                <a:schemeClr val="bg1"/>
              </a:solidFill>
            </a:endParaRPr>
          </a:p>
          <a:p>
            <a:r>
              <a:rPr lang="en-US" sz="1800" dirty="0">
                <a:solidFill>
                  <a:schemeClr val="bg1"/>
                </a:solidFill>
              </a:rPr>
              <a:t>Applications of node </a:t>
            </a:r>
            <a:r>
              <a:rPr lang="en-US" sz="1800" dirty="0" err="1">
                <a:solidFill>
                  <a:schemeClr val="bg1"/>
                </a:solidFill>
              </a:rPr>
              <a:t>js</a:t>
            </a:r>
            <a:r>
              <a:rPr lang="en-US" sz="1800" dirty="0">
                <a:solidFill>
                  <a:schemeClr val="bg1"/>
                </a:solidFill>
              </a:rPr>
              <a:t>?</a:t>
            </a:r>
          </a:p>
          <a:p>
            <a:r>
              <a:rPr lang="en-US" sz="1800" dirty="0">
                <a:solidFill>
                  <a:schemeClr val="bg1"/>
                </a:solidFill>
              </a:rPr>
              <a:t>Build business logic on server side, DB lookups, Send Emails, write validations, create microservices, add automations, show output, build servers, host web apps, make excel/pdf more…</a:t>
            </a:r>
          </a:p>
        </p:txBody>
      </p:sp>
      <mc:AlternateContent xmlns:mc="http://schemas.openxmlformats.org/markup-compatibility/2006">
        <mc:Choice xmlns:p14="http://schemas.microsoft.com/office/powerpoint/2010/main" Requires="p14">
          <p:contentPart p14:bwMode="auto" r:id="rId2">
            <p14:nvContentPartPr>
              <p14:cNvPr id="24" name="Ink 23">
                <a:extLst>
                  <a:ext uri="{FF2B5EF4-FFF2-40B4-BE49-F238E27FC236}">
                    <a16:creationId xmlns:a16="http://schemas.microsoft.com/office/drawing/2014/main" id="{93C163E4-617A-CD08-0402-5BCF06753E45}"/>
                  </a:ext>
                </a:extLst>
              </p14:cNvPr>
              <p14:cNvContentPartPr/>
              <p14:nvPr/>
            </p14:nvContentPartPr>
            <p14:xfrm>
              <a:off x="533160" y="1023840"/>
              <a:ext cx="11413080" cy="5370480"/>
            </p14:xfrm>
          </p:contentPart>
        </mc:Choice>
        <mc:Fallback>
          <p:pic>
            <p:nvPicPr>
              <p:cNvPr id="24" name="Ink 23">
                <a:extLst>
                  <a:ext uri="{FF2B5EF4-FFF2-40B4-BE49-F238E27FC236}">
                    <a16:creationId xmlns:a16="http://schemas.microsoft.com/office/drawing/2014/main" id="{93C163E4-617A-CD08-0402-5BCF06753E45}"/>
                  </a:ext>
                </a:extLst>
              </p:cNvPr>
              <p:cNvPicPr/>
              <p:nvPr/>
            </p:nvPicPr>
            <p:blipFill>
              <a:blip r:embed="rId3"/>
              <a:stretch>
                <a:fillRect/>
              </a:stretch>
            </p:blipFill>
            <p:spPr>
              <a:xfrm>
                <a:off x="523800" y="1014480"/>
                <a:ext cx="11431800" cy="5389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4EEE98A9-6813-18C8-EA56-64839ED26158}"/>
                  </a:ext>
                </a:extLst>
              </p14:cNvPr>
              <p14:cNvContentPartPr/>
              <p14:nvPr/>
            </p14:nvContentPartPr>
            <p14:xfrm>
              <a:off x="13474948" y="2175731"/>
              <a:ext cx="360" cy="360"/>
            </p14:xfrm>
          </p:contentPart>
        </mc:Choice>
        <mc:Fallback>
          <p:pic>
            <p:nvPicPr>
              <p:cNvPr id="25" name="Ink 24">
                <a:extLst>
                  <a:ext uri="{FF2B5EF4-FFF2-40B4-BE49-F238E27FC236}">
                    <a16:creationId xmlns:a16="http://schemas.microsoft.com/office/drawing/2014/main" id="{4EEE98A9-6813-18C8-EA56-64839ED26158}"/>
                  </a:ext>
                </a:extLst>
              </p:cNvPr>
              <p:cNvPicPr/>
              <p:nvPr/>
            </p:nvPicPr>
            <p:blipFill>
              <a:blip r:embed="rId5"/>
              <a:stretch>
                <a:fillRect/>
              </a:stretch>
            </p:blipFill>
            <p:spPr>
              <a:xfrm>
                <a:off x="13465948" y="2167091"/>
                <a:ext cx="18000" cy="18000"/>
              </a:xfrm>
              <a:prstGeom prst="rect">
                <a:avLst/>
              </a:prstGeom>
            </p:spPr>
          </p:pic>
        </mc:Fallback>
      </mc:AlternateContent>
    </p:spTree>
    <p:extLst>
      <p:ext uri="{BB962C8B-B14F-4D97-AF65-F5344CB8AC3E}">
        <p14:creationId xmlns:p14="http://schemas.microsoft.com/office/powerpoint/2010/main" val="36650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36-31BF-2ECB-EB78-9799DB170824}"/>
              </a:ext>
            </a:extLst>
          </p:cNvPr>
          <p:cNvSpPr>
            <a:spLocks noGrp="1"/>
          </p:cNvSpPr>
          <p:nvPr>
            <p:ph type="title"/>
          </p:nvPr>
        </p:nvSpPr>
        <p:spPr/>
        <p:txBody>
          <a:bodyPr/>
          <a:lstStyle/>
          <a:p>
            <a:r>
              <a:rPr lang="en-IN" dirty="0"/>
              <a:t>Java Script</a:t>
            </a:r>
          </a:p>
        </p:txBody>
      </p:sp>
      <p:sp>
        <p:nvSpPr>
          <p:cNvPr id="3" name="TextBox 2">
            <a:extLst>
              <a:ext uri="{FF2B5EF4-FFF2-40B4-BE49-F238E27FC236}">
                <a16:creationId xmlns:a16="http://schemas.microsoft.com/office/drawing/2014/main" id="{151B8ED7-4997-1A78-1CA8-8F53F8E527C5}"/>
              </a:ext>
            </a:extLst>
          </p:cNvPr>
          <p:cNvSpPr txBox="1"/>
          <p:nvPr/>
        </p:nvSpPr>
        <p:spPr>
          <a:xfrm>
            <a:off x="189756" y="784925"/>
            <a:ext cx="11809313" cy="3477875"/>
          </a:xfrm>
          <a:prstGeom prst="rect">
            <a:avLst/>
          </a:prstGeom>
          <a:noFill/>
        </p:spPr>
        <p:txBody>
          <a:bodyPr wrap="square" rtlCol="0">
            <a:spAutoFit/>
          </a:bodyPr>
          <a:lstStyle/>
          <a:p>
            <a:pPr marL="342900" indent="-342900">
              <a:buFont typeface="Arial" panose="020B0604020202020204" pitchFamily="34" charset="0"/>
              <a:buChar char="•"/>
            </a:pPr>
            <a:r>
              <a:rPr lang="en-IN" sz="2000" dirty="0">
                <a:solidFill>
                  <a:srgbClr val="FFFF00"/>
                </a:solidFill>
              </a:rPr>
              <a:t>JS is a case-sensitive programming language e.g. </a:t>
            </a:r>
            <a:r>
              <a:rPr lang="en-IN" sz="2000" dirty="0" err="1">
                <a:solidFill>
                  <a:srgbClr val="FFFF00"/>
                </a:solidFill>
              </a:rPr>
              <a:t>iloveindia</a:t>
            </a:r>
            <a:r>
              <a:rPr lang="en-IN" sz="2000" dirty="0">
                <a:solidFill>
                  <a:srgbClr val="FFFF00"/>
                </a:solidFill>
              </a:rPr>
              <a:t> is different from </a:t>
            </a:r>
            <a:r>
              <a:rPr lang="en-IN" sz="2000" dirty="0" err="1">
                <a:solidFill>
                  <a:srgbClr val="FFFF00"/>
                </a:solidFill>
              </a:rPr>
              <a:t>iLoveIndia</a:t>
            </a:r>
            <a:endParaRPr lang="en-IN" sz="2000" dirty="0">
              <a:solidFill>
                <a:srgbClr val="FFFF00"/>
              </a:solidFill>
            </a:endParaRPr>
          </a:p>
          <a:p>
            <a:pPr marL="342900" indent="-342900">
              <a:buFont typeface="Arial" panose="020B0604020202020204" pitchFamily="34" charset="0"/>
              <a:buChar char="•"/>
            </a:pPr>
            <a:r>
              <a:rPr lang="en-IN" sz="2000" dirty="0">
                <a:solidFill>
                  <a:srgbClr val="FFFF00"/>
                </a:solidFill>
              </a:rPr>
              <a:t>Every statement in JS ends with Semi-colon</a:t>
            </a:r>
          </a:p>
          <a:p>
            <a:pPr marL="342900" indent="-342900">
              <a:buFont typeface="Arial" panose="020B0604020202020204" pitchFamily="34" charset="0"/>
              <a:buChar char="•"/>
            </a:pPr>
            <a:r>
              <a:rPr lang="en-IN" sz="2000" dirty="0">
                <a:solidFill>
                  <a:srgbClr val="FFFF00"/>
                </a:solidFill>
              </a:rPr>
              <a:t>When we create a variable or function, we follow camel-case naming convention.</a:t>
            </a:r>
          </a:p>
          <a:p>
            <a:r>
              <a:rPr lang="en-IN" sz="2000" dirty="0" err="1">
                <a:solidFill>
                  <a:srgbClr val="FFFF00"/>
                </a:solidFill>
              </a:rPr>
              <a:t>Iloveindia</a:t>
            </a:r>
            <a:r>
              <a:rPr lang="en-IN" sz="2000" dirty="0">
                <a:solidFill>
                  <a:srgbClr val="FFFF00"/>
                </a:solidFill>
              </a:rPr>
              <a:t> </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iLoveIndia</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wearelearningJS</a:t>
            </a:r>
            <a:r>
              <a:rPr lang="en-IN" sz="2000" dirty="0">
                <a:solidFill>
                  <a:srgbClr val="FFFF00"/>
                </a:solidFill>
                <a:sym typeface="Wingdings" panose="05000000000000000000" pitchFamily="2" charset="2"/>
              </a:rPr>
              <a:t>  </a:t>
            </a:r>
            <a:r>
              <a:rPr lang="en-IN" sz="2000" dirty="0" err="1">
                <a:solidFill>
                  <a:srgbClr val="FFFF00"/>
                </a:solidFill>
                <a:sym typeface="Wingdings" panose="05000000000000000000" pitchFamily="2" charset="2"/>
              </a:rPr>
              <a:t>weAreLearningJS</a:t>
            </a:r>
            <a:endParaRPr lang="en-IN" sz="2000" dirty="0">
              <a:solidFill>
                <a:srgbClr val="FFFF00"/>
              </a:solidFill>
              <a:sym typeface="Wingdings" panose="05000000000000000000" pitchFamily="2" charset="2"/>
            </a:endParaRPr>
          </a:p>
          <a:p>
            <a:pPr marL="342900" indent="-342900">
              <a:buFont typeface="Arial" panose="020B0604020202020204" pitchFamily="34" charset="0"/>
              <a:buChar char="•"/>
            </a:pPr>
            <a:r>
              <a:rPr lang="en-IN" sz="2000" dirty="0">
                <a:solidFill>
                  <a:srgbClr val="FFFF00"/>
                </a:solidFill>
                <a:sym typeface="Wingdings" panose="05000000000000000000" pitchFamily="2" charset="2"/>
              </a:rPr>
              <a:t>If you create a variable and do not assign a value to it, it becomes NULL, any operation with NULL becomes NULL</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When we create variables, we don’t need to assign data types, based on the value, the data type will be assigned automatically.</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The = is an assignment operator and ==, === are comparison operator  IF(a===b)</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Java Script is a </a:t>
            </a:r>
            <a:r>
              <a:rPr lang="en-IN" sz="2000" u="sng" dirty="0">
                <a:solidFill>
                  <a:srgbClr val="FFFF00"/>
                </a:solidFill>
                <a:sym typeface="Wingdings" panose="05000000000000000000" pitchFamily="2" charset="2"/>
              </a:rPr>
              <a:t>Asynchronous Non Blocking IO </a:t>
            </a:r>
            <a:r>
              <a:rPr lang="en-IN" sz="2000" dirty="0">
                <a:solidFill>
                  <a:srgbClr val="FFFF00"/>
                </a:solidFill>
                <a:sym typeface="Wingdings" panose="05000000000000000000" pitchFamily="2" charset="2"/>
              </a:rPr>
              <a:t>programming language</a:t>
            </a:r>
          </a:p>
          <a:p>
            <a:pPr marL="342900" indent="-342900">
              <a:buFont typeface="Arial" panose="020B0604020202020204" pitchFamily="34" charset="0"/>
              <a:buChar char="•"/>
            </a:pPr>
            <a:endParaRPr lang="en-IN" sz="2000" dirty="0">
              <a:solidFill>
                <a:srgbClr val="FFFF00"/>
              </a:solidFill>
            </a:endParaRPr>
          </a:p>
        </p:txBody>
      </p:sp>
    </p:spTree>
    <p:extLst>
      <p:ext uri="{BB962C8B-B14F-4D97-AF65-F5344CB8AC3E}">
        <p14:creationId xmlns:p14="http://schemas.microsoft.com/office/powerpoint/2010/main" val="419470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56EF-8058-9348-D163-F9CF8D8E55B6}"/>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1F25AA40-EABB-2E21-9646-99394B3CFEA6}"/>
              </a:ext>
            </a:extLst>
          </p:cNvPr>
          <p:cNvSpPr/>
          <p:nvPr/>
        </p:nvSpPr>
        <p:spPr>
          <a:xfrm>
            <a:off x="765820" y="1124744"/>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Scalar Variables</a:t>
            </a:r>
          </a:p>
        </p:txBody>
      </p:sp>
      <p:sp>
        <p:nvSpPr>
          <p:cNvPr id="4" name="Rectangle 3">
            <a:extLst>
              <a:ext uri="{FF2B5EF4-FFF2-40B4-BE49-F238E27FC236}">
                <a16:creationId xmlns:a16="http://schemas.microsoft.com/office/drawing/2014/main" id="{E0867525-E43F-E549-F2C3-4B70A9760A10}"/>
              </a:ext>
            </a:extLst>
          </p:cNvPr>
          <p:cNvSpPr/>
          <p:nvPr/>
        </p:nvSpPr>
        <p:spPr>
          <a:xfrm>
            <a:off x="494228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Array</a:t>
            </a:r>
          </a:p>
        </p:txBody>
      </p:sp>
      <p:sp>
        <p:nvSpPr>
          <p:cNvPr id="5" name="Rectangle 4">
            <a:extLst>
              <a:ext uri="{FF2B5EF4-FFF2-40B4-BE49-F238E27FC236}">
                <a16:creationId xmlns:a16="http://schemas.microsoft.com/office/drawing/2014/main" id="{B028E0A2-58FF-DF31-76A3-A64FD7942A7F}"/>
              </a:ext>
            </a:extLst>
          </p:cNvPr>
          <p:cNvSpPr/>
          <p:nvPr/>
        </p:nvSpPr>
        <p:spPr>
          <a:xfrm>
            <a:off x="890272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Objects</a:t>
            </a:r>
          </a:p>
        </p:txBody>
      </p:sp>
      <p:grpSp>
        <p:nvGrpSpPr>
          <p:cNvPr id="311" name="Group 310">
            <a:extLst>
              <a:ext uri="{FF2B5EF4-FFF2-40B4-BE49-F238E27FC236}">
                <a16:creationId xmlns:a16="http://schemas.microsoft.com/office/drawing/2014/main" id="{8ED430FA-4A16-0751-E1E8-E53A9FEC51DB}"/>
              </a:ext>
            </a:extLst>
          </p:cNvPr>
          <p:cNvGrpSpPr/>
          <p:nvPr/>
        </p:nvGrpSpPr>
        <p:grpSpPr>
          <a:xfrm>
            <a:off x="594868" y="2642651"/>
            <a:ext cx="970200" cy="195840"/>
            <a:chOff x="594868" y="2642651"/>
            <a:chExt cx="970200" cy="195840"/>
          </a:xfrm>
        </p:grpSpPr>
        <mc:AlternateContent xmlns:mc="http://schemas.openxmlformats.org/markup-compatibility/2006">
          <mc:Choice xmlns:p14="http://schemas.microsoft.com/office/powerpoint/2010/main" Requires="p14">
            <p:contentPart p14:bwMode="auto" r:id="rId2">
              <p14:nvContentPartPr>
                <p14:cNvPr id="301" name="Ink 300">
                  <a:extLst>
                    <a:ext uri="{FF2B5EF4-FFF2-40B4-BE49-F238E27FC236}">
                      <a16:creationId xmlns:a16="http://schemas.microsoft.com/office/drawing/2014/main" id="{DF58401E-A968-4149-91F1-5CC4D2793F13}"/>
                    </a:ext>
                  </a:extLst>
                </p14:cNvPr>
                <p14:cNvContentPartPr/>
                <p14:nvPr/>
              </p14:nvContentPartPr>
              <p14:xfrm>
                <a:off x="594868" y="2642651"/>
                <a:ext cx="277920" cy="195840"/>
              </p14:xfrm>
            </p:contentPart>
          </mc:Choice>
          <mc:Fallback>
            <p:pic>
              <p:nvPicPr>
                <p:cNvPr id="301" name="Ink 300">
                  <a:extLst>
                    <a:ext uri="{FF2B5EF4-FFF2-40B4-BE49-F238E27FC236}">
                      <a16:creationId xmlns:a16="http://schemas.microsoft.com/office/drawing/2014/main" id="{DF58401E-A968-4149-91F1-5CC4D2793F13}"/>
                    </a:ext>
                  </a:extLst>
                </p:cNvPr>
                <p:cNvPicPr/>
                <p:nvPr/>
              </p:nvPicPr>
              <p:blipFill>
                <a:blip r:embed="rId3"/>
                <a:stretch>
                  <a:fillRect/>
                </a:stretch>
              </p:blipFill>
              <p:spPr>
                <a:xfrm>
                  <a:off x="585868" y="2634011"/>
                  <a:ext cx="2955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02" name="Ink 301">
                  <a:extLst>
                    <a:ext uri="{FF2B5EF4-FFF2-40B4-BE49-F238E27FC236}">
                      <a16:creationId xmlns:a16="http://schemas.microsoft.com/office/drawing/2014/main" id="{3128D4FA-406E-3994-477C-400F3D98383D}"/>
                    </a:ext>
                  </a:extLst>
                </p14:cNvPr>
                <p14:cNvContentPartPr/>
                <p14:nvPr/>
              </p14:nvContentPartPr>
              <p14:xfrm>
                <a:off x="1052788" y="2681171"/>
                <a:ext cx="65160" cy="13680"/>
              </p14:xfrm>
            </p:contentPart>
          </mc:Choice>
          <mc:Fallback>
            <p:pic>
              <p:nvPicPr>
                <p:cNvPr id="302" name="Ink 301">
                  <a:extLst>
                    <a:ext uri="{FF2B5EF4-FFF2-40B4-BE49-F238E27FC236}">
                      <a16:creationId xmlns:a16="http://schemas.microsoft.com/office/drawing/2014/main" id="{3128D4FA-406E-3994-477C-400F3D98383D}"/>
                    </a:ext>
                  </a:extLst>
                </p:cNvPr>
                <p:cNvPicPr/>
                <p:nvPr/>
              </p:nvPicPr>
              <p:blipFill>
                <a:blip r:embed="rId5"/>
                <a:stretch>
                  <a:fillRect/>
                </a:stretch>
              </p:blipFill>
              <p:spPr>
                <a:xfrm>
                  <a:off x="1043788" y="2672171"/>
                  <a:ext cx="8280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03" name="Ink 302">
                  <a:extLst>
                    <a:ext uri="{FF2B5EF4-FFF2-40B4-BE49-F238E27FC236}">
                      <a16:creationId xmlns:a16="http://schemas.microsoft.com/office/drawing/2014/main" id="{13710CF7-78A5-DB36-6B06-507DF536F1A0}"/>
                    </a:ext>
                  </a:extLst>
                </p14:cNvPr>
                <p14:cNvContentPartPr/>
                <p14:nvPr/>
              </p14:nvContentPartPr>
              <p14:xfrm>
                <a:off x="1082668" y="2750291"/>
                <a:ext cx="48960" cy="14760"/>
              </p14:xfrm>
            </p:contentPart>
          </mc:Choice>
          <mc:Fallback>
            <p:pic>
              <p:nvPicPr>
                <p:cNvPr id="303" name="Ink 302">
                  <a:extLst>
                    <a:ext uri="{FF2B5EF4-FFF2-40B4-BE49-F238E27FC236}">
                      <a16:creationId xmlns:a16="http://schemas.microsoft.com/office/drawing/2014/main" id="{13710CF7-78A5-DB36-6B06-507DF536F1A0}"/>
                    </a:ext>
                  </a:extLst>
                </p:cNvPr>
                <p:cNvPicPr/>
                <p:nvPr/>
              </p:nvPicPr>
              <p:blipFill>
                <a:blip r:embed="rId7"/>
                <a:stretch>
                  <a:fillRect/>
                </a:stretch>
              </p:blipFill>
              <p:spPr>
                <a:xfrm>
                  <a:off x="1074028" y="2741291"/>
                  <a:ext cx="6660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04" name="Ink 303">
                  <a:extLst>
                    <a:ext uri="{FF2B5EF4-FFF2-40B4-BE49-F238E27FC236}">
                      <a16:creationId xmlns:a16="http://schemas.microsoft.com/office/drawing/2014/main" id="{58791EF3-1E13-BD6F-C68A-04F70DD2E1CD}"/>
                    </a:ext>
                  </a:extLst>
                </p14:cNvPr>
                <p14:cNvContentPartPr/>
                <p14:nvPr/>
              </p14:nvContentPartPr>
              <p14:xfrm>
                <a:off x="1305868" y="2686211"/>
                <a:ext cx="12960" cy="125640"/>
              </p14:xfrm>
            </p:contentPart>
          </mc:Choice>
          <mc:Fallback>
            <p:pic>
              <p:nvPicPr>
                <p:cNvPr id="304" name="Ink 303">
                  <a:extLst>
                    <a:ext uri="{FF2B5EF4-FFF2-40B4-BE49-F238E27FC236}">
                      <a16:creationId xmlns:a16="http://schemas.microsoft.com/office/drawing/2014/main" id="{58791EF3-1E13-BD6F-C68A-04F70DD2E1CD}"/>
                    </a:ext>
                  </a:extLst>
                </p:cNvPr>
                <p:cNvPicPr/>
                <p:nvPr/>
              </p:nvPicPr>
              <p:blipFill>
                <a:blip r:embed="rId9"/>
                <a:stretch>
                  <a:fillRect/>
                </a:stretch>
              </p:blipFill>
              <p:spPr>
                <a:xfrm>
                  <a:off x="1297228" y="2677571"/>
                  <a:ext cx="3060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05" name="Ink 304">
                  <a:extLst>
                    <a:ext uri="{FF2B5EF4-FFF2-40B4-BE49-F238E27FC236}">
                      <a16:creationId xmlns:a16="http://schemas.microsoft.com/office/drawing/2014/main" id="{A144A9EB-DC58-097C-A901-05131B83A7B0}"/>
                    </a:ext>
                  </a:extLst>
                </p14:cNvPr>
                <p14:cNvContentPartPr/>
                <p14:nvPr/>
              </p14:nvContentPartPr>
              <p14:xfrm>
                <a:off x="1422868" y="2670731"/>
                <a:ext cx="142200" cy="122400"/>
              </p14:xfrm>
            </p:contentPart>
          </mc:Choice>
          <mc:Fallback>
            <p:pic>
              <p:nvPicPr>
                <p:cNvPr id="305" name="Ink 304">
                  <a:extLst>
                    <a:ext uri="{FF2B5EF4-FFF2-40B4-BE49-F238E27FC236}">
                      <a16:creationId xmlns:a16="http://schemas.microsoft.com/office/drawing/2014/main" id="{A144A9EB-DC58-097C-A901-05131B83A7B0}"/>
                    </a:ext>
                  </a:extLst>
                </p:cNvPr>
                <p:cNvPicPr/>
                <p:nvPr/>
              </p:nvPicPr>
              <p:blipFill>
                <a:blip r:embed="rId11"/>
                <a:stretch>
                  <a:fillRect/>
                </a:stretch>
              </p:blipFill>
              <p:spPr>
                <a:xfrm>
                  <a:off x="1414228" y="2662091"/>
                  <a:ext cx="159840" cy="140040"/>
                </a:xfrm>
                <a:prstGeom prst="rect">
                  <a:avLst/>
                </a:prstGeom>
              </p:spPr>
            </p:pic>
          </mc:Fallback>
        </mc:AlternateContent>
      </p:grpSp>
      <p:grpSp>
        <p:nvGrpSpPr>
          <p:cNvPr id="317" name="Group 316">
            <a:extLst>
              <a:ext uri="{FF2B5EF4-FFF2-40B4-BE49-F238E27FC236}">
                <a16:creationId xmlns:a16="http://schemas.microsoft.com/office/drawing/2014/main" id="{C2011558-EC6F-1E55-0451-85ED9FE5FA6F}"/>
              </a:ext>
            </a:extLst>
          </p:cNvPr>
          <p:cNvGrpSpPr/>
          <p:nvPr/>
        </p:nvGrpSpPr>
        <p:grpSpPr>
          <a:xfrm>
            <a:off x="548068" y="3218651"/>
            <a:ext cx="1033560" cy="286200"/>
            <a:chOff x="548068" y="3218651"/>
            <a:chExt cx="1033560" cy="286200"/>
          </a:xfrm>
        </p:grpSpPr>
        <mc:AlternateContent xmlns:mc="http://schemas.openxmlformats.org/markup-compatibility/2006">
          <mc:Choice xmlns:p14="http://schemas.microsoft.com/office/powerpoint/2010/main" Requires="p14">
            <p:contentPart p14:bwMode="auto" r:id="rId12">
              <p14:nvContentPartPr>
                <p14:cNvPr id="312" name="Ink 311">
                  <a:extLst>
                    <a:ext uri="{FF2B5EF4-FFF2-40B4-BE49-F238E27FC236}">
                      <a16:creationId xmlns:a16="http://schemas.microsoft.com/office/drawing/2014/main" id="{4E604142-A1A7-51F9-4CBD-3A0A4D66C194}"/>
                    </a:ext>
                  </a:extLst>
                </p14:cNvPr>
                <p14:cNvContentPartPr/>
                <p14:nvPr/>
              </p14:nvContentPartPr>
              <p14:xfrm>
                <a:off x="548068" y="3292811"/>
                <a:ext cx="280440" cy="212040"/>
              </p14:xfrm>
            </p:contentPart>
          </mc:Choice>
          <mc:Fallback>
            <p:pic>
              <p:nvPicPr>
                <p:cNvPr id="312" name="Ink 311">
                  <a:extLst>
                    <a:ext uri="{FF2B5EF4-FFF2-40B4-BE49-F238E27FC236}">
                      <a16:creationId xmlns:a16="http://schemas.microsoft.com/office/drawing/2014/main" id="{4E604142-A1A7-51F9-4CBD-3A0A4D66C194}"/>
                    </a:ext>
                  </a:extLst>
                </p:cNvPr>
                <p:cNvPicPr/>
                <p:nvPr/>
              </p:nvPicPr>
              <p:blipFill>
                <a:blip r:embed="rId13"/>
                <a:stretch>
                  <a:fillRect/>
                </a:stretch>
              </p:blipFill>
              <p:spPr>
                <a:xfrm>
                  <a:off x="539068" y="3284171"/>
                  <a:ext cx="2980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13" name="Ink 312">
                  <a:extLst>
                    <a:ext uri="{FF2B5EF4-FFF2-40B4-BE49-F238E27FC236}">
                      <a16:creationId xmlns:a16="http://schemas.microsoft.com/office/drawing/2014/main" id="{18A64D21-E3AC-9DEE-0769-22063FB31F30}"/>
                    </a:ext>
                  </a:extLst>
                </p14:cNvPr>
                <p14:cNvContentPartPr/>
                <p14:nvPr/>
              </p14:nvContentPartPr>
              <p14:xfrm>
                <a:off x="969268" y="3351851"/>
                <a:ext cx="56520" cy="22320"/>
              </p14:xfrm>
            </p:contentPart>
          </mc:Choice>
          <mc:Fallback>
            <p:pic>
              <p:nvPicPr>
                <p:cNvPr id="313" name="Ink 312">
                  <a:extLst>
                    <a:ext uri="{FF2B5EF4-FFF2-40B4-BE49-F238E27FC236}">
                      <a16:creationId xmlns:a16="http://schemas.microsoft.com/office/drawing/2014/main" id="{18A64D21-E3AC-9DEE-0769-22063FB31F30}"/>
                    </a:ext>
                  </a:extLst>
                </p:cNvPr>
                <p:cNvPicPr/>
                <p:nvPr/>
              </p:nvPicPr>
              <p:blipFill>
                <a:blip r:embed="rId15"/>
                <a:stretch>
                  <a:fillRect/>
                </a:stretch>
              </p:blipFill>
              <p:spPr>
                <a:xfrm>
                  <a:off x="960628" y="3342851"/>
                  <a:ext cx="741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14" name="Ink 313">
                  <a:extLst>
                    <a:ext uri="{FF2B5EF4-FFF2-40B4-BE49-F238E27FC236}">
                      <a16:creationId xmlns:a16="http://schemas.microsoft.com/office/drawing/2014/main" id="{55C8A5BB-087D-6CA0-9A51-D98A35BA61BD}"/>
                    </a:ext>
                  </a:extLst>
                </p14:cNvPr>
                <p14:cNvContentPartPr/>
                <p14:nvPr/>
              </p14:nvContentPartPr>
              <p14:xfrm>
                <a:off x="972148" y="3436451"/>
                <a:ext cx="54720" cy="15480"/>
              </p14:xfrm>
            </p:contentPart>
          </mc:Choice>
          <mc:Fallback>
            <p:pic>
              <p:nvPicPr>
                <p:cNvPr id="314" name="Ink 313">
                  <a:extLst>
                    <a:ext uri="{FF2B5EF4-FFF2-40B4-BE49-F238E27FC236}">
                      <a16:creationId xmlns:a16="http://schemas.microsoft.com/office/drawing/2014/main" id="{55C8A5BB-087D-6CA0-9A51-D98A35BA61BD}"/>
                    </a:ext>
                  </a:extLst>
                </p:cNvPr>
                <p:cNvPicPr/>
                <p:nvPr/>
              </p:nvPicPr>
              <p:blipFill>
                <a:blip r:embed="rId17"/>
                <a:stretch>
                  <a:fillRect/>
                </a:stretch>
              </p:blipFill>
              <p:spPr>
                <a:xfrm>
                  <a:off x="963148" y="3427811"/>
                  <a:ext cx="723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15" name="Ink 314">
                  <a:extLst>
                    <a:ext uri="{FF2B5EF4-FFF2-40B4-BE49-F238E27FC236}">
                      <a16:creationId xmlns:a16="http://schemas.microsoft.com/office/drawing/2014/main" id="{22626315-414B-244E-E627-10F70E3BDC05}"/>
                    </a:ext>
                  </a:extLst>
                </p14:cNvPr>
                <p14:cNvContentPartPr/>
                <p14:nvPr/>
              </p14:nvContentPartPr>
              <p14:xfrm>
                <a:off x="1236028" y="3218651"/>
                <a:ext cx="155880" cy="279720"/>
              </p14:xfrm>
            </p:contentPart>
          </mc:Choice>
          <mc:Fallback>
            <p:pic>
              <p:nvPicPr>
                <p:cNvPr id="315" name="Ink 314">
                  <a:extLst>
                    <a:ext uri="{FF2B5EF4-FFF2-40B4-BE49-F238E27FC236}">
                      <a16:creationId xmlns:a16="http://schemas.microsoft.com/office/drawing/2014/main" id="{22626315-414B-244E-E627-10F70E3BDC05}"/>
                    </a:ext>
                  </a:extLst>
                </p:cNvPr>
                <p:cNvPicPr/>
                <p:nvPr/>
              </p:nvPicPr>
              <p:blipFill>
                <a:blip r:embed="rId19"/>
                <a:stretch>
                  <a:fillRect/>
                </a:stretch>
              </p:blipFill>
              <p:spPr>
                <a:xfrm>
                  <a:off x="1227028" y="3210011"/>
                  <a:ext cx="17352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16" name="Ink 315">
                  <a:extLst>
                    <a:ext uri="{FF2B5EF4-FFF2-40B4-BE49-F238E27FC236}">
                      <a16:creationId xmlns:a16="http://schemas.microsoft.com/office/drawing/2014/main" id="{A6424A7F-70BB-F4A5-F094-9A2EFD683982}"/>
                    </a:ext>
                  </a:extLst>
                </p14:cNvPr>
                <p14:cNvContentPartPr/>
                <p14:nvPr/>
              </p14:nvContentPartPr>
              <p14:xfrm>
                <a:off x="1443388" y="3334931"/>
                <a:ext cx="138240" cy="160560"/>
              </p14:xfrm>
            </p:contentPart>
          </mc:Choice>
          <mc:Fallback>
            <p:pic>
              <p:nvPicPr>
                <p:cNvPr id="316" name="Ink 315">
                  <a:extLst>
                    <a:ext uri="{FF2B5EF4-FFF2-40B4-BE49-F238E27FC236}">
                      <a16:creationId xmlns:a16="http://schemas.microsoft.com/office/drawing/2014/main" id="{A6424A7F-70BB-F4A5-F094-9A2EFD683982}"/>
                    </a:ext>
                  </a:extLst>
                </p:cNvPr>
                <p:cNvPicPr/>
                <p:nvPr/>
              </p:nvPicPr>
              <p:blipFill>
                <a:blip r:embed="rId21"/>
                <a:stretch>
                  <a:fillRect/>
                </a:stretch>
              </p:blipFill>
              <p:spPr>
                <a:xfrm>
                  <a:off x="1434388" y="3325931"/>
                  <a:ext cx="155880" cy="178200"/>
                </a:xfrm>
                <a:prstGeom prst="rect">
                  <a:avLst/>
                </a:prstGeom>
              </p:spPr>
            </p:pic>
          </mc:Fallback>
        </mc:AlternateContent>
      </p:grpSp>
      <p:grpSp>
        <p:nvGrpSpPr>
          <p:cNvPr id="330" name="Group 329">
            <a:extLst>
              <a:ext uri="{FF2B5EF4-FFF2-40B4-BE49-F238E27FC236}">
                <a16:creationId xmlns:a16="http://schemas.microsoft.com/office/drawing/2014/main" id="{28027C6A-1975-36E1-CB67-454FD79D76D8}"/>
              </a:ext>
            </a:extLst>
          </p:cNvPr>
          <p:cNvGrpSpPr/>
          <p:nvPr/>
        </p:nvGrpSpPr>
        <p:grpSpPr>
          <a:xfrm>
            <a:off x="528988" y="3821291"/>
            <a:ext cx="1234800" cy="658800"/>
            <a:chOff x="528988" y="3821291"/>
            <a:chExt cx="1234800" cy="658800"/>
          </a:xfrm>
        </p:grpSpPr>
        <mc:AlternateContent xmlns:mc="http://schemas.openxmlformats.org/markup-compatibility/2006">
          <mc:Choice xmlns:p14="http://schemas.microsoft.com/office/powerpoint/2010/main" Requires="p14">
            <p:contentPart p14:bwMode="auto" r:id="rId22">
              <p14:nvContentPartPr>
                <p14:cNvPr id="323" name="Ink 322">
                  <a:extLst>
                    <a:ext uri="{FF2B5EF4-FFF2-40B4-BE49-F238E27FC236}">
                      <a16:creationId xmlns:a16="http://schemas.microsoft.com/office/drawing/2014/main" id="{03E5D49C-7395-2609-1F8E-607CEF81392A}"/>
                    </a:ext>
                  </a:extLst>
                </p14:cNvPr>
                <p14:cNvContentPartPr/>
                <p14:nvPr/>
              </p14:nvContentPartPr>
              <p14:xfrm>
                <a:off x="588028" y="3912731"/>
                <a:ext cx="43200" cy="397800"/>
              </p14:xfrm>
            </p:contentPart>
          </mc:Choice>
          <mc:Fallback>
            <p:pic>
              <p:nvPicPr>
                <p:cNvPr id="323" name="Ink 322">
                  <a:extLst>
                    <a:ext uri="{FF2B5EF4-FFF2-40B4-BE49-F238E27FC236}">
                      <a16:creationId xmlns:a16="http://schemas.microsoft.com/office/drawing/2014/main" id="{03E5D49C-7395-2609-1F8E-607CEF81392A}"/>
                    </a:ext>
                  </a:extLst>
                </p:cNvPr>
                <p:cNvPicPr/>
                <p:nvPr/>
              </p:nvPicPr>
              <p:blipFill>
                <a:blip r:embed="rId23"/>
                <a:stretch>
                  <a:fillRect/>
                </a:stretch>
              </p:blipFill>
              <p:spPr>
                <a:xfrm>
                  <a:off x="579388" y="3903731"/>
                  <a:ext cx="6084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4" name="Ink 323">
                  <a:extLst>
                    <a:ext uri="{FF2B5EF4-FFF2-40B4-BE49-F238E27FC236}">
                      <a16:creationId xmlns:a16="http://schemas.microsoft.com/office/drawing/2014/main" id="{1CAE7F99-E447-9667-C371-6F250513218B}"/>
                    </a:ext>
                  </a:extLst>
                </p14:cNvPr>
                <p14:cNvContentPartPr/>
                <p14:nvPr/>
              </p14:nvContentPartPr>
              <p14:xfrm>
                <a:off x="528988" y="4134131"/>
                <a:ext cx="315000" cy="345960"/>
              </p14:xfrm>
            </p:contentPart>
          </mc:Choice>
          <mc:Fallback>
            <p:pic>
              <p:nvPicPr>
                <p:cNvPr id="324" name="Ink 323">
                  <a:extLst>
                    <a:ext uri="{FF2B5EF4-FFF2-40B4-BE49-F238E27FC236}">
                      <a16:creationId xmlns:a16="http://schemas.microsoft.com/office/drawing/2014/main" id="{1CAE7F99-E447-9667-C371-6F250513218B}"/>
                    </a:ext>
                  </a:extLst>
                </p:cNvPr>
                <p:cNvPicPr/>
                <p:nvPr/>
              </p:nvPicPr>
              <p:blipFill>
                <a:blip r:embed="rId25"/>
                <a:stretch>
                  <a:fillRect/>
                </a:stretch>
              </p:blipFill>
              <p:spPr>
                <a:xfrm>
                  <a:off x="519988" y="4125131"/>
                  <a:ext cx="332640" cy="363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5" name="Ink 324">
                  <a:extLst>
                    <a:ext uri="{FF2B5EF4-FFF2-40B4-BE49-F238E27FC236}">
                      <a16:creationId xmlns:a16="http://schemas.microsoft.com/office/drawing/2014/main" id="{16EE4186-4802-2620-F059-EBFB8D82C97F}"/>
                    </a:ext>
                  </a:extLst>
                </p14:cNvPr>
                <p14:cNvContentPartPr/>
                <p14:nvPr/>
              </p14:nvContentPartPr>
              <p14:xfrm>
                <a:off x="990868" y="4088051"/>
                <a:ext cx="128160" cy="276840"/>
              </p14:xfrm>
            </p:contentPart>
          </mc:Choice>
          <mc:Fallback>
            <p:pic>
              <p:nvPicPr>
                <p:cNvPr id="325" name="Ink 324">
                  <a:extLst>
                    <a:ext uri="{FF2B5EF4-FFF2-40B4-BE49-F238E27FC236}">
                      <a16:creationId xmlns:a16="http://schemas.microsoft.com/office/drawing/2014/main" id="{16EE4186-4802-2620-F059-EBFB8D82C97F}"/>
                    </a:ext>
                  </a:extLst>
                </p:cNvPr>
                <p:cNvPicPr/>
                <p:nvPr/>
              </p:nvPicPr>
              <p:blipFill>
                <a:blip r:embed="rId27"/>
                <a:stretch>
                  <a:fillRect/>
                </a:stretch>
              </p:blipFill>
              <p:spPr>
                <a:xfrm>
                  <a:off x="981868" y="4079411"/>
                  <a:ext cx="1458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26" name="Ink 325">
                  <a:extLst>
                    <a:ext uri="{FF2B5EF4-FFF2-40B4-BE49-F238E27FC236}">
                      <a16:creationId xmlns:a16="http://schemas.microsoft.com/office/drawing/2014/main" id="{AEACA86E-0EAF-E329-C1C8-08F5CC4911C5}"/>
                    </a:ext>
                  </a:extLst>
                </p14:cNvPr>
                <p14:cNvContentPartPr/>
                <p14:nvPr/>
              </p14:nvContentPartPr>
              <p14:xfrm>
                <a:off x="1183828" y="4091291"/>
                <a:ext cx="106920" cy="159480"/>
              </p14:xfrm>
            </p:contentPart>
          </mc:Choice>
          <mc:Fallback>
            <p:pic>
              <p:nvPicPr>
                <p:cNvPr id="326" name="Ink 325">
                  <a:extLst>
                    <a:ext uri="{FF2B5EF4-FFF2-40B4-BE49-F238E27FC236}">
                      <a16:creationId xmlns:a16="http://schemas.microsoft.com/office/drawing/2014/main" id="{AEACA86E-0EAF-E329-C1C8-08F5CC4911C5}"/>
                    </a:ext>
                  </a:extLst>
                </p:cNvPr>
                <p:cNvPicPr/>
                <p:nvPr/>
              </p:nvPicPr>
              <p:blipFill>
                <a:blip r:embed="rId29"/>
                <a:stretch>
                  <a:fillRect/>
                </a:stretch>
              </p:blipFill>
              <p:spPr>
                <a:xfrm>
                  <a:off x="1175188" y="4082651"/>
                  <a:ext cx="12456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27" name="Ink 326">
                  <a:extLst>
                    <a:ext uri="{FF2B5EF4-FFF2-40B4-BE49-F238E27FC236}">
                      <a16:creationId xmlns:a16="http://schemas.microsoft.com/office/drawing/2014/main" id="{442E909C-957A-5A5B-5898-A95261DEA4C8}"/>
                    </a:ext>
                  </a:extLst>
                </p14:cNvPr>
                <p14:cNvContentPartPr/>
                <p14:nvPr/>
              </p14:nvContentPartPr>
              <p14:xfrm>
                <a:off x="1418188" y="4098491"/>
                <a:ext cx="132840" cy="134280"/>
              </p14:xfrm>
            </p:contentPart>
          </mc:Choice>
          <mc:Fallback>
            <p:pic>
              <p:nvPicPr>
                <p:cNvPr id="327" name="Ink 326">
                  <a:extLst>
                    <a:ext uri="{FF2B5EF4-FFF2-40B4-BE49-F238E27FC236}">
                      <a16:creationId xmlns:a16="http://schemas.microsoft.com/office/drawing/2014/main" id="{442E909C-957A-5A5B-5898-A95261DEA4C8}"/>
                    </a:ext>
                  </a:extLst>
                </p:cNvPr>
                <p:cNvPicPr/>
                <p:nvPr/>
              </p:nvPicPr>
              <p:blipFill>
                <a:blip r:embed="rId31"/>
                <a:stretch>
                  <a:fillRect/>
                </a:stretch>
              </p:blipFill>
              <p:spPr>
                <a:xfrm>
                  <a:off x="1409548" y="4089851"/>
                  <a:ext cx="1504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28" name="Ink 327">
                  <a:extLst>
                    <a:ext uri="{FF2B5EF4-FFF2-40B4-BE49-F238E27FC236}">
                      <a16:creationId xmlns:a16="http://schemas.microsoft.com/office/drawing/2014/main" id="{12EA4A33-55F1-9BBC-EA6C-591A75632B5F}"/>
                    </a:ext>
                  </a:extLst>
                </p14:cNvPr>
                <p14:cNvContentPartPr/>
                <p14:nvPr/>
              </p14:nvContentPartPr>
              <p14:xfrm>
                <a:off x="1555348" y="3821291"/>
                <a:ext cx="208440" cy="624600"/>
              </p14:xfrm>
            </p:contentPart>
          </mc:Choice>
          <mc:Fallback>
            <p:pic>
              <p:nvPicPr>
                <p:cNvPr id="328" name="Ink 327">
                  <a:extLst>
                    <a:ext uri="{FF2B5EF4-FFF2-40B4-BE49-F238E27FC236}">
                      <a16:creationId xmlns:a16="http://schemas.microsoft.com/office/drawing/2014/main" id="{12EA4A33-55F1-9BBC-EA6C-591A75632B5F}"/>
                    </a:ext>
                  </a:extLst>
                </p:cNvPr>
                <p:cNvPicPr/>
                <p:nvPr/>
              </p:nvPicPr>
              <p:blipFill>
                <a:blip r:embed="rId33"/>
                <a:stretch>
                  <a:fillRect/>
                </a:stretch>
              </p:blipFill>
              <p:spPr>
                <a:xfrm>
                  <a:off x="1546348" y="3812651"/>
                  <a:ext cx="226080" cy="642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29" name="Ink 328">
                  <a:extLst>
                    <a:ext uri="{FF2B5EF4-FFF2-40B4-BE49-F238E27FC236}">
                      <a16:creationId xmlns:a16="http://schemas.microsoft.com/office/drawing/2014/main" id="{3306A0C3-69D2-B059-134E-2DA0DAF01989}"/>
                    </a:ext>
                  </a:extLst>
                </p14:cNvPr>
                <p14:cNvContentPartPr/>
                <p14:nvPr/>
              </p14:nvContentPartPr>
              <p14:xfrm>
                <a:off x="1537708" y="4152131"/>
                <a:ext cx="130320" cy="37440"/>
              </p14:xfrm>
            </p:contentPart>
          </mc:Choice>
          <mc:Fallback>
            <p:pic>
              <p:nvPicPr>
                <p:cNvPr id="329" name="Ink 328">
                  <a:extLst>
                    <a:ext uri="{FF2B5EF4-FFF2-40B4-BE49-F238E27FC236}">
                      <a16:creationId xmlns:a16="http://schemas.microsoft.com/office/drawing/2014/main" id="{3306A0C3-69D2-B059-134E-2DA0DAF01989}"/>
                    </a:ext>
                  </a:extLst>
                </p:cNvPr>
                <p:cNvPicPr/>
                <p:nvPr/>
              </p:nvPicPr>
              <p:blipFill>
                <a:blip r:embed="rId35"/>
                <a:stretch>
                  <a:fillRect/>
                </a:stretch>
              </p:blipFill>
              <p:spPr>
                <a:xfrm>
                  <a:off x="1529068" y="4143131"/>
                  <a:ext cx="147960" cy="55080"/>
                </a:xfrm>
                <a:prstGeom prst="rect">
                  <a:avLst/>
                </a:prstGeom>
              </p:spPr>
            </p:pic>
          </mc:Fallback>
        </mc:AlternateContent>
      </p:grpSp>
      <p:grpSp>
        <p:nvGrpSpPr>
          <p:cNvPr id="340" name="Group 339">
            <a:extLst>
              <a:ext uri="{FF2B5EF4-FFF2-40B4-BE49-F238E27FC236}">
                <a16:creationId xmlns:a16="http://schemas.microsoft.com/office/drawing/2014/main" id="{CA1B8C97-3CE1-49DD-4A1D-2096831E6308}"/>
              </a:ext>
            </a:extLst>
          </p:cNvPr>
          <p:cNvGrpSpPr/>
          <p:nvPr/>
        </p:nvGrpSpPr>
        <p:grpSpPr>
          <a:xfrm>
            <a:off x="495148" y="5087411"/>
            <a:ext cx="1504440" cy="428040"/>
            <a:chOff x="495148" y="5087411"/>
            <a:chExt cx="1504440" cy="428040"/>
          </a:xfrm>
        </p:grpSpPr>
        <mc:AlternateContent xmlns:mc="http://schemas.openxmlformats.org/markup-compatibility/2006">
          <mc:Choice xmlns:p14="http://schemas.microsoft.com/office/powerpoint/2010/main" Requires="p14">
            <p:contentPart p14:bwMode="auto" r:id="rId36">
              <p14:nvContentPartPr>
                <p14:cNvPr id="331" name="Ink 330">
                  <a:extLst>
                    <a:ext uri="{FF2B5EF4-FFF2-40B4-BE49-F238E27FC236}">
                      <a16:creationId xmlns:a16="http://schemas.microsoft.com/office/drawing/2014/main" id="{2DD6495B-1DEB-C475-8FCF-4062F9121D75}"/>
                    </a:ext>
                  </a:extLst>
                </p14:cNvPr>
                <p14:cNvContentPartPr/>
                <p14:nvPr/>
              </p14:nvContentPartPr>
              <p14:xfrm>
                <a:off x="495148" y="5110091"/>
                <a:ext cx="264240" cy="233640"/>
              </p14:xfrm>
            </p:contentPart>
          </mc:Choice>
          <mc:Fallback>
            <p:pic>
              <p:nvPicPr>
                <p:cNvPr id="331" name="Ink 330">
                  <a:extLst>
                    <a:ext uri="{FF2B5EF4-FFF2-40B4-BE49-F238E27FC236}">
                      <a16:creationId xmlns:a16="http://schemas.microsoft.com/office/drawing/2014/main" id="{2DD6495B-1DEB-C475-8FCF-4062F9121D75}"/>
                    </a:ext>
                  </a:extLst>
                </p:cNvPr>
                <p:cNvPicPr/>
                <p:nvPr/>
              </p:nvPicPr>
              <p:blipFill>
                <a:blip r:embed="rId37"/>
                <a:stretch>
                  <a:fillRect/>
                </a:stretch>
              </p:blipFill>
              <p:spPr>
                <a:xfrm>
                  <a:off x="486508" y="5101451"/>
                  <a:ext cx="28188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32" name="Ink 331">
                  <a:extLst>
                    <a:ext uri="{FF2B5EF4-FFF2-40B4-BE49-F238E27FC236}">
                      <a16:creationId xmlns:a16="http://schemas.microsoft.com/office/drawing/2014/main" id="{35898670-3739-A05D-8284-E8EA296CF56E}"/>
                    </a:ext>
                  </a:extLst>
                </p14:cNvPr>
                <p14:cNvContentPartPr/>
                <p14:nvPr/>
              </p14:nvContentPartPr>
              <p14:xfrm>
                <a:off x="974308" y="5152571"/>
                <a:ext cx="109080" cy="36360"/>
              </p14:xfrm>
            </p:contentPart>
          </mc:Choice>
          <mc:Fallback>
            <p:pic>
              <p:nvPicPr>
                <p:cNvPr id="332" name="Ink 331">
                  <a:extLst>
                    <a:ext uri="{FF2B5EF4-FFF2-40B4-BE49-F238E27FC236}">
                      <a16:creationId xmlns:a16="http://schemas.microsoft.com/office/drawing/2014/main" id="{35898670-3739-A05D-8284-E8EA296CF56E}"/>
                    </a:ext>
                  </a:extLst>
                </p:cNvPr>
                <p:cNvPicPr/>
                <p:nvPr/>
              </p:nvPicPr>
              <p:blipFill>
                <a:blip r:embed="rId39"/>
                <a:stretch>
                  <a:fillRect/>
                </a:stretch>
              </p:blipFill>
              <p:spPr>
                <a:xfrm>
                  <a:off x="965668" y="5143931"/>
                  <a:ext cx="12672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33" name="Ink 332">
                  <a:extLst>
                    <a:ext uri="{FF2B5EF4-FFF2-40B4-BE49-F238E27FC236}">
                      <a16:creationId xmlns:a16="http://schemas.microsoft.com/office/drawing/2014/main" id="{FF6368C6-EC51-106A-47B0-9A78AB4D2ADB}"/>
                    </a:ext>
                  </a:extLst>
                </p14:cNvPr>
                <p14:cNvContentPartPr/>
                <p14:nvPr/>
              </p14:nvContentPartPr>
              <p14:xfrm>
                <a:off x="941188" y="5239331"/>
                <a:ext cx="119520" cy="19080"/>
              </p14:xfrm>
            </p:contentPart>
          </mc:Choice>
          <mc:Fallback>
            <p:pic>
              <p:nvPicPr>
                <p:cNvPr id="333" name="Ink 332">
                  <a:extLst>
                    <a:ext uri="{FF2B5EF4-FFF2-40B4-BE49-F238E27FC236}">
                      <a16:creationId xmlns:a16="http://schemas.microsoft.com/office/drawing/2014/main" id="{FF6368C6-EC51-106A-47B0-9A78AB4D2ADB}"/>
                    </a:ext>
                  </a:extLst>
                </p:cNvPr>
                <p:cNvPicPr/>
                <p:nvPr/>
              </p:nvPicPr>
              <p:blipFill>
                <a:blip r:embed="rId41"/>
                <a:stretch>
                  <a:fillRect/>
                </a:stretch>
              </p:blipFill>
              <p:spPr>
                <a:xfrm>
                  <a:off x="932188" y="5230331"/>
                  <a:ext cx="13716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34" name="Ink 333">
                  <a:extLst>
                    <a:ext uri="{FF2B5EF4-FFF2-40B4-BE49-F238E27FC236}">
                      <a16:creationId xmlns:a16="http://schemas.microsoft.com/office/drawing/2014/main" id="{673BCA76-26F4-2E20-5F4B-0282EAD35326}"/>
                    </a:ext>
                  </a:extLst>
                </p14:cNvPr>
                <p14:cNvContentPartPr/>
                <p14:nvPr/>
              </p14:nvContentPartPr>
              <p14:xfrm>
                <a:off x="1248628" y="5117651"/>
                <a:ext cx="115920" cy="28800"/>
              </p14:xfrm>
            </p:contentPart>
          </mc:Choice>
          <mc:Fallback>
            <p:pic>
              <p:nvPicPr>
                <p:cNvPr id="334" name="Ink 333">
                  <a:extLst>
                    <a:ext uri="{FF2B5EF4-FFF2-40B4-BE49-F238E27FC236}">
                      <a16:creationId xmlns:a16="http://schemas.microsoft.com/office/drawing/2014/main" id="{673BCA76-26F4-2E20-5F4B-0282EAD35326}"/>
                    </a:ext>
                  </a:extLst>
                </p:cNvPr>
                <p:cNvPicPr/>
                <p:nvPr/>
              </p:nvPicPr>
              <p:blipFill>
                <a:blip r:embed="rId43"/>
                <a:stretch>
                  <a:fillRect/>
                </a:stretch>
              </p:blipFill>
              <p:spPr>
                <a:xfrm>
                  <a:off x="1239628" y="5108651"/>
                  <a:ext cx="1335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5" name="Ink 334">
                  <a:extLst>
                    <a:ext uri="{FF2B5EF4-FFF2-40B4-BE49-F238E27FC236}">
                      <a16:creationId xmlns:a16="http://schemas.microsoft.com/office/drawing/2014/main" id="{332C7A5B-131B-8666-AD8D-86743FDFDED2}"/>
                    </a:ext>
                  </a:extLst>
                </p14:cNvPr>
                <p14:cNvContentPartPr/>
                <p14:nvPr/>
              </p14:nvContentPartPr>
              <p14:xfrm>
                <a:off x="1247188" y="5210171"/>
                <a:ext cx="107640" cy="14040"/>
              </p14:xfrm>
            </p:contentPart>
          </mc:Choice>
          <mc:Fallback>
            <p:pic>
              <p:nvPicPr>
                <p:cNvPr id="335" name="Ink 334">
                  <a:extLst>
                    <a:ext uri="{FF2B5EF4-FFF2-40B4-BE49-F238E27FC236}">
                      <a16:creationId xmlns:a16="http://schemas.microsoft.com/office/drawing/2014/main" id="{332C7A5B-131B-8666-AD8D-86743FDFDED2}"/>
                    </a:ext>
                  </a:extLst>
                </p:cNvPr>
                <p:cNvPicPr/>
                <p:nvPr/>
              </p:nvPicPr>
              <p:blipFill>
                <a:blip r:embed="rId45"/>
                <a:stretch>
                  <a:fillRect/>
                </a:stretch>
              </p:blipFill>
              <p:spPr>
                <a:xfrm>
                  <a:off x="1238548" y="5201531"/>
                  <a:ext cx="1252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6" name="Ink 335">
                  <a:extLst>
                    <a:ext uri="{FF2B5EF4-FFF2-40B4-BE49-F238E27FC236}">
                      <a16:creationId xmlns:a16="http://schemas.microsoft.com/office/drawing/2014/main" id="{89B14B23-B8FA-0AAE-EAC9-055427A8F759}"/>
                    </a:ext>
                  </a:extLst>
                </p14:cNvPr>
                <p14:cNvContentPartPr/>
                <p14:nvPr/>
              </p14:nvContentPartPr>
              <p14:xfrm>
                <a:off x="1491628" y="5116931"/>
                <a:ext cx="136800" cy="29520"/>
              </p14:xfrm>
            </p:contentPart>
          </mc:Choice>
          <mc:Fallback>
            <p:pic>
              <p:nvPicPr>
                <p:cNvPr id="336" name="Ink 335">
                  <a:extLst>
                    <a:ext uri="{FF2B5EF4-FFF2-40B4-BE49-F238E27FC236}">
                      <a16:creationId xmlns:a16="http://schemas.microsoft.com/office/drawing/2014/main" id="{89B14B23-B8FA-0AAE-EAC9-055427A8F759}"/>
                    </a:ext>
                  </a:extLst>
                </p:cNvPr>
                <p:cNvPicPr/>
                <p:nvPr/>
              </p:nvPicPr>
              <p:blipFill>
                <a:blip r:embed="rId47"/>
                <a:stretch>
                  <a:fillRect/>
                </a:stretch>
              </p:blipFill>
              <p:spPr>
                <a:xfrm>
                  <a:off x="1482988" y="5107931"/>
                  <a:ext cx="15444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7" name="Ink 336">
                  <a:extLst>
                    <a:ext uri="{FF2B5EF4-FFF2-40B4-BE49-F238E27FC236}">
                      <a16:creationId xmlns:a16="http://schemas.microsoft.com/office/drawing/2014/main" id="{0882729C-DA81-D8ED-6C56-302CE38FA530}"/>
                    </a:ext>
                  </a:extLst>
                </p14:cNvPr>
                <p14:cNvContentPartPr/>
                <p14:nvPr/>
              </p14:nvContentPartPr>
              <p14:xfrm>
                <a:off x="1488388" y="5201531"/>
                <a:ext cx="123120" cy="9000"/>
              </p14:xfrm>
            </p:contentPart>
          </mc:Choice>
          <mc:Fallback>
            <p:pic>
              <p:nvPicPr>
                <p:cNvPr id="337" name="Ink 336">
                  <a:extLst>
                    <a:ext uri="{FF2B5EF4-FFF2-40B4-BE49-F238E27FC236}">
                      <a16:creationId xmlns:a16="http://schemas.microsoft.com/office/drawing/2014/main" id="{0882729C-DA81-D8ED-6C56-302CE38FA530}"/>
                    </a:ext>
                  </a:extLst>
                </p:cNvPr>
                <p:cNvPicPr/>
                <p:nvPr/>
              </p:nvPicPr>
              <p:blipFill>
                <a:blip r:embed="rId49"/>
                <a:stretch>
                  <a:fillRect/>
                </a:stretch>
              </p:blipFill>
              <p:spPr>
                <a:xfrm>
                  <a:off x="1479388" y="5192891"/>
                  <a:ext cx="1407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8" name="Ink 337">
                  <a:extLst>
                    <a:ext uri="{FF2B5EF4-FFF2-40B4-BE49-F238E27FC236}">
                      <a16:creationId xmlns:a16="http://schemas.microsoft.com/office/drawing/2014/main" id="{3284B093-9747-6191-BE07-D81095B244EF}"/>
                    </a:ext>
                  </a:extLst>
                </p14:cNvPr>
                <p14:cNvContentPartPr/>
                <p14:nvPr/>
              </p14:nvContentPartPr>
              <p14:xfrm>
                <a:off x="1807708" y="5087411"/>
                <a:ext cx="191880" cy="428040"/>
              </p14:xfrm>
            </p:contentPart>
          </mc:Choice>
          <mc:Fallback>
            <p:pic>
              <p:nvPicPr>
                <p:cNvPr id="338" name="Ink 337">
                  <a:extLst>
                    <a:ext uri="{FF2B5EF4-FFF2-40B4-BE49-F238E27FC236}">
                      <a16:creationId xmlns:a16="http://schemas.microsoft.com/office/drawing/2014/main" id="{3284B093-9747-6191-BE07-D81095B244EF}"/>
                    </a:ext>
                  </a:extLst>
                </p:cNvPr>
                <p:cNvPicPr/>
                <p:nvPr/>
              </p:nvPicPr>
              <p:blipFill>
                <a:blip r:embed="rId51"/>
                <a:stretch>
                  <a:fillRect/>
                </a:stretch>
              </p:blipFill>
              <p:spPr>
                <a:xfrm>
                  <a:off x="1798708" y="5078411"/>
                  <a:ext cx="209520" cy="445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9" name="Ink 338">
                  <a:extLst>
                    <a:ext uri="{FF2B5EF4-FFF2-40B4-BE49-F238E27FC236}">
                      <a16:creationId xmlns:a16="http://schemas.microsoft.com/office/drawing/2014/main" id="{ED5F8901-9DAC-3DCC-2BAC-525085A9B6A9}"/>
                    </a:ext>
                  </a:extLst>
                </p14:cNvPr>
                <p14:cNvContentPartPr/>
                <p14:nvPr/>
              </p14:nvContentPartPr>
              <p14:xfrm>
                <a:off x="949468" y="5346611"/>
                <a:ext cx="705600" cy="133920"/>
              </p14:xfrm>
            </p:contentPart>
          </mc:Choice>
          <mc:Fallback>
            <p:pic>
              <p:nvPicPr>
                <p:cNvPr id="339" name="Ink 338">
                  <a:extLst>
                    <a:ext uri="{FF2B5EF4-FFF2-40B4-BE49-F238E27FC236}">
                      <a16:creationId xmlns:a16="http://schemas.microsoft.com/office/drawing/2014/main" id="{ED5F8901-9DAC-3DCC-2BAC-525085A9B6A9}"/>
                    </a:ext>
                  </a:extLst>
                </p:cNvPr>
                <p:cNvPicPr/>
                <p:nvPr/>
              </p:nvPicPr>
              <p:blipFill>
                <a:blip r:embed="rId53"/>
                <a:stretch>
                  <a:fillRect/>
                </a:stretch>
              </p:blipFill>
              <p:spPr>
                <a:xfrm>
                  <a:off x="940828" y="5337971"/>
                  <a:ext cx="723240" cy="151560"/>
                </a:xfrm>
                <a:prstGeom prst="rect">
                  <a:avLst/>
                </a:prstGeom>
              </p:spPr>
            </p:pic>
          </mc:Fallback>
        </mc:AlternateContent>
      </p:grpSp>
      <p:grpSp>
        <p:nvGrpSpPr>
          <p:cNvPr id="386" name="Group 385">
            <a:extLst>
              <a:ext uri="{FF2B5EF4-FFF2-40B4-BE49-F238E27FC236}">
                <a16:creationId xmlns:a16="http://schemas.microsoft.com/office/drawing/2014/main" id="{E3643065-15FB-5C9D-B8C3-A1BBE84CA3ED}"/>
              </a:ext>
            </a:extLst>
          </p:cNvPr>
          <p:cNvGrpSpPr/>
          <p:nvPr/>
        </p:nvGrpSpPr>
        <p:grpSpPr>
          <a:xfrm>
            <a:off x="4743508" y="363491"/>
            <a:ext cx="2064600" cy="564120"/>
            <a:chOff x="4743508" y="363491"/>
            <a:chExt cx="2064600" cy="564120"/>
          </a:xfrm>
        </p:grpSpPr>
        <mc:AlternateContent xmlns:mc="http://schemas.openxmlformats.org/markup-compatibility/2006">
          <mc:Choice xmlns:p14="http://schemas.microsoft.com/office/powerpoint/2010/main" Requires="p14">
            <p:contentPart p14:bwMode="auto" r:id="rId54">
              <p14:nvContentPartPr>
                <p14:cNvPr id="376" name="Ink 375">
                  <a:extLst>
                    <a:ext uri="{FF2B5EF4-FFF2-40B4-BE49-F238E27FC236}">
                      <a16:creationId xmlns:a16="http://schemas.microsoft.com/office/drawing/2014/main" id="{3CF8EA45-9327-2777-6B37-460A8AA156D6}"/>
                    </a:ext>
                  </a:extLst>
                </p14:cNvPr>
                <p14:cNvContentPartPr/>
                <p14:nvPr/>
              </p14:nvContentPartPr>
              <p14:xfrm>
                <a:off x="4859428" y="654011"/>
                <a:ext cx="17280" cy="246240"/>
              </p14:xfrm>
            </p:contentPart>
          </mc:Choice>
          <mc:Fallback>
            <p:pic>
              <p:nvPicPr>
                <p:cNvPr id="376" name="Ink 375">
                  <a:extLst>
                    <a:ext uri="{FF2B5EF4-FFF2-40B4-BE49-F238E27FC236}">
                      <a16:creationId xmlns:a16="http://schemas.microsoft.com/office/drawing/2014/main" id="{3CF8EA45-9327-2777-6B37-460A8AA156D6}"/>
                    </a:ext>
                  </a:extLst>
                </p:cNvPr>
                <p:cNvPicPr/>
                <p:nvPr/>
              </p:nvPicPr>
              <p:blipFill>
                <a:blip r:embed="rId55"/>
                <a:stretch>
                  <a:fillRect/>
                </a:stretch>
              </p:blipFill>
              <p:spPr>
                <a:xfrm>
                  <a:off x="4850428" y="645011"/>
                  <a:ext cx="3492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7" name="Ink 376">
                  <a:extLst>
                    <a:ext uri="{FF2B5EF4-FFF2-40B4-BE49-F238E27FC236}">
                      <a16:creationId xmlns:a16="http://schemas.microsoft.com/office/drawing/2014/main" id="{BC1E1A1F-D76C-A9CB-C9DC-D930DD562011}"/>
                    </a:ext>
                  </a:extLst>
                </p14:cNvPr>
                <p14:cNvContentPartPr/>
                <p14:nvPr/>
              </p14:nvContentPartPr>
              <p14:xfrm>
                <a:off x="4743508" y="436211"/>
                <a:ext cx="438120" cy="491400"/>
              </p14:xfrm>
            </p:contentPart>
          </mc:Choice>
          <mc:Fallback>
            <p:pic>
              <p:nvPicPr>
                <p:cNvPr id="377" name="Ink 376">
                  <a:extLst>
                    <a:ext uri="{FF2B5EF4-FFF2-40B4-BE49-F238E27FC236}">
                      <a16:creationId xmlns:a16="http://schemas.microsoft.com/office/drawing/2014/main" id="{BC1E1A1F-D76C-A9CB-C9DC-D930DD562011}"/>
                    </a:ext>
                  </a:extLst>
                </p:cNvPr>
                <p:cNvPicPr/>
                <p:nvPr/>
              </p:nvPicPr>
              <p:blipFill>
                <a:blip r:embed="rId57"/>
                <a:stretch>
                  <a:fillRect/>
                </a:stretch>
              </p:blipFill>
              <p:spPr>
                <a:xfrm>
                  <a:off x="4734508" y="427571"/>
                  <a:ext cx="455760" cy="5090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8" name="Ink 377">
                  <a:extLst>
                    <a:ext uri="{FF2B5EF4-FFF2-40B4-BE49-F238E27FC236}">
                      <a16:creationId xmlns:a16="http://schemas.microsoft.com/office/drawing/2014/main" id="{520BF4A8-A227-8B36-5335-5F004A0F8BDF}"/>
                    </a:ext>
                  </a:extLst>
                </p14:cNvPr>
                <p14:cNvContentPartPr/>
                <p14:nvPr/>
              </p14:nvContentPartPr>
              <p14:xfrm>
                <a:off x="5230948" y="600011"/>
                <a:ext cx="197640" cy="245160"/>
              </p14:xfrm>
            </p:contentPart>
          </mc:Choice>
          <mc:Fallback>
            <p:pic>
              <p:nvPicPr>
                <p:cNvPr id="378" name="Ink 377">
                  <a:extLst>
                    <a:ext uri="{FF2B5EF4-FFF2-40B4-BE49-F238E27FC236}">
                      <a16:creationId xmlns:a16="http://schemas.microsoft.com/office/drawing/2014/main" id="{520BF4A8-A227-8B36-5335-5F004A0F8BDF}"/>
                    </a:ext>
                  </a:extLst>
                </p:cNvPr>
                <p:cNvPicPr/>
                <p:nvPr/>
              </p:nvPicPr>
              <p:blipFill>
                <a:blip r:embed="rId59"/>
                <a:stretch>
                  <a:fillRect/>
                </a:stretch>
              </p:blipFill>
              <p:spPr>
                <a:xfrm>
                  <a:off x="5222308" y="591371"/>
                  <a:ext cx="21528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0" name="Ink 379">
                  <a:extLst>
                    <a:ext uri="{FF2B5EF4-FFF2-40B4-BE49-F238E27FC236}">
                      <a16:creationId xmlns:a16="http://schemas.microsoft.com/office/drawing/2014/main" id="{759A8EA8-E55A-39DB-896F-9999ED2D4FAE}"/>
                    </a:ext>
                  </a:extLst>
                </p14:cNvPr>
                <p14:cNvContentPartPr/>
                <p14:nvPr/>
              </p14:nvContentPartPr>
              <p14:xfrm>
                <a:off x="5549908" y="645371"/>
                <a:ext cx="175320" cy="191160"/>
              </p14:xfrm>
            </p:contentPart>
          </mc:Choice>
          <mc:Fallback>
            <p:pic>
              <p:nvPicPr>
                <p:cNvPr id="380" name="Ink 379">
                  <a:extLst>
                    <a:ext uri="{FF2B5EF4-FFF2-40B4-BE49-F238E27FC236}">
                      <a16:creationId xmlns:a16="http://schemas.microsoft.com/office/drawing/2014/main" id="{759A8EA8-E55A-39DB-896F-9999ED2D4FAE}"/>
                    </a:ext>
                  </a:extLst>
                </p:cNvPr>
                <p:cNvPicPr/>
                <p:nvPr/>
              </p:nvPicPr>
              <p:blipFill>
                <a:blip r:embed="rId61"/>
                <a:stretch>
                  <a:fillRect/>
                </a:stretch>
              </p:blipFill>
              <p:spPr>
                <a:xfrm>
                  <a:off x="5540908" y="636371"/>
                  <a:ext cx="19296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1" name="Ink 380">
                  <a:extLst>
                    <a:ext uri="{FF2B5EF4-FFF2-40B4-BE49-F238E27FC236}">
                      <a16:creationId xmlns:a16="http://schemas.microsoft.com/office/drawing/2014/main" id="{E132C2F0-BC17-888A-D651-CE37D538BE36}"/>
                    </a:ext>
                  </a:extLst>
                </p14:cNvPr>
                <p14:cNvContentPartPr/>
                <p14:nvPr/>
              </p14:nvContentPartPr>
              <p14:xfrm>
                <a:off x="5820268" y="609371"/>
                <a:ext cx="155880" cy="207000"/>
              </p14:xfrm>
            </p:contentPart>
          </mc:Choice>
          <mc:Fallback>
            <p:pic>
              <p:nvPicPr>
                <p:cNvPr id="381" name="Ink 380">
                  <a:extLst>
                    <a:ext uri="{FF2B5EF4-FFF2-40B4-BE49-F238E27FC236}">
                      <a16:creationId xmlns:a16="http://schemas.microsoft.com/office/drawing/2014/main" id="{E132C2F0-BC17-888A-D651-CE37D538BE36}"/>
                    </a:ext>
                  </a:extLst>
                </p:cNvPr>
                <p:cNvPicPr/>
                <p:nvPr/>
              </p:nvPicPr>
              <p:blipFill>
                <a:blip r:embed="rId63"/>
                <a:stretch>
                  <a:fillRect/>
                </a:stretch>
              </p:blipFill>
              <p:spPr>
                <a:xfrm>
                  <a:off x="5811628" y="600371"/>
                  <a:ext cx="1735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2" name="Ink 381">
                  <a:extLst>
                    <a:ext uri="{FF2B5EF4-FFF2-40B4-BE49-F238E27FC236}">
                      <a16:creationId xmlns:a16="http://schemas.microsoft.com/office/drawing/2014/main" id="{93C997D4-84BF-1760-2D17-B5831EB01DCD}"/>
                    </a:ext>
                  </a:extLst>
                </p14:cNvPr>
                <p14:cNvContentPartPr/>
                <p14:nvPr/>
              </p14:nvContentPartPr>
              <p14:xfrm>
                <a:off x="6025828" y="447731"/>
                <a:ext cx="25560" cy="347400"/>
              </p14:xfrm>
            </p:contentPart>
          </mc:Choice>
          <mc:Fallback>
            <p:pic>
              <p:nvPicPr>
                <p:cNvPr id="382" name="Ink 381">
                  <a:extLst>
                    <a:ext uri="{FF2B5EF4-FFF2-40B4-BE49-F238E27FC236}">
                      <a16:creationId xmlns:a16="http://schemas.microsoft.com/office/drawing/2014/main" id="{93C997D4-84BF-1760-2D17-B5831EB01DCD}"/>
                    </a:ext>
                  </a:extLst>
                </p:cNvPr>
                <p:cNvPicPr/>
                <p:nvPr/>
              </p:nvPicPr>
              <p:blipFill>
                <a:blip r:embed="rId65"/>
                <a:stretch>
                  <a:fillRect/>
                </a:stretch>
              </p:blipFill>
              <p:spPr>
                <a:xfrm>
                  <a:off x="6017188" y="439091"/>
                  <a:ext cx="4320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3" name="Ink 382">
                  <a:extLst>
                    <a:ext uri="{FF2B5EF4-FFF2-40B4-BE49-F238E27FC236}">
                      <a16:creationId xmlns:a16="http://schemas.microsoft.com/office/drawing/2014/main" id="{4987AE5F-043F-D616-CA12-CD1BEE923164}"/>
                    </a:ext>
                  </a:extLst>
                </p14:cNvPr>
                <p14:cNvContentPartPr/>
                <p14:nvPr/>
              </p14:nvContentPartPr>
              <p14:xfrm>
                <a:off x="6079828" y="633131"/>
                <a:ext cx="149040" cy="185760"/>
              </p14:xfrm>
            </p:contentPart>
          </mc:Choice>
          <mc:Fallback>
            <p:pic>
              <p:nvPicPr>
                <p:cNvPr id="383" name="Ink 382">
                  <a:extLst>
                    <a:ext uri="{FF2B5EF4-FFF2-40B4-BE49-F238E27FC236}">
                      <a16:creationId xmlns:a16="http://schemas.microsoft.com/office/drawing/2014/main" id="{4987AE5F-043F-D616-CA12-CD1BEE923164}"/>
                    </a:ext>
                  </a:extLst>
                </p:cNvPr>
                <p:cNvPicPr/>
                <p:nvPr/>
              </p:nvPicPr>
              <p:blipFill>
                <a:blip r:embed="rId67"/>
                <a:stretch>
                  <a:fillRect/>
                </a:stretch>
              </p:blipFill>
              <p:spPr>
                <a:xfrm>
                  <a:off x="6070828" y="624491"/>
                  <a:ext cx="16668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84" name="Ink 383">
                  <a:extLst>
                    <a:ext uri="{FF2B5EF4-FFF2-40B4-BE49-F238E27FC236}">
                      <a16:creationId xmlns:a16="http://schemas.microsoft.com/office/drawing/2014/main" id="{679A1B2D-01F6-AF6E-95CC-C72F07045B19}"/>
                    </a:ext>
                  </a:extLst>
                </p14:cNvPr>
                <p14:cNvContentPartPr/>
                <p14:nvPr/>
              </p14:nvContentPartPr>
              <p14:xfrm>
                <a:off x="6300508" y="363491"/>
                <a:ext cx="357120" cy="417960"/>
              </p14:xfrm>
            </p:contentPart>
          </mc:Choice>
          <mc:Fallback>
            <p:pic>
              <p:nvPicPr>
                <p:cNvPr id="384" name="Ink 383">
                  <a:extLst>
                    <a:ext uri="{FF2B5EF4-FFF2-40B4-BE49-F238E27FC236}">
                      <a16:creationId xmlns:a16="http://schemas.microsoft.com/office/drawing/2014/main" id="{679A1B2D-01F6-AF6E-95CC-C72F07045B19}"/>
                    </a:ext>
                  </a:extLst>
                </p:cNvPr>
                <p:cNvPicPr/>
                <p:nvPr/>
              </p:nvPicPr>
              <p:blipFill>
                <a:blip r:embed="rId69"/>
                <a:stretch>
                  <a:fillRect/>
                </a:stretch>
              </p:blipFill>
              <p:spPr>
                <a:xfrm>
                  <a:off x="6291508" y="354491"/>
                  <a:ext cx="374760"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5" name="Ink 384">
                  <a:extLst>
                    <a:ext uri="{FF2B5EF4-FFF2-40B4-BE49-F238E27FC236}">
                      <a16:creationId xmlns:a16="http://schemas.microsoft.com/office/drawing/2014/main" id="{0C2513EB-0867-A5F0-0523-2BEAD9AFA191}"/>
                    </a:ext>
                  </a:extLst>
                </p14:cNvPr>
                <p14:cNvContentPartPr/>
                <p14:nvPr/>
              </p14:nvContentPartPr>
              <p14:xfrm>
                <a:off x="6617308" y="538091"/>
                <a:ext cx="190800" cy="92880"/>
              </p14:xfrm>
            </p:contentPart>
          </mc:Choice>
          <mc:Fallback>
            <p:pic>
              <p:nvPicPr>
                <p:cNvPr id="385" name="Ink 384">
                  <a:extLst>
                    <a:ext uri="{FF2B5EF4-FFF2-40B4-BE49-F238E27FC236}">
                      <a16:creationId xmlns:a16="http://schemas.microsoft.com/office/drawing/2014/main" id="{0C2513EB-0867-A5F0-0523-2BEAD9AFA191}"/>
                    </a:ext>
                  </a:extLst>
                </p:cNvPr>
                <p:cNvPicPr/>
                <p:nvPr/>
              </p:nvPicPr>
              <p:blipFill>
                <a:blip r:embed="rId71"/>
                <a:stretch>
                  <a:fillRect/>
                </a:stretch>
              </p:blipFill>
              <p:spPr>
                <a:xfrm>
                  <a:off x="6608668" y="529091"/>
                  <a:ext cx="208440" cy="110520"/>
                </a:xfrm>
                <a:prstGeom prst="rect">
                  <a:avLst/>
                </a:prstGeom>
              </p:spPr>
            </p:pic>
          </mc:Fallback>
        </mc:AlternateContent>
      </p:grpSp>
      <p:grpSp>
        <p:nvGrpSpPr>
          <p:cNvPr id="508" name="Group 507">
            <a:extLst>
              <a:ext uri="{FF2B5EF4-FFF2-40B4-BE49-F238E27FC236}">
                <a16:creationId xmlns:a16="http://schemas.microsoft.com/office/drawing/2014/main" id="{5E870CF6-42FC-4499-782B-E0324DDAD12D}"/>
              </a:ext>
            </a:extLst>
          </p:cNvPr>
          <p:cNvGrpSpPr/>
          <p:nvPr/>
        </p:nvGrpSpPr>
        <p:grpSpPr>
          <a:xfrm>
            <a:off x="7455388" y="127691"/>
            <a:ext cx="1625760" cy="445320"/>
            <a:chOff x="7455388" y="127691"/>
            <a:chExt cx="1625760" cy="445320"/>
          </a:xfrm>
        </p:grpSpPr>
        <mc:AlternateContent xmlns:mc="http://schemas.openxmlformats.org/markup-compatibility/2006">
          <mc:Choice xmlns:p14="http://schemas.microsoft.com/office/powerpoint/2010/main" Requires="p14">
            <p:contentPart p14:bwMode="auto" r:id="rId72">
              <p14:nvContentPartPr>
                <p14:cNvPr id="477" name="Ink 476">
                  <a:extLst>
                    <a:ext uri="{FF2B5EF4-FFF2-40B4-BE49-F238E27FC236}">
                      <a16:creationId xmlns:a16="http://schemas.microsoft.com/office/drawing/2014/main" id="{73921DD2-8C5E-095A-1E9C-8B9E6D809FF2}"/>
                    </a:ext>
                  </a:extLst>
                </p14:cNvPr>
                <p14:cNvContentPartPr/>
                <p14:nvPr/>
              </p14:nvContentPartPr>
              <p14:xfrm>
                <a:off x="7467628" y="227411"/>
                <a:ext cx="322200" cy="46080"/>
              </p14:xfrm>
            </p:contentPart>
          </mc:Choice>
          <mc:Fallback>
            <p:pic>
              <p:nvPicPr>
                <p:cNvPr id="477" name="Ink 476">
                  <a:extLst>
                    <a:ext uri="{FF2B5EF4-FFF2-40B4-BE49-F238E27FC236}">
                      <a16:creationId xmlns:a16="http://schemas.microsoft.com/office/drawing/2014/main" id="{73921DD2-8C5E-095A-1E9C-8B9E6D809FF2}"/>
                    </a:ext>
                  </a:extLst>
                </p:cNvPr>
                <p:cNvPicPr/>
                <p:nvPr/>
              </p:nvPicPr>
              <p:blipFill>
                <a:blip r:embed="rId73"/>
                <a:stretch>
                  <a:fillRect/>
                </a:stretch>
              </p:blipFill>
              <p:spPr>
                <a:xfrm>
                  <a:off x="7458988" y="218771"/>
                  <a:ext cx="3398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8" name="Ink 477">
                  <a:extLst>
                    <a:ext uri="{FF2B5EF4-FFF2-40B4-BE49-F238E27FC236}">
                      <a16:creationId xmlns:a16="http://schemas.microsoft.com/office/drawing/2014/main" id="{25A0B0DA-D1CB-7E19-C473-313B1A764A20}"/>
                    </a:ext>
                  </a:extLst>
                </p14:cNvPr>
                <p14:cNvContentPartPr/>
                <p14:nvPr/>
              </p14:nvContentPartPr>
              <p14:xfrm>
                <a:off x="7455388" y="254771"/>
                <a:ext cx="207720" cy="318240"/>
              </p14:xfrm>
            </p:contentPart>
          </mc:Choice>
          <mc:Fallback>
            <p:pic>
              <p:nvPicPr>
                <p:cNvPr id="478" name="Ink 477">
                  <a:extLst>
                    <a:ext uri="{FF2B5EF4-FFF2-40B4-BE49-F238E27FC236}">
                      <a16:creationId xmlns:a16="http://schemas.microsoft.com/office/drawing/2014/main" id="{25A0B0DA-D1CB-7E19-C473-313B1A764A20}"/>
                    </a:ext>
                  </a:extLst>
                </p:cNvPr>
                <p:cNvPicPr/>
                <p:nvPr/>
              </p:nvPicPr>
              <p:blipFill>
                <a:blip r:embed="rId75"/>
                <a:stretch>
                  <a:fillRect/>
                </a:stretch>
              </p:blipFill>
              <p:spPr>
                <a:xfrm>
                  <a:off x="7446388" y="246131"/>
                  <a:ext cx="22536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9" name="Ink 478">
                  <a:extLst>
                    <a:ext uri="{FF2B5EF4-FFF2-40B4-BE49-F238E27FC236}">
                      <a16:creationId xmlns:a16="http://schemas.microsoft.com/office/drawing/2014/main" id="{F695AB0F-FB2D-B546-88A2-A511139E81B9}"/>
                    </a:ext>
                  </a:extLst>
                </p14:cNvPr>
                <p14:cNvContentPartPr/>
                <p14:nvPr/>
              </p14:nvContentPartPr>
              <p14:xfrm>
                <a:off x="7768948" y="362771"/>
                <a:ext cx="143280" cy="180000"/>
              </p14:xfrm>
            </p:contentPart>
          </mc:Choice>
          <mc:Fallback>
            <p:pic>
              <p:nvPicPr>
                <p:cNvPr id="479" name="Ink 478">
                  <a:extLst>
                    <a:ext uri="{FF2B5EF4-FFF2-40B4-BE49-F238E27FC236}">
                      <a16:creationId xmlns:a16="http://schemas.microsoft.com/office/drawing/2014/main" id="{F695AB0F-FB2D-B546-88A2-A511139E81B9}"/>
                    </a:ext>
                  </a:extLst>
                </p:cNvPr>
                <p:cNvPicPr/>
                <p:nvPr/>
              </p:nvPicPr>
              <p:blipFill>
                <a:blip r:embed="rId77"/>
                <a:stretch>
                  <a:fillRect/>
                </a:stretch>
              </p:blipFill>
              <p:spPr>
                <a:xfrm>
                  <a:off x="7759948" y="354131"/>
                  <a:ext cx="16092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0" name="Ink 479">
                  <a:extLst>
                    <a:ext uri="{FF2B5EF4-FFF2-40B4-BE49-F238E27FC236}">
                      <a16:creationId xmlns:a16="http://schemas.microsoft.com/office/drawing/2014/main" id="{A86FBCA2-2702-4AA1-2055-7C0DCFA92B9C}"/>
                    </a:ext>
                  </a:extLst>
                </p14:cNvPr>
                <p14:cNvContentPartPr/>
                <p14:nvPr/>
              </p14:nvContentPartPr>
              <p14:xfrm>
                <a:off x="7938868" y="334331"/>
                <a:ext cx="78840" cy="171000"/>
              </p14:xfrm>
            </p:contentPart>
          </mc:Choice>
          <mc:Fallback>
            <p:pic>
              <p:nvPicPr>
                <p:cNvPr id="480" name="Ink 479">
                  <a:extLst>
                    <a:ext uri="{FF2B5EF4-FFF2-40B4-BE49-F238E27FC236}">
                      <a16:creationId xmlns:a16="http://schemas.microsoft.com/office/drawing/2014/main" id="{A86FBCA2-2702-4AA1-2055-7C0DCFA92B9C}"/>
                    </a:ext>
                  </a:extLst>
                </p:cNvPr>
                <p:cNvPicPr/>
                <p:nvPr/>
              </p:nvPicPr>
              <p:blipFill>
                <a:blip r:embed="rId79"/>
                <a:stretch>
                  <a:fillRect/>
                </a:stretch>
              </p:blipFill>
              <p:spPr>
                <a:xfrm>
                  <a:off x="7929868" y="325331"/>
                  <a:ext cx="964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1" name="Ink 480">
                  <a:extLst>
                    <a:ext uri="{FF2B5EF4-FFF2-40B4-BE49-F238E27FC236}">
                      <a16:creationId xmlns:a16="http://schemas.microsoft.com/office/drawing/2014/main" id="{3D64B45C-5A15-9363-3EC5-B79AD9D57A28}"/>
                    </a:ext>
                  </a:extLst>
                </p14:cNvPr>
                <p14:cNvContentPartPr/>
                <p14:nvPr/>
              </p14:nvContentPartPr>
              <p14:xfrm>
                <a:off x="8065948" y="351611"/>
                <a:ext cx="109800" cy="138960"/>
              </p14:xfrm>
            </p:contentPart>
          </mc:Choice>
          <mc:Fallback>
            <p:pic>
              <p:nvPicPr>
                <p:cNvPr id="481" name="Ink 480">
                  <a:extLst>
                    <a:ext uri="{FF2B5EF4-FFF2-40B4-BE49-F238E27FC236}">
                      <a16:creationId xmlns:a16="http://schemas.microsoft.com/office/drawing/2014/main" id="{3D64B45C-5A15-9363-3EC5-B79AD9D57A28}"/>
                    </a:ext>
                  </a:extLst>
                </p:cNvPr>
                <p:cNvPicPr/>
                <p:nvPr/>
              </p:nvPicPr>
              <p:blipFill>
                <a:blip r:embed="rId81"/>
                <a:stretch>
                  <a:fillRect/>
                </a:stretch>
              </p:blipFill>
              <p:spPr>
                <a:xfrm>
                  <a:off x="8057308" y="342971"/>
                  <a:ext cx="1274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2" name="Ink 481">
                  <a:extLst>
                    <a:ext uri="{FF2B5EF4-FFF2-40B4-BE49-F238E27FC236}">
                      <a16:creationId xmlns:a16="http://schemas.microsoft.com/office/drawing/2014/main" id="{49137543-5855-1ACB-D22C-AA4D6DAC938A}"/>
                    </a:ext>
                  </a:extLst>
                </p14:cNvPr>
                <p14:cNvContentPartPr/>
                <p14:nvPr/>
              </p14:nvContentPartPr>
              <p14:xfrm>
                <a:off x="8264308" y="127691"/>
                <a:ext cx="235800" cy="363240"/>
              </p14:xfrm>
            </p:contentPart>
          </mc:Choice>
          <mc:Fallback>
            <p:pic>
              <p:nvPicPr>
                <p:cNvPr id="482" name="Ink 481">
                  <a:extLst>
                    <a:ext uri="{FF2B5EF4-FFF2-40B4-BE49-F238E27FC236}">
                      <a16:creationId xmlns:a16="http://schemas.microsoft.com/office/drawing/2014/main" id="{49137543-5855-1ACB-D22C-AA4D6DAC938A}"/>
                    </a:ext>
                  </a:extLst>
                </p:cNvPr>
                <p:cNvPicPr/>
                <p:nvPr/>
              </p:nvPicPr>
              <p:blipFill>
                <a:blip r:embed="rId83"/>
                <a:stretch>
                  <a:fillRect/>
                </a:stretch>
              </p:blipFill>
              <p:spPr>
                <a:xfrm>
                  <a:off x="8255668" y="119051"/>
                  <a:ext cx="25344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83" name="Ink 482">
                  <a:extLst>
                    <a:ext uri="{FF2B5EF4-FFF2-40B4-BE49-F238E27FC236}">
                      <a16:creationId xmlns:a16="http://schemas.microsoft.com/office/drawing/2014/main" id="{F12B5041-07FC-D957-71CC-D88563312161}"/>
                    </a:ext>
                  </a:extLst>
                </p14:cNvPr>
                <p14:cNvContentPartPr/>
                <p14:nvPr/>
              </p14:nvContentPartPr>
              <p14:xfrm>
                <a:off x="8536828" y="271331"/>
                <a:ext cx="103680" cy="183240"/>
              </p14:xfrm>
            </p:contentPart>
          </mc:Choice>
          <mc:Fallback>
            <p:pic>
              <p:nvPicPr>
                <p:cNvPr id="483" name="Ink 482">
                  <a:extLst>
                    <a:ext uri="{FF2B5EF4-FFF2-40B4-BE49-F238E27FC236}">
                      <a16:creationId xmlns:a16="http://schemas.microsoft.com/office/drawing/2014/main" id="{F12B5041-07FC-D957-71CC-D88563312161}"/>
                    </a:ext>
                  </a:extLst>
                </p:cNvPr>
                <p:cNvPicPr/>
                <p:nvPr/>
              </p:nvPicPr>
              <p:blipFill>
                <a:blip r:embed="rId85"/>
                <a:stretch>
                  <a:fillRect/>
                </a:stretch>
              </p:blipFill>
              <p:spPr>
                <a:xfrm>
                  <a:off x="8528188" y="262331"/>
                  <a:ext cx="12132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84" name="Ink 483">
                  <a:extLst>
                    <a:ext uri="{FF2B5EF4-FFF2-40B4-BE49-F238E27FC236}">
                      <a16:creationId xmlns:a16="http://schemas.microsoft.com/office/drawing/2014/main" id="{721C0735-F63C-5CC7-E0EA-51032B577C71}"/>
                    </a:ext>
                  </a:extLst>
                </p14:cNvPr>
                <p14:cNvContentPartPr/>
                <p14:nvPr/>
              </p14:nvContentPartPr>
              <p14:xfrm>
                <a:off x="8628268" y="234251"/>
                <a:ext cx="224280" cy="191880"/>
              </p14:xfrm>
            </p:contentPart>
          </mc:Choice>
          <mc:Fallback>
            <p:pic>
              <p:nvPicPr>
                <p:cNvPr id="484" name="Ink 483">
                  <a:extLst>
                    <a:ext uri="{FF2B5EF4-FFF2-40B4-BE49-F238E27FC236}">
                      <a16:creationId xmlns:a16="http://schemas.microsoft.com/office/drawing/2014/main" id="{721C0735-F63C-5CC7-E0EA-51032B577C71}"/>
                    </a:ext>
                  </a:extLst>
                </p:cNvPr>
                <p:cNvPicPr/>
                <p:nvPr/>
              </p:nvPicPr>
              <p:blipFill>
                <a:blip r:embed="rId87"/>
                <a:stretch>
                  <a:fillRect/>
                </a:stretch>
              </p:blipFill>
              <p:spPr>
                <a:xfrm>
                  <a:off x="8619628" y="225611"/>
                  <a:ext cx="24192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485" name="Ink 484">
                  <a:extLst>
                    <a:ext uri="{FF2B5EF4-FFF2-40B4-BE49-F238E27FC236}">
                      <a16:creationId xmlns:a16="http://schemas.microsoft.com/office/drawing/2014/main" id="{56A6419D-3539-A952-D7C9-722159011C48}"/>
                    </a:ext>
                  </a:extLst>
                </p14:cNvPr>
                <p14:cNvContentPartPr/>
                <p14:nvPr/>
              </p14:nvContentPartPr>
              <p14:xfrm>
                <a:off x="8874508" y="253691"/>
                <a:ext cx="86760" cy="241920"/>
              </p14:xfrm>
            </p:contentPart>
          </mc:Choice>
          <mc:Fallback>
            <p:pic>
              <p:nvPicPr>
                <p:cNvPr id="485" name="Ink 484">
                  <a:extLst>
                    <a:ext uri="{FF2B5EF4-FFF2-40B4-BE49-F238E27FC236}">
                      <a16:creationId xmlns:a16="http://schemas.microsoft.com/office/drawing/2014/main" id="{56A6419D-3539-A952-D7C9-722159011C48}"/>
                    </a:ext>
                  </a:extLst>
                </p:cNvPr>
                <p:cNvPicPr/>
                <p:nvPr/>
              </p:nvPicPr>
              <p:blipFill>
                <a:blip r:embed="rId89"/>
                <a:stretch>
                  <a:fillRect/>
                </a:stretch>
              </p:blipFill>
              <p:spPr>
                <a:xfrm>
                  <a:off x="8865508" y="244691"/>
                  <a:ext cx="1044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86" name="Ink 485">
                  <a:extLst>
                    <a:ext uri="{FF2B5EF4-FFF2-40B4-BE49-F238E27FC236}">
                      <a16:creationId xmlns:a16="http://schemas.microsoft.com/office/drawing/2014/main" id="{A19CE386-426D-E78C-E2F0-7F67A86EE4D0}"/>
                    </a:ext>
                  </a:extLst>
                </p14:cNvPr>
                <p14:cNvContentPartPr/>
                <p14:nvPr/>
              </p14:nvContentPartPr>
              <p14:xfrm>
                <a:off x="8952268" y="148931"/>
                <a:ext cx="128880" cy="267480"/>
              </p14:xfrm>
            </p:contentPart>
          </mc:Choice>
          <mc:Fallback>
            <p:pic>
              <p:nvPicPr>
                <p:cNvPr id="486" name="Ink 485">
                  <a:extLst>
                    <a:ext uri="{FF2B5EF4-FFF2-40B4-BE49-F238E27FC236}">
                      <a16:creationId xmlns:a16="http://schemas.microsoft.com/office/drawing/2014/main" id="{A19CE386-426D-E78C-E2F0-7F67A86EE4D0}"/>
                    </a:ext>
                  </a:extLst>
                </p:cNvPr>
                <p:cNvPicPr/>
                <p:nvPr/>
              </p:nvPicPr>
              <p:blipFill>
                <a:blip r:embed="rId91"/>
                <a:stretch>
                  <a:fillRect/>
                </a:stretch>
              </p:blipFill>
              <p:spPr>
                <a:xfrm>
                  <a:off x="8943628" y="139931"/>
                  <a:ext cx="14652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487" name="Ink 486">
                  <a:extLst>
                    <a:ext uri="{FF2B5EF4-FFF2-40B4-BE49-F238E27FC236}">
                      <a16:creationId xmlns:a16="http://schemas.microsoft.com/office/drawing/2014/main" id="{10F32CC8-3CEB-A260-D031-C4066551D2BA}"/>
                    </a:ext>
                  </a:extLst>
                </p14:cNvPr>
                <p14:cNvContentPartPr/>
                <p14:nvPr/>
              </p14:nvContentPartPr>
              <p14:xfrm>
                <a:off x="8987908" y="226691"/>
                <a:ext cx="47160" cy="7200"/>
              </p14:xfrm>
            </p:contentPart>
          </mc:Choice>
          <mc:Fallback>
            <p:pic>
              <p:nvPicPr>
                <p:cNvPr id="487" name="Ink 486">
                  <a:extLst>
                    <a:ext uri="{FF2B5EF4-FFF2-40B4-BE49-F238E27FC236}">
                      <a16:creationId xmlns:a16="http://schemas.microsoft.com/office/drawing/2014/main" id="{10F32CC8-3CEB-A260-D031-C4066551D2BA}"/>
                    </a:ext>
                  </a:extLst>
                </p:cNvPr>
                <p:cNvPicPr/>
                <p:nvPr/>
              </p:nvPicPr>
              <p:blipFill>
                <a:blip r:embed="rId93"/>
                <a:stretch>
                  <a:fillRect/>
                </a:stretch>
              </p:blipFill>
              <p:spPr>
                <a:xfrm>
                  <a:off x="8979268" y="218051"/>
                  <a:ext cx="64800" cy="24840"/>
                </a:xfrm>
                <a:prstGeom prst="rect">
                  <a:avLst/>
                </a:prstGeom>
              </p:spPr>
            </p:pic>
          </mc:Fallback>
        </mc:AlternateContent>
      </p:grpSp>
      <p:grpSp>
        <p:nvGrpSpPr>
          <p:cNvPr id="514" name="Group 513">
            <a:extLst>
              <a:ext uri="{FF2B5EF4-FFF2-40B4-BE49-F238E27FC236}">
                <a16:creationId xmlns:a16="http://schemas.microsoft.com/office/drawing/2014/main" id="{0A55D9D1-63AD-C4AE-6979-E1AD26E52D50}"/>
              </a:ext>
            </a:extLst>
          </p:cNvPr>
          <p:cNvGrpSpPr/>
          <p:nvPr/>
        </p:nvGrpSpPr>
        <p:grpSpPr>
          <a:xfrm>
            <a:off x="9335668" y="127691"/>
            <a:ext cx="2367360" cy="927720"/>
            <a:chOff x="9335668" y="127691"/>
            <a:chExt cx="2367360" cy="927720"/>
          </a:xfrm>
        </p:grpSpPr>
        <mc:AlternateContent xmlns:mc="http://schemas.openxmlformats.org/markup-compatibility/2006">
          <mc:Choice xmlns:p14="http://schemas.microsoft.com/office/powerpoint/2010/main" Requires="p14">
            <p:contentPart p14:bwMode="auto" r:id="rId94">
              <p14:nvContentPartPr>
                <p14:cNvPr id="488" name="Ink 487">
                  <a:extLst>
                    <a:ext uri="{FF2B5EF4-FFF2-40B4-BE49-F238E27FC236}">
                      <a16:creationId xmlns:a16="http://schemas.microsoft.com/office/drawing/2014/main" id="{7FD7A58E-78B0-DE48-86E1-0912F2BBF6F7}"/>
                    </a:ext>
                  </a:extLst>
                </p14:cNvPr>
                <p14:cNvContentPartPr/>
                <p14:nvPr/>
              </p14:nvContentPartPr>
              <p14:xfrm>
                <a:off x="9335668" y="168371"/>
                <a:ext cx="154440" cy="258120"/>
              </p14:xfrm>
            </p:contentPart>
          </mc:Choice>
          <mc:Fallback>
            <p:pic>
              <p:nvPicPr>
                <p:cNvPr id="488" name="Ink 487">
                  <a:extLst>
                    <a:ext uri="{FF2B5EF4-FFF2-40B4-BE49-F238E27FC236}">
                      <a16:creationId xmlns:a16="http://schemas.microsoft.com/office/drawing/2014/main" id="{7FD7A58E-78B0-DE48-86E1-0912F2BBF6F7}"/>
                    </a:ext>
                  </a:extLst>
                </p:cNvPr>
                <p:cNvPicPr/>
                <p:nvPr/>
              </p:nvPicPr>
              <p:blipFill>
                <a:blip r:embed="rId95"/>
                <a:stretch>
                  <a:fillRect/>
                </a:stretch>
              </p:blipFill>
              <p:spPr>
                <a:xfrm>
                  <a:off x="9327028" y="159731"/>
                  <a:ext cx="17208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489" name="Ink 488">
                  <a:extLst>
                    <a:ext uri="{FF2B5EF4-FFF2-40B4-BE49-F238E27FC236}">
                      <a16:creationId xmlns:a16="http://schemas.microsoft.com/office/drawing/2014/main" id="{34333F18-5785-980D-0330-85C4E13C5AFA}"/>
                    </a:ext>
                  </a:extLst>
                </p14:cNvPr>
                <p14:cNvContentPartPr/>
                <p14:nvPr/>
              </p14:nvContentPartPr>
              <p14:xfrm>
                <a:off x="9576508" y="176291"/>
                <a:ext cx="152280" cy="227160"/>
              </p14:xfrm>
            </p:contentPart>
          </mc:Choice>
          <mc:Fallback>
            <p:pic>
              <p:nvPicPr>
                <p:cNvPr id="489" name="Ink 488">
                  <a:extLst>
                    <a:ext uri="{FF2B5EF4-FFF2-40B4-BE49-F238E27FC236}">
                      <a16:creationId xmlns:a16="http://schemas.microsoft.com/office/drawing/2014/main" id="{34333F18-5785-980D-0330-85C4E13C5AFA}"/>
                    </a:ext>
                  </a:extLst>
                </p:cNvPr>
                <p:cNvPicPr/>
                <p:nvPr/>
              </p:nvPicPr>
              <p:blipFill>
                <a:blip r:embed="rId97"/>
                <a:stretch>
                  <a:fillRect/>
                </a:stretch>
              </p:blipFill>
              <p:spPr>
                <a:xfrm>
                  <a:off x="9567508" y="167291"/>
                  <a:ext cx="16992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490" name="Ink 489">
                  <a:extLst>
                    <a:ext uri="{FF2B5EF4-FFF2-40B4-BE49-F238E27FC236}">
                      <a16:creationId xmlns:a16="http://schemas.microsoft.com/office/drawing/2014/main" id="{4E2B2F9C-2F2D-1AB7-CF3D-9B407A5BDFE6}"/>
                    </a:ext>
                  </a:extLst>
                </p14:cNvPr>
                <p14:cNvContentPartPr/>
                <p14:nvPr/>
              </p14:nvContentPartPr>
              <p14:xfrm>
                <a:off x="9804748" y="248291"/>
                <a:ext cx="33840" cy="279000"/>
              </p14:xfrm>
            </p:contentPart>
          </mc:Choice>
          <mc:Fallback>
            <p:pic>
              <p:nvPicPr>
                <p:cNvPr id="490" name="Ink 489">
                  <a:extLst>
                    <a:ext uri="{FF2B5EF4-FFF2-40B4-BE49-F238E27FC236}">
                      <a16:creationId xmlns:a16="http://schemas.microsoft.com/office/drawing/2014/main" id="{4E2B2F9C-2F2D-1AB7-CF3D-9B407A5BDFE6}"/>
                    </a:ext>
                  </a:extLst>
                </p:cNvPr>
                <p:cNvPicPr/>
                <p:nvPr/>
              </p:nvPicPr>
              <p:blipFill>
                <a:blip r:embed="rId99"/>
                <a:stretch>
                  <a:fillRect/>
                </a:stretch>
              </p:blipFill>
              <p:spPr>
                <a:xfrm>
                  <a:off x="9796108" y="239291"/>
                  <a:ext cx="5148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91" name="Ink 490">
                  <a:extLst>
                    <a:ext uri="{FF2B5EF4-FFF2-40B4-BE49-F238E27FC236}">
                      <a16:creationId xmlns:a16="http://schemas.microsoft.com/office/drawing/2014/main" id="{09B47E05-9DC5-8B61-EBC3-631DD93E7293}"/>
                    </a:ext>
                  </a:extLst>
                </p14:cNvPr>
                <p14:cNvContentPartPr/>
                <p14:nvPr/>
              </p14:nvContentPartPr>
              <p14:xfrm>
                <a:off x="9760468" y="127691"/>
                <a:ext cx="26640" cy="11160"/>
              </p14:xfrm>
            </p:contentPart>
          </mc:Choice>
          <mc:Fallback>
            <p:pic>
              <p:nvPicPr>
                <p:cNvPr id="491" name="Ink 490">
                  <a:extLst>
                    <a:ext uri="{FF2B5EF4-FFF2-40B4-BE49-F238E27FC236}">
                      <a16:creationId xmlns:a16="http://schemas.microsoft.com/office/drawing/2014/main" id="{09B47E05-9DC5-8B61-EBC3-631DD93E7293}"/>
                    </a:ext>
                  </a:extLst>
                </p:cNvPr>
                <p:cNvPicPr/>
                <p:nvPr/>
              </p:nvPicPr>
              <p:blipFill>
                <a:blip r:embed="rId101"/>
                <a:stretch>
                  <a:fillRect/>
                </a:stretch>
              </p:blipFill>
              <p:spPr>
                <a:xfrm>
                  <a:off x="9751468" y="118691"/>
                  <a:ext cx="442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92" name="Ink 491">
                  <a:extLst>
                    <a:ext uri="{FF2B5EF4-FFF2-40B4-BE49-F238E27FC236}">
                      <a16:creationId xmlns:a16="http://schemas.microsoft.com/office/drawing/2014/main" id="{A9ADC3C1-7E5D-C130-2BAB-08E8CB13AAAA}"/>
                    </a:ext>
                  </a:extLst>
                </p14:cNvPr>
                <p14:cNvContentPartPr/>
                <p14:nvPr/>
              </p14:nvContentPartPr>
              <p14:xfrm>
                <a:off x="9921388" y="211571"/>
                <a:ext cx="127080" cy="162360"/>
              </p14:xfrm>
            </p:contentPart>
          </mc:Choice>
          <mc:Fallback>
            <p:pic>
              <p:nvPicPr>
                <p:cNvPr id="492" name="Ink 491">
                  <a:extLst>
                    <a:ext uri="{FF2B5EF4-FFF2-40B4-BE49-F238E27FC236}">
                      <a16:creationId xmlns:a16="http://schemas.microsoft.com/office/drawing/2014/main" id="{A9ADC3C1-7E5D-C130-2BAB-08E8CB13AAAA}"/>
                    </a:ext>
                  </a:extLst>
                </p:cNvPr>
                <p:cNvPicPr/>
                <p:nvPr/>
              </p:nvPicPr>
              <p:blipFill>
                <a:blip r:embed="rId103"/>
                <a:stretch>
                  <a:fillRect/>
                </a:stretch>
              </p:blipFill>
              <p:spPr>
                <a:xfrm>
                  <a:off x="9912748" y="202571"/>
                  <a:ext cx="1447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93" name="Ink 492">
                  <a:extLst>
                    <a:ext uri="{FF2B5EF4-FFF2-40B4-BE49-F238E27FC236}">
                      <a16:creationId xmlns:a16="http://schemas.microsoft.com/office/drawing/2014/main" id="{B0A41526-1637-73DB-82A0-B2043979424C}"/>
                    </a:ext>
                  </a:extLst>
                </p14:cNvPr>
                <p14:cNvContentPartPr/>
                <p14:nvPr/>
              </p14:nvContentPartPr>
              <p14:xfrm>
                <a:off x="10084468" y="128051"/>
                <a:ext cx="205200" cy="266760"/>
              </p14:xfrm>
            </p:contentPart>
          </mc:Choice>
          <mc:Fallback>
            <p:pic>
              <p:nvPicPr>
                <p:cNvPr id="493" name="Ink 492">
                  <a:extLst>
                    <a:ext uri="{FF2B5EF4-FFF2-40B4-BE49-F238E27FC236}">
                      <a16:creationId xmlns:a16="http://schemas.microsoft.com/office/drawing/2014/main" id="{B0A41526-1637-73DB-82A0-B2043979424C}"/>
                    </a:ext>
                  </a:extLst>
                </p:cNvPr>
                <p:cNvPicPr/>
                <p:nvPr/>
              </p:nvPicPr>
              <p:blipFill>
                <a:blip r:embed="rId105"/>
                <a:stretch>
                  <a:fillRect/>
                </a:stretch>
              </p:blipFill>
              <p:spPr>
                <a:xfrm>
                  <a:off x="10075468" y="119051"/>
                  <a:ext cx="22284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94" name="Ink 493">
                  <a:extLst>
                    <a:ext uri="{FF2B5EF4-FFF2-40B4-BE49-F238E27FC236}">
                      <a16:creationId xmlns:a16="http://schemas.microsoft.com/office/drawing/2014/main" id="{4EDF0D37-024E-4151-E2AB-FCAFD0F45D8F}"/>
                    </a:ext>
                  </a:extLst>
                </p14:cNvPr>
                <p14:cNvContentPartPr/>
                <p14:nvPr/>
              </p14:nvContentPartPr>
              <p14:xfrm>
                <a:off x="10280668" y="197171"/>
                <a:ext cx="79200" cy="72000"/>
              </p14:xfrm>
            </p:contentPart>
          </mc:Choice>
          <mc:Fallback>
            <p:pic>
              <p:nvPicPr>
                <p:cNvPr id="494" name="Ink 493">
                  <a:extLst>
                    <a:ext uri="{FF2B5EF4-FFF2-40B4-BE49-F238E27FC236}">
                      <a16:creationId xmlns:a16="http://schemas.microsoft.com/office/drawing/2014/main" id="{4EDF0D37-024E-4151-E2AB-FCAFD0F45D8F}"/>
                    </a:ext>
                  </a:extLst>
                </p:cNvPr>
                <p:cNvPicPr/>
                <p:nvPr/>
              </p:nvPicPr>
              <p:blipFill>
                <a:blip r:embed="rId107"/>
                <a:stretch>
                  <a:fillRect/>
                </a:stretch>
              </p:blipFill>
              <p:spPr>
                <a:xfrm>
                  <a:off x="10272028" y="188531"/>
                  <a:ext cx="9684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95" name="Ink 494">
                  <a:extLst>
                    <a:ext uri="{FF2B5EF4-FFF2-40B4-BE49-F238E27FC236}">
                      <a16:creationId xmlns:a16="http://schemas.microsoft.com/office/drawing/2014/main" id="{C1985369-661B-245B-DF4A-5C7D55CEC7F2}"/>
                    </a:ext>
                  </a:extLst>
                </p14:cNvPr>
                <p14:cNvContentPartPr/>
                <p14:nvPr/>
              </p14:nvContentPartPr>
              <p14:xfrm>
                <a:off x="9420628" y="638891"/>
                <a:ext cx="11520" cy="209880"/>
              </p14:xfrm>
            </p:contentPart>
          </mc:Choice>
          <mc:Fallback>
            <p:pic>
              <p:nvPicPr>
                <p:cNvPr id="495" name="Ink 494">
                  <a:extLst>
                    <a:ext uri="{FF2B5EF4-FFF2-40B4-BE49-F238E27FC236}">
                      <a16:creationId xmlns:a16="http://schemas.microsoft.com/office/drawing/2014/main" id="{C1985369-661B-245B-DF4A-5C7D55CEC7F2}"/>
                    </a:ext>
                  </a:extLst>
                </p:cNvPr>
                <p:cNvPicPr/>
                <p:nvPr/>
              </p:nvPicPr>
              <p:blipFill>
                <a:blip r:embed="rId109"/>
                <a:stretch>
                  <a:fillRect/>
                </a:stretch>
              </p:blipFill>
              <p:spPr>
                <a:xfrm>
                  <a:off x="9411628" y="630251"/>
                  <a:ext cx="291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96" name="Ink 495">
                  <a:extLst>
                    <a:ext uri="{FF2B5EF4-FFF2-40B4-BE49-F238E27FC236}">
                      <a16:creationId xmlns:a16="http://schemas.microsoft.com/office/drawing/2014/main" id="{24CE178D-E751-EE9D-EAEA-A35C66BEBF16}"/>
                    </a:ext>
                  </a:extLst>
                </p14:cNvPr>
                <p14:cNvContentPartPr/>
                <p14:nvPr/>
              </p14:nvContentPartPr>
              <p14:xfrm>
                <a:off x="9498388" y="673451"/>
                <a:ext cx="156600" cy="150120"/>
              </p14:xfrm>
            </p:contentPart>
          </mc:Choice>
          <mc:Fallback>
            <p:pic>
              <p:nvPicPr>
                <p:cNvPr id="496" name="Ink 495">
                  <a:extLst>
                    <a:ext uri="{FF2B5EF4-FFF2-40B4-BE49-F238E27FC236}">
                      <a16:creationId xmlns:a16="http://schemas.microsoft.com/office/drawing/2014/main" id="{24CE178D-E751-EE9D-EAEA-A35C66BEBF16}"/>
                    </a:ext>
                  </a:extLst>
                </p:cNvPr>
                <p:cNvPicPr/>
                <p:nvPr/>
              </p:nvPicPr>
              <p:blipFill>
                <a:blip r:embed="rId111"/>
                <a:stretch>
                  <a:fillRect/>
                </a:stretch>
              </p:blipFill>
              <p:spPr>
                <a:xfrm>
                  <a:off x="9489748" y="664451"/>
                  <a:ext cx="1742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97" name="Ink 496">
                  <a:extLst>
                    <a:ext uri="{FF2B5EF4-FFF2-40B4-BE49-F238E27FC236}">
                      <a16:creationId xmlns:a16="http://schemas.microsoft.com/office/drawing/2014/main" id="{B79AE902-F953-7DF8-17D0-70051D0BCBC2}"/>
                    </a:ext>
                  </a:extLst>
                </p14:cNvPr>
                <p14:cNvContentPartPr/>
                <p14:nvPr/>
              </p14:nvContentPartPr>
              <p14:xfrm>
                <a:off x="9624388" y="628091"/>
                <a:ext cx="37080" cy="163440"/>
              </p14:xfrm>
            </p:contentPart>
          </mc:Choice>
          <mc:Fallback>
            <p:pic>
              <p:nvPicPr>
                <p:cNvPr id="497" name="Ink 496">
                  <a:extLst>
                    <a:ext uri="{FF2B5EF4-FFF2-40B4-BE49-F238E27FC236}">
                      <a16:creationId xmlns:a16="http://schemas.microsoft.com/office/drawing/2014/main" id="{B79AE902-F953-7DF8-17D0-70051D0BCBC2}"/>
                    </a:ext>
                  </a:extLst>
                </p:cNvPr>
                <p:cNvPicPr/>
                <p:nvPr/>
              </p:nvPicPr>
              <p:blipFill>
                <a:blip r:embed="rId113"/>
                <a:stretch>
                  <a:fillRect/>
                </a:stretch>
              </p:blipFill>
              <p:spPr>
                <a:xfrm>
                  <a:off x="9615748" y="619451"/>
                  <a:ext cx="5472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98" name="Ink 497">
                  <a:extLst>
                    <a:ext uri="{FF2B5EF4-FFF2-40B4-BE49-F238E27FC236}">
                      <a16:creationId xmlns:a16="http://schemas.microsoft.com/office/drawing/2014/main" id="{689D2B04-BD74-95A4-7AFD-D84EE0068732}"/>
                    </a:ext>
                  </a:extLst>
                </p14:cNvPr>
                <p14:cNvContentPartPr/>
                <p14:nvPr/>
              </p14:nvContentPartPr>
              <p14:xfrm>
                <a:off x="9760828" y="664451"/>
                <a:ext cx="133920" cy="166680"/>
              </p14:xfrm>
            </p:contentPart>
          </mc:Choice>
          <mc:Fallback>
            <p:pic>
              <p:nvPicPr>
                <p:cNvPr id="498" name="Ink 497">
                  <a:extLst>
                    <a:ext uri="{FF2B5EF4-FFF2-40B4-BE49-F238E27FC236}">
                      <a16:creationId xmlns:a16="http://schemas.microsoft.com/office/drawing/2014/main" id="{689D2B04-BD74-95A4-7AFD-D84EE0068732}"/>
                    </a:ext>
                  </a:extLst>
                </p:cNvPr>
                <p:cNvPicPr/>
                <p:nvPr/>
              </p:nvPicPr>
              <p:blipFill>
                <a:blip r:embed="rId115"/>
                <a:stretch>
                  <a:fillRect/>
                </a:stretch>
              </p:blipFill>
              <p:spPr>
                <a:xfrm>
                  <a:off x="9752188" y="655811"/>
                  <a:ext cx="15156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99" name="Ink 498">
                  <a:extLst>
                    <a:ext uri="{FF2B5EF4-FFF2-40B4-BE49-F238E27FC236}">
                      <a16:creationId xmlns:a16="http://schemas.microsoft.com/office/drawing/2014/main" id="{FD62CE9A-E8DA-B8A8-F368-BD33C90B7E6B}"/>
                    </a:ext>
                  </a:extLst>
                </p14:cNvPr>
                <p14:cNvContentPartPr/>
                <p14:nvPr/>
              </p14:nvContentPartPr>
              <p14:xfrm>
                <a:off x="9989068" y="552491"/>
                <a:ext cx="43920" cy="237240"/>
              </p14:xfrm>
            </p:contentPart>
          </mc:Choice>
          <mc:Fallback>
            <p:pic>
              <p:nvPicPr>
                <p:cNvPr id="499" name="Ink 498">
                  <a:extLst>
                    <a:ext uri="{FF2B5EF4-FFF2-40B4-BE49-F238E27FC236}">
                      <a16:creationId xmlns:a16="http://schemas.microsoft.com/office/drawing/2014/main" id="{FD62CE9A-E8DA-B8A8-F368-BD33C90B7E6B}"/>
                    </a:ext>
                  </a:extLst>
                </p:cNvPr>
                <p:cNvPicPr/>
                <p:nvPr/>
              </p:nvPicPr>
              <p:blipFill>
                <a:blip r:embed="rId117"/>
                <a:stretch>
                  <a:fillRect/>
                </a:stretch>
              </p:blipFill>
              <p:spPr>
                <a:xfrm>
                  <a:off x="9980428" y="543851"/>
                  <a:ext cx="6156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00" name="Ink 499">
                  <a:extLst>
                    <a:ext uri="{FF2B5EF4-FFF2-40B4-BE49-F238E27FC236}">
                      <a16:creationId xmlns:a16="http://schemas.microsoft.com/office/drawing/2014/main" id="{EB1245C7-6B75-C2C0-6303-576C65F2E2E2}"/>
                    </a:ext>
                  </a:extLst>
                </p14:cNvPr>
                <p14:cNvContentPartPr/>
                <p14:nvPr/>
              </p14:nvContentPartPr>
              <p14:xfrm>
                <a:off x="9993028" y="492011"/>
                <a:ext cx="379440" cy="287280"/>
              </p14:xfrm>
            </p:contentPart>
          </mc:Choice>
          <mc:Fallback>
            <p:pic>
              <p:nvPicPr>
                <p:cNvPr id="500" name="Ink 499">
                  <a:extLst>
                    <a:ext uri="{FF2B5EF4-FFF2-40B4-BE49-F238E27FC236}">
                      <a16:creationId xmlns:a16="http://schemas.microsoft.com/office/drawing/2014/main" id="{EB1245C7-6B75-C2C0-6303-576C65F2E2E2}"/>
                    </a:ext>
                  </a:extLst>
                </p:cNvPr>
                <p:cNvPicPr/>
                <p:nvPr/>
              </p:nvPicPr>
              <p:blipFill>
                <a:blip r:embed="rId119"/>
                <a:stretch>
                  <a:fillRect/>
                </a:stretch>
              </p:blipFill>
              <p:spPr>
                <a:xfrm>
                  <a:off x="9984388" y="483011"/>
                  <a:ext cx="39708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01" name="Ink 500">
                  <a:extLst>
                    <a:ext uri="{FF2B5EF4-FFF2-40B4-BE49-F238E27FC236}">
                      <a16:creationId xmlns:a16="http://schemas.microsoft.com/office/drawing/2014/main" id="{74DE6FE7-6D72-5A4E-D39A-E16680B77167}"/>
                    </a:ext>
                  </a:extLst>
                </p14:cNvPr>
                <p14:cNvContentPartPr/>
                <p14:nvPr/>
              </p14:nvContentPartPr>
              <p14:xfrm>
                <a:off x="10334668" y="626651"/>
                <a:ext cx="158400" cy="137880"/>
              </p14:xfrm>
            </p:contentPart>
          </mc:Choice>
          <mc:Fallback>
            <p:pic>
              <p:nvPicPr>
                <p:cNvPr id="501" name="Ink 500">
                  <a:extLst>
                    <a:ext uri="{FF2B5EF4-FFF2-40B4-BE49-F238E27FC236}">
                      <a16:creationId xmlns:a16="http://schemas.microsoft.com/office/drawing/2014/main" id="{74DE6FE7-6D72-5A4E-D39A-E16680B77167}"/>
                    </a:ext>
                  </a:extLst>
                </p:cNvPr>
                <p:cNvPicPr/>
                <p:nvPr/>
              </p:nvPicPr>
              <p:blipFill>
                <a:blip r:embed="rId121"/>
                <a:stretch>
                  <a:fillRect/>
                </a:stretch>
              </p:blipFill>
              <p:spPr>
                <a:xfrm>
                  <a:off x="10326028" y="618011"/>
                  <a:ext cx="1760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02" name="Ink 501">
                  <a:extLst>
                    <a:ext uri="{FF2B5EF4-FFF2-40B4-BE49-F238E27FC236}">
                      <a16:creationId xmlns:a16="http://schemas.microsoft.com/office/drawing/2014/main" id="{4FD7045F-C7E2-8537-57A0-C98382ECB589}"/>
                    </a:ext>
                  </a:extLst>
                </p14:cNvPr>
                <p14:cNvContentPartPr/>
                <p14:nvPr/>
              </p14:nvContentPartPr>
              <p14:xfrm>
                <a:off x="10490908" y="505331"/>
                <a:ext cx="7560" cy="47880"/>
              </p14:xfrm>
            </p:contentPart>
          </mc:Choice>
          <mc:Fallback>
            <p:pic>
              <p:nvPicPr>
                <p:cNvPr id="502" name="Ink 501">
                  <a:extLst>
                    <a:ext uri="{FF2B5EF4-FFF2-40B4-BE49-F238E27FC236}">
                      <a16:creationId xmlns:a16="http://schemas.microsoft.com/office/drawing/2014/main" id="{4FD7045F-C7E2-8537-57A0-C98382ECB589}"/>
                    </a:ext>
                  </a:extLst>
                </p:cNvPr>
                <p:cNvPicPr/>
                <p:nvPr/>
              </p:nvPicPr>
              <p:blipFill>
                <a:blip r:embed="rId123"/>
                <a:stretch>
                  <a:fillRect/>
                </a:stretch>
              </p:blipFill>
              <p:spPr>
                <a:xfrm>
                  <a:off x="10481908" y="496331"/>
                  <a:ext cx="2520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03" name="Ink 502">
                  <a:extLst>
                    <a:ext uri="{FF2B5EF4-FFF2-40B4-BE49-F238E27FC236}">
                      <a16:creationId xmlns:a16="http://schemas.microsoft.com/office/drawing/2014/main" id="{56FBE9E8-4D3B-B74C-6576-3B22859BB4C5}"/>
                    </a:ext>
                  </a:extLst>
                </p14:cNvPr>
                <p14:cNvContentPartPr/>
                <p14:nvPr/>
              </p14:nvContentPartPr>
              <p14:xfrm>
                <a:off x="10602508" y="565091"/>
                <a:ext cx="340200" cy="216360"/>
              </p14:xfrm>
            </p:contentPart>
          </mc:Choice>
          <mc:Fallback>
            <p:pic>
              <p:nvPicPr>
                <p:cNvPr id="503" name="Ink 502">
                  <a:extLst>
                    <a:ext uri="{FF2B5EF4-FFF2-40B4-BE49-F238E27FC236}">
                      <a16:creationId xmlns:a16="http://schemas.microsoft.com/office/drawing/2014/main" id="{56FBE9E8-4D3B-B74C-6576-3B22859BB4C5}"/>
                    </a:ext>
                  </a:extLst>
                </p:cNvPr>
                <p:cNvPicPr/>
                <p:nvPr/>
              </p:nvPicPr>
              <p:blipFill>
                <a:blip r:embed="rId125"/>
                <a:stretch>
                  <a:fillRect/>
                </a:stretch>
              </p:blipFill>
              <p:spPr>
                <a:xfrm>
                  <a:off x="10593868" y="556091"/>
                  <a:ext cx="3578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04" name="Ink 503">
                  <a:extLst>
                    <a:ext uri="{FF2B5EF4-FFF2-40B4-BE49-F238E27FC236}">
                      <a16:creationId xmlns:a16="http://schemas.microsoft.com/office/drawing/2014/main" id="{5544D0D2-7E9B-8E84-ED22-C1B379572C20}"/>
                    </a:ext>
                  </a:extLst>
                </p14:cNvPr>
                <p14:cNvContentPartPr/>
                <p14:nvPr/>
              </p14:nvContentPartPr>
              <p14:xfrm>
                <a:off x="10491628" y="878651"/>
                <a:ext cx="142920" cy="7560"/>
              </p14:xfrm>
            </p:contentPart>
          </mc:Choice>
          <mc:Fallback>
            <p:pic>
              <p:nvPicPr>
                <p:cNvPr id="504" name="Ink 503">
                  <a:extLst>
                    <a:ext uri="{FF2B5EF4-FFF2-40B4-BE49-F238E27FC236}">
                      <a16:creationId xmlns:a16="http://schemas.microsoft.com/office/drawing/2014/main" id="{5544D0D2-7E9B-8E84-ED22-C1B379572C20}"/>
                    </a:ext>
                  </a:extLst>
                </p:cNvPr>
                <p:cNvPicPr/>
                <p:nvPr/>
              </p:nvPicPr>
              <p:blipFill>
                <a:blip r:embed="rId127"/>
                <a:stretch>
                  <a:fillRect/>
                </a:stretch>
              </p:blipFill>
              <p:spPr>
                <a:xfrm>
                  <a:off x="10482988" y="870011"/>
                  <a:ext cx="1605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05" name="Ink 504">
                  <a:extLst>
                    <a:ext uri="{FF2B5EF4-FFF2-40B4-BE49-F238E27FC236}">
                      <a16:creationId xmlns:a16="http://schemas.microsoft.com/office/drawing/2014/main" id="{DC1CC7DE-5DC4-A4CF-EAD3-CBACE14D44C6}"/>
                    </a:ext>
                  </a:extLst>
                </p14:cNvPr>
                <p14:cNvContentPartPr/>
                <p14:nvPr/>
              </p14:nvContentPartPr>
              <p14:xfrm>
                <a:off x="10486228" y="947411"/>
                <a:ext cx="131760" cy="9720"/>
              </p14:xfrm>
            </p:contentPart>
          </mc:Choice>
          <mc:Fallback>
            <p:pic>
              <p:nvPicPr>
                <p:cNvPr id="505" name="Ink 504">
                  <a:extLst>
                    <a:ext uri="{FF2B5EF4-FFF2-40B4-BE49-F238E27FC236}">
                      <a16:creationId xmlns:a16="http://schemas.microsoft.com/office/drawing/2014/main" id="{DC1CC7DE-5DC4-A4CF-EAD3-CBACE14D44C6}"/>
                    </a:ext>
                  </a:extLst>
                </p:cNvPr>
                <p:cNvPicPr/>
                <p:nvPr/>
              </p:nvPicPr>
              <p:blipFill>
                <a:blip r:embed="rId129"/>
                <a:stretch>
                  <a:fillRect/>
                </a:stretch>
              </p:blipFill>
              <p:spPr>
                <a:xfrm>
                  <a:off x="10477588" y="938771"/>
                  <a:ext cx="1494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06" name="Ink 505">
                  <a:extLst>
                    <a:ext uri="{FF2B5EF4-FFF2-40B4-BE49-F238E27FC236}">
                      <a16:creationId xmlns:a16="http://schemas.microsoft.com/office/drawing/2014/main" id="{64186619-C469-5BDD-89AB-2AB11F78565A}"/>
                    </a:ext>
                  </a:extLst>
                </p14:cNvPr>
                <p14:cNvContentPartPr/>
                <p14:nvPr/>
              </p14:nvContentPartPr>
              <p14:xfrm>
                <a:off x="10831108" y="796211"/>
                <a:ext cx="217800" cy="259200"/>
              </p14:xfrm>
            </p:contentPart>
          </mc:Choice>
          <mc:Fallback>
            <p:pic>
              <p:nvPicPr>
                <p:cNvPr id="506" name="Ink 505">
                  <a:extLst>
                    <a:ext uri="{FF2B5EF4-FFF2-40B4-BE49-F238E27FC236}">
                      <a16:creationId xmlns:a16="http://schemas.microsoft.com/office/drawing/2014/main" id="{64186619-C469-5BDD-89AB-2AB11F78565A}"/>
                    </a:ext>
                  </a:extLst>
                </p:cNvPr>
                <p:cNvPicPr/>
                <p:nvPr/>
              </p:nvPicPr>
              <p:blipFill>
                <a:blip r:embed="rId131"/>
                <a:stretch>
                  <a:fillRect/>
                </a:stretch>
              </p:blipFill>
              <p:spPr>
                <a:xfrm>
                  <a:off x="10822108" y="787211"/>
                  <a:ext cx="23544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09" name="Ink 508">
                  <a:extLst>
                    <a:ext uri="{FF2B5EF4-FFF2-40B4-BE49-F238E27FC236}">
                      <a16:creationId xmlns:a16="http://schemas.microsoft.com/office/drawing/2014/main" id="{5C9B8A92-37B5-906C-7217-C76D089621B5}"/>
                    </a:ext>
                  </a:extLst>
                </p14:cNvPr>
                <p14:cNvContentPartPr/>
                <p14:nvPr/>
              </p14:nvContentPartPr>
              <p14:xfrm>
                <a:off x="11088868" y="821051"/>
                <a:ext cx="167760" cy="214200"/>
              </p14:xfrm>
            </p:contentPart>
          </mc:Choice>
          <mc:Fallback>
            <p:pic>
              <p:nvPicPr>
                <p:cNvPr id="509" name="Ink 508">
                  <a:extLst>
                    <a:ext uri="{FF2B5EF4-FFF2-40B4-BE49-F238E27FC236}">
                      <a16:creationId xmlns:a16="http://schemas.microsoft.com/office/drawing/2014/main" id="{5C9B8A92-37B5-906C-7217-C76D089621B5}"/>
                    </a:ext>
                  </a:extLst>
                </p:cNvPr>
                <p:cNvPicPr/>
                <p:nvPr/>
              </p:nvPicPr>
              <p:blipFill>
                <a:blip r:embed="rId133"/>
                <a:stretch>
                  <a:fillRect/>
                </a:stretch>
              </p:blipFill>
              <p:spPr>
                <a:xfrm>
                  <a:off x="11080228" y="812411"/>
                  <a:ext cx="18540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10" name="Ink 509">
                  <a:extLst>
                    <a:ext uri="{FF2B5EF4-FFF2-40B4-BE49-F238E27FC236}">
                      <a16:creationId xmlns:a16="http://schemas.microsoft.com/office/drawing/2014/main" id="{5E54579A-9A95-C3B8-4D95-4979041DABA8}"/>
                    </a:ext>
                  </a:extLst>
                </p14:cNvPr>
                <p14:cNvContentPartPr/>
                <p14:nvPr/>
              </p14:nvContentPartPr>
              <p14:xfrm>
                <a:off x="11305228" y="869291"/>
                <a:ext cx="136800" cy="186120"/>
              </p14:xfrm>
            </p:contentPart>
          </mc:Choice>
          <mc:Fallback>
            <p:pic>
              <p:nvPicPr>
                <p:cNvPr id="510" name="Ink 509">
                  <a:extLst>
                    <a:ext uri="{FF2B5EF4-FFF2-40B4-BE49-F238E27FC236}">
                      <a16:creationId xmlns:a16="http://schemas.microsoft.com/office/drawing/2014/main" id="{5E54579A-9A95-C3B8-4D95-4979041DABA8}"/>
                    </a:ext>
                  </a:extLst>
                </p:cNvPr>
                <p:cNvPicPr/>
                <p:nvPr/>
              </p:nvPicPr>
              <p:blipFill>
                <a:blip r:embed="rId135"/>
                <a:stretch>
                  <a:fillRect/>
                </a:stretch>
              </p:blipFill>
              <p:spPr>
                <a:xfrm>
                  <a:off x="11296228" y="860651"/>
                  <a:ext cx="15444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511" name="Ink 510">
                  <a:extLst>
                    <a:ext uri="{FF2B5EF4-FFF2-40B4-BE49-F238E27FC236}">
                      <a16:creationId xmlns:a16="http://schemas.microsoft.com/office/drawing/2014/main" id="{B381FF5E-AC81-1814-008C-27B3D5D86871}"/>
                    </a:ext>
                  </a:extLst>
                </p14:cNvPr>
                <p14:cNvContentPartPr/>
                <p14:nvPr/>
              </p14:nvContentPartPr>
              <p14:xfrm>
                <a:off x="11546428" y="877211"/>
                <a:ext cx="7920" cy="155160"/>
              </p14:xfrm>
            </p:contentPart>
          </mc:Choice>
          <mc:Fallback>
            <p:pic>
              <p:nvPicPr>
                <p:cNvPr id="511" name="Ink 510">
                  <a:extLst>
                    <a:ext uri="{FF2B5EF4-FFF2-40B4-BE49-F238E27FC236}">
                      <a16:creationId xmlns:a16="http://schemas.microsoft.com/office/drawing/2014/main" id="{B381FF5E-AC81-1814-008C-27B3D5D86871}"/>
                    </a:ext>
                  </a:extLst>
                </p:cNvPr>
                <p:cNvPicPr/>
                <p:nvPr/>
              </p:nvPicPr>
              <p:blipFill>
                <a:blip r:embed="rId137"/>
                <a:stretch>
                  <a:fillRect/>
                </a:stretch>
              </p:blipFill>
              <p:spPr>
                <a:xfrm>
                  <a:off x="11537428" y="868211"/>
                  <a:ext cx="2556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512" name="Ink 511">
                  <a:extLst>
                    <a:ext uri="{FF2B5EF4-FFF2-40B4-BE49-F238E27FC236}">
                      <a16:creationId xmlns:a16="http://schemas.microsoft.com/office/drawing/2014/main" id="{8815BBD9-198C-34AC-589C-90DC190286D8}"/>
                    </a:ext>
                  </a:extLst>
                </p14:cNvPr>
                <p14:cNvContentPartPr/>
                <p14:nvPr/>
              </p14:nvContentPartPr>
              <p14:xfrm>
                <a:off x="11531668" y="897011"/>
                <a:ext cx="142920" cy="109440"/>
              </p14:xfrm>
            </p:contentPart>
          </mc:Choice>
          <mc:Fallback>
            <p:pic>
              <p:nvPicPr>
                <p:cNvPr id="512" name="Ink 511">
                  <a:extLst>
                    <a:ext uri="{FF2B5EF4-FFF2-40B4-BE49-F238E27FC236}">
                      <a16:creationId xmlns:a16="http://schemas.microsoft.com/office/drawing/2014/main" id="{8815BBD9-198C-34AC-589C-90DC190286D8}"/>
                    </a:ext>
                  </a:extLst>
                </p:cNvPr>
                <p:cNvPicPr/>
                <p:nvPr/>
              </p:nvPicPr>
              <p:blipFill>
                <a:blip r:embed="rId139"/>
                <a:stretch>
                  <a:fillRect/>
                </a:stretch>
              </p:blipFill>
              <p:spPr>
                <a:xfrm>
                  <a:off x="11522668" y="888371"/>
                  <a:ext cx="1605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513" name="Ink 512">
                  <a:extLst>
                    <a:ext uri="{FF2B5EF4-FFF2-40B4-BE49-F238E27FC236}">
                      <a16:creationId xmlns:a16="http://schemas.microsoft.com/office/drawing/2014/main" id="{748E60A2-84F0-9B21-F065-AD80A8170EDA}"/>
                    </a:ext>
                  </a:extLst>
                </p14:cNvPr>
                <p14:cNvContentPartPr/>
                <p14:nvPr/>
              </p14:nvContentPartPr>
              <p14:xfrm>
                <a:off x="11680708" y="847331"/>
                <a:ext cx="22320" cy="200880"/>
              </p14:xfrm>
            </p:contentPart>
          </mc:Choice>
          <mc:Fallback>
            <p:pic>
              <p:nvPicPr>
                <p:cNvPr id="513" name="Ink 512">
                  <a:extLst>
                    <a:ext uri="{FF2B5EF4-FFF2-40B4-BE49-F238E27FC236}">
                      <a16:creationId xmlns:a16="http://schemas.microsoft.com/office/drawing/2014/main" id="{748E60A2-84F0-9B21-F065-AD80A8170EDA}"/>
                    </a:ext>
                  </a:extLst>
                </p:cNvPr>
                <p:cNvPicPr/>
                <p:nvPr/>
              </p:nvPicPr>
              <p:blipFill>
                <a:blip r:embed="rId141"/>
                <a:stretch>
                  <a:fillRect/>
                </a:stretch>
              </p:blipFill>
              <p:spPr>
                <a:xfrm>
                  <a:off x="11672068" y="838331"/>
                  <a:ext cx="39960" cy="218520"/>
                </a:xfrm>
                <a:prstGeom prst="rect">
                  <a:avLst/>
                </a:prstGeom>
              </p:spPr>
            </p:pic>
          </mc:Fallback>
        </mc:AlternateContent>
      </p:grpSp>
      <p:grpSp>
        <p:nvGrpSpPr>
          <p:cNvPr id="606" name="Group 605">
            <a:extLst>
              <a:ext uri="{FF2B5EF4-FFF2-40B4-BE49-F238E27FC236}">
                <a16:creationId xmlns:a16="http://schemas.microsoft.com/office/drawing/2014/main" id="{457A0C55-3CE7-DD07-0CCC-FE3B8E509C64}"/>
              </a:ext>
            </a:extLst>
          </p:cNvPr>
          <p:cNvGrpSpPr/>
          <p:nvPr/>
        </p:nvGrpSpPr>
        <p:grpSpPr>
          <a:xfrm>
            <a:off x="2656588" y="1923731"/>
            <a:ext cx="9508680" cy="4867560"/>
            <a:chOff x="2656588" y="1923731"/>
            <a:chExt cx="9508680" cy="4867560"/>
          </a:xfrm>
        </p:grpSpPr>
        <mc:AlternateContent xmlns:mc="http://schemas.openxmlformats.org/markup-compatibility/2006">
          <mc:Choice xmlns:p14="http://schemas.microsoft.com/office/powerpoint/2010/main" Requires="p14">
            <p:contentPart p14:bwMode="auto" r:id="rId142">
              <p14:nvContentPartPr>
                <p14:cNvPr id="387" name="Ink 386">
                  <a:extLst>
                    <a:ext uri="{FF2B5EF4-FFF2-40B4-BE49-F238E27FC236}">
                      <a16:creationId xmlns:a16="http://schemas.microsoft.com/office/drawing/2014/main" id="{EB3AB55E-1158-4191-19A1-07D47B5BA72A}"/>
                    </a:ext>
                  </a:extLst>
                </p14:cNvPr>
                <p14:cNvContentPartPr/>
                <p14:nvPr/>
              </p14:nvContentPartPr>
              <p14:xfrm>
                <a:off x="3912628" y="2126411"/>
                <a:ext cx="299520" cy="194400"/>
              </p14:xfrm>
            </p:contentPart>
          </mc:Choice>
          <mc:Fallback>
            <p:pic>
              <p:nvPicPr>
                <p:cNvPr id="387" name="Ink 386">
                  <a:extLst>
                    <a:ext uri="{FF2B5EF4-FFF2-40B4-BE49-F238E27FC236}">
                      <a16:creationId xmlns:a16="http://schemas.microsoft.com/office/drawing/2014/main" id="{EB3AB55E-1158-4191-19A1-07D47B5BA72A}"/>
                    </a:ext>
                  </a:extLst>
                </p:cNvPr>
                <p:cNvPicPr/>
                <p:nvPr/>
              </p:nvPicPr>
              <p:blipFill>
                <a:blip r:embed="rId143"/>
                <a:stretch>
                  <a:fillRect/>
                </a:stretch>
              </p:blipFill>
              <p:spPr>
                <a:xfrm>
                  <a:off x="3903628" y="2117771"/>
                  <a:ext cx="31716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388" name="Ink 387">
                  <a:extLst>
                    <a:ext uri="{FF2B5EF4-FFF2-40B4-BE49-F238E27FC236}">
                      <a16:creationId xmlns:a16="http://schemas.microsoft.com/office/drawing/2014/main" id="{05DB46A3-1A19-0B4C-AECE-75DA4CE25EFB}"/>
                    </a:ext>
                  </a:extLst>
                </p14:cNvPr>
                <p14:cNvContentPartPr/>
                <p14:nvPr/>
              </p14:nvContentPartPr>
              <p14:xfrm>
                <a:off x="4245988" y="2164211"/>
                <a:ext cx="135000" cy="140040"/>
              </p14:xfrm>
            </p:contentPart>
          </mc:Choice>
          <mc:Fallback>
            <p:pic>
              <p:nvPicPr>
                <p:cNvPr id="388" name="Ink 387">
                  <a:extLst>
                    <a:ext uri="{FF2B5EF4-FFF2-40B4-BE49-F238E27FC236}">
                      <a16:creationId xmlns:a16="http://schemas.microsoft.com/office/drawing/2014/main" id="{05DB46A3-1A19-0B4C-AECE-75DA4CE25EFB}"/>
                    </a:ext>
                  </a:extLst>
                </p:cNvPr>
                <p:cNvPicPr/>
                <p:nvPr/>
              </p:nvPicPr>
              <p:blipFill>
                <a:blip r:embed="rId145"/>
                <a:stretch>
                  <a:fillRect/>
                </a:stretch>
              </p:blipFill>
              <p:spPr>
                <a:xfrm>
                  <a:off x="4236988" y="2155571"/>
                  <a:ext cx="15264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389" name="Ink 388">
                  <a:extLst>
                    <a:ext uri="{FF2B5EF4-FFF2-40B4-BE49-F238E27FC236}">
                      <a16:creationId xmlns:a16="http://schemas.microsoft.com/office/drawing/2014/main" id="{D7807BF4-4343-3F9E-D119-DDE0A67CFDE0}"/>
                    </a:ext>
                  </a:extLst>
                </p14:cNvPr>
                <p14:cNvContentPartPr/>
                <p14:nvPr/>
              </p14:nvContentPartPr>
              <p14:xfrm>
                <a:off x="4415908" y="2111651"/>
                <a:ext cx="171720" cy="148320"/>
              </p14:xfrm>
            </p:contentPart>
          </mc:Choice>
          <mc:Fallback>
            <p:pic>
              <p:nvPicPr>
                <p:cNvPr id="389" name="Ink 388">
                  <a:extLst>
                    <a:ext uri="{FF2B5EF4-FFF2-40B4-BE49-F238E27FC236}">
                      <a16:creationId xmlns:a16="http://schemas.microsoft.com/office/drawing/2014/main" id="{D7807BF4-4343-3F9E-D119-DDE0A67CFDE0}"/>
                    </a:ext>
                  </a:extLst>
                </p:cNvPr>
                <p:cNvPicPr/>
                <p:nvPr/>
              </p:nvPicPr>
              <p:blipFill>
                <a:blip r:embed="rId147"/>
                <a:stretch>
                  <a:fillRect/>
                </a:stretch>
              </p:blipFill>
              <p:spPr>
                <a:xfrm>
                  <a:off x="4407268" y="2103011"/>
                  <a:ext cx="1893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390" name="Ink 389">
                  <a:extLst>
                    <a:ext uri="{FF2B5EF4-FFF2-40B4-BE49-F238E27FC236}">
                      <a16:creationId xmlns:a16="http://schemas.microsoft.com/office/drawing/2014/main" id="{E02238CD-266A-F2FB-D616-C97FFB584B88}"/>
                    </a:ext>
                  </a:extLst>
                </p14:cNvPr>
                <p14:cNvContentPartPr/>
                <p14:nvPr/>
              </p14:nvContentPartPr>
              <p14:xfrm>
                <a:off x="4841788" y="2077091"/>
                <a:ext cx="196200" cy="186120"/>
              </p14:xfrm>
            </p:contentPart>
          </mc:Choice>
          <mc:Fallback>
            <p:pic>
              <p:nvPicPr>
                <p:cNvPr id="390" name="Ink 389">
                  <a:extLst>
                    <a:ext uri="{FF2B5EF4-FFF2-40B4-BE49-F238E27FC236}">
                      <a16:creationId xmlns:a16="http://schemas.microsoft.com/office/drawing/2014/main" id="{E02238CD-266A-F2FB-D616-C97FFB584B88}"/>
                    </a:ext>
                  </a:extLst>
                </p:cNvPr>
                <p:cNvPicPr/>
                <p:nvPr/>
              </p:nvPicPr>
              <p:blipFill>
                <a:blip r:embed="rId149"/>
                <a:stretch>
                  <a:fillRect/>
                </a:stretch>
              </p:blipFill>
              <p:spPr>
                <a:xfrm>
                  <a:off x="4833148" y="2068451"/>
                  <a:ext cx="21384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391" name="Ink 390">
                  <a:extLst>
                    <a:ext uri="{FF2B5EF4-FFF2-40B4-BE49-F238E27FC236}">
                      <a16:creationId xmlns:a16="http://schemas.microsoft.com/office/drawing/2014/main" id="{E0005AE6-3880-BD2D-F4F6-A54A3A918911}"/>
                    </a:ext>
                  </a:extLst>
                </p14:cNvPr>
                <p14:cNvContentPartPr/>
                <p14:nvPr/>
              </p14:nvContentPartPr>
              <p14:xfrm>
                <a:off x="5070748" y="2059451"/>
                <a:ext cx="146880" cy="181080"/>
              </p14:xfrm>
            </p:contentPart>
          </mc:Choice>
          <mc:Fallback>
            <p:pic>
              <p:nvPicPr>
                <p:cNvPr id="391" name="Ink 390">
                  <a:extLst>
                    <a:ext uri="{FF2B5EF4-FFF2-40B4-BE49-F238E27FC236}">
                      <a16:creationId xmlns:a16="http://schemas.microsoft.com/office/drawing/2014/main" id="{E0005AE6-3880-BD2D-F4F6-A54A3A918911}"/>
                    </a:ext>
                  </a:extLst>
                </p:cNvPr>
                <p:cNvPicPr/>
                <p:nvPr/>
              </p:nvPicPr>
              <p:blipFill>
                <a:blip r:embed="rId151"/>
                <a:stretch>
                  <a:fillRect/>
                </a:stretch>
              </p:blipFill>
              <p:spPr>
                <a:xfrm>
                  <a:off x="5062108" y="2050451"/>
                  <a:ext cx="16452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392" name="Ink 391">
                  <a:extLst>
                    <a:ext uri="{FF2B5EF4-FFF2-40B4-BE49-F238E27FC236}">
                      <a16:creationId xmlns:a16="http://schemas.microsoft.com/office/drawing/2014/main" id="{95E4743F-CD0E-615C-782B-9F2864669877}"/>
                    </a:ext>
                  </a:extLst>
                </p14:cNvPr>
                <p14:cNvContentPartPr/>
                <p14:nvPr/>
              </p14:nvContentPartPr>
              <p14:xfrm>
                <a:off x="5259388" y="2061251"/>
                <a:ext cx="148320" cy="162000"/>
              </p14:xfrm>
            </p:contentPart>
          </mc:Choice>
          <mc:Fallback>
            <p:pic>
              <p:nvPicPr>
                <p:cNvPr id="392" name="Ink 391">
                  <a:extLst>
                    <a:ext uri="{FF2B5EF4-FFF2-40B4-BE49-F238E27FC236}">
                      <a16:creationId xmlns:a16="http://schemas.microsoft.com/office/drawing/2014/main" id="{95E4743F-CD0E-615C-782B-9F2864669877}"/>
                    </a:ext>
                  </a:extLst>
                </p:cNvPr>
                <p:cNvPicPr/>
                <p:nvPr/>
              </p:nvPicPr>
              <p:blipFill>
                <a:blip r:embed="rId153"/>
                <a:stretch>
                  <a:fillRect/>
                </a:stretch>
              </p:blipFill>
              <p:spPr>
                <a:xfrm>
                  <a:off x="5250748" y="2052251"/>
                  <a:ext cx="16596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393" name="Ink 392">
                  <a:extLst>
                    <a:ext uri="{FF2B5EF4-FFF2-40B4-BE49-F238E27FC236}">
                      <a16:creationId xmlns:a16="http://schemas.microsoft.com/office/drawing/2014/main" id="{9D547274-D689-3FD5-2DB3-78DE2B0437FA}"/>
                    </a:ext>
                  </a:extLst>
                </p14:cNvPr>
                <p14:cNvContentPartPr/>
                <p14:nvPr/>
              </p14:nvContentPartPr>
              <p14:xfrm>
                <a:off x="5517508" y="2084291"/>
                <a:ext cx="16560" cy="14040"/>
              </p14:xfrm>
            </p:contentPart>
          </mc:Choice>
          <mc:Fallback>
            <p:pic>
              <p:nvPicPr>
                <p:cNvPr id="393" name="Ink 392">
                  <a:extLst>
                    <a:ext uri="{FF2B5EF4-FFF2-40B4-BE49-F238E27FC236}">
                      <a16:creationId xmlns:a16="http://schemas.microsoft.com/office/drawing/2014/main" id="{9D547274-D689-3FD5-2DB3-78DE2B0437FA}"/>
                    </a:ext>
                  </a:extLst>
                </p:cNvPr>
                <p:cNvPicPr/>
                <p:nvPr/>
              </p:nvPicPr>
              <p:blipFill>
                <a:blip r:embed="rId155"/>
                <a:stretch>
                  <a:fillRect/>
                </a:stretch>
              </p:blipFill>
              <p:spPr>
                <a:xfrm>
                  <a:off x="5508508" y="2075651"/>
                  <a:ext cx="3420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394" name="Ink 393">
                  <a:extLst>
                    <a:ext uri="{FF2B5EF4-FFF2-40B4-BE49-F238E27FC236}">
                      <a16:creationId xmlns:a16="http://schemas.microsoft.com/office/drawing/2014/main" id="{225E77F3-2054-8EB1-DB2A-82E32B6A50C0}"/>
                    </a:ext>
                  </a:extLst>
                </p14:cNvPr>
                <p14:cNvContentPartPr/>
                <p14:nvPr/>
              </p14:nvContentPartPr>
              <p14:xfrm>
                <a:off x="5490148" y="2190491"/>
                <a:ext cx="92520" cy="7200"/>
              </p14:xfrm>
            </p:contentPart>
          </mc:Choice>
          <mc:Fallback>
            <p:pic>
              <p:nvPicPr>
                <p:cNvPr id="394" name="Ink 393">
                  <a:extLst>
                    <a:ext uri="{FF2B5EF4-FFF2-40B4-BE49-F238E27FC236}">
                      <a16:creationId xmlns:a16="http://schemas.microsoft.com/office/drawing/2014/main" id="{225E77F3-2054-8EB1-DB2A-82E32B6A50C0}"/>
                    </a:ext>
                  </a:extLst>
                </p:cNvPr>
                <p:cNvPicPr/>
                <p:nvPr/>
              </p:nvPicPr>
              <p:blipFill>
                <a:blip r:embed="rId157"/>
                <a:stretch>
                  <a:fillRect/>
                </a:stretch>
              </p:blipFill>
              <p:spPr>
                <a:xfrm>
                  <a:off x="5481508" y="2181491"/>
                  <a:ext cx="11016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395" name="Ink 394">
                  <a:extLst>
                    <a:ext uri="{FF2B5EF4-FFF2-40B4-BE49-F238E27FC236}">
                      <a16:creationId xmlns:a16="http://schemas.microsoft.com/office/drawing/2014/main" id="{902C1348-28E2-9376-13DC-84FE4598C635}"/>
                    </a:ext>
                  </a:extLst>
                </p14:cNvPr>
                <p14:cNvContentPartPr/>
                <p14:nvPr/>
              </p14:nvContentPartPr>
              <p14:xfrm>
                <a:off x="5824588" y="1955411"/>
                <a:ext cx="137160" cy="376200"/>
              </p14:xfrm>
            </p:contentPart>
          </mc:Choice>
          <mc:Fallback>
            <p:pic>
              <p:nvPicPr>
                <p:cNvPr id="395" name="Ink 394">
                  <a:extLst>
                    <a:ext uri="{FF2B5EF4-FFF2-40B4-BE49-F238E27FC236}">
                      <a16:creationId xmlns:a16="http://schemas.microsoft.com/office/drawing/2014/main" id="{902C1348-28E2-9376-13DC-84FE4598C635}"/>
                    </a:ext>
                  </a:extLst>
                </p:cNvPr>
                <p:cNvPicPr/>
                <p:nvPr/>
              </p:nvPicPr>
              <p:blipFill>
                <a:blip r:embed="rId159"/>
                <a:stretch>
                  <a:fillRect/>
                </a:stretch>
              </p:blipFill>
              <p:spPr>
                <a:xfrm>
                  <a:off x="5815588" y="1946771"/>
                  <a:ext cx="15480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396" name="Ink 395">
                  <a:extLst>
                    <a:ext uri="{FF2B5EF4-FFF2-40B4-BE49-F238E27FC236}">
                      <a16:creationId xmlns:a16="http://schemas.microsoft.com/office/drawing/2014/main" id="{63452AB0-D43D-3F2A-8E68-AE422BE06E57}"/>
                    </a:ext>
                  </a:extLst>
                </p14:cNvPr>
                <p14:cNvContentPartPr/>
                <p14:nvPr/>
              </p14:nvContentPartPr>
              <p14:xfrm>
                <a:off x="6014668" y="2047931"/>
                <a:ext cx="190800" cy="192960"/>
              </p14:xfrm>
            </p:contentPart>
          </mc:Choice>
          <mc:Fallback>
            <p:pic>
              <p:nvPicPr>
                <p:cNvPr id="396" name="Ink 395">
                  <a:extLst>
                    <a:ext uri="{FF2B5EF4-FFF2-40B4-BE49-F238E27FC236}">
                      <a16:creationId xmlns:a16="http://schemas.microsoft.com/office/drawing/2014/main" id="{63452AB0-D43D-3F2A-8E68-AE422BE06E57}"/>
                    </a:ext>
                  </a:extLst>
                </p:cNvPr>
                <p:cNvPicPr/>
                <p:nvPr/>
              </p:nvPicPr>
              <p:blipFill>
                <a:blip r:embed="rId161"/>
                <a:stretch>
                  <a:fillRect/>
                </a:stretch>
              </p:blipFill>
              <p:spPr>
                <a:xfrm>
                  <a:off x="6006028" y="2038931"/>
                  <a:ext cx="2084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397" name="Ink 396">
                  <a:extLst>
                    <a:ext uri="{FF2B5EF4-FFF2-40B4-BE49-F238E27FC236}">
                      <a16:creationId xmlns:a16="http://schemas.microsoft.com/office/drawing/2014/main" id="{BF7D1511-BA29-4E00-A886-6DB18BCD4BDA}"/>
                    </a:ext>
                  </a:extLst>
                </p14:cNvPr>
                <p14:cNvContentPartPr/>
                <p14:nvPr/>
              </p14:nvContentPartPr>
              <p14:xfrm>
                <a:off x="6230308" y="2047931"/>
                <a:ext cx="194040" cy="188640"/>
              </p14:xfrm>
            </p:contentPart>
          </mc:Choice>
          <mc:Fallback>
            <p:pic>
              <p:nvPicPr>
                <p:cNvPr id="397" name="Ink 396">
                  <a:extLst>
                    <a:ext uri="{FF2B5EF4-FFF2-40B4-BE49-F238E27FC236}">
                      <a16:creationId xmlns:a16="http://schemas.microsoft.com/office/drawing/2014/main" id="{BF7D1511-BA29-4E00-A886-6DB18BCD4BDA}"/>
                    </a:ext>
                  </a:extLst>
                </p:cNvPr>
                <p:cNvPicPr/>
                <p:nvPr/>
              </p:nvPicPr>
              <p:blipFill>
                <a:blip r:embed="rId163"/>
                <a:stretch>
                  <a:fillRect/>
                </a:stretch>
              </p:blipFill>
              <p:spPr>
                <a:xfrm>
                  <a:off x="6221668" y="2039291"/>
                  <a:ext cx="2116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398" name="Ink 397">
                  <a:extLst>
                    <a:ext uri="{FF2B5EF4-FFF2-40B4-BE49-F238E27FC236}">
                      <a16:creationId xmlns:a16="http://schemas.microsoft.com/office/drawing/2014/main" id="{7644AF3A-516D-7452-FACA-F147FDA21E8B}"/>
                    </a:ext>
                  </a:extLst>
                </p14:cNvPr>
                <p14:cNvContentPartPr/>
                <p14:nvPr/>
              </p14:nvContentPartPr>
              <p14:xfrm>
                <a:off x="6597508" y="2182931"/>
                <a:ext cx="49680" cy="94680"/>
              </p14:xfrm>
            </p:contentPart>
          </mc:Choice>
          <mc:Fallback>
            <p:pic>
              <p:nvPicPr>
                <p:cNvPr id="398" name="Ink 397">
                  <a:extLst>
                    <a:ext uri="{FF2B5EF4-FFF2-40B4-BE49-F238E27FC236}">
                      <a16:creationId xmlns:a16="http://schemas.microsoft.com/office/drawing/2014/main" id="{7644AF3A-516D-7452-FACA-F147FDA21E8B}"/>
                    </a:ext>
                  </a:extLst>
                </p:cNvPr>
                <p:cNvPicPr/>
                <p:nvPr/>
              </p:nvPicPr>
              <p:blipFill>
                <a:blip r:embed="rId165"/>
                <a:stretch>
                  <a:fillRect/>
                </a:stretch>
              </p:blipFill>
              <p:spPr>
                <a:xfrm>
                  <a:off x="6588508" y="2174291"/>
                  <a:ext cx="673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399" name="Ink 398">
                  <a:extLst>
                    <a:ext uri="{FF2B5EF4-FFF2-40B4-BE49-F238E27FC236}">
                      <a16:creationId xmlns:a16="http://schemas.microsoft.com/office/drawing/2014/main" id="{017CE5C9-D368-9A41-26F4-619555865A23}"/>
                    </a:ext>
                  </a:extLst>
                </p14:cNvPr>
                <p14:cNvContentPartPr/>
                <p14:nvPr/>
              </p14:nvContentPartPr>
              <p14:xfrm>
                <a:off x="6806668" y="1998611"/>
                <a:ext cx="138600" cy="234360"/>
              </p14:xfrm>
            </p:contentPart>
          </mc:Choice>
          <mc:Fallback>
            <p:pic>
              <p:nvPicPr>
                <p:cNvPr id="399" name="Ink 398">
                  <a:extLst>
                    <a:ext uri="{FF2B5EF4-FFF2-40B4-BE49-F238E27FC236}">
                      <a16:creationId xmlns:a16="http://schemas.microsoft.com/office/drawing/2014/main" id="{017CE5C9-D368-9A41-26F4-619555865A23}"/>
                    </a:ext>
                  </a:extLst>
                </p:cNvPr>
                <p:cNvPicPr/>
                <p:nvPr/>
              </p:nvPicPr>
              <p:blipFill>
                <a:blip r:embed="rId167"/>
                <a:stretch>
                  <a:fillRect/>
                </a:stretch>
              </p:blipFill>
              <p:spPr>
                <a:xfrm>
                  <a:off x="6797668" y="1989971"/>
                  <a:ext cx="1562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400" name="Ink 399">
                  <a:extLst>
                    <a:ext uri="{FF2B5EF4-FFF2-40B4-BE49-F238E27FC236}">
                      <a16:creationId xmlns:a16="http://schemas.microsoft.com/office/drawing/2014/main" id="{DFE32D76-83D2-645C-F8FC-6E2FF70EBA4E}"/>
                    </a:ext>
                  </a:extLst>
                </p14:cNvPr>
                <p14:cNvContentPartPr/>
                <p14:nvPr/>
              </p14:nvContentPartPr>
              <p14:xfrm>
                <a:off x="7030948" y="2009771"/>
                <a:ext cx="147600" cy="196200"/>
              </p14:xfrm>
            </p:contentPart>
          </mc:Choice>
          <mc:Fallback>
            <p:pic>
              <p:nvPicPr>
                <p:cNvPr id="400" name="Ink 399">
                  <a:extLst>
                    <a:ext uri="{FF2B5EF4-FFF2-40B4-BE49-F238E27FC236}">
                      <a16:creationId xmlns:a16="http://schemas.microsoft.com/office/drawing/2014/main" id="{DFE32D76-83D2-645C-F8FC-6E2FF70EBA4E}"/>
                    </a:ext>
                  </a:extLst>
                </p:cNvPr>
                <p:cNvPicPr/>
                <p:nvPr/>
              </p:nvPicPr>
              <p:blipFill>
                <a:blip r:embed="rId169"/>
                <a:stretch>
                  <a:fillRect/>
                </a:stretch>
              </p:blipFill>
              <p:spPr>
                <a:xfrm>
                  <a:off x="7021948" y="2001131"/>
                  <a:ext cx="16524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401" name="Ink 400">
                  <a:extLst>
                    <a:ext uri="{FF2B5EF4-FFF2-40B4-BE49-F238E27FC236}">
                      <a16:creationId xmlns:a16="http://schemas.microsoft.com/office/drawing/2014/main" id="{1BE9AD17-AA4F-577E-7D11-BC34681D529E}"/>
                    </a:ext>
                  </a:extLst>
                </p14:cNvPr>
                <p14:cNvContentPartPr/>
                <p14:nvPr/>
              </p14:nvContentPartPr>
              <p14:xfrm>
                <a:off x="7359268" y="2160251"/>
                <a:ext cx="34200" cy="109440"/>
              </p14:xfrm>
            </p:contentPart>
          </mc:Choice>
          <mc:Fallback>
            <p:pic>
              <p:nvPicPr>
                <p:cNvPr id="401" name="Ink 400">
                  <a:extLst>
                    <a:ext uri="{FF2B5EF4-FFF2-40B4-BE49-F238E27FC236}">
                      <a16:creationId xmlns:a16="http://schemas.microsoft.com/office/drawing/2014/main" id="{1BE9AD17-AA4F-577E-7D11-BC34681D529E}"/>
                    </a:ext>
                  </a:extLst>
                </p:cNvPr>
                <p:cNvPicPr/>
                <p:nvPr/>
              </p:nvPicPr>
              <p:blipFill>
                <a:blip r:embed="rId171"/>
                <a:stretch>
                  <a:fillRect/>
                </a:stretch>
              </p:blipFill>
              <p:spPr>
                <a:xfrm>
                  <a:off x="7350628" y="2151251"/>
                  <a:ext cx="518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402" name="Ink 401">
                  <a:extLst>
                    <a:ext uri="{FF2B5EF4-FFF2-40B4-BE49-F238E27FC236}">
                      <a16:creationId xmlns:a16="http://schemas.microsoft.com/office/drawing/2014/main" id="{463712EC-14D9-463D-B41E-ABDCE3DC85B9}"/>
                    </a:ext>
                  </a:extLst>
                </p14:cNvPr>
                <p14:cNvContentPartPr/>
                <p14:nvPr/>
              </p14:nvContentPartPr>
              <p14:xfrm>
                <a:off x="7541068" y="1997891"/>
                <a:ext cx="191880" cy="245520"/>
              </p14:xfrm>
            </p:contentPart>
          </mc:Choice>
          <mc:Fallback>
            <p:pic>
              <p:nvPicPr>
                <p:cNvPr id="402" name="Ink 401">
                  <a:extLst>
                    <a:ext uri="{FF2B5EF4-FFF2-40B4-BE49-F238E27FC236}">
                      <a16:creationId xmlns:a16="http://schemas.microsoft.com/office/drawing/2014/main" id="{463712EC-14D9-463D-B41E-ABDCE3DC85B9}"/>
                    </a:ext>
                  </a:extLst>
                </p:cNvPr>
                <p:cNvPicPr/>
                <p:nvPr/>
              </p:nvPicPr>
              <p:blipFill>
                <a:blip r:embed="rId173"/>
                <a:stretch>
                  <a:fillRect/>
                </a:stretch>
              </p:blipFill>
              <p:spPr>
                <a:xfrm>
                  <a:off x="7532428" y="1988891"/>
                  <a:ext cx="20952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403" name="Ink 402">
                  <a:extLst>
                    <a:ext uri="{FF2B5EF4-FFF2-40B4-BE49-F238E27FC236}">
                      <a16:creationId xmlns:a16="http://schemas.microsoft.com/office/drawing/2014/main" id="{4C00420D-8CE9-0B2E-0693-A4C53E90649E}"/>
                    </a:ext>
                  </a:extLst>
                </p14:cNvPr>
                <p14:cNvContentPartPr/>
                <p14:nvPr/>
              </p14:nvContentPartPr>
              <p14:xfrm>
                <a:off x="7847428" y="2033171"/>
                <a:ext cx="159120" cy="214200"/>
              </p14:xfrm>
            </p:contentPart>
          </mc:Choice>
          <mc:Fallback>
            <p:pic>
              <p:nvPicPr>
                <p:cNvPr id="403" name="Ink 402">
                  <a:extLst>
                    <a:ext uri="{FF2B5EF4-FFF2-40B4-BE49-F238E27FC236}">
                      <a16:creationId xmlns:a16="http://schemas.microsoft.com/office/drawing/2014/main" id="{4C00420D-8CE9-0B2E-0693-A4C53E90649E}"/>
                    </a:ext>
                  </a:extLst>
                </p:cNvPr>
                <p:cNvPicPr/>
                <p:nvPr/>
              </p:nvPicPr>
              <p:blipFill>
                <a:blip r:embed="rId175"/>
                <a:stretch>
                  <a:fillRect/>
                </a:stretch>
              </p:blipFill>
              <p:spPr>
                <a:xfrm>
                  <a:off x="7838428" y="2024531"/>
                  <a:ext cx="17676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404" name="Ink 403">
                  <a:extLst>
                    <a:ext uri="{FF2B5EF4-FFF2-40B4-BE49-F238E27FC236}">
                      <a16:creationId xmlns:a16="http://schemas.microsoft.com/office/drawing/2014/main" id="{691E923E-8EF9-6A9B-7F92-E6EE0AFDC1B8}"/>
                    </a:ext>
                  </a:extLst>
                </p14:cNvPr>
                <p14:cNvContentPartPr/>
                <p14:nvPr/>
              </p14:nvContentPartPr>
              <p14:xfrm>
                <a:off x="8117068" y="1923731"/>
                <a:ext cx="206640" cy="380880"/>
              </p14:xfrm>
            </p:contentPart>
          </mc:Choice>
          <mc:Fallback>
            <p:pic>
              <p:nvPicPr>
                <p:cNvPr id="404" name="Ink 403">
                  <a:extLst>
                    <a:ext uri="{FF2B5EF4-FFF2-40B4-BE49-F238E27FC236}">
                      <a16:creationId xmlns:a16="http://schemas.microsoft.com/office/drawing/2014/main" id="{691E923E-8EF9-6A9B-7F92-E6EE0AFDC1B8}"/>
                    </a:ext>
                  </a:extLst>
                </p:cNvPr>
                <p:cNvPicPr/>
                <p:nvPr/>
              </p:nvPicPr>
              <p:blipFill>
                <a:blip r:embed="rId177"/>
                <a:stretch>
                  <a:fillRect/>
                </a:stretch>
              </p:blipFill>
              <p:spPr>
                <a:xfrm>
                  <a:off x="8108428" y="1914731"/>
                  <a:ext cx="22428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346" name="Ink 345">
                  <a:extLst>
                    <a:ext uri="{FF2B5EF4-FFF2-40B4-BE49-F238E27FC236}">
                      <a16:creationId xmlns:a16="http://schemas.microsoft.com/office/drawing/2014/main" id="{A6831400-3FF3-4B34-F0D4-BE75553A6712}"/>
                    </a:ext>
                  </a:extLst>
                </p14:cNvPr>
                <p14:cNvContentPartPr/>
                <p14:nvPr/>
              </p14:nvContentPartPr>
              <p14:xfrm>
                <a:off x="2791948" y="4936571"/>
                <a:ext cx="21960" cy="248040"/>
              </p14:xfrm>
            </p:contentPart>
          </mc:Choice>
          <mc:Fallback>
            <p:pic>
              <p:nvPicPr>
                <p:cNvPr id="346" name="Ink 345">
                  <a:extLst>
                    <a:ext uri="{FF2B5EF4-FFF2-40B4-BE49-F238E27FC236}">
                      <a16:creationId xmlns:a16="http://schemas.microsoft.com/office/drawing/2014/main" id="{A6831400-3FF3-4B34-F0D4-BE75553A6712}"/>
                    </a:ext>
                  </a:extLst>
                </p:cNvPr>
                <p:cNvPicPr/>
                <p:nvPr/>
              </p:nvPicPr>
              <p:blipFill>
                <a:blip r:embed="rId179"/>
                <a:stretch>
                  <a:fillRect/>
                </a:stretch>
              </p:blipFill>
              <p:spPr>
                <a:xfrm>
                  <a:off x="2783308" y="4927571"/>
                  <a:ext cx="3960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347" name="Ink 346">
                  <a:extLst>
                    <a:ext uri="{FF2B5EF4-FFF2-40B4-BE49-F238E27FC236}">
                      <a16:creationId xmlns:a16="http://schemas.microsoft.com/office/drawing/2014/main" id="{102D051D-C448-7073-0D2A-95C29D724DEE}"/>
                    </a:ext>
                  </a:extLst>
                </p14:cNvPr>
                <p14:cNvContentPartPr/>
                <p14:nvPr/>
              </p14:nvContentPartPr>
              <p14:xfrm>
                <a:off x="2926228" y="5020451"/>
                <a:ext cx="91440" cy="169920"/>
              </p14:xfrm>
            </p:contentPart>
          </mc:Choice>
          <mc:Fallback>
            <p:pic>
              <p:nvPicPr>
                <p:cNvPr id="347" name="Ink 346">
                  <a:extLst>
                    <a:ext uri="{FF2B5EF4-FFF2-40B4-BE49-F238E27FC236}">
                      <a16:creationId xmlns:a16="http://schemas.microsoft.com/office/drawing/2014/main" id="{102D051D-C448-7073-0D2A-95C29D724DEE}"/>
                    </a:ext>
                  </a:extLst>
                </p:cNvPr>
                <p:cNvPicPr/>
                <p:nvPr/>
              </p:nvPicPr>
              <p:blipFill>
                <a:blip r:embed="rId181"/>
                <a:stretch>
                  <a:fillRect/>
                </a:stretch>
              </p:blipFill>
              <p:spPr>
                <a:xfrm>
                  <a:off x="2917228" y="5011811"/>
                  <a:ext cx="10908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348" name="Ink 347">
                  <a:extLst>
                    <a:ext uri="{FF2B5EF4-FFF2-40B4-BE49-F238E27FC236}">
                      <a16:creationId xmlns:a16="http://schemas.microsoft.com/office/drawing/2014/main" id="{866500AD-090C-58BA-6522-456059B87E23}"/>
                    </a:ext>
                  </a:extLst>
                </p14:cNvPr>
                <p14:cNvContentPartPr/>
                <p14:nvPr/>
              </p14:nvContentPartPr>
              <p14:xfrm>
                <a:off x="3136468" y="4940171"/>
                <a:ext cx="99720" cy="234360"/>
              </p14:xfrm>
            </p:contentPart>
          </mc:Choice>
          <mc:Fallback>
            <p:pic>
              <p:nvPicPr>
                <p:cNvPr id="348" name="Ink 347">
                  <a:extLst>
                    <a:ext uri="{FF2B5EF4-FFF2-40B4-BE49-F238E27FC236}">
                      <a16:creationId xmlns:a16="http://schemas.microsoft.com/office/drawing/2014/main" id="{866500AD-090C-58BA-6522-456059B87E23}"/>
                    </a:ext>
                  </a:extLst>
                </p:cNvPr>
                <p:cNvPicPr/>
                <p:nvPr/>
              </p:nvPicPr>
              <p:blipFill>
                <a:blip r:embed="rId183"/>
                <a:stretch>
                  <a:fillRect/>
                </a:stretch>
              </p:blipFill>
              <p:spPr>
                <a:xfrm>
                  <a:off x="3127468" y="4931171"/>
                  <a:ext cx="11736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349" name="Ink 348">
                  <a:extLst>
                    <a:ext uri="{FF2B5EF4-FFF2-40B4-BE49-F238E27FC236}">
                      <a16:creationId xmlns:a16="http://schemas.microsoft.com/office/drawing/2014/main" id="{52D5F022-4DF7-897E-CEB3-F399AEAE0F94}"/>
                    </a:ext>
                  </a:extLst>
                </p14:cNvPr>
                <p14:cNvContentPartPr/>
                <p14:nvPr/>
              </p14:nvContentPartPr>
              <p14:xfrm>
                <a:off x="3093988" y="5037371"/>
                <a:ext cx="111960" cy="9720"/>
              </p14:xfrm>
            </p:contentPart>
          </mc:Choice>
          <mc:Fallback>
            <p:pic>
              <p:nvPicPr>
                <p:cNvPr id="349" name="Ink 348">
                  <a:extLst>
                    <a:ext uri="{FF2B5EF4-FFF2-40B4-BE49-F238E27FC236}">
                      <a16:creationId xmlns:a16="http://schemas.microsoft.com/office/drawing/2014/main" id="{52D5F022-4DF7-897E-CEB3-F399AEAE0F94}"/>
                    </a:ext>
                  </a:extLst>
                </p:cNvPr>
                <p:cNvPicPr/>
                <p:nvPr/>
              </p:nvPicPr>
              <p:blipFill>
                <a:blip r:embed="rId185"/>
                <a:stretch>
                  <a:fillRect/>
                </a:stretch>
              </p:blipFill>
              <p:spPr>
                <a:xfrm>
                  <a:off x="3085348" y="5028731"/>
                  <a:ext cx="1296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351" name="Ink 350">
                  <a:extLst>
                    <a:ext uri="{FF2B5EF4-FFF2-40B4-BE49-F238E27FC236}">
                      <a16:creationId xmlns:a16="http://schemas.microsoft.com/office/drawing/2014/main" id="{DD07CADA-90D5-96AB-C6F0-3385DEBDA5EA}"/>
                    </a:ext>
                  </a:extLst>
                </p14:cNvPr>
                <p14:cNvContentPartPr/>
                <p14:nvPr/>
              </p14:nvContentPartPr>
              <p14:xfrm>
                <a:off x="2656588" y="5592131"/>
                <a:ext cx="172080" cy="200520"/>
              </p14:xfrm>
            </p:contentPart>
          </mc:Choice>
          <mc:Fallback>
            <p:pic>
              <p:nvPicPr>
                <p:cNvPr id="351" name="Ink 350">
                  <a:extLst>
                    <a:ext uri="{FF2B5EF4-FFF2-40B4-BE49-F238E27FC236}">
                      <a16:creationId xmlns:a16="http://schemas.microsoft.com/office/drawing/2014/main" id="{DD07CADA-90D5-96AB-C6F0-3385DEBDA5EA}"/>
                    </a:ext>
                  </a:extLst>
                </p:cNvPr>
                <p:cNvPicPr/>
                <p:nvPr/>
              </p:nvPicPr>
              <p:blipFill>
                <a:blip r:embed="rId187"/>
                <a:stretch>
                  <a:fillRect/>
                </a:stretch>
              </p:blipFill>
              <p:spPr>
                <a:xfrm>
                  <a:off x="2647948" y="5583131"/>
                  <a:ext cx="18972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352" name="Ink 351">
                  <a:extLst>
                    <a:ext uri="{FF2B5EF4-FFF2-40B4-BE49-F238E27FC236}">
                      <a16:creationId xmlns:a16="http://schemas.microsoft.com/office/drawing/2014/main" id="{E559EA23-1487-C218-5E79-FA7A5D9D9D13}"/>
                    </a:ext>
                  </a:extLst>
                </p14:cNvPr>
                <p14:cNvContentPartPr/>
                <p14:nvPr/>
              </p14:nvContentPartPr>
              <p14:xfrm>
                <a:off x="2926228" y="5685371"/>
                <a:ext cx="150480" cy="100440"/>
              </p14:xfrm>
            </p:contentPart>
          </mc:Choice>
          <mc:Fallback>
            <p:pic>
              <p:nvPicPr>
                <p:cNvPr id="352" name="Ink 351">
                  <a:extLst>
                    <a:ext uri="{FF2B5EF4-FFF2-40B4-BE49-F238E27FC236}">
                      <a16:creationId xmlns:a16="http://schemas.microsoft.com/office/drawing/2014/main" id="{E559EA23-1487-C218-5E79-FA7A5D9D9D13}"/>
                    </a:ext>
                  </a:extLst>
                </p:cNvPr>
                <p:cNvPicPr/>
                <p:nvPr/>
              </p:nvPicPr>
              <p:blipFill>
                <a:blip r:embed="rId189"/>
                <a:stretch>
                  <a:fillRect/>
                </a:stretch>
              </p:blipFill>
              <p:spPr>
                <a:xfrm>
                  <a:off x="2917588" y="5676371"/>
                  <a:ext cx="1681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353" name="Ink 352">
                  <a:extLst>
                    <a:ext uri="{FF2B5EF4-FFF2-40B4-BE49-F238E27FC236}">
                      <a16:creationId xmlns:a16="http://schemas.microsoft.com/office/drawing/2014/main" id="{66C88694-B2F8-0561-8BD3-12C43353C455}"/>
                    </a:ext>
                  </a:extLst>
                </p14:cNvPr>
                <p14:cNvContentPartPr/>
                <p14:nvPr/>
              </p14:nvContentPartPr>
              <p14:xfrm>
                <a:off x="3214228" y="5652611"/>
                <a:ext cx="197640" cy="130320"/>
              </p14:xfrm>
            </p:contentPart>
          </mc:Choice>
          <mc:Fallback>
            <p:pic>
              <p:nvPicPr>
                <p:cNvPr id="353" name="Ink 352">
                  <a:extLst>
                    <a:ext uri="{FF2B5EF4-FFF2-40B4-BE49-F238E27FC236}">
                      <a16:creationId xmlns:a16="http://schemas.microsoft.com/office/drawing/2014/main" id="{66C88694-B2F8-0561-8BD3-12C43353C455}"/>
                    </a:ext>
                  </a:extLst>
                </p:cNvPr>
                <p:cNvPicPr/>
                <p:nvPr/>
              </p:nvPicPr>
              <p:blipFill>
                <a:blip r:embed="rId191"/>
                <a:stretch>
                  <a:fillRect/>
                </a:stretch>
              </p:blipFill>
              <p:spPr>
                <a:xfrm>
                  <a:off x="3205228" y="5643611"/>
                  <a:ext cx="21528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354" name="Ink 353">
                  <a:extLst>
                    <a:ext uri="{FF2B5EF4-FFF2-40B4-BE49-F238E27FC236}">
                      <a16:creationId xmlns:a16="http://schemas.microsoft.com/office/drawing/2014/main" id="{0482E071-580F-68E3-53A8-BD8695BA3AEC}"/>
                    </a:ext>
                  </a:extLst>
                </p14:cNvPr>
                <p14:cNvContentPartPr/>
                <p14:nvPr/>
              </p14:nvContentPartPr>
              <p14:xfrm>
                <a:off x="3500788" y="5648651"/>
                <a:ext cx="142920" cy="128880"/>
              </p14:xfrm>
            </p:contentPart>
          </mc:Choice>
          <mc:Fallback>
            <p:pic>
              <p:nvPicPr>
                <p:cNvPr id="354" name="Ink 353">
                  <a:extLst>
                    <a:ext uri="{FF2B5EF4-FFF2-40B4-BE49-F238E27FC236}">
                      <a16:creationId xmlns:a16="http://schemas.microsoft.com/office/drawing/2014/main" id="{0482E071-580F-68E3-53A8-BD8695BA3AEC}"/>
                    </a:ext>
                  </a:extLst>
                </p:cNvPr>
                <p:cNvPicPr/>
                <p:nvPr/>
              </p:nvPicPr>
              <p:blipFill>
                <a:blip r:embed="rId193"/>
                <a:stretch>
                  <a:fillRect/>
                </a:stretch>
              </p:blipFill>
              <p:spPr>
                <a:xfrm>
                  <a:off x="3491788" y="5640011"/>
                  <a:ext cx="1605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355" name="Ink 354">
                  <a:extLst>
                    <a:ext uri="{FF2B5EF4-FFF2-40B4-BE49-F238E27FC236}">
                      <a16:creationId xmlns:a16="http://schemas.microsoft.com/office/drawing/2014/main" id="{AFBC5761-10BF-2C18-5020-5A65ADA3BACD}"/>
                    </a:ext>
                  </a:extLst>
                </p14:cNvPr>
                <p14:cNvContentPartPr/>
                <p14:nvPr/>
              </p14:nvContentPartPr>
              <p14:xfrm>
                <a:off x="3678628" y="5566211"/>
                <a:ext cx="104760" cy="210600"/>
              </p14:xfrm>
            </p:contentPart>
          </mc:Choice>
          <mc:Fallback>
            <p:pic>
              <p:nvPicPr>
                <p:cNvPr id="355" name="Ink 354">
                  <a:extLst>
                    <a:ext uri="{FF2B5EF4-FFF2-40B4-BE49-F238E27FC236}">
                      <a16:creationId xmlns:a16="http://schemas.microsoft.com/office/drawing/2014/main" id="{AFBC5761-10BF-2C18-5020-5A65ADA3BACD}"/>
                    </a:ext>
                  </a:extLst>
                </p:cNvPr>
                <p:cNvPicPr/>
                <p:nvPr/>
              </p:nvPicPr>
              <p:blipFill>
                <a:blip r:embed="rId195"/>
                <a:stretch>
                  <a:fillRect/>
                </a:stretch>
              </p:blipFill>
              <p:spPr>
                <a:xfrm>
                  <a:off x="3669628" y="5557571"/>
                  <a:ext cx="1224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356" name="Ink 355">
                  <a:extLst>
                    <a:ext uri="{FF2B5EF4-FFF2-40B4-BE49-F238E27FC236}">
                      <a16:creationId xmlns:a16="http://schemas.microsoft.com/office/drawing/2014/main" id="{E06F9544-8D71-8B6F-97B0-6FEEA0254B06}"/>
                    </a:ext>
                  </a:extLst>
                </p14:cNvPr>
                <p14:cNvContentPartPr/>
                <p14:nvPr/>
              </p14:nvContentPartPr>
              <p14:xfrm>
                <a:off x="3682228" y="5643611"/>
                <a:ext cx="79200" cy="13320"/>
              </p14:xfrm>
            </p:contentPart>
          </mc:Choice>
          <mc:Fallback>
            <p:pic>
              <p:nvPicPr>
                <p:cNvPr id="356" name="Ink 355">
                  <a:extLst>
                    <a:ext uri="{FF2B5EF4-FFF2-40B4-BE49-F238E27FC236}">
                      <a16:creationId xmlns:a16="http://schemas.microsoft.com/office/drawing/2014/main" id="{E06F9544-8D71-8B6F-97B0-6FEEA0254B06}"/>
                    </a:ext>
                  </a:extLst>
                </p:cNvPr>
                <p:cNvPicPr/>
                <p:nvPr/>
              </p:nvPicPr>
              <p:blipFill>
                <a:blip r:embed="rId197"/>
                <a:stretch>
                  <a:fillRect/>
                </a:stretch>
              </p:blipFill>
              <p:spPr>
                <a:xfrm>
                  <a:off x="3673588" y="5634611"/>
                  <a:ext cx="968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358" name="Ink 357">
                  <a:extLst>
                    <a:ext uri="{FF2B5EF4-FFF2-40B4-BE49-F238E27FC236}">
                      <a16:creationId xmlns:a16="http://schemas.microsoft.com/office/drawing/2014/main" id="{861363A7-D1FC-4C36-7B38-28F62D8C2604}"/>
                    </a:ext>
                  </a:extLst>
                </p14:cNvPr>
                <p14:cNvContentPartPr/>
                <p14:nvPr/>
              </p14:nvContentPartPr>
              <p14:xfrm>
                <a:off x="4118188" y="5620931"/>
                <a:ext cx="360" cy="226080"/>
              </p14:xfrm>
            </p:contentPart>
          </mc:Choice>
          <mc:Fallback>
            <p:pic>
              <p:nvPicPr>
                <p:cNvPr id="358" name="Ink 357">
                  <a:extLst>
                    <a:ext uri="{FF2B5EF4-FFF2-40B4-BE49-F238E27FC236}">
                      <a16:creationId xmlns:a16="http://schemas.microsoft.com/office/drawing/2014/main" id="{861363A7-D1FC-4C36-7B38-28F62D8C2604}"/>
                    </a:ext>
                  </a:extLst>
                </p:cNvPr>
                <p:cNvPicPr/>
                <p:nvPr/>
              </p:nvPicPr>
              <p:blipFill>
                <a:blip r:embed="rId199"/>
                <a:stretch>
                  <a:fillRect/>
                </a:stretch>
              </p:blipFill>
              <p:spPr>
                <a:xfrm>
                  <a:off x="4109548" y="5612291"/>
                  <a:ext cx="1800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359" name="Ink 358">
                  <a:extLst>
                    <a:ext uri="{FF2B5EF4-FFF2-40B4-BE49-F238E27FC236}">
                      <a16:creationId xmlns:a16="http://schemas.microsoft.com/office/drawing/2014/main" id="{1FBF01A1-1015-367C-A175-1CA1CCC67420}"/>
                    </a:ext>
                  </a:extLst>
                </p14:cNvPr>
                <p14:cNvContentPartPr/>
                <p14:nvPr/>
              </p14:nvContentPartPr>
              <p14:xfrm>
                <a:off x="4064908" y="5544251"/>
                <a:ext cx="146160" cy="168840"/>
              </p14:xfrm>
            </p:contentPart>
          </mc:Choice>
          <mc:Fallback>
            <p:pic>
              <p:nvPicPr>
                <p:cNvPr id="359" name="Ink 358">
                  <a:extLst>
                    <a:ext uri="{FF2B5EF4-FFF2-40B4-BE49-F238E27FC236}">
                      <a16:creationId xmlns:a16="http://schemas.microsoft.com/office/drawing/2014/main" id="{1FBF01A1-1015-367C-A175-1CA1CCC67420}"/>
                    </a:ext>
                  </a:extLst>
                </p:cNvPr>
                <p:cNvPicPr/>
                <p:nvPr/>
              </p:nvPicPr>
              <p:blipFill>
                <a:blip r:embed="rId201"/>
                <a:stretch>
                  <a:fillRect/>
                </a:stretch>
              </p:blipFill>
              <p:spPr>
                <a:xfrm>
                  <a:off x="4055908" y="5535611"/>
                  <a:ext cx="1638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360" name="Ink 359">
                  <a:extLst>
                    <a:ext uri="{FF2B5EF4-FFF2-40B4-BE49-F238E27FC236}">
                      <a16:creationId xmlns:a16="http://schemas.microsoft.com/office/drawing/2014/main" id="{3E68F9FC-182F-2EC5-4159-81502208B084}"/>
                    </a:ext>
                  </a:extLst>
                </p14:cNvPr>
                <p14:cNvContentPartPr/>
                <p14:nvPr/>
              </p14:nvContentPartPr>
              <p14:xfrm>
                <a:off x="4302148" y="5606531"/>
                <a:ext cx="20520" cy="136800"/>
              </p14:xfrm>
            </p:contentPart>
          </mc:Choice>
          <mc:Fallback>
            <p:pic>
              <p:nvPicPr>
                <p:cNvPr id="360" name="Ink 359">
                  <a:extLst>
                    <a:ext uri="{FF2B5EF4-FFF2-40B4-BE49-F238E27FC236}">
                      <a16:creationId xmlns:a16="http://schemas.microsoft.com/office/drawing/2014/main" id="{3E68F9FC-182F-2EC5-4159-81502208B084}"/>
                    </a:ext>
                  </a:extLst>
                </p:cNvPr>
                <p:cNvPicPr/>
                <p:nvPr/>
              </p:nvPicPr>
              <p:blipFill>
                <a:blip r:embed="rId203"/>
                <a:stretch>
                  <a:fillRect/>
                </a:stretch>
              </p:blipFill>
              <p:spPr>
                <a:xfrm>
                  <a:off x="4293148" y="5597891"/>
                  <a:ext cx="3816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361" name="Ink 360">
                  <a:extLst>
                    <a:ext uri="{FF2B5EF4-FFF2-40B4-BE49-F238E27FC236}">
                      <a16:creationId xmlns:a16="http://schemas.microsoft.com/office/drawing/2014/main" id="{8AB87103-B6BE-F650-0350-0BF168A00340}"/>
                    </a:ext>
                  </a:extLst>
                </p14:cNvPr>
                <p14:cNvContentPartPr/>
                <p14:nvPr/>
              </p14:nvContentPartPr>
              <p14:xfrm>
                <a:off x="4314748" y="5493131"/>
                <a:ext cx="23760" cy="4320"/>
              </p14:xfrm>
            </p:contentPart>
          </mc:Choice>
          <mc:Fallback>
            <p:pic>
              <p:nvPicPr>
                <p:cNvPr id="361" name="Ink 360">
                  <a:extLst>
                    <a:ext uri="{FF2B5EF4-FFF2-40B4-BE49-F238E27FC236}">
                      <a16:creationId xmlns:a16="http://schemas.microsoft.com/office/drawing/2014/main" id="{8AB87103-B6BE-F650-0350-0BF168A00340}"/>
                    </a:ext>
                  </a:extLst>
                </p:cNvPr>
                <p:cNvPicPr/>
                <p:nvPr/>
              </p:nvPicPr>
              <p:blipFill>
                <a:blip r:embed="rId205"/>
                <a:stretch>
                  <a:fillRect/>
                </a:stretch>
              </p:blipFill>
              <p:spPr>
                <a:xfrm>
                  <a:off x="4305748" y="5484491"/>
                  <a:ext cx="414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362" name="Ink 361">
                  <a:extLst>
                    <a:ext uri="{FF2B5EF4-FFF2-40B4-BE49-F238E27FC236}">
                      <a16:creationId xmlns:a16="http://schemas.microsoft.com/office/drawing/2014/main" id="{04881771-3F3A-61FB-829B-DB61EDBD5370}"/>
                    </a:ext>
                  </a:extLst>
                </p14:cNvPr>
                <p14:cNvContentPartPr/>
                <p14:nvPr/>
              </p14:nvContentPartPr>
              <p14:xfrm>
                <a:off x="4443988" y="5642171"/>
                <a:ext cx="49320" cy="360"/>
              </p14:xfrm>
            </p:contentPart>
          </mc:Choice>
          <mc:Fallback>
            <p:pic>
              <p:nvPicPr>
                <p:cNvPr id="362" name="Ink 361">
                  <a:extLst>
                    <a:ext uri="{FF2B5EF4-FFF2-40B4-BE49-F238E27FC236}">
                      <a16:creationId xmlns:a16="http://schemas.microsoft.com/office/drawing/2014/main" id="{04881771-3F3A-61FB-829B-DB61EDBD5370}"/>
                    </a:ext>
                  </a:extLst>
                </p:cNvPr>
                <p:cNvPicPr/>
                <p:nvPr/>
              </p:nvPicPr>
              <p:blipFill>
                <a:blip r:embed="rId207"/>
                <a:stretch>
                  <a:fillRect/>
                </a:stretch>
              </p:blipFill>
              <p:spPr>
                <a:xfrm>
                  <a:off x="4435348" y="5633531"/>
                  <a:ext cx="669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363" name="Ink 362">
                  <a:extLst>
                    <a:ext uri="{FF2B5EF4-FFF2-40B4-BE49-F238E27FC236}">
                      <a16:creationId xmlns:a16="http://schemas.microsoft.com/office/drawing/2014/main" id="{7E17B2D2-CF5D-6A3E-F6C4-AF912420C741}"/>
                    </a:ext>
                  </a:extLst>
                </p14:cNvPr>
                <p14:cNvContentPartPr/>
                <p14:nvPr/>
              </p14:nvContentPartPr>
              <p14:xfrm>
                <a:off x="4446148" y="5699051"/>
                <a:ext cx="37440" cy="7560"/>
              </p14:xfrm>
            </p:contentPart>
          </mc:Choice>
          <mc:Fallback>
            <p:pic>
              <p:nvPicPr>
                <p:cNvPr id="363" name="Ink 362">
                  <a:extLst>
                    <a:ext uri="{FF2B5EF4-FFF2-40B4-BE49-F238E27FC236}">
                      <a16:creationId xmlns:a16="http://schemas.microsoft.com/office/drawing/2014/main" id="{7E17B2D2-CF5D-6A3E-F6C4-AF912420C741}"/>
                    </a:ext>
                  </a:extLst>
                </p:cNvPr>
                <p:cNvPicPr/>
                <p:nvPr/>
              </p:nvPicPr>
              <p:blipFill>
                <a:blip r:embed="rId209"/>
                <a:stretch>
                  <a:fillRect/>
                </a:stretch>
              </p:blipFill>
              <p:spPr>
                <a:xfrm>
                  <a:off x="4437148" y="5690051"/>
                  <a:ext cx="55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364" name="Ink 363">
                  <a:extLst>
                    <a:ext uri="{FF2B5EF4-FFF2-40B4-BE49-F238E27FC236}">
                      <a16:creationId xmlns:a16="http://schemas.microsoft.com/office/drawing/2014/main" id="{055B7470-B678-74C1-5437-184314AA9719}"/>
                    </a:ext>
                  </a:extLst>
                </p14:cNvPr>
                <p14:cNvContentPartPr/>
                <p14:nvPr/>
              </p14:nvContentPartPr>
              <p14:xfrm>
                <a:off x="4693468" y="5526251"/>
                <a:ext cx="171720" cy="209520"/>
              </p14:xfrm>
            </p:contentPart>
          </mc:Choice>
          <mc:Fallback>
            <p:pic>
              <p:nvPicPr>
                <p:cNvPr id="364" name="Ink 363">
                  <a:extLst>
                    <a:ext uri="{FF2B5EF4-FFF2-40B4-BE49-F238E27FC236}">
                      <a16:creationId xmlns:a16="http://schemas.microsoft.com/office/drawing/2014/main" id="{055B7470-B678-74C1-5437-184314AA9719}"/>
                    </a:ext>
                  </a:extLst>
                </p:cNvPr>
                <p:cNvPicPr/>
                <p:nvPr/>
              </p:nvPicPr>
              <p:blipFill>
                <a:blip r:embed="rId211"/>
                <a:stretch>
                  <a:fillRect/>
                </a:stretch>
              </p:blipFill>
              <p:spPr>
                <a:xfrm>
                  <a:off x="4684468" y="5517611"/>
                  <a:ext cx="1893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365" name="Ink 364">
                  <a:extLst>
                    <a:ext uri="{FF2B5EF4-FFF2-40B4-BE49-F238E27FC236}">
                      <a16:creationId xmlns:a16="http://schemas.microsoft.com/office/drawing/2014/main" id="{26290F6D-7534-FF14-336C-1F97F3778FF4}"/>
                    </a:ext>
                  </a:extLst>
                </p14:cNvPr>
                <p14:cNvContentPartPr/>
                <p14:nvPr/>
              </p14:nvContentPartPr>
              <p14:xfrm>
                <a:off x="4954468" y="5699051"/>
                <a:ext cx="6120" cy="3240"/>
              </p14:xfrm>
            </p:contentPart>
          </mc:Choice>
          <mc:Fallback>
            <p:pic>
              <p:nvPicPr>
                <p:cNvPr id="365" name="Ink 364">
                  <a:extLst>
                    <a:ext uri="{FF2B5EF4-FFF2-40B4-BE49-F238E27FC236}">
                      <a16:creationId xmlns:a16="http://schemas.microsoft.com/office/drawing/2014/main" id="{26290F6D-7534-FF14-336C-1F97F3778FF4}"/>
                    </a:ext>
                  </a:extLst>
                </p:cNvPr>
                <p:cNvPicPr/>
                <p:nvPr/>
              </p:nvPicPr>
              <p:blipFill>
                <a:blip r:embed="rId213"/>
                <a:stretch>
                  <a:fillRect/>
                </a:stretch>
              </p:blipFill>
              <p:spPr>
                <a:xfrm>
                  <a:off x="4945828" y="5690051"/>
                  <a:ext cx="237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366" name="Ink 365">
                  <a:extLst>
                    <a:ext uri="{FF2B5EF4-FFF2-40B4-BE49-F238E27FC236}">
                      <a16:creationId xmlns:a16="http://schemas.microsoft.com/office/drawing/2014/main" id="{6D9D4230-B6CD-D614-6E15-18613212CDC0}"/>
                    </a:ext>
                  </a:extLst>
                </p14:cNvPr>
                <p14:cNvContentPartPr/>
                <p14:nvPr/>
              </p14:nvContentPartPr>
              <p14:xfrm>
                <a:off x="5032588" y="5576651"/>
                <a:ext cx="29520" cy="137160"/>
              </p14:xfrm>
            </p:contentPart>
          </mc:Choice>
          <mc:Fallback>
            <p:pic>
              <p:nvPicPr>
                <p:cNvPr id="366" name="Ink 365">
                  <a:extLst>
                    <a:ext uri="{FF2B5EF4-FFF2-40B4-BE49-F238E27FC236}">
                      <a16:creationId xmlns:a16="http://schemas.microsoft.com/office/drawing/2014/main" id="{6D9D4230-B6CD-D614-6E15-18613212CDC0}"/>
                    </a:ext>
                  </a:extLst>
                </p:cNvPr>
                <p:cNvPicPr/>
                <p:nvPr/>
              </p:nvPicPr>
              <p:blipFill>
                <a:blip r:embed="rId215"/>
                <a:stretch>
                  <a:fillRect/>
                </a:stretch>
              </p:blipFill>
              <p:spPr>
                <a:xfrm>
                  <a:off x="5023588" y="5568011"/>
                  <a:ext cx="4716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367" name="Ink 366">
                  <a:extLst>
                    <a:ext uri="{FF2B5EF4-FFF2-40B4-BE49-F238E27FC236}">
                      <a16:creationId xmlns:a16="http://schemas.microsoft.com/office/drawing/2014/main" id="{E9B43E4F-F062-AFE7-87BA-49B66835A65A}"/>
                    </a:ext>
                  </a:extLst>
                </p14:cNvPr>
                <p14:cNvContentPartPr/>
                <p14:nvPr/>
              </p14:nvContentPartPr>
              <p14:xfrm>
                <a:off x="5137708" y="5575931"/>
                <a:ext cx="119880" cy="162000"/>
              </p14:xfrm>
            </p:contentPart>
          </mc:Choice>
          <mc:Fallback>
            <p:pic>
              <p:nvPicPr>
                <p:cNvPr id="367" name="Ink 366">
                  <a:extLst>
                    <a:ext uri="{FF2B5EF4-FFF2-40B4-BE49-F238E27FC236}">
                      <a16:creationId xmlns:a16="http://schemas.microsoft.com/office/drawing/2014/main" id="{E9B43E4F-F062-AFE7-87BA-49B66835A65A}"/>
                    </a:ext>
                  </a:extLst>
                </p:cNvPr>
                <p:cNvPicPr/>
                <p:nvPr/>
              </p:nvPicPr>
              <p:blipFill>
                <a:blip r:embed="rId217"/>
                <a:stretch>
                  <a:fillRect/>
                </a:stretch>
              </p:blipFill>
              <p:spPr>
                <a:xfrm>
                  <a:off x="5129068" y="5566931"/>
                  <a:ext cx="1375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307" name="Ink 306">
                  <a:extLst>
                    <a:ext uri="{FF2B5EF4-FFF2-40B4-BE49-F238E27FC236}">
                      <a16:creationId xmlns:a16="http://schemas.microsoft.com/office/drawing/2014/main" id="{EE398FBF-DB92-9E97-6429-B8D976FB1DCD}"/>
                    </a:ext>
                  </a:extLst>
                </p14:cNvPr>
                <p14:cNvContentPartPr/>
                <p14:nvPr/>
              </p14:nvContentPartPr>
              <p14:xfrm>
                <a:off x="3426628" y="2716811"/>
                <a:ext cx="244800" cy="186480"/>
              </p14:xfrm>
            </p:contentPart>
          </mc:Choice>
          <mc:Fallback>
            <p:pic>
              <p:nvPicPr>
                <p:cNvPr id="307" name="Ink 306">
                  <a:extLst>
                    <a:ext uri="{FF2B5EF4-FFF2-40B4-BE49-F238E27FC236}">
                      <a16:creationId xmlns:a16="http://schemas.microsoft.com/office/drawing/2014/main" id="{EE398FBF-DB92-9E97-6429-B8D976FB1DCD}"/>
                    </a:ext>
                  </a:extLst>
                </p:cNvPr>
                <p:cNvPicPr/>
                <p:nvPr/>
              </p:nvPicPr>
              <p:blipFill>
                <a:blip r:embed="rId219"/>
                <a:stretch>
                  <a:fillRect/>
                </a:stretch>
              </p:blipFill>
              <p:spPr>
                <a:xfrm>
                  <a:off x="3417988" y="2708171"/>
                  <a:ext cx="2624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306" name="Ink 305">
                  <a:extLst>
                    <a:ext uri="{FF2B5EF4-FFF2-40B4-BE49-F238E27FC236}">
                      <a16:creationId xmlns:a16="http://schemas.microsoft.com/office/drawing/2014/main" id="{4D426DE6-0BA3-A720-23F1-AFF41E03615A}"/>
                    </a:ext>
                  </a:extLst>
                </p14:cNvPr>
                <p14:cNvContentPartPr/>
                <p14:nvPr/>
              </p14:nvContentPartPr>
              <p14:xfrm>
                <a:off x="3082468" y="3003731"/>
                <a:ext cx="1078560" cy="680040"/>
              </p14:xfrm>
            </p:contentPart>
          </mc:Choice>
          <mc:Fallback>
            <p:pic>
              <p:nvPicPr>
                <p:cNvPr id="306" name="Ink 305">
                  <a:extLst>
                    <a:ext uri="{FF2B5EF4-FFF2-40B4-BE49-F238E27FC236}">
                      <a16:creationId xmlns:a16="http://schemas.microsoft.com/office/drawing/2014/main" id="{4D426DE6-0BA3-A720-23F1-AFF41E03615A}"/>
                    </a:ext>
                  </a:extLst>
                </p:cNvPr>
                <p:cNvPicPr/>
                <p:nvPr/>
              </p:nvPicPr>
              <p:blipFill>
                <a:blip r:embed="rId221"/>
                <a:stretch>
                  <a:fillRect/>
                </a:stretch>
              </p:blipFill>
              <p:spPr>
                <a:xfrm>
                  <a:off x="3073468" y="2995091"/>
                  <a:ext cx="1096200" cy="6976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308" name="Ink 307">
                  <a:extLst>
                    <a:ext uri="{FF2B5EF4-FFF2-40B4-BE49-F238E27FC236}">
                      <a16:creationId xmlns:a16="http://schemas.microsoft.com/office/drawing/2014/main" id="{E9C93AE9-12EB-AE50-9250-3BC06DE645BB}"/>
                    </a:ext>
                  </a:extLst>
                </p14:cNvPr>
                <p14:cNvContentPartPr/>
                <p14:nvPr/>
              </p14:nvContentPartPr>
              <p14:xfrm>
                <a:off x="3310348" y="3222971"/>
                <a:ext cx="7560" cy="144000"/>
              </p14:xfrm>
            </p:contentPart>
          </mc:Choice>
          <mc:Fallback>
            <p:pic>
              <p:nvPicPr>
                <p:cNvPr id="308" name="Ink 307">
                  <a:extLst>
                    <a:ext uri="{FF2B5EF4-FFF2-40B4-BE49-F238E27FC236}">
                      <a16:creationId xmlns:a16="http://schemas.microsoft.com/office/drawing/2014/main" id="{E9C93AE9-12EB-AE50-9250-3BC06DE645BB}"/>
                    </a:ext>
                  </a:extLst>
                </p:cNvPr>
                <p:cNvPicPr/>
                <p:nvPr/>
              </p:nvPicPr>
              <p:blipFill>
                <a:blip r:embed="rId223"/>
                <a:stretch>
                  <a:fillRect/>
                </a:stretch>
              </p:blipFill>
              <p:spPr>
                <a:xfrm>
                  <a:off x="3301348" y="3214331"/>
                  <a:ext cx="252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309" name="Ink 308">
                  <a:extLst>
                    <a:ext uri="{FF2B5EF4-FFF2-40B4-BE49-F238E27FC236}">
                      <a16:creationId xmlns:a16="http://schemas.microsoft.com/office/drawing/2014/main" id="{0CB37A46-8A7D-B474-41B7-FB932AE0B2E5}"/>
                    </a:ext>
                  </a:extLst>
                </p14:cNvPr>
                <p14:cNvContentPartPr/>
                <p14:nvPr/>
              </p14:nvContentPartPr>
              <p14:xfrm>
                <a:off x="3415468" y="3239171"/>
                <a:ext cx="79560" cy="132120"/>
              </p14:xfrm>
            </p:contentPart>
          </mc:Choice>
          <mc:Fallback>
            <p:pic>
              <p:nvPicPr>
                <p:cNvPr id="309" name="Ink 308">
                  <a:extLst>
                    <a:ext uri="{FF2B5EF4-FFF2-40B4-BE49-F238E27FC236}">
                      <a16:creationId xmlns:a16="http://schemas.microsoft.com/office/drawing/2014/main" id="{0CB37A46-8A7D-B474-41B7-FB932AE0B2E5}"/>
                    </a:ext>
                  </a:extLst>
                </p:cNvPr>
                <p:cNvPicPr/>
                <p:nvPr/>
              </p:nvPicPr>
              <p:blipFill>
                <a:blip r:embed="rId225"/>
                <a:stretch>
                  <a:fillRect/>
                </a:stretch>
              </p:blipFill>
              <p:spPr>
                <a:xfrm>
                  <a:off x="3406468" y="3230531"/>
                  <a:ext cx="972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318" name="Ink 317">
                  <a:extLst>
                    <a:ext uri="{FF2B5EF4-FFF2-40B4-BE49-F238E27FC236}">
                      <a16:creationId xmlns:a16="http://schemas.microsoft.com/office/drawing/2014/main" id="{9B578DB8-7E1E-B696-FDC0-098EF40A9DBC}"/>
                    </a:ext>
                  </a:extLst>
                </p14:cNvPr>
                <p14:cNvContentPartPr/>
                <p14:nvPr/>
              </p14:nvContentPartPr>
              <p14:xfrm>
                <a:off x="3309988" y="3213611"/>
                <a:ext cx="150120" cy="172440"/>
              </p14:xfrm>
            </p:contentPart>
          </mc:Choice>
          <mc:Fallback>
            <p:pic>
              <p:nvPicPr>
                <p:cNvPr id="318" name="Ink 317">
                  <a:extLst>
                    <a:ext uri="{FF2B5EF4-FFF2-40B4-BE49-F238E27FC236}">
                      <a16:creationId xmlns:a16="http://schemas.microsoft.com/office/drawing/2014/main" id="{9B578DB8-7E1E-B696-FDC0-098EF40A9DBC}"/>
                    </a:ext>
                  </a:extLst>
                </p:cNvPr>
                <p:cNvPicPr/>
                <p:nvPr/>
              </p:nvPicPr>
              <p:blipFill>
                <a:blip r:embed="rId227"/>
                <a:stretch>
                  <a:fillRect/>
                </a:stretch>
              </p:blipFill>
              <p:spPr>
                <a:xfrm>
                  <a:off x="3301348" y="3204611"/>
                  <a:ext cx="16776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319" name="Ink 318">
                  <a:extLst>
                    <a:ext uri="{FF2B5EF4-FFF2-40B4-BE49-F238E27FC236}">
                      <a16:creationId xmlns:a16="http://schemas.microsoft.com/office/drawing/2014/main" id="{D805A804-119A-EADB-A1D0-6D61D8D41F94}"/>
                    </a:ext>
                  </a:extLst>
                </p14:cNvPr>
                <p14:cNvContentPartPr/>
                <p14:nvPr/>
              </p14:nvContentPartPr>
              <p14:xfrm>
                <a:off x="3284068" y="3196691"/>
                <a:ext cx="217440" cy="236160"/>
              </p14:xfrm>
            </p:contentPart>
          </mc:Choice>
          <mc:Fallback>
            <p:pic>
              <p:nvPicPr>
                <p:cNvPr id="319" name="Ink 318">
                  <a:extLst>
                    <a:ext uri="{FF2B5EF4-FFF2-40B4-BE49-F238E27FC236}">
                      <a16:creationId xmlns:a16="http://schemas.microsoft.com/office/drawing/2014/main" id="{D805A804-119A-EADB-A1D0-6D61D8D41F94}"/>
                    </a:ext>
                  </a:extLst>
                </p:cNvPr>
                <p:cNvPicPr/>
                <p:nvPr/>
              </p:nvPicPr>
              <p:blipFill>
                <a:blip r:embed="rId229"/>
                <a:stretch>
                  <a:fillRect/>
                </a:stretch>
              </p:blipFill>
              <p:spPr>
                <a:xfrm>
                  <a:off x="3275428" y="3187691"/>
                  <a:ext cx="23508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320" name="Ink 319">
                  <a:extLst>
                    <a:ext uri="{FF2B5EF4-FFF2-40B4-BE49-F238E27FC236}">
                      <a16:creationId xmlns:a16="http://schemas.microsoft.com/office/drawing/2014/main" id="{D4587CDD-6A17-A88F-D95A-22646BC21513}"/>
                    </a:ext>
                  </a:extLst>
                </p14:cNvPr>
                <p14:cNvContentPartPr/>
                <p14:nvPr/>
              </p14:nvContentPartPr>
              <p14:xfrm>
                <a:off x="3542188" y="3320171"/>
                <a:ext cx="190800" cy="245520"/>
              </p14:xfrm>
            </p:contentPart>
          </mc:Choice>
          <mc:Fallback>
            <p:pic>
              <p:nvPicPr>
                <p:cNvPr id="320" name="Ink 319">
                  <a:extLst>
                    <a:ext uri="{FF2B5EF4-FFF2-40B4-BE49-F238E27FC236}">
                      <a16:creationId xmlns:a16="http://schemas.microsoft.com/office/drawing/2014/main" id="{D4587CDD-6A17-A88F-D95A-22646BC21513}"/>
                    </a:ext>
                  </a:extLst>
                </p:cNvPr>
                <p:cNvPicPr/>
                <p:nvPr/>
              </p:nvPicPr>
              <p:blipFill>
                <a:blip r:embed="rId231"/>
                <a:stretch>
                  <a:fillRect/>
                </a:stretch>
              </p:blipFill>
              <p:spPr>
                <a:xfrm>
                  <a:off x="3533548" y="3311171"/>
                  <a:ext cx="20844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321" name="Ink 320">
                  <a:extLst>
                    <a:ext uri="{FF2B5EF4-FFF2-40B4-BE49-F238E27FC236}">
                      <a16:creationId xmlns:a16="http://schemas.microsoft.com/office/drawing/2014/main" id="{9092D4D9-8044-90E4-A570-7B45EB073955}"/>
                    </a:ext>
                  </a:extLst>
                </p14:cNvPr>
                <p14:cNvContentPartPr/>
                <p14:nvPr/>
              </p14:nvContentPartPr>
              <p14:xfrm>
                <a:off x="3792028" y="3426371"/>
                <a:ext cx="100080" cy="118800"/>
              </p14:xfrm>
            </p:contentPart>
          </mc:Choice>
          <mc:Fallback>
            <p:pic>
              <p:nvPicPr>
                <p:cNvPr id="321" name="Ink 320">
                  <a:extLst>
                    <a:ext uri="{FF2B5EF4-FFF2-40B4-BE49-F238E27FC236}">
                      <a16:creationId xmlns:a16="http://schemas.microsoft.com/office/drawing/2014/main" id="{9092D4D9-8044-90E4-A570-7B45EB073955}"/>
                    </a:ext>
                  </a:extLst>
                </p:cNvPr>
                <p:cNvPicPr/>
                <p:nvPr/>
              </p:nvPicPr>
              <p:blipFill>
                <a:blip r:embed="rId233"/>
                <a:stretch>
                  <a:fillRect/>
                </a:stretch>
              </p:blipFill>
              <p:spPr>
                <a:xfrm>
                  <a:off x="3783028" y="3417731"/>
                  <a:ext cx="1177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341" name="Ink 340">
                  <a:extLst>
                    <a:ext uri="{FF2B5EF4-FFF2-40B4-BE49-F238E27FC236}">
                      <a16:creationId xmlns:a16="http://schemas.microsoft.com/office/drawing/2014/main" id="{B691A3DD-B5D2-111E-DBC0-B673255BE93B}"/>
                    </a:ext>
                  </a:extLst>
                </p14:cNvPr>
                <p14:cNvContentPartPr/>
                <p14:nvPr/>
              </p14:nvContentPartPr>
              <p14:xfrm>
                <a:off x="2670988" y="4392611"/>
                <a:ext cx="104400" cy="234360"/>
              </p14:xfrm>
            </p:contentPart>
          </mc:Choice>
          <mc:Fallback>
            <p:pic>
              <p:nvPicPr>
                <p:cNvPr id="341" name="Ink 340">
                  <a:extLst>
                    <a:ext uri="{FF2B5EF4-FFF2-40B4-BE49-F238E27FC236}">
                      <a16:creationId xmlns:a16="http://schemas.microsoft.com/office/drawing/2014/main" id="{B691A3DD-B5D2-111E-DBC0-B673255BE93B}"/>
                    </a:ext>
                  </a:extLst>
                </p:cNvPr>
                <p:cNvPicPr/>
                <p:nvPr/>
              </p:nvPicPr>
              <p:blipFill>
                <a:blip r:embed="rId235"/>
                <a:stretch>
                  <a:fillRect/>
                </a:stretch>
              </p:blipFill>
              <p:spPr>
                <a:xfrm>
                  <a:off x="2662348" y="4383611"/>
                  <a:ext cx="1220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342" name="Ink 341">
                  <a:extLst>
                    <a:ext uri="{FF2B5EF4-FFF2-40B4-BE49-F238E27FC236}">
                      <a16:creationId xmlns:a16="http://schemas.microsoft.com/office/drawing/2014/main" id="{91252679-5F6C-46D3-54D3-619A245A6163}"/>
                    </a:ext>
                  </a:extLst>
                </p14:cNvPr>
                <p14:cNvContentPartPr/>
                <p14:nvPr/>
              </p14:nvContentPartPr>
              <p14:xfrm>
                <a:off x="2778988" y="4393691"/>
                <a:ext cx="63360" cy="214200"/>
              </p14:xfrm>
            </p:contentPart>
          </mc:Choice>
          <mc:Fallback>
            <p:pic>
              <p:nvPicPr>
                <p:cNvPr id="342" name="Ink 341">
                  <a:extLst>
                    <a:ext uri="{FF2B5EF4-FFF2-40B4-BE49-F238E27FC236}">
                      <a16:creationId xmlns:a16="http://schemas.microsoft.com/office/drawing/2014/main" id="{91252679-5F6C-46D3-54D3-619A245A6163}"/>
                    </a:ext>
                  </a:extLst>
                </p:cNvPr>
                <p:cNvPicPr/>
                <p:nvPr/>
              </p:nvPicPr>
              <p:blipFill>
                <a:blip r:embed="rId237"/>
                <a:stretch>
                  <a:fillRect/>
                </a:stretch>
              </p:blipFill>
              <p:spPr>
                <a:xfrm>
                  <a:off x="2769988" y="4385051"/>
                  <a:ext cx="8100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343" name="Ink 342">
                  <a:extLst>
                    <a:ext uri="{FF2B5EF4-FFF2-40B4-BE49-F238E27FC236}">
                      <a16:creationId xmlns:a16="http://schemas.microsoft.com/office/drawing/2014/main" id="{E2321625-431A-E307-A482-F4EAE4DBF0E1}"/>
                    </a:ext>
                  </a:extLst>
                </p14:cNvPr>
                <p14:cNvContentPartPr/>
                <p14:nvPr/>
              </p14:nvContentPartPr>
              <p14:xfrm>
                <a:off x="2912188" y="4425371"/>
                <a:ext cx="107640" cy="176400"/>
              </p14:xfrm>
            </p:contentPart>
          </mc:Choice>
          <mc:Fallback>
            <p:pic>
              <p:nvPicPr>
                <p:cNvPr id="343" name="Ink 342">
                  <a:extLst>
                    <a:ext uri="{FF2B5EF4-FFF2-40B4-BE49-F238E27FC236}">
                      <a16:creationId xmlns:a16="http://schemas.microsoft.com/office/drawing/2014/main" id="{E2321625-431A-E307-A482-F4EAE4DBF0E1}"/>
                    </a:ext>
                  </a:extLst>
                </p:cNvPr>
                <p:cNvPicPr/>
                <p:nvPr/>
              </p:nvPicPr>
              <p:blipFill>
                <a:blip r:embed="rId239"/>
                <a:stretch>
                  <a:fillRect/>
                </a:stretch>
              </p:blipFill>
              <p:spPr>
                <a:xfrm>
                  <a:off x="2903188" y="4416371"/>
                  <a:ext cx="12528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344" name="Ink 343">
                  <a:extLst>
                    <a:ext uri="{FF2B5EF4-FFF2-40B4-BE49-F238E27FC236}">
                      <a16:creationId xmlns:a16="http://schemas.microsoft.com/office/drawing/2014/main" id="{09B71865-4EFD-157F-4D68-59E083222566}"/>
                    </a:ext>
                  </a:extLst>
                </p14:cNvPr>
                <p14:cNvContentPartPr/>
                <p14:nvPr/>
              </p14:nvContentPartPr>
              <p14:xfrm>
                <a:off x="3111628" y="4419971"/>
                <a:ext cx="189360" cy="186120"/>
              </p14:xfrm>
            </p:contentPart>
          </mc:Choice>
          <mc:Fallback>
            <p:pic>
              <p:nvPicPr>
                <p:cNvPr id="344" name="Ink 343">
                  <a:extLst>
                    <a:ext uri="{FF2B5EF4-FFF2-40B4-BE49-F238E27FC236}">
                      <a16:creationId xmlns:a16="http://schemas.microsoft.com/office/drawing/2014/main" id="{09B71865-4EFD-157F-4D68-59E083222566}"/>
                    </a:ext>
                  </a:extLst>
                </p:cNvPr>
                <p:cNvPicPr/>
                <p:nvPr/>
              </p:nvPicPr>
              <p:blipFill>
                <a:blip r:embed="rId241"/>
                <a:stretch>
                  <a:fillRect/>
                </a:stretch>
              </p:blipFill>
              <p:spPr>
                <a:xfrm>
                  <a:off x="3102628" y="4411331"/>
                  <a:ext cx="2070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426" name="Ink 425">
                  <a:extLst>
                    <a:ext uri="{FF2B5EF4-FFF2-40B4-BE49-F238E27FC236}">
                      <a16:creationId xmlns:a16="http://schemas.microsoft.com/office/drawing/2014/main" id="{A826B581-677E-198A-3BC6-4986C1322202}"/>
                    </a:ext>
                  </a:extLst>
                </p14:cNvPr>
                <p14:cNvContentPartPr/>
                <p14:nvPr/>
              </p14:nvContentPartPr>
              <p14:xfrm>
                <a:off x="4025308" y="4105691"/>
                <a:ext cx="229680" cy="226080"/>
              </p14:xfrm>
            </p:contentPart>
          </mc:Choice>
          <mc:Fallback>
            <p:pic>
              <p:nvPicPr>
                <p:cNvPr id="426" name="Ink 425">
                  <a:extLst>
                    <a:ext uri="{FF2B5EF4-FFF2-40B4-BE49-F238E27FC236}">
                      <a16:creationId xmlns:a16="http://schemas.microsoft.com/office/drawing/2014/main" id="{A826B581-677E-198A-3BC6-4986C1322202}"/>
                    </a:ext>
                  </a:extLst>
                </p:cNvPr>
                <p:cNvPicPr/>
                <p:nvPr/>
              </p:nvPicPr>
              <p:blipFill>
                <a:blip r:embed="rId243"/>
                <a:stretch>
                  <a:fillRect/>
                </a:stretch>
              </p:blipFill>
              <p:spPr>
                <a:xfrm>
                  <a:off x="4016668" y="4097051"/>
                  <a:ext cx="24732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427" name="Ink 426">
                  <a:extLst>
                    <a:ext uri="{FF2B5EF4-FFF2-40B4-BE49-F238E27FC236}">
                      <a16:creationId xmlns:a16="http://schemas.microsoft.com/office/drawing/2014/main" id="{CA2BF69E-9BFB-27F2-3739-0CE70DE262BA}"/>
                    </a:ext>
                  </a:extLst>
                </p14:cNvPr>
                <p14:cNvContentPartPr/>
                <p14:nvPr/>
              </p14:nvContentPartPr>
              <p14:xfrm>
                <a:off x="4323388" y="4099931"/>
                <a:ext cx="117360" cy="193320"/>
              </p14:xfrm>
            </p:contentPart>
          </mc:Choice>
          <mc:Fallback>
            <p:pic>
              <p:nvPicPr>
                <p:cNvPr id="427" name="Ink 426">
                  <a:extLst>
                    <a:ext uri="{FF2B5EF4-FFF2-40B4-BE49-F238E27FC236}">
                      <a16:creationId xmlns:a16="http://schemas.microsoft.com/office/drawing/2014/main" id="{CA2BF69E-9BFB-27F2-3739-0CE70DE262BA}"/>
                    </a:ext>
                  </a:extLst>
                </p:cNvPr>
                <p:cNvPicPr/>
                <p:nvPr/>
              </p:nvPicPr>
              <p:blipFill>
                <a:blip r:embed="rId245"/>
                <a:stretch>
                  <a:fillRect/>
                </a:stretch>
              </p:blipFill>
              <p:spPr>
                <a:xfrm>
                  <a:off x="4314748" y="4091291"/>
                  <a:ext cx="1350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428" name="Ink 427">
                  <a:extLst>
                    <a:ext uri="{FF2B5EF4-FFF2-40B4-BE49-F238E27FC236}">
                      <a16:creationId xmlns:a16="http://schemas.microsoft.com/office/drawing/2014/main" id="{F2C8F1CF-FE14-2D34-7924-EC441574827C}"/>
                    </a:ext>
                  </a:extLst>
                </p14:cNvPr>
                <p14:cNvContentPartPr/>
                <p14:nvPr/>
              </p14:nvContentPartPr>
              <p14:xfrm>
                <a:off x="4500868" y="4110731"/>
                <a:ext cx="158760" cy="173880"/>
              </p14:xfrm>
            </p:contentPart>
          </mc:Choice>
          <mc:Fallback>
            <p:pic>
              <p:nvPicPr>
                <p:cNvPr id="428" name="Ink 427">
                  <a:extLst>
                    <a:ext uri="{FF2B5EF4-FFF2-40B4-BE49-F238E27FC236}">
                      <a16:creationId xmlns:a16="http://schemas.microsoft.com/office/drawing/2014/main" id="{F2C8F1CF-FE14-2D34-7924-EC441574827C}"/>
                    </a:ext>
                  </a:extLst>
                </p:cNvPr>
                <p:cNvPicPr/>
                <p:nvPr/>
              </p:nvPicPr>
              <p:blipFill>
                <a:blip r:embed="rId247"/>
                <a:stretch>
                  <a:fillRect/>
                </a:stretch>
              </p:blipFill>
              <p:spPr>
                <a:xfrm>
                  <a:off x="4491868" y="4101731"/>
                  <a:ext cx="1764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429" name="Ink 428">
                  <a:extLst>
                    <a:ext uri="{FF2B5EF4-FFF2-40B4-BE49-F238E27FC236}">
                      <a16:creationId xmlns:a16="http://schemas.microsoft.com/office/drawing/2014/main" id="{C17C0DBF-04A4-3994-6868-2956A2A7B6BC}"/>
                    </a:ext>
                  </a:extLst>
                </p14:cNvPr>
                <p14:cNvContentPartPr/>
                <p14:nvPr/>
              </p14:nvContentPartPr>
              <p14:xfrm>
                <a:off x="4783468" y="3948371"/>
                <a:ext cx="171720" cy="390960"/>
              </p14:xfrm>
            </p:contentPart>
          </mc:Choice>
          <mc:Fallback>
            <p:pic>
              <p:nvPicPr>
                <p:cNvPr id="429" name="Ink 428">
                  <a:extLst>
                    <a:ext uri="{FF2B5EF4-FFF2-40B4-BE49-F238E27FC236}">
                      <a16:creationId xmlns:a16="http://schemas.microsoft.com/office/drawing/2014/main" id="{C17C0DBF-04A4-3994-6868-2956A2A7B6BC}"/>
                    </a:ext>
                  </a:extLst>
                </p:cNvPr>
                <p:cNvPicPr/>
                <p:nvPr/>
              </p:nvPicPr>
              <p:blipFill>
                <a:blip r:embed="rId249"/>
                <a:stretch>
                  <a:fillRect/>
                </a:stretch>
              </p:blipFill>
              <p:spPr>
                <a:xfrm>
                  <a:off x="4774828" y="3939731"/>
                  <a:ext cx="189360" cy="4086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430" name="Ink 429">
                  <a:extLst>
                    <a:ext uri="{FF2B5EF4-FFF2-40B4-BE49-F238E27FC236}">
                      <a16:creationId xmlns:a16="http://schemas.microsoft.com/office/drawing/2014/main" id="{B0C919A6-1B66-5F7C-ABDF-7251E4062583}"/>
                    </a:ext>
                  </a:extLst>
                </p14:cNvPr>
                <p14:cNvContentPartPr/>
                <p14:nvPr/>
              </p14:nvContentPartPr>
              <p14:xfrm>
                <a:off x="5026468" y="4111811"/>
                <a:ext cx="112680" cy="135360"/>
              </p14:xfrm>
            </p:contentPart>
          </mc:Choice>
          <mc:Fallback>
            <p:pic>
              <p:nvPicPr>
                <p:cNvPr id="430" name="Ink 429">
                  <a:extLst>
                    <a:ext uri="{FF2B5EF4-FFF2-40B4-BE49-F238E27FC236}">
                      <a16:creationId xmlns:a16="http://schemas.microsoft.com/office/drawing/2014/main" id="{B0C919A6-1B66-5F7C-ABDF-7251E4062583}"/>
                    </a:ext>
                  </a:extLst>
                </p:cNvPr>
                <p:cNvPicPr/>
                <p:nvPr/>
              </p:nvPicPr>
              <p:blipFill>
                <a:blip r:embed="rId251"/>
                <a:stretch>
                  <a:fillRect/>
                </a:stretch>
              </p:blipFill>
              <p:spPr>
                <a:xfrm>
                  <a:off x="5017828" y="4102811"/>
                  <a:ext cx="1303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431" name="Ink 430">
                  <a:extLst>
                    <a:ext uri="{FF2B5EF4-FFF2-40B4-BE49-F238E27FC236}">
                      <a16:creationId xmlns:a16="http://schemas.microsoft.com/office/drawing/2014/main" id="{7E7F6009-6E62-3A0C-66EB-56AA75062872}"/>
                    </a:ext>
                  </a:extLst>
                </p14:cNvPr>
                <p14:cNvContentPartPr/>
                <p14:nvPr/>
              </p14:nvContentPartPr>
              <p14:xfrm>
                <a:off x="5196748" y="3955571"/>
                <a:ext cx="171000" cy="323280"/>
              </p14:xfrm>
            </p:contentPart>
          </mc:Choice>
          <mc:Fallback>
            <p:pic>
              <p:nvPicPr>
                <p:cNvPr id="431" name="Ink 430">
                  <a:extLst>
                    <a:ext uri="{FF2B5EF4-FFF2-40B4-BE49-F238E27FC236}">
                      <a16:creationId xmlns:a16="http://schemas.microsoft.com/office/drawing/2014/main" id="{7E7F6009-6E62-3A0C-66EB-56AA75062872}"/>
                    </a:ext>
                  </a:extLst>
                </p:cNvPr>
                <p:cNvPicPr/>
                <p:nvPr/>
              </p:nvPicPr>
              <p:blipFill>
                <a:blip r:embed="rId253"/>
                <a:stretch>
                  <a:fillRect/>
                </a:stretch>
              </p:blipFill>
              <p:spPr>
                <a:xfrm>
                  <a:off x="5187748" y="3946931"/>
                  <a:ext cx="18864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432" name="Ink 431">
                  <a:extLst>
                    <a:ext uri="{FF2B5EF4-FFF2-40B4-BE49-F238E27FC236}">
                      <a16:creationId xmlns:a16="http://schemas.microsoft.com/office/drawing/2014/main" id="{00CA5394-91A2-B41C-F6BD-098C28CB6E79}"/>
                    </a:ext>
                  </a:extLst>
                </p14:cNvPr>
                <p14:cNvContentPartPr/>
                <p14:nvPr/>
              </p14:nvContentPartPr>
              <p14:xfrm>
                <a:off x="3926668" y="4364891"/>
                <a:ext cx="1453680" cy="101520"/>
              </p14:xfrm>
            </p:contentPart>
          </mc:Choice>
          <mc:Fallback>
            <p:pic>
              <p:nvPicPr>
                <p:cNvPr id="432" name="Ink 431">
                  <a:extLst>
                    <a:ext uri="{FF2B5EF4-FFF2-40B4-BE49-F238E27FC236}">
                      <a16:creationId xmlns:a16="http://schemas.microsoft.com/office/drawing/2014/main" id="{00CA5394-91A2-B41C-F6BD-098C28CB6E79}"/>
                    </a:ext>
                  </a:extLst>
                </p:cNvPr>
                <p:cNvPicPr/>
                <p:nvPr/>
              </p:nvPicPr>
              <p:blipFill>
                <a:blip r:embed="rId255"/>
                <a:stretch>
                  <a:fillRect/>
                </a:stretch>
              </p:blipFill>
              <p:spPr>
                <a:xfrm>
                  <a:off x="3918028" y="4356251"/>
                  <a:ext cx="147132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434" name="Ink 433">
                  <a:extLst>
                    <a:ext uri="{FF2B5EF4-FFF2-40B4-BE49-F238E27FC236}">
                      <a16:creationId xmlns:a16="http://schemas.microsoft.com/office/drawing/2014/main" id="{FD4E73A5-DBE9-CAB0-8EA4-23C1237BEA46}"/>
                    </a:ext>
                  </a:extLst>
                </p14:cNvPr>
                <p14:cNvContentPartPr/>
                <p14:nvPr/>
              </p14:nvContentPartPr>
              <p14:xfrm>
                <a:off x="5082268" y="3547691"/>
                <a:ext cx="33120" cy="248400"/>
              </p14:xfrm>
            </p:contentPart>
          </mc:Choice>
          <mc:Fallback>
            <p:pic>
              <p:nvPicPr>
                <p:cNvPr id="434" name="Ink 433">
                  <a:extLst>
                    <a:ext uri="{FF2B5EF4-FFF2-40B4-BE49-F238E27FC236}">
                      <a16:creationId xmlns:a16="http://schemas.microsoft.com/office/drawing/2014/main" id="{FD4E73A5-DBE9-CAB0-8EA4-23C1237BEA46}"/>
                    </a:ext>
                  </a:extLst>
                </p:cNvPr>
                <p:cNvPicPr/>
                <p:nvPr/>
              </p:nvPicPr>
              <p:blipFill>
                <a:blip r:embed="rId257"/>
                <a:stretch>
                  <a:fillRect/>
                </a:stretch>
              </p:blipFill>
              <p:spPr>
                <a:xfrm>
                  <a:off x="5073628" y="3539051"/>
                  <a:ext cx="5076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435" name="Ink 434">
                  <a:extLst>
                    <a:ext uri="{FF2B5EF4-FFF2-40B4-BE49-F238E27FC236}">
                      <a16:creationId xmlns:a16="http://schemas.microsoft.com/office/drawing/2014/main" id="{A5E07835-6F94-7D8A-7C20-40A39242B1D6}"/>
                    </a:ext>
                  </a:extLst>
                </p14:cNvPr>
                <p14:cNvContentPartPr/>
                <p14:nvPr/>
              </p14:nvContentPartPr>
              <p14:xfrm>
                <a:off x="5082268" y="3825971"/>
                <a:ext cx="58320" cy="89280"/>
              </p14:xfrm>
            </p:contentPart>
          </mc:Choice>
          <mc:Fallback>
            <p:pic>
              <p:nvPicPr>
                <p:cNvPr id="435" name="Ink 434">
                  <a:extLst>
                    <a:ext uri="{FF2B5EF4-FFF2-40B4-BE49-F238E27FC236}">
                      <a16:creationId xmlns:a16="http://schemas.microsoft.com/office/drawing/2014/main" id="{A5E07835-6F94-7D8A-7C20-40A39242B1D6}"/>
                    </a:ext>
                  </a:extLst>
                </p:cNvPr>
                <p:cNvPicPr/>
                <p:nvPr/>
              </p:nvPicPr>
              <p:blipFill>
                <a:blip r:embed="rId259"/>
                <a:stretch>
                  <a:fillRect/>
                </a:stretch>
              </p:blipFill>
              <p:spPr>
                <a:xfrm>
                  <a:off x="5073628" y="3816971"/>
                  <a:ext cx="759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436" name="Ink 435">
                  <a:extLst>
                    <a:ext uri="{FF2B5EF4-FFF2-40B4-BE49-F238E27FC236}">
                      <a16:creationId xmlns:a16="http://schemas.microsoft.com/office/drawing/2014/main" id="{AD54A71D-A40B-19C3-AA6D-10C42F32A188}"/>
                    </a:ext>
                  </a:extLst>
                </p14:cNvPr>
                <p14:cNvContentPartPr/>
                <p14:nvPr/>
              </p14:nvContentPartPr>
              <p14:xfrm>
                <a:off x="5148868" y="3815171"/>
                <a:ext cx="68400" cy="122760"/>
              </p14:xfrm>
            </p:contentPart>
          </mc:Choice>
          <mc:Fallback>
            <p:pic>
              <p:nvPicPr>
                <p:cNvPr id="436" name="Ink 435">
                  <a:extLst>
                    <a:ext uri="{FF2B5EF4-FFF2-40B4-BE49-F238E27FC236}">
                      <a16:creationId xmlns:a16="http://schemas.microsoft.com/office/drawing/2014/main" id="{AD54A71D-A40B-19C3-AA6D-10C42F32A188}"/>
                    </a:ext>
                  </a:extLst>
                </p:cNvPr>
                <p:cNvPicPr/>
                <p:nvPr/>
              </p:nvPicPr>
              <p:blipFill>
                <a:blip r:embed="rId261"/>
                <a:stretch>
                  <a:fillRect/>
                </a:stretch>
              </p:blipFill>
              <p:spPr>
                <a:xfrm>
                  <a:off x="5139868" y="3806171"/>
                  <a:ext cx="860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438" name="Ink 437">
                  <a:extLst>
                    <a:ext uri="{FF2B5EF4-FFF2-40B4-BE49-F238E27FC236}">
                      <a16:creationId xmlns:a16="http://schemas.microsoft.com/office/drawing/2014/main" id="{7A937FDB-246D-75B4-389F-C6B75FA76D1F}"/>
                    </a:ext>
                  </a:extLst>
                </p14:cNvPr>
                <p14:cNvContentPartPr/>
                <p14:nvPr/>
              </p14:nvContentPartPr>
              <p14:xfrm>
                <a:off x="3933148" y="4882931"/>
                <a:ext cx="222120" cy="215280"/>
              </p14:xfrm>
            </p:contentPart>
          </mc:Choice>
          <mc:Fallback>
            <p:pic>
              <p:nvPicPr>
                <p:cNvPr id="438" name="Ink 437">
                  <a:extLst>
                    <a:ext uri="{FF2B5EF4-FFF2-40B4-BE49-F238E27FC236}">
                      <a16:creationId xmlns:a16="http://schemas.microsoft.com/office/drawing/2014/main" id="{7A937FDB-246D-75B4-389F-C6B75FA76D1F}"/>
                    </a:ext>
                  </a:extLst>
                </p:cNvPr>
                <p:cNvPicPr/>
                <p:nvPr/>
              </p:nvPicPr>
              <p:blipFill>
                <a:blip r:embed="rId263"/>
                <a:stretch>
                  <a:fillRect/>
                </a:stretch>
              </p:blipFill>
              <p:spPr>
                <a:xfrm>
                  <a:off x="3924508" y="4874291"/>
                  <a:ext cx="2397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439" name="Ink 438">
                  <a:extLst>
                    <a:ext uri="{FF2B5EF4-FFF2-40B4-BE49-F238E27FC236}">
                      <a16:creationId xmlns:a16="http://schemas.microsoft.com/office/drawing/2014/main" id="{F786203B-89C4-0142-3182-9893AD8B4AF4}"/>
                    </a:ext>
                  </a:extLst>
                </p14:cNvPr>
                <p14:cNvContentPartPr/>
                <p14:nvPr/>
              </p14:nvContentPartPr>
              <p14:xfrm>
                <a:off x="4173628" y="4905611"/>
                <a:ext cx="144360" cy="176760"/>
              </p14:xfrm>
            </p:contentPart>
          </mc:Choice>
          <mc:Fallback>
            <p:pic>
              <p:nvPicPr>
                <p:cNvPr id="439" name="Ink 438">
                  <a:extLst>
                    <a:ext uri="{FF2B5EF4-FFF2-40B4-BE49-F238E27FC236}">
                      <a16:creationId xmlns:a16="http://schemas.microsoft.com/office/drawing/2014/main" id="{F786203B-89C4-0142-3182-9893AD8B4AF4}"/>
                    </a:ext>
                  </a:extLst>
                </p:cNvPr>
                <p:cNvPicPr/>
                <p:nvPr/>
              </p:nvPicPr>
              <p:blipFill>
                <a:blip r:embed="rId265"/>
                <a:stretch>
                  <a:fillRect/>
                </a:stretch>
              </p:blipFill>
              <p:spPr>
                <a:xfrm>
                  <a:off x="4164628" y="4896971"/>
                  <a:ext cx="16200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440" name="Ink 439">
                  <a:extLst>
                    <a:ext uri="{FF2B5EF4-FFF2-40B4-BE49-F238E27FC236}">
                      <a16:creationId xmlns:a16="http://schemas.microsoft.com/office/drawing/2014/main" id="{2CECC187-98BD-8EA7-767B-9AF587DE3BF8}"/>
                    </a:ext>
                  </a:extLst>
                </p14:cNvPr>
                <p14:cNvContentPartPr/>
                <p14:nvPr/>
              </p14:nvContentPartPr>
              <p14:xfrm>
                <a:off x="4359028" y="4882571"/>
                <a:ext cx="91080" cy="174600"/>
              </p14:xfrm>
            </p:contentPart>
          </mc:Choice>
          <mc:Fallback>
            <p:pic>
              <p:nvPicPr>
                <p:cNvPr id="440" name="Ink 439">
                  <a:extLst>
                    <a:ext uri="{FF2B5EF4-FFF2-40B4-BE49-F238E27FC236}">
                      <a16:creationId xmlns:a16="http://schemas.microsoft.com/office/drawing/2014/main" id="{2CECC187-98BD-8EA7-767B-9AF587DE3BF8}"/>
                    </a:ext>
                  </a:extLst>
                </p:cNvPr>
                <p:cNvPicPr/>
                <p:nvPr/>
              </p:nvPicPr>
              <p:blipFill>
                <a:blip r:embed="rId267"/>
                <a:stretch>
                  <a:fillRect/>
                </a:stretch>
              </p:blipFill>
              <p:spPr>
                <a:xfrm>
                  <a:off x="4350028" y="4873571"/>
                  <a:ext cx="1087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441" name="Ink 440">
                  <a:extLst>
                    <a:ext uri="{FF2B5EF4-FFF2-40B4-BE49-F238E27FC236}">
                      <a16:creationId xmlns:a16="http://schemas.microsoft.com/office/drawing/2014/main" id="{49223D5B-6EB5-5744-998E-F3C0133A3FA2}"/>
                    </a:ext>
                  </a:extLst>
                </p14:cNvPr>
                <p14:cNvContentPartPr/>
                <p14:nvPr/>
              </p14:nvContentPartPr>
              <p14:xfrm>
                <a:off x="4557388" y="4979771"/>
                <a:ext cx="21240" cy="7920"/>
              </p14:xfrm>
            </p:contentPart>
          </mc:Choice>
          <mc:Fallback>
            <p:pic>
              <p:nvPicPr>
                <p:cNvPr id="441" name="Ink 440">
                  <a:extLst>
                    <a:ext uri="{FF2B5EF4-FFF2-40B4-BE49-F238E27FC236}">
                      <a16:creationId xmlns:a16="http://schemas.microsoft.com/office/drawing/2014/main" id="{49223D5B-6EB5-5744-998E-F3C0133A3FA2}"/>
                    </a:ext>
                  </a:extLst>
                </p:cNvPr>
                <p:cNvPicPr/>
                <p:nvPr/>
              </p:nvPicPr>
              <p:blipFill>
                <a:blip r:embed="rId269"/>
                <a:stretch>
                  <a:fillRect/>
                </a:stretch>
              </p:blipFill>
              <p:spPr>
                <a:xfrm>
                  <a:off x="4548748" y="4970771"/>
                  <a:ext cx="388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442" name="Ink 441">
                  <a:extLst>
                    <a:ext uri="{FF2B5EF4-FFF2-40B4-BE49-F238E27FC236}">
                      <a16:creationId xmlns:a16="http://schemas.microsoft.com/office/drawing/2014/main" id="{E4B5FDC7-7B91-781F-A3FB-76D7B46D39B7}"/>
                    </a:ext>
                  </a:extLst>
                </p14:cNvPr>
                <p14:cNvContentPartPr/>
                <p14:nvPr/>
              </p14:nvContentPartPr>
              <p14:xfrm>
                <a:off x="4715788" y="4773851"/>
                <a:ext cx="27360" cy="241560"/>
              </p14:xfrm>
            </p:contentPart>
          </mc:Choice>
          <mc:Fallback>
            <p:pic>
              <p:nvPicPr>
                <p:cNvPr id="442" name="Ink 441">
                  <a:extLst>
                    <a:ext uri="{FF2B5EF4-FFF2-40B4-BE49-F238E27FC236}">
                      <a16:creationId xmlns:a16="http://schemas.microsoft.com/office/drawing/2014/main" id="{E4B5FDC7-7B91-781F-A3FB-76D7B46D39B7}"/>
                    </a:ext>
                  </a:extLst>
                </p:cNvPr>
                <p:cNvPicPr/>
                <p:nvPr/>
              </p:nvPicPr>
              <p:blipFill>
                <a:blip r:embed="rId271"/>
                <a:stretch>
                  <a:fillRect/>
                </a:stretch>
              </p:blipFill>
              <p:spPr>
                <a:xfrm>
                  <a:off x="4706788" y="4765211"/>
                  <a:ext cx="4500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443" name="Ink 442">
                  <a:extLst>
                    <a:ext uri="{FF2B5EF4-FFF2-40B4-BE49-F238E27FC236}">
                      <a16:creationId xmlns:a16="http://schemas.microsoft.com/office/drawing/2014/main" id="{DD949D74-80C3-20C1-D234-F9D56A0C2B72}"/>
                    </a:ext>
                  </a:extLst>
                </p14:cNvPr>
                <p14:cNvContentPartPr/>
                <p14:nvPr/>
              </p14:nvContentPartPr>
              <p14:xfrm>
                <a:off x="4804708" y="4850171"/>
                <a:ext cx="149040" cy="205200"/>
              </p14:xfrm>
            </p:contentPart>
          </mc:Choice>
          <mc:Fallback>
            <p:pic>
              <p:nvPicPr>
                <p:cNvPr id="443" name="Ink 442">
                  <a:extLst>
                    <a:ext uri="{FF2B5EF4-FFF2-40B4-BE49-F238E27FC236}">
                      <a16:creationId xmlns:a16="http://schemas.microsoft.com/office/drawing/2014/main" id="{DD949D74-80C3-20C1-D234-F9D56A0C2B72}"/>
                    </a:ext>
                  </a:extLst>
                </p:cNvPr>
                <p:cNvPicPr/>
                <p:nvPr/>
              </p:nvPicPr>
              <p:blipFill>
                <a:blip r:embed="rId273"/>
                <a:stretch>
                  <a:fillRect/>
                </a:stretch>
              </p:blipFill>
              <p:spPr>
                <a:xfrm>
                  <a:off x="4795708" y="4841171"/>
                  <a:ext cx="1666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445" name="Ink 444">
                  <a:extLst>
                    <a:ext uri="{FF2B5EF4-FFF2-40B4-BE49-F238E27FC236}">
                      <a16:creationId xmlns:a16="http://schemas.microsoft.com/office/drawing/2014/main" id="{DA285FB6-CCDC-54B0-C2C1-4ABCE620E5A0}"/>
                    </a:ext>
                  </a:extLst>
                </p14:cNvPr>
                <p14:cNvContentPartPr/>
                <p14:nvPr/>
              </p14:nvContentPartPr>
              <p14:xfrm>
                <a:off x="5037988" y="4875011"/>
                <a:ext cx="128160" cy="145800"/>
              </p14:xfrm>
            </p:contentPart>
          </mc:Choice>
          <mc:Fallback>
            <p:pic>
              <p:nvPicPr>
                <p:cNvPr id="445" name="Ink 444">
                  <a:extLst>
                    <a:ext uri="{FF2B5EF4-FFF2-40B4-BE49-F238E27FC236}">
                      <a16:creationId xmlns:a16="http://schemas.microsoft.com/office/drawing/2014/main" id="{DA285FB6-CCDC-54B0-C2C1-4ABCE620E5A0}"/>
                    </a:ext>
                  </a:extLst>
                </p:cNvPr>
                <p:cNvPicPr/>
                <p:nvPr/>
              </p:nvPicPr>
              <p:blipFill>
                <a:blip r:embed="rId275"/>
                <a:stretch>
                  <a:fillRect/>
                </a:stretch>
              </p:blipFill>
              <p:spPr>
                <a:xfrm>
                  <a:off x="5028988" y="4866371"/>
                  <a:ext cx="1458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446" name="Ink 445">
                  <a:extLst>
                    <a:ext uri="{FF2B5EF4-FFF2-40B4-BE49-F238E27FC236}">
                      <a16:creationId xmlns:a16="http://schemas.microsoft.com/office/drawing/2014/main" id="{57A8FE3F-19F5-A056-C80C-B9F7E5A39A30}"/>
                    </a:ext>
                  </a:extLst>
                </p14:cNvPr>
                <p14:cNvContentPartPr/>
                <p14:nvPr/>
              </p14:nvContentPartPr>
              <p14:xfrm>
                <a:off x="5211868" y="4848011"/>
                <a:ext cx="154080" cy="363600"/>
              </p14:xfrm>
            </p:contentPart>
          </mc:Choice>
          <mc:Fallback>
            <p:pic>
              <p:nvPicPr>
                <p:cNvPr id="446" name="Ink 445">
                  <a:extLst>
                    <a:ext uri="{FF2B5EF4-FFF2-40B4-BE49-F238E27FC236}">
                      <a16:creationId xmlns:a16="http://schemas.microsoft.com/office/drawing/2014/main" id="{57A8FE3F-19F5-A056-C80C-B9F7E5A39A30}"/>
                    </a:ext>
                  </a:extLst>
                </p:cNvPr>
                <p:cNvPicPr/>
                <p:nvPr/>
              </p:nvPicPr>
              <p:blipFill>
                <a:blip r:embed="rId277"/>
                <a:stretch>
                  <a:fillRect/>
                </a:stretch>
              </p:blipFill>
              <p:spPr>
                <a:xfrm>
                  <a:off x="5202868" y="4839371"/>
                  <a:ext cx="171720" cy="381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447" name="Ink 446">
                  <a:extLst>
                    <a:ext uri="{FF2B5EF4-FFF2-40B4-BE49-F238E27FC236}">
                      <a16:creationId xmlns:a16="http://schemas.microsoft.com/office/drawing/2014/main" id="{6541CB69-7E7D-CBCF-8200-C6349523F5DE}"/>
                    </a:ext>
                  </a:extLst>
                </p14:cNvPr>
                <p14:cNvContentPartPr/>
                <p14:nvPr/>
              </p14:nvContentPartPr>
              <p14:xfrm>
                <a:off x="5414908" y="4635971"/>
                <a:ext cx="62280" cy="379800"/>
              </p14:xfrm>
            </p:contentPart>
          </mc:Choice>
          <mc:Fallback>
            <p:pic>
              <p:nvPicPr>
                <p:cNvPr id="447" name="Ink 446">
                  <a:extLst>
                    <a:ext uri="{FF2B5EF4-FFF2-40B4-BE49-F238E27FC236}">
                      <a16:creationId xmlns:a16="http://schemas.microsoft.com/office/drawing/2014/main" id="{6541CB69-7E7D-CBCF-8200-C6349523F5DE}"/>
                    </a:ext>
                  </a:extLst>
                </p:cNvPr>
                <p:cNvPicPr/>
                <p:nvPr/>
              </p:nvPicPr>
              <p:blipFill>
                <a:blip r:embed="rId279"/>
                <a:stretch>
                  <a:fillRect/>
                </a:stretch>
              </p:blipFill>
              <p:spPr>
                <a:xfrm>
                  <a:off x="5405908" y="4626971"/>
                  <a:ext cx="79920" cy="39744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448" name="Ink 447">
                  <a:extLst>
                    <a:ext uri="{FF2B5EF4-FFF2-40B4-BE49-F238E27FC236}">
                      <a16:creationId xmlns:a16="http://schemas.microsoft.com/office/drawing/2014/main" id="{EAFD641A-304B-2860-B9CE-9802EE81499A}"/>
                    </a:ext>
                  </a:extLst>
                </p14:cNvPr>
                <p14:cNvContentPartPr/>
                <p14:nvPr/>
              </p14:nvContentPartPr>
              <p14:xfrm>
                <a:off x="5423188" y="4728131"/>
                <a:ext cx="331920" cy="266760"/>
              </p14:xfrm>
            </p:contentPart>
          </mc:Choice>
          <mc:Fallback>
            <p:pic>
              <p:nvPicPr>
                <p:cNvPr id="448" name="Ink 447">
                  <a:extLst>
                    <a:ext uri="{FF2B5EF4-FFF2-40B4-BE49-F238E27FC236}">
                      <a16:creationId xmlns:a16="http://schemas.microsoft.com/office/drawing/2014/main" id="{EAFD641A-304B-2860-B9CE-9802EE81499A}"/>
                    </a:ext>
                  </a:extLst>
                </p:cNvPr>
                <p:cNvPicPr/>
                <p:nvPr/>
              </p:nvPicPr>
              <p:blipFill>
                <a:blip r:embed="rId281"/>
                <a:stretch>
                  <a:fillRect/>
                </a:stretch>
              </p:blipFill>
              <p:spPr>
                <a:xfrm>
                  <a:off x="5414548" y="4719491"/>
                  <a:ext cx="3495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370" name="Ink 369">
                  <a:extLst>
                    <a:ext uri="{FF2B5EF4-FFF2-40B4-BE49-F238E27FC236}">
                      <a16:creationId xmlns:a16="http://schemas.microsoft.com/office/drawing/2014/main" id="{476044AE-3509-1D27-53C2-76AD43FD275D}"/>
                    </a:ext>
                  </a:extLst>
                </p14:cNvPr>
                <p14:cNvContentPartPr/>
                <p14:nvPr/>
              </p14:nvContentPartPr>
              <p14:xfrm>
                <a:off x="6592108" y="2600891"/>
                <a:ext cx="1495800" cy="3764880"/>
              </p14:xfrm>
            </p:contentPart>
          </mc:Choice>
          <mc:Fallback>
            <p:pic>
              <p:nvPicPr>
                <p:cNvPr id="370" name="Ink 369">
                  <a:extLst>
                    <a:ext uri="{FF2B5EF4-FFF2-40B4-BE49-F238E27FC236}">
                      <a16:creationId xmlns:a16="http://schemas.microsoft.com/office/drawing/2014/main" id="{476044AE-3509-1D27-53C2-76AD43FD275D}"/>
                    </a:ext>
                  </a:extLst>
                </p:cNvPr>
                <p:cNvPicPr/>
                <p:nvPr/>
              </p:nvPicPr>
              <p:blipFill>
                <a:blip r:embed="rId283"/>
                <a:stretch>
                  <a:fillRect/>
                </a:stretch>
              </p:blipFill>
              <p:spPr>
                <a:xfrm>
                  <a:off x="6583108" y="2592251"/>
                  <a:ext cx="1513440" cy="37825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371" name="Ink 370">
                  <a:extLst>
                    <a:ext uri="{FF2B5EF4-FFF2-40B4-BE49-F238E27FC236}">
                      <a16:creationId xmlns:a16="http://schemas.microsoft.com/office/drawing/2014/main" id="{302A5CE8-76BC-D131-AEE2-AE5BAEA07C9D}"/>
                    </a:ext>
                  </a:extLst>
                </p14:cNvPr>
                <p14:cNvContentPartPr/>
                <p14:nvPr/>
              </p14:nvContentPartPr>
              <p14:xfrm>
                <a:off x="6797668" y="3129731"/>
                <a:ext cx="1087920" cy="138600"/>
              </p14:xfrm>
            </p:contentPart>
          </mc:Choice>
          <mc:Fallback>
            <p:pic>
              <p:nvPicPr>
                <p:cNvPr id="371" name="Ink 370">
                  <a:extLst>
                    <a:ext uri="{FF2B5EF4-FFF2-40B4-BE49-F238E27FC236}">
                      <a16:creationId xmlns:a16="http://schemas.microsoft.com/office/drawing/2014/main" id="{302A5CE8-76BC-D131-AEE2-AE5BAEA07C9D}"/>
                    </a:ext>
                  </a:extLst>
                </p:cNvPr>
                <p:cNvPicPr/>
                <p:nvPr/>
              </p:nvPicPr>
              <p:blipFill>
                <a:blip r:embed="rId285"/>
                <a:stretch>
                  <a:fillRect/>
                </a:stretch>
              </p:blipFill>
              <p:spPr>
                <a:xfrm>
                  <a:off x="6788668" y="3120731"/>
                  <a:ext cx="110556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372" name="Ink 371">
                  <a:extLst>
                    <a:ext uri="{FF2B5EF4-FFF2-40B4-BE49-F238E27FC236}">
                      <a16:creationId xmlns:a16="http://schemas.microsoft.com/office/drawing/2014/main" id="{FDEE65EF-D600-403E-B5B7-3FA13B3B607F}"/>
                    </a:ext>
                  </a:extLst>
                </p14:cNvPr>
                <p14:cNvContentPartPr/>
                <p14:nvPr/>
              </p14:nvContentPartPr>
              <p14:xfrm>
                <a:off x="6783268" y="3730211"/>
                <a:ext cx="1139760" cy="161640"/>
              </p14:xfrm>
            </p:contentPart>
          </mc:Choice>
          <mc:Fallback>
            <p:pic>
              <p:nvPicPr>
                <p:cNvPr id="372" name="Ink 371">
                  <a:extLst>
                    <a:ext uri="{FF2B5EF4-FFF2-40B4-BE49-F238E27FC236}">
                      <a16:creationId xmlns:a16="http://schemas.microsoft.com/office/drawing/2014/main" id="{FDEE65EF-D600-403E-B5B7-3FA13B3B607F}"/>
                    </a:ext>
                  </a:extLst>
                </p:cNvPr>
                <p:cNvPicPr/>
                <p:nvPr/>
              </p:nvPicPr>
              <p:blipFill>
                <a:blip r:embed="rId287"/>
                <a:stretch>
                  <a:fillRect/>
                </a:stretch>
              </p:blipFill>
              <p:spPr>
                <a:xfrm>
                  <a:off x="6774628" y="3721571"/>
                  <a:ext cx="115740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373" name="Ink 372">
                  <a:extLst>
                    <a:ext uri="{FF2B5EF4-FFF2-40B4-BE49-F238E27FC236}">
                      <a16:creationId xmlns:a16="http://schemas.microsoft.com/office/drawing/2014/main" id="{E9F275A3-7D86-325E-2EF3-0B89F8114CE4}"/>
                    </a:ext>
                  </a:extLst>
                </p14:cNvPr>
                <p14:cNvContentPartPr/>
                <p14:nvPr/>
              </p14:nvContentPartPr>
              <p14:xfrm>
                <a:off x="6733588" y="4405571"/>
                <a:ext cx="1296720" cy="74520"/>
              </p14:xfrm>
            </p:contentPart>
          </mc:Choice>
          <mc:Fallback>
            <p:pic>
              <p:nvPicPr>
                <p:cNvPr id="373" name="Ink 372">
                  <a:extLst>
                    <a:ext uri="{FF2B5EF4-FFF2-40B4-BE49-F238E27FC236}">
                      <a16:creationId xmlns:a16="http://schemas.microsoft.com/office/drawing/2014/main" id="{E9F275A3-7D86-325E-2EF3-0B89F8114CE4}"/>
                    </a:ext>
                  </a:extLst>
                </p:cNvPr>
                <p:cNvPicPr/>
                <p:nvPr/>
              </p:nvPicPr>
              <p:blipFill>
                <a:blip r:embed="rId289"/>
                <a:stretch>
                  <a:fillRect/>
                </a:stretch>
              </p:blipFill>
              <p:spPr>
                <a:xfrm>
                  <a:off x="6724948" y="4396571"/>
                  <a:ext cx="13143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375" name="Ink 374">
                  <a:extLst>
                    <a:ext uri="{FF2B5EF4-FFF2-40B4-BE49-F238E27FC236}">
                      <a16:creationId xmlns:a16="http://schemas.microsoft.com/office/drawing/2014/main" id="{0C022599-1B68-DC3F-37B5-29ACD8B64233}"/>
                    </a:ext>
                  </a:extLst>
                </p14:cNvPr>
                <p14:cNvContentPartPr/>
                <p14:nvPr/>
              </p14:nvContentPartPr>
              <p14:xfrm>
                <a:off x="6726748" y="5104691"/>
                <a:ext cx="1151280" cy="20880"/>
              </p14:xfrm>
            </p:contentPart>
          </mc:Choice>
          <mc:Fallback>
            <p:pic>
              <p:nvPicPr>
                <p:cNvPr id="375" name="Ink 374">
                  <a:extLst>
                    <a:ext uri="{FF2B5EF4-FFF2-40B4-BE49-F238E27FC236}">
                      <a16:creationId xmlns:a16="http://schemas.microsoft.com/office/drawing/2014/main" id="{0C022599-1B68-DC3F-37B5-29ACD8B64233}"/>
                    </a:ext>
                  </a:extLst>
                </p:cNvPr>
                <p:cNvPicPr/>
                <p:nvPr/>
              </p:nvPicPr>
              <p:blipFill>
                <a:blip r:embed="rId291"/>
                <a:stretch>
                  <a:fillRect/>
                </a:stretch>
              </p:blipFill>
              <p:spPr>
                <a:xfrm>
                  <a:off x="6717748" y="5096051"/>
                  <a:ext cx="116892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406" name="Ink 405">
                  <a:extLst>
                    <a:ext uri="{FF2B5EF4-FFF2-40B4-BE49-F238E27FC236}">
                      <a16:creationId xmlns:a16="http://schemas.microsoft.com/office/drawing/2014/main" id="{4B621144-C641-0D0B-7BBD-886A7F286BCC}"/>
                    </a:ext>
                  </a:extLst>
                </p14:cNvPr>
                <p14:cNvContentPartPr/>
                <p14:nvPr/>
              </p14:nvContentPartPr>
              <p14:xfrm>
                <a:off x="7123828" y="2777651"/>
                <a:ext cx="251280" cy="198720"/>
              </p14:xfrm>
            </p:contentPart>
          </mc:Choice>
          <mc:Fallback>
            <p:pic>
              <p:nvPicPr>
                <p:cNvPr id="406" name="Ink 405">
                  <a:extLst>
                    <a:ext uri="{FF2B5EF4-FFF2-40B4-BE49-F238E27FC236}">
                      <a16:creationId xmlns:a16="http://schemas.microsoft.com/office/drawing/2014/main" id="{4B621144-C641-0D0B-7BBD-886A7F286BCC}"/>
                    </a:ext>
                  </a:extLst>
                </p:cNvPr>
                <p:cNvPicPr/>
                <p:nvPr/>
              </p:nvPicPr>
              <p:blipFill>
                <a:blip r:embed="rId293"/>
                <a:stretch>
                  <a:fillRect/>
                </a:stretch>
              </p:blipFill>
              <p:spPr>
                <a:xfrm>
                  <a:off x="7114828" y="2769011"/>
                  <a:ext cx="26892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407" name="Ink 406">
                  <a:extLst>
                    <a:ext uri="{FF2B5EF4-FFF2-40B4-BE49-F238E27FC236}">
                      <a16:creationId xmlns:a16="http://schemas.microsoft.com/office/drawing/2014/main" id="{BCEF2E03-FC68-2710-2FF6-4983A6220E02}"/>
                    </a:ext>
                  </a:extLst>
                </p14:cNvPr>
                <p14:cNvContentPartPr/>
                <p14:nvPr/>
              </p14:nvContentPartPr>
              <p14:xfrm>
                <a:off x="7428388" y="2778011"/>
                <a:ext cx="167760" cy="228960"/>
              </p14:xfrm>
            </p:contentPart>
          </mc:Choice>
          <mc:Fallback>
            <p:pic>
              <p:nvPicPr>
                <p:cNvPr id="407" name="Ink 406">
                  <a:extLst>
                    <a:ext uri="{FF2B5EF4-FFF2-40B4-BE49-F238E27FC236}">
                      <a16:creationId xmlns:a16="http://schemas.microsoft.com/office/drawing/2014/main" id="{BCEF2E03-FC68-2710-2FF6-4983A6220E02}"/>
                    </a:ext>
                  </a:extLst>
                </p:cNvPr>
                <p:cNvPicPr/>
                <p:nvPr/>
              </p:nvPicPr>
              <p:blipFill>
                <a:blip r:embed="rId295"/>
                <a:stretch>
                  <a:fillRect/>
                </a:stretch>
              </p:blipFill>
              <p:spPr>
                <a:xfrm>
                  <a:off x="7419748" y="2769011"/>
                  <a:ext cx="18540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408" name="Ink 407">
                  <a:extLst>
                    <a:ext uri="{FF2B5EF4-FFF2-40B4-BE49-F238E27FC236}">
                      <a16:creationId xmlns:a16="http://schemas.microsoft.com/office/drawing/2014/main" id="{AB5CD370-51EF-6F98-BDAE-28633D456F3F}"/>
                    </a:ext>
                  </a:extLst>
                </p14:cNvPr>
                <p14:cNvContentPartPr/>
                <p14:nvPr/>
              </p14:nvContentPartPr>
              <p14:xfrm>
                <a:off x="7139308" y="3445091"/>
                <a:ext cx="176040" cy="236160"/>
              </p14:xfrm>
            </p:contentPart>
          </mc:Choice>
          <mc:Fallback>
            <p:pic>
              <p:nvPicPr>
                <p:cNvPr id="408" name="Ink 407">
                  <a:extLst>
                    <a:ext uri="{FF2B5EF4-FFF2-40B4-BE49-F238E27FC236}">
                      <a16:creationId xmlns:a16="http://schemas.microsoft.com/office/drawing/2014/main" id="{AB5CD370-51EF-6F98-BDAE-28633D456F3F}"/>
                    </a:ext>
                  </a:extLst>
                </p:cNvPr>
                <p:cNvPicPr/>
                <p:nvPr/>
              </p:nvPicPr>
              <p:blipFill>
                <a:blip r:embed="rId297"/>
                <a:stretch>
                  <a:fillRect/>
                </a:stretch>
              </p:blipFill>
              <p:spPr>
                <a:xfrm>
                  <a:off x="7130668" y="3436451"/>
                  <a:ext cx="19368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409" name="Ink 408">
                  <a:extLst>
                    <a:ext uri="{FF2B5EF4-FFF2-40B4-BE49-F238E27FC236}">
                      <a16:creationId xmlns:a16="http://schemas.microsoft.com/office/drawing/2014/main" id="{03F883B8-CB30-9FF5-8AEE-F79102BDD041}"/>
                    </a:ext>
                  </a:extLst>
                </p14:cNvPr>
                <p14:cNvContentPartPr/>
                <p14:nvPr/>
              </p14:nvContentPartPr>
              <p14:xfrm>
                <a:off x="7410028" y="3415931"/>
                <a:ext cx="96120" cy="229320"/>
              </p14:xfrm>
            </p:contentPart>
          </mc:Choice>
          <mc:Fallback>
            <p:pic>
              <p:nvPicPr>
                <p:cNvPr id="409" name="Ink 408">
                  <a:extLst>
                    <a:ext uri="{FF2B5EF4-FFF2-40B4-BE49-F238E27FC236}">
                      <a16:creationId xmlns:a16="http://schemas.microsoft.com/office/drawing/2014/main" id="{03F883B8-CB30-9FF5-8AEE-F79102BDD041}"/>
                    </a:ext>
                  </a:extLst>
                </p:cNvPr>
                <p:cNvPicPr/>
                <p:nvPr/>
              </p:nvPicPr>
              <p:blipFill>
                <a:blip r:embed="rId299"/>
                <a:stretch>
                  <a:fillRect/>
                </a:stretch>
              </p:blipFill>
              <p:spPr>
                <a:xfrm>
                  <a:off x="7401028" y="3406931"/>
                  <a:ext cx="11376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410" name="Ink 409">
                  <a:extLst>
                    <a:ext uri="{FF2B5EF4-FFF2-40B4-BE49-F238E27FC236}">
                      <a16:creationId xmlns:a16="http://schemas.microsoft.com/office/drawing/2014/main" id="{AFD10C23-F462-2F3F-0B2E-6B1CD22FCB6C}"/>
                    </a:ext>
                  </a:extLst>
                </p14:cNvPr>
                <p14:cNvContentPartPr/>
                <p14:nvPr/>
              </p14:nvContentPartPr>
              <p14:xfrm>
                <a:off x="7107988" y="3985091"/>
                <a:ext cx="122400" cy="311040"/>
              </p14:xfrm>
            </p:contentPart>
          </mc:Choice>
          <mc:Fallback>
            <p:pic>
              <p:nvPicPr>
                <p:cNvPr id="410" name="Ink 409">
                  <a:extLst>
                    <a:ext uri="{FF2B5EF4-FFF2-40B4-BE49-F238E27FC236}">
                      <a16:creationId xmlns:a16="http://schemas.microsoft.com/office/drawing/2014/main" id="{AFD10C23-F462-2F3F-0B2E-6B1CD22FCB6C}"/>
                    </a:ext>
                  </a:extLst>
                </p:cNvPr>
                <p:cNvPicPr/>
                <p:nvPr/>
              </p:nvPicPr>
              <p:blipFill>
                <a:blip r:embed="rId301"/>
                <a:stretch>
                  <a:fillRect/>
                </a:stretch>
              </p:blipFill>
              <p:spPr>
                <a:xfrm>
                  <a:off x="7099348" y="3976091"/>
                  <a:ext cx="140040" cy="32868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411" name="Ink 410">
                  <a:extLst>
                    <a:ext uri="{FF2B5EF4-FFF2-40B4-BE49-F238E27FC236}">
                      <a16:creationId xmlns:a16="http://schemas.microsoft.com/office/drawing/2014/main" id="{E1523264-9555-1613-78D3-F5CC568EAB39}"/>
                    </a:ext>
                  </a:extLst>
                </p14:cNvPr>
                <p14:cNvContentPartPr/>
                <p14:nvPr/>
              </p14:nvContentPartPr>
              <p14:xfrm>
                <a:off x="7347748" y="3971411"/>
                <a:ext cx="137160" cy="199440"/>
              </p14:xfrm>
            </p:contentPart>
          </mc:Choice>
          <mc:Fallback>
            <p:pic>
              <p:nvPicPr>
                <p:cNvPr id="411" name="Ink 410">
                  <a:extLst>
                    <a:ext uri="{FF2B5EF4-FFF2-40B4-BE49-F238E27FC236}">
                      <a16:creationId xmlns:a16="http://schemas.microsoft.com/office/drawing/2014/main" id="{E1523264-9555-1613-78D3-F5CC568EAB39}"/>
                    </a:ext>
                  </a:extLst>
                </p:cNvPr>
                <p:cNvPicPr/>
                <p:nvPr/>
              </p:nvPicPr>
              <p:blipFill>
                <a:blip r:embed="rId303"/>
                <a:stretch>
                  <a:fillRect/>
                </a:stretch>
              </p:blipFill>
              <p:spPr>
                <a:xfrm>
                  <a:off x="7339108" y="3962411"/>
                  <a:ext cx="15480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413" name="Ink 412">
                  <a:extLst>
                    <a:ext uri="{FF2B5EF4-FFF2-40B4-BE49-F238E27FC236}">
                      <a16:creationId xmlns:a16="http://schemas.microsoft.com/office/drawing/2014/main" id="{895AF277-6DC0-2380-B89E-88D610BE9398}"/>
                    </a:ext>
                  </a:extLst>
                </p14:cNvPr>
                <p14:cNvContentPartPr/>
                <p14:nvPr/>
              </p14:nvContentPartPr>
              <p14:xfrm>
                <a:off x="7470868" y="4061411"/>
                <a:ext cx="7560" cy="213120"/>
              </p14:xfrm>
            </p:contentPart>
          </mc:Choice>
          <mc:Fallback>
            <p:pic>
              <p:nvPicPr>
                <p:cNvPr id="413" name="Ink 412">
                  <a:extLst>
                    <a:ext uri="{FF2B5EF4-FFF2-40B4-BE49-F238E27FC236}">
                      <a16:creationId xmlns:a16="http://schemas.microsoft.com/office/drawing/2014/main" id="{895AF277-6DC0-2380-B89E-88D610BE9398}"/>
                    </a:ext>
                  </a:extLst>
                </p:cNvPr>
                <p:cNvPicPr/>
                <p:nvPr/>
              </p:nvPicPr>
              <p:blipFill>
                <a:blip r:embed="rId305"/>
                <a:stretch>
                  <a:fillRect/>
                </a:stretch>
              </p:blipFill>
              <p:spPr>
                <a:xfrm>
                  <a:off x="7462228" y="4052411"/>
                  <a:ext cx="252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415" name="Ink 414">
                  <a:extLst>
                    <a:ext uri="{FF2B5EF4-FFF2-40B4-BE49-F238E27FC236}">
                      <a16:creationId xmlns:a16="http://schemas.microsoft.com/office/drawing/2014/main" id="{0DAAC361-AF14-E6C9-3353-FDAFA5A66C6C}"/>
                    </a:ext>
                  </a:extLst>
                </p14:cNvPr>
                <p14:cNvContentPartPr/>
                <p14:nvPr/>
              </p14:nvContentPartPr>
              <p14:xfrm>
                <a:off x="6248668" y="2949011"/>
                <a:ext cx="374400" cy="21240"/>
              </p14:xfrm>
            </p:contentPart>
          </mc:Choice>
          <mc:Fallback>
            <p:pic>
              <p:nvPicPr>
                <p:cNvPr id="415" name="Ink 414">
                  <a:extLst>
                    <a:ext uri="{FF2B5EF4-FFF2-40B4-BE49-F238E27FC236}">
                      <a16:creationId xmlns:a16="http://schemas.microsoft.com/office/drawing/2014/main" id="{0DAAC361-AF14-E6C9-3353-FDAFA5A66C6C}"/>
                    </a:ext>
                  </a:extLst>
                </p:cNvPr>
                <p:cNvPicPr/>
                <p:nvPr/>
              </p:nvPicPr>
              <p:blipFill>
                <a:blip r:embed="rId307"/>
                <a:stretch>
                  <a:fillRect/>
                </a:stretch>
              </p:blipFill>
              <p:spPr>
                <a:xfrm>
                  <a:off x="6239668" y="2940371"/>
                  <a:ext cx="3920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416" name="Ink 415">
                  <a:extLst>
                    <a:ext uri="{FF2B5EF4-FFF2-40B4-BE49-F238E27FC236}">
                      <a16:creationId xmlns:a16="http://schemas.microsoft.com/office/drawing/2014/main" id="{0721E8FF-0C4F-840C-4D86-E6B15D9CEF2C}"/>
                    </a:ext>
                  </a:extLst>
                </p14:cNvPr>
                <p14:cNvContentPartPr/>
                <p14:nvPr/>
              </p14:nvContentPartPr>
              <p14:xfrm>
                <a:off x="6502468" y="2856491"/>
                <a:ext cx="225000" cy="183600"/>
              </p14:xfrm>
            </p:contentPart>
          </mc:Choice>
          <mc:Fallback>
            <p:pic>
              <p:nvPicPr>
                <p:cNvPr id="416" name="Ink 415">
                  <a:extLst>
                    <a:ext uri="{FF2B5EF4-FFF2-40B4-BE49-F238E27FC236}">
                      <a16:creationId xmlns:a16="http://schemas.microsoft.com/office/drawing/2014/main" id="{0721E8FF-0C4F-840C-4D86-E6B15D9CEF2C}"/>
                    </a:ext>
                  </a:extLst>
                </p:cNvPr>
                <p:cNvPicPr/>
                <p:nvPr/>
              </p:nvPicPr>
              <p:blipFill>
                <a:blip r:embed="rId309"/>
                <a:stretch>
                  <a:fillRect/>
                </a:stretch>
              </p:blipFill>
              <p:spPr>
                <a:xfrm>
                  <a:off x="6493828" y="2847851"/>
                  <a:ext cx="2426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418" name="Ink 417">
                  <a:extLst>
                    <a:ext uri="{FF2B5EF4-FFF2-40B4-BE49-F238E27FC236}">
                      <a16:creationId xmlns:a16="http://schemas.microsoft.com/office/drawing/2014/main" id="{B26094F6-1386-DD63-F75E-3CB935F368C8}"/>
                    </a:ext>
                  </a:extLst>
                </p14:cNvPr>
                <p14:cNvContentPartPr/>
                <p14:nvPr/>
              </p14:nvContentPartPr>
              <p14:xfrm>
                <a:off x="5931868" y="2848931"/>
                <a:ext cx="225000" cy="192960"/>
              </p14:xfrm>
            </p:contentPart>
          </mc:Choice>
          <mc:Fallback>
            <p:pic>
              <p:nvPicPr>
                <p:cNvPr id="418" name="Ink 417">
                  <a:extLst>
                    <a:ext uri="{FF2B5EF4-FFF2-40B4-BE49-F238E27FC236}">
                      <a16:creationId xmlns:a16="http://schemas.microsoft.com/office/drawing/2014/main" id="{B26094F6-1386-DD63-F75E-3CB935F368C8}"/>
                    </a:ext>
                  </a:extLst>
                </p:cNvPr>
                <p:cNvPicPr/>
                <p:nvPr/>
              </p:nvPicPr>
              <p:blipFill>
                <a:blip r:embed="rId311"/>
                <a:stretch>
                  <a:fillRect/>
                </a:stretch>
              </p:blipFill>
              <p:spPr>
                <a:xfrm>
                  <a:off x="5922868" y="2839931"/>
                  <a:ext cx="2426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419" name="Ink 418">
                  <a:extLst>
                    <a:ext uri="{FF2B5EF4-FFF2-40B4-BE49-F238E27FC236}">
                      <a16:creationId xmlns:a16="http://schemas.microsoft.com/office/drawing/2014/main" id="{69D97EE6-BAD0-9300-953C-077F4823D72A}"/>
                    </a:ext>
                  </a:extLst>
                </p14:cNvPr>
                <p14:cNvContentPartPr/>
                <p14:nvPr/>
              </p14:nvContentPartPr>
              <p14:xfrm>
                <a:off x="6230308" y="3564611"/>
                <a:ext cx="393120" cy="43560"/>
              </p14:xfrm>
            </p:contentPart>
          </mc:Choice>
          <mc:Fallback>
            <p:pic>
              <p:nvPicPr>
                <p:cNvPr id="419" name="Ink 418">
                  <a:extLst>
                    <a:ext uri="{FF2B5EF4-FFF2-40B4-BE49-F238E27FC236}">
                      <a16:creationId xmlns:a16="http://schemas.microsoft.com/office/drawing/2014/main" id="{69D97EE6-BAD0-9300-953C-077F4823D72A}"/>
                    </a:ext>
                  </a:extLst>
                </p:cNvPr>
                <p:cNvPicPr/>
                <p:nvPr/>
              </p:nvPicPr>
              <p:blipFill>
                <a:blip r:embed="rId313"/>
                <a:stretch>
                  <a:fillRect/>
                </a:stretch>
              </p:blipFill>
              <p:spPr>
                <a:xfrm>
                  <a:off x="6221668" y="3555611"/>
                  <a:ext cx="4107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420" name="Ink 419">
                  <a:extLst>
                    <a:ext uri="{FF2B5EF4-FFF2-40B4-BE49-F238E27FC236}">
                      <a16:creationId xmlns:a16="http://schemas.microsoft.com/office/drawing/2014/main" id="{D62D8618-2A1D-DAFC-9D72-1BBF5F120D43}"/>
                    </a:ext>
                  </a:extLst>
                </p14:cNvPr>
                <p14:cNvContentPartPr/>
                <p14:nvPr/>
              </p14:nvContentPartPr>
              <p14:xfrm>
                <a:off x="6493828" y="3494051"/>
                <a:ext cx="167760" cy="159840"/>
              </p14:xfrm>
            </p:contentPart>
          </mc:Choice>
          <mc:Fallback>
            <p:pic>
              <p:nvPicPr>
                <p:cNvPr id="420" name="Ink 419">
                  <a:extLst>
                    <a:ext uri="{FF2B5EF4-FFF2-40B4-BE49-F238E27FC236}">
                      <a16:creationId xmlns:a16="http://schemas.microsoft.com/office/drawing/2014/main" id="{D62D8618-2A1D-DAFC-9D72-1BBF5F120D43}"/>
                    </a:ext>
                  </a:extLst>
                </p:cNvPr>
                <p:cNvPicPr/>
                <p:nvPr/>
              </p:nvPicPr>
              <p:blipFill>
                <a:blip r:embed="rId315"/>
                <a:stretch>
                  <a:fillRect/>
                </a:stretch>
              </p:blipFill>
              <p:spPr>
                <a:xfrm>
                  <a:off x="6485188" y="3485411"/>
                  <a:ext cx="1854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421" name="Ink 420">
                  <a:extLst>
                    <a:ext uri="{FF2B5EF4-FFF2-40B4-BE49-F238E27FC236}">
                      <a16:creationId xmlns:a16="http://schemas.microsoft.com/office/drawing/2014/main" id="{D049A84C-5A54-C5F8-D863-CE3F25AAA19C}"/>
                    </a:ext>
                  </a:extLst>
                </p14:cNvPr>
                <p14:cNvContentPartPr/>
                <p14:nvPr/>
              </p14:nvContentPartPr>
              <p14:xfrm>
                <a:off x="5959588" y="3528251"/>
                <a:ext cx="32040" cy="153720"/>
              </p14:xfrm>
            </p:contentPart>
          </mc:Choice>
          <mc:Fallback>
            <p:pic>
              <p:nvPicPr>
                <p:cNvPr id="421" name="Ink 420">
                  <a:extLst>
                    <a:ext uri="{FF2B5EF4-FFF2-40B4-BE49-F238E27FC236}">
                      <a16:creationId xmlns:a16="http://schemas.microsoft.com/office/drawing/2014/main" id="{D049A84C-5A54-C5F8-D863-CE3F25AAA19C}"/>
                    </a:ext>
                  </a:extLst>
                </p:cNvPr>
                <p:cNvPicPr/>
                <p:nvPr/>
              </p:nvPicPr>
              <p:blipFill>
                <a:blip r:embed="rId317"/>
                <a:stretch>
                  <a:fillRect/>
                </a:stretch>
              </p:blipFill>
              <p:spPr>
                <a:xfrm>
                  <a:off x="5950588" y="3519611"/>
                  <a:ext cx="496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422" name="Ink 421">
                  <a:extLst>
                    <a:ext uri="{FF2B5EF4-FFF2-40B4-BE49-F238E27FC236}">
                      <a16:creationId xmlns:a16="http://schemas.microsoft.com/office/drawing/2014/main" id="{99C4E804-BFEE-2D12-6DBE-E56C52C2EA13}"/>
                    </a:ext>
                  </a:extLst>
                </p14:cNvPr>
                <p14:cNvContentPartPr/>
                <p14:nvPr/>
              </p14:nvContentPartPr>
              <p14:xfrm>
                <a:off x="5938708" y="4138451"/>
                <a:ext cx="181800" cy="190440"/>
              </p14:xfrm>
            </p:contentPart>
          </mc:Choice>
          <mc:Fallback>
            <p:pic>
              <p:nvPicPr>
                <p:cNvPr id="422" name="Ink 421">
                  <a:extLst>
                    <a:ext uri="{FF2B5EF4-FFF2-40B4-BE49-F238E27FC236}">
                      <a16:creationId xmlns:a16="http://schemas.microsoft.com/office/drawing/2014/main" id="{99C4E804-BFEE-2D12-6DBE-E56C52C2EA13}"/>
                    </a:ext>
                  </a:extLst>
                </p:cNvPr>
                <p:cNvPicPr/>
                <p:nvPr/>
              </p:nvPicPr>
              <p:blipFill>
                <a:blip r:embed="rId319"/>
                <a:stretch>
                  <a:fillRect/>
                </a:stretch>
              </p:blipFill>
              <p:spPr>
                <a:xfrm>
                  <a:off x="5930068" y="4129451"/>
                  <a:ext cx="19944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423" name="Ink 422">
                  <a:extLst>
                    <a:ext uri="{FF2B5EF4-FFF2-40B4-BE49-F238E27FC236}">
                      <a16:creationId xmlns:a16="http://schemas.microsoft.com/office/drawing/2014/main" id="{E368DA47-258E-2693-4A98-6C3E0672FB3D}"/>
                    </a:ext>
                  </a:extLst>
                </p14:cNvPr>
                <p14:cNvContentPartPr/>
                <p14:nvPr/>
              </p14:nvContentPartPr>
              <p14:xfrm>
                <a:off x="6329668" y="4200371"/>
                <a:ext cx="269280" cy="17280"/>
              </p14:xfrm>
            </p:contentPart>
          </mc:Choice>
          <mc:Fallback>
            <p:pic>
              <p:nvPicPr>
                <p:cNvPr id="423" name="Ink 422">
                  <a:extLst>
                    <a:ext uri="{FF2B5EF4-FFF2-40B4-BE49-F238E27FC236}">
                      <a16:creationId xmlns:a16="http://schemas.microsoft.com/office/drawing/2014/main" id="{E368DA47-258E-2693-4A98-6C3E0672FB3D}"/>
                    </a:ext>
                  </a:extLst>
                </p:cNvPr>
                <p:cNvPicPr/>
                <p:nvPr/>
              </p:nvPicPr>
              <p:blipFill>
                <a:blip r:embed="rId321"/>
                <a:stretch>
                  <a:fillRect/>
                </a:stretch>
              </p:blipFill>
              <p:spPr>
                <a:xfrm>
                  <a:off x="6321028" y="4191371"/>
                  <a:ext cx="2869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424" name="Ink 423">
                  <a:extLst>
                    <a:ext uri="{FF2B5EF4-FFF2-40B4-BE49-F238E27FC236}">
                      <a16:creationId xmlns:a16="http://schemas.microsoft.com/office/drawing/2014/main" id="{FEEE4D98-B731-2D24-E905-0D7B7BC26CA1}"/>
                    </a:ext>
                  </a:extLst>
                </p14:cNvPr>
                <p14:cNvContentPartPr/>
                <p14:nvPr/>
              </p14:nvContentPartPr>
              <p14:xfrm>
                <a:off x="6493828" y="4106051"/>
                <a:ext cx="136080" cy="186840"/>
              </p14:xfrm>
            </p:contentPart>
          </mc:Choice>
          <mc:Fallback>
            <p:pic>
              <p:nvPicPr>
                <p:cNvPr id="424" name="Ink 423">
                  <a:extLst>
                    <a:ext uri="{FF2B5EF4-FFF2-40B4-BE49-F238E27FC236}">
                      <a16:creationId xmlns:a16="http://schemas.microsoft.com/office/drawing/2014/main" id="{FEEE4D98-B731-2D24-E905-0D7B7BC26CA1}"/>
                    </a:ext>
                  </a:extLst>
                </p:cNvPr>
                <p:cNvPicPr/>
                <p:nvPr/>
              </p:nvPicPr>
              <p:blipFill>
                <a:blip r:embed="rId323"/>
                <a:stretch>
                  <a:fillRect/>
                </a:stretch>
              </p:blipFill>
              <p:spPr>
                <a:xfrm>
                  <a:off x="6484828" y="4097051"/>
                  <a:ext cx="15372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450" name="Ink 449">
                  <a:extLst>
                    <a:ext uri="{FF2B5EF4-FFF2-40B4-BE49-F238E27FC236}">
                      <a16:creationId xmlns:a16="http://schemas.microsoft.com/office/drawing/2014/main" id="{2669932B-26A1-F6E6-A994-A92149FEE86D}"/>
                    </a:ext>
                  </a:extLst>
                </p14:cNvPr>
                <p14:cNvContentPartPr/>
                <p14:nvPr/>
              </p14:nvContentPartPr>
              <p14:xfrm>
                <a:off x="5897308" y="4830731"/>
                <a:ext cx="154080" cy="24840"/>
              </p14:xfrm>
            </p:contentPart>
          </mc:Choice>
          <mc:Fallback>
            <p:pic>
              <p:nvPicPr>
                <p:cNvPr id="450" name="Ink 449">
                  <a:extLst>
                    <a:ext uri="{FF2B5EF4-FFF2-40B4-BE49-F238E27FC236}">
                      <a16:creationId xmlns:a16="http://schemas.microsoft.com/office/drawing/2014/main" id="{2669932B-26A1-F6E6-A994-A92149FEE86D}"/>
                    </a:ext>
                  </a:extLst>
                </p:cNvPr>
                <p:cNvPicPr/>
                <p:nvPr/>
              </p:nvPicPr>
              <p:blipFill>
                <a:blip r:embed="rId325"/>
                <a:stretch>
                  <a:fillRect/>
                </a:stretch>
              </p:blipFill>
              <p:spPr>
                <a:xfrm>
                  <a:off x="5888668" y="4822091"/>
                  <a:ext cx="1717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451" name="Ink 450">
                  <a:extLst>
                    <a:ext uri="{FF2B5EF4-FFF2-40B4-BE49-F238E27FC236}">
                      <a16:creationId xmlns:a16="http://schemas.microsoft.com/office/drawing/2014/main" id="{66E12FC6-718E-58F3-4BD5-5BA5C156FA0F}"/>
                    </a:ext>
                  </a:extLst>
                </p14:cNvPr>
                <p14:cNvContentPartPr/>
                <p14:nvPr/>
              </p14:nvContentPartPr>
              <p14:xfrm>
                <a:off x="6177748" y="4707251"/>
                <a:ext cx="48960" cy="203400"/>
              </p14:xfrm>
            </p:contentPart>
          </mc:Choice>
          <mc:Fallback>
            <p:pic>
              <p:nvPicPr>
                <p:cNvPr id="451" name="Ink 450">
                  <a:extLst>
                    <a:ext uri="{FF2B5EF4-FFF2-40B4-BE49-F238E27FC236}">
                      <a16:creationId xmlns:a16="http://schemas.microsoft.com/office/drawing/2014/main" id="{66E12FC6-718E-58F3-4BD5-5BA5C156FA0F}"/>
                    </a:ext>
                  </a:extLst>
                </p:cNvPr>
                <p:cNvPicPr/>
                <p:nvPr/>
              </p:nvPicPr>
              <p:blipFill>
                <a:blip r:embed="rId327"/>
                <a:stretch>
                  <a:fillRect/>
                </a:stretch>
              </p:blipFill>
              <p:spPr>
                <a:xfrm>
                  <a:off x="6169108" y="4698611"/>
                  <a:ext cx="6660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452" name="Ink 451">
                  <a:extLst>
                    <a:ext uri="{FF2B5EF4-FFF2-40B4-BE49-F238E27FC236}">
                      <a16:creationId xmlns:a16="http://schemas.microsoft.com/office/drawing/2014/main" id="{11013C2F-AD61-D40F-4F2B-3CECCFCFCA42}"/>
                    </a:ext>
                  </a:extLst>
                </p14:cNvPr>
                <p14:cNvContentPartPr/>
                <p14:nvPr/>
              </p14:nvContentPartPr>
              <p14:xfrm>
                <a:off x="6328228" y="4749011"/>
                <a:ext cx="89280" cy="21600"/>
              </p14:xfrm>
            </p:contentPart>
          </mc:Choice>
          <mc:Fallback>
            <p:pic>
              <p:nvPicPr>
                <p:cNvPr id="452" name="Ink 451">
                  <a:extLst>
                    <a:ext uri="{FF2B5EF4-FFF2-40B4-BE49-F238E27FC236}">
                      <a16:creationId xmlns:a16="http://schemas.microsoft.com/office/drawing/2014/main" id="{11013C2F-AD61-D40F-4F2B-3CECCFCFCA42}"/>
                    </a:ext>
                  </a:extLst>
                </p:cNvPr>
                <p:cNvPicPr/>
                <p:nvPr/>
              </p:nvPicPr>
              <p:blipFill>
                <a:blip r:embed="rId329"/>
                <a:stretch>
                  <a:fillRect/>
                </a:stretch>
              </p:blipFill>
              <p:spPr>
                <a:xfrm>
                  <a:off x="6319588" y="4740011"/>
                  <a:ext cx="10692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453" name="Ink 452">
                  <a:extLst>
                    <a:ext uri="{FF2B5EF4-FFF2-40B4-BE49-F238E27FC236}">
                      <a16:creationId xmlns:a16="http://schemas.microsoft.com/office/drawing/2014/main" id="{8B5F9E82-4A39-DE25-B085-4A09A1F36994}"/>
                    </a:ext>
                  </a:extLst>
                </p14:cNvPr>
                <p14:cNvContentPartPr/>
                <p14:nvPr/>
              </p14:nvContentPartPr>
              <p14:xfrm>
                <a:off x="6347668" y="4826771"/>
                <a:ext cx="49680" cy="7560"/>
              </p14:xfrm>
            </p:contentPart>
          </mc:Choice>
          <mc:Fallback>
            <p:pic>
              <p:nvPicPr>
                <p:cNvPr id="453" name="Ink 452">
                  <a:extLst>
                    <a:ext uri="{FF2B5EF4-FFF2-40B4-BE49-F238E27FC236}">
                      <a16:creationId xmlns:a16="http://schemas.microsoft.com/office/drawing/2014/main" id="{8B5F9E82-4A39-DE25-B085-4A09A1F36994}"/>
                    </a:ext>
                  </a:extLst>
                </p:cNvPr>
                <p:cNvPicPr/>
                <p:nvPr/>
              </p:nvPicPr>
              <p:blipFill>
                <a:blip r:embed="rId331"/>
                <a:stretch>
                  <a:fillRect/>
                </a:stretch>
              </p:blipFill>
              <p:spPr>
                <a:xfrm>
                  <a:off x="6339028" y="4818131"/>
                  <a:ext cx="673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454" name="Ink 453">
                  <a:extLst>
                    <a:ext uri="{FF2B5EF4-FFF2-40B4-BE49-F238E27FC236}">
                      <a16:creationId xmlns:a16="http://schemas.microsoft.com/office/drawing/2014/main" id="{8617068C-24A9-722A-02D7-B886707B5D34}"/>
                    </a:ext>
                  </a:extLst>
                </p14:cNvPr>
                <p14:cNvContentPartPr/>
                <p14:nvPr/>
              </p14:nvContentPartPr>
              <p14:xfrm>
                <a:off x="6542428" y="4655411"/>
                <a:ext cx="218880" cy="207360"/>
              </p14:xfrm>
            </p:contentPart>
          </mc:Choice>
          <mc:Fallback>
            <p:pic>
              <p:nvPicPr>
                <p:cNvPr id="454" name="Ink 453">
                  <a:extLst>
                    <a:ext uri="{FF2B5EF4-FFF2-40B4-BE49-F238E27FC236}">
                      <a16:creationId xmlns:a16="http://schemas.microsoft.com/office/drawing/2014/main" id="{8617068C-24A9-722A-02D7-B886707B5D34}"/>
                    </a:ext>
                  </a:extLst>
                </p:cNvPr>
                <p:cNvPicPr/>
                <p:nvPr/>
              </p:nvPicPr>
              <p:blipFill>
                <a:blip r:embed="rId333"/>
                <a:stretch>
                  <a:fillRect/>
                </a:stretch>
              </p:blipFill>
              <p:spPr>
                <a:xfrm>
                  <a:off x="6533428" y="4646411"/>
                  <a:ext cx="2365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456" name="Ink 455">
                  <a:extLst>
                    <a:ext uri="{FF2B5EF4-FFF2-40B4-BE49-F238E27FC236}">
                      <a16:creationId xmlns:a16="http://schemas.microsoft.com/office/drawing/2014/main" id="{F007C3E9-9E29-9EB8-F171-03A8650A1E49}"/>
                    </a:ext>
                  </a:extLst>
                </p14:cNvPr>
                <p14:cNvContentPartPr/>
                <p14:nvPr/>
              </p14:nvContentPartPr>
              <p14:xfrm>
                <a:off x="6757708" y="3744971"/>
                <a:ext cx="1123920" cy="686160"/>
              </p14:xfrm>
            </p:contentPart>
          </mc:Choice>
          <mc:Fallback>
            <p:pic>
              <p:nvPicPr>
                <p:cNvPr id="456" name="Ink 455">
                  <a:extLst>
                    <a:ext uri="{FF2B5EF4-FFF2-40B4-BE49-F238E27FC236}">
                      <a16:creationId xmlns:a16="http://schemas.microsoft.com/office/drawing/2014/main" id="{F007C3E9-9E29-9EB8-F171-03A8650A1E49}"/>
                    </a:ext>
                  </a:extLst>
                </p:cNvPr>
                <p:cNvPicPr/>
                <p:nvPr/>
              </p:nvPicPr>
              <p:blipFill>
                <a:blip r:embed="rId335"/>
                <a:stretch>
                  <a:fillRect/>
                </a:stretch>
              </p:blipFill>
              <p:spPr>
                <a:xfrm>
                  <a:off x="6748708" y="3735971"/>
                  <a:ext cx="1141560" cy="70380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458" name="Ink 457">
                  <a:extLst>
                    <a:ext uri="{FF2B5EF4-FFF2-40B4-BE49-F238E27FC236}">
                      <a16:creationId xmlns:a16="http://schemas.microsoft.com/office/drawing/2014/main" id="{16C4E121-E14E-B3F7-4EAF-C523F5445986}"/>
                    </a:ext>
                  </a:extLst>
                </p14:cNvPr>
                <p14:cNvContentPartPr/>
                <p14:nvPr/>
              </p14:nvContentPartPr>
              <p14:xfrm>
                <a:off x="4762948" y="5848451"/>
                <a:ext cx="284040" cy="788400"/>
              </p14:xfrm>
            </p:contentPart>
          </mc:Choice>
          <mc:Fallback>
            <p:pic>
              <p:nvPicPr>
                <p:cNvPr id="458" name="Ink 457">
                  <a:extLst>
                    <a:ext uri="{FF2B5EF4-FFF2-40B4-BE49-F238E27FC236}">
                      <a16:creationId xmlns:a16="http://schemas.microsoft.com/office/drawing/2014/main" id="{16C4E121-E14E-B3F7-4EAF-C523F5445986}"/>
                    </a:ext>
                  </a:extLst>
                </p:cNvPr>
                <p:cNvPicPr/>
                <p:nvPr/>
              </p:nvPicPr>
              <p:blipFill>
                <a:blip r:embed="rId337"/>
                <a:stretch>
                  <a:fillRect/>
                </a:stretch>
              </p:blipFill>
              <p:spPr>
                <a:xfrm>
                  <a:off x="4753948" y="5839451"/>
                  <a:ext cx="301680" cy="80604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459" name="Ink 458">
                  <a:extLst>
                    <a:ext uri="{FF2B5EF4-FFF2-40B4-BE49-F238E27FC236}">
                      <a16:creationId xmlns:a16="http://schemas.microsoft.com/office/drawing/2014/main" id="{4FC274B8-14F8-33DE-70AD-F42849AA56AB}"/>
                    </a:ext>
                  </a:extLst>
                </p14:cNvPr>
                <p14:cNvContentPartPr/>
                <p14:nvPr/>
              </p14:nvContentPartPr>
              <p14:xfrm>
                <a:off x="4692388" y="6304211"/>
                <a:ext cx="397440" cy="182880"/>
              </p14:xfrm>
            </p:contentPart>
          </mc:Choice>
          <mc:Fallback>
            <p:pic>
              <p:nvPicPr>
                <p:cNvPr id="459" name="Ink 458">
                  <a:extLst>
                    <a:ext uri="{FF2B5EF4-FFF2-40B4-BE49-F238E27FC236}">
                      <a16:creationId xmlns:a16="http://schemas.microsoft.com/office/drawing/2014/main" id="{4FC274B8-14F8-33DE-70AD-F42849AA56AB}"/>
                    </a:ext>
                  </a:extLst>
                </p:cNvPr>
                <p:cNvPicPr/>
                <p:nvPr/>
              </p:nvPicPr>
              <p:blipFill>
                <a:blip r:embed="rId339"/>
                <a:stretch>
                  <a:fillRect/>
                </a:stretch>
              </p:blipFill>
              <p:spPr>
                <a:xfrm>
                  <a:off x="4683748" y="6295211"/>
                  <a:ext cx="41508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460" name="Ink 459">
                  <a:extLst>
                    <a:ext uri="{FF2B5EF4-FFF2-40B4-BE49-F238E27FC236}">
                      <a16:creationId xmlns:a16="http://schemas.microsoft.com/office/drawing/2014/main" id="{7CC1B5CE-E86D-3572-0563-0CED9BEA9DD9}"/>
                    </a:ext>
                  </a:extLst>
                </p14:cNvPr>
                <p14:cNvContentPartPr/>
                <p14:nvPr/>
              </p14:nvContentPartPr>
              <p14:xfrm>
                <a:off x="5178388" y="6322571"/>
                <a:ext cx="179640" cy="172800"/>
              </p14:xfrm>
            </p:contentPart>
          </mc:Choice>
          <mc:Fallback>
            <p:pic>
              <p:nvPicPr>
                <p:cNvPr id="460" name="Ink 459">
                  <a:extLst>
                    <a:ext uri="{FF2B5EF4-FFF2-40B4-BE49-F238E27FC236}">
                      <a16:creationId xmlns:a16="http://schemas.microsoft.com/office/drawing/2014/main" id="{7CC1B5CE-E86D-3572-0563-0CED9BEA9DD9}"/>
                    </a:ext>
                  </a:extLst>
                </p:cNvPr>
                <p:cNvPicPr/>
                <p:nvPr/>
              </p:nvPicPr>
              <p:blipFill>
                <a:blip r:embed="rId341"/>
                <a:stretch>
                  <a:fillRect/>
                </a:stretch>
              </p:blipFill>
              <p:spPr>
                <a:xfrm>
                  <a:off x="5169388" y="6313571"/>
                  <a:ext cx="19728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462" name="Ink 461">
                  <a:extLst>
                    <a:ext uri="{FF2B5EF4-FFF2-40B4-BE49-F238E27FC236}">
                      <a16:creationId xmlns:a16="http://schemas.microsoft.com/office/drawing/2014/main" id="{A44ECD3C-3B3C-D478-BCE0-46763CD25D2B}"/>
                    </a:ext>
                  </a:extLst>
                </p14:cNvPr>
                <p14:cNvContentPartPr/>
                <p14:nvPr/>
              </p14:nvContentPartPr>
              <p14:xfrm>
                <a:off x="5691748" y="6548651"/>
                <a:ext cx="28800" cy="239760"/>
              </p14:xfrm>
            </p:contentPart>
          </mc:Choice>
          <mc:Fallback>
            <p:pic>
              <p:nvPicPr>
                <p:cNvPr id="462" name="Ink 461">
                  <a:extLst>
                    <a:ext uri="{FF2B5EF4-FFF2-40B4-BE49-F238E27FC236}">
                      <a16:creationId xmlns:a16="http://schemas.microsoft.com/office/drawing/2014/main" id="{A44ECD3C-3B3C-D478-BCE0-46763CD25D2B}"/>
                    </a:ext>
                  </a:extLst>
                </p:cNvPr>
                <p:cNvPicPr/>
                <p:nvPr/>
              </p:nvPicPr>
              <p:blipFill>
                <a:blip r:embed="rId343"/>
                <a:stretch>
                  <a:fillRect/>
                </a:stretch>
              </p:blipFill>
              <p:spPr>
                <a:xfrm>
                  <a:off x="5683108" y="6539651"/>
                  <a:ext cx="464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463" name="Ink 462">
                  <a:extLst>
                    <a:ext uri="{FF2B5EF4-FFF2-40B4-BE49-F238E27FC236}">
                      <a16:creationId xmlns:a16="http://schemas.microsoft.com/office/drawing/2014/main" id="{B93E64E7-D706-7570-1B73-06CCE550BB7F}"/>
                    </a:ext>
                  </a:extLst>
                </p14:cNvPr>
                <p14:cNvContentPartPr/>
                <p14:nvPr/>
              </p14:nvContentPartPr>
              <p14:xfrm>
                <a:off x="5658988" y="6385931"/>
                <a:ext cx="197280" cy="221400"/>
              </p14:xfrm>
            </p:contentPart>
          </mc:Choice>
          <mc:Fallback>
            <p:pic>
              <p:nvPicPr>
                <p:cNvPr id="463" name="Ink 462">
                  <a:extLst>
                    <a:ext uri="{FF2B5EF4-FFF2-40B4-BE49-F238E27FC236}">
                      <a16:creationId xmlns:a16="http://schemas.microsoft.com/office/drawing/2014/main" id="{B93E64E7-D706-7570-1B73-06CCE550BB7F}"/>
                    </a:ext>
                  </a:extLst>
                </p:cNvPr>
                <p:cNvPicPr/>
                <p:nvPr/>
              </p:nvPicPr>
              <p:blipFill>
                <a:blip r:embed="rId345"/>
                <a:stretch>
                  <a:fillRect/>
                </a:stretch>
              </p:blipFill>
              <p:spPr>
                <a:xfrm>
                  <a:off x="5650348" y="6377291"/>
                  <a:ext cx="2149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464" name="Ink 463">
                  <a:extLst>
                    <a:ext uri="{FF2B5EF4-FFF2-40B4-BE49-F238E27FC236}">
                      <a16:creationId xmlns:a16="http://schemas.microsoft.com/office/drawing/2014/main" id="{18832C8E-8535-0566-C85D-CF5AC1E5EC5F}"/>
                    </a:ext>
                  </a:extLst>
                </p14:cNvPr>
                <p14:cNvContentPartPr/>
                <p14:nvPr/>
              </p14:nvContentPartPr>
              <p14:xfrm>
                <a:off x="5854828" y="6535331"/>
                <a:ext cx="99360" cy="137880"/>
              </p14:xfrm>
            </p:contentPart>
          </mc:Choice>
          <mc:Fallback>
            <p:pic>
              <p:nvPicPr>
                <p:cNvPr id="464" name="Ink 463">
                  <a:extLst>
                    <a:ext uri="{FF2B5EF4-FFF2-40B4-BE49-F238E27FC236}">
                      <a16:creationId xmlns:a16="http://schemas.microsoft.com/office/drawing/2014/main" id="{18832C8E-8535-0566-C85D-CF5AC1E5EC5F}"/>
                    </a:ext>
                  </a:extLst>
                </p:cNvPr>
                <p:cNvPicPr/>
                <p:nvPr/>
              </p:nvPicPr>
              <p:blipFill>
                <a:blip r:embed="rId347"/>
                <a:stretch>
                  <a:fillRect/>
                </a:stretch>
              </p:blipFill>
              <p:spPr>
                <a:xfrm>
                  <a:off x="5845828" y="6526331"/>
                  <a:ext cx="11700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465" name="Ink 464">
                  <a:extLst>
                    <a:ext uri="{FF2B5EF4-FFF2-40B4-BE49-F238E27FC236}">
                      <a16:creationId xmlns:a16="http://schemas.microsoft.com/office/drawing/2014/main" id="{4ED7A288-354F-C0BF-850C-756A63FD3C9F}"/>
                    </a:ext>
                  </a:extLst>
                </p14:cNvPr>
                <p14:cNvContentPartPr/>
                <p14:nvPr/>
              </p14:nvContentPartPr>
              <p14:xfrm>
                <a:off x="5985148" y="6537131"/>
                <a:ext cx="136440" cy="141480"/>
              </p14:xfrm>
            </p:contentPart>
          </mc:Choice>
          <mc:Fallback>
            <p:pic>
              <p:nvPicPr>
                <p:cNvPr id="465" name="Ink 464">
                  <a:extLst>
                    <a:ext uri="{FF2B5EF4-FFF2-40B4-BE49-F238E27FC236}">
                      <a16:creationId xmlns:a16="http://schemas.microsoft.com/office/drawing/2014/main" id="{4ED7A288-354F-C0BF-850C-756A63FD3C9F}"/>
                    </a:ext>
                  </a:extLst>
                </p:cNvPr>
                <p:cNvPicPr/>
                <p:nvPr/>
              </p:nvPicPr>
              <p:blipFill>
                <a:blip r:embed="rId349"/>
                <a:stretch>
                  <a:fillRect/>
                </a:stretch>
              </p:blipFill>
              <p:spPr>
                <a:xfrm>
                  <a:off x="5976508" y="6528491"/>
                  <a:ext cx="15408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466" name="Ink 465">
                  <a:extLst>
                    <a:ext uri="{FF2B5EF4-FFF2-40B4-BE49-F238E27FC236}">
                      <a16:creationId xmlns:a16="http://schemas.microsoft.com/office/drawing/2014/main" id="{AB112088-FC32-4CF9-D07F-72D912044384}"/>
                    </a:ext>
                  </a:extLst>
                </p14:cNvPr>
                <p14:cNvContentPartPr/>
                <p14:nvPr/>
              </p14:nvContentPartPr>
              <p14:xfrm>
                <a:off x="6103228" y="6444971"/>
                <a:ext cx="300240" cy="264600"/>
              </p14:xfrm>
            </p:contentPart>
          </mc:Choice>
          <mc:Fallback>
            <p:pic>
              <p:nvPicPr>
                <p:cNvPr id="466" name="Ink 465">
                  <a:extLst>
                    <a:ext uri="{FF2B5EF4-FFF2-40B4-BE49-F238E27FC236}">
                      <a16:creationId xmlns:a16="http://schemas.microsoft.com/office/drawing/2014/main" id="{AB112088-FC32-4CF9-D07F-72D912044384}"/>
                    </a:ext>
                  </a:extLst>
                </p:cNvPr>
                <p:cNvPicPr/>
                <p:nvPr/>
              </p:nvPicPr>
              <p:blipFill>
                <a:blip r:embed="rId351"/>
                <a:stretch>
                  <a:fillRect/>
                </a:stretch>
              </p:blipFill>
              <p:spPr>
                <a:xfrm>
                  <a:off x="6094228" y="6436331"/>
                  <a:ext cx="31788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468" name="Ink 467">
                  <a:extLst>
                    <a:ext uri="{FF2B5EF4-FFF2-40B4-BE49-F238E27FC236}">
                      <a16:creationId xmlns:a16="http://schemas.microsoft.com/office/drawing/2014/main" id="{A3F4D759-14A3-59AF-92E9-801178DF2561}"/>
                    </a:ext>
                  </a:extLst>
                </p14:cNvPr>
                <p14:cNvContentPartPr/>
                <p14:nvPr/>
              </p14:nvContentPartPr>
              <p14:xfrm>
                <a:off x="6280348" y="4399091"/>
                <a:ext cx="740160" cy="324360"/>
              </p14:xfrm>
            </p:contentPart>
          </mc:Choice>
          <mc:Fallback>
            <p:pic>
              <p:nvPicPr>
                <p:cNvPr id="468" name="Ink 467">
                  <a:extLst>
                    <a:ext uri="{FF2B5EF4-FFF2-40B4-BE49-F238E27FC236}">
                      <a16:creationId xmlns:a16="http://schemas.microsoft.com/office/drawing/2014/main" id="{A3F4D759-14A3-59AF-92E9-801178DF2561}"/>
                    </a:ext>
                  </a:extLst>
                </p:cNvPr>
                <p:cNvPicPr/>
                <p:nvPr/>
              </p:nvPicPr>
              <p:blipFill>
                <a:blip r:embed="rId353"/>
                <a:stretch>
                  <a:fillRect/>
                </a:stretch>
              </p:blipFill>
              <p:spPr>
                <a:xfrm>
                  <a:off x="6271348" y="4390091"/>
                  <a:ext cx="75780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469" name="Ink 468">
                  <a:extLst>
                    <a:ext uri="{FF2B5EF4-FFF2-40B4-BE49-F238E27FC236}">
                      <a16:creationId xmlns:a16="http://schemas.microsoft.com/office/drawing/2014/main" id="{6E31A327-FF39-D8D2-8EA2-AD6B21C1F416}"/>
                    </a:ext>
                  </a:extLst>
                </p14:cNvPr>
                <p14:cNvContentPartPr/>
                <p14:nvPr/>
              </p14:nvContentPartPr>
              <p14:xfrm>
                <a:off x="6891268" y="4592411"/>
                <a:ext cx="175320" cy="264240"/>
              </p14:xfrm>
            </p:contentPart>
          </mc:Choice>
          <mc:Fallback>
            <p:pic>
              <p:nvPicPr>
                <p:cNvPr id="469" name="Ink 468">
                  <a:extLst>
                    <a:ext uri="{FF2B5EF4-FFF2-40B4-BE49-F238E27FC236}">
                      <a16:creationId xmlns:a16="http://schemas.microsoft.com/office/drawing/2014/main" id="{6E31A327-FF39-D8D2-8EA2-AD6B21C1F416}"/>
                    </a:ext>
                  </a:extLst>
                </p:cNvPr>
                <p:cNvPicPr/>
                <p:nvPr/>
              </p:nvPicPr>
              <p:blipFill>
                <a:blip r:embed="rId355"/>
                <a:stretch>
                  <a:fillRect/>
                </a:stretch>
              </p:blipFill>
              <p:spPr>
                <a:xfrm>
                  <a:off x="6882628" y="4583771"/>
                  <a:ext cx="19296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471" name="Ink 470">
                  <a:extLst>
                    <a:ext uri="{FF2B5EF4-FFF2-40B4-BE49-F238E27FC236}">
                      <a16:creationId xmlns:a16="http://schemas.microsoft.com/office/drawing/2014/main" id="{5A94EB3B-02B3-DE03-FF88-996E81F606EE}"/>
                    </a:ext>
                  </a:extLst>
                </p14:cNvPr>
                <p14:cNvContentPartPr/>
                <p14:nvPr/>
              </p14:nvContentPartPr>
              <p14:xfrm>
                <a:off x="6917908" y="6442091"/>
                <a:ext cx="128880" cy="349200"/>
              </p14:xfrm>
            </p:contentPart>
          </mc:Choice>
          <mc:Fallback>
            <p:pic>
              <p:nvPicPr>
                <p:cNvPr id="471" name="Ink 470">
                  <a:extLst>
                    <a:ext uri="{FF2B5EF4-FFF2-40B4-BE49-F238E27FC236}">
                      <a16:creationId xmlns:a16="http://schemas.microsoft.com/office/drawing/2014/main" id="{5A94EB3B-02B3-DE03-FF88-996E81F606EE}"/>
                    </a:ext>
                  </a:extLst>
                </p:cNvPr>
                <p:cNvPicPr/>
                <p:nvPr/>
              </p:nvPicPr>
              <p:blipFill>
                <a:blip r:embed="rId357"/>
                <a:stretch>
                  <a:fillRect/>
                </a:stretch>
              </p:blipFill>
              <p:spPr>
                <a:xfrm>
                  <a:off x="6909268" y="6433091"/>
                  <a:ext cx="14652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472" name="Ink 471">
                  <a:extLst>
                    <a:ext uri="{FF2B5EF4-FFF2-40B4-BE49-F238E27FC236}">
                      <a16:creationId xmlns:a16="http://schemas.microsoft.com/office/drawing/2014/main" id="{739CC33D-7BCD-E83C-5C4F-BBF9DD8A3582}"/>
                    </a:ext>
                  </a:extLst>
                </p14:cNvPr>
                <p14:cNvContentPartPr/>
                <p14:nvPr/>
              </p14:nvContentPartPr>
              <p14:xfrm>
                <a:off x="7150468" y="6519491"/>
                <a:ext cx="157680" cy="180720"/>
              </p14:xfrm>
            </p:contentPart>
          </mc:Choice>
          <mc:Fallback>
            <p:pic>
              <p:nvPicPr>
                <p:cNvPr id="472" name="Ink 471">
                  <a:extLst>
                    <a:ext uri="{FF2B5EF4-FFF2-40B4-BE49-F238E27FC236}">
                      <a16:creationId xmlns:a16="http://schemas.microsoft.com/office/drawing/2014/main" id="{739CC33D-7BCD-E83C-5C4F-BBF9DD8A3582}"/>
                    </a:ext>
                  </a:extLst>
                </p:cNvPr>
                <p:cNvPicPr/>
                <p:nvPr/>
              </p:nvPicPr>
              <p:blipFill>
                <a:blip r:embed="rId359"/>
                <a:stretch>
                  <a:fillRect/>
                </a:stretch>
              </p:blipFill>
              <p:spPr>
                <a:xfrm>
                  <a:off x="7141828" y="6510491"/>
                  <a:ext cx="1753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473" name="Ink 472">
                  <a:extLst>
                    <a:ext uri="{FF2B5EF4-FFF2-40B4-BE49-F238E27FC236}">
                      <a16:creationId xmlns:a16="http://schemas.microsoft.com/office/drawing/2014/main" id="{E93F4B49-6180-4737-C6B0-1451372A2183}"/>
                    </a:ext>
                  </a:extLst>
                </p14:cNvPr>
                <p14:cNvContentPartPr/>
                <p14:nvPr/>
              </p14:nvContentPartPr>
              <p14:xfrm>
                <a:off x="7463668" y="6447131"/>
                <a:ext cx="113400" cy="294480"/>
              </p14:xfrm>
            </p:contentPart>
          </mc:Choice>
          <mc:Fallback>
            <p:pic>
              <p:nvPicPr>
                <p:cNvPr id="473" name="Ink 472">
                  <a:extLst>
                    <a:ext uri="{FF2B5EF4-FFF2-40B4-BE49-F238E27FC236}">
                      <a16:creationId xmlns:a16="http://schemas.microsoft.com/office/drawing/2014/main" id="{E93F4B49-6180-4737-C6B0-1451372A2183}"/>
                    </a:ext>
                  </a:extLst>
                </p:cNvPr>
                <p:cNvPicPr/>
                <p:nvPr/>
              </p:nvPicPr>
              <p:blipFill>
                <a:blip r:embed="rId361"/>
                <a:stretch>
                  <a:fillRect/>
                </a:stretch>
              </p:blipFill>
              <p:spPr>
                <a:xfrm>
                  <a:off x="7455028" y="6438131"/>
                  <a:ext cx="13104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474" name="Ink 473">
                  <a:extLst>
                    <a:ext uri="{FF2B5EF4-FFF2-40B4-BE49-F238E27FC236}">
                      <a16:creationId xmlns:a16="http://schemas.microsoft.com/office/drawing/2014/main" id="{3ACC187D-A903-D0B1-491F-1C6F2B20409B}"/>
                    </a:ext>
                  </a:extLst>
                </p14:cNvPr>
                <p14:cNvContentPartPr/>
                <p14:nvPr/>
              </p14:nvContentPartPr>
              <p14:xfrm>
                <a:off x="6293668" y="4976171"/>
                <a:ext cx="619920" cy="317880"/>
              </p14:xfrm>
            </p:contentPart>
          </mc:Choice>
          <mc:Fallback>
            <p:pic>
              <p:nvPicPr>
                <p:cNvPr id="474" name="Ink 473">
                  <a:extLst>
                    <a:ext uri="{FF2B5EF4-FFF2-40B4-BE49-F238E27FC236}">
                      <a16:creationId xmlns:a16="http://schemas.microsoft.com/office/drawing/2014/main" id="{3ACC187D-A903-D0B1-491F-1C6F2B20409B}"/>
                    </a:ext>
                  </a:extLst>
                </p:cNvPr>
                <p:cNvPicPr/>
                <p:nvPr/>
              </p:nvPicPr>
              <p:blipFill>
                <a:blip r:embed="rId363"/>
                <a:stretch>
                  <a:fillRect/>
                </a:stretch>
              </p:blipFill>
              <p:spPr>
                <a:xfrm>
                  <a:off x="6285028" y="4967171"/>
                  <a:ext cx="63756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475" name="Ink 474">
                  <a:extLst>
                    <a:ext uri="{FF2B5EF4-FFF2-40B4-BE49-F238E27FC236}">
                      <a16:creationId xmlns:a16="http://schemas.microsoft.com/office/drawing/2014/main" id="{2CCA5DBD-42DE-9279-490B-8F84F38916E2}"/>
                    </a:ext>
                  </a:extLst>
                </p14:cNvPr>
                <p14:cNvContentPartPr/>
                <p14:nvPr/>
              </p14:nvContentPartPr>
              <p14:xfrm>
                <a:off x="6258388" y="5120891"/>
                <a:ext cx="236160" cy="224640"/>
              </p14:xfrm>
            </p:contentPart>
          </mc:Choice>
          <mc:Fallback>
            <p:pic>
              <p:nvPicPr>
                <p:cNvPr id="475" name="Ink 474">
                  <a:extLst>
                    <a:ext uri="{FF2B5EF4-FFF2-40B4-BE49-F238E27FC236}">
                      <a16:creationId xmlns:a16="http://schemas.microsoft.com/office/drawing/2014/main" id="{2CCA5DBD-42DE-9279-490B-8F84F38916E2}"/>
                    </a:ext>
                  </a:extLst>
                </p:cNvPr>
                <p:cNvPicPr/>
                <p:nvPr/>
              </p:nvPicPr>
              <p:blipFill>
                <a:blip r:embed="rId365"/>
                <a:stretch>
                  <a:fillRect/>
                </a:stretch>
              </p:blipFill>
              <p:spPr>
                <a:xfrm>
                  <a:off x="6249748" y="5112251"/>
                  <a:ext cx="25380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515" name="Ink 514">
                  <a:extLst>
                    <a:ext uri="{FF2B5EF4-FFF2-40B4-BE49-F238E27FC236}">
                      <a16:creationId xmlns:a16="http://schemas.microsoft.com/office/drawing/2014/main" id="{8E941EDF-AB16-F4C8-B7BE-9874F2133CC5}"/>
                    </a:ext>
                  </a:extLst>
                </p14:cNvPr>
                <p14:cNvContentPartPr/>
                <p14:nvPr/>
              </p14:nvContentPartPr>
              <p14:xfrm>
                <a:off x="8584708" y="1946771"/>
                <a:ext cx="304200" cy="330480"/>
              </p14:xfrm>
            </p:contentPart>
          </mc:Choice>
          <mc:Fallback>
            <p:pic>
              <p:nvPicPr>
                <p:cNvPr id="515" name="Ink 514">
                  <a:extLst>
                    <a:ext uri="{FF2B5EF4-FFF2-40B4-BE49-F238E27FC236}">
                      <a16:creationId xmlns:a16="http://schemas.microsoft.com/office/drawing/2014/main" id="{8E941EDF-AB16-F4C8-B7BE-9874F2133CC5}"/>
                    </a:ext>
                  </a:extLst>
                </p:cNvPr>
                <p:cNvPicPr/>
                <p:nvPr/>
              </p:nvPicPr>
              <p:blipFill>
                <a:blip r:embed="rId367"/>
                <a:stretch>
                  <a:fillRect/>
                </a:stretch>
              </p:blipFill>
              <p:spPr>
                <a:xfrm>
                  <a:off x="8576068" y="1938131"/>
                  <a:ext cx="32184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516" name="Ink 515">
                  <a:extLst>
                    <a:ext uri="{FF2B5EF4-FFF2-40B4-BE49-F238E27FC236}">
                      <a16:creationId xmlns:a16="http://schemas.microsoft.com/office/drawing/2014/main" id="{523D8ECD-36FB-D4C3-5155-FA2F93A4CBF6}"/>
                    </a:ext>
                  </a:extLst>
                </p14:cNvPr>
                <p14:cNvContentPartPr/>
                <p14:nvPr/>
              </p14:nvContentPartPr>
              <p14:xfrm>
                <a:off x="8872348" y="2100851"/>
                <a:ext cx="152640" cy="153720"/>
              </p14:xfrm>
            </p:contentPart>
          </mc:Choice>
          <mc:Fallback>
            <p:pic>
              <p:nvPicPr>
                <p:cNvPr id="516" name="Ink 515">
                  <a:extLst>
                    <a:ext uri="{FF2B5EF4-FFF2-40B4-BE49-F238E27FC236}">
                      <a16:creationId xmlns:a16="http://schemas.microsoft.com/office/drawing/2014/main" id="{523D8ECD-36FB-D4C3-5155-FA2F93A4CBF6}"/>
                    </a:ext>
                  </a:extLst>
                </p:cNvPr>
                <p:cNvPicPr/>
                <p:nvPr/>
              </p:nvPicPr>
              <p:blipFill>
                <a:blip r:embed="rId369"/>
                <a:stretch>
                  <a:fillRect/>
                </a:stretch>
              </p:blipFill>
              <p:spPr>
                <a:xfrm>
                  <a:off x="8863348" y="2091851"/>
                  <a:ext cx="1702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517" name="Ink 516">
                  <a:extLst>
                    <a:ext uri="{FF2B5EF4-FFF2-40B4-BE49-F238E27FC236}">
                      <a16:creationId xmlns:a16="http://schemas.microsoft.com/office/drawing/2014/main" id="{641CC026-1542-4369-5832-1F3FA3B29C06}"/>
                    </a:ext>
                  </a:extLst>
                </p14:cNvPr>
                <p14:cNvContentPartPr/>
                <p14:nvPr/>
              </p14:nvContentPartPr>
              <p14:xfrm>
                <a:off x="9051628" y="2076371"/>
                <a:ext cx="147960" cy="152640"/>
              </p14:xfrm>
            </p:contentPart>
          </mc:Choice>
          <mc:Fallback>
            <p:pic>
              <p:nvPicPr>
                <p:cNvPr id="517" name="Ink 516">
                  <a:extLst>
                    <a:ext uri="{FF2B5EF4-FFF2-40B4-BE49-F238E27FC236}">
                      <a16:creationId xmlns:a16="http://schemas.microsoft.com/office/drawing/2014/main" id="{641CC026-1542-4369-5832-1F3FA3B29C06}"/>
                    </a:ext>
                  </a:extLst>
                </p:cNvPr>
                <p:cNvPicPr/>
                <p:nvPr/>
              </p:nvPicPr>
              <p:blipFill>
                <a:blip r:embed="rId371"/>
                <a:stretch>
                  <a:fillRect/>
                </a:stretch>
              </p:blipFill>
              <p:spPr>
                <a:xfrm>
                  <a:off x="9042628" y="2067731"/>
                  <a:ext cx="1656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518" name="Ink 517">
                  <a:extLst>
                    <a:ext uri="{FF2B5EF4-FFF2-40B4-BE49-F238E27FC236}">
                      <a16:creationId xmlns:a16="http://schemas.microsoft.com/office/drawing/2014/main" id="{72FD5FC1-05A6-1C47-CD46-0BDB031995CF}"/>
                    </a:ext>
                  </a:extLst>
                </p14:cNvPr>
                <p14:cNvContentPartPr/>
                <p14:nvPr/>
              </p14:nvContentPartPr>
              <p14:xfrm>
                <a:off x="9253948" y="2023091"/>
                <a:ext cx="49320" cy="167760"/>
              </p14:xfrm>
            </p:contentPart>
          </mc:Choice>
          <mc:Fallback>
            <p:pic>
              <p:nvPicPr>
                <p:cNvPr id="518" name="Ink 517">
                  <a:extLst>
                    <a:ext uri="{FF2B5EF4-FFF2-40B4-BE49-F238E27FC236}">
                      <a16:creationId xmlns:a16="http://schemas.microsoft.com/office/drawing/2014/main" id="{72FD5FC1-05A6-1C47-CD46-0BDB031995CF}"/>
                    </a:ext>
                  </a:extLst>
                </p:cNvPr>
                <p:cNvPicPr/>
                <p:nvPr/>
              </p:nvPicPr>
              <p:blipFill>
                <a:blip r:embed="rId373"/>
                <a:stretch>
                  <a:fillRect/>
                </a:stretch>
              </p:blipFill>
              <p:spPr>
                <a:xfrm>
                  <a:off x="9244948" y="2014091"/>
                  <a:ext cx="6696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519" name="Ink 518">
                  <a:extLst>
                    <a:ext uri="{FF2B5EF4-FFF2-40B4-BE49-F238E27FC236}">
                      <a16:creationId xmlns:a16="http://schemas.microsoft.com/office/drawing/2014/main" id="{7DCEB670-2C20-ADD0-3F1E-289D57D7B676}"/>
                    </a:ext>
                  </a:extLst>
                </p14:cNvPr>
                <p14:cNvContentPartPr/>
                <p14:nvPr/>
              </p14:nvContentPartPr>
              <p14:xfrm>
                <a:off x="9307588" y="2068091"/>
                <a:ext cx="184680" cy="383760"/>
              </p14:xfrm>
            </p:contentPart>
          </mc:Choice>
          <mc:Fallback>
            <p:pic>
              <p:nvPicPr>
                <p:cNvPr id="519" name="Ink 518">
                  <a:extLst>
                    <a:ext uri="{FF2B5EF4-FFF2-40B4-BE49-F238E27FC236}">
                      <a16:creationId xmlns:a16="http://schemas.microsoft.com/office/drawing/2014/main" id="{7DCEB670-2C20-ADD0-3F1E-289D57D7B676}"/>
                    </a:ext>
                  </a:extLst>
                </p:cNvPr>
                <p:cNvPicPr/>
                <p:nvPr/>
              </p:nvPicPr>
              <p:blipFill>
                <a:blip r:embed="rId375"/>
                <a:stretch>
                  <a:fillRect/>
                </a:stretch>
              </p:blipFill>
              <p:spPr>
                <a:xfrm>
                  <a:off x="9298588" y="2059091"/>
                  <a:ext cx="20232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520" name="Ink 519">
                  <a:extLst>
                    <a:ext uri="{FF2B5EF4-FFF2-40B4-BE49-F238E27FC236}">
                      <a16:creationId xmlns:a16="http://schemas.microsoft.com/office/drawing/2014/main" id="{E38508F5-5940-FC61-18C2-C03C9E1FDA2A}"/>
                    </a:ext>
                  </a:extLst>
                </p14:cNvPr>
                <p14:cNvContentPartPr/>
                <p14:nvPr/>
              </p14:nvContentPartPr>
              <p14:xfrm>
                <a:off x="9796828" y="1989971"/>
                <a:ext cx="200880" cy="329040"/>
              </p14:xfrm>
            </p:contentPart>
          </mc:Choice>
          <mc:Fallback>
            <p:pic>
              <p:nvPicPr>
                <p:cNvPr id="520" name="Ink 519">
                  <a:extLst>
                    <a:ext uri="{FF2B5EF4-FFF2-40B4-BE49-F238E27FC236}">
                      <a16:creationId xmlns:a16="http://schemas.microsoft.com/office/drawing/2014/main" id="{E38508F5-5940-FC61-18C2-C03C9E1FDA2A}"/>
                    </a:ext>
                  </a:extLst>
                </p:cNvPr>
                <p:cNvPicPr/>
                <p:nvPr/>
              </p:nvPicPr>
              <p:blipFill>
                <a:blip r:embed="rId377"/>
                <a:stretch>
                  <a:fillRect/>
                </a:stretch>
              </p:blipFill>
              <p:spPr>
                <a:xfrm>
                  <a:off x="9787828" y="1981331"/>
                  <a:ext cx="21852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521" name="Ink 520">
                  <a:extLst>
                    <a:ext uri="{FF2B5EF4-FFF2-40B4-BE49-F238E27FC236}">
                      <a16:creationId xmlns:a16="http://schemas.microsoft.com/office/drawing/2014/main" id="{76D04D4E-2545-0012-2726-D6375B12DD0C}"/>
                    </a:ext>
                  </a:extLst>
                </p14:cNvPr>
                <p14:cNvContentPartPr/>
                <p14:nvPr/>
              </p14:nvContentPartPr>
              <p14:xfrm>
                <a:off x="10180948" y="2344571"/>
                <a:ext cx="20160" cy="252000"/>
              </p14:xfrm>
            </p:contentPart>
          </mc:Choice>
          <mc:Fallback>
            <p:pic>
              <p:nvPicPr>
                <p:cNvPr id="521" name="Ink 520">
                  <a:extLst>
                    <a:ext uri="{FF2B5EF4-FFF2-40B4-BE49-F238E27FC236}">
                      <a16:creationId xmlns:a16="http://schemas.microsoft.com/office/drawing/2014/main" id="{76D04D4E-2545-0012-2726-D6375B12DD0C}"/>
                    </a:ext>
                  </a:extLst>
                </p:cNvPr>
                <p:cNvPicPr/>
                <p:nvPr/>
              </p:nvPicPr>
              <p:blipFill>
                <a:blip r:embed="rId379"/>
                <a:stretch>
                  <a:fillRect/>
                </a:stretch>
              </p:blipFill>
              <p:spPr>
                <a:xfrm>
                  <a:off x="10171948" y="2335571"/>
                  <a:ext cx="3780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522" name="Ink 521">
                  <a:extLst>
                    <a:ext uri="{FF2B5EF4-FFF2-40B4-BE49-F238E27FC236}">
                      <a16:creationId xmlns:a16="http://schemas.microsoft.com/office/drawing/2014/main" id="{1AFFD7B8-7E5D-4457-7E2E-3DB9977F86D8}"/>
                    </a:ext>
                  </a:extLst>
                </p14:cNvPr>
                <p14:cNvContentPartPr/>
                <p14:nvPr/>
              </p14:nvContentPartPr>
              <p14:xfrm>
                <a:off x="10221268" y="2351411"/>
                <a:ext cx="80280" cy="226080"/>
              </p14:xfrm>
            </p:contentPart>
          </mc:Choice>
          <mc:Fallback>
            <p:pic>
              <p:nvPicPr>
                <p:cNvPr id="522" name="Ink 521">
                  <a:extLst>
                    <a:ext uri="{FF2B5EF4-FFF2-40B4-BE49-F238E27FC236}">
                      <a16:creationId xmlns:a16="http://schemas.microsoft.com/office/drawing/2014/main" id="{1AFFD7B8-7E5D-4457-7E2E-3DB9977F86D8}"/>
                    </a:ext>
                  </a:extLst>
                </p:cNvPr>
                <p:cNvPicPr/>
                <p:nvPr/>
              </p:nvPicPr>
              <p:blipFill>
                <a:blip r:embed="rId381"/>
                <a:stretch>
                  <a:fillRect/>
                </a:stretch>
              </p:blipFill>
              <p:spPr>
                <a:xfrm>
                  <a:off x="10212268" y="2342771"/>
                  <a:ext cx="9792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525" name="Ink 524">
                  <a:extLst>
                    <a:ext uri="{FF2B5EF4-FFF2-40B4-BE49-F238E27FC236}">
                      <a16:creationId xmlns:a16="http://schemas.microsoft.com/office/drawing/2014/main" id="{60023316-AE9E-973F-E242-4C4B169497E8}"/>
                    </a:ext>
                  </a:extLst>
                </p14:cNvPr>
                <p14:cNvContentPartPr/>
                <p14:nvPr/>
              </p14:nvContentPartPr>
              <p14:xfrm>
                <a:off x="10350508" y="2381651"/>
                <a:ext cx="266040" cy="399240"/>
              </p14:xfrm>
            </p:contentPart>
          </mc:Choice>
          <mc:Fallback>
            <p:pic>
              <p:nvPicPr>
                <p:cNvPr id="525" name="Ink 524">
                  <a:extLst>
                    <a:ext uri="{FF2B5EF4-FFF2-40B4-BE49-F238E27FC236}">
                      <a16:creationId xmlns:a16="http://schemas.microsoft.com/office/drawing/2014/main" id="{60023316-AE9E-973F-E242-4C4B169497E8}"/>
                    </a:ext>
                  </a:extLst>
                </p:cNvPr>
                <p:cNvPicPr/>
                <p:nvPr/>
              </p:nvPicPr>
              <p:blipFill>
                <a:blip r:embed="rId383"/>
                <a:stretch>
                  <a:fillRect/>
                </a:stretch>
              </p:blipFill>
              <p:spPr>
                <a:xfrm>
                  <a:off x="10341508" y="2372651"/>
                  <a:ext cx="283680" cy="4168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526" name="Ink 525">
                  <a:extLst>
                    <a:ext uri="{FF2B5EF4-FFF2-40B4-BE49-F238E27FC236}">
                      <a16:creationId xmlns:a16="http://schemas.microsoft.com/office/drawing/2014/main" id="{2C189030-C510-13F4-CA16-B7794A2DCE7A}"/>
                    </a:ext>
                  </a:extLst>
                </p14:cNvPr>
                <p14:cNvContentPartPr/>
                <p14:nvPr/>
              </p14:nvContentPartPr>
              <p14:xfrm>
                <a:off x="10719508" y="2373371"/>
                <a:ext cx="54720" cy="54720"/>
              </p14:xfrm>
            </p:contentPart>
          </mc:Choice>
          <mc:Fallback>
            <p:pic>
              <p:nvPicPr>
                <p:cNvPr id="526" name="Ink 525">
                  <a:extLst>
                    <a:ext uri="{FF2B5EF4-FFF2-40B4-BE49-F238E27FC236}">
                      <a16:creationId xmlns:a16="http://schemas.microsoft.com/office/drawing/2014/main" id="{2C189030-C510-13F4-CA16-B7794A2DCE7A}"/>
                    </a:ext>
                  </a:extLst>
                </p:cNvPr>
                <p:cNvPicPr/>
                <p:nvPr/>
              </p:nvPicPr>
              <p:blipFill>
                <a:blip r:embed="rId385"/>
                <a:stretch>
                  <a:fillRect/>
                </a:stretch>
              </p:blipFill>
              <p:spPr>
                <a:xfrm>
                  <a:off x="10710868" y="2364371"/>
                  <a:ext cx="7236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527" name="Ink 526">
                  <a:extLst>
                    <a:ext uri="{FF2B5EF4-FFF2-40B4-BE49-F238E27FC236}">
                      <a16:creationId xmlns:a16="http://schemas.microsoft.com/office/drawing/2014/main" id="{6534B102-6D04-47A9-CA22-EEDF3A89A484}"/>
                    </a:ext>
                  </a:extLst>
                </p14:cNvPr>
                <p14:cNvContentPartPr/>
                <p14:nvPr/>
              </p14:nvContentPartPr>
              <p14:xfrm>
                <a:off x="10738588" y="2490371"/>
                <a:ext cx="53640" cy="75240"/>
              </p14:xfrm>
            </p:contentPart>
          </mc:Choice>
          <mc:Fallback>
            <p:pic>
              <p:nvPicPr>
                <p:cNvPr id="527" name="Ink 526">
                  <a:extLst>
                    <a:ext uri="{FF2B5EF4-FFF2-40B4-BE49-F238E27FC236}">
                      <a16:creationId xmlns:a16="http://schemas.microsoft.com/office/drawing/2014/main" id="{6534B102-6D04-47A9-CA22-EEDF3A89A484}"/>
                    </a:ext>
                  </a:extLst>
                </p:cNvPr>
                <p:cNvPicPr/>
                <p:nvPr/>
              </p:nvPicPr>
              <p:blipFill>
                <a:blip r:embed="rId387"/>
                <a:stretch>
                  <a:fillRect/>
                </a:stretch>
              </p:blipFill>
              <p:spPr>
                <a:xfrm>
                  <a:off x="10729948" y="2481731"/>
                  <a:ext cx="712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528" name="Ink 527">
                  <a:extLst>
                    <a:ext uri="{FF2B5EF4-FFF2-40B4-BE49-F238E27FC236}">
                      <a16:creationId xmlns:a16="http://schemas.microsoft.com/office/drawing/2014/main" id="{4CBD3C15-B358-CC71-ACD9-C9C3A8747383}"/>
                    </a:ext>
                  </a:extLst>
                </p14:cNvPr>
                <p14:cNvContentPartPr/>
                <p14:nvPr/>
              </p14:nvContentPartPr>
              <p14:xfrm>
                <a:off x="10950988" y="2363291"/>
                <a:ext cx="196920" cy="227520"/>
              </p14:xfrm>
            </p:contentPart>
          </mc:Choice>
          <mc:Fallback>
            <p:pic>
              <p:nvPicPr>
                <p:cNvPr id="528" name="Ink 527">
                  <a:extLst>
                    <a:ext uri="{FF2B5EF4-FFF2-40B4-BE49-F238E27FC236}">
                      <a16:creationId xmlns:a16="http://schemas.microsoft.com/office/drawing/2014/main" id="{4CBD3C15-B358-CC71-ACD9-C9C3A8747383}"/>
                    </a:ext>
                  </a:extLst>
                </p:cNvPr>
                <p:cNvPicPr/>
                <p:nvPr/>
              </p:nvPicPr>
              <p:blipFill>
                <a:blip r:embed="rId389"/>
                <a:stretch>
                  <a:fillRect/>
                </a:stretch>
              </p:blipFill>
              <p:spPr>
                <a:xfrm>
                  <a:off x="10941988" y="2354651"/>
                  <a:ext cx="2145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529" name="Ink 528">
                  <a:extLst>
                    <a:ext uri="{FF2B5EF4-FFF2-40B4-BE49-F238E27FC236}">
                      <a16:creationId xmlns:a16="http://schemas.microsoft.com/office/drawing/2014/main" id="{B501F4D1-65FC-562B-44B5-AC862D1589DE}"/>
                    </a:ext>
                  </a:extLst>
                </p14:cNvPr>
                <p14:cNvContentPartPr/>
                <p14:nvPr/>
              </p14:nvContentPartPr>
              <p14:xfrm>
                <a:off x="11205508" y="2269331"/>
                <a:ext cx="547200" cy="276840"/>
              </p14:xfrm>
            </p:contentPart>
          </mc:Choice>
          <mc:Fallback>
            <p:pic>
              <p:nvPicPr>
                <p:cNvPr id="529" name="Ink 528">
                  <a:extLst>
                    <a:ext uri="{FF2B5EF4-FFF2-40B4-BE49-F238E27FC236}">
                      <a16:creationId xmlns:a16="http://schemas.microsoft.com/office/drawing/2014/main" id="{B501F4D1-65FC-562B-44B5-AC862D1589DE}"/>
                    </a:ext>
                  </a:extLst>
                </p:cNvPr>
                <p:cNvPicPr/>
                <p:nvPr/>
              </p:nvPicPr>
              <p:blipFill>
                <a:blip r:embed="rId391"/>
                <a:stretch>
                  <a:fillRect/>
                </a:stretch>
              </p:blipFill>
              <p:spPr>
                <a:xfrm>
                  <a:off x="11196868" y="2260331"/>
                  <a:ext cx="5648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530" name="Ink 529">
                  <a:extLst>
                    <a:ext uri="{FF2B5EF4-FFF2-40B4-BE49-F238E27FC236}">
                      <a16:creationId xmlns:a16="http://schemas.microsoft.com/office/drawing/2014/main" id="{AEAE9E71-E084-5326-832D-BA230C4D0703}"/>
                    </a:ext>
                  </a:extLst>
                </p14:cNvPr>
                <p14:cNvContentPartPr/>
                <p14:nvPr/>
              </p14:nvContentPartPr>
              <p14:xfrm>
                <a:off x="11910388" y="2395691"/>
                <a:ext cx="18000" cy="102240"/>
              </p14:xfrm>
            </p:contentPart>
          </mc:Choice>
          <mc:Fallback>
            <p:pic>
              <p:nvPicPr>
                <p:cNvPr id="530" name="Ink 529">
                  <a:extLst>
                    <a:ext uri="{FF2B5EF4-FFF2-40B4-BE49-F238E27FC236}">
                      <a16:creationId xmlns:a16="http://schemas.microsoft.com/office/drawing/2014/main" id="{AEAE9E71-E084-5326-832D-BA230C4D0703}"/>
                    </a:ext>
                  </a:extLst>
                </p:cNvPr>
                <p:cNvPicPr/>
                <p:nvPr/>
              </p:nvPicPr>
              <p:blipFill>
                <a:blip r:embed="rId393"/>
                <a:stretch>
                  <a:fillRect/>
                </a:stretch>
              </p:blipFill>
              <p:spPr>
                <a:xfrm>
                  <a:off x="11901388" y="2386691"/>
                  <a:ext cx="3564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532" name="Ink 531">
                  <a:extLst>
                    <a:ext uri="{FF2B5EF4-FFF2-40B4-BE49-F238E27FC236}">
                      <a16:creationId xmlns:a16="http://schemas.microsoft.com/office/drawing/2014/main" id="{815DEF6B-0174-B5EB-7A0C-526C6F558F65}"/>
                    </a:ext>
                  </a:extLst>
                </p14:cNvPr>
                <p14:cNvContentPartPr/>
                <p14:nvPr/>
              </p14:nvContentPartPr>
              <p14:xfrm>
                <a:off x="10214788" y="2835251"/>
                <a:ext cx="169560" cy="247320"/>
              </p14:xfrm>
            </p:contentPart>
          </mc:Choice>
          <mc:Fallback>
            <p:pic>
              <p:nvPicPr>
                <p:cNvPr id="532" name="Ink 531">
                  <a:extLst>
                    <a:ext uri="{FF2B5EF4-FFF2-40B4-BE49-F238E27FC236}">
                      <a16:creationId xmlns:a16="http://schemas.microsoft.com/office/drawing/2014/main" id="{815DEF6B-0174-B5EB-7A0C-526C6F558F65}"/>
                    </a:ext>
                  </a:extLst>
                </p:cNvPr>
                <p:cNvPicPr/>
                <p:nvPr/>
              </p:nvPicPr>
              <p:blipFill>
                <a:blip r:embed="rId395"/>
                <a:stretch>
                  <a:fillRect/>
                </a:stretch>
              </p:blipFill>
              <p:spPr>
                <a:xfrm>
                  <a:off x="10205788" y="2826611"/>
                  <a:ext cx="18720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533" name="Ink 532">
                  <a:extLst>
                    <a:ext uri="{FF2B5EF4-FFF2-40B4-BE49-F238E27FC236}">
                      <a16:creationId xmlns:a16="http://schemas.microsoft.com/office/drawing/2014/main" id="{A7ECBF15-EE7E-EEB8-FB60-6934A2562588}"/>
                    </a:ext>
                  </a:extLst>
                </p14:cNvPr>
                <p14:cNvContentPartPr/>
                <p14:nvPr/>
              </p14:nvContentPartPr>
              <p14:xfrm>
                <a:off x="10386148" y="2914451"/>
                <a:ext cx="350280" cy="304920"/>
              </p14:xfrm>
            </p:contentPart>
          </mc:Choice>
          <mc:Fallback>
            <p:pic>
              <p:nvPicPr>
                <p:cNvPr id="533" name="Ink 532">
                  <a:extLst>
                    <a:ext uri="{FF2B5EF4-FFF2-40B4-BE49-F238E27FC236}">
                      <a16:creationId xmlns:a16="http://schemas.microsoft.com/office/drawing/2014/main" id="{A7ECBF15-EE7E-EEB8-FB60-6934A2562588}"/>
                    </a:ext>
                  </a:extLst>
                </p:cNvPr>
                <p:cNvPicPr/>
                <p:nvPr/>
              </p:nvPicPr>
              <p:blipFill>
                <a:blip r:embed="rId397"/>
                <a:stretch>
                  <a:fillRect/>
                </a:stretch>
              </p:blipFill>
              <p:spPr>
                <a:xfrm>
                  <a:off x="10377508" y="2905811"/>
                  <a:ext cx="36792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534" name="Ink 533">
                  <a:extLst>
                    <a:ext uri="{FF2B5EF4-FFF2-40B4-BE49-F238E27FC236}">
                      <a16:creationId xmlns:a16="http://schemas.microsoft.com/office/drawing/2014/main" id="{D9A80D0C-CE52-4EBD-C767-4E866DA0F82F}"/>
                    </a:ext>
                  </a:extLst>
                </p14:cNvPr>
                <p14:cNvContentPartPr/>
                <p14:nvPr/>
              </p14:nvContentPartPr>
              <p14:xfrm>
                <a:off x="10866388" y="2915891"/>
                <a:ext cx="4320" cy="4680"/>
              </p14:xfrm>
            </p:contentPart>
          </mc:Choice>
          <mc:Fallback>
            <p:pic>
              <p:nvPicPr>
                <p:cNvPr id="534" name="Ink 533">
                  <a:extLst>
                    <a:ext uri="{FF2B5EF4-FFF2-40B4-BE49-F238E27FC236}">
                      <a16:creationId xmlns:a16="http://schemas.microsoft.com/office/drawing/2014/main" id="{D9A80D0C-CE52-4EBD-C767-4E866DA0F82F}"/>
                    </a:ext>
                  </a:extLst>
                </p:cNvPr>
                <p:cNvPicPr/>
                <p:nvPr/>
              </p:nvPicPr>
              <p:blipFill>
                <a:blip r:embed="rId399"/>
                <a:stretch>
                  <a:fillRect/>
                </a:stretch>
              </p:blipFill>
              <p:spPr>
                <a:xfrm>
                  <a:off x="10857388" y="2907251"/>
                  <a:ext cx="219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535" name="Ink 534">
                  <a:extLst>
                    <a:ext uri="{FF2B5EF4-FFF2-40B4-BE49-F238E27FC236}">
                      <a16:creationId xmlns:a16="http://schemas.microsoft.com/office/drawing/2014/main" id="{5DD4E6BD-1B44-2FD5-B6FC-EEA0E81AE394}"/>
                    </a:ext>
                  </a:extLst>
                </p14:cNvPr>
                <p14:cNvContentPartPr/>
                <p14:nvPr/>
              </p14:nvContentPartPr>
              <p14:xfrm>
                <a:off x="10887628" y="3033971"/>
                <a:ext cx="12960" cy="4680"/>
              </p14:xfrm>
            </p:contentPart>
          </mc:Choice>
          <mc:Fallback>
            <p:pic>
              <p:nvPicPr>
                <p:cNvPr id="535" name="Ink 534">
                  <a:extLst>
                    <a:ext uri="{FF2B5EF4-FFF2-40B4-BE49-F238E27FC236}">
                      <a16:creationId xmlns:a16="http://schemas.microsoft.com/office/drawing/2014/main" id="{5DD4E6BD-1B44-2FD5-B6FC-EEA0E81AE394}"/>
                    </a:ext>
                  </a:extLst>
                </p:cNvPr>
                <p:cNvPicPr/>
                <p:nvPr/>
              </p:nvPicPr>
              <p:blipFill>
                <a:blip r:embed="rId401"/>
                <a:stretch>
                  <a:fillRect/>
                </a:stretch>
              </p:blipFill>
              <p:spPr>
                <a:xfrm>
                  <a:off x="10878988" y="3024971"/>
                  <a:ext cx="306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536" name="Ink 535">
                  <a:extLst>
                    <a:ext uri="{FF2B5EF4-FFF2-40B4-BE49-F238E27FC236}">
                      <a16:creationId xmlns:a16="http://schemas.microsoft.com/office/drawing/2014/main" id="{8F7D0B2A-5AAD-E74F-4F04-D86157BD17AD}"/>
                    </a:ext>
                  </a:extLst>
                </p14:cNvPr>
                <p14:cNvContentPartPr/>
                <p14:nvPr/>
              </p14:nvContentPartPr>
              <p14:xfrm>
                <a:off x="11064748" y="2854691"/>
                <a:ext cx="191520" cy="194040"/>
              </p14:xfrm>
            </p:contentPart>
          </mc:Choice>
          <mc:Fallback>
            <p:pic>
              <p:nvPicPr>
                <p:cNvPr id="536" name="Ink 535">
                  <a:extLst>
                    <a:ext uri="{FF2B5EF4-FFF2-40B4-BE49-F238E27FC236}">
                      <a16:creationId xmlns:a16="http://schemas.microsoft.com/office/drawing/2014/main" id="{8F7D0B2A-5AAD-E74F-4F04-D86157BD17AD}"/>
                    </a:ext>
                  </a:extLst>
                </p:cNvPr>
                <p:cNvPicPr/>
                <p:nvPr/>
              </p:nvPicPr>
              <p:blipFill>
                <a:blip r:embed="rId403"/>
                <a:stretch>
                  <a:fillRect/>
                </a:stretch>
              </p:blipFill>
              <p:spPr>
                <a:xfrm>
                  <a:off x="11056108" y="2846051"/>
                  <a:ext cx="2091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537" name="Ink 536">
                  <a:extLst>
                    <a:ext uri="{FF2B5EF4-FFF2-40B4-BE49-F238E27FC236}">
                      <a16:creationId xmlns:a16="http://schemas.microsoft.com/office/drawing/2014/main" id="{D672B1ED-0C04-8AC2-179E-639C591AE728}"/>
                    </a:ext>
                  </a:extLst>
                </p14:cNvPr>
                <p14:cNvContentPartPr/>
                <p14:nvPr/>
              </p14:nvContentPartPr>
              <p14:xfrm>
                <a:off x="11339428" y="2758211"/>
                <a:ext cx="566640" cy="241560"/>
              </p14:xfrm>
            </p:contentPart>
          </mc:Choice>
          <mc:Fallback>
            <p:pic>
              <p:nvPicPr>
                <p:cNvPr id="537" name="Ink 536">
                  <a:extLst>
                    <a:ext uri="{FF2B5EF4-FFF2-40B4-BE49-F238E27FC236}">
                      <a16:creationId xmlns:a16="http://schemas.microsoft.com/office/drawing/2014/main" id="{D672B1ED-0C04-8AC2-179E-639C591AE728}"/>
                    </a:ext>
                  </a:extLst>
                </p:cNvPr>
                <p:cNvPicPr/>
                <p:nvPr/>
              </p:nvPicPr>
              <p:blipFill>
                <a:blip r:embed="rId405"/>
                <a:stretch>
                  <a:fillRect/>
                </a:stretch>
              </p:blipFill>
              <p:spPr>
                <a:xfrm>
                  <a:off x="11330788" y="2749211"/>
                  <a:ext cx="5842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538" name="Ink 537">
                  <a:extLst>
                    <a:ext uri="{FF2B5EF4-FFF2-40B4-BE49-F238E27FC236}">
                      <a16:creationId xmlns:a16="http://schemas.microsoft.com/office/drawing/2014/main" id="{7038E309-4118-F801-0E78-EAE46BA64094}"/>
                    </a:ext>
                  </a:extLst>
                </p14:cNvPr>
                <p14:cNvContentPartPr/>
                <p14:nvPr/>
              </p14:nvContentPartPr>
              <p14:xfrm>
                <a:off x="12007588" y="2892131"/>
                <a:ext cx="36000" cy="88560"/>
              </p14:xfrm>
            </p:contentPart>
          </mc:Choice>
          <mc:Fallback>
            <p:pic>
              <p:nvPicPr>
                <p:cNvPr id="538" name="Ink 537">
                  <a:extLst>
                    <a:ext uri="{FF2B5EF4-FFF2-40B4-BE49-F238E27FC236}">
                      <a16:creationId xmlns:a16="http://schemas.microsoft.com/office/drawing/2014/main" id="{7038E309-4118-F801-0E78-EAE46BA64094}"/>
                    </a:ext>
                  </a:extLst>
                </p:cNvPr>
                <p:cNvPicPr/>
                <p:nvPr/>
              </p:nvPicPr>
              <p:blipFill>
                <a:blip r:embed="rId407"/>
                <a:stretch>
                  <a:fillRect/>
                </a:stretch>
              </p:blipFill>
              <p:spPr>
                <a:xfrm>
                  <a:off x="11998588" y="2883131"/>
                  <a:ext cx="536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543" name="Ink 542">
                  <a:extLst>
                    <a:ext uri="{FF2B5EF4-FFF2-40B4-BE49-F238E27FC236}">
                      <a16:creationId xmlns:a16="http://schemas.microsoft.com/office/drawing/2014/main" id="{6DA9EBA0-B95C-1F85-6A00-9F06716A2C8E}"/>
                    </a:ext>
                  </a:extLst>
                </p14:cNvPr>
                <p14:cNvContentPartPr/>
                <p14:nvPr/>
              </p14:nvContentPartPr>
              <p14:xfrm>
                <a:off x="11179588" y="3268691"/>
                <a:ext cx="157320" cy="197280"/>
              </p14:xfrm>
            </p:contentPart>
          </mc:Choice>
          <mc:Fallback>
            <p:pic>
              <p:nvPicPr>
                <p:cNvPr id="543" name="Ink 542">
                  <a:extLst>
                    <a:ext uri="{FF2B5EF4-FFF2-40B4-BE49-F238E27FC236}">
                      <a16:creationId xmlns:a16="http://schemas.microsoft.com/office/drawing/2014/main" id="{6DA9EBA0-B95C-1F85-6A00-9F06716A2C8E}"/>
                    </a:ext>
                  </a:extLst>
                </p:cNvPr>
                <p:cNvPicPr/>
                <p:nvPr/>
              </p:nvPicPr>
              <p:blipFill>
                <a:blip r:embed="rId409"/>
                <a:stretch>
                  <a:fillRect/>
                </a:stretch>
              </p:blipFill>
              <p:spPr>
                <a:xfrm>
                  <a:off x="11170588" y="3259691"/>
                  <a:ext cx="17496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544" name="Ink 543">
                  <a:extLst>
                    <a:ext uri="{FF2B5EF4-FFF2-40B4-BE49-F238E27FC236}">
                      <a16:creationId xmlns:a16="http://schemas.microsoft.com/office/drawing/2014/main" id="{2C67B3F7-2F6C-234D-45E2-20074D9B97DC}"/>
                    </a:ext>
                  </a:extLst>
                </p14:cNvPr>
                <p14:cNvContentPartPr/>
                <p14:nvPr/>
              </p14:nvContentPartPr>
              <p14:xfrm>
                <a:off x="11397748" y="3114971"/>
                <a:ext cx="279000" cy="338040"/>
              </p14:xfrm>
            </p:contentPart>
          </mc:Choice>
          <mc:Fallback>
            <p:pic>
              <p:nvPicPr>
                <p:cNvPr id="544" name="Ink 543">
                  <a:extLst>
                    <a:ext uri="{FF2B5EF4-FFF2-40B4-BE49-F238E27FC236}">
                      <a16:creationId xmlns:a16="http://schemas.microsoft.com/office/drawing/2014/main" id="{2C67B3F7-2F6C-234D-45E2-20074D9B97DC}"/>
                    </a:ext>
                  </a:extLst>
                </p:cNvPr>
                <p:cNvPicPr/>
                <p:nvPr/>
              </p:nvPicPr>
              <p:blipFill>
                <a:blip r:embed="rId411"/>
                <a:stretch>
                  <a:fillRect/>
                </a:stretch>
              </p:blipFill>
              <p:spPr>
                <a:xfrm>
                  <a:off x="11388748" y="3106331"/>
                  <a:ext cx="29664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545" name="Ink 544">
                  <a:extLst>
                    <a:ext uri="{FF2B5EF4-FFF2-40B4-BE49-F238E27FC236}">
                      <a16:creationId xmlns:a16="http://schemas.microsoft.com/office/drawing/2014/main" id="{C6600D31-2C9E-0B2E-F350-4C15F114E06D}"/>
                    </a:ext>
                  </a:extLst>
                </p14:cNvPr>
                <p14:cNvContentPartPr/>
                <p14:nvPr/>
              </p14:nvContentPartPr>
              <p14:xfrm>
                <a:off x="11745148" y="3217571"/>
                <a:ext cx="156240" cy="212760"/>
              </p14:xfrm>
            </p:contentPart>
          </mc:Choice>
          <mc:Fallback>
            <p:pic>
              <p:nvPicPr>
                <p:cNvPr id="545" name="Ink 544">
                  <a:extLst>
                    <a:ext uri="{FF2B5EF4-FFF2-40B4-BE49-F238E27FC236}">
                      <a16:creationId xmlns:a16="http://schemas.microsoft.com/office/drawing/2014/main" id="{C6600D31-2C9E-0B2E-F350-4C15F114E06D}"/>
                    </a:ext>
                  </a:extLst>
                </p:cNvPr>
                <p:cNvPicPr/>
                <p:nvPr/>
              </p:nvPicPr>
              <p:blipFill>
                <a:blip r:embed="rId413"/>
                <a:stretch>
                  <a:fillRect/>
                </a:stretch>
              </p:blipFill>
              <p:spPr>
                <a:xfrm>
                  <a:off x="11736508" y="3208931"/>
                  <a:ext cx="17388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539" name="Ink 538">
                  <a:extLst>
                    <a:ext uri="{FF2B5EF4-FFF2-40B4-BE49-F238E27FC236}">
                      <a16:creationId xmlns:a16="http://schemas.microsoft.com/office/drawing/2014/main" id="{4BF9F4A9-CEED-974B-207B-AA2C00576738}"/>
                    </a:ext>
                  </a:extLst>
                </p14:cNvPr>
                <p14:cNvContentPartPr/>
                <p14:nvPr/>
              </p14:nvContentPartPr>
              <p14:xfrm>
                <a:off x="10228108" y="3258971"/>
                <a:ext cx="169920" cy="283320"/>
              </p14:xfrm>
            </p:contentPart>
          </mc:Choice>
          <mc:Fallback>
            <p:pic>
              <p:nvPicPr>
                <p:cNvPr id="539" name="Ink 538">
                  <a:extLst>
                    <a:ext uri="{FF2B5EF4-FFF2-40B4-BE49-F238E27FC236}">
                      <a16:creationId xmlns:a16="http://schemas.microsoft.com/office/drawing/2014/main" id="{4BF9F4A9-CEED-974B-207B-AA2C00576738}"/>
                    </a:ext>
                  </a:extLst>
                </p:cNvPr>
                <p:cNvPicPr/>
                <p:nvPr/>
              </p:nvPicPr>
              <p:blipFill>
                <a:blip r:embed="rId415"/>
                <a:stretch>
                  <a:fillRect/>
                </a:stretch>
              </p:blipFill>
              <p:spPr>
                <a:xfrm>
                  <a:off x="10219468" y="3250331"/>
                  <a:ext cx="18756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540" name="Ink 539">
                  <a:extLst>
                    <a:ext uri="{FF2B5EF4-FFF2-40B4-BE49-F238E27FC236}">
                      <a16:creationId xmlns:a16="http://schemas.microsoft.com/office/drawing/2014/main" id="{66429177-2D75-6791-C923-7139C693B3A1}"/>
                    </a:ext>
                  </a:extLst>
                </p14:cNvPr>
                <p14:cNvContentPartPr/>
                <p14:nvPr/>
              </p14:nvContentPartPr>
              <p14:xfrm>
                <a:off x="10453468" y="3373451"/>
                <a:ext cx="341640" cy="314640"/>
              </p14:xfrm>
            </p:contentPart>
          </mc:Choice>
          <mc:Fallback>
            <p:pic>
              <p:nvPicPr>
                <p:cNvPr id="540" name="Ink 539">
                  <a:extLst>
                    <a:ext uri="{FF2B5EF4-FFF2-40B4-BE49-F238E27FC236}">
                      <a16:creationId xmlns:a16="http://schemas.microsoft.com/office/drawing/2014/main" id="{66429177-2D75-6791-C923-7139C693B3A1}"/>
                    </a:ext>
                  </a:extLst>
                </p:cNvPr>
                <p:cNvPicPr/>
                <p:nvPr/>
              </p:nvPicPr>
              <p:blipFill>
                <a:blip r:embed="rId417"/>
                <a:stretch>
                  <a:fillRect/>
                </a:stretch>
              </p:blipFill>
              <p:spPr>
                <a:xfrm>
                  <a:off x="10444468" y="3364451"/>
                  <a:ext cx="35928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541" name="Ink 540">
                  <a:extLst>
                    <a:ext uri="{FF2B5EF4-FFF2-40B4-BE49-F238E27FC236}">
                      <a16:creationId xmlns:a16="http://schemas.microsoft.com/office/drawing/2014/main" id="{EE7F7FEC-C1C7-6388-70E0-68326AF709EF}"/>
                    </a:ext>
                  </a:extLst>
                </p14:cNvPr>
                <p14:cNvContentPartPr/>
                <p14:nvPr/>
              </p14:nvContentPartPr>
              <p14:xfrm>
                <a:off x="10972588" y="3352571"/>
                <a:ext cx="1440" cy="7560"/>
              </p14:xfrm>
            </p:contentPart>
          </mc:Choice>
          <mc:Fallback>
            <p:pic>
              <p:nvPicPr>
                <p:cNvPr id="541" name="Ink 540">
                  <a:extLst>
                    <a:ext uri="{FF2B5EF4-FFF2-40B4-BE49-F238E27FC236}">
                      <a16:creationId xmlns:a16="http://schemas.microsoft.com/office/drawing/2014/main" id="{EE7F7FEC-C1C7-6388-70E0-68326AF709EF}"/>
                    </a:ext>
                  </a:extLst>
                </p:cNvPr>
                <p:cNvPicPr/>
                <p:nvPr/>
              </p:nvPicPr>
              <p:blipFill>
                <a:blip r:embed="rId419"/>
                <a:stretch>
                  <a:fillRect/>
                </a:stretch>
              </p:blipFill>
              <p:spPr>
                <a:xfrm>
                  <a:off x="10963588" y="3343931"/>
                  <a:ext cx="19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542" name="Ink 541">
                  <a:extLst>
                    <a:ext uri="{FF2B5EF4-FFF2-40B4-BE49-F238E27FC236}">
                      <a16:creationId xmlns:a16="http://schemas.microsoft.com/office/drawing/2014/main" id="{C9CA4C6B-CA4C-FDF6-E623-AC94B27036E8}"/>
                    </a:ext>
                  </a:extLst>
                </p14:cNvPr>
                <p14:cNvContentPartPr/>
                <p14:nvPr/>
              </p14:nvContentPartPr>
              <p14:xfrm>
                <a:off x="10986988" y="3494411"/>
                <a:ext cx="7560" cy="4680"/>
              </p14:xfrm>
            </p:contentPart>
          </mc:Choice>
          <mc:Fallback>
            <p:pic>
              <p:nvPicPr>
                <p:cNvPr id="542" name="Ink 541">
                  <a:extLst>
                    <a:ext uri="{FF2B5EF4-FFF2-40B4-BE49-F238E27FC236}">
                      <a16:creationId xmlns:a16="http://schemas.microsoft.com/office/drawing/2014/main" id="{C9CA4C6B-CA4C-FDF6-E623-AC94B27036E8}"/>
                    </a:ext>
                  </a:extLst>
                </p:cNvPr>
                <p:cNvPicPr/>
                <p:nvPr/>
              </p:nvPicPr>
              <p:blipFill>
                <a:blip r:embed="rId421"/>
                <a:stretch>
                  <a:fillRect/>
                </a:stretch>
              </p:blipFill>
              <p:spPr>
                <a:xfrm>
                  <a:off x="10977988" y="3485411"/>
                  <a:ext cx="252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546" name="Ink 545">
                  <a:extLst>
                    <a:ext uri="{FF2B5EF4-FFF2-40B4-BE49-F238E27FC236}">
                      <a16:creationId xmlns:a16="http://schemas.microsoft.com/office/drawing/2014/main" id="{0B82B7A3-33CC-9AAE-E5EF-5CAADF631B60}"/>
                    </a:ext>
                  </a:extLst>
                </p14:cNvPr>
                <p14:cNvContentPartPr/>
                <p14:nvPr/>
              </p14:nvContentPartPr>
              <p14:xfrm>
                <a:off x="9972868" y="3543731"/>
                <a:ext cx="162000" cy="369360"/>
              </p14:xfrm>
            </p:contentPart>
          </mc:Choice>
          <mc:Fallback>
            <p:pic>
              <p:nvPicPr>
                <p:cNvPr id="546" name="Ink 545">
                  <a:extLst>
                    <a:ext uri="{FF2B5EF4-FFF2-40B4-BE49-F238E27FC236}">
                      <a16:creationId xmlns:a16="http://schemas.microsoft.com/office/drawing/2014/main" id="{0B82B7A3-33CC-9AAE-E5EF-5CAADF631B60}"/>
                    </a:ext>
                  </a:extLst>
                </p:cNvPr>
                <p:cNvPicPr/>
                <p:nvPr/>
              </p:nvPicPr>
              <p:blipFill>
                <a:blip r:embed="rId423"/>
                <a:stretch>
                  <a:fillRect/>
                </a:stretch>
              </p:blipFill>
              <p:spPr>
                <a:xfrm>
                  <a:off x="9964228" y="3534731"/>
                  <a:ext cx="179640" cy="38700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550" name="Ink 549">
                  <a:extLst>
                    <a:ext uri="{FF2B5EF4-FFF2-40B4-BE49-F238E27FC236}">
                      <a16:creationId xmlns:a16="http://schemas.microsoft.com/office/drawing/2014/main" id="{CF0C394E-5DA7-AFE5-FB6E-2E9B2FBF543D}"/>
                    </a:ext>
                  </a:extLst>
                </p14:cNvPr>
                <p14:cNvContentPartPr/>
                <p14:nvPr/>
              </p14:nvContentPartPr>
              <p14:xfrm>
                <a:off x="8536828" y="4436531"/>
                <a:ext cx="160560" cy="561240"/>
              </p14:xfrm>
            </p:contentPart>
          </mc:Choice>
          <mc:Fallback>
            <p:pic>
              <p:nvPicPr>
                <p:cNvPr id="550" name="Ink 549">
                  <a:extLst>
                    <a:ext uri="{FF2B5EF4-FFF2-40B4-BE49-F238E27FC236}">
                      <a16:creationId xmlns:a16="http://schemas.microsoft.com/office/drawing/2014/main" id="{CF0C394E-5DA7-AFE5-FB6E-2E9B2FBF543D}"/>
                    </a:ext>
                  </a:extLst>
                </p:cNvPr>
                <p:cNvPicPr/>
                <p:nvPr/>
              </p:nvPicPr>
              <p:blipFill>
                <a:blip r:embed="rId425"/>
                <a:stretch>
                  <a:fillRect/>
                </a:stretch>
              </p:blipFill>
              <p:spPr>
                <a:xfrm>
                  <a:off x="8528188" y="4427891"/>
                  <a:ext cx="178200" cy="57888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551" name="Ink 550">
                  <a:extLst>
                    <a:ext uri="{FF2B5EF4-FFF2-40B4-BE49-F238E27FC236}">
                      <a16:creationId xmlns:a16="http://schemas.microsoft.com/office/drawing/2014/main" id="{5240AA37-B610-C89E-5C27-DC43EB44C72E}"/>
                    </a:ext>
                  </a:extLst>
                </p14:cNvPr>
                <p14:cNvContentPartPr/>
                <p14:nvPr/>
              </p14:nvContentPartPr>
              <p14:xfrm>
                <a:off x="8541148" y="4949531"/>
                <a:ext cx="2962800" cy="41760"/>
              </p14:xfrm>
            </p:contentPart>
          </mc:Choice>
          <mc:Fallback>
            <p:pic>
              <p:nvPicPr>
                <p:cNvPr id="551" name="Ink 550">
                  <a:extLst>
                    <a:ext uri="{FF2B5EF4-FFF2-40B4-BE49-F238E27FC236}">
                      <a16:creationId xmlns:a16="http://schemas.microsoft.com/office/drawing/2014/main" id="{5240AA37-B610-C89E-5C27-DC43EB44C72E}"/>
                    </a:ext>
                  </a:extLst>
                </p:cNvPr>
                <p:cNvPicPr/>
                <p:nvPr/>
              </p:nvPicPr>
              <p:blipFill>
                <a:blip r:embed="rId427"/>
                <a:stretch>
                  <a:fillRect/>
                </a:stretch>
              </p:blipFill>
              <p:spPr>
                <a:xfrm>
                  <a:off x="8532508" y="4940531"/>
                  <a:ext cx="298044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552" name="Ink 551">
                  <a:extLst>
                    <a:ext uri="{FF2B5EF4-FFF2-40B4-BE49-F238E27FC236}">
                      <a16:creationId xmlns:a16="http://schemas.microsoft.com/office/drawing/2014/main" id="{48AE084B-44C0-EF52-A889-BBBDAA4FD0CF}"/>
                    </a:ext>
                  </a:extLst>
                </p14:cNvPr>
                <p14:cNvContentPartPr/>
                <p14:nvPr/>
              </p14:nvContentPartPr>
              <p14:xfrm>
                <a:off x="8640508" y="4358411"/>
                <a:ext cx="3524760" cy="638640"/>
              </p14:xfrm>
            </p:contentPart>
          </mc:Choice>
          <mc:Fallback>
            <p:pic>
              <p:nvPicPr>
                <p:cNvPr id="552" name="Ink 551">
                  <a:extLst>
                    <a:ext uri="{FF2B5EF4-FFF2-40B4-BE49-F238E27FC236}">
                      <a16:creationId xmlns:a16="http://schemas.microsoft.com/office/drawing/2014/main" id="{48AE084B-44C0-EF52-A889-BBBDAA4FD0CF}"/>
                    </a:ext>
                  </a:extLst>
                </p:cNvPr>
                <p:cNvPicPr/>
                <p:nvPr/>
              </p:nvPicPr>
              <p:blipFill>
                <a:blip r:embed="rId429"/>
                <a:stretch>
                  <a:fillRect/>
                </a:stretch>
              </p:blipFill>
              <p:spPr>
                <a:xfrm>
                  <a:off x="8631508" y="4349771"/>
                  <a:ext cx="3542400" cy="6562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553" name="Ink 552">
                  <a:extLst>
                    <a:ext uri="{FF2B5EF4-FFF2-40B4-BE49-F238E27FC236}">
                      <a16:creationId xmlns:a16="http://schemas.microsoft.com/office/drawing/2014/main" id="{59B6B84F-FF64-6E99-7B7A-14EAAE1A04AA}"/>
                    </a:ext>
                  </a:extLst>
                </p14:cNvPr>
                <p14:cNvContentPartPr/>
                <p14:nvPr/>
              </p14:nvContentPartPr>
              <p14:xfrm>
                <a:off x="9597388" y="4435091"/>
                <a:ext cx="33840" cy="509400"/>
              </p14:xfrm>
            </p:contentPart>
          </mc:Choice>
          <mc:Fallback>
            <p:pic>
              <p:nvPicPr>
                <p:cNvPr id="553" name="Ink 552">
                  <a:extLst>
                    <a:ext uri="{FF2B5EF4-FFF2-40B4-BE49-F238E27FC236}">
                      <a16:creationId xmlns:a16="http://schemas.microsoft.com/office/drawing/2014/main" id="{59B6B84F-FF64-6E99-7B7A-14EAAE1A04AA}"/>
                    </a:ext>
                  </a:extLst>
                </p:cNvPr>
                <p:cNvPicPr/>
                <p:nvPr/>
              </p:nvPicPr>
              <p:blipFill>
                <a:blip r:embed="rId431"/>
                <a:stretch>
                  <a:fillRect/>
                </a:stretch>
              </p:blipFill>
              <p:spPr>
                <a:xfrm>
                  <a:off x="9588388" y="4426091"/>
                  <a:ext cx="51480" cy="52704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554" name="Ink 553">
                  <a:extLst>
                    <a:ext uri="{FF2B5EF4-FFF2-40B4-BE49-F238E27FC236}">
                      <a16:creationId xmlns:a16="http://schemas.microsoft.com/office/drawing/2014/main" id="{3647E3C7-D2E5-0ADC-5DBB-063E80F1457F}"/>
                    </a:ext>
                  </a:extLst>
                </p14:cNvPr>
                <p14:cNvContentPartPr/>
                <p14:nvPr/>
              </p14:nvContentPartPr>
              <p14:xfrm>
                <a:off x="10744708" y="4439051"/>
                <a:ext cx="43920" cy="467280"/>
              </p14:xfrm>
            </p:contentPart>
          </mc:Choice>
          <mc:Fallback>
            <p:pic>
              <p:nvPicPr>
                <p:cNvPr id="554" name="Ink 553">
                  <a:extLst>
                    <a:ext uri="{FF2B5EF4-FFF2-40B4-BE49-F238E27FC236}">
                      <a16:creationId xmlns:a16="http://schemas.microsoft.com/office/drawing/2014/main" id="{3647E3C7-D2E5-0ADC-5DBB-063E80F1457F}"/>
                    </a:ext>
                  </a:extLst>
                </p:cNvPr>
                <p:cNvPicPr/>
                <p:nvPr/>
              </p:nvPicPr>
              <p:blipFill>
                <a:blip r:embed="rId433"/>
                <a:stretch>
                  <a:fillRect/>
                </a:stretch>
              </p:blipFill>
              <p:spPr>
                <a:xfrm>
                  <a:off x="10736068" y="4430411"/>
                  <a:ext cx="6156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555" name="Ink 554">
                  <a:extLst>
                    <a:ext uri="{FF2B5EF4-FFF2-40B4-BE49-F238E27FC236}">
                      <a16:creationId xmlns:a16="http://schemas.microsoft.com/office/drawing/2014/main" id="{85A4CC65-B024-D586-DB04-D01A98E046EA}"/>
                    </a:ext>
                  </a:extLst>
                </p14:cNvPr>
                <p14:cNvContentPartPr/>
                <p14:nvPr/>
              </p14:nvContentPartPr>
              <p14:xfrm>
                <a:off x="8763268" y="4125491"/>
                <a:ext cx="125280" cy="213840"/>
              </p14:xfrm>
            </p:contentPart>
          </mc:Choice>
          <mc:Fallback>
            <p:pic>
              <p:nvPicPr>
                <p:cNvPr id="555" name="Ink 554">
                  <a:extLst>
                    <a:ext uri="{FF2B5EF4-FFF2-40B4-BE49-F238E27FC236}">
                      <a16:creationId xmlns:a16="http://schemas.microsoft.com/office/drawing/2014/main" id="{85A4CC65-B024-D586-DB04-D01A98E046EA}"/>
                    </a:ext>
                  </a:extLst>
                </p:cNvPr>
                <p:cNvPicPr/>
                <p:nvPr/>
              </p:nvPicPr>
              <p:blipFill>
                <a:blip r:embed="rId435"/>
                <a:stretch>
                  <a:fillRect/>
                </a:stretch>
              </p:blipFill>
              <p:spPr>
                <a:xfrm>
                  <a:off x="8754268" y="4116491"/>
                  <a:ext cx="14292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556" name="Ink 555">
                  <a:extLst>
                    <a:ext uri="{FF2B5EF4-FFF2-40B4-BE49-F238E27FC236}">
                      <a16:creationId xmlns:a16="http://schemas.microsoft.com/office/drawing/2014/main" id="{7B0C4497-B793-B65F-01DE-1EED28C9292D}"/>
                    </a:ext>
                  </a:extLst>
                </p14:cNvPr>
                <p14:cNvContentPartPr/>
                <p14:nvPr/>
              </p14:nvContentPartPr>
              <p14:xfrm>
                <a:off x="8927788" y="4111811"/>
                <a:ext cx="356760" cy="236520"/>
              </p14:xfrm>
            </p:contentPart>
          </mc:Choice>
          <mc:Fallback>
            <p:pic>
              <p:nvPicPr>
                <p:cNvPr id="556" name="Ink 555">
                  <a:extLst>
                    <a:ext uri="{FF2B5EF4-FFF2-40B4-BE49-F238E27FC236}">
                      <a16:creationId xmlns:a16="http://schemas.microsoft.com/office/drawing/2014/main" id="{7B0C4497-B793-B65F-01DE-1EED28C9292D}"/>
                    </a:ext>
                  </a:extLst>
                </p:cNvPr>
                <p:cNvPicPr/>
                <p:nvPr/>
              </p:nvPicPr>
              <p:blipFill>
                <a:blip r:embed="rId437"/>
                <a:stretch>
                  <a:fillRect/>
                </a:stretch>
              </p:blipFill>
              <p:spPr>
                <a:xfrm>
                  <a:off x="8919148" y="4103171"/>
                  <a:ext cx="37440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557" name="Ink 556">
                  <a:extLst>
                    <a:ext uri="{FF2B5EF4-FFF2-40B4-BE49-F238E27FC236}">
                      <a16:creationId xmlns:a16="http://schemas.microsoft.com/office/drawing/2014/main" id="{62ED1617-3AA6-C2A7-4EC6-4D6B776814A2}"/>
                    </a:ext>
                  </a:extLst>
                </p14:cNvPr>
                <p14:cNvContentPartPr/>
                <p14:nvPr/>
              </p14:nvContentPartPr>
              <p14:xfrm>
                <a:off x="9249988" y="4182011"/>
                <a:ext cx="51120" cy="125280"/>
              </p14:xfrm>
            </p:contentPart>
          </mc:Choice>
          <mc:Fallback>
            <p:pic>
              <p:nvPicPr>
                <p:cNvPr id="557" name="Ink 556">
                  <a:extLst>
                    <a:ext uri="{FF2B5EF4-FFF2-40B4-BE49-F238E27FC236}">
                      <a16:creationId xmlns:a16="http://schemas.microsoft.com/office/drawing/2014/main" id="{62ED1617-3AA6-C2A7-4EC6-4D6B776814A2}"/>
                    </a:ext>
                  </a:extLst>
                </p:cNvPr>
                <p:cNvPicPr/>
                <p:nvPr/>
              </p:nvPicPr>
              <p:blipFill>
                <a:blip r:embed="rId439"/>
                <a:stretch>
                  <a:fillRect/>
                </a:stretch>
              </p:blipFill>
              <p:spPr>
                <a:xfrm>
                  <a:off x="9241348" y="4173011"/>
                  <a:ext cx="687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558" name="Ink 557">
                  <a:extLst>
                    <a:ext uri="{FF2B5EF4-FFF2-40B4-BE49-F238E27FC236}">
                      <a16:creationId xmlns:a16="http://schemas.microsoft.com/office/drawing/2014/main" id="{7FA75AE1-971C-8804-EFAE-3442A32C1478}"/>
                    </a:ext>
                  </a:extLst>
                </p14:cNvPr>
                <p14:cNvContentPartPr/>
                <p14:nvPr/>
              </p14:nvContentPartPr>
              <p14:xfrm>
                <a:off x="9285268" y="4049891"/>
                <a:ext cx="360" cy="19080"/>
              </p14:xfrm>
            </p:contentPart>
          </mc:Choice>
          <mc:Fallback>
            <p:pic>
              <p:nvPicPr>
                <p:cNvPr id="558" name="Ink 557">
                  <a:extLst>
                    <a:ext uri="{FF2B5EF4-FFF2-40B4-BE49-F238E27FC236}">
                      <a16:creationId xmlns:a16="http://schemas.microsoft.com/office/drawing/2014/main" id="{7FA75AE1-971C-8804-EFAE-3442A32C1478}"/>
                    </a:ext>
                  </a:extLst>
                </p:cNvPr>
                <p:cNvPicPr/>
                <p:nvPr/>
              </p:nvPicPr>
              <p:blipFill>
                <a:blip r:embed="rId441"/>
                <a:stretch>
                  <a:fillRect/>
                </a:stretch>
              </p:blipFill>
              <p:spPr>
                <a:xfrm>
                  <a:off x="9276628" y="4040891"/>
                  <a:ext cx="180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559" name="Ink 558">
                  <a:extLst>
                    <a:ext uri="{FF2B5EF4-FFF2-40B4-BE49-F238E27FC236}">
                      <a16:creationId xmlns:a16="http://schemas.microsoft.com/office/drawing/2014/main" id="{E8214BC2-CE1D-E38E-1BB6-22809E41A4E2}"/>
                    </a:ext>
                  </a:extLst>
                </p14:cNvPr>
                <p14:cNvContentPartPr/>
                <p14:nvPr/>
              </p14:nvContentPartPr>
              <p14:xfrm>
                <a:off x="9363028" y="4022891"/>
                <a:ext cx="109080" cy="279360"/>
              </p14:xfrm>
            </p:contentPart>
          </mc:Choice>
          <mc:Fallback>
            <p:pic>
              <p:nvPicPr>
                <p:cNvPr id="559" name="Ink 558">
                  <a:extLst>
                    <a:ext uri="{FF2B5EF4-FFF2-40B4-BE49-F238E27FC236}">
                      <a16:creationId xmlns:a16="http://schemas.microsoft.com/office/drawing/2014/main" id="{E8214BC2-CE1D-E38E-1BB6-22809E41A4E2}"/>
                    </a:ext>
                  </a:extLst>
                </p:cNvPr>
                <p:cNvPicPr/>
                <p:nvPr/>
              </p:nvPicPr>
              <p:blipFill>
                <a:blip r:embed="rId443"/>
                <a:stretch>
                  <a:fillRect/>
                </a:stretch>
              </p:blipFill>
              <p:spPr>
                <a:xfrm>
                  <a:off x="9354388" y="4013891"/>
                  <a:ext cx="12672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560" name="Ink 559">
                  <a:extLst>
                    <a:ext uri="{FF2B5EF4-FFF2-40B4-BE49-F238E27FC236}">
                      <a16:creationId xmlns:a16="http://schemas.microsoft.com/office/drawing/2014/main" id="{BDFD86F0-A3A9-7988-5F93-2C16FD89CC24}"/>
                    </a:ext>
                  </a:extLst>
                </p14:cNvPr>
                <p14:cNvContentPartPr/>
                <p14:nvPr/>
              </p14:nvContentPartPr>
              <p14:xfrm>
                <a:off x="9717628" y="4179851"/>
                <a:ext cx="231840" cy="164880"/>
              </p14:xfrm>
            </p:contentPart>
          </mc:Choice>
          <mc:Fallback>
            <p:pic>
              <p:nvPicPr>
                <p:cNvPr id="560" name="Ink 559">
                  <a:extLst>
                    <a:ext uri="{FF2B5EF4-FFF2-40B4-BE49-F238E27FC236}">
                      <a16:creationId xmlns:a16="http://schemas.microsoft.com/office/drawing/2014/main" id="{BDFD86F0-A3A9-7988-5F93-2C16FD89CC24}"/>
                    </a:ext>
                  </a:extLst>
                </p:cNvPr>
                <p:cNvPicPr/>
                <p:nvPr/>
              </p:nvPicPr>
              <p:blipFill>
                <a:blip r:embed="rId445"/>
                <a:stretch>
                  <a:fillRect/>
                </a:stretch>
              </p:blipFill>
              <p:spPr>
                <a:xfrm>
                  <a:off x="9708988" y="4171211"/>
                  <a:ext cx="2494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561" name="Ink 560">
                  <a:extLst>
                    <a:ext uri="{FF2B5EF4-FFF2-40B4-BE49-F238E27FC236}">
                      <a16:creationId xmlns:a16="http://schemas.microsoft.com/office/drawing/2014/main" id="{C6BFFB00-85BB-9425-FD8E-85ED777E7E33}"/>
                    </a:ext>
                  </a:extLst>
                </p14:cNvPr>
                <p14:cNvContentPartPr/>
                <p14:nvPr/>
              </p14:nvContentPartPr>
              <p14:xfrm>
                <a:off x="10010668" y="4205771"/>
                <a:ext cx="94320" cy="99000"/>
              </p14:xfrm>
            </p:contentPart>
          </mc:Choice>
          <mc:Fallback>
            <p:pic>
              <p:nvPicPr>
                <p:cNvPr id="561" name="Ink 560">
                  <a:extLst>
                    <a:ext uri="{FF2B5EF4-FFF2-40B4-BE49-F238E27FC236}">
                      <a16:creationId xmlns:a16="http://schemas.microsoft.com/office/drawing/2014/main" id="{C6BFFB00-85BB-9425-FD8E-85ED777E7E33}"/>
                    </a:ext>
                  </a:extLst>
                </p:cNvPr>
                <p:cNvPicPr/>
                <p:nvPr/>
              </p:nvPicPr>
              <p:blipFill>
                <a:blip r:embed="rId447"/>
                <a:stretch>
                  <a:fillRect/>
                </a:stretch>
              </p:blipFill>
              <p:spPr>
                <a:xfrm>
                  <a:off x="10002028" y="4197131"/>
                  <a:ext cx="11196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562" name="Ink 561">
                  <a:extLst>
                    <a:ext uri="{FF2B5EF4-FFF2-40B4-BE49-F238E27FC236}">
                      <a16:creationId xmlns:a16="http://schemas.microsoft.com/office/drawing/2014/main" id="{76DB446C-4EBE-6660-8F07-6B8C7528B0E4}"/>
                    </a:ext>
                  </a:extLst>
                </p14:cNvPr>
                <p14:cNvContentPartPr/>
                <p14:nvPr/>
              </p14:nvContentPartPr>
              <p14:xfrm>
                <a:off x="10171588" y="4158251"/>
                <a:ext cx="336600" cy="137160"/>
              </p14:xfrm>
            </p:contentPart>
          </mc:Choice>
          <mc:Fallback>
            <p:pic>
              <p:nvPicPr>
                <p:cNvPr id="562" name="Ink 561">
                  <a:extLst>
                    <a:ext uri="{FF2B5EF4-FFF2-40B4-BE49-F238E27FC236}">
                      <a16:creationId xmlns:a16="http://schemas.microsoft.com/office/drawing/2014/main" id="{76DB446C-4EBE-6660-8F07-6B8C7528B0E4}"/>
                    </a:ext>
                  </a:extLst>
                </p:cNvPr>
                <p:cNvPicPr/>
                <p:nvPr/>
              </p:nvPicPr>
              <p:blipFill>
                <a:blip r:embed="rId449"/>
                <a:stretch>
                  <a:fillRect/>
                </a:stretch>
              </p:blipFill>
              <p:spPr>
                <a:xfrm>
                  <a:off x="10162588" y="4149251"/>
                  <a:ext cx="35424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563" name="Ink 562">
                  <a:extLst>
                    <a:ext uri="{FF2B5EF4-FFF2-40B4-BE49-F238E27FC236}">
                      <a16:creationId xmlns:a16="http://schemas.microsoft.com/office/drawing/2014/main" id="{A51989DB-544E-8F91-8AB0-CD6CFA7AD95F}"/>
                    </a:ext>
                  </a:extLst>
                </p14:cNvPr>
                <p14:cNvContentPartPr/>
                <p14:nvPr/>
              </p14:nvContentPartPr>
              <p14:xfrm>
                <a:off x="11055388" y="4056371"/>
                <a:ext cx="158040" cy="255240"/>
              </p14:xfrm>
            </p:contentPart>
          </mc:Choice>
          <mc:Fallback>
            <p:pic>
              <p:nvPicPr>
                <p:cNvPr id="563" name="Ink 562">
                  <a:extLst>
                    <a:ext uri="{FF2B5EF4-FFF2-40B4-BE49-F238E27FC236}">
                      <a16:creationId xmlns:a16="http://schemas.microsoft.com/office/drawing/2014/main" id="{A51989DB-544E-8F91-8AB0-CD6CFA7AD95F}"/>
                    </a:ext>
                  </a:extLst>
                </p:cNvPr>
                <p:cNvPicPr/>
                <p:nvPr/>
              </p:nvPicPr>
              <p:blipFill>
                <a:blip r:embed="rId451"/>
                <a:stretch>
                  <a:fillRect/>
                </a:stretch>
              </p:blipFill>
              <p:spPr>
                <a:xfrm>
                  <a:off x="11046388" y="4047731"/>
                  <a:ext cx="1756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564" name="Ink 563">
                  <a:extLst>
                    <a:ext uri="{FF2B5EF4-FFF2-40B4-BE49-F238E27FC236}">
                      <a16:creationId xmlns:a16="http://schemas.microsoft.com/office/drawing/2014/main" id="{BD624243-4EEC-FBE9-360C-D38DDAC79FA1}"/>
                    </a:ext>
                  </a:extLst>
                </p14:cNvPr>
                <p14:cNvContentPartPr/>
                <p14:nvPr/>
              </p14:nvContentPartPr>
              <p14:xfrm>
                <a:off x="11261668" y="4160051"/>
                <a:ext cx="122040" cy="128520"/>
              </p14:xfrm>
            </p:contentPart>
          </mc:Choice>
          <mc:Fallback>
            <p:pic>
              <p:nvPicPr>
                <p:cNvPr id="564" name="Ink 563">
                  <a:extLst>
                    <a:ext uri="{FF2B5EF4-FFF2-40B4-BE49-F238E27FC236}">
                      <a16:creationId xmlns:a16="http://schemas.microsoft.com/office/drawing/2014/main" id="{BD624243-4EEC-FBE9-360C-D38DDAC79FA1}"/>
                    </a:ext>
                  </a:extLst>
                </p:cNvPr>
                <p:cNvPicPr/>
                <p:nvPr/>
              </p:nvPicPr>
              <p:blipFill>
                <a:blip r:embed="rId453"/>
                <a:stretch>
                  <a:fillRect/>
                </a:stretch>
              </p:blipFill>
              <p:spPr>
                <a:xfrm>
                  <a:off x="11252668" y="4151411"/>
                  <a:ext cx="1396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565" name="Ink 564">
                  <a:extLst>
                    <a:ext uri="{FF2B5EF4-FFF2-40B4-BE49-F238E27FC236}">
                      <a16:creationId xmlns:a16="http://schemas.microsoft.com/office/drawing/2014/main" id="{35169E99-D681-DFA0-102B-9F67CAC56222}"/>
                    </a:ext>
                  </a:extLst>
                </p14:cNvPr>
                <p14:cNvContentPartPr/>
                <p14:nvPr/>
              </p14:nvContentPartPr>
              <p14:xfrm>
                <a:off x="11489908" y="4205051"/>
                <a:ext cx="77400" cy="61560"/>
              </p14:xfrm>
            </p:contentPart>
          </mc:Choice>
          <mc:Fallback>
            <p:pic>
              <p:nvPicPr>
                <p:cNvPr id="565" name="Ink 564">
                  <a:extLst>
                    <a:ext uri="{FF2B5EF4-FFF2-40B4-BE49-F238E27FC236}">
                      <a16:creationId xmlns:a16="http://schemas.microsoft.com/office/drawing/2014/main" id="{35169E99-D681-DFA0-102B-9F67CAC56222}"/>
                    </a:ext>
                  </a:extLst>
                </p:cNvPr>
                <p:cNvPicPr/>
                <p:nvPr/>
              </p:nvPicPr>
              <p:blipFill>
                <a:blip r:embed="rId455"/>
                <a:stretch>
                  <a:fillRect/>
                </a:stretch>
              </p:blipFill>
              <p:spPr>
                <a:xfrm>
                  <a:off x="11481268" y="4196411"/>
                  <a:ext cx="9504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566" name="Ink 565">
                  <a:extLst>
                    <a:ext uri="{FF2B5EF4-FFF2-40B4-BE49-F238E27FC236}">
                      <a16:creationId xmlns:a16="http://schemas.microsoft.com/office/drawing/2014/main" id="{347AAB31-CE1D-4503-485B-233FD5CCB9FC}"/>
                    </a:ext>
                  </a:extLst>
                </p14:cNvPr>
                <p14:cNvContentPartPr/>
                <p14:nvPr/>
              </p14:nvContentPartPr>
              <p14:xfrm>
                <a:off x="11476228" y="4166171"/>
                <a:ext cx="106200" cy="128880"/>
              </p14:xfrm>
            </p:contentPart>
          </mc:Choice>
          <mc:Fallback>
            <p:pic>
              <p:nvPicPr>
                <p:cNvPr id="566" name="Ink 565">
                  <a:extLst>
                    <a:ext uri="{FF2B5EF4-FFF2-40B4-BE49-F238E27FC236}">
                      <a16:creationId xmlns:a16="http://schemas.microsoft.com/office/drawing/2014/main" id="{347AAB31-CE1D-4503-485B-233FD5CCB9FC}"/>
                    </a:ext>
                  </a:extLst>
                </p:cNvPr>
                <p:cNvPicPr/>
                <p:nvPr/>
              </p:nvPicPr>
              <p:blipFill>
                <a:blip r:embed="rId457"/>
                <a:stretch>
                  <a:fillRect/>
                </a:stretch>
              </p:blipFill>
              <p:spPr>
                <a:xfrm>
                  <a:off x="11467588" y="4157171"/>
                  <a:ext cx="1238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569" name="Ink 568">
                  <a:extLst>
                    <a:ext uri="{FF2B5EF4-FFF2-40B4-BE49-F238E27FC236}">
                      <a16:creationId xmlns:a16="http://schemas.microsoft.com/office/drawing/2014/main" id="{7A7E8AF9-A713-4095-665D-E6AD7B561089}"/>
                    </a:ext>
                  </a:extLst>
                </p14:cNvPr>
                <p14:cNvContentPartPr/>
                <p14:nvPr/>
              </p14:nvContentPartPr>
              <p14:xfrm>
                <a:off x="8796388" y="4624811"/>
                <a:ext cx="36720" cy="214560"/>
              </p14:xfrm>
            </p:contentPart>
          </mc:Choice>
          <mc:Fallback>
            <p:pic>
              <p:nvPicPr>
                <p:cNvPr id="569" name="Ink 568">
                  <a:extLst>
                    <a:ext uri="{FF2B5EF4-FFF2-40B4-BE49-F238E27FC236}">
                      <a16:creationId xmlns:a16="http://schemas.microsoft.com/office/drawing/2014/main" id="{7A7E8AF9-A713-4095-665D-E6AD7B561089}"/>
                    </a:ext>
                  </a:extLst>
                </p:cNvPr>
                <p:cNvPicPr/>
                <p:nvPr/>
              </p:nvPicPr>
              <p:blipFill>
                <a:blip r:embed="rId459"/>
                <a:stretch>
                  <a:fillRect/>
                </a:stretch>
              </p:blipFill>
              <p:spPr>
                <a:xfrm>
                  <a:off x="8787388" y="4616171"/>
                  <a:ext cx="543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570" name="Ink 569">
                  <a:extLst>
                    <a:ext uri="{FF2B5EF4-FFF2-40B4-BE49-F238E27FC236}">
                      <a16:creationId xmlns:a16="http://schemas.microsoft.com/office/drawing/2014/main" id="{54F1B19F-EB61-8A3D-80EE-CADD07DC543B}"/>
                    </a:ext>
                  </a:extLst>
                </p14:cNvPr>
                <p14:cNvContentPartPr/>
                <p14:nvPr/>
              </p14:nvContentPartPr>
              <p14:xfrm>
                <a:off x="8903668" y="4691771"/>
                <a:ext cx="99360" cy="149040"/>
              </p14:xfrm>
            </p:contentPart>
          </mc:Choice>
          <mc:Fallback>
            <p:pic>
              <p:nvPicPr>
                <p:cNvPr id="570" name="Ink 569">
                  <a:extLst>
                    <a:ext uri="{FF2B5EF4-FFF2-40B4-BE49-F238E27FC236}">
                      <a16:creationId xmlns:a16="http://schemas.microsoft.com/office/drawing/2014/main" id="{54F1B19F-EB61-8A3D-80EE-CADD07DC543B}"/>
                    </a:ext>
                  </a:extLst>
                </p:cNvPr>
                <p:cNvPicPr/>
                <p:nvPr/>
              </p:nvPicPr>
              <p:blipFill>
                <a:blip r:embed="rId461"/>
                <a:stretch>
                  <a:fillRect/>
                </a:stretch>
              </p:blipFill>
              <p:spPr>
                <a:xfrm>
                  <a:off x="8894668" y="4683131"/>
                  <a:ext cx="11700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571" name="Ink 570">
                  <a:extLst>
                    <a:ext uri="{FF2B5EF4-FFF2-40B4-BE49-F238E27FC236}">
                      <a16:creationId xmlns:a16="http://schemas.microsoft.com/office/drawing/2014/main" id="{BE0ABCD8-DE0D-B6F6-82B4-2A728CA3B46A}"/>
                    </a:ext>
                  </a:extLst>
                </p14:cNvPr>
                <p14:cNvContentPartPr/>
                <p14:nvPr/>
              </p14:nvContentPartPr>
              <p14:xfrm>
                <a:off x="9165388" y="4658291"/>
                <a:ext cx="36000" cy="151200"/>
              </p14:xfrm>
            </p:contentPart>
          </mc:Choice>
          <mc:Fallback>
            <p:pic>
              <p:nvPicPr>
                <p:cNvPr id="571" name="Ink 570">
                  <a:extLst>
                    <a:ext uri="{FF2B5EF4-FFF2-40B4-BE49-F238E27FC236}">
                      <a16:creationId xmlns:a16="http://schemas.microsoft.com/office/drawing/2014/main" id="{BE0ABCD8-DE0D-B6F6-82B4-2A728CA3B46A}"/>
                    </a:ext>
                  </a:extLst>
                </p:cNvPr>
                <p:cNvPicPr/>
                <p:nvPr/>
              </p:nvPicPr>
              <p:blipFill>
                <a:blip r:embed="rId463"/>
                <a:stretch>
                  <a:fillRect/>
                </a:stretch>
              </p:blipFill>
              <p:spPr>
                <a:xfrm>
                  <a:off x="9156388" y="4649291"/>
                  <a:ext cx="536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572" name="Ink 571">
                  <a:extLst>
                    <a:ext uri="{FF2B5EF4-FFF2-40B4-BE49-F238E27FC236}">
                      <a16:creationId xmlns:a16="http://schemas.microsoft.com/office/drawing/2014/main" id="{F288EB47-92D3-8505-8CBD-1456624E912C}"/>
                    </a:ext>
                  </a:extLst>
                </p14:cNvPr>
                <p14:cNvContentPartPr/>
                <p14:nvPr/>
              </p14:nvContentPartPr>
              <p14:xfrm>
                <a:off x="9938668" y="4534451"/>
                <a:ext cx="167760" cy="297360"/>
              </p14:xfrm>
            </p:contentPart>
          </mc:Choice>
          <mc:Fallback>
            <p:pic>
              <p:nvPicPr>
                <p:cNvPr id="572" name="Ink 571">
                  <a:extLst>
                    <a:ext uri="{FF2B5EF4-FFF2-40B4-BE49-F238E27FC236}">
                      <a16:creationId xmlns:a16="http://schemas.microsoft.com/office/drawing/2014/main" id="{F288EB47-92D3-8505-8CBD-1456624E912C}"/>
                    </a:ext>
                  </a:extLst>
                </p:cNvPr>
                <p:cNvPicPr/>
                <p:nvPr/>
              </p:nvPicPr>
              <p:blipFill>
                <a:blip r:embed="rId465"/>
                <a:stretch>
                  <a:fillRect/>
                </a:stretch>
              </p:blipFill>
              <p:spPr>
                <a:xfrm>
                  <a:off x="9929668" y="4525811"/>
                  <a:ext cx="18540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573" name="Ink 572">
                  <a:extLst>
                    <a:ext uri="{FF2B5EF4-FFF2-40B4-BE49-F238E27FC236}">
                      <a16:creationId xmlns:a16="http://schemas.microsoft.com/office/drawing/2014/main" id="{9D54D6DF-051E-17AB-05CB-FAFBC56EBB5C}"/>
                    </a:ext>
                  </a:extLst>
                </p14:cNvPr>
                <p14:cNvContentPartPr/>
                <p14:nvPr/>
              </p14:nvContentPartPr>
              <p14:xfrm>
                <a:off x="9974308" y="4583051"/>
                <a:ext cx="352800" cy="264240"/>
              </p14:xfrm>
            </p:contentPart>
          </mc:Choice>
          <mc:Fallback>
            <p:pic>
              <p:nvPicPr>
                <p:cNvPr id="573" name="Ink 572">
                  <a:extLst>
                    <a:ext uri="{FF2B5EF4-FFF2-40B4-BE49-F238E27FC236}">
                      <a16:creationId xmlns:a16="http://schemas.microsoft.com/office/drawing/2014/main" id="{9D54D6DF-051E-17AB-05CB-FAFBC56EBB5C}"/>
                    </a:ext>
                  </a:extLst>
                </p:cNvPr>
                <p:cNvPicPr/>
                <p:nvPr/>
              </p:nvPicPr>
              <p:blipFill>
                <a:blip r:embed="rId467"/>
                <a:stretch>
                  <a:fillRect/>
                </a:stretch>
              </p:blipFill>
              <p:spPr>
                <a:xfrm>
                  <a:off x="9965308" y="4574411"/>
                  <a:ext cx="37044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574" name="Ink 573">
                  <a:extLst>
                    <a:ext uri="{FF2B5EF4-FFF2-40B4-BE49-F238E27FC236}">
                      <a16:creationId xmlns:a16="http://schemas.microsoft.com/office/drawing/2014/main" id="{3D4E35D0-B40B-86A6-213F-7CE60201A7F4}"/>
                    </a:ext>
                  </a:extLst>
                </p14:cNvPr>
                <p14:cNvContentPartPr/>
                <p14:nvPr/>
              </p14:nvContentPartPr>
              <p14:xfrm>
                <a:off x="10327468" y="4598891"/>
                <a:ext cx="97200" cy="201240"/>
              </p14:xfrm>
            </p:contentPart>
          </mc:Choice>
          <mc:Fallback>
            <p:pic>
              <p:nvPicPr>
                <p:cNvPr id="574" name="Ink 573">
                  <a:extLst>
                    <a:ext uri="{FF2B5EF4-FFF2-40B4-BE49-F238E27FC236}">
                      <a16:creationId xmlns:a16="http://schemas.microsoft.com/office/drawing/2014/main" id="{3D4E35D0-B40B-86A6-213F-7CE60201A7F4}"/>
                    </a:ext>
                  </a:extLst>
                </p:cNvPr>
                <p:cNvPicPr/>
                <p:nvPr/>
              </p:nvPicPr>
              <p:blipFill>
                <a:blip r:embed="rId469"/>
                <a:stretch>
                  <a:fillRect/>
                </a:stretch>
              </p:blipFill>
              <p:spPr>
                <a:xfrm>
                  <a:off x="10318468" y="4590251"/>
                  <a:ext cx="11484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575" name="Ink 574">
                  <a:extLst>
                    <a:ext uri="{FF2B5EF4-FFF2-40B4-BE49-F238E27FC236}">
                      <a16:creationId xmlns:a16="http://schemas.microsoft.com/office/drawing/2014/main" id="{4B47A637-3150-0CE1-0653-FF0B10F00693}"/>
                    </a:ext>
                  </a:extLst>
                </p14:cNvPr>
                <p14:cNvContentPartPr/>
                <p14:nvPr/>
              </p14:nvContentPartPr>
              <p14:xfrm>
                <a:off x="10965748" y="4582331"/>
                <a:ext cx="276480" cy="249120"/>
              </p14:xfrm>
            </p:contentPart>
          </mc:Choice>
          <mc:Fallback>
            <p:pic>
              <p:nvPicPr>
                <p:cNvPr id="575" name="Ink 574">
                  <a:extLst>
                    <a:ext uri="{FF2B5EF4-FFF2-40B4-BE49-F238E27FC236}">
                      <a16:creationId xmlns:a16="http://schemas.microsoft.com/office/drawing/2014/main" id="{4B47A637-3150-0CE1-0653-FF0B10F00693}"/>
                    </a:ext>
                  </a:extLst>
                </p:cNvPr>
                <p:cNvPicPr/>
                <p:nvPr/>
              </p:nvPicPr>
              <p:blipFill>
                <a:blip r:embed="rId471"/>
                <a:stretch>
                  <a:fillRect/>
                </a:stretch>
              </p:blipFill>
              <p:spPr>
                <a:xfrm>
                  <a:off x="10956748" y="4573691"/>
                  <a:ext cx="29412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577" name="Ink 576">
                  <a:extLst>
                    <a:ext uri="{FF2B5EF4-FFF2-40B4-BE49-F238E27FC236}">
                      <a16:creationId xmlns:a16="http://schemas.microsoft.com/office/drawing/2014/main" id="{3098AC26-1148-1815-22C7-7AC4D54802D7}"/>
                    </a:ext>
                  </a:extLst>
                </p14:cNvPr>
                <p14:cNvContentPartPr/>
                <p14:nvPr/>
              </p14:nvContentPartPr>
              <p14:xfrm>
                <a:off x="8400748" y="4012091"/>
                <a:ext cx="84240" cy="360"/>
              </p14:xfrm>
            </p:contentPart>
          </mc:Choice>
          <mc:Fallback>
            <p:pic>
              <p:nvPicPr>
                <p:cNvPr id="577" name="Ink 576">
                  <a:extLst>
                    <a:ext uri="{FF2B5EF4-FFF2-40B4-BE49-F238E27FC236}">
                      <a16:creationId xmlns:a16="http://schemas.microsoft.com/office/drawing/2014/main" id="{3098AC26-1148-1815-22C7-7AC4D54802D7}"/>
                    </a:ext>
                  </a:extLst>
                </p:cNvPr>
                <p:cNvPicPr/>
                <p:nvPr/>
              </p:nvPicPr>
              <p:blipFill>
                <a:blip r:embed="rId473"/>
                <a:stretch>
                  <a:fillRect/>
                </a:stretch>
              </p:blipFill>
              <p:spPr>
                <a:xfrm>
                  <a:off x="8391748" y="4003091"/>
                  <a:ext cx="1018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578" name="Ink 577">
                  <a:extLst>
                    <a:ext uri="{FF2B5EF4-FFF2-40B4-BE49-F238E27FC236}">
                      <a16:creationId xmlns:a16="http://schemas.microsoft.com/office/drawing/2014/main" id="{C7286EF4-BD22-643B-AB80-7F8BEF32908A}"/>
                    </a:ext>
                  </a:extLst>
                </p14:cNvPr>
                <p14:cNvContentPartPr/>
                <p14:nvPr/>
              </p14:nvContentPartPr>
              <p14:xfrm>
                <a:off x="8386708" y="4107491"/>
                <a:ext cx="145800" cy="22680"/>
              </p14:xfrm>
            </p:contentPart>
          </mc:Choice>
          <mc:Fallback>
            <p:pic>
              <p:nvPicPr>
                <p:cNvPr id="578" name="Ink 577">
                  <a:extLst>
                    <a:ext uri="{FF2B5EF4-FFF2-40B4-BE49-F238E27FC236}">
                      <a16:creationId xmlns:a16="http://schemas.microsoft.com/office/drawing/2014/main" id="{C7286EF4-BD22-643B-AB80-7F8BEF32908A}"/>
                    </a:ext>
                  </a:extLst>
                </p:cNvPr>
                <p:cNvPicPr/>
                <p:nvPr/>
              </p:nvPicPr>
              <p:blipFill>
                <a:blip r:embed="rId475"/>
                <a:stretch>
                  <a:fillRect/>
                </a:stretch>
              </p:blipFill>
              <p:spPr>
                <a:xfrm>
                  <a:off x="8377708" y="4098851"/>
                  <a:ext cx="16344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579" name="Ink 578">
                  <a:extLst>
                    <a:ext uri="{FF2B5EF4-FFF2-40B4-BE49-F238E27FC236}">
                      <a16:creationId xmlns:a16="http://schemas.microsoft.com/office/drawing/2014/main" id="{624261CA-1D12-907A-1CCA-614D106552EF}"/>
                    </a:ext>
                  </a:extLst>
                </p14:cNvPr>
                <p14:cNvContentPartPr/>
                <p14:nvPr/>
              </p14:nvContentPartPr>
              <p14:xfrm>
                <a:off x="8051548" y="3757571"/>
                <a:ext cx="197640" cy="247320"/>
              </p14:xfrm>
            </p:contentPart>
          </mc:Choice>
          <mc:Fallback>
            <p:pic>
              <p:nvPicPr>
                <p:cNvPr id="579" name="Ink 578">
                  <a:extLst>
                    <a:ext uri="{FF2B5EF4-FFF2-40B4-BE49-F238E27FC236}">
                      <a16:creationId xmlns:a16="http://schemas.microsoft.com/office/drawing/2014/main" id="{624261CA-1D12-907A-1CCA-614D106552EF}"/>
                    </a:ext>
                  </a:extLst>
                </p:cNvPr>
                <p:cNvPicPr/>
                <p:nvPr/>
              </p:nvPicPr>
              <p:blipFill>
                <a:blip r:embed="rId477"/>
                <a:stretch>
                  <a:fillRect/>
                </a:stretch>
              </p:blipFill>
              <p:spPr>
                <a:xfrm>
                  <a:off x="8042548" y="3748931"/>
                  <a:ext cx="21528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580" name="Ink 579">
                  <a:extLst>
                    <a:ext uri="{FF2B5EF4-FFF2-40B4-BE49-F238E27FC236}">
                      <a16:creationId xmlns:a16="http://schemas.microsoft.com/office/drawing/2014/main" id="{09045AAB-4437-30D1-940A-D469E06D9E0C}"/>
                    </a:ext>
                  </a:extLst>
                </p14:cNvPr>
                <p14:cNvContentPartPr/>
                <p14:nvPr/>
              </p14:nvContentPartPr>
              <p14:xfrm>
                <a:off x="8236588" y="3747131"/>
                <a:ext cx="86040" cy="226080"/>
              </p14:xfrm>
            </p:contentPart>
          </mc:Choice>
          <mc:Fallback>
            <p:pic>
              <p:nvPicPr>
                <p:cNvPr id="580" name="Ink 579">
                  <a:extLst>
                    <a:ext uri="{FF2B5EF4-FFF2-40B4-BE49-F238E27FC236}">
                      <a16:creationId xmlns:a16="http://schemas.microsoft.com/office/drawing/2014/main" id="{09045AAB-4437-30D1-940A-D469E06D9E0C}"/>
                    </a:ext>
                  </a:extLst>
                </p:cNvPr>
                <p:cNvPicPr/>
                <p:nvPr/>
              </p:nvPicPr>
              <p:blipFill>
                <a:blip r:embed="rId479"/>
                <a:stretch>
                  <a:fillRect/>
                </a:stretch>
              </p:blipFill>
              <p:spPr>
                <a:xfrm>
                  <a:off x="8227588" y="3738131"/>
                  <a:ext cx="10368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581" name="Ink 580">
                  <a:extLst>
                    <a:ext uri="{FF2B5EF4-FFF2-40B4-BE49-F238E27FC236}">
                      <a16:creationId xmlns:a16="http://schemas.microsoft.com/office/drawing/2014/main" id="{1B5E0502-FF8B-D777-1AFD-064213A01A8D}"/>
                    </a:ext>
                  </a:extLst>
                </p14:cNvPr>
                <p14:cNvContentPartPr/>
                <p14:nvPr/>
              </p14:nvContentPartPr>
              <p14:xfrm>
                <a:off x="8328028" y="3721211"/>
                <a:ext cx="306000" cy="241200"/>
              </p14:xfrm>
            </p:contentPart>
          </mc:Choice>
          <mc:Fallback>
            <p:pic>
              <p:nvPicPr>
                <p:cNvPr id="581" name="Ink 580">
                  <a:extLst>
                    <a:ext uri="{FF2B5EF4-FFF2-40B4-BE49-F238E27FC236}">
                      <a16:creationId xmlns:a16="http://schemas.microsoft.com/office/drawing/2014/main" id="{1B5E0502-FF8B-D777-1AFD-064213A01A8D}"/>
                    </a:ext>
                  </a:extLst>
                </p:cNvPr>
                <p:cNvPicPr/>
                <p:nvPr/>
              </p:nvPicPr>
              <p:blipFill>
                <a:blip r:embed="rId481"/>
                <a:stretch>
                  <a:fillRect/>
                </a:stretch>
              </p:blipFill>
              <p:spPr>
                <a:xfrm>
                  <a:off x="8319388" y="3712571"/>
                  <a:ext cx="32364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582" name="Ink 581">
                  <a:extLst>
                    <a:ext uri="{FF2B5EF4-FFF2-40B4-BE49-F238E27FC236}">
                      <a16:creationId xmlns:a16="http://schemas.microsoft.com/office/drawing/2014/main" id="{F67AAE3F-CBB9-B756-2657-BAB17857258D}"/>
                    </a:ext>
                  </a:extLst>
                </p14:cNvPr>
                <p14:cNvContentPartPr/>
                <p14:nvPr/>
              </p14:nvContentPartPr>
              <p14:xfrm>
                <a:off x="8179708" y="5324651"/>
                <a:ext cx="180720" cy="232920"/>
              </p14:xfrm>
            </p:contentPart>
          </mc:Choice>
          <mc:Fallback>
            <p:pic>
              <p:nvPicPr>
                <p:cNvPr id="582" name="Ink 581">
                  <a:extLst>
                    <a:ext uri="{FF2B5EF4-FFF2-40B4-BE49-F238E27FC236}">
                      <a16:creationId xmlns:a16="http://schemas.microsoft.com/office/drawing/2014/main" id="{F67AAE3F-CBB9-B756-2657-BAB17857258D}"/>
                    </a:ext>
                  </a:extLst>
                </p:cNvPr>
                <p:cNvPicPr/>
                <p:nvPr/>
              </p:nvPicPr>
              <p:blipFill>
                <a:blip r:embed="rId483"/>
                <a:stretch>
                  <a:fillRect/>
                </a:stretch>
              </p:blipFill>
              <p:spPr>
                <a:xfrm>
                  <a:off x="8171068" y="5315651"/>
                  <a:ext cx="19836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583" name="Ink 582">
                  <a:extLst>
                    <a:ext uri="{FF2B5EF4-FFF2-40B4-BE49-F238E27FC236}">
                      <a16:creationId xmlns:a16="http://schemas.microsoft.com/office/drawing/2014/main" id="{0E970874-E25C-D068-4F7E-70A11CC5F017}"/>
                    </a:ext>
                  </a:extLst>
                </p14:cNvPr>
                <p14:cNvContentPartPr/>
                <p14:nvPr/>
              </p14:nvContentPartPr>
              <p14:xfrm>
                <a:off x="8307148" y="5211971"/>
                <a:ext cx="121680" cy="299160"/>
              </p14:xfrm>
            </p:contentPart>
          </mc:Choice>
          <mc:Fallback>
            <p:pic>
              <p:nvPicPr>
                <p:cNvPr id="583" name="Ink 582">
                  <a:extLst>
                    <a:ext uri="{FF2B5EF4-FFF2-40B4-BE49-F238E27FC236}">
                      <a16:creationId xmlns:a16="http://schemas.microsoft.com/office/drawing/2014/main" id="{0E970874-E25C-D068-4F7E-70A11CC5F017}"/>
                    </a:ext>
                  </a:extLst>
                </p:cNvPr>
                <p:cNvPicPr/>
                <p:nvPr/>
              </p:nvPicPr>
              <p:blipFill>
                <a:blip r:embed="rId485"/>
                <a:stretch>
                  <a:fillRect/>
                </a:stretch>
              </p:blipFill>
              <p:spPr>
                <a:xfrm>
                  <a:off x="8298508" y="5203331"/>
                  <a:ext cx="13932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584" name="Ink 583">
                  <a:extLst>
                    <a:ext uri="{FF2B5EF4-FFF2-40B4-BE49-F238E27FC236}">
                      <a16:creationId xmlns:a16="http://schemas.microsoft.com/office/drawing/2014/main" id="{BA69CD9D-44BB-AB20-2D08-F51962FA8634}"/>
                    </a:ext>
                  </a:extLst>
                </p14:cNvPr>
                <p14:cNvContentPartPr/>
                <p14:nvPr/>
              </p14:nvContentPartPr>
              <p14:xfrm>
                <a:off x="8399668" y="5343731"/>
                <a:ext cx="230760" cy="171360"/>
              </p14:xfrm>
            </p:contentPart>
          </mc:Choice>
          <mc:Fallback>
            <p:pic>
              <p:nvPicPr>
                <p:cNvPr id="584" name="Ink 583">
                  <a:extLst>
                    <a:ext uri="{FF2B5EF4-FFF2-40B4-BE49-F238E27FC236}">
                      <a16:creationId xmlns:a16="http://schemas.microsoft.com/office/drawing/2014/main" id="{BA69CD9D-44BB-AB20-2D08-F51962FA8634}"/>
                    </a:ext>
                  </a:extLst>
                </p:cNvPr>
                <p:cNvPicPr/>
                <p:nvPr/>
              </p:nvPicPr>
              <p:blipFill>
                <a:blip r:embed="rId487"/>
                <a:stretch>
                  <a:fillRect/>
                </a:stretch>
              </p:blipFill>
              <p:spPr>
                <a:xfrm>
                  <a:off x="8391028" y="5334731"/>
                  <a:ext cx="24840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585" name="Ink 584">
                  <a:extLst>
                    <a:ext uri="{FF2B5EF4-FFF2-40B4-BE49-F238E27FC236}">
                      <a16:creationId xmlns:a16="http://schemas.microsoft.com/office/drawing/2014/main" id="{63D1D7E1-BB63-756A-76C7-09FB430B4909}"/>
                    </a:ext>
                  </a:extLst>
                </p14:cNvPr>
                <p14:cNvContentPartPr/>
                <p14:nvPr/>
              </p14:nvContentPartPr>
              <p14:xfrm>
                <a:off x="8753908" y="5399531"/>
                <a:ext cx="124200" cy="23400"/>
              </p14:xfrm>
            </p:contentPart>
          </mc:Choice>
          <mc:Fallback>
            <p:pic>
              <p:nvPicPr>
                <p:cNvPr id="585" name="Ink 584">
                  <a:extLst>
                    <a:ext uri="{FF2B5EF4-FFF2-40B4-BE49-F238E27FC236}">
                      <a16:creationId xmlns:a16="http://schemas.microsoft.com/office/drawing/2014/main" id="{63D1D7E1-BB63-756A-76C7-09FB430B4909}"/>
                    </a:ext>
                  </a:extLst>
                </p:cNvPr>
                <p:cNvPicPr/>
                <p:nvPr/>
              </p:nvPicPr>
              <p:blipFill>
                <a:blip r:embed="rId489"/>
                <a:stretch>
                  <a:fillRect/>
                </a:stretch>
              </p:blipFill>
              <p:spPr>
                <a:xfrm>
                  <a:off x="8744908" y="5390531"/>
                  <a:ext cx="14184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586" name="Ink 585">
                  <a:extLst>
                    <a:ext uri="{FF2B5EF4-FFF2-40B4-BE49-F238E27FC236}">
                      <a16:creationId xmlns:a16="http://schemas.microsoft.com/office/drawing/2014/main" id="{B9D18F23-3212-7298-CAC8-D0D50365302D}"/>
                    </a:ext>
                  </a:extLst>
                </p14:cNvPr>
                <p14:cNvContentPartPr/>
                <p14:nvPr/>
              </p14:nvContentPartPr>
              <p14:xfrm>
                <a:off x="8931028" y="5272811"/>
                <a:ext cx="639000" cy="320760"/>
              </p14:xfrm>
            </p:contentPart>
          </mc:Choice>
          <mc:Fallback>
            <p:pic>
              <p:nvPicPr>
                <p:cNvPr id="586" name="Ink 585">
                  <a:extLst>
                    <a:ext uri="{FF2B5EF4-FFF2-40B4-BE49-F238E27FC236}">
                      <a16:creationId xmlns:a16="http://schemas.microsoft.com/office/drawing/2014/main" id="{B9D18F23-3212-7298-CAC8-D0D50365302D}"/>
                    </a:ext>
                  </a:extLst>
                </p:cNvPr>
                <p:cNvPicPr/>
                <p:nvPr/>
              </p:nvPicPr>
              <p:blipFill>
                <a:blip r:embed="rId491"/>
                <a:stretch>
                  <a:fillRect/>
                </a:stretch>
              </p:blipFill>
              <p:spPr>
                <a:xfrm>
                  <a:off x="8922028" y="5263811"/>
                  <a:ext cx="65664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587" name="Ink 586">
                  <a:extLst>
                    <a:ext uri="{FF2B5EF4-FFF2-40B4-BE49-F238E27FC236}">
                      <a16:creationId xmlns:a16="http://schemas.microsoft.com/office/drawing/2014/main" id="{FFD71D41-4232-DF05-7BB8-DAB5C0C8D70D}"/>
                    </a:ext>
                  </a:extLst>
                </p14:cNvPr>
                <p14:cNvContentPartPr/>
                <p14:nvPr/>
              </p14:nvContentPartPr>
              <p14:xfrm>
                <a:off x="9583348" y="5318171"/>
                <a:ext cx="78480" cy="111960"/>
              </p14:xfrm>
            </p:contentPart>
          </mc:Choice>
          <mc:Fallback>
            <p:pic>
              <p:nvPicPr>
                <p:cNvPr id="587" name="Ink 586">
                  <a:extLst>
                    <a:ext uri="{FF2B5EF4-FFF2-40B4-BE49-F238E27FC236}">
                      <a16:creationId xmlns:a16="http://schemas.microsoft.com/office/drawing/2014/main" id="{FFD71D41-4232-DF05-7BB8-DAB5C0C8D70D}"/>
                    </a:ext>
                  </a:extLst>
                </p:cNvPr>
                <p:cNvPicPr/>
                <p:nvPr/>
              </p:nvPicPr>
              <p:blipFill>
                <a:blip r:embed="rId493"/>
                <a:stretch>
                  <a:fillRect/>
                </a:stretch>
              </p:blipFill>
              <p:spPr>
                <a:xfrm>
                  <a:off x="9574348" y="5309171"/>
                  <a:ext cx="961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588" name="Ink 587">
                  <a:extLst>
                    <a:ext uri="{FF2B5EF4-FFF2-40B4-BE49-F238E27FC236}">
                      <a16:creationId xmlns:a16="http://schemas.microsoft.com/office/drawing/2014/main" id="{D425AAB5-90C4-191F-1ABD-CECBCDC9984D}"/>
                    </a:ext>
                  </a:extLst>
                </p14:cNvPr>
                <p14:cNvContentPartPr/>
                <p14:nvPr/>
              </p14:nvContentPartPr>
              <p14:xfrm>
                <a:off x="9654268" y="5182091"/>
                <a:ext cx="23040" cy="87480"/>
              </p14:xfrm>
            </p:contentPart>
          </mc:Choice>
          <mc:Fallback>
            <p:pic>
              <p:nvPicPr>
                <p:cNvPr id="588" name="Ink 587">
                  <a:extLst>
                    <a:ext uri="{FF2B5EF4-FFF2-40B4-BE49-F238E27FC236}">
                      <a16:creationId xmlns:a16="http://schemas.microsoft.com/office/drawing/2014/main" id="{D425AAB5-90C4-191F-1ABD-CECBCDC9984D}"/>
                    </a:ext>
                  </a:extLst>
                </p:cNvPr>
                <p:cNvPicPr/>
                <p:nvPr/>
              </p:nvPicPr>
              <p:blipFill>
                <a:blip r:embed="rId495"/>
                <a:stretch>
                  <a:fillRect/>
                </a:stretch>
              </p:blipFill>
              <p:spPr>
                <a:xfrm>
                  <a:off x="9645268" y="5173451"/>
                  <a:ext cx="4068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589" name="Ink 588">
                  <a:extLst>
                    <a:ext uri="{FF2B5EF4-FFF2-40B4-BE49-F238E27FC236}">
                      <a16:creationId xmlns:a16="http://schemas.microsoft.com/office/drawing/2014/main" id="{8CDB588D-7CB6-C5B6-7E6C-308582553F47}"/>
                    </a:ext>
                  </a:extLst>
                </p14:cNvPr>
                <p14:cNvContentPartPr/>
                <p14:nvPr/>
              </p14:nvContentPartPr>
              <p14:xfrm>
                <a:off x="9751828" y="5133491"/>
                <a:ext cx="173880" cy="275400"/>
              </p14:xfrm>
            </p:contentPart>
          </mc:Choice>
          <mc:Fallback>
            <p:pic>
              <p:nvPicPr>
                <p:cNvPr id="589" name="Ink 588">
                  <a:extLst>
                    <a:ext uri="{FF2B5EF4-FFF2-40B4-BE49-F238E27FC236}">
                      <a16:creationId xmlns:a16="http://schemas.microsoft.com/office/drawing/2014/main" id="{8CDB588D-7CB6-C5B6-7E6C-308582553F47}"/>
                    </a:ext>
                  </a:extLst>
                </p:cNvPr>
                <p:cNvPicPr/>
                <p:nvPr/>
              </p:nvPicPr>
              <p:blipFill>
                <a:blip r:embed="rId497"/>
                <a:stretch>
                  <a:fillRect/>
                </a:stretch>
              </p:blipFill>
              <p:spPr>
                <a:xfrm>
                  <a:off x="9742828" y="5124851"/>
                  <a:ext cx="19152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591" name="Ink 590">
                  <a:extLst>
                    <a:ext uri="{FF2B5EF4-FFF2-40B4-BE49-F238E27FC236}">
                      <a16:creationId xmlns:a16="http://schemas.microsoft.com/office/drawing/2014/main" id="{DA7CA613-80EB-C7AF-F7EE-CB2CD3EF4934}"/>
                    </a:ext>
                  </a:extLst>
                </p14:cNvPr>
                <p14:cNvContentPartPr/>
                <p14:nvPr/>
              </p14:nvContentPartPr>
              <p14:xfrm>
                <a:off x="8220028" y="5210171"/>
                <a:ext cx="1594080" cy="276480"/>
              </p14:xfrm>
            </p:contentPart>
          </mc:Choice>
          <mc:Fallback>
            <p:pic>
              <p:nvPicPr>
                <p:cNvPr id="591" name="Ink 590">
                  <a:extLst>
                    <a:ext uri="{FF2B5EF4-FFF2-40B4-BE49-F238E27FC236}">
                      <a16:creationId xmlns:a16="http://schemas.microsoft.com/office/drawing/2014/main" id="{DA7CA613-80EB-C7AF-F7EE-CB2CD3EF4934}"/>
                    </a:ext>
                  </a:extLst>
                </p:cNvPr>
                <p:cNvPicPr/>
                <p:nvPr/>
              </p:nvPicPr>
              <p:blipFill>
                <a:blip r:embed="rId499"/>
                <a:stretch>
                  <a:fillRect/>
                </a:stretch>
              </p:blipFill>
              <p:spPr>
                <a:xfrm>
                  <a:off x="8211028" y="5201531"/>
                  <a:ext cx="161172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592" name="Ink 591">
                  <a:extLst>
                    <a:ext uri="{FF2B5EF4-FFF2-40B4-BE49-F238E27FC236}">
                      <a16:creationId xmlns:a16="http://schemas.microsoft.com/office/drawing/2014/main" id="{05E87D7A-A539-24BE-3ADB-48619158D654}"/>
                    </a:ext>
                  </a:extLst>
                </p14:cNvPr>
                <p14:cNvContentPartPr/>
                <p14:nvPr/>
              </p14:nvContentPartPr>
              <p14:xfrm>
                <a:off x="8180788" y="5220611"/>
                <a:ext cx="1658160" cy="457920"/>
              </p14:xfrm>
            </p:contentPart>
          </mc:Choice>
          <mc:Fallback>
            <p:pic>
              <p:nvPicPr>
                <p:cNvPr id="592" name="Ink 591">
                  <a:extLst>
                    <a:ext uri="{FF2B5EF4-FFF2-40B4-BE49-F238E27FC236}">
                      <a16:creationId xmlns:a16="http://schemas.microsoft.com/office/drawing/2014/main" id="{05E87D7A-A539-24BE-3ADB-48619158D654}"/>
                    </a:ext>
                  </a:extLst>
                </p:cNvPr>
                <p:cNvPicPr/>
                <p:nvPr/>
              </p:nvPicPr>
              <p:blipFill>
                <a:blip r:embed="rId501"/>
                <a:stretch>
                  <a:fillRect/>
                </a:stretch>
              </p:blipFill>
              <p:spPr>
                <a:xfrm>
                  <a:off x="8171788" y="5211971"/>
                  <a:ext cx="167580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594" name="Ink 593">
                  <a:extLst>
                    <a:ext uri="{FF2B5EF4-FFF2-40B4-BE49-F238E27FC236}">
                      <a16:creationId xmlns:a16="http://schemas.microsoft.com/office/drawing/2014/main" id="{9A32532F-07B6-B855-8F7C-F0C99A344E1A}"/>
                    </a:ext>
                  </a:extLst>
                </p14:cNvPr>
                <p14:cNvContentPartPr/>
                <p14:nvPr/>
              </p14:nvContentPartPr>
              <p14:xfrm>
                <a:off x="10395148" y="5173451"/>
                <a:ext cx="214200" cy="249840"/>
              </p14:xfrm>
            </p:contentPart>
          </mc:Choice>
          <mc:Fallback>
            <p:pic>
              <p:nvPicPr>
                <p:cNvPr id="594" name="Ink 593">
                  <a:extLst>
                    <a:ext uri="{FF2B5EF4-FFF2-40B4-BE49-F238E27FC236}">
                      <a16:creationId xmlns:a16="http://schemas.microsoft.com/office/drawing/2014/main" id="{9A32532F-07B6-B855-8F7C-F0C99A344E1A}"/>
                    </a:ext>
                  </a:extLst>
                </p:cNvPr>
                <p:cNvPicPr/>
                <p:nvPr/>
              </p:nvPicPr>
              <p:blipFill>
                <a:blip r:embed="rId503"/>
                <a:stretch>
                  <a:fillRect/>
                </a:stretch>
              </p:blipFill>
              <p:spPr>
                <a:xfrm>
                  <a:off x="10386508" y="5164451"/>
                  <a:ext cx="23184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595" name="Ink 594">
                  <a:extLst>
                    <a:ext uri="{FF2B5EF4-FFF2-40B4-BE49-F238E27FC236}">
                      <a16:creationId xmlns:a16="http://schemas.microsoft.com/office/drawing/2014/main" id="{6B5A5724-B2D1-FB65-9A59-53A2E0D1595B}"/>
                    </a:ext>
                  </a:extLst>
                </p14:cNvPr>
                <p14:cNvContentPartPr/>
                <p14:nvPr/>
              </p14:nvContentPartPr>
              <p14:xfrm>
                <a:off x="10603948" y="5112611"/>
                <a:ext cx="110160" cy="327960"/>
              </p14:xfrm>
            </p:contentPart>
          </mc:Choice>
          <mc:Fallback>
            <p:pic>
              <p:nvPicPr>
                <p:cNvPr id="595" name="Ink 594">
                  <a:extLst>
                    <a:ext uri="{FF2B5EF4-FFF2-40B4-BE49-F238E27FC236}">
                      <a16:creationId xmlns:a16="http://schemas.microsoft.com/office/drawing/2014/main" id="{6B5A5724-B2D1-FB65-9A59-53A2E0D1595B}"/>
                    </a:ext>
                  </a:extLst>
                </p:cNvPr>
                <p:cNvPicPr/>
                <p:nvPr/>
              </p:nvPicPr>
              <p:blipFill>
                <a:blip r:embed="rId505"/>
                <a:stretch>
                  <a:fillRect/>
                </a:stretch>
              </p:blipFill>
              <p:spPr>
                <a:xfrm>
                  <a:off x="10595308" y="5103611"/>
                  <a:ext cx="127800" cy="34560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596" name="Ink 595">
                  <a:extLst>
                    <a:ext uri="{FF2B5EF4-FFF2-40B4-BE49-F238E27FC236}">
                      <a16:creationId xmlns:a16="http://schemas.microsoft.com/office/drawing/2014/main" id="{3163099C-A9E2-A694-39D1-251224D9A9D7}"/>
                    </a:ext>
                  </a:extLst>
                </p14:cNvPr>
                <p14:cNvContentPartPr/>
                <p14:nvPr/>
              </p14:nvContentPartPr>
              <p14:xfrm>
                <a:off x="10689628" y="5237171"/>
                <a:ext cx="230040" cy="185760"/>
              </p14:xfrm>
            </p:contentPart>
          </mc:Choice>
          <mc:Fallback>
            <p:pic>
              <p:nvPicPr>
                <p:cNvPr id="596" name="Ink 595">
                  <a:extLst>
                    <a:ext uri="{FF2B5EF4-FFF2-40B4-BE49-F238E27FC236}">
                      <a16:creationId xmlns:a16="http://schemas.microsoft.com/office/drawing/2014/main" id="{3163099C-A9E2-A694-39D1-251224D9A9D7}"/>
                    </a:ext>
                  </a:extLst>
                </p:cNvPr>
                <p:cNvPicPr/>
                <p:nvPr/>
              </p:nvPicPr>
              <p:blipFill>
                <a:blip r:embed="rId507"/>
                <a:stretch>
                  <a:fillRect/>
                </a:stretch>
              </p:blipFill>
              <p:spPr>
                <a:xfrm>
                  <a:off x="10680628" y="5228171"/>
                  <a:ext cx="24768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597" name="Ink 596">
                  <a:extLst>
                    <a:ext uri="{FF2B5EF4-FFF2-40B4-BE49-F238E27FC236}">
                      <a16:creationId xmlns:a16="http://schemas.microsoft.com/office/drawing/2014/main" id="{1C93AB74-3133-9BCE-CE72-6C7F0B927D93}"/>
                    </a:ext>
                  </a:extLst>
                </p14:cNvPr>
                <p14:cNvContentPartPr/>
                <p14:nvPr/>
              </p14:nvContentPartPr>
              <p14:xfrm>
                <a:off x="10994548" y="5336171"/>
                <a:ext cx="54000" cy="63000"/>
              </p14:xfrm>
            </p:contentPart>
          </mc:Choice>
          <mc:Fallback>
            <p:pic>
              <p:nvPicPr>
                <p:cNvPr id="597" name="Ink 596">
                  <a:extLst>
                    <a:ext uri="{FF2B5EF4-FFF2-40B4-BE49-F238E27FC236}">
                      <a16:creationId xmlns:a16="http://schemas.microsoft.com/office/drawing/2014/main" id="{1C93AB74-3133-9BCE-CE72-6C7F0B927D93}"/>
                    </a:ext>
                  </a:extLst>
                </p:cNvPr>
                <p:cNvPicPr/>
                <p:nvPr/>
              </p:nvPicPr>
              <p:blipFill>
                <a:blip r:embed="rId509"/>
                <a:stretch>
                  <a:fillRect/>
                </a:stretch>
              </p:blipFill>
              <p:spPr>
                <a:xfrm>
                  <a:off x="10985548" y="5327531"/>
                  <a:ext cx="716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599" name="Ink 598">
                  <a:extLst>
                    <a:ext uri="{FF2B5EF4-FFF2-40B4-BE49-F238E27FC236}">
                      <a16:creationId xmlns:a16="http://schemas.microsoft.com/office/drawing/2014/main" id="{0B172F54-ACEF-EB51-B567-B1CB5A3D8A80}"/>
                    </a:ext>
                  </a:extLst>
                </p14:cNvPr>
                <p14:cNvContentPartPr/>
                <p14:nvPr/>
              </p14:nvContentPartPr>
              <p14:xfrm>
                <a:off x="11178148" y="5201531"/>
                <a:ext cx="576000" cy="263160"/>
              </p14:xfrm>
            </p:contentPart>
          </mc:Choice>
          <mc:Fallback>
            <p:pic>
              <p:nvPicPr>
                <p:cNvPr id="599" name="Ink 598">
                  <a:extLst>
                    <a:ext uri="{FF2B5EF4-FFF2-40B4-BE49-F238E27FC236}">
                      <a16:creationId xmlns:a16="http://schemas.microsoft.com/office/drawing/2014/main" id="{0B172F54-ACEF-EB51-B567-B1CB5A3D8A80}"/>
                    </a:ext>
                  </a:extLst>
                </p:cNvPr>
                <p:cNvPicPr/>
                <p:nvPr/>
              </p:nvPicPr>
              <p:blipFill>
                <a:blip r:embed="rId511"/>
                <a:stretch>
                  <a:fillRect/>
                </a:stretch>
              </p:blipFill>
              <p:spPr>
                <a:xfrm>
                  <a:off x="11169148" y="5192891"/>
                  <a:ext cx="59364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600" name="Ink 599">
                  <a:extLst>
                    <a:ext uri="{FF2B5EF4-FFF2-40B4-BE49-F238E27FC236}">
                      <a16:creationId xmlns:a16="http://schemas.microsoft.com/office/drawing/2014/main" id="{B94596BB-45D7-71C4-50E7-D61D0C05FD01}"/>
                    </a:ext>
                  </a:extLst>
                </p14:cNvPr>
                <p14:cNvContentPartPr/>
                <p14:nvPr/>
              </p14:nvContentPartPr>
              <p14:xfrm>
                <a:off x="11787988" y="5239691"/>
                <a:ext cx="47520" cy="110880"/>
              </p14:xfrm>
            </p:contentPart>
          </mc:Choice>
          <mc:Fallback>
            <p:pic>
              <p:nvPicPr>
                <p:cNvPr id="600" name="Ink 599">
                  <a:extLst>
                    <a:ext uri="{FF2B5EF4-FFF2-40B4-BE49-F238E27FC236}">
                      <a16:creationId xmlns:a16="http://schemas.microsoft.com/office/drawing/2014/main" id="{B94596BB-45D7-71C4-50E7-D61D0C05FD01}"/>
                    </a:ext>
                  </a:extLst>
                </p:cNvPr>
                <p:cNvPicPr/>
                <p:nvPr/>
              </p:nvPicPr>
              <p:blipFill>
                <a:blip r:embed="rId513"/>
                <a:stretch>
                  <a:fillRect/>
                </a:stretch>
              </p:blipFill>
              <p:spPr>
                <a:xfrm>
                  <a:off x="11778988" y="5230691"/>
                  <a:ext cx="651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601" name="Ink 600">
                  <a:extLst>
                    <a:ext uri="{FF2B5EF4-FFF2-40B4-BE49-F238E27FC236}">
                      <a16:creationId xmlns:a16="http://schemas.microsoft.com/office/drawing/2014/main" id="{3C7925B3-FE4F-A6FC-9A09-368328A66850}"/>
                    </a:ext>
                  </a:extLst>
                </p14:cNvPr>
                <p14:cNvContentPartPr/>
                <p14:nvPr/>
              </p14:nvContentPartPr>
              <p14:xfrm>
                <a:off x="11838748" y="5142491"/>
                <a:ext cx="7200" cy="25200"/>
              </p14:xfrm>
            </p:contentPart>
          </mc:Choice>
          <mc:Fallback>
            <p:pic>
              <p:nvPicPr>
                <p:cNvPr id="601" name="Ink 600">
                  <a:extLst>
                    <a:ext uri="{FF2B5EF4-FFF2-40B4-BE49-F238E27FC236}">
                      <a16:creationId xmlns:a16="http://schemas.microsoft.com/office/drawing/2014/main" id="{3C7925B3-FE4F-A6FC-9A09-368328A66850}"/>
                    </a:ext>
                  </a:extLst>
                </p:cNvPr>
                <p:cNvPicPr/>
                <p:nvPr/>
              </p:nvPicPr>
              <p:blipFill>
                <a:blip r:embed="rId515"/>
                <a:stretch>
                  <a:fillRect/>
                </a:stretch>
              </p:blipFill>
              <p:spPr>
                <a:xfrm>
                  <a:off x="11830108" y="5133851"/>
                  <a:ext cx="2484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602" name="Ink 601">
                  <a:extLst>
                    <a:ext uri="{FF2B5EF4-FFF2-40B4-BE49-F238E27FC236}">
                      <a16:creationId xmlns:a16="http://schemas.microsoft.com/office/drawing/2014/main" id="{94D7EB1C-1E24-E8AC-1B77-37F2E951E43F}"/>
                    </a:ext>
                  </a:extLst>
                </p14:cNvPr>
                <p14:cNvContentPartPr/>
                <p14:nvPr/>
              </p14:nvContentPartPr>
              <p14:xfrm>
                <a:off x="11880868" y="5114051"/>
                <a:ext cx="171000" cy="264600"/>
              </p14:xfrm>
            </p:contentPart>
          </mc:Choice>
          <mc:Fallback>
            <p:pic>
              <p:nvPicPr>
                <p:cNvPr id="602" name="Ink 601">
                  <a:extLst>
                    <a:ext uri="{FF2B5EF4-FFF2-40B4-BE49-F238E27FC236}">
                      <a16:creationId xmlns:a16="http://schemas.microsoft.com/office/drawing/2014/main" id="{94D7EB1C-1E24-E8AC-1B77-37F2E951E43F}"/>
                    </a:ext>
                  </a:extLst>
                </p:cNvPr>
                <p:cNvPicPr/>
                <p:nvPr/>
              </p:nvPicPr>
              <p:blipFill>
                <a:blip r:embed="rId517"/>
                <a:stretch>
                  <a:fillRect/>
                </a:stretch>
              </p:blipFill>
              <p:spPr>
                <a:xfrm>
                  <a:off x="11871868" y="5105411"/>
                  <a:ext cx="18864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604" name="Ink 603">
                  <a:extLst>
                    <a:ext uri="{FF2B5EF4-FFF2-40B4-BE49-F238E27FC236}">
                      <a16:creationId xmlns:a16="http://schemas.microsoft.com/office/drawing/2014/main" id="{0AEB27C2-105E-D85E-57C0-C391479158A7}"/>
                    </a:ext>
                  </a:extLst>
                </p14:cNvPr>
                <p14:cNvContentPartPr/>
                <p14:nvPr/>
              </p14:nvContentPartPr>
              <p14:xfrm>
                <a:off x="8819788" y="5720291"/>
                <a:ext cx="340200" cy="809280"/>
              </p14:xfrm>
            </p:contentPart>
          </mc:Choice>
          <mc:Fallback>
            <p:pic>
              <p:nvPicPr>
                <p:cNvPr id="604" name="Ink 603">
                  <a:extLst>
                    <a:ext uri="{FF2B5EF4-FFF2-40B4-BE49-F238E27FC236}">
                      <a16:creationId xmlns:a16="http://schemas.microsoft.com/office/drawing/2014/main" id="{0AEB27C2-105E-D85E-57C0-C391479158A7}"/>
                    </a:ext>
                  </a:extLst>
                </p:cNvPr>
                <p:cNvPicPr/>
                <p:nvPr/>
              </p:nvPicPr>
              <p:blipFill>
                <a:blip r:embed="rId519"/>
                <a:stretch>
                  <a:fillRect/>
                </a:stretch>
              </p:blipFill>
              <p:spPr>
                <a:xfrm>
                  <a:off x="8811148" y="5711291"/>
                  <a:ext cx="357840" cy="82692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605" name="Ink 604">
                  <a:extLst>
                    <a:ext uri="{FF2B5EF4-FFF2-40B4-BE49-F238E27FC236}">
                      <a16:creationId xmlns:a16="http://schemas.microsoft.com/office/drawing/2014/main" id="{F8B5B3A1-C488-6182-2D7F-ABC0BC585FB1}"/>
                    </a:ext>
                  </a:extLst>
                </p14:cNvPr>
                <p14:cNvContentPartPr/>
                <p14:nvPr/>
              </p14:nvContentPartPr>
              <p14:xfrm>
                <a:off x="8846068" y="6066971"/>
                <a:ext cx="561600" cy="242640"/>
              </p14:xfrm>
            </p:contentPart>
          </mc:Choice>
          <mc:Fallback>
            <p:pic>
              <p:nvPicPr>
                <p:cNvPr id="605" name="Ink 604">
                  <a:extLst>
                    <a:ext uri="{FF2B5EF4-FFF2-40B4-BE49-F238E27FC236}">
                      <a16:creationId xmlns:a16="http://schemas.microsoft.com/office/drawing/2014/main" id="{F8B5B3A1-C488-6182-2D7F-ABC0BC585FB1}"/>
                    </a:ext>
                  </a:extLst>
                </p:cNvPr>
                <p:cNvPicPr/>
                <p:nvPr/>
              </p:nvPicPr>
              <p:blipFill>
                <a:blip r:embed="rId521"/>
                <a:stretch>
                  <a:fillRect/>
                </a:stretch>
              </p:blipFill>
              <p:spPr>
                <a:xfrm>
                  <a:off x="8837428" y="6057971"/>
                  <a:ext cx="579240" cy="260280"/>
                </a:xfrm>
                <a:prstGeom prst="rect">
                  <a:avLst/>
                </a:prstGeom>
              </p:spPr>
            </p:pic>
          </mc:Fallback>
        </mc:AlternateContent>
      </p:grpSp>
      <p:grpSp>
        <p:nvGrpSpPr>
          <p:cNvPr id="612" name="Group 611">
            <a:extLst>
              <a:ext uri="{FF2B5EF4-FFF2-40B4-BE49-F238E27FC236}">
                <a16:creationId xmlns:a16="http://schemas.microsoft.com/office/drawing/2014/main" id="{BD9E3089-105B-E97D-D6AD-33A088834596}"/>
              </a:ext>
            </a:extLst>
          </p:cNvPr>
          <p:cNvGrpSpPr/>
          <p:nvPr/>
        </p:nvGrpSpPr>
        <p:grpSpPr>
          <a:xfrm>
            <a:off x="9987628" y="5749451"/>
            <a:ext cx="1248840" cy="310320"/>
            <a:chOff x="9987628" y="5749451"/>
            <a:chExt cx="1248840" cy="310320"/>
          </a:xfrm>
        </p:grpSpPr>
        <mc:AlternateContent xmlns:mc="http://schemas.openxmlformats.org/markup-compatibility/2006">
          <mc:Choice xmlns:p14="http://schemas.microsoft.com/office/powerpoint/2010/main" Requires="p14">
            <p:contentPart p14:bwMode="auto" r:id="rId522">
              <p14:nvContentPartPr>
                <p14:cNvPr id="607" name="Ink 606">
                  <a:extLst>
                    <a:ext uri="{FF2B5EF4-FFF2-40B4-BE49-F238E27FC236}">
                      <a16:creationId xmlns:a16="http://schemas.microsoft.com/office/drawing/2014/main" id="{F83C0AB7-D342-B67B-9CB3-4E651C9D4F4F}"/>
                    </a:ext>
                  </a:extLst>
                </p14:cNvPr>
                <p14:cNvContentPartPr/>
                <p14:nvPr/>
              </p14:nvContentPartPr>
              <p14:xfrm>
                <a:off x="9989788" y="5799131"/>
                <a:ext cx="47520" cy="231120"/>
              </p14:xfrm>
            </p:contentPart>
          </mc:Choice>
          <mc:Fallback>
            <p:pic>
              <p:nvPicPr>
                <p:cNvPr id="607" name="Ink 606">
                  <a:extLst>
                    <a:ext uri="{FF2B5EF4-FFF2-40B4-BE49-F238E27FC236}">
                      <a16:creationId xmlns:a16="http://schemas.microsoft.com/office/drawing/2014/main" id="{F83C0AB7-D342-B67B-9CB3-4E651C9D4F4F}"/>
                    </a:ext>
                  </a:extLst>
                </p:cNvPr>
                <p:cNvPicPr/>
                <p:nvPr/>
              </p:nvPicPr>
              <p:blipFill>
                <a:blip r:embed="rId523"/>
                <a:stretch>
                  <a:fillRect/>
                </a:stretch>
              </p:blipFill>
              <p:spPr>
                <a:xfrm>
                  <a:off x="9981148" y="5790131"/>
                  <a:ext cx="6516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524">
              <p14:nvContentPartPr>
                <p14:cNvPr id="608" name="Ink 607">
                  <a:extLst>
                    <a:ext uri="{FF2B5EF4-FFF2-40B4-BE49-F238E27FC236}">
                      <a16:creationId xmlns:a16="http://schemas.microsoft.com/office/drawing/2014/main" id="{4FB9E82F-7F98-4F32-F6CD-D740DDDCE952}"/>
                    </a:ext>
                  </a:extLst>
                </p14:cNvPr>
                <p14:cNvContentPartPr/>
                <p14:nvPr/>
              </p14:nvContentPartPr>
              <p14:xfrm>
                <a:off x="9987628" y="5749451"/>
                <a:ext cx="240120" cy="262800"/>
              </p14:xfrm>
            </p:contentPart>
          </mc:Choice>
          <mc:Fallback>
            <p:pic>
              <p:nvPicPr>
                <p:cNvPr id="608" name="Ink 607">
                  <a:extLst>
                    <a:ext uri="{FF2B5EF4-FFF2-40B4-BE49-F238E27FC236}">
                      <a16:creationId xmlns:a16="http://schemas.microsoft.com/office/drawing/2014/main" id="{4FB9E82F-7F98-4F32-F6CD-D740DDDCE952}"/>
                    </a:ext>
                  </a:extLst>
                </p:cNvPr>
                <p:cNvPicPr/>
                <p:nvPr/>
              </p:nvPicPr>
              <p:blipFill>
                <a:blip r:embed="rId525"/>
                <a:stretch>
                  <a:fillRect/>
                </a:stretch>
              </p:blipFill>
              <p:spPr>
                <a:xfrm>
                  <a:off x="9978628" y="5740811"/>
                  <a:ext cx="25776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609" name="Ink 608">
                  <a:extLst>
                    <a:ext uri="{FF2B5EF4-FFF2-40B4-BE49-F238E27FC236}">
                      <a16:creationId xmlns:a16="http://schemas.microsoft.com/office/drawing/2014/main" id="{10EE213D-2ADB-5A7C-58D3-500DF7954CE0}"/>
                    </a:ext>
                  </a:extLst>
                </p14:cNvPr>
                <p14:cNvContentPartPr/>
                <p14:nvPr/>
              </p14:nvContentPartPr>
              <p14:xfrm>
                <a:off x="10249348" y="5843051"/>
                <a:ext cx="239400" cy="216720"/>
              </p14:xfrm>
            </p:contentPart>
          </mc:Choice>
          <mc:Fallback>
            <p:pic>
              <p:nvPicPr>
                <p:cNvPr id="609" name="Ink 608">
                  <a:extLst>
                    <a:ext uri="{FF2B5EF4-FFF2-40B4-BE49-F238E27FC236}">
                      <a16:creationId xmlns:a16="http://schemas.microsoft.com/office/drawing/2014/main" id="{10EE213D-2ADB-5A7C-58D3-500DF7954CE0}"/>
                    </a:ext>
                  </a:extLst>
                </p:cNvPr>
                <p:cNvPicPr/>
                <p:nvPr/>
              </p:nvPicPr>
              <p:blipFill>
                <a:blip r:embed="rId527"/>
                <a:stretch>
                  <a:fillRect/>
                </a:stretch>
              </p:blipFill>
              <p:spPr>
                <a:xfrm>
                  <a:off x="10240348" y="5834411"/>
                  <a:ext cx="2570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528">
              <p14:nvContentPartPr>
                <p14:cNvPr id="610" name="Ink 609">
                  <a:extLst>
                    <a:ext uri="{FF2B5EF4-FFF2-40B4-BE49-F238E27FC236}">
                      <a16:creationId xmlns:a16="http://schemas.microsoft.com/office/drawing/2014/main" id="{48868F30-EC2A-3C55-840B-D87724E8D2D9}"/>
                    </a:ext>
                  </a:extLst>
                </p14:cNvPr>
                <p14:cNvContentPartPr/>
                <p14:nvPr/>
              </p14:nvContentPartPr>
              <p14:xfrm>
                <a:off x="10554628" y="5786531"/>
                <a:ext cx="57960" cy="235440"/>
              </p14:xfrm>
            </p:contentPart>
          </mc:Choice>
          <mc:Fallback>
            <p:pic>
              <p:nvPicPr>
                <p:cNvPr id="610" name="Ink 609">
                  <a:extLst>
                    <a:ext uri="{FF2B5EF4-FFF2-40B4-BE49-F238E27FC236}">
                      <a16:creationId xmlns:a16="http://schemas.microsoft.com/office/drawing/2014/main" id="{48868F30-EC2A-3C55-840B-D87724E8D2D9}"/>
                    </a:ext>
                  </a:extLst>
                </p:cNvPr>
                <p:cNvPicPr/>
                <p:nvPr/>
              </p:nvPicPr>
              <p:blipFill>
                <a:blip r:embed="rId529"/>
                <a:stretch>
                  <a:fillRect/>
                </a:stretch>
              </p:blipFill>
              <p:spPr>
                <a:xfrm>
                  <a:off x="10545628" y="5777531"/>
                  <a:ext cx="7560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611" name="Ink 610">
                  <a:extLst>
                    <a:ext uri="{FF2B5EF4-FFF2-40B4-BE49-F238E27FC236}">
                      <a16:creationId xmlns:a16="http://schemas.microsoft.com/office/drawing/2014/main" id="{3679A645-3056-CD3B-1852-180340ACDB57}"/>
                    </a:ext>
                  </a:extLst>
                </p14:cNvPr>
                <p14:cNvContentPartPr/>
                <p14:nvPr/>
              </p14:nvContentPartPr>
              <p14:xfrm>
                <a:off x="10578028" y="5751971"/>
                <a:ext cx="658440" cy="260640"/>
              </p14:xfrm>
            </p:contentPart>
          </mc:Choice>
          <mc:Fallback>
            <p:pic>
              <p:nvPicPr>
                <p:cNvPr id="611" name="Ink 610">
                  <a:extLst>
                    <a:ext uri="{FF2B5EF4-FFF2-40B4-BE49-F238E27FC236}">
                      <a16:creationId xmlns:a16="http://schemas.microsoft.com/office/drawing/2014/main" id="{3679A645-3056-CD3B-1852-180340ACDB57}"/>
                    </a:ext>
                  </a:extLst>
                </p:cNvPr>
                <p:cNvPicPr/>
                <p:nvPr/>
              </p:nvPicPr>
              <p:blipFill>
                <a:blip r:embed="rId531"/>
                <a:stretch>
                  <a:fillRect/>
                </a:stretch>
              </p:blipFill>
              <p:spPr>
                <a:xfrm>
                  <a:off x="10569388" y="5743331"/>
                  <a:ext cx="676080" cy="278280"/>
                </a:xfrm>
                <a:prstGeom prst="rect">
                  <a:avLst/>
                </a:prstGeom>
              </p:spPr>
            </p:pic>
          </mc:Fallback>
        </mc:AlternateContent>
      </p:grpSp>
    </p:spTree>
    <p:extLst>
      <p:ext uri="{BB962C8B-B14F-4D97-AF65-F5344CB8AC3E}">
        <p14:creationId xmlns:p14="http://schemas.microsoft.com/office/powerpoint/2010/main" val="1246819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3A3A-11C3-929A-BCDF-70E7B1C8532D}"/>
              </a:ext>
            </a:extLst>
          </p:cNvPr>
          <p:cNvSpPr>
            <a:spLocks noGrp="1"/>
          </p:cNvSpPr>
          <p:nvPr>
            <p:ph type="title"/>
          </p:nvPr>
        </p:nvSpPr>
        <p:spPr/>
        <p:txBody>
          <a:bodyPr/>
          <a:lstStyle/>
          <a:p>
            <a:endParaRPr lang="en-IN"/>
          </a:p>
        </p:txBody>
      </p:sp>
      <p:grpSp>
        <p:nvGrpSpPr>
          <p:cNvPr id="50" name="Group 49">
            <a:extLst>
              <a:ext uri="{FF2B5EF4-FFF2-40B4-BE49-F238E27FC236}">
                <a16:creationId xmlns:a16="http://schemas.microsoft.com/office/drawing/2014/main" id="{83ADEE5E-1C3C-E8C6-665C-0964207CCF18}"/>
              </a:ext>
            </a:extLst>
          </p:cNvPr>
          <p:cNvGrpSpPr/>
          <p:nvPr/>
        </p:nvGrpSpPr>
        <p:grpSpPr>
          <a:xfrm>
            <a:off x="3352108" y="1607651"/>
            <a:ext cx="5999040" cy="4651200"/>
            <a:chOff x="3352108" y="1607651"/>
            <a:chExt cx="5999040" cy="465120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657FDB7-3258-4F6C-4667-516880BB1F0A}"/>
                    </a:ext>
                  </a:extLst>
                </p14:cNvPr>
                <p14:cNvContentPartPr/>
                <p14:nvPr/>
              </p14:nvContentPartPr>
              <p14:xfrm>
                <a:off x="3352108" y="1607651"/>
                <a:ext cx="5180400" cy="4651200"/>
              </p14:xfrm>
            </p:contentPart>
          </mc:Choice>
          <mc:Fallback>
            <p:pic>
              <p:nvPicPr>
                <p:cNvPr id="3" name="Ink 2">
                  <a:extLst>
                    <a:ext uri="{FF2B5EF4-FFF2-40B4-BE49-F238E27FC236}">
                      <a16:creationId xmlns:a16="http://schemas.microsoft.com/office/drawing/2014/main" id="{2657FDB7-3258-4F6C-4667-516880BB1F0A}"/>
                    </a:ext>
                  </a:extLst>
                </p:cNvPr>
                <p:cNvPicPr/>
                <p:nvPr/>
              </p:nvPicPr>
              <p:blipFill>
                <a:blip r:embed="rId3"/>
                <a:stretch>
                  <a:fillRect/>
                </a:stretch>
              </p:blipFill>
              <p:spPr>
                <a:xfrm>
                  <a:off x="3343108" y="1599011"/>
                  <a:ext cx="5198040" cy="4668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23795A9-8600-914D-1DF4-ED60B56D9D4F}"/>
                    </a:ext>
                  </a:extLst>
                </p14:cNvPr>
                <p14:cNvContentPartPr/>
                <p14:nvPr/>
              </p14:nvContentPartPr>
              <p14:xfrm>
                <a:off x="3425908" y="2373731"/>
                <a:ext cx="4858920" cy="9000"/>
              </p14:xfrm>
            </p:contentPart>
          </mc:Choice>
          <mc:Fallback>
            <p:pic>
              <p:nvPicPr>
                <p:cNvPr id="4" name="Ink 3">
                  <a:extLst>
                    <a:ext uri="{FF2B5EF4-FFF2-40B4-BE49-F238E27FC236}">
                      <a16:creationId xmlns:a16="http://schemas.microsoft.com/office/drawing/2014/main" id="{523795A9-8600-914D-1DF4-ED60B56D9D4F}"/>
                    </a:ext>
                  </a:extLst>
                </p:cNvPr>
                <p:cNvPicPr/>
                <p:nvPr/>
              </p:nvPicPr>
              <p:blipFill>
                <a:blip r:embed="rId5"/>
                <a:stretch>
                  <a:fillRect/>
                </a:stretch>
              </p:blipFill>
              <p:spPr>
                <a:xfrm>
                  <a:off x="3417268" y="2364731"/>
                  <a:ext cx="48765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71415583-2B0C-E355-78CC-3BAC9BEE0044}"/>
                    </a:ext>
                  </a:extLst>
                </p14:cNvPr>
                <p14:cNvContentPartPr/>
                <p14:nvPr/>
              </p14:nvContentPartPr>
              <p14:xfrm>
                <a:off x="3480268" y="3168971"/>
                <a:ext cx="5076000" cy="126000"/>
              </p14:xfrm>
            </p:contentPart>
          </mc:Choice>
          <mc:Fallback>
            <p:pic>
              <p:nvPicPr>
                <p:cNvPr id="5" name="Ink 4">
                  <a:extLst>
                    <a:ext uri="{FF2B5EF4-FFF2-40B4-BE49-F238E27FC236}">
                      <a16:creationId xmlns:a16="http://schemas.microsoft.com/office/drawing/2014/main" id="{71415583-2B0C-E355-78CC-3BAC9BEE0044}"/>
                    </a:ext>
                  </a:extLst>
                </p:cNvPr>
                <p:cNvPicPr/>
                <p:nvPr/>
              </p:nvPicPr>
              <p:blipFill>
                <a:blip r:embed="rId7"/>
                <a:stretch>
                  <a:fillRect/>
                </a:stretch>
              </p:blipFill>
              <p:spPr>
                <a:xfrm>
                  <a:off x="3471268" y="3159971"/>
                  <a:ext cx="50936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E802FF78-1559-5B79-4F9D-A746486ADEF4}"/>
                    </a:ext>
                  </a:extLst>
                </p14:cNvPr>
                <p14:cNvContentPartPr/>
                <p14:nvPr/>
              </p14:nvContentPartPr>
              <p14:xfrm>
                <a:off x="3624268" y="4153931"/>
                <a:ext cx="5157360" cy="43200"/>
              </p14:xfrm>
            </p:contentPart>
          </mc:Choice>
          <mc:Fallback>
            <p:pic>
              <p:nvPicPr>
                <p:cNvPr id="6" name="Ink 5">
                  <a:extLst>
                    <a:ext uri="{FF2B5EF4-FFF2-40B4-BE49-F238E27FC236}">
                      <a16:creationId xmlns:a16="http://schemas.microsoft.com/office/drawing/2014/main" id="{E802FF78-1559-5B79-4F9D-A746486ADEF4}"/>
                    </a:ext>
                  </a:extLst>
                </p:cNvPr>
                <p:cNvPicPr/>
                <p:nvPr/>
              </p:nvPicPr>
              <p:blipFill>
                <a:blip r:embed="rId9"/>
                <a:stretch>
                  <a:fillRect/>
                </a:stretch>
              </p:blipFill>
              <p:spPr>
                <a:xfrm>
                  <a:off x="3615628" y="4145291"/>
                  <a:ext cx="517500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E0CA95D1-A984-29F3-1C21-6ADC979900FE}"/>
                    </a:ext>
                  </a:extLst>
                </p14:cNvPr>
                <p14:cNvContentPartPr/>
                <p14:nvPr/>
              </p14:nvContentPartPr>
              <p14:xfrm>
                <a:off x="3685828" y="5053931"/>
                <a:ext cx="5665320" cy="120960"/>
              </p14:xfrm>
            </p:contentPart>
          </mc:Choice>
          <mc:Fallback>
            <p:pic>
              <p:nvPicPr>
                <p:cNvPr id="7" name="Ink 6">
                  <a:extLst>
                    <a:ext uri="{FF2B5EF4-FFF2-40B4-BE49-F238E27FC236}">
                      <a16:creationId xmlns:a16="http://schemas.microsoft.com/office/drawing/2014/main" id="{E0CA95D1-A984-29F3-1C21-6ADC979900FE}"/>
                    </a:ext>
                  </a:extLst>
                </p:cNvPr>
                <p:cNvPicPr/>
                <p:nvPr/>
              </p:nvPicPr>
              <p:blipFill>
                <a:blip r:embed="rId11"/>
                <a:stretch>
                  <a:fillRect/>
                </a:stretch>
              </p:blipFill>
              <p:spPr>
                <a:xfrm>
                  <a:off x="3677188" y="5045291"/>
                  <a:ext cx="568296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41F411F8-2B00-8840-70EF-4620C309F186}"/>
                    </a:ext>
                  </a:extLst>
                </p14:cNvPr>
                <p14:cNvContentPartPr/>
                <p14:nvPr/>
              </p14:nvContentPartPr>
              <p14:xfrm>
                <a:off x="3603388" y="1893131"/>
                <a:ext cx="168480" cy="298440"/>
              </p14:xfrm>
            </p:contentPart>
          </mc:Choice>
          <mc:Fallback>
            <p:pic>
              <p:nvPicPr>
                <p:cNvPr id="9" name="Ink 8">
                  <a:extLst>
                    <a:ext uri="{FF2B5EF4-FFF2-40B4-BE49-F238E27FC236}">
                      <a16:creationId xmlns:a16="http://schemas.microsoft.com/office/drawing/2014/main" id="{41F411F8-2B00-8840-70EF-4620C309F186}"/>
                    </a:ext>
                  </a:extLst>
                </p:cNvPr>
                <p:cNvPicPr/>
                <p:nvPr/>
              </p:nvPicPr>
              <p:blipFill>
                <a:blip r:embed="rId13"/>
                <a:stretch>
                  <a:fillRect/>
                </a:stretch>
              </p:blipFill>
              <p:spPr>
                <a:xfrm>
                  <a:off x="3594748" y="1884131"/>
                  <a:ext cx="18612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6324B68C-EC68-0915-6923-327229A0C3F9}"/>
                    </a:ext>
                  </a:extLst>
                </p14:cNvPr>
                <p14:cNvContentPartPr/>
                <p14:nvPr/>
              </p14:nvContentPartPr>
              <p14:xfrm>
                <a:off x="3832348" y="2000411"/>
                <a:ext cx="432720" cy="181080"/>
              </p14:xfrm>
            </p:contentPart>
          </mc:Choice>
          <mc:Fallback>
            <p:pic>
              <p:nvPicPr>
                <p:cNvPr id="10" name="Ink 9">
                  <a:extLst>
                    <a:ext uri="{FF2B5EF4-FFF2-40B4-BE49-F238E27FC236}">
                      <a16:creationId xmlns:a16="http://schemas.microsoft.com/office/drawing/2014/main" id="{6324B68C-EC68-0915-6923-327229A0C3F9}"/>
                    </a:ext>
                  </a:extLst>
                </p:cNvPr>
                <p:cNvPicPr/>
                <p:nvPr/>
              </p:nvPicPr>
              <p:blipFill>
                <a:blip r:embed="rId15"/>
                <a:stretch>
                  <a:fillRect/>
                </a:stretch>
              </p:blipFill>
              <p:spPr>
                <a:xfrm>
                  <a:off x="3823348" y="1991411"/>
                  <a:ext cx="45036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D393EB9E-A5DB-228E-1F5D-27E91BD4D805}"/>
                    </a:ext>
                  </a:extLst>
                </p14:cNvPr>
                <p14:cNvContentPartPr/>
                <p14:nvPr/>
              </p14:nvContentPartPr>
              <p14:xfrm>
                <a:off x="4309708" y="2019851"/>
                <a:ext cx="12960" cy="92160"/>
              </p14:xfrm>
            </p:contentPart>
          </mc:Choice>
          <mc:Fallback>
            <p:pic>
              <p:nvPicPr>
                <p:cNvPr id="11" name="Ink 10">
                  <a:extLst>
                    <a:ext uri="{FF2B5EF4-FFF2-40B4-BE49-F238E27FC236}">
                      <a16:creationId xmlns:a16="http://schemas.microsoft.com/office/drawing/2014/main" id="{D393EB9E-A5DB-228E-1F5D-27E91BD4D805}"/>
                    </a:ext>
                  </a:extLst>
                </p:cNvPr>
                <p:cNvPicPr/>
                <p:nvPr/>
              </p:nvPicPr>
              <p:blipFill>
                <a:blip r:embed="rId17"/>
                <a:stretch>
                  <a:fillRect/>
                </a:stretch>
              </p:blipFill>
              <p:spPr>
                <a:xfrm>
                  <a:off x="4300708" y="2011211"/>
                  <a:ext cx="306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40965FBF-1A7A-72AC-0AE3-D0860833923D}"/>
                    </a:ext>
                  </a:extLst>
                </p14:cNvPr>
                <p14:cNvContentPartPr/>
                <p14:nvPr/>
              </p14:nvContentPartPr>
              <p14:xfrm>
                <a:off x="4312228" y="1897451"/>
                <a:ext cx="14040" cy="36360"/>
              </p14:xfrm>
            </p:contentPart>
          </mc:Choice>
          <mc:Fallback>
            <p:pic>
              <p:nvPicPr>
                <p:cNvPr id="12" name="Ink 11">
                  <a:extLst>
                    <a:ext uri="{FF2B5EF4-FFF2-40B4-BE49-F238E27FC236}">
                      <a16:creationId xmlns:a16="http://schemas.microsoft.com/office/drawing/2014/main" id="{40965FBF-1A7A-72AC-0AE3-D0860833923D}"/>
                    </a:ext>
                  </a:extLst>
                </p:cNvPr>
                <p:cNvPicPr/>
                <p:nvPr/>
              </p:nvPicPr>
              <p:blipFill>
                <a:blip r:embed="rId19"/>
                <a:stretch>
                  <a:fillRect/>
                </a:stretch>
              </p:blipFill>
              <p:spPr>
                <a:xfrm>
                  <a:off x="4303588" y="1888811"/>
                  <a:ext cx="316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E686BA5B-FB49-1C82-FDF4-E8D5C04F8E11}"/>
                    </a:ext>
                  </a:extLst>
                </p14:cNvPr>
                <p14:cNvContentPartPr/>
                <p14:nvPr/>
              </p14:nvContentPartPr>
              <p14:xfrm>
                <a:off x="4367308" y="1943891"/>
                <a:ext cx="78840" cy="181080"/>
              </p14:xfrm>
            </p:contentPart>
          </mc:Choice>
          <mc:Fallback>
            <p:pic>
              <p:nvPicPr>
                <p:cNvPr id="13" name="Ink 12">
                  <a:extLst>
                    <a:ext uri="{FF2B5EF4-FFF2-40B4-BE49-F238E27FC236}">
                      <a16:creationId xmlns:a16="http://schemas.microsoft.com/office/drawing/2014/main" id="{E686BA5B-FB49-1C82-FDF4-E8D5C04F8E11}"/>
                    </a:ext>
                  </a:extLst>
                </p:cNvPr>
                <p:cNvPicPr/>
                <p:nvPr/>
              </p:nvPicPr>
              <p:blipFill>
                <a:blip r:embed="rId21"/>
                <a:stretch>
                  <a:fillRect/>
                </a:stretch>
              </p:blipFill>
              <p:spPr>
                <a:xfrm>
                  <a:off x="4358668" y="1935251"/>
                  <a:ext cx="964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3534CD5F-23DD-9BAE-2AA2-47BB2D17842E}"/>
                    </a:ext>
                  </a:extLst>
                </p14:cNvPr>
                <p14:cNvContentPartPr/>
                <p14:nvPr/>
              </p14:nvContentPartPr>
              <p14:xfrm>
                <a:off x="4563868" y="2013371"/>
                <a:ext cx="22680" cy="28440"/>
              </p14:xfrm>
            </p:contentPart>
          </mc:Choice>
          <mc:Fallback>
            <p:pic>
              <p:nvPicPr>
                <p:cNvPr id="14" name="Ink 13">
                  <a:extLst>
                    <a:ext uri="{FF2B5EF4-FFF2-40B4-BE49-F238E27FC236}">
                      <a16:creationId xmlns:a16="http://schemas.microsoft.com/office/drawing/2014/main" id="{3534CD5F-23DD-9BAE-2AA2-47BB2D17842E}"/>
                    </a:ext>
                  </a:extLst>
                </p:cNvPr>
                <p:cNvPicPr/>
                <p:nvPr/>
              </p:nvPicPr>
              <p:blipFill>
                <a:blip r:embed="rId23"/>
                <a:stretch>
                  <a:fillRect/>
                </a:stretch>
              </p:blipFill>
              <p:spPr>
                <a:xfrm>
                  <a:off x="4554868" y="2004371"/>
                  <a:ext cx="4032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BBFE60F6-D55B-E091-E2A3-6AB7BA04B357}"/>
                    </a:ext>
                  </a:extLst>
                </p14:cNvPr>
                <p14:cNvContentPartPr/>
                <p14:nvPr/>
              </p14:nvContentPartPr>
              <p14:xfrm>
                <a:off x="4540108" y="2112011"/>
                <a:ext cx="15480" cy="14760"/>
              </p14:xfrm>
            </p:contentPart>
          </mc:Choice>
          <mc:Fallback>
            <p:pic>
              <p:nvPicPr>
                <p:cNvPr id="15" name="Ink 14">
                  <a:extLst>
                    <a:ext uri="{FF2B5EF4-FFF2-40B4-BE49-F238E27FC236}">
                      <a16:creationId xmlns:a16="http://schemas.microsoft.com/office/drawing/2014/main" id="{BBFE60F6-D55B-E091-E2A3-6AB7BA04B357}"/>
                    </a:ext>
                  </a:extLst>
                </p:cNvPr>
                <p:cNvPicPr/>
                <p:nvPr/>
              </p:nvPicPr>
              <p:blipFill>
                <a:blip r:embed="rId25"/>
                <a:stretch>
                  <a:fillRect/>
                </a:stretch>
              </p:blipFill>
              <p:spPr>
                <a:xfrm>
                  <a:off x="4531468" y="2103011"/>
                  <a:ext cx="331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CC59A28C-E9F1-4930-617A-CE5B8DEF2B9A}"/>
                    </a:ext>
                  </a:extLst>
                </p14:cNvPr>
                <p14:cNvContentPartPr/>
                <p14:nvPr/>
              </p14:nvContentPartPr>
              <p14:xfrm>
                <a:off x="4699588" y="2002931"/>
                <a:ext cx="14400" cy="142560"/>
              </p14:xfrm>
            </p:contentPart>
          </mc:Choice>
          <mc:Fallback>
            <p:pic>
              <p:nvPicPr>
                <p:cNvPr id="16" name="Ink 15">
                  <a:extLst>
                    <a:ext uri="{FF2B5EF4-FFF2-40B4-BE49-F238E27FC236}">
                      <a16:creationId xmlns:a16="http://schemas.microsoft.com/office/drawing/2014/main" id="{CC59A28C-E9F1-4930-617A-CE5B8DEF2B9A}"/>
                    </a:ext>
                  </a:extLst>
                </p:cNvPr>
                <p:cNvPicPr/>
                <p:nvPr/>
              </p:nvPicPr>
              <p:blipFill>
                <a:blip r:embed="rId27"/>
                <a:stretch>
                  <a:fillRect/>
                </a:stretch>
              </p:blipFill>
              <p:spPr>
                <a:xfrm>
                  <a:off x="4690588" y="1993931"/>
                  <a:ext cx="3204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4F70D9C4-C198-E0E8-0798-C5B8F1740F78}"/>
                    </a:ext>
                  </a:extLst>
                </p14:cNvPr>
                <p14:cNvContentPartPr/>
                <p14:nvPr/>
              </p14:nvContentPartPr>
              <p14:xfrm>
                <a:off x="4784548" y="2002571"/>
                <a:ext cx="107640" cy="114840"/>
              </p14:xfrm>
            </p:contentPart>
          </mc:Choice>
          <mc:Fallback>
            <p:pic>
              <p:nvPicPr>
                <p:cNvPr id="17" name="Ink 16">
                  <a:extLst>
                    <a:ext uri="{FF2B5EF4-FFF2-40B4-BE49-F238E27FC236}">
                      <a16:creationId xmlns:a16="http://schemas.microsoft.com/office/drawing/2014/main" id="{4F70D9C4-C198-E0E8-0798-C5B8F1740F78}"/>
                    </a:ext>
                  </a:extLst>
                </p:cNvPr>
                <p:cNvPicPr/>
                <p:nvPr/>
              </p:nvPicPr>
              <p:blipFill>
                <a:blip r:embed="rId29"/>
                <a:stretch>
                  <a:fillRect/>
                </a:stretch>
              </p:blipFill>
              <p:spPr>
                <a:xfrm>
                  <a:off x="4775548" y="1993571"/>
                  <a:ext cx="1252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203589AF-C4BB-F7E4-A759-865E4D970D74}"/>
                    </a:ext>
                  </a:extLst>
                </p14:cNvPr>
                <p14:cNvContentPartPr/>
                <p14:nvPr/>
              </p14:nvContentPartPr>
              <p14:xfrm>
                <a:off x="4994428" y="2083931"/>
                <a:ext cx="3240" cy="71640"/>
              </p14:xfrm>
            </p:contentPart>
          </mc:Choice>
          <mc:Fallback>
            <p:pic>
              <p:nvPicPr>
                <p:cNvPr id="18" name="Ink 17">
                  <a:extLst>
                    <a:ext uri="{FF2B5EF4-FFF2-40B4-BE49-F238E27FC236}">
                      <a16:creationId xmlns:a16="http://schemas.microsoft.com/office/drawing/2014/main" id="{203589AF-C4BB-F7E4-A759-865E4D970D74}"/>
                    </a:ext>
                  </a:extLst>
                </p:cNvPr>
                <p:cNvPicPr/>
                <p:nvPr/>
              </p:nvPicPr>
              <p:blipFill>
                <a:blip r:embed="rId31"/>
                <a:stretch>
                  <a:fillRect/>
                </a:stretch>
              </p:blipFill>
              <p:spPr>
                <a:xfrm>
                  <a:off x="4985428" y="2074931"/>
                  <a:ext cx="2088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9D791B58-FA38-8262-F0CA-DE58E2DC7865}"/>
                    </a:ext>
                  </a:extLst>
                </p14:cNvPr>
                <p14:cNvContentPartPr/>
                <p14:nvPr/>
              </p14:nvContentPartPr>
              <p14:xfrm>
                <a:off x="5225908" y="1978091"/>
                <a:ext cx="95040" cy="142920"/>
              </p14:xfrm>
            </p:contentPart>
          </mc:Choice>
          <mc:Fallback>
            <p:pic>
              <p:nvPicPr>
                <p:cNvPr id="20" name="Ink 19">
                  <a:extLst>
                    <a:ext uri="{FF2B5EF4-FFF2-40B4-BE49-F238E27FC236}">
                      <a16:creationId xmlns:a16="http://schemas.microsoft.com/office/drawing/2014/main" id="{9D791B58-FA38-8262-F0CA-DE58E2DC7865}"/>
                    </a:ext>
                  </a:extLst>
                </p:cNvPr>
                <p:cNvPicPr/>
                <p:nvPr/>
              </p:nvPicPr>
              <p:blipFill>
                <a:blip r:embed="rId33"/>
                <a:stretch>
                  <a:fillRect/>
                </a:stretch>
              </p:blipFill>
              <p:spPr>
                <a:xfrm>
                  <a:off x="5217268" y="1969091"/>
                  <a:ext cx="11268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E90F1192-9E82-A9F7-C8B3-6BDAB3CA2339}"/>
                    </a:ext>
                  </a:extLst>
                </p14:cNvPr>
                <p14:cNvContentPartPr/>
                <p14:nvPr/>
              </p14:nvContentPartPr>
              <p14:xfrm>
                <a:off x="5392948" y="1977011"/>
                <a:ext cx="163800" cy="135720"/>
              </p14:xfrm>
            </p:contentPart>
          </mc:Choice>
          <mc:Fallback>
            <p:pic>
              <p:nvPicPr>
                <p:cNvPr id="21" name="Ink 20">
                  <a:extLst>
                    <a:ext uri="{FF2B5EF4-FFF2-40B4-BE49-F238E27FC236}">
                      <a16:creationId xmlns:a16="http://schemas.microsoft.com/office/drawing/2014/main" id="{E90F1192-9E82-A9F7-C8B3-6BDAB3CA2339}"/>
                    </a:ext>
                  </a:extLst>
                </p:cNvPr>
                <p:cNvPicPr/>
                <p:nvPr/>
              </p:nvPicPr>
              <p:blipFill>
                <a:blip r:embed="rId35"/>
                <a:stretch>
                  <a:fillRect/>
                </a:stretch>
              </p:blipFill>
              <p:spPr>
                <a:xfrm>
                  <a:off x="5383948" y="1968011"/>
                  <a:ext cx="1814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3E4F227B-BAB5-93FA-40EA-448A541F3D0A}"/>
                    </a:ext>
                  </a:extLst>
                </p14:cNvPr>
                <p14:cNvContentPartPr/>
                <p14:nvPr/>
              </p14:nvContentPartPr>
              <p14:xfrm>
                <a:off x="5537308" y="1889171"/>
                <a:ext cx="52920" cy="209880"/>
              </p14:xfrm>
            </p:contentPart>
          </mc:Choice>
          <mc:Fallback>
            <p:pic>
              <p:nvPicPr>
                <p:cNvPr id="22" name="Ink 21">
                  <a:extLst>
                    <a:ext uri="{FF2B5EF4-FFF2-40B4-BE49-F238E27FC236}">
                      <a16:creationId xmlns:a16="http://schemas.microsoft.com/office/drawing/2014/main" id="{3E4F227B-BAB5-93FA-40EA-448A541F3D0A}"/>
                    </a:ext>
                  </a:extLst>
                </p:cNvPr>
                <p:cNvPicPr/>
                <p:nvPr/>
              </p:nvPicPr>
              <p:blipFill>
                <a:blip r:embed="rId37"/>
                <a:stretch>
                  <a:fillRect/>
                </a:stretch>
              </p:blipFill>
              <p:spPr>
                <a:xfrm>
                  <a:off x="5528308" y="1880531"/>
                  <a:ext cx="705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302C3FF1-8BF4-1729-B14D-48B499AED882}"/>
                    </a:ext>
                  </a:extLst>
                </p14:cNvPr>
                <p14:cNvContentPartPr/>
                <p14:nvPr/>
              </p14:nvContentPartPr>
              <p14:xfrm>
                <a:off x="5738188" y="1970531"/>
                <a:ext cx="3600" cy="9000"/>
              </p14:xfrm>
            </p:contentPart>
          </mc:Choice>
          <mc:Fallback>
            <p:pic>
              <p:nvPicPr>
                <p:cNvPr id="23" name="Ink 22">
                  <a:extLst>
                    <a:ext uri="{FF2B5EF4-FFF2-40B4-BE49-F238E27FC236}">
                      <a16:creationId xmlns:a16="http://schemas.microsoft.com/office/drawing/2014/main" id="{302C3FF1-8BF4-1729-B14D-48B499AED882}"/>
                    </a:ext>
                  </a:extLst>
                </p:cNvPr>
                <p:cNvPicPr/>
                <p:nvPr/>
              </p:nvPicPr>
              <p:blipFill>
                <a:blip r:embed="rId39"/>
                <a:stretch>
                  <a:fillRect/>
                </a:stretch>
              </p:blipFill>
              <p:spPr>
                <a:xfrm>
                  <a:off x="5729548" y="1961531"/>
                  <a:ext cx="212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A26B5A89-7FC9-FCC7-C72F-4944F682D572}"/>
                    </a:ext>
                  </a:extLst>
                </p14:cNvPr>
                <p14:cNvContentPartPr/>
                <p14:nvPr/>
              </p14:nvContentPartPr>
              <p14:xfrm>
                <a:off x="5695708" y="2069891"/>
                <a:ext cx="9720" cy="16560"/>
              </p14:xfrm>
            </p:contentPart>
          </mc:Choice>
          <mc:Fallback>
            <p:pic>
              <p:nvPicPr>
                <p:cNvPr id="24" name="Ink 23">
                  <a:extLst>
                    <a:ext uri="{FF2B5EF4-FFF2-40B4-BE49-F238E27FC236}">
                      <a16:creationId xmlns:a16="http://schemas.microsoft.com/office/drawing/2014/main" id="{A26B5A89-7FC9-FCC7-C72F-4944F682D572}"/>
                    </a:ext>
                  </a:extLst>
                </p:cNvPr>
                <p:cNvPicPr/>
                <p:nvPr/>
              </p:nvPicPr>
              <p:blipFill>
                <a:blip r:embed="rId41"/>
                <a:stretch>
                  <a:fillRect/>
                </a:stretch>
              </p:blipFill>
              <p:spPr>
                <a:xfrm>
                  <a:off x="5687068" y="2060891"/>
                  <a:ext cx="2736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828D6769-F3C1-FA2B-993A-2DC0BC984939}"/>
                    </a:ext>
                  </a:extLst>
                </p14:cNvPr>
                <p14:cNvContentPartPr/>
                <p14:nvPr/>
              </p14:nvContentPartPr>
              <p14:xfrm>
                <a:off x="5910988" y="1963331"/>
                <a:ext cx="21960" cy="142200"/>
              </p14:xfrm>
            </p:contentPart>
          </mc:Choice>
          <mc:Fallback>
            <p:pic>
              <p:nvPicPr>
                <p:cNvPr id="25" name="Ink 24">
                  <a:extLst>
                    <a:ext uri="{FF2B5EF4-FFF2-40B4-BE49-F238E27FC236}">
                      <a16:creationId xmlns:a16="http://schemas.microsoft.com/office/drawing/2014/main" id="{828D6769-F3C1-FA2B-993A-2DC0BC984939}"/>
                    </a:ext>
                  </a:extLst>
                </p:cNvPr>
                <p:cNvPicPr/>
                <p:nvPr/>
              </p:nvPicPr>
              <p:blipFill>
                <a:blip r:embed="rId43"/>
                <a:stretch>
                  <a:fillRect/>
                </a:stretch>
              </p:blipFill>
              <p:spPr>
                <a:xfrm>
                  <a:off x="5902348" y="1954331"/>
                  <a:ext cx="3960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A5E53E8E-81DE-FEBE-C20A-CD8A6CEBDB66}"/>
                    </a:ext>
                  </a:extLst>
                </p14:cNvPr>
                <p14:cNvContentPartPr/>
                <p14:nvPr/>
              </p14:nvContentPartPr>
              <p14:xfrm>
                <a:off x="5959948" y="1977371"/>
                <a:ext cx="101880" cy="108720"/>
              </p14:xfrm>
            </p:contentPart>
          </mc:Choice>
          <mc:Fallback>
            <p:pic>
              <p:nvPicPr>
                <p:cNvPr id="26" name="Ink 25">
                  <a:extLst>
                    <a:ext uri="{FF2B5EF4-FFF2-40B4-BE49-F238E27FC236}">
                      <a16:creationId xmlns:a16="http://schemas.microsoft.com/office/drawing/2014/main" id="{A5E53E8E-81DE-FEBE-C20A-CD8A6CEBDB66}"/>
                    </a:ext>
                  </a:extLst>
                </p:cNvPr>
                <p:cNvPicPr/>
                <p:nvPr/>
              </p:nvPicPr>
              <p:blipFill>
                <a:blip r:embed="rId45"/>
                <a:stretch>
                  <a:fillRect/>
                </a:stretch>
              </p:blipFill>
              <p:spPr>
                <a:xfrm>
                  <a:off x="5950948" y="1968371"/>
                  <a:ext cx="11952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E77CA707-319E-9659-86E6-1A7205C8C037}"/>
                    </a:ext>
                  </a:extLst>
                </p14:cNvPr>
                <p14:cNvContentPartPr/>
                <p14:nvPr/>
              </p14:nvContentPartPr>
              <p14:xfrm>
                <a:off x="6144988" y="1984571"/>
                <a:ext cx="99000" cy="120960"/>
              </p14:xfrm>
            </p:contentPart>
          </mc:Choice>
          <mc:Fallback>
            <p:pic>
              <p:nvPicPr>
                <p:cNvPr id="27" name="Ink 26">
                  <a:extLst>
                    <a:ext uri="{FF2B5EF4-FFF2-40B4-BE49-F238E27FC236}">
                      <a16:creationId xmlns:a16="http://schemas.microsoft.com/office/drawing/2014/main" id="{E77CA707-319E-9659-86E6-1A7205C8C037}"/>
                    </a:ext>
                  </a:extLst>
                </p:cNvPr>
                <p:cNvPicPr/>
                <p:nvPr/>
              </p:nvPicPr>
              <p:blipFill>
                <a:blip r:embed="rId47"/>
                <a:stretch>
                  <a:fillRect/>
                </a:stretch>
              </p:blipFill>
              <p:spPr>
                <a:xfrm>
                  <a:off x="6135988" y="1975571"/>
                  <a:ext cx="11664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DF36D7C0-45DA-B470-D21E-82B38972AC42}"/>
                    </a:ext>
                  </a:extLst>
                </p14:cNvPr>
                <p14:cNvContentPartPr/>
                <p14:nvPr/>
              </p14:nvContentPartPr>
              <p14:xfrm>
                <a:off x="6335428" y="1902851"/>
                <a:ext cx="161640" cy="273600"/>
              </p14:xfrm>
            </p:contentPart>
          </mc:Choice>
          <mc:Fallback>
            <p:pic>
              <p:nvPicPr>
                <p:cNvPr id="28" name="Ink 27">
                  <a:extLst>
                    <a:ext uri="{FF2B5EF4-FFF2-40B4-BE49-F238E27FC236}">
                      <a16:creationId xmlns:a16="http://schemas.microsoft.com/office/drawing/2014/main" id="{DF36D7C0-45DA-B470-D21E-82B38972AC42}"/>
                    </a:ext>
                  </a:extLst>
                </p:cNvPr>
                <p:cNvPicPr/>
                <p:nvPr/>
              </p:nvPicPr>
              <p:blipFill>
                <a:blip r:embed="rId49"/>
                <a:stretch>
                  <a:fillRect/>
                </a:stretch>
              </p:blipFill>
              <p:spPr>
                <a:xfrm>
                  <a:off x="6326428" y="1894211"/>
                  <a:ext cx="1792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9CA1D134-5684-F8A6-6E42-C0DC086593DC}"/>
                    </a:ext>
                  </a:extLst>
                </p14:cNvPr>
                <p14:cNvContentPartPr/>
                <p14:nvPr/>
              </p14:nvContentPartPr>
              <p14:xfrm>
                <a:off x="3801388" y="2752451"/>
                <a:ext cx="190800" cy="281520"/>
              </p14:xfrm>
            </p:contentPart>
          </mc:Choice>
          <mc:Fallback>
            <p:pic>
              <p:nvPicPr>
                <p:cNvPr id="30" name="Ink 29">
                  <a:extLst>
                    <a:ext uri="{FF2B5EF4-FFF2-40B4-BE49-F238E27FC236}">
                      <a16:creationId xmlns:a16="http://schemas.microsoft.com/office/drawing/2014/main" id="{9CA1D134-5684-F8A6-6E42-C0DC086593DC}"/>
                    </a:ext>
                  </a:extLst>
                </p:cNvPr>
                <p:cNvPicPr/>
                <p:nvPr/>
              </p:nvPicPr>
              <p:blipFill>
                <a:blip r:embed="rId51"/>
                <a:stretch>
                  <a:fillRect/>
                </a:stretch>
              </p:blipFill>
              <p:spPr>
                <a:xfrm>
                  <a:off x="3792388" y="2743811"/>
                  <a:ext cx="20844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907063FD-69A6-E32D-ED76-ACF504E87A68}"/>
                    </a:ext>
                  </a:extLst>
                </p14:cNvPr>
                <p14:cNvContentPartPr/>
                <p14:nvPr/>
              </p14:nvContentPartPr>
              <p14:xfrm>
                <a:off x="4239868" y="2996891"/>
                <a:ext cx="18360" cy="4680"/>
              </p14:xfrm>
            </p:contentPart>
          </mc:Choice>
          <mc:Fallback>
            <p:pic>
              <p:nvPicPr>
                <p:cNvPr id="31" name="Ink 30">
                  <a:extLst>
                    <a:ext uri="{FF2B5EF4-FFF2-40B4-BE49-F238E27FC236}">
                      <a16:creationId xmlns:a16="http://schemas.microsoft.com/office/drawing/2014/main" id="{907063FD-69A6-E32D-ED76-ACF504E87A68}"/>
                    </a:ext>
                  </a:extLst>
                </p:cNvPr>
                <p:cNvPicPr/>
                <p:nvPr/>
              </p:nvPicPr>
              <p:blipFill>
                <a:blip r:embed="rId53"/>
                <a:stretch>
                  <a:fillRect/>
                </a:stretch>
              </p:blipFill>
              <p:spPr>
                <a:xfrm>
                  <a:off x="4230868" y="2987891"/>
                  <a:ext cx="360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A821E8E6-60F9-C816-4E3A-87BDBC2D6727}"/>
                    </a:ext>
                  </a:extLst>
                </p14:cNvPr>
                <p14:cNvContentPartPr/>
                <p14:nvPr/>
              </p14:nvContentPartPr>
              <p14:xfrm>
                <a:off x="4571788" y="2999051"/>
                <a:ext cx="74160" cy="10800"/>
              </p14:xfrm>
            </p:contentPart>
          </mc:Choice>
          <mc:Fallback>
            <p:pic>
              <p:nvPicPr>
                <p:cNvPr id="32" name="Ink 31">
                  <a:extLst>
                    <a:ext uri="{FF2B5EF4-FFF2-40B4-BE49-F238E27FC236}">
                      <a16:creationId xmlns:a16="http://schemas.microsoft.com/office/drawing/2014/main" id="{A821E8E6-60F9-C816-4E3A-87BDBC2D6727}"/>
                    </a:ext>
                  </a:extLst>
                </p:cNvPr>
                <p:cNvPicPr/>
                <p:nvPr/>
              </p:nvPicPr>
              <p:blipFill>
                <a:blip r:embed="rId55"/>
                <a:stretch>
                  <a:fillRect/>
                </a:stretch>
              </p:blipFill>
              <p:spPr>
                <a:xfrm>
                  <a:off x="4563148" y="2990411"/>
                  <a:ext cx="918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3" name="Ink 32">
                  <a:extLst>
                    <a:ext uri="{FF2B5EF4-FFF2-40B4-BE49-F238E27FC236}">
                      <a16:creationId xmlns:a16="http://schemas.microsoft.com/office/drawing/2014/main" id="{76987808-3809-309C-81EB-7B4F1F43FF9F}"/>
                    </a:ext>
                  </a:extLst>
                </p14:cNvPr>
                <p14:cNvContentPartPr/>
                <p14:nvPr/>
              </p14:nvContentPartPr>
              <p14:xfrm>
                <a:off x="4997308" y="2983931"/>
                <a:ext cx="126720" cy="7920"/>
              </p14:xfrm>
            </p:contentPart>
          </mc:Choice>
          <mc:Fallback>
            <p:pic>
              <p:nvPicPr>
                <p:cNvPr id="33" name="Ink 32">
                  <a:extLst>
                    <a:ext uri="{FF2B5EF4-FFF2-40B4-BE49-F238E27FC236}">
                      <a16:creationId xmlns:a16="http://schemas.microsoft.com/office/drawing/2014/main" id="{76987808-3809-309C-81EB-7B4F1F43FF9F}"/>
                    </a:ext>
                  </a:extLst>
                </p:cNvPr>
                <p:cNvPicPr/>
                <p:nvPr/>
              </p:nvPicPr>
              <p:blipFill>
                <a:blip r:embed="rId57"/>
                <a:stretch>
                  <a:fillRect/>
                </a:stretch>
              </p:blipFill>
              <p:spPr>
                <a:xfrm>
                  <a:off x="4988308" y="2975291"/>
                  <a:ext cx="1443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4" name="Ink 33">
                  <a:extLst>
                    <a:ext uri="{FF2B5EF4-FFF2-40B4-BE49-F238E27FC236}">
                      <a16:creationId xmlns:a16="http://schemas.microsoft.com/office/drawing/2014/main" id="{49903371-76C6-6B64-6EB4-B029E2F8F064}"/>
                    </a:ext>
                  </a:extLst>
                </p14:cNvPr>
                <p14:cNvContentPartPr/>
                <p14:nvPr/>
              </p14:nvContentPartPr>
              <p14:xfrm>
                <a:off x="5628028" y="2976731"/>
                <a:ext cx="268920" cy="7920"/>
              </p14:xfrm>
            </p:contentPart>
          </mc:Choice>
          <mc:Fallback>
            <p:pic>
              <p:nvPicPr>
                <p:cNvPr id="34" name="Ink 33">
                  <a:extLst>
                    <a:ext uri="{FF2B5EF4-FFF2-40B4-BE49-F238E27FC236}">
                      <a16:creationId xmlns:a16="http://schemas.microsoft.com/office/drawing/2014/main" id="{49903371-76C6-6B64-6EB4-B029E2F8F064}"/>
                    </a:ext>
                  </a:extLst>
                </p:cNvPr>
                <p:cNvPicPr/>
                <p:nvPr/>
              </p:nvPicPr>
              <p:blipFill>
                <a:blip r:embed="rId59"/>
                <a:stretch>
                  <a:fillRect/>
                </a:stretch>
              </p:blipFill>
              <p:spPr>
                <a:xfrm>
                  <a:off x="5619388" y="2968091"/>
                  <a:ext cx="2865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5" name="Ink 34">
                  <a:extLst>
                    <a:ext uri="{FF2B5EF4-FFF2-40B4-BE49-F238E27FC236}">
                      <a16:creationId xmlns:a16="http://schemas.microsoft.com/office/drawing/2014/main" id="{9C7982BA-3A9A-761B-A846-A910C2150B91}"/>
                    </a:ext>
                  </a:extLst>
                </p14:cNvPr>
                <p14:cNvContentPartPr/>
                <p14:nvPr/>
              </p14:nvContentPartPr>
              <p14:xfrm>
                <a:off x="6440908" y="2677931"/>
                <a:ext cx="203400" cy="347040"/>
              </p14:xfrm>
            </p:contentPart>
          </mc:Choice>
          <mc:Fallback>
            <p:pic>
              <p:nvPicPr>
                <p:cNvPr id="35" name="Ink 34">
                  <a:extLst>
                    <a:ext uri="{FF2B5EF4-FFF2-40B4-BE49-F238E27FC236}">
                      <a16:creationId xmlns:a16="http://schemas.microsoft.com/office/drawing/2014/main" id="{9C7982BA-3A9A-761B-A846-A910C2150B91}"/>
                    </a:ext>
                  </a:extLst>
                </p:cNvPr>
                <p:cNvPicPr/>
                <p:nvPr/>
              </p:nvPicPr>
              <p:blipFill>
                <a:blip r:embed="rId61"/>
                <a:stretch>
                  <a:fillRect/>
                </a:stretch>
              </p:blipFill>
              <p:spPr>
                <a:xfrm>
                  <a:off x="6431908" y="2669291"/>
                  <a:ext cx="22104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40AFBB15-6DB3-2C6C-31E8-145061D3C4B6}"/>
                    </a:ext>
                  </a:extLst>
                </p14:cNvPr>
                <p14:cNvContentPartPr/>
                <p14:nvPr/>
              </p14:nvContentPartPr>
              <p14:xfrm>
                <a:off x="3994348" y="3590531"/>
                <a:ext cx="254520" cy="395640"/>
              </p14:xfrm>
            </p:contentPart>
          </mc:Choice>
          <mc:Fallback>
            <p:pic>
              <p:nvPicPr>
                <p:cNvPr id="36" name="Ink 35">
                  <a:extLst>
                    <a:ext uri="{FF2B5EF4-FFF2-40B4-BE49-F238E27FC236}">
                      <a16:creationId xmlns:a16="http://schemas.microsoft.com/office/drawing/2014/main" id="{40AFBB15-6DB3-2C6C-31E8-145061D3C4B6}"/>
                    </a:ext>
                  </a:extLst>
                </p:cNvPr>
                <p:cNvPicPr/>
                <p:nvPr/>
              </p:nvPicPr>
              <p:blipFill>
                <a:blip r:embed="rId63"/>
                <a:stretch>
                  <a:fillRect/>
                </a:stretch>
              </p:blipFill>
              <p:spPr>
                <a:xfrm>
                  <a:off x="3985708" y="3581531"/>
                  <a:ext cx="272160" cy="413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4B1C8C46-BEBE-C377-93F7-C26DD5128741}"/>
                    </a:ext>
                  </a:extLst>
                </p14:cNvPr>
                <p14:cNvContentPartPr/>
                <p14:nvPr/>
              </p14:nvContentPartPr>
              <p14:xfrm>
                <a:off x="4450108" y="3900491"/>
                <a:ext cx="42840" cy="26640"/>
              </p14:xfrm>
            </p:contentPart>
          </mc:Choice>
          <mc:Fallback>
            <p:pic>
              <p:nvPicPr>
                <p:cNvPr id="37" name="Ink 36">
                  <a:extLst>
                    <a:ext uri="{FF2B5EF4-FFF2-40B4-BE49-F238E27FC236}">
                      <a16:creationId xmlns:a16="http://schemas.microsoft.com/office/drawing/2014/main" id="{4B1C8C46-BEBE-C377-93F7-C26DD5128741}"/>
                    </a:ext>
                  </a:extLst>
                </p:cNvPr>
                <p:cNvPicPr/>
                <p:nvPr/>
              </p:nvPicPr>
              <p:blipFill>
                <a:blip r:embed="rId65"/>
                <a:stretch>
                  <a:fillRect/>
                </a:stretch>
              </p:blipFill>
              <p:spPr>
                <a:xfrm>
                  <a:off x="4441468" y="3891851"/>
                  <a:ext cx="6048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B45E00CC-2F1F-DDDB-8E7C-405B7921D966}"/>
                    </a:ext>
                  </a:extLst>
                </p14:cNvPr>
                <p14:cNvContentPartPr/>
                <p14:nvPr/>
              </p14:nvContentPartPr>
              <p14:xfrm>
                <a:off x="4784548" y="3893291"/>
                <a:ext cx="103680" cy="23760"/>
              </p14:xfrm>
            </p:contentPart>
          </mc:Choice>
          <mc:Fallback>
            <p:pic>
              <p:nvPicPr>
                <p:cNvPr id="38" name="Ink 37">
                  <a:extLst>
                    <a:ext uri="{FF2B5EF4-FFF2-40B4-BE49-F238E27FC236}">
                      <a16:creationId xmlns:a16="http://schemas.microsoft.com/office/drawing/2014/main" id="{B45E00CC-2F1F-DDDB-8E7C-405B7921D966}"/>
                    </a:ext>
                  </a:extLst>
                </p:cNvPr>
                <p:cNvPicPr/>
                <p:nvPr/>
              </p:nvPicPr>
              <p:blipFill>
                <a:blip r:embed="rId67"/>
                <a:stretch>
                  <a:fillRect/>
                </a:stretch>
              </p:blipFill>
              <p:spPr>
                <a:xfrm>
                  <a:off x="4775548" y="3884651"/>
                  <a:ext cx="1213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1E3CE889-E134-0156-BC61-0BBCD94933A4}"/>
                    </a:ext>
                  </a:extLst>
                </p14:cNvPr>
                <p14:cNvContentPartPr/>
                <p14:nvPr/>
              </p14:nvContentPartPr>
              <p14:xfrm>
                <a:off x="5252188" y="3861611"/>
                <a:ext cx="146520" cy="8640"/>
              </p14:xfrm>
            </p:contentPart>
          </mc:Choice>
          <mc:Fallback>
            <p:pic>
              <p:nvPicPr>
                <p:cNvPr id="39" name="Ink 38">
                  <a:extLst>
                    <a:ext uri="{FF2B5EF4-FFF2-40B4-BE49-F238E27FC236}">
                      <a16:creationId xmlns:a16="http://schemas.microsoft.com/office/drawing/2014/main" id="{1E3CE889-E134-0156-BC61-0BBCD94933A4}"/>
                    </a:ext>
                  </a:extLst>
                </p:cNvPr>
                <p:cNvPicPr/>
                <p:nvPr/>
              </p:nvPicPr>
              <p:blipFill>
                <a:blip r:embed="rId69"/>
                <a:stretch>
                  <a:fillRect/>
                </a:stretch>
              </p:blipFill>
              <p:spPr>
                <a:xfrm>
                  <a:off x="5243548" y="3852971"/>
                  <a:ext cx="1641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A6CCA51F-86FF-71A9-9F44-0E28CB14D602}"/>
                    </a:ext>
                  </a:extLst>
                </p14:cNvPr>
                <p14:cNvContentPartPr/>
                <p14:nvPr/>
              </p14:nvContentPartPr>
              <p14:xfrm>
                <a:off x="5897308" y="3848651"/>
                <a:ext cx="468360" cy="15480"/>
              </p14:xfrm>
            </p:contentPart>
          </mc:Choice>
          <mc:Fallback>
            <p:pic>
              <p:nvPicPr>
                <p:cNvPr id="40" name="Ink 39">
                  <a:extLst>
                    <a:ext uri="{FF2B5EF4-FFF2-40B4-BE49-F238E27FC236}">
                      <a16:creationId xmlns:a16="http://schemas.microsoft.com/office/drawing/2014/main" id="{A6CCA51F-86FF-71A9-9F44-0E28CB14D602}"/>
                    </a:ext>
                  </a:extLst>
                </p:cNvPr>
                <p:cNvPicPr/>
                <p:nvPr/>
              </p:nvPicPr>
              <p:blipFill>
                <a:blip r:embed="rId71"/>
                <a:stretch>
                  <a:fillRect/>
                </a:stretch>
              </p:blipFill>
              <p:spPr>
                <a:xfrm>
                  <a:off x="5888668" y="3840011"/>
                  <a:ext cx="486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ACF73DE8-A3B1-20CD-5E57-9BF58094EEAE}"/>
                    </a:ext>
                  </a:extLst>
                </p14:cNvPr>
                <p14:cNvContentPartPr/>
                <p14:nvPr/>
              </p14:nvContentPartPr>
              <p14:xfrm>
                <a:off x="6706588" y="3564971"/>
                <a:ext cx="194400" cy="380160"/>
              </p14:xfrm>
            </p:contentPart>
          </mc:Choice>
          <mc:Fallback>
            <p:pic>
              <p:nvPicPr>
                <p:cNvPr id="41" name="Ink 40">
                  <a:extLst>
                    <a:ext uri="{FF2B5EF4-FFF2-40B4-BE49-F238E27FC236}">
                      <a16:creationId xmlns:a16="http://schemas.microsoft.com/office/drawing/2014/main" id="{ACF73DE8-A3B1-20CD-5E57-9BF58094EEAE}"/>
                    </a:ext>
                  </a:extLst>
                </p:cNvPr>
                <p:cNvPicPr/>
                <p:nvPr/>
              </p:nvPicPr>
              <p:blipFill>
                <a:blip r:embed="rId73"/>
                <a:stretch>
                  <a:fillRect/>
                </a:stretch>
              </p:blipFill>
              <p:spPr>
                <a:xfrm>
                  <a:off x="6697588" y="3555971"/>
                  <a:ext cx="21204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5D11AC12-BF37-80B5-3148-22FD252500DC}"/>
                    </a:ext>
                  </a:extLst>
                </p14:cNvPr>
                <p14:cNvContentPartPr/>
                <p14:nvPr/>
              </p14:nvContentPartPr>
              <p14:xfrm>
                <a:off x="4047628" y="4457411"/>
                <a:ext cx="333000" cy="413280"/>
              </p14:xfrm>
            </p:contentPart>
          </mc:Choice>
          <mc:Fallback>
            <p:pic>
              <p:nvPicPr>
                <p:cNvPr id="42" name="Ink 41">
                  <a:extLst>
                    <a:ext uri="{FF2B5EF4-FFF2-40B4-BE49-F238E27FC236}">
                      <a16:creationId xmlns:a16="http://schemas.microsoft.com/office/drawing/2014/main" id="{5D11AC12-BF37-80B5-3148-22FD252500DC}"/>
                    </a:ext>
                  </a:extLst>
                </p:cNvPr>
                <p:cNvPicPr/>
                <p:nvPr/>
              </p:nvPicPr>
              <p:blipFill>
                <a:blip r:embed="rId75"/>
                <a:stretch>
                  <a:fillRect/>
                </a:stretch>
              </p:blipFill>
              <p:spPr>
                <a:xfrm>
                  <a:off x="4038628" y="4448411"/>
                  <a:ext cx="35064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DBA7815C-BA29-1324-8330-A56C0A8FC4FB}"/>
                    </a:ext>
                  </a:extLst>
                </p14:cNvPr>
                <p14:cNvContentPartPr/>
                <p14:nvPr/>
              </p14:nvContentPartPr>
              <p14:xfrm>
                <a:off x="4656748" y="4790771"/>
                <a:ext cx="72360" cy="19800"/>
              </p14:xfrm>
            </p:contentPart>
          </mc:Choice>
          <mc:Fallback>
            <p:pic>
              <p:nvPicPr>
                <p:cNvPr id="43" name="Ink 42">
                  <a:extLst>
                    <a:ext uri="{FF2B5EF4-FFF2-40B4-BE49-F238E27FC236}">
                      <a16:creationId xmlns:a16="http://schemas.microsoft.com/office/drawing/2014/main" id="{DBA7815C-BA29-1324-8330-A56C0A8FC4FB}"/>
                    </a:ext>
                  </a:extLst>
                </p:cNvPr>
                <p:cNvPicPr/>
                <p:nvPr/>
              </p:nvPicPr>
              <p:blipFill>
                <a:blip r:embed="rId77"/>
                <a:stretch>
                  <a:fillRect/>
                </a:stretch>
              </p:blipFill>
              <p:spPr>
                <a:xfrm>
                  <a:off x="4648108" y="4781771"/>
                  <a:ext cx="900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5DB7026E-CFA7-813B-FAAF-8B837D61E5D4}"/>
                    </a:ext>
                  </a:extLst>
                </p14:cNvPr>
                <p14:cNvContentPartPr/>
                <p14:nvPr/>
              </p14:nvContentPartPr>
              <p14:xfrm>
                <a:off x="5160388" y="4762331"/>
                <a:ext cx="87840" cy="22320"/>
              </p14:xfrm>
            </p:contentPart>
          </mc:Choice>
          <mc:Fallback>
            <p:pic>
              <p:nvPicPr>
                <p:cNvPr id="44" name="Ink 43">
                  <a:extLst>
                    <a:ext uri="{FF2B5EF4-FFF2-40B4-BE49-F238E27FC236}">
                      <a16:creationId xmlns:a16="http://schemas.microsoft.com/office/drawing/2014/main" id="{5DB7026E-CFA7-813B-FAAF-8B837D61E5D4}"/>
                    </a:ext>
                  </a:extLst>
                </p:cNvPr>
                <p:cNvPicPr/>
                <p:nvPr/>
              </p:nvPicPr>
              <p:blipFill>
                <a:blip r:embed="rId79"/>
                <a:stretch>
                  <a:fillRect/>
                </a:stretch>
              </p:blipFill>
              <p:spPr>
                <a:xfrm>
                  <a:off x="5151388" y="4753691"/>
                  <a:ext cx="1054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46002CE4-BDA1-5559-17EE-2257E1908E5A}"/>
                    </a:ext>
                  </a:extLst>
                </p14:cNvPr>
                <p14:cNvContentPartPr/>
                <p14:nvPr/>
              </p14:nvContentPartPr>
              <p14:xfrm>
                <a:off x="5620828" y="4756211"/>
                <a:ext cx="711720" cy="42840"/>
              </p14:xfrm>
            </p:contentPart>
          </mc:Choice>
          <mc:Fallback>
            <p:pic>
              <p:nvPicPr>
                <p:cNvPr id="45" name="Ink 44">
                  <a:extLst>
                    <a:ext uri="{FF2B5EF4-FFF2-40B4-BE49-F238E27FC236}">
                      <a16:creationId xmlns:a16="http://schemas.microsoft.com/office/drawing/2014/main" id="{46002CE4-BDA1-5559-17EE-2257E1908E5A}"/>
                    </a:ext>
                  </a:extLst>
                </p:cNvPr>
                <p:cNvPicPr/>
                <p:nvPr/>
              </p:nvPicPr>
              <p:blipFill>
                <a:blip r:embed="rId81"/>
                <a:stretch>
                  <a:fillRect/>
                </a:stretch>
              </p:blipFill>
              <p:spPr>
                <a:xfrm>
                  <a:off x="5611828" y="4747571"/>
                  <a:ext cx="72936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87089D28-A559-BA6E-C6E7-D2C9F4647597}"/>
                    </a:ext>
                  </a:extLst>
                </p14:cNvPr>
                <p14:cNvContentPartPr/>
                <p14:nvPr/>
              </p14:nvContentPartPr>
              <p14:xfrm>
                <a:off x="6556468" y="4805171"/>
                <a:ext cx="205560" cy="7920"/>
              </p14:xfrm>
            </p:contentPart>
          </mc:Choice>
          <mc:Fallback>
            <p:pic>
              <p:nvPicPr>
                <p:cNvPr id="46" name="Ink 45">
                  <a:extLst>
                    <a:ext uri="{FF2B5EF4-FFF2-40B4-BE49-F238E27FC236}">
                      <a16:creationId xmlns:a16="http://schemas.microsoft.com/office/drawing/2014/main" id="{87089D28-A559-BA6E-C6E7-D2C9F4647597}"/>
                    </a:ext>
                  </a:extLst>
                </p:cNvPr>
                <p:cNvPicPr/>
                <p:nvPr/>
              </p:nvPicPr>
              <p:blipFill>
                <a:blip r:embed="rId83"/>
                <a:stretch>
                  <a:fillRect/>
                </a:stretch>
              </p:blipFill>
              <p:spPr>
                <a:xfrm>
                  <a:off x="6547468" y="4796531"/>
                  <a:ext cx="22320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7" name="Ink 46">
                  <a:extLst>
                    <a:ext uri="{FF2B5EF4-FFF2-40B4-BE49-F238E27FC236}">
                      <a16:creationId xmlns:a16="http://schemas.microsoft.com/office/drawing/2014/main" id="{609AA0F1-7C0F-4CF7-6FF3-9A895E9A5098}"/>
                    </a:ext>
                  </a:extLst>
                </p14:cNvPr>
                <p14:cNvContentPartPr/>
                <p14:nvPr/>
              </p14:nvContentPartPr>
              <p14:xfrm>
                <a:off x="6825748" y="4421051"/>
                <a:ext cx="279360" cy="470520"/>
              </p14:xfrm>
            </p:contentPart>
          </mc:Choice>
          <mc:Fallback>
            <p:pic>
              <p:nvPicPr>
                <p:cNvPr id="47" name="Ink 46">
                  <a:extLst>
                    <a:ext uri="{FF2B5EF4-FFF2-40B4-BE49-F238E27FC236}">
                      <a16:creationId xmlns:a16="http://schemas.microsoft.com/office/drawing/2014/main" id="{609AA0F1-7C0F-4CF7-6FF3-9A895E9A5098}"/>
                    </a:ext>
                  </a:extLst>
                </p:cNvPr>
                <p:cNvPicPr/>
                <p:nvPr/>
              </p:nvPicPr>
              <p:blipFill>
                <a:blip r:embed="rId85"/>
                <a:stretch>
                  <a:fillRect/>
                </a:stretch>
              </p:blipFill>
              <p:spPr>
                <a:xfrm>
                  <a:off x="6817108" y="4412051"/>
                  <a:ext cx="297000" cy="488160"/>
                </a:xfrm>
                <a:prstGeom prst="rect">
                  <a:avLst/>
                </a:prstGeom>
              </p:spPr>
            </p:pic>
          </mc:Fallback>
        </mc:AlternateContent>
      </p:grpSp>
    </p:spTree>
    <p:extLst>
      <p:ext uri="{BB962C8B-B14F-4D97-AF65-F5344CB8AC3E}">
        <p14:creationId xmlns:p14="http://schemas.microsoft.com/office/powerpoint/2010/main" val="4065754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23C63-74D1-5EE4-7828-66DDF32AB7F8}"/>
              </a:ext>
            </a:extLst>
          </p:cNvPr>
          <p:cNvSpPr>
            <a:spLocks noGrp="1"/>
          </p:cNvSpPr>
          <p:nvPr>
            <p:ph type="title"/>
          </p:nvPr>
        </p:nvSpPr>
        <p:spPr/>
        <p:txBody>
          <a:bodyPr/>
          <a:lstStyle/>
          <a:p>
            <a:endParaRPr lang="en-IN"/>
          </a:p>
        </p:txBody>
      </p:sp>
      <p:grpSp>
        <p:nvGrpSpPr>
          <p:cNvPr id="202" name="Group 201">
            <a:extLst>
              <a:ext uri="{FF2B5EF4-FFF2-40B4-BE49-F238E27FC236}">
                <a16:creationId xmlns:a16="http://schemas.microsoft.com/office/drawing/2014/main" id="{155C6F4D-514A-CA5B-833D-E16A23EB2562}"/>
              </a:ext>
            </a:extLst>
          </p:cNvPr>
          <p:cNvGrpSpPr/>
          <p:nvPr/>
        </p:nvGrpSpPr>
        <p:grpSpPr>
          <a:xfrm>
            <a:off x="101668" y="1345211"/>
            <a:ext cx="10663200" cy="5689080"/>
            <a:chOff x="101668" y="1345211"/>
            <a:chExt cx="10663200" cy="568908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4FF6094-15A0-F73F-AB19-120D768ABDC0}"/>
                    </a:ext>
                  </a:extLst>
                </p14:cNvPr>
                <p14:cNvContentPartPr/>
                <p14:nvPr/>
              </p14:nvContentPartPr>
              <p14:xfrm>
                <a:off x="982588" y="1644011"/>
                <a:ext cx="8438040" cy="696600"/>
              </p14:xfrm>
            </p:contentPart>
          </mc:Choice>
          <mc:Fallback>
            <p:pic>
              <p:nvPicPr>
                <p:cNvPr id="3" name="Ink 2">
                  <a:extLst>
                    <a:ext uri="{FF2B5EF4-FFF2-40B4-BE49-F238E27FC236}">
                      <a16:creationId xmlns:a16="http://schemas.microsoft.com/office/drawing/2014/main" id="{24FF6094-15A0-F73F-AB19-120D768ABDC0}"/>
                    </a:ext>
                  </a:extLst>
                </p:cNvPr>
                <p:cNvPicPr/>
                <p:nvPr/>
              </p:nvPicPr>
              <p:blipFill>
                <a:blip r:embed="rId3"/>
                <a:stretch>
                  <a:fillRect/>
                </a:stretch>
              </p:blipFill>
              <p:spPr>
                <a:xfrm>
                  <a:off x="973588" y="1635371"/>
                  <a:ext cx="8455680" cy="714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7FF01E5-BF4F-7BE9-2504-A1B557417BC8}"/>
                    </a:ext>
                  </a:extLst>
                </p14:cNvPr>
                <p14:cNvContentPartPr/>
                <p14:nvPr/>
              </p14:nvContentPartPr>
              <p14:xfrm>
                <a:off x="2019748" y="1835891"/>
                <a:ext cx="39240" cy="499680"/>
              </p14:xfrm>
            </p:contentPart>
          </mc:Choice>
          <mc:Fallback>
            <p:pic>
              <p:nvPicPr>
                <p:cNvPr id="4" name="Ink 3">
                  <a:extLst>
                    <a:ext uri="{FF2B5EF4-FFF2-40B4-BE49-F238E27FC236}">
                      <a16:creationId xmlns:a16="http://schemas.microsoft.com/office/drawing/2014/main" id="{D7FF01E5-BF4F-7BE9-2504-A1B557417BC8}"/>
                    </a:ext>
                  </a:extLst>
                </p:cNvPr>
                <p:cNvPicPr/>
                <p:nvPr/>
              </p:nvPicPr>
              <p:blipFill>
                <a:blip r:embed="rId5"/>
                <a:stretch>
                  <a:fillRect/>
                </a:stretch>
              </p:blipFill>
              <p:spPr>
                <a:xfrm>
                  <a:off x="2010748" y="1826891"/>
                  <a:ext cx="56880" cy="517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D2DE9CAB-3110-487E-B038-FB26038CADB1}"/>
                    </a:ext>
                  </a:extLst>
                </p14:cNvPr>
                <p14:cNvContentPartPr/>
                <p14:nvPr/>
              </p14:nvContentPartPr>
              <p14:xfrm>
                <a:off x="1121188" y="1578851"/>
                <a:ext cx="196200" cy="235080"/>
              </p14:xfrm>
            </p:contentPart>
          </mc:Choice>
          <mc:Fallback>
            <p:pic>
              <p:nvPicPr>
                <p:cNvPr id="5" name="Ink 4">
                  <a:extLst>
                    <a:ext uri="{FF2B5EF4-FFF2-40B4-BE49-F238E27FC236}">
                      <a16:creationId xmlns:a16="http://schemas.microsoft.com/office/drawing/2014/main" id="{D2DE9CAB-3110-487E-B038-FB26038CADB1}"/>
                    </a:ext>
                  </a:extLst>
                </p:cNvPr>
                <p:cNvPicPr/>
                <p:nvPr/>
              </p:nvPicPr>
              <p:blipFill>
                <a:blip r:embed="rId7"/>
                <a:stretch>
                  <a:fillRect/>
                </a:stretch>
              </p:blipFill>
              <p:spPr>
                <a:xfrm>
                  <a:off x="1112548" y="1569851"/>
                  <a:ext cx="21384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5CCF81CC-298D-EF0C-2A3D-09ADC4E2305B}"/>
                    </a:ext>
                  </a:extLst>
                </p14:cNvPr>
                <p14:cNvContentPartPr/>
                <p14:nvPr/>
              </p14:nvContentPartPr>
              <p14:xfrm>
                <a:off x="1359148" y="1652291"/>
                <a:ext cx="115920" cy="171360"/>
              </p14:xfrm>
            </p:contentPart>
          </mc:Choice>
          <mc:Fallback>
            <p:pic>
              <p:nvPicPr>
                <p:cNvPr id="6" name="Ink 5">
                  <a:extLst>
                    <a:ext uri="{FF2B5EF4-FFF2-40B4-BE49-F238E27FC236}">
                      <a16:creationId xmlns:a16="http://schemas.microsoft.com/office/drawing/2014/main" id="{5CCF81CC-298D-EF0C-2A3D-09ADC4E2305B}"/>
                    </a:ext>
                  </a:extLst>
                </p:cNvPr>
                <p:cNvPicPr/>
                <p:nvPr/>
              </p:nvPicPr>
              <p:blipFill>
                <a:blip r:embed="rId9"/>
                <a:stretch>
                  <a:fillRect/>
                </a:stretch>
              </p:blipFill>
              <p:spPr>
                <a:xfrm>
                  <a:off x="1350148" y="1643291"/>
                  <a:ext cx="1335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4C125C33-A36F-4EDB-5241-81FC1FD63122}"/>
                    </a:ext>
                  </a:extLst>
                </p14:cNvPr>
                <p14:cNvContentPartPr/>
                <p14:nvPr/>
              </p14:nvContentPartPr>
              <p14:xfrm>
                <a:off x="1559308" y="1665611"/>
                <a:ext cx="36360" cy="124560"/>
              </p14:xfrm>
            </p:contentPart>
          </mc:Choice>
          <mc:Fallback>
            <p:pic>
              <p:nvPicPr>
                <p:cNvPr id="7" name="Ink 6">
                  <a:extLst>
                    <a:ext uri="{FF2B5EF4-FFF2-40B4-BE49-F238E27FC236}">
                      <a16:creationId xmlns:a16="http://schemas.microsoft.com/office/drawing/2014/main" id="{4C125C33-A36F-4EDB-5241-81FC1FD63122}"/>
                    </a:ext>
                  </a:extLst>
                </p:cNvPr>
                <p:cNvPicPr/>
                <p:nvPr/>
              </p:nvPicPr>
              <p:blipFill>
                <a:blip r:embed="rId11"/>
                <a:stretch>
                  <a:fillRect/>
                </a:stretch>
              </p:blipFill>
              <p:spPr>
                <a:xfrm>
                  <a:off x="1550308" y="1656611"/>
                  <a:ext cx="540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8B03F9D3-B2C6-B03B-A497-431D34117BF3}"/>
                    </a:ext>
                  </a:extLst>
                </p14:cNvPr>
                <p14:cNvContentPartPr/>
                <p14:nvPr/>
              </p14:nvContentPartPr>
              <p14:xfrm>
                <a:off x="1566508" y="1545011"/>
                <a:ext cx="3240" cy="4320"/>
              </p14:xfrm>
            </p:contentPart>
          </mc:Choice>
          <mc:Fallback>
            <p:pic>
              <p:nvPicPr>
                <p:cNvPr id="8" name="Ink 7">
                  <a:extLst>
                    <a:ext uri="{FF2B5EF4-FFF2-40B4-BE49-F238E27FC236}">
                      <a16:creationId xmlns:a16="http://schemas.microsoft.com/office/drawing/2014/main" id="{8B03F9D3-B2C6-B03B-A497-431D34117BF3}"/>
                    </a:ext>
                  </a:extLst>
                </p:cNvPr>
                <p:cNvPicPr/>
                <p:nvPr/>
              </p:nvPicPr>
              <p:blipFill>
                <a:blip r:embed="rId13"/>
                <a:stretch>
                  <a:fillRect/>
                </a:stretch>
              </p:blipFill>
              <p:spPr>
                <a:xfrm>
                  <a:off x="1557508" y="1536011"/>
                  <a:ext cx="208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3BE3BEC2-1CF3-46E7-8878-D198978D05C0}"/>
                    </a:ext>
                  </a:extLst>
                </p14:cNvPr>
                <p14:cNvContentPartPr/>
                <p14:nvPr/>
              </p14:nvContentPartPr>
              <p14:xfrm>
                <a:off x="1709068" y="1518731"/>
                <a:ext cx="124560" cy="253800"/>
              </p14:xfrm>
            </p:contentPart>
          </mc:Choice>
          <mc:Fallback>
            <p:pic>
              <p:nvPicPr>
                <p:cNvPr id="9" name="Ink 8">
                  <a:extLst>
                    <a:ext uri="{FF2B5EF4-FFF2-40B4-BE49-F238E27FC236}">
                      <a16:creationId xmlns:a16="http://schemas.microsoft.com/office/drawing/2014/main" id="{3BE3BEC2-1CF3-46E7-8878-D198978D05C0}"/>
                    </a:ext>
                  </a:extLst>
                </p:cNvPr>
                <p:cNvPicPr/>
                <p:nvPr/>
              </p:nvPicPr>
              <p:blipFill>
                <a:blip r:embed="rId15"/>
                <a:stretch>
                  <a:fillRect/>
                </a:stretch>
              </p:blipFill>
              <p:spPr>
                <a:xfrm>
                  <a:off x="1700068" y="1509731"/>
                  <a:ext cx="14220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12976227-57B6-6C6E-0361-A4A20005EDE2}"/>
                    </a:ext>
                  </a:extLst>
                </p14:cNvPr>
                <p14:cNvContentPartPr/>
                <p14:nvPr/>
              </p14:nvContentPartPr>
              <p14:xfrm>
                <a:off x="2229988" y="1593251"/>
                <a:ext cx="303840" cy="191520"/>
              </p14:xfrm>
            </p:contentPart>
          </mc:Choice>
          <mc:Fallback>
            <p:pic>
              <p:nvPicPr>
                <p:cNvPr id="10" name="Ink 9">
                  <a:extLst>
                    <a:ext uri="{FF2B5EF4-FFF2-40B4-BE49-F238E27FC236}">
                      <a16:creationId xmlns:a16="http://schemas.microsoft.com/office/drawing/2014/main" id="{12976227-57B6-6C6E-0361-A4A20005EDE2}"/>
                    </a:ext>
                  </a:extLst>
                </p:cNvPr>
                <p:cNvPicPr/>
                <p:nvPr/>
              </p:nvPicPr>
              <p:blipFill>
                <a:blip r:embed="rId17"/>
                <a:stretch>
                  <a:fillRect/>
                </a:stretch>
              </p:blipFill>
              <p:spPr>
                <a:xfrm>
                  <a:off x="2221348" y="1584251"/>
                  <a:ext cx="32148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BBDC11D3-C84E-7304-5339-BEC597D87C4E}"/>
                    </a:ext>
                  </a:extLst>
                </p14:cNvPr>
                <p14:cNvContentPartPr/>
                <p14:nvPr/>
              </p14:nvContentPartPr>
              <p14:xfrm>
                <a:off x="2624908" y="1506491"/>
                <a:ext cx="216360" cy="261000"/>
              </p14:xfrm>
            </p:contentPart>
          </mc:Choice>
          <mc:Fallback>
            <p:pic>
              <p:nvPicPr>
                <p:cNvPr id="11" name="Ink 10">
                  <a:extLst>
                    <a:ext uri="{FF2B5EF4-FFF2-40B4-BE49-F238E27FC236}">
                      <a16:creationId xmlns:a16="http://schemas.microsoft.com/office/drawing/2014/main" id="{BBDC11D3-C84E-7304-5339-BEC597D87C4E}"/>
                    </a:ext>
                  </a:extLst>
                </p:cNvPr>
                <p:cNvPicPr/>
                <p:nvPr/>
              </p:nvPicPr>
              <p:blipFill>
                <a:blip r:embed="rId19"/>
                <a:stretch>
                  <a:fillRect/>
                </a:stretch>
              </p:blipFill>
              <p:spPr>
                <a:xfrm>
                  <a:off x="2615908" y="1497491"/>
                  <a:ext cx="2340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B4FCB63E-2FAC-3764-18AF-9A1EBE14514D}"/>
                    </a:ext>
                  </a:extLst>
                </p14:cNvPr>
                <p14:cNvContentPartPr/>
                <p14:nvPr/>
              </p14:nvContentPartPr>
              <p14:xfrm>
                <a:off x="2778268" y="1608011"/>
                <a:ext cx="104040" cy="22320"/>
              </p14:xfrm>
            </p:contentPart>
          </mc:Choice>
          <mc:Fallback>
            <p:pic>
              <p:nvPicPr>
                <p:cNvPr id="12" name="Ink 11">
                  <a:extLst>
                    <a:ext uri="{FF2B5EF4-FFF2-40B4-BE49-F238E27FC236}">
                      <a16:creationId xmlns:a16="http://schemas.microsoft.com/office/drawing/2014/main" id="{B4FCB63E-2FAC-3764-18AF-9A1EBE14514D}"/>
                    </a:ext>
                  </a:extLst>
                </p:cNvPr>
                <p:cNvPicPr/>
                <p:nvPr/>
              </p:nvPicPr>
              <p:blipFill>
                <a:blip r:embed="rId21"/>
                <a:stretch>
                  <a:fillRect/>
                </a:stretch>
              </p:blipFill>
              <p:spPr>
                <a:xfrm>
                  <a:off x="2769628" y="1599371"/>
                  <a:ext cx="1216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18ADA1C5-6146-8E8C-238D-0F60E1102CBD}"/>
                    </a:ext>
                  </a:extLst>
                </p14:cNvPr>
                <p14:cNvContentPartPr/>
                <p14:nvPr/>
              </p14:nvContentPartPr>
              <p14:xfrm>
                <a:off x="3132508" y="1835891"/>
                <a:ext cx="27720" cy="416880"/>
              </p14:xfrm>
            </p:contentPart>
          </mc:Choice>
          <mc:Fallback>
            <p:pic>
              <p:nvPicPr>
                <p:cNvPr id="13" name="Ink 12">
                  <a:extLst>
                    <a:ext uri="{FF2B5EF4-FFF2-40B4-BE49-F238E27FC236}">
                      <a16:creationId xmlns:a16="http://schemas.microsoft.com/office/drawing/2014/main" id="{18ADA1C5-6146-8E8C-238D-0F60E1102CBD}"/>
                    </a:ext>
                  </a:extLst>
                </p:cNvPr>
                <p:cNvPicPr/>
                <p:nvPr/>
              </p:nvPicPr>
              <p:blipFill>
                <a:blip r:embed="rId23"/>
                <a:stretch>
                  <a:fillRect/>
                </a:stretch>
              </p:blipFill>
              <p:spPr>
                <a:xfrm>
                  <a:off x="3123868" y="1826891"/>
                  <a:ext cx="45360" cy="434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B1868F81-C63C-A27C-DB11-8880A77E1A10}"/>
                    </a:ext>
                  </a:extLst>
                </p14:cNvPr>
                <p14:cNvContentPartPr/>
                <p14:nvPr/>
              </p14:nvContentPartPr>
              <p14:xfrm>
                <a:off x="3394588" y="1517291"/>
                <a:ext cx="155880" cy="240120"/>
              </p14:xfrm>
            </p:contentPart>
          </mc:Choice>
          <mc:Fallback>
            <p:pic>
              <p:nvPicPr>
                <p:cNvPr id="14" name="Ink 13">
                  <a:extLst>
                    <a:ext uri="{FF2B5EF4-FFF2-40B4-BE49-F238E27FC236}">
                      <a16:creationId xmlns:a16="http://schemas.microsoft.com/office/drawing/2014/main" id="{B1868F81-C63C-A27C-DB11-8880A77E1A10}"/>
                    </a:ext>
                  </a:extLst>
                </p:cNvPr>
                <p:cNvPicPr/>
                <p:nvPr/>
              </p:nvPicPr>
              <p:blipFill>
                <a:blip r:embed="rId25"/>
                <a:stretch>
                  <a:fillRect/>
                </a:stretch>
              </p:blipFill>
              <p:spPr>
                <a:xfrm>
                  <a:off x="3385588" y="1508651"/>
                  <a:ext cx="17352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8CACB40D-9608-3F9F-A9C2-08D51754BF7B}"/>
                    </a:ext>
                  </a:extLst>
                </p14:cNvPr>
                <p14:cNvContentPartPr/>
                <p14:nvPr/>
              </p14:nvContentPartPr>
              <p14:xfrm>
                <a:off x="3558028" y="1516211"/>
                <a:ext cx="257400" cy="221040"/>
              </p14:xfrm>
            </p:contentPart>
          </mc:Choice>
          <mc:Fallback>
            <p:pic>
              <p:nvPicPr>
                <p:cNvPr id="15" name="Ink 14">
                  <a:extLst>
                    <a:ext uri="{FF2B5EF4-FFF2-40B4-BE49-F238E27FC236}">
                      <a16:creationId xmlns:a16="http://schemas.microsoft.com/office/drawing/2014/main" id="{8CACB40D-9608-3F9F-A9C2-08D51754BF7B}"/>
                    </a:ext>
                  </a:extLst>
                </p:cNvPr>
                <p:cNvPicPr/>
                <p:nvPr/>
              </p:nvPicPr>
              <p:blipFill>
                <a:blip r:embed="rId27"/>
                <a:stretch>
                  <a:fillRect/>
                </a:stretch>
              </p:blipFill>
              <p:spPr>
                <a:xfrm>
                  <a:off x="3549388" y="1507211"/>
                  <a:ext cx="27504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7A6B08CA-4CB4-90B0-4E98-04FC6656D6DA}"/>
                    </a:ext>
                  </a:extLst>
                </p14:cNvPr>
                <p14:cNvContentPartPr/>
                <p14:nvPr/>
              </p14:nvContentPartPr>
              <p14:xfrm>
                <a:off x="3783028" y="1522691"/>
                <a:ext cx="9360" cy="15480"/>
              </p14:xfrm>
            </p:contentPart>
          </mc:Choice>
          <mc:Fallback>
            <p:pic>
              <p:nvPicPr>
                <p:cNvPr id="16" name="Ink 15">
                  <a:extLst>
                    <a:ext uri="{FF2B5EF4-FFF2-40B4-BE49-F238E27FC236}">
                      <a16:creationId xmlns:a16="http://schemas.microsoft.com/office/drawing/2014/main" id="{7A6B08CA-4CB4-90B0-4E98-04FC6656D6DA}"/>
                    </a:ext>
                  </a:extLst>
                </p:cNvPr>
                <p:cNvPicPr/>
                <p:nvPr/>
              </p:nvPicPr>
              <p:blipFill>
                <a:blip r:embed="rId29"/>
                <a:stretch>
                  <a:fillRect/>
                </a:stretch>
              </p:blipFill>
              <p:spPr>
                <a:xfrm>
                  <a:off x="3774028" y="1514051"/>
                  <a:ext cx="27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CF543480-89B4-DB50-A9C1-FDDBBB20ED61}"/>
                    </a:ext>
                  </a:extLst>
                </p14:cNvPr>
                <p14:cNvContentPartPr/>
                <p14:nvPr/>
              </p14:nvContentPartPr>
              <p14:xfrm>
                <a:off x="3926668" y="1543931"/>
                <a:ext cx="112680" cy="243720"/>
              </p14:xfrm>
            </p:contentPart>
          </mc:Choice>
          <mc:Fallback>
            <p:pic>
              <p:nvPicPr>
                <p:cNvPr id="17" name="Ink 16">
                  <a:extLst>
                    <a:ext uri="{FF2B5EF4-FFF2-40B4-BE49-F238E27FC236}">
                      <a16:creationId xmlns:a16="http://schemas.microsoft.com/office/drawing/2014/main" id="{CF543480-89B4-DB50-A9C1-FDDBBB20ED61}"/>
                    </a:ext>
                  </a:extLst>
                </p:cNvPr>
                <p:cNvPicPr/>
                <p:nvPr/>
              </p:nvPicPr>
              <p:blipFill>
                <a:blip r:embed="rId31"/>
                <a:stretch>
                  <a:fillRect/>
                </a:stretch>
              </p:blipFill>
              <p:spPr>
                <a:xfrm>
                  <a:off x="3918028" y="1535291"/>
                  <a:ext cx="13032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955E0427-C65D-FD25-9BE4-7EADB14218E2}"/>
                    </a:ext>
                  </a:extLst>
                </p14:cNvPr>
                <p14:cNvContentPartPr/>
                <p14:nvPr/>
              </p14:nvContentPartPr>
              <p14:xfrm>
                <a:off x="4394668" y="1743371"/>
                <a:ext cx="30240" cy="480600"/>
              </p14:xfrm>
            </p:contentPart>
          </mc:Choice>
          <mc:Fallback>
            <p:pic>
              <p:nvPicPr>
                <p:cNvPr id="18" name="Ink 17">
                  <a:extLst>
                    <a:ext uri="{FF2B5EF4-FFF2-40B4-BE49-F238E27FC236}">
                      <a16:creationId xmlns:a16="http://schemas.microsoft.com/office/drawing/2014/main" id="{955E0427-C65D-FD25-9BE4-7EADB14218E2}"/>
                    </a:ext>
                  </a:extLst>
                </p:cNvPr>
                <p:cNvPicPr/>
                <p:nvPr/>
              </p:nvPicPr>
              <p:blipFill>
                <a:blip r:embed="rId33"/>
                <a:stretch>
                  <a:fillRect/>
                </a:stretch>
              </p:blipFill>
              <p:spPr>
                <a:xfrm>
                  <a:off x="4386028" y="1734731"/>
                  <a:ext cx="47880" cy="498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DC8B516F-B217-4D90-1FEC-3F91714DC8FF}"/>
                    </a:ext>
                  </a:extLst>
                </p14:cNvPr>
                <p14:cNvContentPartPr/>
                <p14:nvPr/>
              </p14:nvContentPartPr>
              <p14:xfrm>
                <a:off x="4658908" y="1510811"/>
                <a:ext cx="214200" cy="218880"/>
              </p14:xfrm>
            </p:contentPart>
          </mc:Choice>
          <mc:Fallback>
            <p:pic>
              <p:nvPicPr>
                <p:cNvPr id="19" name="Ink 18">
                  <a:extLst>
                    <a:ext uri="{FF2B5EF4-FFF2-40B4-BE49-F238E27FC236}">
                      <a16:creationId xmlns:a16="http://schemas.microsoft.com/office/drawing/2014/main" id="{DC8B516F-B217-4D90-1FEC-3F91714DC8FF}"/>
                    </a:ext>
                  </a:extLst>
                </p:cNvPr>
                <p:cNvPicPr/>
                <p:nvPr/>
              </p:nvPicPr>
              <p:blipFill>
                <a:blip r:embed="rId35"/>
                <a:stretch>
                  <a:fillRect/>
                </a:stretch>
              </p:blipFill>
              <p:spPr>
                <a:xfrm>
                  <a:off x="4650268" y="1501811"/>
                  <a:ext cx="2318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6211D905-CA55-F5E5-DBC7-BD070C187A62}"/>
                    </a:ext>
                  </a:extLst>
                </p14:cNvPr>
                <p14:cNvContentPartPr/>
                <p14:nvPr/>
              </p14:nvContentPartPr>
              <p14:xfrm>
                <a:off x="4939348" y="1543931"/>
                <a:ext cx="138240" cy="151560"/>
              </p14:xfrm>
            </p:contentPart>
          </mc:Choice>
          <mc:Fallback>
            <p:pic>
              <p:nvPicPr>
                <p:cNvPr id="20" name="Ink 19">
                  <a:extLst>
                    <a:ext uri="{FF2B5EF4-FFF2-40B4-BE49-F238E27FC236}">
                      <a16:creationId xmlns:a16="http://schemas.microsoft.com/office/drawing/2014/main" id="{6211D905-CA55-F5E5-DBC7-BD070C187A62}"/>
                    </a:ext>
                  </a:extLst>
                </p:cNvPr>
                <p:cNvPicPr/>
                <p:nvPr/>
              </p:nvPicPr>
              <p:blipFill>
                <a:blip r:embed="rId37"/>
                <a:stretch>
                  <a:fillRect/>
                </a:stretch>
              </p:blipFill>
              <p:spPr>
                <a:xfrm>
                  <a:off x="4930708" y="1534931"/>
                  <a:ext cx="1558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9A6D2E1E-D290-7107-C1B5-4C3DFC826D2E}"/>
                    </a:ext>
                  </a:extLst>
                </p14:cNvPr>
                <p14:cNvContentPartPr/>
                <p14:nvPr/>
              </p14:nvContentPartPr>
              <p14:xfrm>
                <a:off x="5110348" y="1515131"/>
                <a:ext cx="34560" cy="167760"/>
              </p14:xfrm>
            </p:contentPart>
          </mc:Choice>
          <mc:Fallback>
            <p:pic>
              <p:nvPicPr>
                <p:cNvPr id="21" name="Ink 20">
                  <a:extLst>
                    <a:ext uri="{FF2B5EF4-FFF2-40B4-BE49-F238E27FC236}">
                      <a16:creationId xmlns:a16="http://schemas.microsoft.com/office/drawing/2014/main" id="{9A6D2E1E-D290-7107-C1B5-4C3DFC826D2E}"/>
                    </a:ext>
                  </a:extLst>
                </p:cNvPr>
                <p:cNvPicPr/>
                <p:nvPr/>
              </p:nvPicPr>
              <p:blipFill>
                <a:blip r:embed="rId39"/>
                <a:stretch>
                  <a:fillRect/>
                </a:stretch>
              </p:blipFill>
              <p:spPr>
                <a:xfrm>
                  <a:off x="5101708" y="1506491"/>
                  <a:ext cx="522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82EB5B38-DE23-A6E5-55C9-89EFDC1EB06D}"/>
                    </a:ext>
                  </a:extLst>
                </p14:cNvPr>
                <p14:cNvContentPartPr/>
                <p14:nvPr/>
              </p14:nvContentPartPr>
              <p14:xfrm>
                <a:off x="5203228" y="1429091"/>
                <a:ext cx="157320" cy="253080"/>
              </p14:xfrm>
            </p:contentPart>
          </mc:Choice>
          <mc:Fallback>
            <p:pic>
              <p:nvPicPr>
                <p:cNvPr id="22" name="Ink 21">
                  <a:extLst>
                    <a:ext uri="{FF2B5EF4-FFF2-40B4-BE49-F238E27FC236}">
                      <a16:creationId xmlns:a16="http://schemas.microsoft.com/office/drawing/2014/main" id="{82EB5B38-DE23-A6E5-55C9-89EFDC1EB06D}"/>
                    </a:ext>
                  </a:extLst>
                </p:cNvPr>
                <p:cNvPicPr/>
                <p:nvPr/>
              </p:nvPicPr>
              <p:blipFill>
                <a:blip r:embed="rId41"/>
                <a:stretch>
                  <a:fillRect/>
                </a:stretch>
              </p:blipFill>
              <p:spPr>
                <a:xfrm>
                  <a:off x="5194228" y="1420451"/>
                  <a:ext cx="17496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8749B6C1-5E27-D789-114A-9055AF562301}"/>
                    </a:ext>
                  </a:extLst>
                </p14:cNvPr>
                <p14:cNvContentPartPr/>
                <p14:nvPr/>
              </p14:nvContentPartPr>
              <p14:xfrm>
                <a:off x="5791108" y="1729331"/>
                <a:ext cx="34560" cy="441000"/>
              </p14:xfrm>
            </p:contentPart>
          </mc:Choice>
          <mc:Fallback>
            <p:pic>
              <p:nvPicPr>
                <p:cNvPr id="23" name="Ink 22">
                  <a:extLst>
                    <a:ext uri="{FF2B5EF4-FFF2-40B4-BE49-F238E27FC236}">
                      <a16:creationId xmlns:a16="http://schemas.microsoft.com/office/drawing/2014/main" id="{8749B6C1-5E27-D789-114A-9055AF562301}"/>
                    </a:ext>
                  </a:extLst>
                </p:cNvPr>
                <p:cNvPicPr/>
                <p:nvPr/>
              </p:nvPicPr>
              <p:blipFill>
                <a:blip r:embed="rId43"/>
                <a:stretch>
                  <a:fillRect/>
                </a:stretch>
              </p:blipFill>
              <p:spPr>
                <a:xfrm>
                  <a:off x="5782468" y="1720691"/>
                  <a:ext cx="5220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1E2DBF7F-A55E-A501-9E4B-CF556520F196}"/>
                    </a:ext>
                  </a:extLst>
                </p14:cNvPr>
                <p14:cNvContentPartPr/>
                <p14:nvPr/>
              </p14:nvContentPartPr>
              <p14:xfrm>
                <a:off x="6059668" y="1484891"/>
                <a:ext cx="33840" cy="170280"/>
              </p14:xfrm>
            </p:contentPart>
          </mc:Choice>
          <mc:Fallback>
            <p:pic>
              <p:nvPicPr>
                <p:cNvPr id="24" name="Ink 23">
                  <a:extLst>
                    <a:ext uri="{FF2B5EF4-FFF2-40B4-BE49-F238E27FC236}">
                      <a16:creationId xmlns:a16="http://schemas.microsoft.com/office/drawing/2014/main" id="{1E2DBF7F-A55E-A501-9E4B-CF556520F196}"/>
                    </a:ext>
                  </a:extLst>
                </p:cNvPr>
                <p:cNvPicPr/>
                <p:nvPr/>
              </p:nvPicPr>
              <p:blipFill>
                <a:blip r:embed="rId45"/>
                <a:stretch>
                  <a:fillRect/>
                </a:stretch>
              </p:blipFill>
              <p:spPr>
                <a:xfrm>
                  <a:off x="6050668" y="1476251"/>
                  <a:ext cx="5148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Ink 24">
                  <a:extLst>
                    <a:ext uri="{FF2B5EF4-FFF2-40B4-BE49-F238E27FC236}">
                      <a16:creationId xmlns:a16="http://schemas.microsoft.com/office/drawing/2014/main" id="{0AD4951A-0A9E-9104-314D-8B5CF5636B58}"/>
                    </a:ext>
                  </a:extLst>
                </p14:cNvPr>
                <p14:cNvContentPartPr/>
                <p14:nvPr/>
              </p14:nvContentPartPr>
              <p14:xfrm>
                <a:off x="5999188" y="1411091"/>
                <a:ext cx="247320" cy="240840"/>
              </p14:xfrm>
            </p:contentPart>
          </mc:Choice>
          <mc:Fallback>
            <p:pic>
              <p:nvPicPr>
                <p:cNvPr id="25" name="Ink 24">
                  <a:extLst>
                    <a:ext uri="{FF2B5EF4-FFF2-40B4-BE49-F238E27FC236}">
                      <a16:creationId xmlns:a16="http://schemas.microsoft.com/office/drawing/2014/main" id="{0AD4951A-0A9E-9104-314D-8B5CF5636B58}"/>
                    </a:ext>
                  </a:extLst>
                </p:cNvPr>
                <p:cNvPicPr/>
                <p:nvPr/>
              </p:nvPicPr>
              <p:blipFill>
                <a:blip r:embed="rId47"/>
                <a:stretch>
                  <a:fillRect/>
                </a:stretch>
              </p:blipFill>
              <p:spPr>
                <a:xfrm>
                  <a:off x="5990548" y="1402451"/>
                  <a:ext cx="2649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6" name="Ink 25">
                  <a:extLst>
                    <a:ext uri="{FF2B5EF4-FFF2-40B4-BE49-F238E27FC236}">
                      <a16:creationId xmlns:a16="http://schemas.microsoft.com/office/drawing/2014/main" id="{7B27E9D1-B3B2-137A-EF79-6CC8188DE287}"/>
                    </a:ext>
                  </a:extLst>
                </p14:cNvPr>
                <p14:cNvContentPartPr/>
                <p14:nvPr/>
              </p14:nvContentPartPr>
              <p14:xfrm>
                <a:off x="6350908" y="1474091"/>
                <a:ext cx="30600" cy="156600"/>
              </p14:xfrm>
            </p:contentPart>
          </mc:Choice>
          <mc:Fallback>
            <p:pic>
              <p:nvPicPr>
                <p:cNvPr id="26" name="Ink 25">
                  <a:extLst>
                    <a:ext uri="{FF2B5EF4-FFF2-40B4-BE49-F238E27FC236}">
                      <a16:creationId xmlns:a16="http://schemas.microsoft.com/office/drawing/2014/main" id="{7B27E9D1-B3B2-137A-EF79-6CC8188DE287}"/>
                    </a:ext>
                  </a:extLst>
                </p:cNvPr>
                <p:cNvPicPr/>
                <p:nvPr/>
              </p:nvPicPr>
              <p:blipFill>
                <a:blip r:embed="rId49"/>
                <a:stretch>
                  <a:fillRect/>
                </a:stretch>
              </p:blipFill>
              <p:spPr>
                <a:xfrm>
                  <a:off x="6342268" y="1465451"/>
                  <a:ext cx="4824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7" name="Ink 26">
                  <a:extLst>
                    <a:ext uri="{FF2B5EF4-FFF2-40B4-BE49-F238E27FC236}">
                      <a16:creationId xmlns:a16="http://schemas.microsoft.com/office/drawing/2014/main" id="{FCC6846C-0062-74DB-32BE-BAC3B5941052}"/>
                    </a:ext>
                  </a:extLst>
                </p14:cNvPr>
                <p14:cNvContentPartPr/>
                <p14:nvPr/>
              </p14:nvContentPartPr>
              <p14:xfrm>
                <a:off x="6389788" y="1399571"/>
                <a:ext cx="11160" cy="18360"/>
              </p14:xfrm>
            </p:contentPart>
          </mc:Choice>
          <mc:Fallback>
            <p:pic>
              <p:nvPicPr>
                <p:cNvPr id="27" name="Ink 26">
                  <a:extLst>
                    <a:ext uri="{FF2B5EF4-FFF2-40B4-BE49-F238E27FC236}">
                      <a16:creationId xmlns:a16="http://schemas.microsoft.com/office/drawing/2014/main" id="{FCC6846C-0062-74DB-32BE-BAC3B5941052}"/>
                    </a:ext>
                  </a:extLst>
                </p:cNvPr>
                <p:cNvPicPr/>
                <p:nvPr/>
              </p:nvPicPr>
              <p:blipFill>
                <a:blip r:embed="rId51"/>
                <a:stretch>
                  <a:fillRect/>
                </a:stretch>
              </p:blipFill>
              <p:spPr>
                <a:xfrm>
                  <a:off x="6381148" y="1390571"/>
                  <a:ext cx="288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8" name="Ink 27">
                  <a:extLst>
                    <a:ext uri="{FF2B5EF4-FFF2-40B4-BE49-F238E27FC236}">
                      <a16:creationId xmlns:a16="http://schemas.microsoft.com/office/drawing/2014/main" id="{AA6E02A1-CE4E-AF4B-2906-8B5568877A9A}"/>
                    </a:ext>
                  </a:extLst>
                </p14:cNvPr>
                <p14:cNvContentPartPr/>
                <p14:nvPr/>
              </p14:nvContentPartPr>
              <p14:xfrm>
                <a:off x="6515068" y="1473371"/>
                <a:ext cx="160920" cy="171360"/>
              </p14:xfrm>
            </p:contentPart>
          </mc:Choice>
          <mc:Fallback>
            <p:pic>
              <p:nvPicPr>
                <p:cNvPr id="28" name="Ink 27">
                  <a:extLst>
                    <a:ext uri="{FF2B5EF4-FFF2-40B4-BE49-F238E27FC236}">
                      <a16:creationId xmlns:a16="http://schemas.microsoft.com/office/drawing/2014/main" id="{AA6E02A1-CE4E-AF4B-2906-8B5568877A9A}"/>
                    </a:ext>
                  </a:extLst>
                </p:cNvPr>
                <p:cNvPicPr/>
                <p:nvPr/>
              </p:nvPicPr>
              <p:blipFill>
                <a:blip r:embed="rId53"/>
                <a:stretch>
                  <a:fillRect/>
                </a:stretch>
              </p:blipFill>
              <p:spPr>
                <a:xfrm>
                  <a:off x="6506068" y="1464371"/>
                  <a:ext cx="1785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9" name="Ink 28">
                  <a:extLst>
                    <a:ext uri="{FF2B5EF4-FFF2-40B4-BE49-F238E27FC236}">
                      <a16:creationId xmlns:a16="http://schemas.microsoft.com/office/drawing/2014/main" id="{866E98ED-7A6F-215F-D309-4C09082D2314}"/>
                    </a:ext>
                  </a:extLst>
                </p14:cNvPr>
                <p14:cNvContentPartPr/>
                <p14:nvPr/>
              </p14:nvContentPartPr>
              <p14:xfrm>
                <a:off x="6847348" y="1651571"/>
                <a:ext cx="66960" cy="536760"/>
              </p14:xfrm>
            </p:contentPart>
          </mc:Choice>
          <mc:Fallback>
            <p:pic>
              <p:nvPicPr>
                <p:cNvPr id="29" name="Ink 28">
                  <a:extLst>
                    <a:ext uri="{FF2B5EF4-FFF2-40B4-BE49-F238E27FC236}">
                      <a16:creationId xmlns:a16="http://schemas.microsoft.com/office/drawing/2014/main" id="{866E98ED-7A6F-215F-D309-4C09082D2314}"/>
                    </a:ext>
                  </a:extLst>
                </p:cNvPr>
                <p:cNvPicPr/>
                <p:nvPr/>
              </p:nvPicPr>
              <p:blipFill>
                <a:blip r:embed="rId55"/>
                <a:stretch>
                  <a:fillRect/>
                </a:stretch>
              </p:blipFill>
              <p:spPr>
                <a:xfrm>
                  <a:off x="6838348" y="1642571"/>
                  <a:ext cx="84600" cy="554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0" name="Ink 29">
                  <a:extLst>
                    <a:ext uri="{FF2B5EF4-FFF2-40B4-BE49-F238E27FC236}">
                      <a16:creationId xmlns:a16="http://schemas.microsoft.com/office/drawing/2014/main" id="{9F54FAC4-C7DD-1880-D836-22701700B481}"/>
                    </a:ext>
                  </a:extLst>
                </p14:cNvPr>
                <p14:cNvContentPartPr/>
                <p14:nvPr/>
              </p14:nvContentPartPr>
              <p14:xfrm>
                <a:off x="7185028" y="1345211"/>
                <a:ext cx="256320" cy="258120"/>
              </p14:xfrm>
            </p:contentPart>
          </mc:Choice>
          <mc:Fallback>
            <p:pic>
              <p:nvPicPr>
                <p:cNvPr id="30" name="Ink 29">
                  <a:extLst>
                    <a:ext uri="{FF2B5EF4-FFF2-40B4-BE49-F238E27FC236}">
                      <a16:creationId xmlns:a16="http://schemas.microsoft.com/office/drawing/2014/main" id="{9F54FAC4-C7DD-1880-D836-22701700B481}"/>
                    </a:ext>
                  </a:extLst>
                </p:cNvPr>
                <p:cNvPicPr/>
                <p:nvPr/>
              </p:nvPicPr>
              <p:blipFill>
                <a:blip r:embed="rId57"/>
                <a:stretch>
                  <a:fillRect/>
                </a:stretch>
              </p:blipFill>
              <p:spPr>
                <a:xfrm>
                  <a:off x="7176028" y="1336211"/>
                  <a:ext cx="27396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1" name="Ink 30">
                  <a:extLst>
                    <a:ext uri="{FF2B5EF4-FFF2-40B4-BE49-F238E27FC236}">
                      <a16:creationId xmlns:a16="http://schemas.microsoft.com/office/drawing/2014/main" id="{F3FE4090-0F23-BC5C-934E-E12307F19A76}"/>
                    </a:ext>
                  </a:extLst>
                </p14:cNvPr>
                <p14:cNvContentPartPr/>
                <p14:nvPr/>
              </p14:nvContentPartPr>
              <p14:xfrm>
                <a:off x="7513348" y="1483451"/>
                <a:ext cx="7560" cy="79200"/>
              </p14:xfrm>
            </p:contentPart>
          </mc:Choice>
          <mc:Fallback>
            <p:pic>
              <p:nvPicPr>
                <p:cNvPr id="31" name="Ink 30">
                  <a:extLst>
                    <a:ext uri="{FF2B5EF4-FFF2-40B4-BE49-F238E27FC236}">
                      <a16:creationId xmlns:a16="http://schemas.microsoft.com/office/drawing/2014/main" id="{F3FE4090-0F23-BC5C-934E-E12307F19A76}"/>
                    </a:ext>
                  </a:extLst>
                </p:cNvPr>
                <p:cNvPicPr/>
                <p:nvPr/>
              </p:nvPicPr>
              <p:blipFill>
                <a:blip r:embed="rId59"/>
                <a:stretch>
                  <a:fillRect/>
                </a:stretch>
              </p:blipFill>
              <p:spPr>
                <a:xfrm>
                  <a:off x="7504348" y="1474451"/>
                  <a:ext cx="2520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2" name="Ink 31">
                  <a:extLst>
                    <a:ext uri="{FF2B5EF4-FFF2-40B4-BE49-F238E27FC236}">
                      <a16:creationId xmlns:a16="http://schemas.microsoft.com/office/drawing/2014/main" id="{A4091A7B-72D0-734A-9D58-D6C43C95AE8A}"/>
                    </a:ext>
                  </a:extLst>
                </p14:cNvPr>
                <p14:cNvContentPartPr/>
                <p14:nvPr/>
              </p14:nvContentPartPr>
              <p14:xfrm>
                <a:off x="7542508" y="1377611"/>
                <a:ext cx="6840" cy="33120"/>
              </p14:xfrm>
            </p:contentPart>
          </mc:Choice>
          <mc:Fallback>
            <p:pic>
              <p:nvPicPr>
                <p:cNvPr id="32" name="Ink 31">
                  <a:extLst>
                    <a:ext uri="{FF2B5EF4-FFF2-40B4-BE49-F238E27FC236}">
                      <a16:creationId xmlns:a16="http://schemas.microsoft.com/office/drawing/2014/main" id="{A4091A7B-72D0-734A-9D58-D6C43C95AE8A}"/>
                    </a:ext>
                  </a:extLst>
                </p:cNvPr>
                <p:cNvPicPr/>
                <p:nvPr/>
              </p:nvPicPr>
              <p:blipFill>
                <a:blip r:embed="rId61"/>
                <a:stretch>
                  <a:fillRect/>
                </a:stretch>
              </p:blipFill>
              <p:spPr>
                <a:xfrm>
                  <a:off x="7533508" y="1368971"/>
                  <a:ext cx="244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3" name="Ink 32">
                  <a:extLst>
                    <a:ext uri="{FF2B5EF4-FFF2-40B4-BE49-F238E27FC236}">
                      <a16:creationId xmlns:a16="http://schemas.microsoft.com/office/drawing/2014/main" id="{640BD222-2ABE-5FEB-203C-B2F946A2FAE9}"/>
                    </a:ext>
                  </a:extLst>
                </p14:cNvPr>
                <p14:cNvContentPartPr/>
                <p14:nvPr/>
              </p14:nvContentPartPr>
              <p14:xfrm>
                <a:off x="7584268" y="1482731"/>
                <a:ext cx="176040" cy="126360"/>
              </p14:xfrm>
            </p:contentPart>
          </mc:Choice>
          <mc:Fallback>
            <p:pic>
              <p:nvPicPr>
                <p:cNvPr id="33" name="Ink 32">
                  <a:extLst>
                    <a:ext uri="{FF2B5EF4-FFF2-40B4-BE49-F238E27FC236}">
                      <a16:creationId xmlns:a16="http://schemas.microsoft.com/office/drawing/2014/main" id="{640BD222-2ABE-5FEB-203C-B2F946A2FAE9}"/>
                    </a:ext>
                  </a:extLst>
                </p:cNvPr>
                <p:cNvPicPr/>
                <p:nvPr/>
              </p:nvPicPr>
              <p:blipFill>
                <a:blip r:embed="rId63"/>
                <a:stretch>
                  <a:fillRect/>
                </a:stretch>
              </p:blipFill>
              <p:spPr>
                <a:xfrm>
                  <a:off x="7575628" y="1474091"/>
                  <a:ext cx="1936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4" name="Ink 33">
                  <a:extLst>
                    <a:ext uri="{FF2B5EF4-FFF2-40B4-BE49-F238E27FC236}">
                      <a16:creationId xmlns:a16="http://schemas.microsoft.com/office/drawing/2014/main" id="{FA9F9866-C8F9-9F8B-38EE-4286C0DD0B6E}"/>
                    </a:ext>
                  </a:extLst>
                </p14:cNvPr>
                <p14:cNvContentPartPr/>
                <p14:nvPr/>
              </p14:nvContentPartPr>
              <p14:xfrm>
                <a:off x="7952188" y="1672811"/>
                <a:ext cx="29520" cy="402120"/>
              </p14:xfrm>
            </p:contentPart>
          </mc:Choice>
          <mc:Fallback>
            <p:pic>
              <p:nvPicPr>
                <p:cNvPr id="34" name="Ink 33">
                  <a:extLst>
                    <a:ext uri="{FF2B5EF4-FFF2-40B4-BE49-F238E27FC236}">
                      <a16:creationId xmlns:a16="http://schemas.microsoft.com/office/drawing/2014/main" id="{FA9F9866-C8F9-9F8B-38EE-4286C0DD0B6E}"/>
                    </a:ext>
                  </a:extLst>
                </p:cNvPr>
                <p:cNvPicPr/>
                <p:nvPr/>
              </p:nvPicPr>
              <p:blipFill>
                <a:blip r:embed="rId65"/>
                <a:stretch>
                  <a:fillRect/>
                </a:stretch>
              </p:blipFill>
              <p:spPr>
                <a:xfrm>
                  <a:off x="7943548" y="1663811"/>
                  <a:ext cx="47160" cy="419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5" name="Ink 34">
                  <a:extLst>
                    <a:ext uri="{FF2B5EF4-FFF2-40B4-BE49-F238E27FC236}">
                      <a16:creationId xmlns:a16="http://schemas.microsoft.com/office/drawing/2014/main" id="{F554BCD2-7DE4-DDB6-09DE-EEEAD230373B}"/>
                    </a:ext>
                  </a:extLst>
                </p14:cNvPr>
                <p14:cNvContentPartPr/>
                <p14:nvPr/>
              </p14:nvContentPartPr>
              <p14:xfrm>
                <a:off x="8420908" y="1359971"/>
                <a:ext cx="189360" cy="205920"/>
              </p14:xfrm>
            </p:contentPart>
          </mc:Choice>
          <mc:Fallback>
            <p:pic>
              <p:nvPicPr>
                <p:cNvPr id="35" name="Ink 34">
                  <a:extLst>
                    <a:ext uri="{FF2B5EF4-FFF2-40B4-BE49-F238E27FC236}">
                      <a16:creationId xmlns:a16="http://schemas.microsoft.com/office/drawing/2014/main" id="{F554BCD2-7DE4-DDB6-09DE-EEEAD230373B}"/>
                    </a:ext>
                  </a:extLst>
                </p:cNvPr>
                <p:cNvPicPr/>
                <p:nvPr/>
              </p:nvPicPr>
              <p:blipFill>
                <a:blip r:embed="rId67"/>
                <a:stretch>
                  <a:fillRect/>
                </a:stretch>
              </p:blipFill>
              <p:spPr>
                <a:xfrm>
                  <a:off x="8411908" y="1351331"/>
                  <a:ext cx="20700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6" name="Ink 35">
                  <a:extLst>
                    <a:ext uri="{FF2B5EF4-FFF2-40B4-BE49-F238E27FC236}">
                      <a16:creationId xmlns:a16="http://schemas.microsoft.com/office/drawing/2014/main" id="{5573FAC5-7D36-BFE3-B908-710ADBC28AF6}"/>
                    </a:ext>
                  </a:extLst>
                </p14:cNvPr>
                <p14:cNvContentPartPr/>
                <p14:nvPr/>
              </p14:nvContentPartPr>
              <p14:xfrm>
                <a:off x="8696668" y="1424771"/>
                <a:ext cx="178560" cy="162000"/>
              </p14:xfrm>
            </p:contentPart>
          </mc:Choice>
          <mc:Fallback>
            <p:pic>
              <p:nvPicPr>
                <p:cNvPr id="36" name="Ink 35">
                  <a:extLst>
                    <a:ext uri="{FF2B5EF4-FFF2-40B4-BE49-F238E27FC236}">
                      <a16:creationId xmlns:a16="http://schemas.microsoft.com/office/drawing/2014/main" id="{5573FAC5-7D36-BFE3-B908-710ADBC28AF6}"/>
                    </a:ext>
                  </a:extLst>
                </p:cNvPr>
                <p:cNvPicPr/>
                <p:nvPr/>
              </p:nvPicPr>
              <p:blipFill>
                <a:blip r:embed="rId69"/>
                <a:stretch>
                  <a:fillRect/>
                </a:stretch>
              </p:blipFill>
              <p:spPr>
                <a:xfrm>
                  <a:off x="8687668" y="1415771"/>
                  <a:ext cx="1962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4" name="Ink 63">
                  <a:extLst>
                    <a:ext uri="{FF2B5EF4-FFF2-40B4-BE49-F238E27FC236}">
                      <a16:creationId xmlns:a16="http://schemas.microsoft.com/office/drawing/2014/main" id="{EA528C03-297A-9D3E-1058-2E74630294C6}"/>
                    </a:ext>
                  </a:extLst>
                </p14:cNvPr>
                <p14:cNvContentPartPr/>
                <p14:nvPr/>
              </p14:nvContentPartPr>
              <p14:xfrm>
                <a:off x="1246108" y="2070611"/>
                <a:ext cx="10800" cy="161640"/>
              </p14:xfrm>
            </p:contentPart>
          </mc:Choice>
          <mc:Fallback>
            <p:pic>
              <p:nvPicPr>
                <p:cNvPr id="64" name="Ink 63">
                  <a:extLst>
                    <a:ext uri="{FF2B5EF4-FFF2-40B4-BE49-F238E27FC236}">
                      <a16:creationId xmlns:a16="http://schemas.microsoft.com/office/drawing/2014/main" id="{EA528C03-297A-9D3E-1058-2E74630294C6}"/>
                    </a:ext>
                  </a:extLst>
                </p:cNvPr>
                <p:cNvPicPr/>
                <p:nvPr/>
              </p:nvPicPr>
              <p:blipFill>
                <a:blip r:embed="rId71"/>
                <a:stretch>
                  <a:fillRect/>
                </a:stretch>
              </p:blipFill>
              <p:spPr>
                <a:xfrm>
                  <a:off x="1237108" y="2061971"/>
                  <a:ext cx="2844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5" name="Ink 64">
                  <a:extLst>
                    <a:ext uri="{FF2B5EF4-FFF2-40B4-BE49-F238E27FC236}">
                      <a16:creationId xmlns:a16="http://schemas.microsoft.com/office/drawing/2014/main" id="{3AD29884-BF66-5918-4882-53F34C0B4FE1}"/>
                    </a:ext>
                  </a:extLst>
                </p14:cNvPr>
                <p14:cNvContentPartPr/>
                <p14:nvPr/>
              </p14:nvContentPartPr>
              <p14:xfrm>
                <a:off x="1332508" y="2125691"/>
                <a:ext cx="84240" cy="100800"/>
              </p14:xfrm>
            </p:contentPart>
          </mc:Choice>
          <mc:Fallback>
            <p:pic>
              <p:nvPicPr>
                <p:cNvPr id="65" name="Ink 64">
                  <a:extLst>
                    <a:ext uri="{FF2B5EF4-FFF2-40B4-BE49-F238E27FC236}">
                      <a16:creationId xmlns:a16="http://schemas.microsoft.com/office/drawing/2014/main" id="{3AD29884-BF66-5918-4882-53F34C0B4FE1}"/>
                    </a:ext>
                  </a:extLst>
                </p:cNvPr>
                <p:cNvPicPr/>
                <p:nvPr/>
              </p:nvPicPr>
              <p:blipFill>
                <a:blip r:embed="rId73"/>
                <a:stretch>
                  <a:fillRect/>
                </a:stretch>
              </p:blipFill>
              <p:spPr>
                <a:xfrm>
                  <a:off x="1323868" y="2117051"/>
                  <a:ext cx="1018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6" name="Ink 65">
                  <a:extLst>
                    <a:ext uri="{FF2B5EF4-FFF2-40B4-BE49-F238E27FC236}">
                      <a16:creationId xmlns:a16="http://schemas.microsoft.com/office/drawing/2014/main" id="{98BE7BC8-88AB-C2C1-817E-50DD8625A0DA}"/>
                    </a:ext>
                  </a:extLst>
                </p14:cNvPr>
                <p14:cNvContentPartPr/>
                <p14:nvPr/>
              </p14:nvContentPartPr>
              <p14:xfrm>
                <a:off x="1494148" y="2110931"/>
                <a:ext cx="105840" cy="93600"/>
              </p14:xfrm>
            </p:contentPart>
          </mc:Choice>
          <mc:Fallback>
            <p:pic>
              <p:nvPicPr>
                <p:cNvPr id="66" name="Ink 65">
                  <a:extLst>
                    <a:ext uri="{FF2B5EF4-FFF2-40B4-BE49-F238E27FC236}">
                      <a16:creationId xmlns:a16="http://schemas.microsoft.com/office/drawing/2014/main" id="{98BE7BC8-88AB-C2C1-817E-50DD8625A0DA}"/>
                    </a:ext>
                  </a:extLst>
                </p:cNvPr>
                <p:cNvPicPr/>
                <p:nvPr/>
              </p:nvPicPr>
              <p:blipFill>
                <a:blip r:embed="rId75"/>
                <a:stretch>
                  <a:fillRect/>
                </a:stretch>
              </p:blipFill>
              <p:spPr>
                <a:xfrm>
                  <a:off x="1485508" y="2102291"/>
                  <a:ext cx="12348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7" name="Ink 66">
                  <a:extLst>
                    <a:ext uri="{FF2B5EF4-FFF2-40B4-BE49-F238E27FC236}">
                      <a16:creationId xmlns:a16="http://schemas.microsoft.com/office/drawing/2014/main" id="{C2B3B8BC-E81A-EE9D-9986-5F26DDC0915B}"/>
                    </a:ext>
                  </a:extLst>
                </p14:cNvPr>
                <p14:cNvContentPartPr/>
                <p14:nvPr/>
              </p14:nvContentPartPr>
              <p14:xfrm>
                <a:off x="1666588" y="2093291"/>
                <a:ext cx="115560" cy="130320"/>
              </p14:xfrm>
            </p:contentPart>
          </mc:Choice>
          <mc:Fallback>
            <p:pic>
              <p:nvPicPr>
                <p:cNvPr id="67" name="Ink 66">
                  <a:extLst>
                    <a:ext uri="{FF2B5EF4-FFF2-40B4-BE49-F238E27FC236}">
                      <a16:creationId xmlns:a16="http://schemas.microsoft.com/office/drawing/2014/main" id="{C2B3B8BC-E81A-EE9D-9986-5F26DDC0915B}"/>
                    </a:ext>
                  </a:extLst>
                </p:cNvPr>
                <p:cNvPicPr/>
                <p:nvPr/>
              </p:nvPicPr>
              <p:blipFill>
                <a:blip r:embed="rId77"/>
                <a:stretch>
                  <a:fillRect/>
                </a:stretch>
              </p:blipFill>
              <p:spPr>
                <a:xfrm>
                  <a:off x="1657588" y="2084651"/>
                  <a:ext cx="13320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1" name="Ink 80">
                  <a:extLst>
                    <a:ext uri="{FF2B5EF4-FFF2-40B4-BE49-F238E27FC236}">
                      <a16:creationId xmlns:a16="http://schemas.microsoft.com/office/drawing/2014/main" id="{41D790A4-E5A8-A34A-B937-F8DEB1C06730}"/>
                    </a:ext>
                  </a:extLst>
                </p14:cNvPr>
                <p14:cNvContentPartPr/>
                <p14:nvPr/>
              </p14:nvContentPartPr>
              <p14:xfrm>
                <a:off x="2204788" y="2021291"/>
                <a:ext cx="261000" cy="139320"/>
              </p14:xfrm>
            </p:contentPart>
          </mc:Choice>
          <mc:Fallback>
            <p:pic>
              <p:nvPicPr>
                <p:cNvPr id="81" name="Ink 80">
                  <a:extLst>
                    <a:ext uri="{FF2B5EF4-FFF2-40B4-BE49-F238E27FC236}">
                      <a16:creationId xmlns:a16="http://schemas.microsoft.com/office/drawing/2014/main" id="{41D790A4-E5A8-A34A-B937-F8DEB1C06730}"/>
                    </a:ext>
                  </a:extLst>
                </p:cNvPr>
                <p:cNvPicPr/>
                <p:nvPr/>
              </p:nvPicPr>
              <p:blipFill>
                <a:blip r:embed="rId79"/>
                <a:stretch>
                  <a:fillRect/>
                </a:stretch>
              </p:blipFill>
              <p:spPr>
                <a:xfrm>
                  <a:off x="2196148" y="2012291"/>
                  <a:ext cx="2786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2" name="Ink 81">
                  <a:extLst>
                    <a:ext uri="{FF2B5EF4-FFF2-40B4-BE49-F238E27FC236}">
                      <a16:creationId xmlns:a16="http://schemas.microsoft.com/office/drawing/2014/main" id="{97A71693-BC80-0A96-33A4-36ED8FEE54CE}"/>
                    </a:ext>
                  </a:extLst>
                </p14:cNvPr>
                <p14:cNvContentPartPr/>
                <p14:nvPr/>
              </p14:nvContentPartPr>
              <p14:xfrm>
                <a:off x="2565868" y="2020571"/>
                <a:ext cx="41760" cy="148680"/>
              </p14:xfrm>
            </p:contentPart>
          </mc:Choice>
          <mc:Fallback>
            <p:pic>
              <p:nvPicPr>
                <p:cNvPr id="82" name="Ink 81">
                  <a:extLst>
                    <a:ext uri="{FF2B5EF4-FFF2-40B4-BE49-F238E27FC236}">
                      <a16:creationId xmlns:a16="http://schemas.microsoft.com/office/drawing/2014/main" id="{97A71693-BC80-0A96-33A4-36ED8FEE54CE}"/>
                    </a:ext>
                  </a:extLst>
                </p:cNvPr>
                <p:cNvPicPr/>
                <p:nvPr/>
              </p:nvPicPr>
              <p:blipFill>
                <a:blip r:embed="rId81"/>
                <a:stretch>
                  <a:fillRect/>
                </a:stretch>
              </p:blipFill>
              <p:spPr>
                <a:xfrm>
                  <a:off x="2556868" y="2011931"/>
                  <a:ext cx="594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90" name="Ink 89">
                  <a:extLst>
                    <a:ext uri="{FF2B5EF4-FFF2-40B4-BE49-F238E27FC236}">
                      <a16:creationId xmlns:a16="http://schemas.microsoft.com/office/drawing/2014/main" id="{84EFB310-02BF-DE5F-1DFC-01974F5A6471}"/>
                    </a:ext>
                  </a:extLst>
                </p14:cNvPr>
                <p14:cNvContentPartPr/>
                <p14:nvPr/>
              </p14:nvContentPartPr>
              <p14:xfrm>
                <a:off x="3352468" y="1941371"/>
                <a:ext cx="15120" cy="190080"/>
              </p14:xfrm>
            </p:contentPart>
          </mc:Choice>
          <mc:Fallback>
            <p:pic>
              <p:nvPicPr>
                <p:cNvPr id="90" name="Ink 89">
                  <a:extLst>
                    <a:ext uri="{FF2B5EF4-FFF2-40B4-BE49-F238E27FC236}">
                      <a16:creationId xmlns:a16="http://schemas.microsoft.com/office/drawing/2014/main" id="{84EFB310-02BF-DE5F-1DFC-01974F5A6471}"/>
                    </a:ext>
                  </a:extLst>
                </p:cNvPr>
                <p:cNvPicPr/>
                <p:nvPr/>
              </p:nvPicPr>
              <p:blipFill>
                <a:blip r:embed="rId83"/>
                <a:stretch>
                  <a:fillRect/>
                </a:stretch>
              </p:blipFill>
              <p:spPr>
                <a:xfrm>
                  <a:off x="3343468" y="1932731"/>
                  <a:ext cx="327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91" name="Ink 90">
                  <a:extLst>
                    <a:ext uri="{FF2B5EF4-FFF2-40B4-BE49-F238E27FC236}">
                      <a16:creationId xmlns:a16="http://schemas.microsoft.com/office/drawing/2014/main" id="{2E01083D-83CC-35C3-CCAD-4E20B0241916}"/>
                    </a:ext>
                  </a:extLst>
                </p14:cNvPr>
                <p14:cNvContentPartPr/>
                <p14:nvPr/>
              </p14:nvContentPartPr>
              <p14:xfrm>
                <a:off x="3488548" y="1982411"/>
                <a:ext cx="141480" cy="150480"/>
              </p14:xfrm>
            </p:contentPart>
          </mc:Choice>
          <mc:Fallback>
            <p:pic>
              <p:nvPicPr>
                <p:cNvPr id="91" name="Ink 90">
                  <a:extLst>
                    <a:ext uri="{FF2B5EF4-FFF2-40B4-BE49-F238E27FC236}">
                      <a16:creationId xmlns:a16="http://schemas.microsoft.com/office/drawing/2014/main" id="{2E01083D-83CC-35C3-CCAD-4E20B0241916}"/>
                    </a:ext>
                  </a:extLst>
                </p:cNvPr>
                <p:cNvPicPr/>
                <p:nvPr/>
              </p:nvPicPr>
              <p:blipFill>
                <a:blip r:embed="rId85"/>
                <a:stretch>
                  <a:fillRect/>
                </a:stretch>
              </p:blipFill>
              <p:spPr>
                <a:xfrm>
                  <a:off x="3479548" y="1973411"/>
                  <a:ext cx="1591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92" name="Ink 91">
                  <a:extLst>
                    <a:ext uri="{FF2B5EF4-FFF2-40B4-BE49-F238E27FC236}">
                      <a16:creationId xmlns:a16="http://schemas.microsoft.com/office/drawing/2014/main" id="{1205A08B-32D8-132B-5F94-551F7EAFA93A}"/>
                    </a:ext>
                  </a:extLst>
                </p14:cNvPr>
                <p14:cNvContentPartPr/>
                <p14:nvPr/>
              </p14:nvContentPartPr>
              <p14:xfrm>
                <a:off x="3756028" y="1971611"/>
                <a:ext cx="22320" cy="148320"/>
              </p14:xfrm>
            </p:contentPart>
          </mc:Choice>
          <mc:Fallback>
            <p:pic>
              <p:nvPicPr>
                <p:cNvPr id="92" name="Ink 91">
                  <a:extLst>
                    <a:ext uri="{FF2B5EF4-FFF2-40B4-BE49-F238E27FC236}">
                      <a16:creationId xmlns:a16="http://schemas.microsoft.com/office/drawing/2014/main" id="{1205A08B-32D8-132B-5F94-551F7EAFA93A}"/>
                    </a:ext>
                  </a:extLst>
                </p:cNvPr>
                <p:cNvPicPr/>
                <p:nvPr/>
              </p:nvPicPr>
              <p:blipFill>
                <a:blip r:embed="rId87"/>
                <a:stretch>
                  <a:fillRect/>
                </a:stretch>
              </p:blipFill>
              <p:spPr>
                <a:xfrm>
                  <a:off x="3747028" y="1962611"/>
                  <a:ext cx="399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93" name="Ink 92">
                  <a:extLst>
                    <a:ext uri="{FF2B5EF4-FFF2-40B4-BE49-F238E27FC236}">
                      <a16:creationId xmlns:a16="http://schemas.microsoft.com/office/drawing/2014/main" id="{EDCF845C-8172-CB75-9F4F-2576F9605667}"/>
                    </a:ext>
                  </a:extLst>
                </p14:cNvPr>
                <p14:cNvContentPartPr/>
                <p14:nvPr/>
              </p14:nvContentPartPr>
              <p14:xfrm>
                <a:off x="3892468" y="1979171"/>
                <a:ext cx="147600" cy="140400"/>
              </p14:xfrm>
            </p:contentPart>
          </mc:Choice>
          <mc:Fallback>
            <p:pic>
              <p:nvPicPr>
                <p:cNvPr id="93" name="Ink 92">
                  <a:extLst>
                    <a:ext uri="{FF2B5EF4-FFF2-40B4-BE49-F238E27FC236}">
                      <a16:creationId xmlns:a16="http://schemas.microsoft.com/office/drawing/2014/main" id="{EDCF845C-8172-CB75-9F4F-2576F9605667}"/>
                    </a:ext>
                  </a:extLst>
                </p:cNvPr>
                <p:cNvPicPr/>
                <p:nvPr/>
              </p:nvPicPr>
              <p:blipFill>
                <a:blip r:embed="rId89"/>
                <a:stretch>
                  <a:fillRect/>
                </a:stretch>
              </p:blipFill>
              <p:spPr>
                <a:xfrm>
                  <a:off x="3883828" y="1970171"/>
                  <a:ext cx="1652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21" name="Ink 120">
                  <a:extLst>
                    <a:ext uri="{FF2B5EF4-FFF2-40B4-BE49-F238E27FC236}">
                      <a16:creationId xmlns:a16="http://schemas.microsoft.com/office/drawing/2014/main" id="{AB8FA7B4-87A7-F544-9472-E2DEF2C0FD1C}"/>
                    </a:ext>
                  </a:extLst>
                </p14:cNvPr>
                <p14:cNvContentPartPr/>
                <p14:nvPr/>
              </p14:nvContentPartPr>
              <p14:xfrm>
                <a:off x="4964188" y="1969811"/>
                <a:ext cx="177840" cy="14760"/>
              </p14:xfrm>
            </p:contentPart>
          </mc:Choice>
          <mc:Fallback>
            <p:pic>
              <p:nvPicPr>
                <p:cNvPr id="121" name="Ink 120">
                  <a:extLst>
                    <a:ext uri="{FF2B5EF4-FFF2-40B4-BE49-F238E27FC236}">
                      <a16:creationId xmlns:a16="http://schemas.microsoft.com/office/drawing/2014/main" id="{AB8FA7B4-87A7-F544-9472-E2DEF2C0FD1C}"/>
                    </a:ext>
                  </a:extLst>
                </p:cNvPr>
                <p:cNvPicPr/>
                <p:nvPr/>
              </p:nvPicPr>
              <p:blipFill>
                <a:blip r:embed="rId91"/>
                <a:stretch>
                  <a:fillRect/>
                </a:stretch>
              </p:blipFill>
              <p:spPr>
                <a:xfrm>
                  <a:off x="4955548" y="1961171"/>
                  <a:ext cx="1954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22" name="Ink 121">
                  <a:extLst>
                    <a:ext uri="{FF2B5EF4-FFF2-40B4-BE49-F238E27FC236}">
                      <a16:creationId xmlns:a16="http://schemas.microsoft.com/office/drawing/2014/main" id="{A35DC483-5104-C634-A77C-324EE3E0C5B1}"/>
                    </a:ext>
                  </a:extLst>
                </p14:cNvPr>
                <p14:cNvContentPartPr/>
                <p14:nvPr/>
              </p14:nvContentPartPr>
              <p14:xfrm>
                <a:off x="6201868" y="1857491"/>
                <a:ext cx="36360" cy="199080"/>
              </p14:xfrm>
            </p:contentPart>
          </mc:Choice>
          <mc:Fallback>
            <p:pic>
              <p:nvPicPr>
                <p:cNvPr id="122" name="Ink 121">
                  <a:extLst>
                    <a:ext uri="{FF2B5EF4-FFF2-40B4-BE49-F238E27FC236}">
                      <a16:creationId xmlns:a16="http://schemas.microsoft.com/office/drawing/2014/main" id="{A35DC483-5104-C634-A77C-324EE3E0C5B1}"/>
                    </a:ext>
                  </a:extLst>
                </p:cNvPr>
                <p:cNvPicPr/>
                <p:nvPr/>
              </p:nvPicPr>
              <p:blipFill>
                <a:blip r:embed="rId93"/>
                <a:stretch>
                  <a:fillRect/>
                </a:stretch>
              </p:blipFill>
              <p:spPr>
                <a:xfrm>
                  <a:off x="6192868" y="1848851"/>
                  <a:ext cx="540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23" name="Ink 122">
                  <a:extLst>
                    <a:ext uri="{FF2B5EF4-FFF2-40B4-BE49-F238E27FC236}">
                      <a16:creationId xmlns:a16="http://schemas.microsoft.com/office/drawing/2014/main" id="{16FF67AF-39E5-3E1F-B828-CB2DD03651F9}"/>
                    </a:ext>
                  </a:extLst>
                </p14:cNvPr>
                <p14:cNvContentPartPr/>
                <p14:nvPr/>
              </p14:nvContentPartPr>
              <p14:xfrm>
                <a:off x="6380068" y="1914011"/>
                <a:ext cx="169920" cy="179640"/>
              </p14:xfrm>
            </p:contentPart>
          </mc:Choice>
          <mc:Fallback>
            <p:pic>
              <p:nvPicPr>
                <p:cNvPr id="123" name="Ink 122">
                  <a:extLst>
                    <a:ext uri="{FF2B5EF4-FFF2-40B4-BE49-F238E27FC236}">
                      <a16:creationId xmlns:a16="http://schemas.microsoft.com/office/drawing/2014/main" id="{16FF67AF-39E5-3E1F-B828-CB2DD03651F9}"/>
                    </a:ext>
                  </a:extLst>
                </p:cNvPr>
                <p:cNvPicPr/>
                <p:nvPr/>
              </p:nvPicPr>
              <p:blipFill>
                <a:blip r:embed="rId95"/>
                <a:stretch>
                  <a:fillRect/>
                </a:stretch>
              </p:blipFill>
              <p:spPr>
                <a:xfrm>
                  <a:off x="6371428" y="1905011"/>
                  <a:ext cx="18756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24" name="Ink 123">
                  <a:extLst>
                    <a:ext uri="{FF2B5EF4-FFF2-40B4-BE49-F238E27FC236}">
                      <a16:creationId xmlns:a16="http://schemas.microsoft.com/office/drawing/2014/main" id="{59060089-EDCE-88AF-033B-1488762E108D}"/>
                    </a:ext>
                  </a:extLst>
                </p14:cNvPr>
                <p14:cNvContentPartPr/>
                <p14:nvPr/>
              </p14:nvContentPartPr>
              <p14:xfrm>
                <a:off x="7349548" y="1873691"/>
                <a:ext cx="150840" cy="176760"/>
              </p14:xfrm>
            </p:contentPart>
          </mc:Choice>
          <mc:Fallback>
            <p:pic>
              <p:nvPicPr>
                <p:cNvPr id="124" name="Ink 123">
                  <a:extLst>
                    <a:ext uri="{FF2B5EF4-FFF2-40B4-BE49-F238E27FC236}">
                      <a16:creationId xmlns:a16="http://schemas.microsoft.com/office/drawing/2014/main" id="{59060089-EDCE-88AF-033B-1488762E108D}"/>
                    </a:ext>
                  </a:extLst>
                </p:cNvPr>
                <p:cNvPicPr/>
                <p:nvPr/>
              </p:nvPicPr>
              <p:blipFill>
                <a:blip r:embed="rId97"/>
                <a:stretch>
                  <a:fillRect/>
                </a:stretch>
              </p:blipFill>
              <p:spPr>
                <a:xfrm>
                  <a:off x="7340908" y="1865051"/>
                  <a:ext cx="16848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25" name="Ink 124">
                  <a:extLst>
                    <a:ext uri="{FF2B5EF4-FFF2-40B4-BE49-F238E27FC236}">
                      <a16:creationId xmlns:a16="http://schemas.microsoft.com/office/drawing/2014/main" id="{DF18C57B-BCE2-F9D9-6F02-E38D37EAEA65}"/>
                    </a:ext>
                  </a:extLst>
                </p14:cNvPr>
                <p14:cNvContentPartPr/>
                <p14:nvPr/>
              </p14:nvContentPartPr>
              <p14:xfrm>
                <a:off x="7577428" y="1900331"/>
                <a:ext cx="176400" cy="157320"/>
              </p14:xfrm>
            </p:contentPart>
          </mc:Choice>
          <mc:Fallback>
            <p:pic>
              <p:nvPicPr>
                <p:cNvPr id="125" name="Ink 124">
                  <a:extLst>
                    <a:ext uri="{FF2B5EF4-FFF2-40B4-BE49-F238E27FC236}">
                      <a16:creationId xmlns:a16="http://schemas.microsoft.com/office/drawing/2014/main" id="{DF18C57B-BCE2-F9D9-6F02-E38D37EAEA65}"/>
                    </a:ext>
                  </a:extLst>
                </p:cNvPr>
                <p:cNvPicPr/>
                <p:nvPr/>
              </p:nvPicPr>
              <p:blipFill>
                <a:blip r:embed="rId99"/>
                <a:stretch>
                  <a:fillRect/>
                </a:stretch>
              </p:blipFill>
              <p:spPr>
                <a:xfrm>
                  <a:off x="7568428" y="1891331"/>
                  <a:ext cx="1940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8" name="Ink 67">
                  <a:extLst>
                    <a:ext uri="{FF2B5EF4-FFF2-40B4-BE49-F238E27FC236}">
                      <a16:creationId xmlns:a16="http://schemas.microsoft.com/office/drawing/2014/main" id="{62A3A8FD-BDED-B438-38DE-40965EF027CF}"/>
                    </a:ext>
                  </a:extLst>
                </p14:cNvPr>
                <p14:cNvContentPartPr/>
                <p14:nvPr/>
              </p14:nvContentPartPr>
              <p14:xfrm>
                <a:off x="5628028" y="3028571"/>
                <a:ext cx="360" cy="153000"/>
              </p14:xfrm>
            </p:contentPart>
          </mc:Choice>
          <mc:Fallback>
            <p:pic>
              <p:nvPicPr>
                <p:cNvPr id="68" name="Ink 67">
                  <a:extLst>
                    <a:ext uri="{FF2B5EF4-FFF2-40B4-BE49-F238E27FC236}">
                      <a16:creationId xmlns:a16="http://schemas.microsoft.com/office/drawing/2014/main" id="{62A3A8FD-BDED-B438-38DE-40965EF027CF}"/>
                    </a:ext>
                  </a:extLst>
                </p:cNvPr>
                <p:cNvPicPr/>
                <p:nvPr/>
              </p:nvPicPr>
              <p:blipFill>
                <a:blip r:embed="rId101"/>
                <a:stretch>
                  <a:fillRect/>
                </a:stretch>
              </p:blipFill>
              <p:spPr>
                <a:xfrm>
                  <a:off x="5619388" y="3019571"/>
                  <a:ext cx="180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9" name="Ink 68">
                  <a:extLst>
                    <a:ext uri="{FF2B5EF4-FFF2-40B4-BE49-F238E27FC236}">
                      <a16:creationId xmlns:a16="http://schemas.microsoft.com/office/drawing/2014/main" id="{DF1C6C37-D57B-6BA4-6B17-87D8B4351FEF}"/>
                    </a:ext>
                  </a:extLst>
                </p14:cNvPr>
                <p14:cNvContentPartPr/>
                <p14:nvPr/>
              </p14:nvContentPartPr>
              <p14:xfrm>
                <a:off x="5748628" y="3066731"/>
                <a:ext cx="107640" cy="130680"/>
              </p14:xfrm>
            </p:contentPart>
          </mc:Choice>
          <mc:Fallback>
            <p:pic>
              <p:nvPicPr>
                <p:cNvPr id="69" name="Ink 68">
                  <a:extLst>
                    <a:ext uri="{FF2B5EF4-FFF2-40B4-BE49-F238E27FC236}">
                      <a16:creationId xmlns:a16="http://schemas.microsoft.com/office/drawing/2014/main" id="{DF1C6C37-D57B-6BA4-6B17-87D8B4351FEF}"/>
                    </a:ext>
                  </a:extLst>
                </p:cNvPr>
                <p:cNvPicPr/>
                <p:nvPr/>
              </p:nvPicPr>
              <p:blipFill>
                <a:blip r:embed="rId103"/>
                <a:stretch>
                  <a:fillRect/>
                </a:stretch>
              </p:blipFill>
              <p:spPr>
                <a:xfrm>
                  <a:off x="5739628" y="3058091"/>
                  <a:ext cx="1252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0" name="Ink 69">
                  <a:extLst>
                    <a:ext uri="{FF2B5EF4-FFF2-40B4-BE49-F238E27FC236}">
                      <a16:creationId xmlns:a16="http://schemas.microsoft.com/office/drawing/2014/main" id="{D54F0A50-0143-4605-D879-806463135C5C}"/>
                    </a:ext>
                  </a:extLst>
                </p14:cNvPr>
                <p14:cNvContentPartPr/>
                <p14:nvPr/>
              </p14:nvContentPartPr>
              <p14:xfrm>
                <a:off x="5945548" y="3075371"/>
                <a:ext cx="120240" cy="122400"/>
              </p14:xfrm>
            </p:contentPart>
          </mc:Choice>
          <mc:Fallback>
            <p:pic>
              <p:nvPicPr>
                <p:cNvPr id="70" name="Ink 69">
                  <a:extLst>
                    <a:ext uri="{FF2B5EF4-FFF2-40B4-BE49-F238E27FC236}">
                      <a16:creationId xmlns:a16="http://schemas.microsoft.com/office/drawing/2014/main" id="{D54F0A50-0143-4605-D879-806463135C5C}"/>
                    </a:ext>
                  </a:extLst>
                </p:cNvPr>
                <p:cNvPicPr/>
                <p:nvPr/>
              </p:nvPicPr>
              <p:blipFill>
                <a:blip r:embed="rId105"/>
                <a:stretch>
                  <a:fillRect/>
                </a:stretch>
              </p:blipFill>
              <p:spPr>
                <a:xfrm>
                  <a:off x="5936908" y="3066371"/>
                  <a:ext cx="13788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1" name="Ink 70">
                  <a:extLst>
                    <a:ext uri="{FF2B5EF4-FFF2-40B4-BE49-F238E27FC236}">
                      <a16:creationId xmlns:a16="http://schemas.microsoft.com/office/drawing/2014/main" id="{1BFE60EA-DCC0-A4A8-954D-DC843B759F18}"/>
                    </a:ext>
                  </a:extLst>
                </p14:cNvPr>
                <p14:cNvContentPartPr/>
                <p14:nvPr/>
              </p14:nvContentPartPr>
              <p14:xfrm>
                <a:off x="6119788" y="3038291"/>
                <a:ext cx="129960" cy="136800"/>
              </p14:xfrm>
            </p:contentPart>
          </mc:Choice>
          <mc:Fallback>
            <p:pic>
              <p:nvPicPr>
                <p:cNvPr id="71" name="Ink 70">
                  <a:extLst>
                    <a:ext uri="{FF2B5EF4-FFF2-40B4-BE49-F238E27FC236}">
                      <a16:creationId xmlns:a16="http://schemas.microsoft.com/office/drawing/2014/main" id="{1BFE60EA-DCC0-A4A8-954D-DC843B759F18}"/>
                    </a:ext>
                  </a:extLst>
                </p:cNvPr>
                <p:cNvPicPr/>
                <p:nvPr/>
              </p:nvPicPr>
              <p:blipFill>
                <a:blip r:embed="rId107"/>
                <a:stretch>
                  <a:fillRect/>
                </a:stretch>
              </p:blipFill>
              <p:spPr>
                <a:xfrm>
                  <a:off x="6110788" y="3029291"/>
                  <a:ext cx="1476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2" name="Ink 71">
                  <a:extLst>
                    <a:ext uri="{FF2B5EF4-FFF2-40B4-BE49-F238E27FC236}">
                      <a16:creationId xmlns:a16="http://schemas.microsoft.com/office/drawing/2014/main" id="{FBD6F26C-70CC-7046-337A-18E6EC3401D4}"/>
                    </a:ext>
                  </a:extLst>
                </p14:cNvPr>
                <p14:cNvContentPartPr/>
                <p14:nvPr/>
              </p14:nvContentPartPr>
              <p14:xfrm>
                <a:off x="6442708" y="3193451"/>
                <a:ext cx="19440" cy="65520"/>
              </p14:xfrm>
            </p:contentPart>
          </mc:Choice>
          <mc:Fallback>
            <p:pic>
              <p:nvPicPr>
                <p:cNvPr id="72" name="Ink 71">
                  <a:extLst>
                    <a:ext uri="{FF2B5EF4-FFF2-40B4-BE49-F238E27FC236}">
                      <a16:creationId xmlns:a16="http://schemas.microsoft.com/office/drawing/2014/main" id="{FBD6F26C-70CC-7046-337A-18E6EC3401D4}"/>
                    </a:ext>
                  </a:extLst>
                </p:cNvPr>
                <p:cNvPicPr/>
                <p:nvPr/>
              </p:nvPicPr>
              <p:blipFill>
                <a:blip r:embed="rId109"/>
                <a:stretch>
                  <a:fillRect/>
                </a:stretch>
              </p:blipFill>
              <p:spPr>
                <a:xfrm>
                  <a:off x="6434068" y="3184811"/>
                  <a:ext cx="3708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4" name="Ink 83">
                  <a:extLst>
                    <a:ext uri="{FF2B5EF4-FFF2-40B4-BE49-F238E27FC236}">
                      <a16:creationId xmlns:a16="http://schemas.microsoft.com/office/drawing/2014/main" id="{804EA33F-465B-ACA3-86E4-EE6E7D6BBB03}"/>
                    </a:ext>
                  </a:extLst>
                </p14:cNvPr>
                <p14:cNvContentPartPr/>
                <p14:nvPr/>
              </p14:nvContentPartPr>
              <p14:xfrm>
                <a:off x="5663308" y="3439691"/>
                <a:ext cx="17640" cy="68760"/>
              </p14:xfrm>
            </p:contentPart>
          </mc:Choice>
          <mc:Fallback>
            <p:pic>
              <p:nvPicPr>
                <p:cNvPr id="84" name="Ink 83">
                  <a:extLst>
                    <a:ext uri="{FF2B5EF4-FFF2-40B4-BE49-F238E27FC236}">
                      <a16:creationId xmlns:a16="http://schemas.microsoft.com/office/drawing/2014/main" id="{804EA33F-465B-ACA3-86E4-EE6E7D6BBB03}"/>
                    </a:ext>
                  </a:extLst>
                </p:cNvPr>
                <p:cNvPicPr/>
                <p:nvPr/>
              </p:nvPicPr>
              <p:blipFill>
                <a:blip r:embed="rId111"/>
                <a:stretch>
                  <a:fillRect/>
                </a:stretch>
              </p:blipFill>
              <p:spPr>
                <a:xfrm>
                  <a:off x="5654668" y="3430691"/>
                  <a:ext cx="3528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5" name="Ink 84">
                  <a:extLst>
                    <a:ext uri="{FF2B5EF4-FFF2-40B4-BE49-F238E27FC236}">
                      <a16:creationId xmlns:a16="http://schemas.microsoft.com/office/drawing/2014/main" id="{27604F0E-5F68-4C85-BC4D-28F325EE96CD}"/>
                    </a:ext>
                  </a:extLst>
                </p14:cNvPr>
                <p14:cNvContentPartPr/>
                <p14:nvPr/>
              </p14:nvContentPartPr>
              <p14:xfrm>
                <a:off x="5854828" y="3453731"/>
                <a:ext cx="214920" cy="188640"/>
              </p14:xfrm>
            </p:contentPart>
          </mc:Choice>
          <mc:Fallback>
            <p:pic>
              <p:nvPicPr>
                <p:cNvPr id="85" name="Ink 84">
                  <a:extLst>
                    <a:ext uri="{FF2B5EF4-FFF2-40B4-BE49-F238E27FC236}">
                      <a16:creationId xmlns:a16="http://schemas.microsoft.com/office/drawing/2014/main" id="{27604F0E-5F68-4C85-BC4D-28F325EE96CD}"/>
                    </a:ext>
                  </a:extLst>
                </p:cNvPr>
                <p:cNvPicPr/>
                <p:nvPr/>
              </p:nvPicPr>
              <p:blipFill>
                <a:blip r:embed="rId113"/>
                <a:stretch>
                  <a:fillRect/>
                </a:stretch>
              </p:blipFill>
              <p:spPr>
                <a:xfrm>
                  <a:off x="5845828" y="3444731"/>
                  <a:ext cx="2325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6" name="Ink 85">
                  <a:extLst>
                    <a:ext uri="{FF2B5EF4-FFF2-40B4-BE49-F238E27FC236}">
                      <a16:creationId xmlns:a16="http://schemas.microsoft.com/office/drawing/2014/main" id="{EA83BB4E-B16A-B470-69F6-53CEC524EDB6}"/>
                    </a:ext>
                  </a:extLst>
                </p14:cNvPr>
                <p14:cNvContentPartPr/>
                <p14:nvPr/>
              </p14:nvContentPartPr>
              <p14:xfrm>
                <a:off x="6152548" y="3492611"/>
                <a:ext cx="7920" cy="107280"/>
              </p14:xfrm>
            </p:contentPart>
          </mc:Choice>
          <mc:Fallback>
            <p:pic>
              <p:nvPicPr>
                <p:cNvPr id="86" name="Ink 85">
                  <a:extLst>
                    <a:ext uri="{FF2B5EF4-FFF2-40B4-BE49-F238E27FC236}">
                      <a16:creationId xmlns:a16="http://schemas.microsoft.com/office/drawing/2014/main" id="{EA83BB4E-B16A-B470-69F6-53CEC524EDB6}"/>
                    </a:ext>
                  </a:extLst>
                </p:cNvPr>
                <p:cNvPicPr/>
                <p:nvPr/>
              </p:nvPicPr>
              <p:blipFill>
                <a:blip r:embed="rId115"/>
                <a:stretch>
                  <a:fillRect/>
                </a:stretch>
              </p:blipFill>
              <p:spPr>
                <a:xfrm>
                  <a:off x="6143548" y="3483971"/>
                  <a:ext cx="2556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7" name="Ink 86">
                  <a:extLst>
                    <a:ext uri="{FF2B5EF4-FFF2-40B4-BE49-F238E27FC236}">
                      <a16:creationId xmlns:a16="http://schemas.microsoft.com/office/drawing/2014/main" id="{0B4DB643-D666-6185-B249-7C36A225E6D0}"/>
                    </a:ext>
                  </a:extLst>
                </p14:cNvPr>
                <p14:cNvContentPartPr/>
                <p14:nvPr/>
              </p14:nvContentPartPr>
              <p14:xfrm>
                <a:off x="6244348" y="3418451"/>
                <a:ext cx="360" cy="38520"/>
              </p14:xfrm>
            </p:contentPart>
          </mc:Choice>
          <mc:Fallback>
            <p:pic>
              <p:nvPicPr>
                <p:cNvPr id="87" name="Ink 86">
                  <a:extLst>
                    <a:ext uri="{FF2B5EF4-FFF2-40B4-BE49-F238E27FC236}">
                      <a16:creationId xmlns:a16="http://schemas.microsoft.com/office/drawing/2014/main" id="{0B4DB643-D666-6185-B249-7C36A225E6D0}"/>
                    </a:ext>
                  </a:extLst>
                </p:cNvPr>
                <p:cNvPicPr/>
                <p:nvPr/>
              </p:nvPicPr>
              <p:blipFill>
                <a:blip r:embed="rId117"/>
                <a:stretch>
                  <a:fillRect/>
                </a:stretch>
              </p:blipFill>
              <p:spPr>
                <a:xfrm>
                  <a:off x="6235708" y="3409451"/>
                  <a:ext cx="180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8" name="Ink 87">
                  <a:extLst>
                    <a:ext uri="{FF2B5EF4-FFF2-40B4-BE49-F238E27FC236}">
                      <a16:creationId xmlns:a16="http://schemas.microsoft.com/office/drawing/2014/main" id="{30BD58AA-C289-14DC-F190-913CF7F75329}"/>
                    </a:ext>
                  </a:extLst>
                </p14:cNvPr>
                <p14:cNvContentPartPr/>
                <p14:nvPr/>
              </p14:nvContentPartPr>
              <p14:xfrm>
                <a:off x="6414628" y="3609611"/>
                <a:ext cx="43560" cy="87480"/>
              </p14:xfrm>
            </p:contentPart>
          </mc:Choice>
          <mc:Fallback>
            <p:pic>
              <p:nvPicPr>
                <p:cNvPr id="88" name="Ink 87">
                  <a:extLst>
                    <a:ext uri="{FF2B5EF4-FFF2-40B4-BE49-F238E27FC236}">
                      <a16:creationId xmlns:a16="http://schemas.microsoft.com/office/drawing/2014/main" id="{30BD58AA-C289-14DC-F190-913CF7F75329}"/>
                    </a:ext>
                  </a:extLst>
                </p:cNvPr>
                <p:cNvPicPr/>
                <p:nvPr/>
              </p:nvPicPr>
              <p:blipFill>
                <a:blip r:embed="rId119"/>
                <a:stretch>
                  <a:fillRect/>
                </a:stretch>
              </p:blipFill>
              <p:spPr>
                <a:xfrm>
                  <a:off x="6405628" y="3600611"/>
                  <a:ext cx="6120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2" name="Ink 101">
                  <a:extLst>
                    <a:ext uri="{FF2B5EF4-FFF2-40B4-BE49-F238E27FC236}">
                      <a16:creationId xmlns:a16="http://schemas.microsoft.com/office/drawing/2014/main" id="{CA7556D9-9A22-B7D4-B86D-46587B1FB7ED}"/>
                    </a:ext>
                  </a:extLst>
                </p14:cNvPr>
                <p14:cNvContentPartPr/>
                <p14:nvPr/>
              </p14:nvContentPartPr>
              <p14:xfrm>
                <a:off x="5819548" y="3937931"/>
                <a:ext cx="20520" cy="172080"/>
              </p14:xfrm>
            </p:contentPart>
          </mc:Choice>
          <mc:Fallback>
            <p:pic>
              <p:nvPicPr>
                <p:cNvPr id="102" name="Ink 101">
                  <a:extLst>
                    <a:ext uri="{FF2B5EF4-FFF2-40B4-BE49-F238E27FC236}">
                      <a16:creationId xmlns:a16="http://schemas.microsoft.com/office/drawing/2014/main" id="{CA7556D9-9A22-B7D4-B86D-46587B1FB7ED}"/>
                    </a:ext>
                  </a:extLst>
                </p:cNvPr>
                <p:cNvPicPr/>
                <p:nvPr/>
              </p:nvPicPr>
              <p:blipFill>
                <a:blip r:embed="rId121"/>
                <a:stretch>
                  <a:fillRect/>
                </a:stretch>
              </p:blipFill>
              <p:spPr>
                <a:xfrm>
                  <a:off x="5810548" y="3928931"/>
                  <a:ext cx="381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3" name="Ink 102">
                  <a:extLst>
                    <a:ext uri="{FF2B5EF4-FFF2-40B4-BE49-F238E27FC236}">
                      <a16:creationId xmlns:a16="http://schemas.microsoft.com/office/drawing/2014/main" id="{CAF6E2C6-D36B-543C-23CD-D0FA0AA64897}"/>
                    </a:ext>
                  </a:extLst>
                </p14:cNvPr>
                <p14:cNvContentPartPr/>
                <p14:nvPr/>
              </p14:nvContentPartPr>
              <p14:xfrm>
                <a:off x="5961748" y="3951611"/>
                <a:ext cx="121680" cy="139320"/>
              </p14:xfrm>
            </p:contentPart>
          </mc:Choice>
          <mc:Fallback>
            <p:pic>
              <p:nvPicPr>
                <p:cNvPr id="103" name="Ink 102">
                  <a:extLst>
                    <a:ext uri="{FF2B5EF4-FFF2-40B4-BE49-F238E27FC236}">
                      <a16:creationId xmlns:a16="http://schemas.microsoft.com/office/drawing/2014/main" id="{CAF6E2C6-D36B-543C-23CD-D0FA0AA64897}"/>
                    </a:ext>
                  </a:extLst>
                </p:cNvPr>
                <p:cNvPicPr/>
                <p:nvPr/>
              </p:nvPicPr>
              <p:blipFill>
                <a:blip r:embed="rId123"/>
                <a:stretch>
                  <a:fillRect/>
                </a:stretch>
              </p:blipFill>
              <p:spPr>
                <a:xfrm>
                  <a:off x="5953108" y="3942611"/>
                  <a:ext cx="13932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4" name="Ink 103">
                  <a:extLst>
                    <a:ext uri="{FF2B5EF4-FFF2-40B4-BE49-F238E27FC236}">
                      <a16:creationId xmlns:a16="http://schemas.microsoft.com/office/drawing/2014/main" id="{42971D88-E0F4-0BD5-AAD9-36B251F1FE6F}"/>
                    </a:ext>
                  </a:extLst>
                </p14:cNvPr>
                <p14:cNvContentPartPr/>
                <p14:nvPr/>
              </p14:nvContentPartPr>
              <p14:xfrm>
                <a:off x="6195028" y="3933971"/>
                <a:ext cx="7920" cy="173880"/>
              </p14:xfrm>
            </p:contentPart>
          </mc:Choice>
          <mc:Fallback>
            <p:pic>
              <p:nvPicPr>
                <p:cNvPr id="104" name="Ink 103">
                  <a:extLst>
                    <a:ext uri="{FF2B5EF4-FFF2-40B4-BE49-F238E27FC236}">
                      <a16:creationId xmlns:a16="http://schemas.microsoft.com/office/drawing/2014/main" id="{42971D88-E0F4-0BD5-AAD9-36B251F1FE6F}"/>
                    </a:ext>
                  </a:extLst>
                </p:cNvPr>
                <p:cNvPicPr/>
                <p:nvPr/>
              </p:nvPicPr>
              <p:blipFill>
                <a:blip r:embed="rId125"/>
                <a:stretch>
                  <a:fillRect/>
                </a:stretch>
              </p:blipFill>
              <p:spPr>
                <a:xfrm>
                  <a:off x="6186388" y="3924971"/>
                  <a:ext cx="2556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5" name="Ink 104">
                  <a:extLst>
                    <a:ext uri="{FF2B5EF4-FFF2-40B4-BE49-F238E27FC236}">
                      <a16:creationId xmlns:a16="http://schemas.microsoft.com/office/drawing/2014/main" id="{CCB98BC0-73B4-E676-6E38-56544B5DA9DB}"/>
                    </a:ext>
                  </a:extLst>
                </p14:cNvPr>
                <p14:cNvContentPartPr/>
                <p14:nvPr/>
              </p14:nvContentPartPr>
              <p14:xfrm>
                <a:off x="6307708" y="3946931"/>
                <a:ext cx="122040" cy="138600"/>
              </p14:xfrm>
            </p:contentPart>
          </mc:Choice>
          <mc:Fallback>
            <p:pic>
              <p:nvPicPr>
                <p:cNvPr id="105" name="Ink 104">
                  <a:extLst>
                    <a:ext uri="{FF2B5EF4-FFF2-40B4-BE49-F238E27FC236}">
                      <a16:creationId xmlns:a16="http://schemas.microsoft.com/office/drawing/2014/main" id="{CCB98BC0-73B4-E676-6E38-56544B5DA9DB}"/>
                    </a:ext>
                  </a:extLst>
                </p:cNvPr>
                <p:cNvPicPr/>
                <p:nvPr/>
              </p:nvPicPr>
              <p:blipFill>
                <a:blip r:embed="rId127"/>
                <a:stretch>
                  <a:fillRect/>
                </a:stretch>
              </p:blipFill>
              <p:spPr>
                <a:xfrm>
                  <a:off x="6299068" y="3938291"/>
                  <a:ext cx="13968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06" name="Ink 105">
                  <a:extLst>
                    <a:ext uri="{FF2B5EF4-FFF2-40B4-BE49-F238E27FC236}">
                      <a16:creationId xmlns:a16="http://schemas.microsoft.com/office/drawing/2014/main" id="{DED812DC-C7AA-832D-1DBD-DC435897A037}"/>
                    </a:ext>
                  </a:extLst>
                </p14:cNvPr>
                <p14:cNvContentPartPr/>
                <p14:nvPr/>
              </p14:nvContentPartPr>
              <p14:xfrm>
                <a:off x="6614068" y="4040171"/>
                <a:ext cx="39240" cy="101880"/>
              </p14:xfrm>
            </p:contentPart>
          </mc:Choice>
          <mc:Fallback>
            <p:pic>
              <p:nvPicPr>
                <p:cNvPr id="106" name="Ink 105">
                  <a:extLst>
                    <a:ext uri="{FF2B5EF4-FFF2-40B4-BE49-F238E27FC236}">
                      <a16:creationId xmlns:a16="http://schemas.microsoft.com/office/drawing/2014/main" id="{DED812DC-C7AA-832D-1DBD-DC435897A037}"/>
                    </a:ext>
                  </a:extLst>
                </p:cNvPr>
                <p:cNvPicPr/>
                <p:nvPr/>
              </p:nvPicPr>
              <p:blipFill>
                <a:blip r:embed="rId129"/>
                <a:stretch>
                  <a:fillRect/>
                </a:stretch>
              </p:blipFill>
              <p:spPr>
                <a:xfrm>
                  <a:off x="6605428" y="4031171"/>
                  <a:ext cx="568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08" name="Ink 107">
                  <a:extLst>
                    <a:ext uri="{FF2B5EF4-FFF2-40B4-BE49-F238E27FC236}">
                      <a16:creationId xmlns:a16="http://schemas.microsoft.com/office/drawing/2014/main" id="{373B7C05-7636-93E6-A301-8AC67AFAE432}"/>
                    </a:ext>
                  </a:extLst>
                </p14:cNvPr>
                <p14:cNvContentPartPr/>
                <p14:nvPr/>
              </p14:nvContentPartPr>
              <p14:xfrm>
                <a:off x="5868508" y="4385411"/>
                <a:ext cx="32760" cy="208440"/>
              </p14:xfrm>
            </p:contentPart>
          </mc:Choice>
          <mc:Fallback>
            <p:pic>
              <p:nvPicPr>
                <p:cNvPr id="108" name="Ink 107">
                  <a:extLst>
                    <a:ext uri="{FF2B5EF4-FFF2-40B4-BE49-F238E27FC236}">
                      <a16:creationId xmlns:a16="http://schemas.microsoft.com/office/drawing/2014/main" id="{373B7C05-7636-93E6-A301-8AC67AFAE432}"/>
                    </a:ext>
                  </a:extLst>
                </p:cNvPr>
                <p:cNvPicPr/>
                <p:nvPr/>
              </p:nvPicPr>
              <p:blipFill>
                <a:blip r:embed="rId131"/>
                <a:stretch>
                  <a:fillRect/>
                </a:stretch>
              </p:blipFill>
              <p:spPr>
                <a:xfrm>
                  <a:off x="5859868" y="4376411"/>
                  <a:ext cx="504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09" name="Ink 108">
                  <a:extLst>
                    <a:ext uri="{FF2B5EF4-FFF2-40B4-BE49-F238E27FC236}">
                      <a16:creationId xmlns:a16="http://schemas.microsoft.com/office/drawing/2014/main" id="{66B5D7A9-9550-9AEC-975E-B2387C6E5D58}"/>
                    </a:ext>
                  </a:extLst>
                </p14:cNvPr>
                <p14:cNvContentPartPr/>
                <p14:nvPr/>
              </p14:nvContentPartPr>
              <p14:xfrm>
                <a:off x="6003148" y="4391171"/>
                <a:ext cx="106920" cy="151200"/>
              </p14:xfrm>
            </p:contentPart>
          </mc:Choice>
          <mc:Fallback>
            <p:pic>
              <p:nvPicPr>
                <p:cNvPr id="109" name="Ink 108">
                  <a:extLst>
                    <a:ext uri="{FF2B5EF4-FFF2-40B4-BE49-F238E27FC236}">
                      <a16:creationId xmlns:a16="http://schemas.microsoft.com/office/drawing/2014/main" id="{66B5D7A9-9550-9AEC-975E-B2387C6E5D58}"/>
                    </a:ext>
                  </a:extLst>
                </p:cNvPr>
                <p:cNvPicPr/>
                <p:nvPr/>
              </p:nvPicPr>
              <p:blipFill>
                <a:blip r:embed="rId133"/>
                <a:stretch>
                  <a:fillRect/>
                </a:stretch>
              </p:blipFill>
              <p:spPr>
                <a:xfrm>
                  <a:off x="5994508" y="4382171"/>
                  <a:ext cx="12456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10" name="Ink 109">
                  <a:extLst>
                    <a:ext uri="{FF2B5EF4-FFF2-40B4-BE49-F238E27FC236}">
                      <a16:creationId xmlns:a16="http://schemas.microsoft.com/office/drawing/2014/main" id="{2B24FA2A-5F3E-72C9-2B60-9E69977D0647}"/>
                    </a:ext>
                  </a:extLst>
                </p14:cNvPr>
                <p14:cNvContentPartPr/>
                <p14:nvPr/>
              </p14:nvContentPartPr>
              <p14:xfrm>
                <a:off x="6223108" y="4386491"/>
                <a:ext cx="7920" cy="167400"/>
              </p14:xfrm>
            </p:contentPart>
          </mc:Choice>
          <mc:Fallback>
            <p:pic>
              <p:nvPicPr>
                <p:cNvPr id="110" name="Ink 109">
                  <a:extLst>
                    <a:ext uri="{FF2B5EF4-FFF2-40B4-BE49-F238E27FC236}">
                      <a16:creationId xmlns:a16="http://schemas.microsoft.com/office/drawing/2014/main" id="{2B24FA2A-5F3E-72C9-2B60-9E69977D0647}"/>
                    </a:ext>
                  </a:extLst>
                </p:cNvPr>
                <p:cNvPicPr/>
                <p:nvPr/>
              </p:nvPicPr>
              <p:blipFill>
                <a:blip r:embed="rId135"/>
                <a:stretch>
                  <a:fillRect/>
                </a:stretch>
              </p:blipFill>
              <p:spPr>
                <a:xfrm>
                  <a:off x="6214468" y="4377491"/>
                  <a:ext cx="2556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1" name="Ink 110">
                  <a:extLst>
                    <a:ext uri="{FF2B5EF4-FFF2-40B4-BE49-F238E27FC236}">
                      <a16:creationId xmlns:a16="http://schemas.microsoft.com/office/drawing/2014/main" id="{F6DB52BE-CD03-2289-18B3-D25CA65A6ADC}"/>
                    </a:ext>
                  </a:extLst>
                </p14:cNvPr>
                <p14:cNvContentPartPr/>
                <p14:nvPr/>
              </p14:nvContentPartPr>
              <p14:xfrm>
                <a:off x="6343348" y="4394411"/>
                <a:ext cx="136080" cy="136440"/>
              </p14:xfrm>
            </p:contentPart>
          </mc:Choice>
          <mc:Fallback>
            <p:pic>
              <p:nvPicPr>
                <p:cNvPr id="111" name="Ink 110">
                  <a:extLst>
                    <a:ext uri="{FF2B5EF4-FFF2-40B4-BE49-F238E27FC236}">
                      <a16:creationId xmlns:a16="http://schemas.microsoft.com/office/drawing/2014/main" id="{F6DB52BE-CD03-2289-18B3-D25CA65A6ADC}"/>
                    </a:ext>
                  </a:extLst>
                </p:cNvPr>
                <p:cNvPicPr/>
                <p:nvPr/>
              </p:nvPicPr>
              <p:blipFill>
                <a:blip r:embed="rId137"/>
                <a:stretch>
                  <a:fillRect/>
                </a:stretch>
              </p:blipFill>
              <p:spPr>
                <a:xfrm>
                  <a:off x="6334348" y="4385771"/>
                  <a:ext cx="1537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8" name="Ink 117">
                  <a:extLst>
                    <a:ext uri="{FF2B5EF4-FFF2-40B4-BE49-F238E27FC236}">
                      <a16:creationId xmlns:a16="http://schemas.microsoft.com/office/drawing/2014/main" id="{8F762F58-95F0-C46E-D192-3D25A6FB6A13}"/>
                    </a:ext>
                  </a:extLst>
                </p14:cNvPr>
                <p14:cNvContentPartPr/>
                <p14:nvPr/>
              </p14:nvContentPartPr>
              <p14:xfrm>
                <a:off x="6655468" y="4497731"/>
                <a:ext cx="34560" cy="110160"/>
              </p14:xfrm>
            </p:contentPart>
          </mc:Choice>
          <mc:Fallback>
            <p:pic>
              <p:nvPicPr>
                <p:cNvPr id="118" name="Ink 117">
                  <a:extLst>
                    <a:ext uri="{FF2B5EF4-FFF2-40B4-BE49-F238E27FC236}">
                      <a16:creationId xmlns:a16="http://schemas.microsoft.com/office/drawing/2014/main" id="{8F762F58-95F0-C46E-D192-3D25A6FB6A13}"/>
                    </a:ext>
                  </a:extLst>
                </p:cNvPr>
                <p:cNvPicPr/>
                <p:nvPr/>
              </p:nvPicPr>
              <p:blipFill>
                <a:blip r:embed="rId139"/>
                <a:stretch>
                  <a:fillRect/>
                </a:stretch>
              </p:blipFill>
              <p:spPr>
                <a:xfrm>
                  <a:off x="6646828" y="4489091"/>
                  <a:ext cx="522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28" name="Ink 127">
                  <a:extLst>
                    <a:ext uri="{FF2B5EF4-FFF2-40B4-BE49-F238E27FC236}">
                      <a16:creationId xmlns:a16="http://schemas.microsoft.com/office/drawing/2014/main" id="{898D4F1C-8AF6-853E-E353-520D10DF605B}"/>
                    </a:ext>
                  </a:extLst>
                </p14:cNvPr>
                <p14:cNvContentPartPr/>
                <p14:nvPr/>
              </p14:nvContentPartPr>
              <p14:xfrm>
                <a:off x="6011788" y="4884731"/>
                <a:ext cx="13680" cy="177120"/>
              </p14:xfrm>
            </p:contentPart>
          </mc:Choice>
          <mc:Fallback>
            <p:pic>
              <p:nvPicPr>
                <p:cNvPr id="128" name="Ink 127">
                  <a:extLst>
                    <a:ext uri="{FF2B5EF4-FFF2-40B4-BE49-F238E27FC236}">
                      <a16:creationId xmlns:a16="http://schemas.microsoft.com/office/drawing/2014/main" id="{898D4F1C-8AF6-853E-E353-520D10DF605B}"/>
                    </a:ext>
                  </a:extLst>
                </p:cNvPr>
                <p:cNvPicPr/>
                <p:nvPr/>
              </p:nvPicPr>
              <p:blipFill>
                <a:blip r:embed="rId141"/>
                <a:stretch>
                  <a:fillRect/>
                </a:stretch>
              </p:blipFill>
              <p:spPr>
                <a:xfrm>
                  <a:off x="6002788" y="4876091"/>
                  <a:ext cx="313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29" name="Ink 128">
                  <a:extLst>
                    <a:ext uri="{FF2B5EF4-FFF2-40B4-BE49-F238E27FC236}">
                      <a16:creationId xmlns:a16="http://schemas.microsoft.com/office/drawing/2014/main" id="{CE873A93-EFA4-869A-3AF2-C2A7B5C379AE}"/>
                    </a:ext>
                  </a:extLst>
                </p14:cNvPr>
                <p14:cNvContentPartPr/>
                <p14:nvPr/>
              </p14:nvContentPartPr>
              <p14:xfrm>
                <a:off x="6147508" y="4878971"/>
                <a:ext cx="111600" cy="139680"/>
              </p14:xfrm>
            </p:contentPart>
          </mc:Choice>
          <mc:Fallback>
            <p:pic>
              <p:nvPicPr>
                <p:cNvPr id="129" name="Ink 128">
                  <a:extLst>
                    <a:ext uri="{FF2B5EF4-FFF2-40B4-BE49-F238E27FC236}">
                      <a16:creationId xmlns:a16="http://schemas.microsoft.com/office/drawing/2014/main" id="{CE873A93-EFA4-869A-3AF2-C2A7B5C379AE}"/>
                    </a:ext>
                  </a:extLst>
                </p:cNvPr>
                <p:cNvPicPr/>
                <p:nvPr/>
              </p:nvPicPr>
              <p:blipFill>
                <a:blip r:embed="rId143"/>
                <a:stretch>
                  <a:fillRect/>
                </a:stretch>
              </p:blipFill>
              <p:spPr>
                <a:xfrm>
                  <a:off x="6138508" y="4870331"/>
                  <a:ext cx="1292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30" name="Ink 129">
                  <a:extLst>
                    <a:ext uri="{FF2B5EF4-FFF2-40B4-BE49-F238E27FC236}">
                      <a16:creationId xmlns:a16="http://schemas.microsoft.com/office/drawing/2014/main" id="{8F4D70F3-E7A9-BAD3-34D0-AD3DC4C76C01}"/>
                    </a:ext>
                  </a:extLst>
                </p14:cNvPr>
                <p14:cNvContentPartPr/>
                <p14:nvPr/>
              </p14:nvContentPartPr>
              <p14:xfrm>
                <a:off x="6025108" y="5322851"/>
                <a:ext cx="154800" cy="143640"/>
              </p14:xfrm>
            </p:contentPart>
          </mc:Choice>
          <mc:Fallback>
            <p:pic>
              <p:nvPicPr>
                <p:cNvPr id="130" name="Ink 129">
                  <a:extLst>
                    <a:ext uri="{FF2B5EF4-FFF2-40B4-BE49-F238E27FC236}">
                      <a16:creationId xmlns:a16="http://schemas.microsoft.com/office/drawing/2014/main" id="{8F4D70F3-E7A9-BAD3-34D0-AD3DC4C76C01}"/>
                    </a:ext>
                  </a:extLst>
                </p:cNvPr>
                <p:cNvPicPr/>
                <p:nvPr/>
              </p:nvPicPr>
              <p:blipFill>
                <a:blip r:embed="rId145"/>
                <a:stretch>
                  <a:fillRect/>
                </a:stretch>
              </p:blipFill>
              <p:spPr>
                <a:xfrm>
                  <a:off x="6016468" y="5313851"/>
                  <a:ext cx="17244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31" name="Ink 130">
                  <a:extLst>
                    <a:ext uri="{FF2B5EF4-FFF2-40B4-BE49-F238E27FC236}">
                      <a16:creationId xmlns:a16="http://schemas.microsoft.com/office/drawing/2014/main" id="{431E64F2-C9D0-A017-56C8-F67E857FF930}"/>
                    </a:ext>
                  </a:extLst>
                </p14:cNvPr>
                <p14:cNvContentPartPr/>
                <p14:nvPr/>
              </p14:nvContentPartPr>
              <p14:xfrm>
                <a:off x="6252988" y="5252651"/>
                <a:ext cx="159480" cy="187200"/>
              </p14:xfrm>
            </p:contentPart>
          </mc:Choice>
          <mc:Fallback>
            <p:pic>
              <p:nvPicPr>
                <p:cNvPr id="131" name="Ink 130">
                  <a:extLst>
                    <a:ext uri="{FF2B5EF4-FFF2-40B4-BE49-F238E27FC236}">
                      <a16:creationId xmlns:a16="http://schemas.microsoft.com/office/drawing/2014/main" id="{431E64F2-C9D0-A017-56C8-F67E857FF930}"/>
                    </a:ext>
                  </a:extLst>
                </p:cNvPr>
                <p:cNvPicPr/>
                <p:nvPr/>
              </p:nvPicPr>
              <p:blipFill>
                <a:blip r:embed="rId147"/>
                <a:stretch>
                  <a:fillRect/>
                </a:stretch>
              </p:blipFill>
              <p:spPr>
                <a:xfrm>
                  <a:off x="6244348" y="5244011"/>
                  <a:ext cx="17712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34" name="Ink 133">
                  <a:extLst>
                    <a:ext uri="{FF2B5EF4-FFF2-40B4-BE49-F238E27FC236}">
                      <a16:creationId xmlns:a16="http://schemas.microsoft.com/office/drawing/2014/main" id="{C54CBACA-6C61-6E64-F7AB-541235FC1A5A}"/>
                    </a:ext>
                  </a:extLst>
                </p14:cNvPr>
                <p14:cNvContentPartPr/>
                <p14:nvPr/>
              </p14:nvContentPartPr>
              <p14:xfrm>
                <a:off x="5054188" y="4784651"/>
                <a:ext cx="159120" cy="234360"/>
              </p14:xfrm>
            </p:contentPart>
          </mc:Choice>
          <mc:Fallback>
            <p:pic>
              <p:nvPicPr>
                <p:cNvPr id="134" name="Ink 133">
                  <a:extLst>
                    <a:ext uri="{FF2B5EF4-FFF2-40B4-BE49-F238E27FC236}">
                      <a16:creationId xmlns:a16="http://schemas.microsoft.com/office/drawing/2014/main" id="{C54CBACA-6C61-6E64-F7AB-541235FC1A5A}"/>
                    </a:ext>
                  </a:extLst>
                </p:cNvPr>
                <p:cNvPicPr/>
                <p:nvPr/>
              </p:nvPicPr>
              <p:blipFill>
                <a:blip r:embed="rId149"/>
                <a:stretch>
                  <a:fillRect/>
                </a:stretch>
              </p:blipFill>
              <p:spPr>
                <a:xfrm>
                  <a:off x="5045188" y="4775651"/>
                  <a:ext cx="17676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35" name="Ink 134">
                  <a:extLst>
                    <a:ext uri="{FF2B5EF4-FFF2-40B4-BE49-F238E27FC236}">
                      <a16:creationId xmlns:a16="http://schemas.microsoft.com/office/drawing/2014/main" id="{D83D427C-DD70-D7DA-CD5C-34EAC40D5BE3}"/>
                    </a:ext>
                  </a:extLst>
                </p14:cNvPr>
                <p14:cNvContentPartPr/>
                <p14:nvPr/>
              </p14:nvContentPartPr>
              <p14:xfrm>
                <a:off x="5316268" y="4892291"/>
                <a:ext cx="10080" cy="90720"/>
              </p14:xfrm>
            </p:contentPart>
          </mc:Choice>
          <mc:Fallback>
            <p:pic>
              <p:nvPicPr>
                <p:cNvPr id="135" name="Ink 134">
                  <a:extLst>
                    <a:ext uri="{FF2B5EF4-FFF2-40B4-BE49-F238E27FC236}">
                      <a16:creationId xmlns:a16="http://schemas.microsoft.com/office/drawing/2014/main" id="{D83D427C-DD70-D7DA-CD5C-34EAC40D5BE3}"/>
                    </a:ext>
                  </a:extLst>
                </p:cNvPr>
                <p:cNvPicPr/>
                <p:nvPr/>
              </p:nvPicPr>
              <p:blipFill>
                <a:blip r:embed="rId151"/>
                <a:stretch>
                  <a:fillRect/>
                </a:stretch>
              </p:blipFill>
              <p:spPr>
                <a:xfrm>
                  <a:off x="5307268" y="4883651"/>
                  <a:ext cx="277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36" name="Ink 135">
                  <a:extLst>
                    <a:ext uri="{FF2B5EF4-FFF2-40B4-BE49-F238E27FC236}">
                      <a16:creationId xmlns:a16="http://schemas.microsoft.com/office/drawing/2014/main" id="{403B7833-9E19-32B1-AEE4-F2A4BECC0FE8}"/>
                    </a:ext>
                  </a:extLst>
                </p14:cNvPr>
                <p14:cNvContentPartPr/>
                <p14:nvPr/>
              </p14:nvContentPartPr>
              <p14:xfrm>
                <a:off x="5372788" y="4816691"/>
                <a:ext cx="360" cy="24480"/>
              </p14:xfrm>
            </p:contentPart>
          </mc:Choice>
          <mc:Fallback>
            <p:pic>
              <p:nvPicPr>
                <p:cNvPr id="136" name="Ink 135">
                  <a:extLst>
                    <a:ext uri="{FF2B5EF4-FFF2-40B4-BE49-F238E27FC236}">
                      <a16:creationId xmlns:a16="http://schemas.microsoft.com/office/drawing/2014/main" id="{403B7833-9E19-32B1-AEE4-F2A4BECC0FE8}"/>
                    </a:ext>
                  </a:extLst>
                </p:cNvPr>
                <p:cNvPicPr/>
                <p:nvPr/>
              </p:nvPicPr>
              <p:blipFill>
                <a:blip r:embed="rId153"/>
                <a:stretch>
                  <a:fillRect/>
                </a:stretch>
              </p:blipFill>
              <p:spPr>
                <a:xfrm>
                  <a:off x="5364148" y="4808051"/>
                  <a:ext cx="1800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37" name="Ink 136">
                  <a:extLst>
                    <a:ext uri="{FF2B5EF4-FFF2-40B4-BE49-F238E27FC236}">
                      <a16:creationId xmlns:a16="http://schemas.microsoft.com/office/drawing/2014/main" id="{16949B92-4AAD-0D5A-5228-A6C01F612107}"/>
                    </a:ext>
                  </a:extLst>
                </p14:cNvPr>
                <p14:cNvContentPartPr/>
                <p14:nvPr/>
              </p14:nvContentPartPr>
              <p14:xfrm>
                <a:off x="5446228" y="4869611"/>
                <a:ext cx="83160" cy="133560"/>
              </p14:xfrm>
            </p:contentPart>
          </mc:Choice>
          <mc:Fallback>
            <p:pic>
              <p:nvPicPr>
                <p:cNvPr id="137" name="Ink 136">
                  <a:extLst>
                    <a:ext uri="{FF2B5EF4-FFF2-40B4-BE49-F238E27FC236}">
                      <a16:creationId xmlns:a16="http://schemas.microsoft.com/office/drawing/2014/main" id="{16949B92-4AAD-0D5A-5228-A6C01F612107}"/>
                    </a:ext>
                  </a:extLst>
                </p:cNvPr>
                <p:cNvPicPr/>
                <p:nvPr/>
              </p:nvPicPr>
              <p:blipFill>
                <a:blip r:embed="rId155"/>
                <a:stretch>
                  <a:fillRect/>
                </a:stretch>
              </p:blipFill>
              <p:spPr>
                <a:xfrm>
                  <a:off x="5437228" y="4860971"/>
                  <a:ext cx="1008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38" name="Ink 137">
                  <a:extLst>
                    <a:ext uri="{FF2B5EF4-FFF2-40B4-BE49-F238E27FC236}">
                      <a16:creationId xmlns:a16="http://schemas.microsoft.com/office/drawing/2014/main" id="{49E22698-92CB-9F7F-E0C3-F787C91715E4}"/>
                    </a:ext>
                  </a:extLst>
                </p14:cNvPr>
                <p14:cNvContentPartPr/>
                <p14:nvPr/>
              </p14:nvContentPartPr>
              <p14:xfrm>
                <a:off x="5642068" y="4929011"/>
                <a:ext cx="52200" cy="57240"/>
              </p14:xfrm>
            </p:contentPart>
          </mc:Choice>
          <mc:Fallback>
            <p:pic>
              <p:nvPicPr>
                <p:cNvPr id="138" name="Ink 137">
                  <a:extLst>
                    <a:ext uri="{FF2B5EF4-FFF2-40B4-BE49-F238E27FC236}">
                      <a16:creationId xmlns:a16="http://schemas.microsoft.com/office/drawing/2014/main" id="{49E22698-92CB-9F7F-E0C3-F787C91715E4}"/>
                    </a:ext>
                  </a:extLst>
                </p:cNvPr>
                <p:cNvPicPr/>
                <p:nvPr/>
              </p:nvPicPr>
              <p:blipFill>
                <a:blip r:embed="rId157"/>
                <a:stretch>
                  <a:fillRect/>
                </a:stretch>
              </p:blipFill>
              <p:spPr>
                <a:xfrm>
                  <a:off x="5633428" y="4920011"/>
                  <a:ext cx="6984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40" name="Ink 139">
                  <a:extLst>
                    <a:ext uri="{FF2B5EF4-FFF2-40B4-BE49-F238E27FC236}">
                      <a16:creationId xmlns:a16="http://schemas.microsoft.com/office/drawing/2014/main" id="{21413FDF-3856-342D-E41D-55FE24D17BFC}"/>
                    </a:ext>
                  </a:extLst>
                </p14:cNvPr>
                <p14:cNvContentPartPr/>
                <p14:nvPr/>
              </p14:nvContentPartPr>
              <p14:xfrm>
                <a:off x="5656108" y="4778531"/>
                <a:ext cx="37080" cy="34560"/>
              </p14:xfrm>
            </p:contentPart>
          </mc:Choice>
          <mc:Fallback>
            <p:pic>
              <p:nvPicPr>
                <p:cNvPr id="140" name="Ink 139">
                  <a:extLst>
                    <a:ext uri="{FF2B5EF4-FFF2-40B4-BE49-F238E27FC236}">
                      <a16:creationId xmlns:a16="http://schemas.microsoft.com/office/drawing/2014/main" id="{21413FDF-3856-342D-E41D-55FE24D17BFC}"/>
                    </a:ext>
                  </a:extLst>
                </p:cNvPr>
                <p:cNvPicPr/>
                <p:nvPr/>
              </p:nvPicPr>
              <p:blipFill>
                <a:blip r:embed="rId159"/>
                <a:stretch>
                  <a:fillRect/>
                </a:stretch>
              </p:blipFill>
              <p:spPr>
                <a:xfrm>
                  <a:off x="5647468" y="4769891"/>
                  <a:ext cx="5472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41" name="Ink 140">
                  <a:extLst>
                    <a:ext uri="{FF2B5EF4-FFF2-40B4-BE49-F238E27FC236}">
                      <a16:creationId xmlns:a16="http://schemas.microsoft.com/office/drawing/2014/main" id="{60E96E28-7A63-36CE-39AB-160EBB179B94}"/>
                    </a:ext>
                  </a:extLst>
                </p14:cNvPr>
                <p14:cNvContentPartPr/>
                <p14:nvPr/>
              </p14:nvContentPartPr>
              <p14:xfrm>
                <a:off x="5038348" y="5223131"/>
                <a:ext cx="187200" cy="300240"/>
              </p14:xfrm>
            </p:contentPart>
          </mc:Choice>
          <mc:Fallback>
            <p:pic>
              <p:nvPicPr>
                <p:cNvPr id="141" name="Ink 140">
                  <a:extLst>
                    <a:ext uri="{FF2B5EF4-FFF2-40B4-BE49-F238E27FC236}">
                      <a16:creationId xmlns:a16="http://schemas.microsoft.com/office/drawing/2014/main" id="{60E96E28-7A63-36CE-39AB-160EBB179B94}"/>
                    </a:ext>
                  </a:extLst>
                </p:cNvPr>
                <p:cNvPicPr/>
                <p:nvPr/>
              </p:nvPicPr>
              <p:blipFill>
                <a:blip r:embed="rId161"/>
                <a:stretch>
                  <a:fillRect/>
                </a:stretch>
              </p:blipFill>
              <p:spPr>
                <a:xfrm>
                  <a:off x="5029348" y="5214131"/>
                  <a:ext cx="20484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42" name="Ink 141">
                  <a:extLst>
                    <a:ext uri="{FF2B5EF4-FFF2-40B4-BE49-F238E27FC236}">
                      <a16:creationId xmlns:a16="http://schemas.microsoft.com/office/drawing/2014/main" id="{0620B283-A7E4-B011-1636-88C0C02C0A56}"/>
                    </a:ext>
                  </a:extLst>
                </p14:cNvPr>
                <p14:cNvContentPartPr/>
                <p14:nvPr/>
              </p14:nvContentPartPr>
              <p14:xfrm>
                <a:off x="5287828" y="5347691"/>
                <a:ext cx="29520" cy="100800"/>
              </p14:xfrm>
            </p:contentPart>
          </mc:Choice>
          <mc:Fallback>
            <p:pic>
              <p:nvPicPr>
                <p:cNvPr id="142" name="Ink 141">
                  <a:extLst>
                    <a:ext uri="{FF2B5EF4-FFF2-40B4-BE49-F238E27FC236}">
                      <a16:creationId xmlns:a16="http://schemas.microsoft.com/office/drawing/2014/main" id="{0620B283-A7E4-B011-1636-88C0C02C0A56}"/>
                    </a:ext>
                  </a:extLst>
                </p:cNvPr>
                <p:cNvPicPr/>
                <p:nvPr/>
              </p:nvPicPr>
              <p:blipFill>
                <a:blip r:embed="rId163"/>
                <a:stretch>
                  <a:fillRect/>
                </a:stretch>
              </p:blipFill>
              <p:spPr>
                <a:xfrm>
                  <a:off x="5278828" y="5339051"/>
                  <a:ext cx="4716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43" name="Ink 142">
                  <a:extLst>
                    <a:ext uri="{FF2B5EF4-FFF2-40B4-BE49-F238E27FC236}">
                      <a16:creationId xmlns:a16="http://schemas.microsoft.com/office/drawing/2014/main" id="{5EFEF5F6-5F70-0494-5C07-9ACA68047A8E}"/>
                    </a:ext>
                  </a:extLst>
                </p14:cNvPr>
                <p14:cNvContentPartPr/>
                <p14:nvPr/>
              </p14:nvContentPartPr>
              <p14:xfrm>
                <a:off x="5337508" y="5247611"/>
                <a:ext cx="7200" cy="40680"/>
              </p14:xfrm>
            </p:contentPart>
          </mc:Choice>
          <mc:Fallback>
            <p:pic>
              <p:nvPicPr>
                <p:cNvPr id="143" name="Ink 142">
                  <a:extLst>
                    <a:ext uri="{FF2B5EF4-FFF2-40B4-BE49-F238E27FC236}">
                      <a16:creationId xmlns:a16="http://schemas.microsoft.com/office/drawing/2014/main" id="{5EFEF5F6-5F70-0494-5C07-9ACA68047A8E}"/>
                    </a:ext>
                  </a:extLst>
                </p:cNvPr>
                <p:cNvPicPr/>
                <p:nvPr/>
              </p:nvPicPr>
              <p:blipFill>
                <a:blip r:embed="rId165"/>
                <a:stretch>
                  <a:fillRect/>
                </a:stretch>
              </p:blipFill>
              <p:spPr>
                <a:xfrm>
                  <a:off x="5328868" y="5238971"/>
                  <a:ext cx="2484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44" name="Ink 143">
                  <a:extLst>
                    <a:ext uri="{FF2B5EF4-FFF2-40B4-BE49-F238E27FC236}">
                      <a16:creationId xmlns:a16="http://schemas.microsoft.com/office/drawing/2014/main" id="{A8D0A28F-B3CA-4A3A-85E6-7A4E4971F09B}"/>
                    </a:ext>
                  </a:extLst>
                </p14:cNvPr>
                <p14:cNvContentPartPr/>
                <p14:nvPr/>
              </p14:nvContentPartPr>
              <p14:xfrm>
                <a:off x="5428948" y="5247251"/>
                <a:ext cx="157320" cy="206280"/>
              </p14:xfrm>
            </p:contentPart>
          </mc:Choice>
          <mc:Fallback>
            <p:pic>
              <p:nvPicPr>
                <p:cNvPr id="144" name="Ink 143">
                  <a:extLst>
                    <a:ext uri="{FF2B5EF4-FFF2-40B4-BE49-F238E27FC236}">
                      <a16:creationId xmlns:a16="http://schemas.microsoft.com/office/drawing/2014/main" id="{A8D0A28F-B3CA-4A3A-85E6-7A4E4971F09B}"/>
                    </a:ext>
                  </a:extLst>
                </p:cNvPr>
                <p:cNvPicPr/>
                <p:nvPr/>
              </p:nvPicPr>
              <p:blipFill>
                <a:blip r:embed="rId167"/>
                <a:stretch>
                  <a:fillRect/>
                </a:stretch>
              </p:blipFill>
              <p:spPr>
                <a:xfrm>
                  <a:off x="5419948" y="5238611"/>
                  <a:ext cx="1749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45" name="Ink 144">
                  <a:extLst>
                    <a:ext uri="{FF2B5EF4-FFF2-40B4-BE49-F238E27FC236}">
                      <a16:creationId xmlns:a16="http://schemas.microsoft.com/office/drawing/2014/main" id="{4C067CC9-82A8-EBA6-8894-22934ACA65FC}"/>
                    </a:ext>
                  </a:extLst>
                </p14:cNvPr>
                <p14:cNvContentPartPr/>
                <p14:nvPr/>
              </p14:nvContentPartPr>
              <p14:xfrm>
                <a:off x="5785708" y="5214491"/>
                <a:ext cx="40680" cy="59400"/>
              </p14:xfrm>
            </p:contentPart>
          </mc:Choice>
          <mc:Fallback>
            <p:pic>
              <p:nvPicPr>
                <p:cNvPr id="145" name="Ink 144">
                  <a:extLst>
                    <a:ext uri="{FF2B5EF4-FFF2-40B4-BE49-F238E27FC236}">
                      <a16:creationId xmlns:a16="http://schemas.microsoft.com/office/drawing/2014/main" id="{4C067CC9-82A8-EBA6-8894-22934ACA65FC}"/>
                    </a:ext>
                  </a:extLst>
                </p:cNvPr>
                <p:cNvPicPr/>
                <p:nvPr/>
              </p:nvPicPr>
              <p:blipFill>
                <a:blip r:embed="rId169"/>
                <a:stretch>
                  <a:fillRect/>
                </a:stretch>
              </p:blipFill>
              <p:spPr>
                <a:xfrm>
                  <a:off x="5777068" y="5205851"/>
                  <a:ext cx="583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46" name="Ink 145">
                  <a:extLst>
                    <a:ext uri="{FF2B5EF4-FFF2-40B4-BE49-F238E27FC236}">
                      <a16:creationId xmlns:a16="http://schemas.microsoft.com/office/drawing/2014/main" id="{A01F4E65-A41D-DCE0-8F4E-2B2B77E72A46}"/>
                    </a:ext>
                  </a:extLst>
                </p14:cNvPr>
                <p14:cNvContentPartPr/>
                <p14:nvPr/>
              </p14:nvContentPartPr>
              <p14:xfrm>
                <a:off x="5798308" y="5372531"/>
                <a:ext cx="19440" cy="66960"/>
              </p14:xfrm>
            </p:contentPart>
          </mc:Choice>
          <mc:Fallback>
            <p:pic>
              <p:nvPicPr>
                <p:cNvPr id="146" name="Ink 145">
                  <a:extLst>
                    <a:ext uri="{FF2B5EF4-FFF2-40B4-BE49-F238E27FC236}">
                      <a16:creationId xmlns:a16="http://schemas.microsoft.com/office/drawing/2014/main" id="{A01F4E65-A41D-DCE0-8F4E-2B2B77E72A46}"/>
                    </a:ext>
                  </a:extLst>
                </p:cNvPr>
                <p:cNvPicPr/>
                <p:nvPr/>
              </p:nvPicPr>
              <p:blipFill>
                <a:blip r:embed="rId171"/>
                <a:stretch>
                  <a:fillRect/>
                </a:stretch>
              </p:blipFill>
              <p:spPr>
                <a:xfrm>
                  <a:off x="5789308" y="5363891"/>
                  <a:ext cx="3708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47" name="Ink 146">
                  <a:extLst>
                    <a:ext uri="{FF2B5EF4-FFF2-40B4-BE49-F238E27FC236}">
                      <a16:creationId xmlns:a16="http://schemas.microsoft.com/office/drawing/2014/main" id="{07C4880A-C625-C31B-84DD-CD6E4DCA0CC3}"/>
                    </a:ext>
                  </a:extLst>
                </p14:cNvPr>
                <p14:cNvContentPartPr/>
                <p14:nvPr/>
              </p14:nvContentPartPr>
              <p14:xfrm>
                <a:off x="6694348" y="4960691"/>
                <a:ext cx="10800" cy="76320"/>
              </p14:xfrm>
            </p:contentPart>
          </mc:Choice>
          <mc:Fallback>
            <p:pic>
              <p:nvPicPr>
                <p:cNvPr id="147" name="Ink 146">
                  <a:extLst>
                    <a:ext uri="{FF2B5EF4-FFF2-40B4-BE49-F238E27FC236}">
                      <a16:creationId xmlns:a16="http://schemas.microsoft.com/office/drawing/2014/main" id="{07C4880A-C625-C31B-84DD-CD6E4DCA0CC3}"/>
                    </a:ext>
                  </a:extLst>
                </p:cNvPr>
                <p:cNvPicPr/>
                <p:nvPr/>
              </p:nvPicPr>
              <p:blipFill>
                <a:blip r:embed="rId173"/>
                <a:stretch>
                  <a:fillRect/>
                </a:stretch>
              </p:blipFill>
              <p:spPr>
                <a:xfrm>
                  <a:off x="6685708" y="4951691"/>
                  <a:ext cx="284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48" name="Ink 147">
                  <a:extLst>
                    <a:ext uri="{FF2B5EF4-FFF2-40B4-BE49-F238E27FC236}">
                      <a16:creationId xmlns:a16="http://schemas.microsoft.com/office/drawing/2014/main" id="{0E8AB4B1-EA9D-EF82-24F8-AA59878B7C36}"/>
                    </a:ext>
                  </a:extLst>
                </p14:cNvPr>
                <p14:cNvContentPartPr/>
                <p14:nvPr/>
              </p14:nvContentPartPr>
              <p14:xfrm>
                <a:off x="6734308" y="5410331"/>
                <a:ext cx="20880" cy="65880"/>
              </p14:xfrm>
            </p:contentPart>
          </mc:Choice>
          <mc:Fallback>
            <p:pic>
              <p:nvPicPr>
                <p:cNvPr id="148" name="Ink 147">
                  <a:extLst>
                    <a:ext uri="{FF2B5EF4-FFF2-40B4-BE49-F238E27FC236}">
                      <a16:creationId xmlns:a16="http://schemas.microsoft.com/office/drawing/2014/main" id="{0E8AB4B1-EA9D-EF82-24F8-AA59878B7C36}"/>
                    </a:ext>
                  </a:extLst>
                </p:cNvPr>
                <p:cNvPicPr/>
                <p:nvPr/>
              </p:nvPicPr>
              <p:blipFill>
                <a:blip r:embed="rId175"/>
                <a:stretch>
                  <a:fillRect/>
                </a:stretch>
              </p:blipFill>
              <p:spPr>
                <a:xfrm>
                  <a:off x="6725308" y="5401331"/>
                  <a:ext cx="385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49" name="Ink 148">
                  <a:extLst>
                    <a:ext uri="{FF2B5EF4-FFF2-40B4-BE49-F238E27FC236}">
                      <a16:creationId xmlns:a16="http://schemas.microsoft.com/office/drawing/2014/main" id="{9B7FB267-10FE-6FA8-5626-BEA425B3A8E1}"/>
                    </a:ext>
                  </a:extLst>
                </p14:cNvPr>
                <p14:cNvContentPartPr/>
                <p14:nvPr/>
              </p14:nvContentPartPr>
              <p14:xfrm>
                <a:off x="4545148" y="5741171"/>
                <a:ext cx="229320" cy="461520"/>
              </p14:xfrm>
            </p:contentPart>
          </mc:Choice>
          <mc:Fallback>
            <p:pic>
              <p:nvPicPr>
                <p:cNvPr id="149" name="Ink 148">
                  <a:extLst>
                    <a:ext uri="{FF2B5EF4-FFF2-40B4-BE49-F238E27FC236}">
                      <a16:creationId xmlns:a16="http://schemas.microsoft.com/office/drawing/2014/main" id="{9B7FB267-10FE-6FA8-5626-BEA425B3A8E1}"/>
                    </a:ext>
                  </a:extLst>
                </p:cNvPr>
                <p:cNvPicPr/>
                <p:nvPr/>
              </p:nvPicPr>
              <p:blipFill>
                <a:blip r:embed="rId177"/>
                <a:stretch>
                  <a:fillRect/>
                </a:stretch>
              </p:blipFill>
              <p:spPr>
                <a:xfrm>
                  <a:off x="4536148" y="5732531"/>
                  <a:ext cx="246960" cy="4791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52" name="Ink 151">
                  <a:extLst>
                    <a:ext uri="{FF2B5EF4-FFF2-40B4-BE49-F238E27FC236}">
                      <a16:creationId xmlns:a16="http://schemas.microsoft.com/office/drawing/2014/main" id="{47F0B210-C174-D9A4-C935-4B0E4FBCE4E2}"/>
                    </a:ext>
                  </a:extLst>
                </p14:cNvPr>
                <p14:cNvContentPartPr/>
                <p14:nvPr/>
              </p14:nvContentPartPr>
              <p14:xfrm>
                <a:off x="3133948" y="2412251"/>
                <a:ext cx="4940280" cy="4622040"/>
              </p14:xfrm>
            </p:contentPart>
          </mc:Choice>
          <mc:Fallback>
            <p:pic>
              <p:nvPicPr>
                <p:cNvPr id="152" name="Ink 151">
                  <a:extLst>
                    <a:ext uri="{FF2B5EF4-FFF2-40B4-BE49-F238E27FC236}">
                      <a16:creationId xmlns:a16="http://schemas.microsoft.com/office/drawing/2014/main" id="{47F0B210-C174-D9A4-C935-4B0E4FBCE4E2}"/>
                    </a:ext>
                  </a:extLst>
                </p:cNvPr>
                <p:cNvPicPr/>
                <p:nvPr/>
              </p:nvPicPr>
              <p:blipFill>
                <a:blip r:embed="rId179"/>
                <a:stretch>
                  <a:fillRect/>
                </a:stretch>
              </p:blipFill>
              <p:spPr>
                <a:xfrm>
                  <a:off x="3124948" y="2403611"/>
                  <a:ext cx="4957920" cy="4639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54" name="Ink 153">
                  <a:extLst>
                    <a:ext uri="{FF2B5EF4-FFF2-40B4-BE49-F238E27FC236}">
                      <a16:creationId xmlns:a16="http://schemas.microsoft.com/office/drawing/2014/main" id="{40EB6B8D-6747-2450-4AB6-9A7179CEF8E9}"/>
                    </a:ext>
                  </a:extLst>
                </p14:cNvPr>
                <p14:cNvContentPartPr/>
                <p14:nvPr/>
              </p14:nvContentPartPr>
              <p14:xfrm>
                <a:off x="8450428" y="3637691"/>
                <a:ext cx="435240" cy="554040"/>
              </p14:xfrm>
            </p:contentPart>
          </mc:Choice>
          <mc:Fallback>
            <p:pic>
              <p:nvPicPr>
                <p:cNvPr id="154" name="Ink 153">
                  <a:extLst>
                    <a:ext uri="{FF2B5EF4-FFF2-40B4-BE49-F238E27FC236}">
                      <a16:creationId xmlns:a16="http://schemas.microsoft.com/office/drawing/2014/main" id="{40EB6B8D-6747-2450-4AB6-9A7179CEF8E9}"/>
                    </a:ext>
                  </a:extLst>
                </p:cNvPr>
                <p:cNvPicPr/>
                <p:nvPr/>
              </p:nvPicPr>
              <p:blipFill>
                <a:blip r:embed="rId181"/>
                <a:stretch>
                  <a:fillRect/>
                </a:stretch>
              </p:blipFill>
              <p:spPr>
                <a:xfrm>
                  <a:off x="8441428" y="3628691"/>
                  <a:ext cx="452880" cy="5716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55" name="Ink 154">
                  <a:extLst>
                    <a:ext uri="{FF2B5EF4-FFF2-40B4-BE49-F238E27FC236}">
                      <a16:creationId xmlns:a16="http://schemas.microsoft.com/office/drawing/2014/main" id="{41BEC865-3CDC-B623-0FF5-173C73B854ED}"/>
                    </a:ext>
                  </a:extLst>
                </p14:cNvPr>
                <p14:cNvContentPartPr/>
                <p14:nvPr/>
              </p14:nvContentPartPr>
              <p14:xfrm>
                <a:off x="8930308" y="3596291"/>
                <a:ext cx="810000" cy="466920"/>
              </p14:xfrm>
            </p:contentPart>
          </mc:Choice>
          <mc:Fallback>
            <p:pic>
              <p:nvPicPr>
                <p:cNvPr id="155" name="Ink 154">
                  <a:extLst>
                    <a:ext uri="{FF2B5EF4-FFF2-40B4-BE49-F238E27FC236}">
                      <a16:creationId xmlns:a16="http://schemas.microsoft.com/office/drawing/2014/main" id="{41BEC865-3CDC-B623-0FF5-173C73B854ED}"/>
                    </a:ext>
                  </a:extLst>
                </p:cNvPr>
                <p:cNvPicPr/>
                <p:nvPr/>
              </p:nvPicPr>
              <p:blipFill>
                <a:blip r:embed="rId183"/>
                <a:stretch>
                  <a:fillRect/>
                </a:stretch>
              </p:blipFill>
              <p:spPr>
                <a:xfrm>
                  <a:off x="8921668" y="3587651"/>
                  <a:ext cx="827640" cy="4845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56" name="Ink 155">
                  <a:extLst>
                    <a:ext uri="{FF2B5EF4-FFF2-40B4-BE49-F238E27FC236}">
                      <a16:creationId xmlns:a16="http://schemas.microsoft.com/office/drawing/2014/main" id="{9A8D1015-14DB-133C-3999-976992FDD95E}"/>
                    </a:ext>
                  </a:extLst>
                </p14:cNvPr>
                <p14:cNvContentPartPr/>
                <p14:nvPr/>
              </p14:nvContentPartPr>
              <p14:xfrm>
                <a:off x="10038748" y="3472811"/>
                <a:ext cx="345240" cy="772920"/>
              </p14:xfrm>
            </p:contentPart>
          </mc:Choice>
          <mc:Fallback>
            <p:pic>
              <p:nvPicPr>
                <p:cNvPr id="156" name="Ink 155">
                  <a:extLst>
                    <a:ext uri="{FF2B5EF4-FFF2-40B4-BE49-F238E27FC236}">
                      <a16:creationId xmlns:a16="http://schemas.microsoft.com/office/drawing/2014/main" id="{9A8D1015-14DB-133C-3999-976992FDD95E}"/>
                    </a:ext>
                  </a:extLst>
                </p:cNvPr>
                <p:cNvPicPr/>
                <p:nvPr/>
              </p:nvPicPr>
              <p:blipFill>
                <a:blip r:embed="rId185"/>
                <a:stretch>
                  <a:fillRect/>
                </a:stretch>
              </p:blipFill>
              <p:spPr>
                <a:xfrm>
                  <a:off x="10030108" y="3463811"/>
                  <a:ext cx="362880" cy="790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57" name="Ink 156">
                  <a:extLst>
                    <a:ext uri="{FF2B5EF4-FFF2-40B4-BE49-F238E27FC236}">
                      <a16:creationId xmlns:a16="http://schemas.microsoft.com/office/drawing/2014/main" id="{83C51207-E26E-9322-B249-EB8D4E562A65}"/>
                    </a:ext>
                  </a:extLst>
                </p14:cNvPr>
                <p14:cNvContentPartPr/>
                <p14:nvPr/>
              </p14:nvContentPartPr>
              <p14:xfrm>
                <a:off x="9380668" y="4237451"/>
                <a:ext cx="918720" cy="362880"/>
              </p14:xfrm>
            </p:contentPart>
          </mc:Choice>
          <mc:Fallback>
            <p:pic>
              <p:nvPicPr>
                <p:cNvPr id="157" name="Ink 156">
                  <a:extLst>
                    <a:ext uri="{FF2B5EF4-FFF2-40B4-BE49-F238E27FC236}">
                      <a16:creationId xmlns:a16="http://schemas.microsoft.com/office/drawing/2014/main" id="{83C51207-E26E-9322-B249-EB8D4E562A65}"/>
                    </a:ext>
                  </a:extLst>
                </p:cNvPr>
                <p:cNvPicPr/>
                <p:nvPr/>
              </p:nvPicPr>
              <p:blipFill>
                <a:blip r:embed="rId187"/>
                <a:stretch>
                  <a:fillRect/>
                </a:stretch>
              </p:blipFill>
              <p:spPr>
                <a:xfrm>
                  <a:off x="9371668" y="4228811"/>
                  <a:ext cx="936360" cy="380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58" name="Ink 157">
                  <a:extLst>
                    <a:ext uri="{FF2B5EF4-FFF2-40B4-BE49-F238E27FC236}">
                      <a16:creationId xmlns:a16="http://schemas.microsoft.com/office/drawing/2014/main" id="{A328C131-AD57-E137-0707-5FCF958636BA}"/>
                    </a:ext>
                  </a:extLst>
                </p14:cNvPr>
                <p14:cNvContentPartPr/>
                <p14:nvPr/>
              </p14:nvContentPartPr>
              <p14:xfrm>
                <a:off x="10355908" y="4351931"/>
                <a:ext cx="12960" cy="4680"/>
              </p14:xfrm>
            </p:contentPart>
          </mc:Choice>
          <mc:Fallback>
            <p:pic>
              <p:nvPicPr>
                <p:cNvPr id="158" name="Ink 157">
                  <a:extLst>
                    <a:ext uri="{FF2B5EF4-FFF2-40B4-BE49-F238E27FC236}">
                      <a16:creationId xmlns:a16="http://schemas.microsoft.com/office/drawing/2014/main" id="{A328C131-AD57-E137-0707-5FCF958636BA}"/>
                    </a:ext>
                  </a:extLst>
                </p:cNvPr>
                <p:cNvPicPr/>
                <p:nvPr/>
              </p:nvPicPr>
              <p:blipFill>
                <a:blip r:embed="rId189"/>
                <a:stretch>
                  <a:fillRect/>
                </a:stretch>
              </p:blipFill>
              <p:spPr>
                <a:xfrm>
                  <a:off x="10347268" y="4343291"/>
                  <a:ext cx="306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60" name="Ink 159">
                  <a:extLst>
                    <a:ext uri="{FF2B5EF4-FFF2-40B4-BE49-F238E27FC236}">
                      <a16:creationId xmlns:a16="http://schemas.microsoft.com/office/drawing/2014/main" id="{2833F1A0-BC10-1459-7C99-D79E8462E23B}"/>
                    </a:ext>
                  </a:extLst>
                </p14:cNvPr>
                <p14:cNvContentPartPr/>
                <p14:nvPr/>
              </p14:nvContentPartPr>
              <p14:xfrm>
                <a:off x="8006188" y="3070691"/>
                <a:ext cx="2758680" cy="1914840"/>
              </p14:xfrm>
            </p:contentPart>
          </mc:Choice>
          <mc:Fallback>
            <p:pic>
              <p:nvPicPr>
                <p:cNvPr id="160" name="Ink 159">
                  <a:extLst>
                    <a:ext uri="{FF2B5EF4-FFF2-40B4-BE49-F238E27FC236}">
                      <a16:creationId xmlns:a16="http://schemas.microsoft.com/office/drawing/2014/main" id="{2833F1A0-BC10-1459-7C99-D79E8462E23B}"/>
                    </a:ext>
                  </a:extLst>
                </p:cNvPr>
                <p:cNvPicPr/>
                <p:nvPr/>
              </p:nvPicPr>
              <p:blipFill>
                <a:blip r:embed="rId191"/>
                <a:stretch>
                  <a:fillRect/>
                </a:stretch>
              </p:blipFill>
              <p:spPr>
                <a:xfrm>
                  <a:off x="7997188" y="3062051"/>
                  <a:ext cx="2776320" cy="19324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62" name="Ink 161">
                  <a:extLst>
                    <a:ext uri="{FF2B5EF4-FFF2-40B4-BE49-F238E27FC236}">
                      <a16:creationId xmlns:a16="http://schemas.microsoft.com/office/drawing/2014/main" id="{D118D0E4-A410-9B94-2203-2C4B76FCCC21}"/>
                    </a:ext>
                  </a:extLst>
                </p14:cNvPr>
                <p14:cNvContentPartPr/>
                <p14:nvPr/>
              </p14:nvContentPartPr>
              <p14:xfrm>
                <a:off x="1927588" y="3073571"/>
                <a:ext cx="805680" cy="244080"/>
              </p14:xfrm>
            </p:contentPart>
          </mc:Choice>
          <mc:Fallback>
            <p:pic>
              <p:nvPicPr>
                <p:cNvPr id="162" name="Ink 161">
                  <a:extLst>
                    <a:ext uri="{FF2B5EF4-FFF2-40B4-BE49-F238E27FC236}">
                      <a16:creationId xmlns:a16="http://schemas.microsoft.com/office/drawing/2014/main" id="{D118D0E4-A410-9B94-2203-2C4B76FCCC21}"/>
                    </a:ext>
                  </a:extLst>
                </p:cNvPr>
                <p:cNvPicPr/>
                <p:nvPr/>
              </p:nvPicPr>
              <p:blipFill>
                <a:blip r:embed="rId193"/>
                <a:stretch>
                  <a:fillRect/>
                </a:stretch>
              </p:blipFill>
              <p:spPr>
                <a:xfrm>
                  <a:off x="1918588" y="3064931"/>
                  <a:ext cx="82332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48" name="Ink 47">
                  <a:extLst>
                    <a:ext uri="{FF2B5EF4-FFF2-40B4-BE49-F238E27FC236}">
                      <a16:creationId xmlns:a16="http://schemas.microsoft.com/office/drawing/2014/main" id="{AD38DB81-9AA2-0614-8BC6-AA5277E98119}"/>
                    </a:ext>
                  </a:extLst>
                </p14:cNvPr>
                <p14:cNvContentPartPr/>
                <p14:nvPr/>
              </p14:nvContentPartPr>
              <p14:xfrm>
                <a:off x="2925148" y="2877731"/>
                <a:ext cx="227160" cy="221400"/>
              </p14:xfrm>
            </p:contentPart>
          </mc:Choice>
          <mc:Fallback>
            <p:pic>
              <p:nvPicPr>
                <p:cNvPr id="48" name="Ink 47">
                  <a:extLst>
                    <a:ext uri="{FF2B5EF4-FFF2-40B4-BE49-F238E27FC236}">
                      <a16:creationId xmlns:a16="http://schemas.microsoft.com/office/drawing/2014/main" id="{AD38DB81-9AA2-0614-8BC6-AA5277E98119}"/>
                    </a:ext>
                  </a:extLst>
                </p:cNvPr>
                <p:cNvPicPr/>
                <p:nvPr/>
              </p:nvPicPr>
              <p:blipFill>
                <a:blip r:embed="rId195"/>
                <a:stretch>
                  <a:fillRect/>
                </a:stretch>
              </p:blipFill>
              <p:spPr>
                <a:xfrm>
                  <a:off x="2916508" y="2869091"/>
                  <a:ext cx="2448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49" name="Ink 48">
                  <a:extLst>
                    <a:ext uri="{FF2B5EF4-FFF2-40B4-BE49-F238E27FC236}">
                      <a16:creationId xmlns:a16="http://schemas.microsoft.com/office/drawing/2014/main" id="{41AF64C1-AFB8-9A49-F0AB-C25976F4BF31}"/>
                    </a:ext>
                  </a:extLst>
                </p14:cNvPr>
                <p14:cNvContentPartPr/>
                <p14:nvPr/>
              </p14:nvContentPartPr>
              <p14:xfrm>
                <a:off x="3239068" y="2976371"/>
                <a:ext cx="136440" cy="114840"/>
              </p14:xfrm>
            </p:contentPart>
          </mc:Choice>
          <mc:Fallback>
            <p:pic>
              <p:nvPicPr>
                <p:cNvPr id="49" name="Ink 48">
                  <a:extLst>
                    <a:ext uri="{FF2B5EF4-FFF2-40B4-BE49-F238E27FC236}">
                      <a16:creationId xmlns:a16="http://schemas.microsoft.com/office/drawing/2014/main" id="{41AF64C1-AFB8-9A49-F0AB-C25976F4BF31}"/>
                    </a:ext>
                  </a:extLst>
                </p:cNvPr>
                <p:cNvPicPr/>
                <p:nvPr/>
              </p:nvPicPr>
              <p:blipFill>
                <a:blip r:embed="rId197"/>
                <a:stretch>
                  <a:fillRect/>
                </a:stretch>
              </p:blipFill>
              <p:spPr>
                <a:xfrm>
                  <a:off x="3230428" y="2967731"/>
                  <a:ext cx="1540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50" name="Ink 49">
                  <a:extLst>
                    <a:ext uri="{FF2B5EF4-FFF2-40B4-BE49-F238E27FC236}">
                      <a16:creationId xmlns:a16="http://schemas.microsoft.com/office/drawing/2014/main" id="{10E02DAC-A278-77D7-1E23-1E4CB94185C2}"/>
                    </a:ext>
                  </a:extLst>
                </p14:cNvPr>
                <p14:cNvContentPartPr/>
                <p14:nvPr/>
              </p14:nvContentPartPr>
              <p14:xfrm>
                <a:off x="3473788" y="2931731"/>
                <a:ext cx="90720" cy="18360"/>
              </p14:xfrm>
            </p:contentPart>
          </mc:Choice>
          <mc:Fallback>
            <p:pic>
              <p:nvPicPr>
                <p:cNvPr id="50" name="Ink 49">
                  <a:extLst>
                    <a:ext uri="{FF2B5EF4-FFF2-40B4-BE49-F238E27FC236}">
                      <a16:creationId xmlns:a16="http://schemas.microsoft.com/office/drawing/2014/main" id="{10E02DAC-A278-77D7-1E23-1E4CB94185C2}"/>
                    </a:ext>
                  </a:extLst>
                </p:cNvPr>
                <p:cNvPicPr/>
                <p:nvPr/>
              </p:nvPicPr>
              <p:blipFill>
                <a:blip r:embed="rId199"/>
                <a:stretch>
                  <a:fillRect/>
                </a:stretch>
              </p:blipFill>
              <p:spPr>
                <a:xfrm>
                  <a:off x="3465148" y="2923091"/>
                  <a:ext cx="1083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51" name="Ink 50">
                  <a:extLst>
                    <a:ext uri="{FF2B5EF4-FFF2-40B4-BE49-F238E27FC236}">
                      <a16:creationId xmlns:a16="http://schemas.microsoft.com/office/drawing/2014/main" id="{0E2D145E-EAC9-AD8E-2D43-F589556AC27F}"/>
                    </a:ext>
                  </a:extLst>
                </p14:cNvPr>
                <p14:cNvContentPartPr/>
                <p14:nvPr/>
              </p14:nvContentPartPr>
              <p14:xfrm>
                <a:off x="3465868" y="3015251"/>
                <a:ext cx="157680" cy="4680"/>
              </p14:xfrm>
            </p:contentPart>
          </mc:Choice>
          <mc:Fallback>
            <p:pic>
              <p:nvPicPr>
                <p:cNvPr id="51" name="Ink 50">
                  <a:extLst>
                    <a:ext uri="{FF2B5EF4-FFF2-40B4-BE49-F238E27FC236}">
                      <a16:creationId xmlns:a16="http://schemas.microsoft.com/office/drawing/2014/main" id="{0E2D145E-EAC9-AD8E-2D43-F589556AC27F}"/>
                    </a:ext>
                  </a:extLst>
                </p:cNvPr>
                <p:cNvPicPr/>
                <p:nvPr/>
              </p:nvPicPr>
              <p:blipFill>
                <a:blip r:embed="rId201"/>
                <a:stretch>
                  <a:fillRect/>
                </a:stretch>
              </p:blipFill>
              <p:spPr>
                <a:xfrm>
                  <a:off x="3457228" y="3006251"/>
                  <a:ext cx="1753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52" name="Ink 51">
                  <a:extLst>
                    <a:ext uri="{FF2B5EF4-FFF2-40B4-BE49-F238E27FC236}">
                      <a16:creationId xmlns:a16="http://schemas.microsoft.com/office/drawing/2014/main" id="{FAA12710-5FC5-D416-49E5-B3FE7D46465C}"/>
                    </a:ext>
                  </a:extLst>
                </p14:cNvPr>
                <p14:cNvContentPartPr/>
                <p14:nvPr/>
              </p14:nvContentPartPr>
              <p14:xfrm>
                <a:off x="3926308" y="2749211"/>
                <a:ext cx="226800" cy="313560"/>
              </p14:xfrm>
            </p:contentPart>
          </mc:Choice>
          <mc:Fallback>
            <p:pic>
              <p:nvPicPr>
                <p:cNvPr id="52" name="Ink 51">
                  <a:extLst>
                    <a:ext uri="{FF2B5EF4-FFF2-40B4-BE49-F238E27FC236}">
                      <a16:creationId xmlns:a16="http://schemas.microsoft.com/office/drawing/2014/main" id="{FAA12710-5FC5-D416-49E5-B3FE7D46465C}"/>
                    </a:ext>
                  </a:extLst>
                </p:cNvPr>
                <p:cNvPicPr/>
                <p:nvPr/>
              </p:nvPicPr>
              <p:blipFill>
                <a:blip r:embed="rId203"/>
                <a:stretch>
                  <a:fillRect/>
                </a:stretch>
              </p:blipFill>
              <p:spPr>
                <a:xfrm>
                  <a:off x="3917668" y="2740571"/>
                  <a:ext cx="24444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55" name="Ink 54">
                  <a:extLst>
                    <a:ext uri="{FF2B5EF4-FFF2-40B4-BE49-F238E27FC236}">
                      <a16:creationId xmlns:a16="http://schemas.microsoft.com/office/drawing/2014/main" id="{9E6BA1F2-D13A-6E2D-D86E-79D018076B94}"/>
                    </a:ext>
                  </a:extLst>
                </p14:cNvPr>
                <p14:cNvContentPartPr/>
                <p14:nvPr/>
              </p14:nvContentPartPr>
              <p14:xfrm>
                <a:off x="4389268" y="3081491"/>
                <a:ext cx="203760" cy="222480"/>
              </p14:xfrm>
            </p:contentPart>
          </mc:Choice>
          <mc:Fallback>
            <p:pic>
              <p:nvPicPr>
                <p:cNvPr id="55" name="Ink 54">
                  <a:extLst>
                    <a:ext uri="{FF2B5EF4-FFF2-40B4-BE49-F238E27FC236}">
                      <a16:creationId xmlns:a16="http://schemas.microsoft.com/office/drawing/2014/main" id="{9E6BA1F2-D13A-6E2D-D86E-79D018076B94}"/>
                    </a:ext>
                  </a:extLst>
                </p:cNvPr>
                <p:cNvPicPr/>
                <p:nvPr/>
              </p:nvPicPr>
              <p:blipFill>
                <a:blip r:embed="rId205"/>
                <a:stretch>
                  <a:fillRect/>
                </a:stretch>
              </p:blipFill>
              <p:spPr>
                <a:xfrm>
                  <a:off x="4380268" y="3072851"/>
                  <a:ext cx="22140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56" name="Ink 55">
                  <a:extLst>
                    <a:ext uri="{FF2B5EF4-FFF2-40B4-BE49-F238E27FC236}">
                      <a16:creationId xmlns:a16="http://schemas.microsoft.com/office/drawing/2014/main" id="{7369993E-769B-15EC-260B-214D2E3220D4}"/>
                    </a:ext>
                  </a:extLst>
                </p14:cNvPr>
                <p14:cNvContentPartPr/>
                <p14:nvPr/>
              </p14:nvContentPartPr>
              <p14:xfrm>
                <a:off x="4678708" y="3146651"/>
                <a:ext cx="120240" cy="129600"/>
              </p14:xfrm>
            </p:contentPart>
          </mc:Choice>
          <mc:Fallback>
            <p:pic>
              <p:nvPicPr>
                <p:cNvPr id="56" name="Ink 55">
                  <a:extLst>
                    <a:ext uri="{FF2B5EF4-FFF2-40B4-BE49-F238E27FC236}">
                      <a16:creationId xmlns:a16="http://schemas.microsoft.com/office/drawing/2014/main" id="{7369993E-769B-15EC-260B-214D2E3220D4}"/>
                    </a:ext>
                  </a:extLst>
                </p:cNvPr>
                <p:cNvPicPr/>
                <p:nvPr/>
              </p:nvPicPr>
              <p:blipFill>
                <a:blip r:embed="rId207"/>
                <a:stretch>
                  <a:fillRect/>
                </a:stretch>
              </p:blipFill>
              <p:spPr>
                <a:xfrm>
                  <a:off x="4670068" y="3137651"/>
                  <a:ext cx="1378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57" name="Ink 56">
                  <a:extLst>
                    <a:ext uri="{FF2B5EF4-FFF2-40B4-BE49-F238E27FC236}">
                      <a16:creationId xmlns:a16="http://schemas.microsoft.com/office/drawing/2014/main" id="{1B4792E4-1310-6491-FC5F-9A722AAFCF23}"/>
                    </a:ext>
                  </a:extLst>
                </p14:cNvPr>
                <p14:cNvContentPartPr/>
                <p14:nvPr/>
              </p14:nvContentPartPr>
              <p14:xfrm>
                <a:off x="4876708" y="3147011"/>
                <a:ext cx="32040" cy="103680"/>
              </p14:xfrm>
            </p:contentPart>
          </mc:Choice>
          <mc:Fallback>
            <p:pic>
              <p:nvPicPr>
                <p:cNvPr id="57" name="Ink 56">
                  <a:extLst>
                    <a:ext uri="{FF2B5EF4-FFF2-40B4-BE49-F238E27FC236}">
                      <a16:creationId xmlns:a16="http://schemas.microsoft.com/office/drawing/2014/main" id="{1B4792E4-1310-6491-FC5F-9A722AAFCF23}"/>
                    </a:ext>
                  </a:extLst>
                </p:cNvPr>
                <p:cNvPicPr/>
                <p:nvPr/>
              </p:nvPicPr>
              <p:blipFill>
                <a:blip r:embed="rId209"/>
                <a:stretch>
                  <a:fillRect/>
                </a:stretch>
              </p:blipFill>
              <p:spPr>
                <a:xfrm>
                  <a:off x="4867708" y="3138371"/>
                  <a:ext cx="4968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58" name="Ink 57">
                  <a:extLst>
                    <a:ext uri="{FF2B5EF4-FFF2-40B4-BE49-F238E27FC236}">
                      <a16:creationId xmlns:a16="http://schemas.microsoft.com/office/drawing/2014/main" id="{61452DD7-3392-2206-E7CF-06094DEEF325}"/>
                    </a:ext>
                  </a:extLst>
                </p14:cNvPr>
                <p14:cNvContentPartPr/>
                <p14:nvPr/>
              </p14:nvContentPartPr>
              <p14:xfrm>
                <a:off x="4905148" y="3030371"/>
                <a:ext cx="360" cy="10440"/>
              </p14:xfrm>
            </p:contentPart>
          </mc:Choice>
          <mc:Fallback>
            <p:pic>
              <p:nvPicPr>
                <p:cNvPr id="58" name="Ink 57">
                  <a:extLst>
                    <a:ext uri="{FF2B5EF4-FFF2-40B4-BE49-F238E27FC236}">
                      <a16:creationId xmlns:a16="http://schemas.microsoft.com/office/drawing/2014/main" id="{61452DD7-3392-2206-E7CF-06094DEEF325}"/>
                    </a:ext>
                  </a:extLst>
                </p:cNvPr>
                <p:cNvPicPr/>
                <p:nvPr/>
              </p:nvPicPr>
              <p:blipFill>
                <a:blip r:embed="rId211"/>
                <a:stretch>
                  <a:fillRect/>
                </a:stretch>
              </p:blipFill>
              <p:spPr>
                <a:xfrm>
                  <a:off x="4896148" y="3021731"/>
                  <a:ext cx="180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59" name="Ink 58">
                  <a:extLst>
                    <a:ext uri="{FF2B5EF4-FFF2-40B4-BE49-F238E27FC236}">
                      <a16:creationId xmlns:a16="http://schemas.microsoft.com/office/drawing/2014/main" id="{9330AEE3-4F80-60A0-3A05-E2973F94F6C1}"/>
                    </a:ext>
                  </a:extLst>
                </p14:cNvPr>
                <p14:cNvContentPartPr/>
                <p14:nvPr/>
              </p14:nvContentPartPr>
              <p14:xfrm>
                <a:off x="4983628" y="3037571"/>
                <a:ext cx="140400" cy="224280"/>
              </p14:xfrm>
            </p:contentPart>
          </mc:Choice>
          <mc:Fallback>
            <p:pic>
              <p:nvPicPr>
                <p:cNvPr id="59" name="Ink 58">
                  <a:extLst>
                    <a:ext uri="{FF2B5EF4-FFF2-40B4-BE49-F238E27FC236}">
                      <a16:creationId xmlns:a16="http://schemas.microsoft.com/office/drawing/2014/main" id="{9330AEE3-4F80-60A0-3A05-E2973F94F6C1}"/>
                    </a:ext>
                  </a:extLst>
                </p:cNvPr>
                <p:cNvPicPr/>
                <p:nvPr/>
              </p:nvPicPr>
              <p:blipFill>
                <a:blip r:embed="rId213"/>
                <a:stretch>
                  <a:fillRect/>
                </a:stretch>
              </p:blipFill>
              <p:spPr>
                <a:xfrm>
                  <a:off x="4974628" y="3028571"/>
                  <a:ext cx="1580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60" name="Ink 59">
                  <a:extLst>
                    <a:ext uri="{FF2B5EF4-FFF2-40B4-BE49-F238E27FC236}">
                      <a16:creationId xmlns:a16="http://schemas.microsoft.com/office/drawing/2014/main" id="{6C887D45-AB84-8C41-AEB5-1A4BB73841C5}"/>
                    </a:ext>
                  </a:extLst>
                </p14:cNvPr>
                <p14:cNvContentPartPr/>
                <p14:nvPr/>
              </p14:nvContentPartPr>
              <p14:xfrm>
                <a:off x="5298628" y="3037931"/>
                <a:ext cx="18360" cy="15480"/>
              </p14:xfrm>
            </p:contentPart>
          </mc:Choice>
          <mc:Fallback>
            <p:pic>
              <p:nvPicPr>
                <p:cNvPr id="60" name="Ink 59">
                  <a:extLst>
                    <a:ext uri="{FF2B5EF4-FFF2-40B4-BE49-F238E27FC236}">
                      <a16:creationId xmlns:a16="http://schemas.microsoft.com/office/drawing/2014/main" id="{6C887D45-AB84-8C41-AEB5-1A4BB73841C5}"/>
                    </a:ext>
                  </a:extLst>
                </p:cNvPr>
                <p:cNvPicPr/>
                <p:nvPr/>
              </p:nvPicPr>
              <p:blipFill>
                <a:blip r:embed="rId215"/>
                <a:stretch>
                  <a:fillRect/>
                </a:stretch>
              </p:blipFill>
              <p:spPr>
                <a:xfrm>
                  <a:off x="5289988" y="3028931"/>
                  <a:ext cx="36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61" name="Ink 60">
                  <a:extLst>
                    <a:ext uri="{FF2B5EF4-FFF2-40B4-BE49-F238E27FC236}">
                      <a16:creationId xmlns:a16="http://schemas.microsoft.com/office/drawing/2014/main" id="{0A96A5BF-675A-0742-0719-07087632F122}"/>
                    </a:ext>
                  </a:extLst>
                </p14:cNvPr>
                <p14:cNvContentPartPr/>
                <p14:nvPr/>
              </p14:nvContentPartPr>
              <p14:xfrm>
                <a:off x="5322748" y="3155651"/>
                <a:ext cx="37440" cy="50040"/>
              </p14:xfrm>
            </p:contentPart>
          </mc:Choice>
          <mc:Fallback>
            <p:pic>
              <p:nvPicPr>
                <p:cNvPr id="61" name="Ink 60">
                  <a:extLst>
                    <a:ext uri="{FF2B5EF4-FFF2-40B4-BE49-F238E27FC236}">
                      <a16:creationId xmlns:a16="http://schemas.microsoft.com/office/drawing/2014/main" id="{0A96A5BF-675A-0742-0719-07087632F122}"/>
                    </a:ext>
                  </a:extLst>
                </p:cNvPr>
                <p:cNvPicPr/>
                <p:nvPr/>
              </p:nvPicPr>
              <p:blipFill>
                <a:blip r:embed="rId217"/>
                <a:stretch>
                  <a:fillRect/>
                </a:stretch>
              </p:blipFill>
              <p:spPr>
                <a:xfrm>
                  <a:off x="5313748" y="3146651"/>
                  <a:ext cx="550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75" name="Ink 74">
                  <a:extLst>
                    <a:ext uri="{FF2B5EF4-FFF2-40B4-BE49-F238E27FC236}">
                      <a16:creationId xmlns:a16="http://schemas.microsoft.com/office/drawing/2014/main" id="{32D5F425-8B7F-F1A9-C1B7-7F8FA3531470}"/>
                    </a:ext>
                  </a:extLst>
                </p14:cNvPr>
                <p14:cNvContentPartPr/>
                <p14:nvPr/>
              </p14:nvContentPartPr>
              <p14:xfrm>
                <a:off x="4537948" y="3505211"/>
                <a:ext cx="345960" cy="193320"/>
              </p14:xfrm>
            </p:contentPart>
          </mc:Choice>
          <mc:Fallback>
            <p:pic>
              <p:nvPicPr>
                <p:cNvPr id="75" name="Ink 74">
                  <a:extLst>
                    <a:ext uri="{FF2B5EF4-FFF2-40B4-BE49-F238E27FC236}">
                      <a16:creationId xmlns:a16="http://schemas.microsoft.com/office/drawing/2014/main" id="{32D5F425-8B7F-F1A9-C1B7-7F8FA3531470}"/>
                    </a:ext>
                  </a:extLst>
                </p:cNvPr>
                <p:cNvPicPr/>
                <p:nvPr/>
              </p:nvPicPr>
              <p:blipFill>
                <a:blip r:embed="rId219"/>
                <a:stretch>
                  <a:fillRect/>
                </a:stretch>
              </p:blipFill>
              <p:spPr>
                <a:xfrm>
                  <a:off x="4529308" y="3496211"/>
                  <a:ext cx="3636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76" name="Ink 75">
                  <a:extLst>
                    <a:ext uri="{FF2B5EF4-FFF2-40B4-BE49-F238E27FC236}">
                      <a16:creationId xmlns:a16="http://schemas.microsoft.com/office/drawing/2014/main" id="{97B2DC07-B770-B8ED-8EA0-9283B4A7A5E2}"/>
                    </a:ext>
                  </a:extLst>
                </p14:cNvPr>
                <p14:cNvContentPartPr/>
                <p14:nvPr/>
              </p14:nvContentPartPr>
              <p14:xfrm>
                <a:off x="4947988" y="3421691"/>
                <a:ext cx="221760" cy="217440"/>
              </p14:xfrm>
            </p:contentPart>
          </mc:Choice>
          <mc:Fallback>
            <p:pic>
              <p:nvPicPr>
                <p:cNvPr id="76" name="Ink 75">
                  <a:extLst>
                    <a:ext uri="{FF2B5EF4-FFF2-40B4-BE49-F238E27FC236}">
                      <a16:creationId xmlns:a16="http://schemas.microsoft.com/office/drawing/2014/main" id="{97B2DC07-B770-B8ED-8EA0-9283B4A7A5E2}"/>
                    </a:ext>
                  </a:extLst>
                </p:cNvPr>
                <p:cNvPicPr/>
                <p:nvPr/>
              </p:nvPicPr>
              <p:blipFill>
                <a:blip r:embed="rId221"/>
                <a:stretch>
                  <a:fillRect/>
                </a:stretch>
              </p:blipFill>
              <p:spPr>
                <a:xfrm>
                  <a:off x="4938988" y="3412691"/>
                  <a:ext cx="23940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77" name="Ink 76">
                  <a:extLst>
                    <a:ext uri="{FF2B5EF4-FFF2-40B4-BE49-F238E27FC236}">
                      <a16:creationId xmlns:a16="http://schemas.microsoft.com/office/drawing/2014/main" id="{363DA5FF-1C0C-64CD-54F2-B462AC824842}"/>
                    </a:ext>
                  </a:extLst>
                </p14:cNvPr>
                <p14:cNvContentPartPr/>
                <p14:nvPr/>
              </p14:nvContentPartPr>
              <p14:xfrm>
                <a:off x="5123308" y="3491171"/>
                <a:ext cx="100800" cy="46080"/>
              </p14:xfrm>
            </p:contentPart>
          </mc:Choice>
          <mc:Fallback>
            <p:pic>
              <p:nvPicPr>
                <p:cNvPr id="77" name="Ink 76">
                  <a:extLst>
                    <a:ext uri="{FF2B5EF4-FFF2-40B4-BE49-F238E27FC236}">
                      <a16:creationId xmlns:a16="http://schemas.microsoft.com/office/drawing/2014/main" id="{363DA5FF-1C0C-64CD-54F2-B462AC824842}"/>
                    </a:ext>
                  </a:extLst>
                </p:cNvPr>
                <p:cNvPicPr/>
                <p:nvPr/>
              </p:nvPicPr>
              <p:blipFill>
                <a:blip r:embed="rId223"/>
                <a:stretch>
                  <a:fillRect/>
                </a:stretch>
              </p:blipFill>
              <p:spPr>
                <a:xfrm>
                  <a:off x="5114308" y="3482531"/>
                  <a:ext cx="1184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78" name="Ink 77">
                  <a:extLst>
                    <a:ext uri="{FF2B5EF4-FFF2-40B4-BE49-F238E27FC236}">
                      <a16:creationId xmlns:a16="http://schemas.microsoft.com/office/drawing/2014/main" id="{A944B15D-C249-97C7-60D5-DBAE620CEEE2}"/>
                    </a:ext>
                  </a:extLst>
                </p14:cNvPr>
                <p14:cNvContentPartPr/>
                <p14:nvPr/>
              </p14:nvContentPartPr>
              <p14:xfrm>
                <a:off x="5342908" y="3490451"/>
                <a:ext cx="9000" cy="11520"/>
              </p14:xfrm>
            </p:contentPart>
          </mc:Choice>
          <mc:Fallback>
            <p:pic>
              <p:nvPicPr>
                <p:cNvPr id="78" name="Ink 77">
                  <a:extLst>
                    <a:ext uri="{FF2B5EF4-FFF2-40B4-BE49-F238E27FC236}">
                      <a16:creationId xmlns:a16="http://schemas.microsoft.com/office/drawing/2014/main" id="{A944B15D-C249-97C7-60D5-DBAE620CEEE2}"/>
                    </a:ext>
                  </a:extLst>
                </p:cNvPr>
                <p:cNvPicPr/>
                <p:nvPr/>
              </p:nvPicPr>
              <p:blipFill>
                <a:blip r:embed="rId225"/>
                <a:stretch>
                  <a:fillRect/>
                </a:stretch>
              </p:blipFill>
              <p:spPr>
                <a:xfrm>
                  <a:off x="5333908" y="3481811"/>
                  <a:ext cx="2664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79" name="Ink 78">
                  <a:extLst>
                    <a:ext uri="{FF2B5EF4-FFF2-40B4-BE49-F238E27FC236}">
                      <a16:creationId xmlns:a16="http://schemas.microsoft.com/office/drawing/2014/main" id="{66C355F4-EED2-4F1D-15BB-2A4C538F8453}"/>
                    </a:ext>
                  </a:extLst>
                </p14:cNvPr>
                <p14:cNvContentPartPr/>
                <p14:nvPr/>
              </p14:nvContentPartPr>
              <p14:xfrm>
                <a:off x="5330308" y="3593771"/>
                <a:ext cx="30960" cy="14400"/>
              </p14:xfrm>
            </p:contentPart>
          </mc:Choice>
          <mc:Fallback>
            <p:pic>
              <p:nvPicPr>
                <p:cNvPr id="79" name="Ink 78">
                  <a:extLst>
                    <a:ext uri="{FF2B5EF4-FFF2-40B4-BE49-F238E27FC236}">
                      <a16:creationId xmlns:a16="http://schemas.microsoft.com/office/drawing/2014/main" id="{66C355F4-EED2-4F1D-15BB-2A4C538F8453}"/>
                    </a:ext>
                  </a:extLst>
                </p:cNvPr>
                <p:cNvPicPr/>
                <p:nvPr/>
              </p:nvPicPr>
              <p:blipFill>
                <a:blip r:embed="rId227"/>
                <a:stretch>
                  <a:fillRect/>
                </a:stretch>
              </p:blipFill>
              <p:spPr>
                <a:xfrm>
                  <a:off x="5321308" y="3584771"/>
                  <a:ext cx="4860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94" name="Ink 93">
                  <a:extLst>
                    <a:ext uri="{FF2B5EF4-FFF2-40B4-BE49-F238E27FC236}">
                      <a16:creationId xmlns:a16="http://schemas.microsoft.com/office/drawing/2014/main" id="{81F8DE5F-2DC2-0B8D-ABA3-DE55CEC9E75D}"/>
                    </a:ext>
                  </a:extLst>
                </p14:cNvPr>
                <p14:cNvContentPartPr/>
                <p14:nvPr/>
              </p14:nvContentPartPr>
              <p14:xfrm>
                <a:off x="4598428" y="3941171"/>
                <a:ext cx="198720" cy="204840"/>
              </p14:xfrm>
            </p:contentPart>
          </mc:Choice>
          <mc:Fallback>
            <p:pic>
              <p:nvPicPr>
                <p:cNvPr id="94" name="Ink 93">
                  <a:extLst>
                    <a:ext uri="{FF2B5EF4-FFF2-40B4-BE49-F238E27FC236}">
                      <a16:creationId xmlns:a16="http://schemas.microsoft.com/office/drawing/2014/main" id="{81F8DE5F-2DC2-0B8D-ABA3-DE55CEC9E75D}"/>
                    </a:ext>
                  </a:extLst>
                </p:cNvPr>
                <p:cNvPicPr/>
                <p:nvPr/>
              </p:nvPicPr>
              <p:blipFill>
                <a:blip r:embed="rId229"/>
                <a:stretch>
                  <a:fillRect/>
                </a:stretch>
              </p:blipFill>
              <p:spPr>
                <a:xfrm>
                  <a:off x="4589428" y="3932531"/>
                  <a:ext cx="2163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95" name="Ink 94">
                  <a:extLst>
                    <a:ext uri="{FF2B5EF4-FFF2-40B4-BE49-F238E27FC236}">
                      <a16:creationId xmlns:a16="http://schemas.microsoft.com/office/drawing/2014/main" id="{454334D0-AA98-5A09-0516-803603E35936}"/>
                    </a:ext>
                  </a:extLst>
                </p14:cNvPr>
                <p14:cNvContentPartPr/>
                <p14:nvPr/>
              </p14:nvContentPartPr>
              <p14:xfrm>
                <a:off x="4869508" y="3904091"/>
                <a:ext cx="15480" cy="226800"/>
              </p14:xfrm>
            </p:contentPart>
          </mc:Choice>
          <mc:Fallback>
            <p:pic>
              <p:nvPicPr>
                <p:cNvPr id="95" name="Ink 94">
                  <a:extLst>
                    <a:ext uri="{FF2B5EF4-FFF2-40B4-BE49-F238E27FC236}">
                      <a16:creationId xmlns:a16="http://schemas.microsoft.com/office/drawing/2014/main" id="{454334D0-AA98-5A09-0516-803603E35936}"/>
                    </a:ext>
                  </a:extLst>
                </p:cNvPr>
                <p:cNvPicPr/>
                <p:nvPr/>
              </p:nvPicPr>
              <p:blipFill>
                <a:blip r:embed="rId231"/>
                <a:stretch>
                  <a:fillRect/>
                </a:stretch>
              </p:blipFill>
              <p:spPr>
                <a:xfrm>
                  <a:off x="4860508" y="3895451"/>
                  <a:ext cx="331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96" name="Ink 95">
                  <a:extLst>
                    <a:ext uri="{FF2B5EF4-FFF2-40B4-BE49-F238E27FC236}">
                      <a16:creationId xmlns:a16="http://schemas.microsoft.com/office/drawing/2014/main" id="{CD813A85-F6B7-4B11-05BD-C8279BEF3EEC}"/>
                    </a:ext>
                  </a:extLst>
                </p14:cNvPr>
                <p14:cNvContentPartPr/>
                <p14:nvPr/>
              </p14:nvContentPartPr>
              <p14:xfrm>
                <a:off x="4905148" y="3928211"/>
                <a:ext cx="129240" cy="192600"/>
              </p14:xfrm>
            </p:contentPart>
          </mc:Choice>
          <mc:Fallback>
            <p:pic>
              <p:nvPicPr>
                <p:cNvPr id="96" name="Ink 95">
                  <a:extLst>
                    <a:ext uri="{FF2B5EF4-FFF2-40B4-BE49-F238E27FC236}">
                      <a16:creationId xmlns:a16="http://schemas.microsoft.com/office/drawing/2014/main" id="{CD813A85-F6B7-4B11-05BD-C8279BEF3EEC}"/>
                    </a:ext>
                  </a:extLst>
                </p:cNvPr>
                <p:cNvPicPr/>
                <p:nvPr/>
              </p:nvPicPr>
              <p:blipFill>
                <a:blip r:embed="rId233"/>
                <a:stretch>
                  <a:fillRect/>
                </a:stretch>
              </p:blipFill>
              <p:spPr>
                <a:xfrm>
                  <a:off x="4896148" y="3919211"/>
                  <a:ext cx="14688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97" name="Ink 96">
                  <a:extLst>
                    <a:ext uri="{FF2B5EF4-FFF2-40B4-BE49-F238E27FC236}">
                      <a16:creationId xmlns:a16="http://schemas.microsoft.com/office/drawing/2014/main" id="{FED18E7B-F2F7-3630-1CDF-5EA6039660D5}"/>
                    </a:ext>
                  </a:extLst>
                </p14:cNvPr>
                <p14:cNvContentPartPr/>
                <p14:nvPr/>
              </p14:nvContentPartPr>
              <p14:xfrm>
                <a:off x="5145268" y="3917411"/>
                <a:ext cx="97920" cy="206640"/>
              </p14:xfrm>
            </p:contentPart>
          </mc:Choice>
          <mc:Fallback>
            <p:pic>
              <p:nvPicPr>
                <p:cNvPr id="97" name="Ink 96">
                  <a:extLst>
                    <a:ext uri="{FF2B5EF4-FFF2-40B4-BE49-F238E27FC236}">
                      <a16:creationId xmlns:a16="http://schemas.microsoft.com/office/drawing/2014/main" id="{FED18E7B-F2F7-3630-1CDF-5EA6039660D5}"/>
                    </a:ext>
                  </a:extLst>
                </p:cNvPr>
                <p:cNvPicPr/>
                <p:nvPr/>
              </p:nvPicPr>
              <p:blipFill>
                <a:blip r:embed="rId235"/>
                <a:stretch>
                  <a:fillRect/>
                </a:stretch>
              </p:blipFill>
              <p:spPr>
                <a:xfrm>
                  <a:off x="5136268" y="3908771"/>
                  <a:ext cx="11556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98" name="Ink 97">
                  <a:extLst>
                    <a:ext uri="{FF2B5EF4-FFF2-40B4-BE49-F238E27FC236}">
                      <a16:creationId xmlns:a16="http://schemas.microsoft.com/office/drawing/2014/main" id="{2F7F87B1-69E0-3150-327E-A6A11C81085B}"/>
                    </a:ext>
                  </a:extLst>
                </p14:cNvPr>
                <p14:cNvContentPartPr/>
                <p14:nvPr/>
              </p14:nvContentPartPr>
              <p14:xfrm>
                <a:off x="5458828" y="3970691"/>
                <a:ext cx="6480" cy="5760"/>
              </p14:xfrm>
            </p:contentPart>
          </mc:Choice>
          <mc:Fallback>
            <p:pic>
              <p:nvPicPr>
                <p:cNvPr id="98" name="Ink 97">
                  <a:extLst>
                    <a:ext uri="{FF2B5EF4-FFF2-40B4-BE49-F238E27FC236}">
                      <a16:creationId xmlns:a16="http://schemas.microsoft.com/office/drawing/2014/main" id="{2F7F87B1-69E0-3150-327E-A6A11C81085B}"/>
                    </a:ext>
                  </a:extLst>
                </p:cNvPr>
                <p:cNvPicPr/>
                <p:nvPr/>
              </p:nvPicPr>
              <p:blipFill>
                <a:blip r:embed="rId237"/>
                <a:stretch>
                  <a:fillRect/>
                </a:stretch>
              </p:blipFill>
              <p:spPr>
                <a:xfrm>
                  <a:off x="5450188" y="3962051"/>
                  <a:ext cx="241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99" name="Ink 98">
                  <a:extLst>
                    <a:ext uri="{FF2B5EF4-FFF2-40B4-BE49-F238E27FC236}">
                      <a16:creationId xmlns:a16="http://schemas.microsoft.com/office/drawing/2014/main" id="{243EBD36-1EF6-24D4-188C-0EB4911215A0}"/>
                    </a:ext>
                  </a:extLst>
                </p14:cNvPr>
                <p14:cNvContentPartPr/>
                <p14:nvPr/>
              </p14:nvContentPartPr>
              <p14:xfrm>
                <a:off x="5469988" y="4111091"/>
                <a:ext cx="24120" cy="10080"/>
              </p14:xfrm>
            </p:contentPart>
          </mc:Choice>
          <mc:Fallback>
            <p:pic>
              <p:nvPicPr>
                <p:cNvPr id="99" name="Ink 98">
                  <a:extLst>
                    <a:ext uri="{FF2B5EF4-FFF2-40B4-BE49-F238E27FC236}">
                      <a16:creationId xmlns:a16="http://schemas.microsoft.com/office/drawing/2014/main" id="{243EBD36-1EF6-24D4-188C-0EB4911215A0}"/>
                    </a:ext>
                  </a:extLst>
                </p:cNvPr>
                <p:cNvPicPr/>
                <p:nvPr/>
              </p:nvPicPr>
              <p:blipFill>
                <a:blip r:embed="rId239"/>
                <a:stretch>
                  <a:fillRect/>
                </a:stretch>
              </p:blipFill>
              <p:spPr>
                <a:xfrm>
                  <a:off x="5460988" y="4102451"/>
                  <a:ext cx="4176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12" name="Ink 111">
                  <a:extLst>
                    <a:ext uri="{FF2B5EF4-FFF2-40B4-BE49-F238E27FC236}">
                      <a16:creationId xmlns:a16="http://schemas.microsoft.com/office/drawing/2014/main" id="{66403DA0-2C90-4E72-F462-64AF581863EE}"/>
                    </a:ext>
                  </a:extLst>
                </p14:cNvPr>
                <p14:cNvContentPartPr/>
                <p14:nvPr/>
              </p14:nvContentPartPr>
              <p14:xfrm>
                <a:off x="4730188" y="4400171"/>
                <a:ext cx="163440" cy="178200"/>
              </p14:xfrm>
            </p:contentPart>
          </mc:Choice>
          <mc:Fallback>
            <p:pic>
              <p:nvPicPr>
                <p:cNvPr id="112" name="Ink 111">
                  <a:extLst>
                    <a:ext uri="{FF2B5EF4-FFF2-40B4-BE49-F238E27FC236}">
                      <a16:creationId xmlns:a16="http://schemas.microsoft.com/office/drawing/2014/main" id="{66403DA0-2C90-4E72-F462-64AF581863EE}"/>
                    </a:ext>
                  </a:extLst>
                </p:cNvPr>
                <p:cNvPicPr/>
                <p:nvPr/>
              </p:nvPicPr>
              <p:blipFill>
                <a:blip r:embed="rId241"/>
                <a:stretch>
                  <a:fillRect/>
                </a:stretch>
              </p:blipFill>
              <p:spPr>
                <a:xfrm>
                  <a:off x="4721548" y="4391531"/>
                  <a:ext cx="18108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13" name="Ink 112">
                  <a:extLst>
                    <a:ext uri="{FF2B5EF4-FFF2-40B4-BE49-F238E27FC236}">
                      <a16:creationId xmlns:a16="http://schemas.microsoft.com/office/drawing/2014/main" id="{AC47F2E8-B5F0-C041-B06E-C01596D56DFA}"/>
                    </a:ext>
                  </a:extLst>
                </p14:cNvPr>
                <p14:cNvContentPartPr/>
                <p14:nvPr/>
              </p14:nvContentPartPr>
              <p14:xfrm>
                <a:off x="4940428" y="4444451"/>
                <a:ext cx="169920" cy="142560"/>
              </p14:xfrm>
            </p:contentPart>
          </mc:Choice>
          <mc:Fallback>
            <p:pic>
              <p:nvPicPr>
                <p:cNvPr id="113" name="Ink 112">
                  <a:extLst>
                    <a:ext uri="{FF2B5EF4-FFF2-40B4-BE49-F238E27FC236}">
                      <a16:creationId xmlns:a16="http://schemas.microsoft.com/office/drawing/2014/main" id="{AC47F2E8-B5F0-C041-B06E-C01596D56DFA}"/>
                    </a:ext>
                  </a:extLst>
                </p:cNvPr>
                <p:cNvPicPr/>
                <p:nvPr/>
              </p:nvPicPr>
              <p:blipFill>
                <a:blip r:embed="rId243"/>
                <a:stretch>
                  <a:fillRect/>
                </a:stretch>
              </p:blipFill>
              <p:spPr>
                <a:xfrm>
                  <a:off x="4931788" y="4435451"/>
                  <a:ext cx="1875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14" name="Ink 113">
                  <a:extLst>
                    <a:ext uri="{FF2B5EF4-FFF2-40B4-BE49-F238E27FC236}">
                      <a16:creationId xmlns:a16="http://schemas.microsoft.com/office/drawing/2014/main" id="{63DC2DD8-44BF-463B-47AD-89A05AD14022}"/>
                    </a:ext>
                  </a:extLst>
                </p14:cNvPr>
                <p14:cNvContentPartPr/>
                <p14:nvPr/>
              </p14:nvContentPartPr>
              <p14:xfrm>
                <a:off x="5139148" y="4386491"/>
                <a:ext cx="48960" cy="161280"/>
              </p14:xfrm>
            </p:contentPart>
          </mc:Choice>
          <mc:Fallback>
            <p:pic>
              <p:nvPicPr>
                <p:cNvPr id="114" name="Ink 113">
                  <a:extLst>
                    <a:ext uri="{FF2B5EF4-FFF2-40B4-BE49-F238E27FC236}">
                      <a16:creationId xmlns:a16="http://schemas.microsoft.com/office/drawing/2014/main" id="{63DC2DD8-44BF-463B-47AD-89A05AD14022}"/>
                    </a:ext>
                  </a:extLst>
                </p:cNvPr>
                <p:cNvPicPr/>
                <p:nvPr/>
              </p:nvPicPr>
              <p:blipFill>
                <a:blip r:embed="rId245"/>
                <a:stretch>
                  <a:fillRect/>
                </a:stretch>
              </p:blipFill>
              <p:spPr>
                <a:xfrm>
                  <a:off x="5130148" y="4377491"/>
                  <a:ext cx="6660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15" name="Ink 114">
                  <a:extLst>
                    <a:ext uri="{FF2B5EF4-FFF2-40B4-BE49-F238E27FC236}">
                      <a16:creationId xmlns:a16="http://schemas.microsoft.com/office/drawing/2014/main" id="{73FA4270-A876-9D88-6336-F973D7BF1882}"/>
                    </a:ext>
                  </a:extLst>
                </p14:cNvPr>
                <p14:cNvContentPartPr/>
                <p14:nvPr/>
              </p14:nvContentPartPr>
              <p14:xfrm>
                <a:off x="5266588" y="4398011"/>
                <a:ext cx="156600" cy="185400"/>
              </p14:xfrm>
            </p:contentPart>
          </mc:Choice>
          <mc:Fallback>
            <p:pic>
              <p:nvPicPr>
                <p:cNvPr id="115" name="Ink 114">
                  <a:extLst>
                    <a:ext uri="{FF2B5EF4-FFF2-40B4-BE49-F238E27FC236}">
                      <a16:creationId xmlns:a16="http://schemas.microsoft.com/office/drawing/2014/main" id="{73FA4270-A876-9D88-6336-F973D7BF1882}"/>
                    </a:ext>
                  </a:extLst>
                </p:cNvPr>
                <p:cNvPicPr/>
                <p:nvPr/>
              </p:nvPicPr>
              <p:blipFill>
                <a:blip r:embed="rId247"/>
                <a:stretch>
                  <a:fillRect/>
                </a:stretch>
              </p:blipFill>
              <p:spPr>
                <a:xfrm>
                  <a:off x="5257948" y="4389371"/>
                  <a:ext cx="1742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16" name="Ink 115">
                  <a:extLst>
                    <a:ext uri="{FF2B5EF4-FFF2-40B4-BE49-F238E27FC236}">
                      <a16:creationId xmlns:a16="http://schemas.microsoft.com/office/drawing/2014/main" id="{8E84C3EC-7510-EAB2-8E5B-6D8605CA24B9}"/>
                    </a:ext>
                  </a:extLst>
                </p14:cNvPr>
                <p14:cNvContentPartPr/>
                <p14:nvPr/>
              </p14:nvContentPartPr>
              <p14:xfrm>
                <a:off x="5578348" y="4431851"/>
                <a:ext cx="360" cy="12960"/>
              </p14:xfrm>
            </p:contentPart>
          </mc:Choice>
          <mc:Fallback>
            <p:pic>
              <p:nvPicPr>
                <p:cNvPr id="116" name="Ink 115">
                  <a:extLst>
                    <a:ext uri="{FF2B5EF4-FFF2-40B4-BE49-F238E27FC236}">
                      <a16:creationId xmlns:a16="http://schemas.microsoft.com/office/drawing/2014/main" id="{8E84C3EC-7510-EAB2-8E5B-6D8605CA24B9}"/>
                    </a:ext>
                  </a:extLst>
                </p:cNvPr>
                <p:cNvPicPr/>
                <p:nvPr/>
              </p:nvPicPr>
              <p:blipFill>
                <a:blip r:embed="rId249"/>
                <a:stretch>
                  <a:fillRect/>
                </a:stretch>
              </p:blipFill>
              <p:spPr>
                <a:xfrm>
                  <a:off x="5569348" y="4423211"/>
                  <a:ext cx="1800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17" name="Ink 116">
                  <a:extLst>
                    <a:ext uri="{FF2B5EF4-FFF2-40B4-BE49-F238E27FC236}">
                      <a16:creationId xmlns:a16="http://schemas.microsoft.com/office/drawing/2014/main" id="{A35A5529-B65B-9165-5397-1A1DD2D1AE20}"/>
                    </a:ext>
                  </a:extLst>
                </p14:cNvPr>
                <p14:cNvContentPartPr/>
                <p14:nvPr/>
              </p14:nvContentPartPr>
              <p14:xfrm>
                <a:off x="5559628" y="4557851"/>
                <a:ext cx="10080" cy="28080"/>
              </p14:xfrm>
            </p:contentPart>
          </mc:Choice>
          <mc:Fallback>
            <p:pic>
              <p:nvPicPr>
                <p:cNvPr id="117" name="Ink 116">
                  <a:extLst>
                    <a:ext uri="{FF2B5EF4-FFF2-40B4-BE49-F238E27FC236}">
                      <a16:creationId xmlns:a16="http://schemas.microsoft.com/office/drawing/2014/main" id="{A35A5529-B65B-9165-5397-1A1DD2D1AE20}"/>
                    </a:ext>
                  </a:extLst>
                </p:cNvPr>
                <p:cNvPicPr/>
                <p:nvPr/>
              </p:nvPicPr>
              <p:blipFill>
                <a:blip r:embed="rId251"/>
                <a:stretch>
                  <a:fillRect/>
                </a:stretch>
              </p:blipFill>
              <p:spPr>
                <a:xfrm>
                  <a:off x="5550988" y="4548851"/>
                  <a:ext cx="277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45" name="Ink 44">
                  <a:extLst>
                    <a:ext uri="{FF2B5EF4-FFF2-40B4-BE49-F238E27FC236}">
                      <a16:creationId xmlns:a16="http://schemas.microsoft.com/office/drawing/2014/main" id="{E2070C37-F045-A687-A8D5-C5254383B63A}"/>
                    </a:ext>
                  </a:extLst>
                </p14:cNvPr>
                <p14:cNvContentPartPr/>
                <p14:nvPr/>
              </p14:nvContentPartPr>
              <p14:xfrm>
                <a:off x="1906708" y="2957291"/>
                <a:ext cx="211320" cy="209160"/>
              </p14:xfrm>
            </p:contentPart>
          </mc:Choice>
          <mc:Fallback>
            <p:pic>
              <p:nvPicPr>
                <p:cNvPr id="45" name="Ink 44">
                  <a:extLst>
                    <a:ext uri="{FF2B5EF4-FFF2-40B4-BE49-F238E27FC236}">
                      <a16:creationId xmlns:a16="http://schemas.microsoft.com/office/drawing/2014/main" id="{E2070C37-F045-A687-A8D5-C5254383B63A}"/>
                    </a:ext>
                  </a:extLst>
                </p:cNvPr>
                <p:cNvPicPr/>
                <p:nvPr/>
              </p:nvPicPr>
              <p:blipFill>
                <a:blip r:embed="rId253"/>
                <a:stretch>
                  <a:fillRect/>
                </a:stretch>
              </p:blipFill>
              <p:spPr>
                <a:xfrm>
                  <a:off x="1897708" y="2948291"/>
                  <a:ext cx="22896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46" name="Ink 45">
                  <a:extLst>
                    <a:ext uri="{FF2B5EF4-FFF2-40B4-BE49-F238E27FC236}">
                      <a16:creationId xmlns:a16="http://schemas.microsoft.com/office/drawing/2014/main" id="{3B7D0661-FF4C-FD2E-CE45-2C4C8AAF6C87}"/>
                    </a:ext>
                  </a:extLst>
                </p14:cNvPr>
                <p14:cNvContentPartPr/>
                <p14:nvPr/>
              </p14:nvContentPartPr>
              <p14:xfrm>
                <a:off x="2175268" y="2970971"/>
                <a:ext cx="149760" cy="151200"/>
              </p14:xfrm>
            </p:contentPart>
          </mc:Choice>
          <mc:Fallback>
            <p:pic>
              <p:nvPicPr>
                <p:cNvPr id="46" name="Ink 45">
                  <a:extLst>
                    <a:ext uri="{FF2B5EF4-FFF2-40B4-BE49-F238E27FC236}">
                      <a16:creationId xmlns:a16="http://schemas.microsoft.com/office/drawing/2014/main" id="{3B7D0661-FF4C-FD2E-CE45-2C4C8AAF6C87}"/>
                    </a:ext>
                  </a:extLst>
                </p:cNvPr>
                <p:cNvPicPr/>
                <p:nvPr/>
              </p:nvPicPr>
              <p:blipFill>
                <a:blip r:embed="rId255"/>
                <a:stretch>
                  <a:fillRect/>
                </a:stretch>
              </p:blipFill>
              <p:spPr>
                <a:xfrm>
                  <a:off x="2166628" y="2961971"/>
                  <a:ext cx="16740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47" name="Ink 46">
                  <a:extLst>
                    <a:ext uri="{FF2B5EF4-FFF2-40B4-BE49-F238E27FC236}">
                      <a16:creationId xmlns:a16="http://schemas.microsoft.com/office/drawing/2014/main" id="{1C7F5BBB-775E-5FA1-37B3-D65EEC6864F0}"/>
                    </a:ext>
                  </a:extLst>
                </p14:cNvPr>
                <p14:cNvContentPartPr/>
                <p14:nvPr/>
              </p14:nvContentPartPr>
              <p14:xfrm>
                <a:off x="2366428" y="2969531"/>
                <a:ext cx="149760" cy="121320"/>
              </p14:xfrm>
            </p:contentPart>
          </mc:Choice>
          <mc:Fallback>
            <p:pic>
              <p:nvPicPr>
                <p:cNvPr id="47" name="Ink 46">
                  <a:extLst>
                    <a:ext uri="{FF2B5EF4-FFF2-40B4-BE49-F238E27FC236}">
                      <a16:creationId xmlns:a16="http://schemas.microsoft.com/office/drawing/2014/main" id="{1C7F5BBB-775E-5FA1-37B3-D65EEC6864F0}"/>
                    </a:ext>
                  </a:extLst>
                </p:cNvPr>
                <p:cNvPicPr/>
                <p:nvPr/>
              </p:nvPicPr>
              <p:blipFill>
                <a:blip r:embed="rId257"/>
                <a:stretch>
                  <a:fillRect/>
                </a:stretch>
              </p:blipFill>
              <p:spPr>
                <a:xfrm>
                  <a:off x="2357788" y="2960531"/>
                  <a:ext cx="1674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7" name="Ink 166">
                  <a:extLst>
                    <a:ext uri="{FF2B5EF4-FFF2-40B4-BE49-F238E27FC236}">
                      <a16:creationId xmlns:a16="http://schemas.microsoft.com/office/drawing/2014/main" id="{BD3971B9-2DB3-01A9-D54F-C9A7C9B069C5}"/>
                    </a:ext>
                  </a:extLst>
                </p14:cNvPr>
                <p14:cNvContentPartPr/>
                <p14:nvPr/>
              </p14:nvContentPartPr>
              <p14:xfrm>
                <a:off x="1252948" y="3886451"/>
                <a:ext cx="166320" cy="222480"/>
              </p14:xfrm>
            </p:contentPart>
          </mc:Choice>
          <mc:Fallback>
            <p:pic>
              <p:nvPicPr>
                <p:cNvPr id="167" name="Ink 166">
                  <a:extLst>
                    <a:ext uri="{FF2B5EF4-FFF2-40B4-BE49-F238E27FC236}">
                      <a16:creationId xmlns:a16="http://schemas.microsoft.com/office/drawing/2014/main" id="{BD3971B9-2DB3-01A9-D54F-C9A7C9B069C5}"/>
                    </a:ext>
                  </a:extLst>
                </p:cNvPr>
                <p:cNvPicPr/>
                <p:nvPr/>
              </p:nvPicPr>
              <p:blipFill>
                <a:blip r:embed="rId259"/>
                <a:stretch>
                  <a:fillRect/>
                </a:stretch>
              </p:blipFill>
              <p:spPr>
                <a:xfrm>
                  <a:off x="1243948" y="3877451"/>
                  <a:ext cx="18396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8" name="Ink 167">
                  <a:extLst>
                    <a:ext uri="{FF2B5EF4-FFF2-40B4-BE49-F238E27FC236}">
                      <a16:creationId xmlns:a16="http://schemas.microsoft.com/office/drawing/2014/main" id="{4C8B6532-826E-CCE2-612A-524B17C54C83}"/>
                    </a:ext>
                  </a:extLst>
                </p14:cNvPr>
                <p14:cNvContentPartPr/>
                <p14:nvPr/>
              </p14:nvContentPartPr>
              <p14:xfrm>
                <a:off x="1516828" y="3824171"/>
                <a:ext cx="179640" cy="250560"/>
              </p14:xfrm>
            </p:contentPart>
          </mc:Choice>
          <mc:Fallback>
            <p:pic>
              <p:nvPicPr>
                <p:cNvPr id="168" name="Ink 167">
                  <a:extLst>
                    <a:ext uri="{FF2B5EF4-FFF2-40B4-BE49-F238E27FC236}">
                      <a16:creationId xmlns:a16="http://schemas.microsoft.com/office/drawing/2014/main" id="{4C8B6532-826E-CCE2-612A-524B17C54C83}"/>
                    </a:ext>
                  </a:extLst>
                </p:cNvPr>
                <p:cNvPicPr/>
                <p:nvPr/>
              </p:nvPicPr>
              <p:blipFill>
                <a:blip r:embed="rId261"/>
                <a:stretch>
                  <a:fillRect/>
                </a:stretch>
              </p:blipFill>
              <p:spPr>
                <a:xfrm>
                  <a:off x="1507828" y="3815171"/>
                  <a:ext cx="19728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9" name="Ink 168">
                  <a:extLst>
                    <a:ext uri="{FF2B5EF4-FFF2-40B4-BE49-F238E27FC236}">
                      <a16:creationId xmlns:a16="http://schemas.microsoft.com/office/drawing/2014/main" id="{0076AA30-8D4F-9853-25CB-8DCE3492A71C}"/>
                    </a:ext>
                  </a:extLst>
                </p14:cNvPr>
                <p14:cNvContentPartPr/>
                <p14:nvPr/>
              </p14:nvContentPartPr>
              <p14:xfrm>
                <a:off x="1821748" y="3789611"/>
                <a:ext cx="154080" cy="269640"/>
              </p14:xfrm>
            </p:contentPart>
          </mc:Choice>
          <mc:Fallback>
            <p:pic>
              <p:nvPicPr>
                <p:cNvPr id="169" name="Ink 168">
                  <a:extLst>
                    <a:ext uri="{FF2B5EF4-FFF2-40B4-BE49-F238E27FC236}">
                      <a16:creationId xmlns:a16="http://schemas.microsoft.com/office/drawing/2014/main" id="{0076AA30-8D4F-9853-25CB-8DCE3492A71C}"/>
                    </a:ext>
                  </a:extLst>
                </p:cNvPr>
                <p:cNvPicPr/>
                <p:nvPr/>
              </p:nvPicPr>
              <p:blipFill>
                <a:blip r:embed="rId263"/>
                <a:stretch>
                  <a:fillRect/>
                </a:stretch>
              </p:blipFill>
              <p:spPr>
                <a:xfrm>
                  <a:off x="1812748" y="3780611"/>
                  <a:ext cx="17172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70" name="Ink 169">
                  <a:extLst>
                    <a:ext uri="{FF2B5EF4-FFF2-40B4-BE49-F238E27FC236}">
                      <a16:creationId xmlns:a16="http://schemas.microsoft.com/office/drawing/2014/main" id="{FC1D912A-351D-4EED-C870-7991213D4FAF}"/>
                    </a:ext>
                  </a:extLst>
                </p14:cNvPr>
                <p14:cNvContentPartPr/>
                <p14:nvPr/>
              </p14:nvContentPartPr>
              <p14:xfrm>
                <a:off x="2171668" y="3857291"/>
                <a:ext cx="18720" cy="12960"/>
              </p14:xfrm>
            </p:contentPart>
          </mc:Choice>
          <mc:Fallback>
            <p:pic>
              <p:nvPicPr>
                <p:cNvPr id="170" name="Ink 169">
                  <a:extLst>
                    <a:ext uri="{FF2B5EF4-FFF2-40B4-BE49-F238E27FC236}">
                      <a16:creationId xmlns:a16="http://schemas.microsoft.com/office/drawing/2014/main" id="{FC1D912A-351D-4EED-C870-7991213D4FAF}"/>
                    </a:ext>
                  </a:extLst>
                </p:cNvPr>
                <p:cNvPicPr/>
                <p:nvPr/>
              </p:nvPicPr>
              <p:blipFill>
                <a:blip r:embed="rId265"/>
                <a:stretch>
                  <a:fillRect/>
                </a:stretch>
              </p:blipFill>
              <p:spPr>
                <a:xfrm>
                  <a:off x="2162668" y="3848651"/>
                  <a:ext cx="3636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1" name="Ink 170">
                  <a:extLst>
                    <a:ext uri="{FF2B5EF4-FFF2-40B4-BE49-F238E27FC236}">
                      <a16:creationId xmlns:a16="http://schemas.microsoft.com/office/drawing/2014/main" id="{16ACEBC6-5FE7-C145-2732-C9C39BEE9E84}"/>
                    </a:ext>
                  </a:extLst>
                </p14:cNvPr>
                <p14:cNvContentPartPr/>
                <p14:nvPr/>
              </p14:nvContentPartPr>
              <p14:xfrm>
                <a:off x="2184988" y="3969251"/>
                <a:ext cx="24840" cy="18360"/>
              </p14:xfrm>
            </p:contentPart>
          </mc:Choice>
          <mc:Fallback>
            <p:pic>
              <p:nvPicPr>
                <p:cNvPr id="171" name="Ink 170">
                  <a:extLst>
                    <a:ext uri="{FF2B5EF4-FFF2-40B4-BE49-F238E27FC236}">
                      <a16:creationId xmlns:a16="http://schemas.microsoft.com/office/drawing/2014/main" id="{16ACEBC6-5FE7-C145-2732-C9C39BEE9E84}"/>
                    </a:ext>
                  </a:extLst>
                </p:cNvPr>
                <p:cNvPicPr/>
                <p:nvPr/>
              </p:nvPicPr>
              <p:blipFill>
                <a:blip r:embed="rId267"/>
                <a:stretch>
                  <a:fillRect/>
                </a:stretch>
              </p:blipFill>
              <p:spPr>
                <a:xfrm>
                  <a:off x="2175988" y="3960611"/>
                  <a:ext cx="424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2" name="Ink 171">
                  <a:extLst>
                    <a:ext uri="{FF2B5EF4-FFF2-40B4-BE49-F238E27FC236}">
                      <a16:creationId xmlns:a16="http://schemas.microsoft.com/office/drawing/2014/main" id="{91D2006F-AE1A-DED5-1EA5-352E31FE6A83}"/>
                    </a:ext>
                  </a:extLst>
                </p14:cNvPr>
                <p14:cNvContentPartPr/>
                <p14:nvPr/>
              </p14:nvContentPartPr>
              <p14:xfrm>
                <a:off x="2581708" y="3613931"/>
                <a:ext cx="232560" cy="405720"/>
              </p14:xfrm>
            </p:contentPart>
          </mc:Choice>
          <mc:Fallback>
            <p:pic>
              <p:nvPicPr>
                <p:cNvPr id="172" name="Ink 171">
                  <a:extLst>
                    <a:ext uri="{FF2B5EF4-FFF2-40B4-BE49-F238E27FC236}">
                      <a16:creationId xmlns:a16="http://schemas.microsoft.com/office/drawing/2014/main" id="{91D2006F-AE1A-DED5-1EA5-352E31FE6A83}"/>
                    </a:ext>
                  </a:extLst>
                </p:cNvPr>
                <p:cNvPicPr/>
                <p:nvPr/>
              </p:nvPicPr>
              <p:blipFill>
                <a:blip r:embed="rId269"/>
                <a:stretch>
                  <a:fillRect/>
                </a:stretch>
              </p:blipFill>
              <p:spPr>
                <a:xfrm>
                  <a:off x="2573068" y="3604931"/>
                  <a:ext cx="250200" cy="42336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3" name="Ink 172">
                  <a:extLst>
                    <a:ext uri="{FF2B5EF4-FFF2-40B4-BE49-F238E27FC236}">
                      <a16:creationId xmlns:a16="http://schemas.microsoft.com/office/drawing/2014/main" id="{CE274A47-F6EE-C807-CA9A-236626464972}"/>
                    </a:ext>
                  </a:extLst>
                </p14:cNvPr>
                <p14:cNvContentPartPr/>
                <p14:nvPr/>
              </p14:nvContentPartPr>
              <p14:xfrm>
                <a:off x="2990308" y="3634451"/>
                <a:ext cx="239760" cy="379440"/>
              </p14:xfrm>
            </p:contentPart>
          </mc:Choice>
          <mc:Fallback>
            <p:pic>
              <p:nvPicPr>
                <p:cNvPr id="173" name="Ink 172">
                  <a:extLst>
                    <a:ext uri="{FF2B5EF4-FFF2-40B4-BE49-F238E27FC236}">
                      <a16:creationId xmlns:a16="http://schemas.microsoft.com/office/drawing/2014/main" id="{CE274A47-F6EE-C807-CA9A-236626464972}"/>
                    </a:ext>
                  </a:extLst>
                </p:cNvPr>
                <p:cNvPicPr/>
                <p:nvPr/>
              </p:nvPicPr>
              <p:blipFill>
                <a:blip r:embed="rId271"/>
                <a:stretch>
                  <a:fillRect/>
                </a:stretch>
              </p:blipFill>
              <p:spPr>
                <a:xfrm>
                  <a:off x="2981668" y="3625811"/>
                  <a:ext cx="25740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4" name="Ink 173">
                  <a:extLst>
                    <a:ext uri="{FF2B5EF4-FFF2-40B4-BE49-F238E27FC236}">
                      <a16:creationId xmlns:a16="http://schemas.microsoft.com/office/drawing/2014/main" id="{566C2206-A38C-CDC0-EAEE-C2A840ED6B31}"/>
                    </a:ext>
                  </a:extLst>
                </p14:cNvPr>
                <p14:cNvContentPartPr/>
                <p14:nvPr/>
              </p14:nvContentPartPr>
              <p14:xfrm>
                <a:off x="2317108" y="3345371"/>
                <a:ext cx="1087560" cy="1024920"/>
              </p14:xfrm>
            </p:contentPart>
          </mc:Choice>
          <mc:Fallback>
            <p:pic>
              <p:nvPicPr>
                <p:cNvPr id="174" name="Ink 173">
                  <a:extLst>
                    <a:ext uri="{FF2B5EF4-FFF2-40B4-BE49-F238E27FC236}">
                      <a16:creationId xmlns:a16="http://schemas.microsoft.com/office/drawing/2014/main" id="{566C2206-A38C-CDC0-EAEE-C2A840ED6B31}"/>
                    </a:ext>
                  </a:extLst>
                </p:cNvPr>
                <p:cNvPicPr/>
                <p:nvPr/>
              </p:nvPicPr>
              <p:blipFill>
                <a:blip r:embed="rId273"/>
                <a:stretch>
                  <a:fillRect/>
                </a:stretch>
              </p:blipFill>
              <p:spPr>
                <a:xfrm>
                  <a:off x="2308468" y="3336371"/>
                  <a:ext cx="1105200" cy="104256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8" name="Ink 177">
                  <a:extLst>
                    <a:ext uri="{FF2B5EF4-FFF2-40B4-BE49-F238E27FC236}">
                      <a16:creationId xmlns:a16="http://schemas.microsoft.com/office/drawing/2014/main" id="{A78E19AC-5487-E957-2801-D16EA7DFF0BF}"/>
                    </a:ext>
                  </a:extLst>
                </p14:cNvPr>
                <p14:cNvContentPartPr/>
                <p14:nvPr/>
              </p14:nvContentPartPr>
              <p14:xfrm>
                <a:off x="3717868" y="2493971"/>
                <a:ext cx="742680" cy="736920"/>
              </p14:xfrm>
            </p:contentPart>
          </mc:Choice>
          <mc:Fallback>
            <p:pic>
              <p:nvPicPr>
                <p:cNvPr id="178" name="Ink 177">
                  <a:extLst>
                    <a:ext uri="{FF2B5EF4-FFF2-40B4-BE49-F238E27FC236}">
                      <a16:creationId xmlns:a16="http://schemas.microsoft.com/office/drawing/2014/main" id="{A78E19AC-5487-E957-2801-D16EA7DFF0BF}"/>
                    </a:ext>
                  </a:extLst>
                </p:cNvPr>
                <p:cNvPicPr/>
                <p:nvPr/>
              </p:nvPicPr>
              <p:blipFill>
                <a:blip r:embed="rId275"/>
                <a:stretch>
                  <a:fillRect/>
                </a:stretch>
              </p:blipFill>
              <p:spPr>
                <a:xfrm>
                  <a:off x="3709228" y="2485331"/>
                  <a:ext cx="760320" cy="7545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4" name="Ink 163">
                  <a:extLst>
                    <a:ext uri="{FF2B5EF4-FFF2-40B4-BE49-F238E27FC236}">
                      <a16:creationId xmlns:a16="http://schemas.microsoft.com/office/drawing/2014/main" id="{41ED2AA2-8539-FA07-55C2-7CF5CE68027B}"/>
                    </a:ext>
                  </a:extLst>
                </p14:cNvPr>
                <p14:cNvContentPartPr/>
                <p14:nvPr/>
              </p14:nvContentPartPr>
              <p14:xfrm>
                <a:off x="311548" y="3950531"/>
                <a:ext cx="164160" cy="249120"/>
              </p14:xfrm>
            </p:contentPart>
          </mc:Choice>
          <mc:Fallback>
            <p:pic>
              <p:nvPicPr>
                <p:cNvPr id="164" name="Ink 163">
                  <a:extLst>
                    <a:ext uri="{FF2B5EF4-FFF2-40B4-BE49-F238E27FC236}">
                      <a16:creationId xmlns:a16="http://schemas.microsoft.com/office/drawing/2014/main" id="{41ED2AA2-8539-FA07-55C2-7CF5CE68027B}"/>
                    </a:ext>
                  </a:extLst>
                </p:cNvPr>
                <p:cNvPicPr/>
                <p:nvPr/>
              </p:nvPicPr>
              <p:blipFill>
                <a:blip r:embed="rId277"/>
                <a:stretch>
                  <a:fillRect/>
                </a:stretch>
              </p:blipFill>
              <p:spPr>
                <a:xfrm>
                  <a:off x="302908" y="3941531"/>
                  <a:ext cx="18180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5" name="Ink 164">
                  <a:extLst>
                    <a:ext uri="{FF2B5EF4-FFF2-40B4-BE49-F238E27FC236}">
                      <a16:creationId xmlns:a16="http://schemas.microsoft.com/office/drawing/2014/main" id="{CC91FF19-9BA9-62DB-966B-EF937B40502B}"/>
                    </a:ext>
                  </a:extLst>
                </p14:cNvPr>
                <p14:cNvContentPartPr/>
                <p14:nvPr/>
              </p14:nvContentPartPr>
              <p14:xfrm>
                <a:off x="529708" y="3983291"/>
                <a:ext cx="137160" cy="185760"/>
              </p14:xfrm>
            </p:contentPart>
          </mc:Choice>
          <mc:Fallback>
            <p:pic>
              <p:nvPicPr>
                <p:cNvPr id="165" name="Ink 164">
                  <a:extLst>
                    <a:ext uri="{FF2B5EF4-FFF2-40B4-BE49-F238E27FC236}">
                      <a16:creationId xmlns:a16="http://schemas.microsoft.com/office/drawing/2014/main" id="{CC91FF19-9BA9-62DB-966B-EF937B40502B}"/>
                    </a:ext>
                  </a:extLst>
                </p:cNvPr>
                <p:cNvPicPr/>
                <p:nvPr/>
              </p:nvPicPr>
              <p:blipFill>
                <a:blip r:embed="rId279"/>
                <a:stretch>
                  <a:fillRect/>
                </a:stretch>
              </p:blipFill>
              <p:spPr>
                <a:xfrm>
                  <a:off x="521068" y="3974291"/>
                  <a:ext cx="15480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6" name="Ink 165">
                  <a:extLst>
                    <a:ext uri="{FF2B5EF4-FFF2-40B4-BE49-F238E27FC236}">
                      <a16:creationId xmlns:a16="http://schemas.microsoft.com/office/drawing/2014/main" id="{2E69C67A-ACD8-52CD-B68E-5D929E6E287D}"/>
                    </a:ext>
                  </a:extLst>
                </p14:cNvPr>
                <p14:cNvContentPartPr/>
                <p14:nvPr/>
              </p14:nvContentPartPr>
              <p14:xfrm>
                <a:off x="718708" y="3924971"/>
                <a:ext cx="107280" cy="209520"/>
              </p14:xfrm>
            </p:contentPart>
          </mc:Choice>
          <mc:Fallback>
            <p:pic>
              <p:nvPicPr>
                <p:cNvPr id="166" name="Ink 165">
                  <a:extLst>
                    <a:ext uri="{FF2B5EF4-FFF2-40B4-BE49-F238E27FC236}">
                      <a16:creationId xmlns:a16="http://schemas.microsoft.com/office/drawing/2014/main" id="{2E69C67A-ACD8-52CD-B68E-5D929E6E287D}"/>
                    </a:ext>
                  </a:extLst>
                </p:cNvPr>
                <p:cNvPicPr/>
                <p:nvPr/>
              </p:nvPicPr>
              <p:blipFill>
                <a:blip r:embed="rId281"/>
                <a:stretch>
                  <a:fillRect/>
                </a:stretch>
              </p:blipFill>
              <p:spPr>
                <a:xfrm>
                  <a:off x="710068" y="3915971"/>
                  <a:ext cx="12492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80" name="Ink 179">
                  <a:extLst>
                    <a:ext uri="{FF2B5EF4-FFF2-40B4-BE49-F238E27FC236}">
                      <a16:creationId xmlns:a16="http://schemas.microsoft.com/office/drawing/2014/main" id="{4F7EBBB8-60F0-9DFD-91AF-7CE536ED1AE2}"/>
                    </a:ext>
                  </a:extLst>
                </p14:cNvPr>
                <p14:cNvContentPartPr/>
                <p14:nvPr/>
              </p14:nvContentPartPr>
              <p14:xfrm>
                <a:off x="332788" y="4263011"/>
                <a:ext cx="378720" cy="72360"/>
              </p14:xfrm>
            </p:contentPart>
          </mc:Choice>
          <mc:Fallback>
            <p:pic>
              <p:nvPicPr>
                <p:cNvPr id="180" name="Ink 179">
                  <a:extLst>
                    <a:ext uri="{FF2B5EF4-FFF2-40B4-BE49-F238E27FC236}">
                      <a16:creationId xmlns:a16="http://schemas.microsoft.com/office/drawing/2014/main" id="{4F7EBBB8-60F0-9DFD-91AF-7CE536ED1AE2}"/>
                    </a:ext>
                  </a:extLst>
                </p:cNvPr>
                <p:cNvPicPr/>
                <p:nvPr/>
              </p:nvPicPr>
              <p:blipFill>
                <a:blip r:embed="rId283"/>
                <a:stretch>
                  <a:fillRect/>
                </a:stretch>
              </p:blipFill>
              <p:spPr>
                <a:xfrm>
                  <a:off x="323788" y="4254011"/>
                  <a:ext cx="39636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81" name="Ink 180">
                  <a:extLst>
                    <a:ext uri="{FF2B5EF4-FFF2-40B4-BE49-F238E27FC236}">
                      <a16:creationId xmlns:a16="http://schemas.microsoft.com/office/drawing/2014/main" id="{CEF8E5C5-3463-7821-27A3-C924AB30677B}"/>
                    </a:ext>
                  </a:extLst>
                </p14:cNvPr>
                <p14:cNvContentPartPr/>
                <p14:nvPr/>
              </p14:nvContentPartPr>
              <p14:xfrm>
                <a:off x="446188" y="4347251"/>
                <a:ext cx="333360" cy="74160"/>
              </p14:xfrm>
            </p:contentPart>
          </mc:Choice>
          <mc:Fallback>
            <p:pic>
              <p:nvPicPr>
                <p:cNvPr id="181" name="Ink 180">
                  <a:extLst>
                    <a:ext uri="{FF2B5EF4-FFF2-40B4-BE49-F238E27FC236}">
                      <a16:creationId xmlns:a16="http://schemas.microsoft.com/office/drawing/2014/main" id="{CEF8E5C5-3463-7821-27A3-C924AB30677B}"/>
                    </a:ext>
                  </a:extLst>
                </p:cNvPr>
                <p:cNvPicPr/>
                <p:nvPr/>
              </p:nvPicPr>
              <p:blipFill>
                <a:blip r:embed="rId285"/>
                <a:stretch>
                  <a:fillRect/>
                </a:stretch>
              </p:blipFill>
              <p:spPr>
                <a:xfrm>
                  <a:off x="437548" y="4338251"/>
                  <a:ext cx="3510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82" name="Ink 181">
                  <a:extLst>
                    <a:ext uri="{FF2B5EF4-FFF2-40B4-BE49-F238E27FC236}">
                      <a16:creationId xmlns:a16="http://schemas.microsoft.com/office/drawing/2014/main" id="{2EC5B3F0-4D25-F302-8283-F2637F3D80A8}"/>
                    </a:ext>
                  </a:extLst>
                </p14:cNvPr>
                <p14:cNvContentPartPr/>
                <p14:nvPr/>
              </p14:nvContentPartPr>
              <p14:xfrm>
                <a:off x="101668" y="5239691"/>
                <a:ext cx="237600" cy="396360"/>
              </p14:xfrm>
            </p:contentPart>
          </mc:Choice>
          <mc:Fallback>
            <p:pic>
              <p:nvPicPr>
                <p:cNvPr id="182" name="Ink 181">
                  <a:extLst>
                    <a:ext uri="{FF2B5EF4-FFF2-40B4-BE49-F238E27FC236}">
                      <a16:creationId xmlns:a16="http://schemas.microsoft.com/office/drawing/2014/main" id="{2EC5B3F0-4D25-F302-8283-F2637F3D80A8}"/>
                    </a:ext>
                  </a:extLst>
                </p:cNvPr>
                <p:cNvPicPr/>
                <p:nvPr/>
              </p:nvPicPr>
              <p:blipFill>
                <a:blip r:embed="rId287"/>
                <a:stretch>
                  <a:fillRect/>
                </a:stretch>
              </p:blipFill>
              <p:spPr>
                <a:xfrm>
                  <a:off x="93028" y="5230691"/>
                  <a:ext cx="255240" cy="41400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83" name="Ink 182">
                  <a:extLst>
                    <a:ext uri="{FF2B5EF4-FFF2-40B4-BE49-F238E27FC236}">
                      <a16:creationId xmlns:a16="http://schemas.microsoft.com/office/drawing/2014/main" id="{3D8F1637-E3C1-12BA-3005-6E0D6352A59F}"/>
                    </a:ext>
                  </a:extLst>
                </p14:cNvPr>
                <p14:cNvContentPartPr/>
                <p14:nvPr/>
              </p14:nvContentPartPr>
              <p14:xfrm>
                <a:off x="391468" y="5240771"/>
                <a:ext cx="507600" cy="367560"/>
              </p14:xfrm>
            </p:contentPart>
          </mc:Choice>
          <mc:Fallback>
            <p:pic>
              <p:nvPicPr>
                <p:cNvPr id="183" name="Ink 182">
                  <a:extLst>
                    <a:ext uri="{FF2B5EF4-FFF2-40B4-BE49-F238E27FC236}">
                      <a16:creationId xmlns:a16="http://schemas.microsoft.com/office/drawing/2014/main" id="{3D8F1637-E3C1-12BA-3005-6E0D6352A59F}"/>
                    </a:ext>
                  </a:extLst>
                </p:cNvPr>
                <p:cNvPicPr/>
                <p:nvPr/>
              </p:nvPicPr>
              <p:blipFill>
                <a:blip r:embed="rId289"/>
                <a:stretch>
                  <a:fillRect/>
                </a:stretch>
              </p:blipFill>
              <p:spPr>
                <a:xfrm>
                  <a:off x="382828" y="5232131"/>
                  <a:ext cx="52524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4" name="Ink 183">
                  <a:extLst>
                    <a:ext uri="{FF2B5EF4-FFF2-40B4-BE49-F238E27FC236}">
                      <a16:creationId xmlns:a16="http://schemas.microsoft.com/office/drawing/2014/main" id="{910D33E0-CDFB-110A-FA24-C8C20266A8AE}"/>
                    </a:ext>
                  </a:extLst>
                </p14:cNvPr>
                <p14:cNvContentPartPr/>
                <p14:nvPr/>
              </p14:nvContentPartPr>
              <p14:xfrm>
                <a:off x="1038748" y="5263811"/>
                <a:ext cx="3600" cy="3240"/>
              </p14:xfrm>
            </p:contentPart>
          </mc:Choice>
          <mc:Fallback>
            <p:pic>
              <p:nvPicPr>
                <p:cNvPr id="184" name="Ink 183">
                  <a:extLst>
                    <a:ext uri="{FF2B5EF4-FFF2-40B4-BE49-F238E27FC236}">
                      <a16:creationId xmlns:a16="http://schemas.microsoft.com/office/drawing/2014/main" id="{910D33E0-CDFB-110A-FA24-C8C20266A8AE}"/>
                    </a:ext>
                  </a:extLst>
                </p:cNvPr>
                <p:cNvPicPr/>
                <p:nvPr/>
              </p:nvPicPr>
              <p:blipFill>
                <a:blip r:embed="rId291"/>
                <a:stretch>
                  <a:fillRect/>
                </a:stretch>
              </p:blipFill>
              <p:spPr>
                <a:xfrm>
                  <a:off x="1030108" y="5254811"/>
                  <a:ext cx="212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85" name="Ink 184">
                  <a:extLst>
                    <a:ext uri="{FF2B5EF4-FFF2-40B4-BE49-F238E27FC236}">
                      <a16:creationId xmlns:a16="http://schemas.microsoft.com/office/drawing/2014/main" id="{4334BDC3-F880-B955-6CDD-87D4907F257E}"/>
                    </a:ext>
                  </a:extLst>
                </p14:cNvPr>
                <p14:cNvContentPartPr/>
                <p14:nvPr/>
              </p14:nvContentPartPr>
              <p14:xfrm>
                <a:off x="1059988" y="5507171"/>
                <a:ext cx="10800" cy="7560"/>
              </p14:xfrm>
            </p:contentPart>
          </mc:Choice>
          <mc:Fallback>
            <p:pic>
              <p:nvPicPr>
                <p:cNvPr id="185" name="Ink 184">
                  <a:extLst>
                    <a:ext uri="{FF2B5EF4-FFF2-40B4-BE49-F238E27FC236}">
                      <a16:creationId xmlns:a16="http://schemas.microsoft.com/office/drawing/2014/main" id="{4334BDC3-F880-B955-6CDD-87D4907F257E}"/>
                    </a:ext>
                  </a:extLst>
                </p:cNvPr>
                <p:cNvPicPr/>
                <p:nvPr/>
              </p:nvPicPr>
              <p:blipFill>
                <a:blip r:embed="rId293"/>
                <a:stretch>
                  <a:fillRect/>
                </a:stretch>
              </p:blipFill>
              <p:spPr>
                <a:xfrm>
                  <a:off x="1051348" y="5498531"/>
                  <a:ext cx="284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8" name="Ink 187">
                  <a:extLst>
                    <a:ext uri="{FF2B5EF4-FFF2-40B4-BE49-F238E27FC236}">
                      <a16:creationId xmlns:a16="http://schemas.microsoft.com/office/drawing/2014/main" id="{D3C28126-D08F-AD73-091C-1FF44C8F24C8}"/>
                    </a:ext>
                  </a:extLst>
                </p14:cNvPr>
                <p14:cNvContentPartPr/>
                <p14:nvPr/>
              </p14:nvContentPartPr>
              <p14:xfrm>
                <a:off x="1346188" y="5198291"/>
                <a:ext cx="364680" cy="241560"/>
              </p14:xfrm>
            </p:contentPart>
          </mc:Choice>
          <mc:Fallback>
            <p:pic>
              <p:nvPicPr>
                <p:cNvPr id="188" name="Ink 187">
                  <a:extLst>
                    <a:ext uri="{FF2B5EF4-FFF2-40B4-BE49-F238E27FC236}">
                      <a16:creationId xmlns:a16="http://schemas.microsoft.com/office/drawing/2014/main" id="{D3C28126-D08F-AD73-091C-1FF44C8F24C8}"/>
                    </a:ext>
                  </a:extLst>
                </p:cNvPr>
                <p:cNvPicPr/>
                <p:nvPr/>
              </p:nvPicPr>
              <p:blipFill>
                <a:blip r:embed="rId295"/>
                <a:stretch>
                  <a:fillRect/>
                </a:stretch>
              </p:blipFill>
              <p:spPr>
                <a:xfrm>
                  <a:off x="1337548" y="5189291"/>
                  <a:ext cx="3823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9" name="Ink 188">
                  <a:extLst>
                    <a:ext uri="{FF2B5EF4-FFF2-40B4-BE49-F238E27FC236}">
                      <a16:creationId xmlns:a16="http://schemas.microsoft.com/office/drawing/2014/main" id="{05A5CEDF-3D60-A811-F62F-AAC11DC176BE}"/>
                    </a:ext>
                  </a:extLst>
                </p14:cNvPr>
                <p14:cNvContentPartPr/>
                <p14:nvPr/>
              </p14:nvContentPartPr>
              <p14:xfrm>
                <a:off x="1356268" y="5930531"/>
                <a:ext cx="86040" cy="173880"/>
              </p14:xfrm>
            </p:contentPart>
          </mc:Choice>
          <mc:Fallback>
            <p:pic>
              <p:nvPicPr>
                <p:cNvPr id="189" name="Ink 188">
                  <a:extLst>
                    <a:ext uri="{FF2B5EF4-FFF2-40B4-BE49-F238E27FC236}">
                      <a16:creationId xmlns:a16="http://schemas.microsoft.com/office/drawing/2014/main" id="{05A5CEDF-3D60-A811-F62F-AAC11DC176BE}"/>
                    </a:ext>
                  </a:extLst>
                </p:cNvPr>
                <p:cNvPicPr/>
                <p:nvPr/>
              </p:nvPicPr>
              <p:blipFill>
                <a:blip r:embed="rId297"/>
                <a:stretch>
                  <a:fillRect/>
                </a:stretch>
              </p:blipFill>
              <p:spPr>
                <a:xfrm>
                  <a:off x="1347268" y="5921891"/>
                  <a:ext cx="1036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90" name="Ink 189">
                  <a:extLst>
                    <a:ext uri="{FF2B5EF4-FFF2-40B4-BE49-F238E27FC236}">
                      <a16:creationId xmlns:a16="http://schemas.microsoft.com/office/drawing/2014/main" id="{32F897A2-6210-CEEF-9FA0-466FD80225AF}"/>
                    </a:ext>
                  </a:extLst>
                </p14:cNvPr>
                <p14:cNvContentPartPr/>
                <p14:nvPr/>
              </p14:nvContentPartPr>
              <p14:xfrm>
                <a:off x="1324228" y="5798771"/>
                <a:ext cx="51120" cy="22320"/>
              </p14:xfrm>
            </p:contentPart>
          </mc:Choice>
          <mc:Fallback>
            <p:pic>
              <p:nvPicPr>
                <p:cNvPr id="190" name="Ink 189">
                  <a:extLst>
                    <a:ext uri="{FF2B5EF4-FFF2-40B4-BE49-F238E27FC236}">
                      <a16:creationId xmlns:a16="http://schemas.microsoft.com/office/drawing/2014/main" id="{32F897A2-6210-CEEF-9FA0-466FD80225AF}"/>
                    </a:ext>
                  </a:extLst>
                </p:cNvPr>
                <p:cNvPicPr/>
                <p:nvPr/>
              </p:nvPicPr>
              <p:blipFill>
                <a:blip r:embed="rId299"/>
                <a:stretch>
                  <a:fillRect/>
                </a:stretch>
              </p:blipFill>
              <p:spPr>
                <a:xfrm>
                  <a:off x="1315588" y="5790131"/>
                  <a:ext cx="6876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91" name="Ink 190">
                  <a:extLst>
                    <a:ext uri="{FF2B5EF4-FFF2-40B4-BE49-F238E27FC236}">
                      <a16:creationId xmlns:a16="http://schemas.microsoft.com/office/drawing/2014/main" id="{6DBC6ABC-DB70-4F2D-BE2E-40AC359651EA}"/>
                    </a:ext>
                  </a:extLst>
                </p14:cNvPr>
                <p14:cNvContentPartPr/>
                <p14:nvPr/>
              </p14:nvContentPartPr>
              <p14:xfrm>
                <a:off x="1510708" y="5833691"/>
                <a:ext cx="77760" cy="261720"/>
              </p14:xfrm>
            </p:contentPart>
          </mc:Choice>
          <mc:Fallback>
            <p:pic>
              <p:nvPicPr>
                <p:cNvPr id="191" name="Ink 190">
                  <a:extLst>
                    <a:ext uri="{FF2B5EF4-FFF2-40B4-BE49-F238E27FC236}">
                      <a16:creationId xmlns:a16="http://schemas.microsoft.com/office/drawing/2014/main" id="{6DBC6ABC-DB70-4F2D-BE2E-40AC359651EA}"/>
                    </a:ext>
                  </a:extLst>
                </p:cNvPr>
                <p:cNvPicPr/>
                <p:nvPr/>
              </p:nvPicPr>
              <p:blipFill>
                <a:blip r:embed="rId301"/>
                <a:stretch>
                  <a:fillRect/>
                </a:stretch>
              </p:blipFill>
              <p:spPr>
                <a:xfrm>
                  <a:off x="1502068" y="5824691"/>
                  <a:ext cx="9540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92" name="Ink 191">
                  <a:extLst>
                    <a:ext uri="{FF2B5EF4-FFF2-40B4-BE49-F238E27FC236}">
                      <a16:creationId xmlns:a16="http://schemas.microsoft.com/office/drawing/2014/main" id="{C9E626FC-1714-2BE4-A0DE-E566F911FDE8}"/>
                    </a:ext>
                  </a:extLst>
                </p14:cNvPr>
                <p14:cNvContentPartPr/>
                <p14:nvPr/>
              </p14:nvContentPartPr>
              <p14:xfrm>
                <a:off x="1539868" y="5889491"/>
                <a:ext cx="273600" cy="150120"/>
              </p14:xfrm>
            </p:contentPart>
          </mc:Choice>
          <mc:Fallback>
            <p:pic>
              <p:nvPicPr>
                <p:cNvPr id="192" name="Ink 191">
                  <a:extLst>
                    <a:ext uri="{FF2B5EF4-FFF2-40B4-BE49-F238E27FC236}">
                      <a16:creationId xmlns:a16="http://schemas.microsoft.com/office/drawing/2014/main" id="{C9E626FC-1714-2BE4-A0DE-E566F911FDE8}"/>
                    </a:ext>
                  </a:extLst>
                </p:cNvPr>
                <p:cNvPicPr/>
                <p:nvPr/>
              </p:nvPicPr>
              <p:blipFill>
                <a:blip r:embed="rId303"/>
                <a:stretch>
                  <a:fillRect/>
                </a:stretch>
              </p:blipFill>
              <p:spPr>
                <a:xfrm>
                  <a:off x="1530868" y="5880491"/>
                  <a:ext cx="2912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93" name="Ink 192">
                  <a:extLst>
                    <a:ext uri="{FF2B5EF4-FFF2-40B4-BE49-F238E27FC236}">
                      <a16:creationId xmlns:a16="http://schemas.microsoft.com/office/drawing/2014/main" id="{6EE38A05-E336-BB0D-9FC3-02A7F4251B25}"/>
                    </a:ext>
                  </a:extLst>
                </p14:cNvPr>
                <p14:cNvContentPartPr/>
                <p14:nvPr/>
              </p14:nvContentPartPr>
              <p14:xfrm>
                <a:off x="1810228" y="5793011"/>
                <a:ext cx="239040" cy="219240"/>
              </p14:xfrm>
            </p:contentPart>
          </mc:Choice>
          <mc:Fallback>
            <p:pic>
              <p:nvPicPr>
                <p:cNvPr id="193" name="Ink 192">
                  <a:extLst>
                    <a:ext uri="{FF2B5EF4-FFF2-40B4-BE49-F238E27FC236}">
                      <a16:creationId xmlns:a16="http://schemas.microsoft.com/office/drawing/2014/main" id="{6EE38A05-E336-BB0D-9FC3-02A7F4251B25}"/>
                    </a:ext>
                  </a:extLst>
                </p:cNvPr>
                <p:cNvPicPr/>
                <p:nvPr/>
              </p:nvPicPr>
              <p:blipFill>
                <a:blip r:embed="rId305"/>
                <a:stretch>
                  <a:fillRect/>
                </a:stretch>
              </p:blipFill>
              <p:spPr>
                <a:xfrm>
                  <a:off x="1801228" y="5784011"/>
                  <a:ext cx="2566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94" name="Ink 193">
                  <a:extLst>
                    <a:ext uri="{FF2B5EF4-FFF2-40B4-BE49-F238E27FC236}">
                      <a16:creationId xmlns:a16="http://schemas.microsoft.com/office/drawing/2014/main" id="{AAD9A088-4474-CF51-C5D3-851BF0AD3281}"/>
                    </a:ext>
                  </a:extLst>
                </p14:cNvPr>
                <p14:cNvContentPartPr/>
                <p14:nvPr/>
              </p14:nvContentPartPr>
              <p14:xfrm>
                <a:off x="1509628" y="6414731"/>
                <a:ext cx="334800" cy="172800"/>
              </p14:xfrm>
            </p:contentPart>
          </mc:Choice>
          <mc:Fallback>
            <p:pic>
              <p:nvPicPr>
                <p:cNvPr id="194" name="Ink 193">
                  <a:extLst>
                    <a:ext uri="{FF2B5EF4-FFF2-40B4-BE49-F238E27FC236}">
                      <a16:creationId xmlns:a16="http://schemas.microsoft.com/office/drawing/2014/main" id="{AAD9A088-4474-CF51-C5D3-851BF0AD3281}"/>
                    </a:ext>
                  </a:extLst>
                </p:cNvPr>
                <p:cNvPicPr/>
                <p:nvPr/>
              </p:nvPicPr>
              <p:blipFill>
                <a:blip r:embed="rId307"/>
                <a:stretch>
                  <a:fillRect/>
                </a:stretch>
              </p:blipFill>
              <p:spPr>
                <a:xfrm>
                  <a:off x="1500628" y="6406091"/>
                  <a:ext cx="3524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95" name="Ink 194">
                  <a:extLst>
                    <a:ext uri="{FF2B5EF4-FFF2-40B4-BE49-F238E27FC236}">
                      <a16:creationId xmlns:a16="http://schemas.microsoft.com/office/drawing/2014/main" id="{B88782A2-9C3D-F8A1-15EC-038789D2B588}"/>
                    </a:ext>
                  </a:extLst>
                </p14:cNvPr>
                <p14:cNvContentPartPr/>
                <p14:nvPr/>
              </p14:nvContentPartPr>
              <p14:xfrm>
                <a:off x="1976548" y="6366491"/>
                <a:ext cx="169200" cy="142920"/>
              </p14:xfrm>
            </p:contentPart>
          </mc:Choice>
          <mc:Fallback>
            <p:pic>
              <p:nvPicPr>
                <p:cNvPr id="195" name="Ink 194">
                  <a:extLst>
                    <a:ext uri="{FF2B5EF4-FFF2-40B4-BE49-F238E27FC236}">
                      <a16:creationId xmlns:a16="http://schemas.microsoft.com/office/drawing/2014/main" id="{B88782A2-9C3D-F8A1-15EC-038789D2B588}"/>
                    </a:ext>
                  </a:extLst>
                </p:cNvPr>
                <p:cNvPicPr/>
                <p:nvPr/>
              </p:nvPicPr>
              <p:blipFill>
                <a:blip r:embed="rId309"/>
                <a:stretch>
                  <a:fillRect/>
                </a:stretch>
              </p:blipFill>
              <p:spPr>
                <a:xfrm>
                  <a:off x="1967908" y="6357491"/>
                  <a:ext cx="18684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8" name="Ink 197">
                  <a:extLst>
                    <a:ext uri="{FF2B5EF4-FFF2-40B4-BE49-F238E27FC236}">
                      <a16:creationId xmlns:a16="http://schemas.microsoft.com/office/drawing/2014/main" id="{37D4A5F5-6088-FB66-2E76-267B49F255B3}"/>
                    </a:ext>
                  </a:extLst>
                </p14:cNvPr>
                <p14:cNvContentPartPr/>
                <p14:nvPr/>
              </p14:nvContentPartPr>
              <p14:xfrm>
                <a:off x="103828" y="4912811"/>
                <a:ext cx="1007280" cy="961200"/>
              </p14:xfrm>
            </p:contentPart>
          </mc:Choice>
          <mc:Fallback>
            <p:pic>
              <p:nvPicPr>
                <p:cNvPr id="198" name="Ink 197">
                  <a:extLst>
                    <a:ext uri="{FF2B5EF4-FFF2-40B4-BE49-F238E27FC236}">
                      <a16:creationId xmlns:a16="http://schemas.microsoft.com/office/drawing/2014/main" id="{37D4A5F5-6088-FB66-2E76-267B49F255B3}"/>
                    </a:ext>
                  </a:extLst>
                </p:cNvPr>
                <p:cNvPicPr/>
                <p:nvPr/>
              </p:nvPicPr>
              <p:blipFill>
                <a:blip r:embed="rId311"/>
                <a:stretch>
                  <a:fillRect/>
                </a:stretch>
              </p:blipFill>
              <p:spPr>
                <a:xfrm>
                  <a:off x="95188" y="4904171"/>
                  <a:ext cx="1024920" cy="9788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9" name="Ink 198">
                  <a:extLst>
                    <a:ext uri="{FF2B5EF4-FFF2-40B4-BE49-F238E27FC236}">
                      <a16:creationId xmlns:a16="http://schemas.microsoft.com/office/drawing/2014/main" id="{88B50EA6-E452-0809-19E7-447AB81AFB22}"/>
                    </a:ext>
                  </a:extLst>
                </p14:cNvPr>
                <p14:cNvContentPartPr/>
                <p14:nvPr/>
              </p14:nvContentPartPr>
              <p14:xfrm>
                <a:off x="745348" y="4320251"/>
                <a:ext cx="77400" cy="648720"/>
              </p14:xfrm>
            </p:contentPart>
          </mc:Choice>
          <mc:Fallback>
            <p:pic>
              <p:nvPicPr>
                <p:cNvPr id="199" name="Ink 198">
                  <a:extLst>
                    <a:ext uri="{FF2B5EF4-FFF2-40B4-BE49-F238E27FC236}">
                      <a16:creationId xmlns:a16="http://schemas.microsoft.com/office/drawing/2014/main" id="{88B50EA6-E452-0809-19E7-447AB81AFB22}"/>
                    </a:ext>
                  </a:extLst>
                </p:cNvPr>
                <p:cNvPicPr/>
                <p:nvPr/>
              </p:nvPicPr>
              <p:blipFill>
                <a:blip r:embed="rId313"/>
                <a:stretch>
                  <a:fillRect/>
                </a:stretch>
              </p:blipFill>
              <p:spPr>
                <a:xfrm>
                  <a:off x="736348" y="4311611"/>
                  <a:ext cx="95040" cy="66636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00" name="Ink 199">
                  <a:extLst>
                    <a:ext uri="{FF2B5EF4-FFF2-40B4-BE49-F238E27FC236}">
                      <a16:creationId xmlns:a16="http://schemas.microsoft.com/office/drawing/2014/main" id="{A7E69F0D-BFBB-1991-C7AD-A5774D4E37F3}"/>
                    </a:ext>
                  </a:extLst>
                </p14:cNvPr>
                <p14:cNvContentPartPr/>
                <p14:nvPr/>
              </p14:nvContentPartPr>
              <p14:xfrm>
                <a:off x="669748" y="4317371"/>
                <a:ext cx="221760" cy="181440"/>
              </p14:xfrm>
            </p:contentPart>
          </mc:Choice>
          <mc:Fallback>
            <p:pic>
              <p:nvPicPr>
                <p:cNvPr id="200" name="Ink 199">
                  <a:extLst>
                    <a:ext uri="{FF2B5EF4-FFF2-40B4-BE49-F238E27FC236}">
                      <a16:creationId xmlns:a16="http://schemas.microsoft.com/office/drawing/2014/main" id="{A7E69F0D-BFBB-1991-C7AD-A5774D4E37F3}"/>
                    </a:ext>
                  </a:extLst>
                </p:cNvPr>
                <p:cNvPicPr/>
                <p:nvPr/>
              </p:nvPicPr>
              <p:blipFill>
                <a:blip r:embed="rId315"/>
                <a:stretch>
                  <a:fillRect/>
                </a:stretch>
              </p:blipFill>
              <p:spPr>
                <a:xfrm>
                  <a:off x="661108" y="4308731"/>
                  <a:ext cx="23940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01" name="Ink 200">
                  <a:extLst>
                    <a:ext uri="{FF2B5EF4-FFF2-40B4-BE49-F238E27FC236}">
                      <a16:creationId xmlns:a16="http://schemas.microsoft.com/office/drawing/2014/main" id="{F639DA94-3DA1-AC08-F385-87A9B3F886D6}"/>
                    </a:ext>
                  </a:extLst>
                </p14:cNvPr>
                <p14:cNvContentPartPr/>
                <p14:nvPr/>
              </p14:nvContentPartPr>
              <p14:xfrm>
                <a:off x="211108" y="3638051"/>
                <a:ext cx="917280" cy="864000"/>
              </p14:xfrm>
            </p:contentPart>
          </mc:Choice>
          <mc:Fallback>
            <p:pic>
              <p:nvPicPr>
                <p:cNvPr id="201" name="Ink 200">
                  <a:extLst>
                    <a:ext uri="{FF2B5EF4-FFF2-40B4-BE49-F238E27FC236}">
                      <a16:creationId xmlns:a16="http://schemas.microsoft.com/office/drawing/2014/main" id="{F639DA94-3DA1-AC08-F385-87A9B3F886D6}"/>
                    </a:ext>
                  </a:extLst>
                </p:cNvPr>
                <p:cNvPicPr/>
                <p:nvPr/>
              </p:nvPicPr>
              <p:blipFill>
                <a:blip r:embed="rId317"/>
                <a:stretch>
                  <a:fillRect/>
                </a:stretch>
              </p:blipFill>
              <p:spPr>
                <a:xfrm>
                  <a:off x="202108" y="3629411"/>
                  <a:ext cx="934920" cy="881640"/>
                </a:xfrm>
                <a:prstGeom prst="rect">
                  <a:avLst/>
                </a:prstGeom>
              </p:spPr>
            </p:pic>
          </mc:Fallback>
        </mc:AlternateContent>
      </p:grpSp>
    </p:spTree>
    <p:extLst>
      <p:ext uri="{BB962C8B-B14F-4D97-AF65-F5344CB8AC3E}">
        <p14:creationId xmlns:p14="http://schemas.microsoft.com/office/powerpoint/2010/main" val="3116756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350271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44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Variables in JS</a:t>
            </a:r>
          </a:p>
        </p:txBody>
      </p:sp>
    </p:spTree>
    <p:extLst>
      <p:ext uri="{BB962C8B-B14F-4D97-AF65-F5344CB8AC3E}">
        <p14:creationId xmlns:p14="http://schemas.microsoft.com/office/powerpoint/2010/main" val="359971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5767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Functions in JS</a:t>
            </a:r>
          </a:p>
        </p:txBody>
      </p:sp>
      <p:sp>
        <p:nvSpPr>
          <p:cNvPr id="3" name="TextBox 2">
            <a:extLst>
              <a:ext uri="{FF2B5EF4-FFF2-40B4-BE49-F238E27FC236}">
                <a16:creationId xmlns:a16="http://schemas.microsoft.com/office/drawing/2014/main" id="{2111179D-922B-7E43-FC30-4F9FD5B4683D}"/>
              </a:ext>
            </a:extLst>
          </p:cNvPr>
          <p:cNvSpPr txBox="1"/>
          <p:nvPr/>
        </p:nvSpPr>
        <p:spPr>
          <a:xfrm>
            <a:off x="333772" y="980728"/>
            <a:ext cx="11521280" cy="1569660"/>
          </a:xfrm>
          <a:prstGeom prst="rect">
            <a:avLst/>
          </a:prstGeom>
          <a:noFill/>
        </p:spPr>
        <p:txBody>
          <a:bodyPr wrap="square" rtlCol="0">
            <a:spAutoFit/>
          </a:bodyPr>
          <a:lstStyle/>
          <a:p>
            <a:pPr marL="457200" indent="-457200">
              <a:buAutoNum type="arabicPeriod"/>
            </a:pPr>
            <a:r>
              <a:rPr lang="en-IN" dirty="0">
                <a:solidFill>
                  <a:schemeClr val="bg1"/>
                </a:solidFill>
              </a:rPr>
              <a:t>Named Function</a:t>
            </a:r>
          </a:p>
          <a:p>
            <a:pPr marL="1066693" lvl="1" indent="-457200">
              <a:buAutoNum type="arabicPeriod"/>
            </a:pPr>
            <a:r>
              <a:rPr lang="en-IN" dirty="0">
                <a:solidFill>
                  <a:schemeClr val="bg1"/>
                </a:solidFill>
              </a:rPr>
              <a:t>Simple name</a:t>
            </a:r>
          </a:p>
          <a:p>
            <a:pPr marL="1066693" lvl="1" indent="-457200">
              <a:buAutoNum type="arabicPeriod"/>
            </a:pPr>
            <a:r>
              <a:rPr lang="en-IN" dirty="0">
                <a:solidFill>
                  <a:schemeClr val="bg1"/>
                </a:solidFill>
              </a:rPr>
              <a:t>Arrow function</a:t>
            </a:r>
          </a:p>
          <a:p>
            <a:pPr marL="457200" indent="-457200">
              <a:buAutoNum type="arabicPeriod"/>
            </a:pPr>
            <a:r>
              <a:rPr lang="en-IN" dirty="0">
                <a:solidFill>
                  <a:schemeClr val="bg1"/>
                </a:solidFill>
              </a:rPr>
              <a:t>Anonymous function</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178252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24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7581</TotalTime>
  <Words>1103</Words>
  <Application>Microsoft Office PowerPoint</Application>
  <PresentationFormat>Custom</PresentationFormat>
  <Paragraphs>143</Paragraphs>
  <Slides>24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Amasis MT Pro Black</vt:lpstr>
      <vt:lpstr>Arial</vt:lpstr>
      <vt:lpstr>Arial Black</vt:lpstr>
      <vt:lpstr>Arial-ItalicMT</vt:lpstr>
      <vt:lpstr>Calibri</vt:lpstr>
      <vt:lpstr>Cooper Black</vt:lpstr>
      <vt:lpstr>Segoe UI</vt:lpstr>
      <vt:lpstr>Segoe UI Light</vt:lpstr>
      <vt:lpstr>Wingdings</vt:lpstr>
      <vt:lpstr>Office Theme</vt:lpstr>
      <vt:lpstr>SAP BTP Extension Suite Training</vt:lpstr>
      <vt:lpstr>PowerPoint Presentation</vt:lpstr>
      <vt:lpstr>Agenda – Day 3</vt:lpstr>
      <vt:lpstr>Under the hood</vt:lpstr>
      <vt:lpstr>Micro Service Architecture</vt:lpstr>
      <vt:lpstr>Advantage of Microservices</vt:lpstr>
      <vt:lpstr>Uber</vt:lpstr>
      <vt:lpstr>Scalability</vt:lpstr>
      <vt:lpstr>What is Node JS</vt:lpstr>
      <vt:lpstr>Java Script</vt:lpstr>
      <vt:lpstr>Variables</vt:lpstr>
      <vt:lpstr>PowerPoint Presentation</vt:lpstr>
      <vt:lpstr>PowerPoint Presentation</vt:lpstr>
      <vt:lpstr>NPM – Node Package manager</vt:lpstr>
      <vt:lpstr>Hands on: Node JS</vt:lpstr>
      <vt:lpstr>Variables in JS</vt:lpstr>
      <vt:lpstr>Asynchronous Non Blocking IO</vt:lpstr>
      <vt:lpstr>Functions in JS</vt:lpstr>
      <vt:lpstr>Asynchronous Non Blocking IO</vt:lpstr>
      <vt:lpstr>NPM – Node Package manager</vt:lpstr>
      <vt:lpstr>Hands on: Node JS</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215</cp:revision>
  <dcterms:created xsi:type="dcterms:W3CDTF">2013-09-12T13:05:01Z</dcterms:created>
  <dcterms:modified xsi:type="dcterms:W3CDTF">2026-01-14T08:03:44Z</dcterms:modified>
</cp:coreProperties>
</file>