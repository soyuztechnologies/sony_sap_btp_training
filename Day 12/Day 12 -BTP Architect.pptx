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76" r:id="rId2"/>
    <p:sldId id="4122" r:id="rId3"/>
    <p:sldId id="277" r:id="rId4"/>
    <p:sldId id="4805" r:id="rId5"/>
    <p:sldId id="4802" r:id="rId6"/>
    <p:sldId id="4773" r:id="rId7"/>
    <p:sldId id="4774" r:id="rId8"/>
    <p:sldId id="4811" r:id="rId9"/>
    <p:sldId id="4812" r:id="rId10"/>
    <p:sldId id="4775" r:id="rId11"/>
    <p:sldId id="4776" r:id="rId12"/>
    <p:sldId id="4817" r:id="rId13"/>
    <p:sldId id="4818" r:id="rId14"/>
    <p:sldId id="4754" r:id="rId15"/>
    <p:sldId id="4758" r:id="rId16"/>
    <p:sldId id="282" r:id="rId17"/>
    <p:sldId id="280" r:id="rId18"/>
    <p:sldId id="4711" r:id="rId19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40" autoAdjust="0"/>
    <p:restoredTop sz="95033" autoAdjust="0"/>
  </p:normalViewPr>
  <p:slideViewPr>
    <p:cSldViewPr>
      <p:cViewPr varScale="1">
        <p:scale>
          <a:sx n="102" d="100"/>
          <a:sy n="102" d="100"/>
        </p:scale>
        <p:origin x="640" y="28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31.5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2829 482 24575,'2'0'0,"0"0"0,1-1 0,-1 0 0,0 1 0,0-1 0,0 0 0,0 0 0,-1 0 0,1-1 0,0 1 0,0 0 0,-1-1 0,1 1 0,0-1 0,-1 1 0,2-3 0,20-28 0,-21 27 0,1 0 0,0-1 0,-1 1 0,0 0 0,-1-1 0,1 1 0,-1-1 0,0 1 0,0-1 0,-1 0 0,1 1 0,-1-1 0,0 0 0,-1 1 0,0-1 0,0 0 0,0 1 0,0-1 0,-1 1 0,0-1 0,0 1 0,-1 0 0,1 0 0,-1 0 0,0 0 0,0 0 0,-1 1 0,-4-5 0,-4-4 0,-2 1 0,0 0 0,0 1 0,-1 0 0,0 1 0,-1 1 0,-28-13 0,-16-2-53,-1 2-1,-1 2 0,-78-12 1,-197-18-345,220 38 372,0 4 1,-1 5-1,1 6 1,-1 5-1,-208 41 1,250-31 28,1 5 1,1 2 0,-128 63 0,146-57-2,1 2 1,2 2 0,2 2-1,1 3 1,-55 56-1,67-56-2,2 1 0,1 2 0,2 2 0,3 1 0,1 1 0,2 2 0,3 0 0,-31 89 0,44-101 0,1 2 0,1-1 0,3 1 0,1 1 0,2-1 0,1 1 0,3-1 0,1 1 0,1-1 0,3 1 0,1-1 0,23 70 0,-12-62 0,1 0 0,3-2 0,2-1 0,49 70 0,-32-61 0,1-2 0,3-2 0,56 47 0,-20-29 0,4-4 0,2-3 0,3-5 0,136 63 0,-144-80 0,2-5 0,1-3 0,2-4 0,131 23 0,-149-39 0,-1-4 0,1-2 0,0-3 0,0-4 0,-1-2 0,102-22 0,-74 4-163,-1-5 0,-1-4 0,176-87 0,-169 64 0,-3-4 0,-3-4 0,103-89 0,-144 104 134,-1-2 0,76-97 0,-95 101-9,-1-1 1,-3-1-1,-2-2 0,23-54 0,-36 68 11,-2-1 0,-2 0 0,-1-1-1,-2 0 1,-1 0 0,2-63 0,-9 69 18,-2 0-1,0 1 1,-2-1-1,-2 1 0,-1 0 1,-1 0-1,-1 1 1,-26-55-1,19 55 128,-1 0 0,-2 1-1,-1 1 1,-1 1 0,-2 0 0,0 2 0,-2 1-1,0 1 1,-2 1 0,-38-25 0,8 12 141,-2 3 0,0 2 0,-2 3 0,-88-27 0,129 48-259,-1 1 0,1 0 0,-1 2 0,0 1 0,0 0 0,-37 3 0,24 0-1365,19-1-5461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0.4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56 24575,'7'-5'0,"0"-1"0,0 1 0,0 1 0,1-1 0,0 1 0,0 0 0,0 1 0,0 0 0,1 1 0,-1-1 0,14-1 0,10 0 0,58 1 0,-63 3 0,78 3 146,144 23 0,-17 0-1803,-202-24-5169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0.6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 24575,'0'4'0,"3"0"0,4 0 0,4-1 0,3-1 0,9 0 0,6-1 0,5-4 0,6-1 0,5-1 0,5 2 0,2-3 0,3 1 0,-9 0-8191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2.5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24575,'3'0'0,"0"1"0,1-1 0,-1 1 0,0 0 0,0 0 0,1 1 0,-1-1 0,0 1 0,0-1 0,0 1 0,-1 0 0,1 0 0,0 0 0,4 5 0,2 2 0,-1 0 0,12 18 0,-9-8 0,0 1 0,-1-1 0,-1 2 0,-1-1 0,-1 1 0,-1 0 0,-1 1 0,-1 0 0,2 22 0,-2 13 0,-2 0 0,-8 74 0,0-77 0,-18 71 0,3-24 0,18-80-1365,1-5-5461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2.8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24575,'26'6'0,"-4"-1"0,140 4 0,-73-6 0,175 8 317,103 7-1999,-334-16-5144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3.4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27 143 24575,'-7'-13'0,"4"7"0,0 1 0,0 0 0,1-1 0,-1 0 0,-2-11 0,5 15 0,0 0 0,0 1 0,0-1 0,0 0 0,0 0 0,0 0 0,0 1 0,1-1 0,-1 0 0,1 0 0,-1 1 0,1-1 0,0 0 0,0 1 0,0-1 0,0 0 0,0 1 0,0-1 0,0 1 0,0 0 0,0-1 0,1 1 0,-1 0 0,3-2 0,2 0 0,-1-1 0,1 1 0,-1 1 0,1-1 0,0 1 0,0 0 0,0 1 0,0-1 0,8 0 0,60-3 0,-58 5 0,411 9 0,-143 1 0,-148-12 0,170-22 0,-295 22 0,33-2 0,-43 4 0,0 0 0,0 0 0,-1 0 0,1 0 0,0 0 0,0 0 0,0 0 0,0 0 0,0 1 0,0-1 0,-1 0 0,1 0 0,0 1 0,0-1 0,0 1 0,-1-1 0,1 1 0,0-1 0,-1 1 0,1-1 0,0 1 0,-1 0 0,1-1 0,-1 1 0,1 0 0,-1-1 0,1 1 0,-1 0 0,1 0 0,-1 0 0,0-1 0,1 1 0,-1 0 0,0 0 0,0 0 0,0 0 0,0 0 0,0 1 0,-10 66 0,6-47 0,1-1 0,-1 32 0,9 28 0,4 0 0,20 84 0,-12-78 0,8 124 0,-24-180 0,-1-1 0,-1 1 0,-1 0 0,-2-1 0,-1 1 0,-15 49 0,19-77 0,0 0 0,0 0 0,0 0 0,0 0 0,0 0 0,0 0 0,-1 0 0,1-1 0,-1 1 0,1-1 0,-1 1 0,0-1 0,1 1 0,-1-1 0,0 0 0,0 0 0,0 0 0,0 0 0,0 0 0,0 0 0,-1 0 0,-2 0 0,-4 0 0,-1 1 0,1-2 0,-1 1 0,-10-2 0,3 1 0,-206-13-1365,136 5-5461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4.3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24575,'3'3'0,"1"5"0,3 6 0,1 7 0,1 7 0,0 8 0,1 3 0,2 5 0,-1 1 0,-3 3 0,-2-2 0,-2-2 0,-2-1 0,-2-10-8191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4.8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0 149 24575,'0'-6'0,"1"0"0,-1 0 0,1 0 0,0 0 0,0 0 0,1 0 0,0 0 0,0 1 0,0-1 0,0 1 0,1-1 0,0 1 0,0 0 0,1 0 0,-1 0 0,1 1 0,0-1 0,8-6 0,-6 7 0,0-1 0,1 1 0,0 0 0,0 0 0,0 1 0,0 0 0,1 1 0,-1-1 0,1 1 0,0 1 0,-1-1 0,1 1 0,13 0 0,-3 2 0,-1 0 0,1 1 0,-1 1 0,0 1 0,0 0 0,0 1 0,23 11 0,-28-11 0,-1 0 0,0 1 0,0 1 0,0 0 0,-1 0 0,0 1 0,0 0 0,0 1 0,-2 0 0,15 19 0,-19-23 0,-1 0 0,0 0 0,-1 1 0,1-1 0,-1 1 0,0-1 0,-1 1 0,1-1 0,-1 1 0,0 0 0,0 0 0,-1 0 0,0 0 0,0 0 0,-1 8 0,-1-6 0,0 0 0,0 0 0,-1-1 0,0 1 0,-1-1 0,1 0 0,-1 0 0,-1 0 0,1 0 0,-7 7 0,-4 2 0,-1-1 0,0-1 0,-1 0 0,0-1 0,-1-1 0,-1 0 0,-29 13 0,21-13 0,-1-1 0,0-1 0,0-2 0,-44 8 0,309-13 0,-199 1 0,0 2 0,-1 1 0,1 1 0,43 17 0,-62-17 0,-1 1 0,1 0 0,-1 1 0,25 19 0,-32-20 0,0 0 0,-1 0 0,0 1 0,0 1 0,-1-1 0,-1 2 0,12 18 0,1 3-1365,-12-22-5461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5.9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 24575,'-3'4'0,"0"0"0,0 0 0,1 0 0,0 1 0,-1-1 0,2 1 0,-1-1 0,0 1 0,0 6 0,-7 45 0,8-54 0,-1 25 86,0 0-1,2 1 0,6 50 1,-3-59-330,1 0 0,0-1 0,2 0 0,0 0 1,0 0-1,14 24 0,-12-30-6582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7.6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335 1 24575,'0'3'0,"-1"1"0,0 0 0,0-1 0,0 1 0,0-1 0,-1 0 0,-2 6 0,-4 9 0,-114 274 0,-8 22 0,126-301 26,-46 120-1417,40-112-5435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8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110 155 24575,'-9'0'0,"0"0"0,0 1 0,0 0 0,0 0 0,1 1 0,-1 0 0,0 1 0,1 0 0,0 0 0,-15 8 0,56-42 0,4-5 0,-21 20 0,0 1 0,0 0 0,2 1 0,-1 1 0,2 1 0,25-13 0,-43 24 0,0 1 0,0-1 0,0 1 0,0-1 0,0 1 0,1 0 0,-1-1 0,0 1 0,0 0 0,0 0 0,0 0 0,0 0 0,1 0 0,-1 0 0,0 0 0,0 0 0,0 0 0,0 1 0,1-1 0,-1 0 0,1 1 0,-1 0 0,0 0 0,0 0 0,-1 0 0,1-1 0,-1 1 0,1 0 0,-1 0 0,1 0 0,-1 0 0,1 0 0,-1 0 0,0 0 0,1 0 0,-1 0 0,0 0 0,0 1 0,0-1 0,0 2 0,-1 6 0,0 0 0,-1 0 0,1 1 0,-5 9 0,5-15 0,-66 194 191,34-104-1747,12-34-5270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4.0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221 50 24575,'-1'-2'0,"1"0"0,-1 0 0,0-1 0,1 1 0,-1 0 0,0 0 0,0 0 0,-1 0 0,1 0 0,0 0 0,-1 0 0,1 1 0,-1-1 0,1 0 0,-1 1 0,0-1 0,0 1 0,0 0 0,0 0 0,0-1 0,0 1 0,0 0 0,0 1 0,-3-2 0,1 0 0,1 1 0,0 0 0,-1 0 0,1 0 0,-1 1 0,1-1 0,-1 1 0,1 0 0,-1-1 0,0 2 0,1-1 0,-1 0 0,1 1 0,-1 0 0,-5 1 0,5 1 0,-1 0 0,1 1 0,0-1 0,0 1 0,1 0 0,-1 0 0,1 0 0,0 0 0,0 1 0,0-1 0,0 1 0,-1 5 0,-4 9 0,-11 35 0,5 6-273,2 1 0,3 0 0,2 0 0,3 119 0,5-159-6553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4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125 243 24575,'-13'-24'0,"-32"-43"0,30 46 0,0 0 0,-13-29 0,27 48 0,-1-1 0,1 1 0,0-1 0,1 0 0,-1 1 0,0-1 0,1 0 0,-1 1 0,1-7 0,0 8 0,0 0 0,1 0 0,-1 0 0,0 0 0,1 0 0,-1 0 0,1 0 0,-1 0 0,1 0 0,-1 0 0,1 1 0,-1-1 0,1 0 0,0 0 0,0 0 0,-1 1 0,1-1 0,0 1 0,0-1 0,0 0 0,0 1 0,0-1 0,0 1 0,0 0 0,0-1 0,0 1 0,0 0 0,2-1 0,11-1 0,0 0 0,1 0 0,-1 2 0,1 0 0,-1 0 0,1 2 0,17 3 0,1 2 0,63 22 0,-71-20 0,0 2 0,-1 0 0,0 2 0,29 20 0,-46-28 0,0 0 0,0 0 0,-1 1 0,0-1 0,0 1 0,0 1 0,-1-1 0,0 1 0,0 0 0,0 1 0,-1-1 0,0 1 0,-1-1 0,0 1 0,0 0 0,-1 0 0,3 15 0,-4-18 0,-1-1 0,0 1 0,0 0 0,-1-1 0,1 1 0,-1-1 0,0 0 0,0 1 0,-1-1 0,1 0 0,-1 0 0,0 0 0,0 0 0,0 0 0,-5 6 0,2-5 0,0 1 0,0-1 0,-1 0 0,0-1 0,0 1 0,0-1 0,0 0 0,-12 5 0,-6 0 0,0-1 0,0-1 0,-1-1 0,-35 4 0,-13-3-1365,46-5-5461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4.9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197 55 24575,'-3'0'0,"0"0"0,1-1 0,-1 1 0,0 1 0,1-1 0,-1 0 0,0 1 0,0-1 0,1 1 0,-1 0 0,1 0 0,-1 0 0,1 0 0,-1 0 0,1 1 0,0-1 0,-1 1 0,1 0 0,0-1 0,0 1 0,0 0 0,0 0 0,1 0 0,-1 1 0,1-1 0,-1 0 0,1 1 0,0-1 0,-1 1 0,1-1 0,0 1 0,1-1 0,-1 1 0,0 0 0,1-1 0,0 1 0,-1 4 0,-3 37 0,3 73 0,2-79 0,-1-1 0,-2 0 0,-8 41 0,9-72 0,-5 24 0,-12 36 0,15-58 0,0 0 0,0 0 0,-1 0 0,0-1 0,-1 0 0,1 0 0,-1 0 0,0 0 0,-10 8 0,14-14 0,0 0 0,0 0 0,1 0 0,-1 0 0,0-1 0,0 1 0,0 0 0,0-1 0,0 1 0,-1-1 0,1 1 0,0-1 0,0 1 0,0-1 0,0 0 0,0 0 0,-1 1 0,1-1 0,-1 0 0,1-1 0,1 1 0,-1 0 0,0-1 0,1 1 0,-1 0 0,1-1 0,-1 1 0,1-1 0,-1 1 0,1-1 0,0 1 0,-1-1 0,1 0 0,0 1 0,-1-1 0,1 1 0,0-1 0,-1 0 0,1 1 0,0-1 0,0 0 0,0 1 0,0-2 0,-1-4 0,1 0 0,0 0 0,0 0 0,1 0 0,2-12 0,22-74 0,4 1 0,5 1 0,62-119 0,-88 192 0,24-42 0,-30 55 0,1 0 0,0 0 0,0 0 0,0 1 0,0-1 0,1 1 0,0-1 0,-1 1 0,1 1 0,7-5 0,-10 6 0,0 1 0,0 0 0,0 0 0,0-1 0,-1 1 0,1 0 0,0 0 0,0 0 0,0 0 0,0 0 0,0 0 0,0 0 0,0 0 0,-1 1 0,1-1 0,0 0 0,0 0 0,0 1 0,0-1 0,-1 1 0,1-1 0,0 0 0,0 1 0,-1-1 0,1 1 0,0 0 0,-1-1 0,1 1 0,-1 0 0,1-1 0,-1 1 0,1 0 0,-1 0 0,1-1 0,-1 1 0,1 0 0,-1 0 0,0 0 0,1 0 0,1 7 0,0-1 0,0 0 0,2 13 0,-3-13 0,37 303 0,-33-261 0,3 93-1365,-8-121-5461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5.1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18 24575,'-3'0'0,"-4"-3"0,2-1 0,5 1 0,9 0 0,9 0 0,11 2 0,9 0 0,9 1 0,-5 0-8191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5.4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23 108 24575,'-1'0'0,"0"0"0,0 0 0,0 0 0,0 0 0,1 0 0,-1 0 0,0 0 0,0-1 0,0 1 0,0-1 0,0 1 0,0 0 0,1-1 0,-1 1 0,0-1 0,0 0 0,1 1 0,-1-1 0,0 1 0,1-1 0,-1 0 0,1 0 0,-1 1 0,1-1 0,-1 0 0,1 0 0,-1 0 0,1 0 0,0 1 0,-1-1 0,1 0 0,0 0 0,0 0 0,0 0 0,0 0 0,0 0 0,0 0 0,0 0 0,0 0 0,0 0 0,0 0 0,0 1 0,1-1 0,-1 0 0,0 0 0,1 0 0,-1 0 0,1 0 0,-1 1 0,1-1 0,-1 0 0,1 0 0,-1 1 0,1-1 0,0 0 0,-1 1 0,2-2 0,6-2 0,1-1 0,-1 2 0,1-1 0,0 1 0,0 0 0,0 1 0,1 0 0,11-1 0,80-2 0,-77 5 0,13 0 0,-23 1 0,1-1 0,-1 0 0,1-1 0,-1 0 0,1-2 0,18-4 0,-33 7 0,1 0 0,-1 0 0,0 0 0,1 0 0,-1 0 0,0 0 0,1-1 0,-1 1 0,0 0 0,0 0 0,1 0 0,-1 0 0,0 0 0,0 0 0,1 0 0,-1-1 0,0 1 0,0 0 0,1 0 0,-1 0 0,0-1 0,0 1 0,0 0 0,1 0 0,-1-1 0,0 1 0,0 0 0,0 0 0,0-1 0,0 1 0,1 0 0,-1-1 0,0 1 0,0 0 0,0 0 0,0-1 0,0 1 0,0 0 0,0-1 0,0 1 0,0-1 0,-14-6 0,-21-1 0,33 8 0,-1 0 0,1 0 0,-1 1 0,0-1 0,1 1 0,-1-1 0,1 1 0,-1 0 0,1 0 0,-1 0 0,1 0 0,0 0 0,-1 0 0,1 1 0,0-1 0,0 1 0,0 0 0,0-1 0,0 1 0,0 0 0,1 0 0,-1 0 0,1 1 0,-1-1 0,1 0 0,0 1 0,0-1 0,0 0 0,0 1 0,0-1 0,0 1 0,0 2 0,-1 10 0,0 1 0,0-1 0,2 0 0,1 23 0,-1-17 0,11 193 291,-2-74-1947,-7-103-5170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6.2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9 127 24575,'-4'-3'0,"0"-4"0,3-5 0,6-2 0,3-3 0,12 3 0,7-1 0,9 3 0,10 3 0,8 1 0,6 1 0,2 2 0,-9 1-8191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6.5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20 24575,'3'-3'0,"4"-2"0,7 1 0,8 1 0,6 1 0,7 0 0,8 2 0,5-1 0,1 1 0,-8 0-8191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6.9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 24575,'0'-3'0,"4"-1"0,3 1 0,7-1 0,10 2 0,11 1 0,12 0 0,10 1 0,-5 0-8191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9.1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0 113 24575,'4'-1'0,"0"0"0,-1-1 0,1 0 0,-1 0 0,1 0 0,-1 0 0,1-1 0,-1 1 0,0-1 0,0 1 0,3-5 0,7-5 0,-1 3 0,1 1 0,-1 1 0,1 0 0,1 1 0,-1 0 0,1 1 0,0 0 0,1 2 0,-1-1 0,18 0 0,21-1 0,79 2 0,-85 4 0,350 1-1365,-334-2-5461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9.4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24575,'-3'0'0,"2"0"0,4 3 0,6 4 0,3 4 0,6 7 0,4 6 0,6 8 0,3 12 0,1 7 0,-4 7 0,-10 4 0,-15 3 0,-17 0 0,-24-8 0,-28-7 0,-3-13-8191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18.1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57 309 24575,'1'0'0,"0"0"0,0 1 0,0-1 0,0 1 0,-1-1 0,1 1 0,0-1 0,0 1 0,-1-1 0,1 1 0,0-1 0,-1 1 0,1 0 0,0 0 0,-1-1 0,1 1 0,-1 0 0,1 0 0,-1 0 0,0-1 0,1 3 0,8 20 0,-9-22 0,10 36 0,-2 1 0,-2 0 0,-2 0 0,-1 0 0,-3 71 0,-37 193 0,26-230 0,6-40 0,2-8 0,0 0 0,-2 0 0,-12 35 0,17-59 0,0 0 0,0 0 0,0-1 0,-1 1 0,1 0 0,0 0 0,0-1 0,0 1 0,0 0 0,0 0 0,0 0 0,-1-1 0,1 1 0,0 0 0,0 0 0,0 0 0,-1 0 0,1-1 0,0 1 0,0 0 0,-1 0 0,1 0 0,0 0 0,0 0 0,0 0 0,-1 0 0,1 0 0,0 0 0,0 0 0,-1 0 0,1 0 0,0 0 0,0 0 0,-1 0 0,1 0 0,0 0 0,0 0 0,-1 0 0,1 0 0,0 0 0,0 0 0,-1 0 0,1 1 0,0-1 0,0 0 0,0 0 0,-1 0 0,1 0 0,0 1 0,0-1 0,0 0 0,0 0 0,-1 0 0,1 1 0,0-1 0,0 0 0,0 0 0,0 0 0,0 1 0,0-1 0,0 1 0,-7-25 0,7 23 0,-7-61 0,2 0 0,5-107 0,1 116 0,4-127 0,34-222 0,-36 380 0,1 1 0,1-1 0,1 1 0,1 0 0,1 0 0,11-19 0,-16 35 0,-1 0 0,2 0 0,-1 1 0,1 0 0,-1-1 0,1 1 0,0 1 0,1-1 0,-1 0 0,1 1 0,-1 0 0,8-3 0,-8 4 0,1 1 0,-1 0 0,1 0 0,0 0 0,-1 0 0,1 1 0,0 0 0,-1 0 0,1 0 0,0 0 0,0 1 0,-1 0 0,1 0 0,-1 0 0,1 0 0,7 5 0,3 1 0,0 1 0,0 0 0,-1 1 0,0 1 0,-1 0 0,0 1 0,0 1 0,-1 0 0,11 14 0,-5-3 0,-1 1 0,-1 0 0,-1 2 0,16 38 0,-23-45 0,0 1 0,-2 0 0,0 0 0,-1 1 0,-1-1 0,-1 1 0,-1 0 0,-1 0 0,-2 26 0,-1-31 0,0 0 0,-1 0 0,-1 0 0,0 0 0,-1-1 0,-1 0 0,0 0 0,-1 0 0,-1-1 0,0 0 0,-1 0 0,-16 18 0,9-14 0,-2 0 0,0-1 0,0-2 0,-2 0 0,0 0 0,-1-2 0,0-1 0,0 0 0,-2-2 0,1 0 0,-1-2 0,-28 7 0,47-14 0,1 0 0,-1-1 0,0 1 0,1-1 0,-1 0 0,0 0 0,1 0 0,-1 0 0,0-1 0,1 0 0,-6-1 0,8 1 0,-1 0 0,1 0 0,-1 0 0,0 0 0,1 0 0,0 0 0,-1 0 0,1-1 0,0 1 0,-1 0 0,1-1 0,0 1 0,0-1 0,0 1 0,0-1 0,1 0 0,-1 1 0,0-1 0,1 0 0,-1 0 0,1 0 0,0 1 0,-1-5 0,1-5 0,0-1 0,1 1 0,0-1 0,1 1 0,0 0 0,1-1 0,0 1 0,0 0 0,2 0 0,-1 1 0,1-1 0,1 1 0,0 0 0,0 1 0,1-1 0,0 1 0,1 1 0,0-1 0,10-7 0,-14 13 0,0-1 0,1 1 0,-1 1 0,1-1 0,0 1 0,0 0 0,0 0 0,0 0 0,0 1 0,0-1 0,1 1 0,-1 0 0,0 1 0,1 0 0,7 0 0,-6 1 0,0 0 0,0 1 0,0 0 0,0 0 0,0 0 0,-1 1 0,1 0 0,-1 1 0,0 0 0,8 5 0,4 6 0,0 1 0,-2 1 0,0 0 0,-1 1 0,-1 1 0,13 22 0,42 84 0,-54-93 0,1-1 0,2 0 0,1-1 0,2-1 0,24 27 0,-26-39-1365,-4-5-5461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18.5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161 50 24575,'1'-2'0,"-1"-1"0,0 0 0,-1 0 0,1 1 0,0-1 0,-1 0 0,1 1 0,-1-1 0,0 0 0,0 1 0,0-1 0,-2-2 0,3 5 0,-1-1 0,1 1 0,-1-1 0,1 1 0,-1 0 0,1-1 0,-1 1 0,1 0 0,-1-1 0,1 1 0,-1 0 0,1 0 0,-1-1 0,0 1 0,1 0 0,-1 0 0,0 0 0,1 0 0,-1 0 0,-1 0 0,1 0 0,-1 0 0,0 1 0,0-1 0,1 1 0,-1 0 0,0-1 0,1 1 0,-1 0 0,1 0 0,-3 2 0,-7 6 0,1 0 0,0 1 0,1 0 0,0 0 0,1 1 0,0 0 0,0 1 0,1 0 0,1 0 0,0 0 0,1 1 0,0 0 0,-5 20 0,8-22 0,0 0 0,0 0 0,1 0 0,1 0 0,0 1 0,0-1 0,3 18 0,-1-22 0,0 1 0,0-1 0,0 0 0,1 0 0,0 0 0,0 0 0,1 0 0,0 0 0,0-1 0,1 0 0,8 10 0,-8-12 0,-1 1 0,1-1 0,0 0 0,0-1 0,1 1 0,-1-1 0,1 0 0,-1 0 0,1-1 0,0 0 0,0 0 0,0 0 0,0 0 0,0-1 0,1 0 0,-1-1 0,0 1 0,0-1 0,1 0 0,-1-1 0,0 0 0,8-1 0,-7 0 0,1-1 0,-1 1 0,0-2 0,0 1 0,0-1 0,0 1 0,0-2 0,-1 1 0,0-1 0,0 0 0,0-1 0,0 1 0,-1-1 0,0 0 0,0 0 0,-1-1 0,6-9 0,-2-3 0,-1 0 0,0 0 0,-1-1 0,-1 0 0,-1-1 0,-1 1 0,-1-1 0,0 1 0,-2-1 0,0 1 0,-5-34 0,4 50 0,0 0 0,1 0 0,-2 0 0,1 0 0,0 0 0,-1 0 0,0 0 0,0 1 0,0-1 0,0 0 0,0 1 0,-1 0 0,-3-4 0,4 5 0,1 1 0,-1 0 0,0 0 0,0-1 0,0 1 0,-1 1 0,1-1 0,0 0 0,0 0 0,0 1 0,-1-1 0,1 1 0,0 0 0,-1 0 0,1 0 0,0 0 0,0 0 0,-1 0 0,1 0 0,0 1 0,-1-1 0,1 1 0,0 0 0,0 0 0,-3 1 0,-4 2 43,0 1 0,0 0-1,0 0 1,0 1 0,1 1-1,0-1 1,-10 11 0,15-14-121,1 0 0,-1 0 1,0 0-1,1 0 1,-1 0-1,1 1 1,0-1-1,0 1 0,1 0 1,-1 0-1,1-1 1,0 1-1,-1 0 1,2 0-1,-1 0 0,0 0 1,1 0-1,0 0 1,0 0-1,0 0 1,1 6-1,5 5-6748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18.9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16 107 24575,'-3'-32'0,"-10"-43"0,34 187 0,33 208 0,-45-253 0,34 308 0,-22-425 0,1-8 0,25-62 0,-39 101 0,2 1 0,0 0 0,1 1 0,16-20 0,-24 33 0,0 0 0,1 1 0,0-1 0,0 1 0,0-1 0,0 1 0,0 1 0,0-1 0,1 0 0,-1 1 0,1 0 0,7-2 0,-8 3 0,-1 1 0,0 0 0,0-1 0,1 1 0,-1 0 0,0 1 0,0-1 0,0 1 0,1-1 0,-1 1 0,0 0 0,0 0 0,0 0 0,0 1 0,0-1 0,0 1 0,0-1 0,-1 1 0,1 0 0,3 4 0,8 7 0,-1 1 0,-1 1 0,-1 0 0,0 0 0,0 1 0,-2 1 0,0 0 0,-1 0 0,-1 1 0,0-1 0,-1 2 0,-1-1 0,4 36 0,-8-48 0,-1 0 0,1 0 0,-2 0 0,1 0 0,-1 0 0,0 0 0,0 0 0,0 0 0,-1 0 0,0 0 0,0-1 0,-1 1 0,1-1 0,-1 1 0,-1-1 0,-3 6 0,2-6 0,-1 1 0,1-1 0,-1 0 0,1-1 0,-1 1 0,0-1 0,-1 0 0,1-1 0,-1 0 0,0 0 0,0 0 0,0-1 0,-7 2 0,-4 0-114,1-1 1,-1 0-1,1-1 0,-1-1 0,0-1 1,0-1-1,1 0 0,-1-2 0,1 1 1,-1-2-1,-30-11 0,21 3-6712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19.7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1261 0 24575,'-4'1'0,"0"-1"0,1 1 0,-1 0 0,1 0 0,-1 1 0,1-1 0,0 1 0,-1-1 0,1 1 0,0 0 0,0 1 0,0-1 0,-4 5 0,-34 37 0,25-22 0,0 1 0,-11 26 0,-7 10 0,-88 123 0,-61 102 0,59-64-274,10 6-1,-126 349 0,164-341 275,-49 265 0,89-305 0,-17 368 0,50-443-7,6-1 1,5 0-1,6-1 0,42 176 0,-38-232 50,3-1-1,2 0 1,3-2-1,3-1 1,2-1 0,2-2-1,3-1 1,2-2-1,2-1 1,2-3-1,68 60 1,-78-78 107,5 5-51,44 31-1,-79-64-93,21 13 330,-22-14-412,0 1-1,0-1 1,0 0-1,0 1 1,0-1-1,0 0 1,0 0-1,0 0 1,0 0-1,0 0 1,0 0-1,0 0 1,1 0-1,-1 0 1,0 0-1,0 0 1,0-1-1,0 1 1,0 0-1,0-1 0,1 0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20.1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58 24575,'0'2'0,"0"-1"0,1 1 0,-1-1 0,1 1 0,-1-1 0,1 1 0,0-1 0,-1 0 0,1 1 0,0-1 0,0 0 0,0 1 0,0-1 0,0 0 0,1 0 0,-1 0 0,2 1 0,26 18 0,-21-16 0,14 9 0,0-2 0,1 0 0,1-2 0,0 0 0,0-2 0,0-1 0,1 0 0,0-2 0,0-1 0,0-1 0,1-1 0,27-3 0,-46 2 0,0 0 0,0-1 0,-1 0 0,1 0 0,0-1 0,-1 0 0,1 0 0,-1-1 0,0 0 0,0 0 0,0 0 0,0 0 0,0-1 0,-1 0 0,1-1 0,-1 1 0,0-1 0,-1 0 0,1 0 0,-1 0 0,0-1 0,0 1 0,-1-1 0,1 0 0,-1 0 0,-1-1 0,1 1 0,-1 0 0,0-1 0,0 0 0,-1 1 0,0-1 0,0 0 0,-1 0 0,0-8 0,0 14 0,0 0 0,0 0 0,0 0 0,0 0 0,0 0 0,0 0 0,0 0 0,0 0 0,0 0 0,-1 0 0,1 0 0,-1 0 0,1 0 0,0 0 0,-1 0 0,1 0 0,-1 1 0,0-1 0,1 0 0,-1 0 0,-1 0 0,2 1 0,-1 0 0,0 0 0,0 1 0,0-1 0,1 0 0,-1 1 0,0-1 0,1 1 0,-1-1 0,0 1 0,1-1 0,-1 1 0,1 0 0,-1-1 0,1 1 0,-1 0 0,1-1 0,-1 1 0,1 0 0,0 0 0,-1-1 0,1 1 0,0 0 0,0 0 0,-1 1 0,-10 36-1365,8-17-5461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21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110 207 24575,'-1'-4'0,"-1"0"0,1 0 0,-1 0 0,0 0 0,0 1 0,-3-5 0,2 16 0,2 8 0,9 99 0,2 50 0,-10-84 0,-4-1 0,-3 1 0,-4-1 0,-35 129 0,33-165 0,5-20 0,2 0 0,-6 33 0,12-55 0,0 0 0,-1-1 0,1 1 0,0 0 0,0 0 0,0 0 0,0 0 0,0 0 0,1-1 0,-1 1 0,1 0 0,-1 0 0,1 0 0,-1-1 0,1 1 0,0 0 0,0-1 0,0 1 0,0-1 0,0 1 0,0-1 0,0 1 0,1-1 0,-1 0 0,0 0 0,1 1 0,-1-1 0,1 0 0,0 0 0,-1 0 0,1-1 0,0 1 0,-1 0 0,1-1 0,0 1 0,0-1 0,0 1 0,-1-1 0,4 0 0,8 1 0,-1-1 0,1-1 0,-1 0 0,24-6 0,-14 3 0,459-63 0,5 33 0,-481 34 0,12 0 0,0-1 0,23-3 0,-35 3 0,0 0 0,-1-1 0,1 1 0,0-1 0,-1 0 0,1 0 0,-1-1 0,0 1 0,1-1 0,-1 0 0,0 0 0,5-6 0,-1 1 0,-1 0 0,0-1 0,0 0 0,-1 0 0,0-1 0,-1 1 0,0-1 0,-1-1 0,0 1 0,0 0 0,-1-1 0,0 0 0,-1 0 0,0 0 0,0-17 0,-2-23 0,-13-94 0,-21-49 0,-10-81 0,43 259 0,-1-12 0,0 0 0,-2 0 0,-2 0 0,-8-26 0,13 51 0,0 1 0,0 0 0,-1-1 0,1 1 0,-1 0 0,0 0 0,1 0 0,-1 0 0,0 1 0,0-1 0,0 0 0,-1 1 0,1-1 0,0 1 0,0 0 0,-1 0 0,1 0 0,-1 0 0,1 0 0,-1 0 0,1 1 0,-1-1 0,-3 1 0,-7-2 0,-1 1 0,0 1 0,-17 2 0,16-1 0,-283 41 0,151-17 0,-17 1 0,-200 27 0,322-53-1365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21.7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0 357 24575,'19'32'0,"2"0"0,44 51 0,-31-41 0,-4-4 0,2-1 0,2-1 0,49 40 0,-73-68 0,-1-1 0,1-1 0,0 0 0,1 0 0,20 7 0,-26-11 0,-1-1 0,0 0 0,1 0 0,-1 0 0,1-1 0,0 1 0,-1-1 0,1 0 0,-1-1 0,1 1 0,-1-1 0,1 0 0,-1 0 0,1 0 0,-1-1 0,0 1 0,0-1 0,5-3 0,11-8 0,0-1 0,-1-1 0,28-28 0,46-60 0,-71 77 0,30-35 0,-3-3 0,-3-2 0,-3-2 0,49-102 0,-77 136 197,-7 15-718,1 0 1,17-27-1,-19 37-6305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0.5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32 24575,'0'0'0,"-1"-1"0,1 1 0,-1-1 0,1 1 0,-1 0 0,1-1 0,-1 1 0,1-1 0,-1 0 0,1 1 0,0-1 0,-1 1 0,1-1 0,0 0 0,0 1 0,-1-1 0,1 0 0,0 1 0,0-1 0,0 0 0,0 1 0,0-1 0,0 0 0,0 1 0,0-1 0,0 0 0,0 1 0,0-1 0,0 0 0,1 1 0,-1-1 0,0 0 0,0 1 0,1-1 0,-1 1 0,0-1 0,1 0 0,0 0 0,1 0 0,-1 0 0,0 0 0,1 0 0,-1 1 0,0-1 0,1 1 0,-1-1 0,1 1 0,-1-1 0,1 1 0,-1 0 0,1-1 0,-1 1 0,1 0 0,2 0 0,29 4 0,0 1 0,0 2 0,0 1 0,48 19 0,-34-12 0,1077 405-667,-1096-409 667,33 14 0,-1 1 0,70 43 0,-106-50-1254,-12-6-5016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0.8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1478 33 24575,'-4'-4'0,"-1"1"0,0-1 0,0 1 0,0 0 0,0 0 0,0 1 0,-1 0 0,1 0 0,-1 0 0,0 1 0,1-1 0,-1 1 0,0 1 0,0-1 0,0 1 0,0 0 0,1 0 0,-1 1 0,-10 2 0,-8 2 0,0 2 0,0 0 0,-29 15 0,48-20 0,-81 37 0,2 4 0,3 4 0,-86 63 0,-208 195 0,281-220 0,4 4 0,-111 142 0,171-190-1365,10-9-5461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1.5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3 245 24575,'-1'-39'0,"0"24"0,1-1 0,0 1 0,1-1 0,4-20 0,-5 35 0,0-1 0,1 1 0,-1 0 0,0 0 0,1 0 0,-1 0 0,0 0 0,1 0 0,-1 0 0,1 0 0,0 0 0,-1 0 0,1 0 0,0 0 0,0 0 0,-1 0 0,1 0 0,0 1 0,2-2 0,-3 2 0,1 0 0,0 0 0,-1 0 0,1 0 0,0 0 0,-1 0 0,1 0 0,0 0 0,-1 1 0,1-1 0,0 0 0,-1 0 0,1 1 0,0-1 0,-1 0 0,1 1 0,-1-1 0,1 1 0,-1-1 0,1 1 0,-1-1 0,1 1 0,0 0 0,3 5 0,1 0 0,-1 0 0,-1 1 0,6 11 0,62 177 0,-12-27 0,-39-117 0,2-1 0,2-1 0,35 53 0,-56-98 0,0 0 0,0 0 0,0-1 0,1 1 0,0-1 0,7 6 0,-10-8 0,0 0 0,0-1 0,0 1 0,0-1 0,0 1 0,0-1 0,0 0 0,0 1 0,0-1 0,0 0 0,1 0 0,-1 0 0,0 0 0,0 0 0,0 0 0,0 0 0,0 0 0,0 0 0,0-1 0,0 1 0,1 0 0,-1-1 0,0 1 0,0-1 0,0 1 0,0-1 0,0 1 0,-1-1 0,1 0 0,0 1 0,0-1 0,0 0 0,-1 0 0,1 0 0,1-1 0,10-17 0,-1 0 0,-1-1 0,-1 0 0,12-37 0,-9 23 0,94-277 0,-27 74 0,-75 223 0,2 1 0,8-16 0,-10 26 135,-4 10 53,-2 16-957,1-18-150,-1 17-5907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2.0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440 183 24575,'0'-20'0,"1"7"0,-1 0 0,-1-1 0,0 1 0,-5-24 0,5 33 0,-1 0 0,1 0 0,-1 1 0,0-1 0,0 1 0,0-1 0,0 1 0,-1 0 0,1 0 0,-1 0 0,0 0 0,1 0 0,-2 0 0,1 1 0,0 0 0,0-1 0,-1 1 0,1 1 0,-1-1 0,-6-2 0,4 2 0,-1 0 0,1 0 0,-1 1 0,1 0 0,-1 0 0,0 1 0,1-1 0,-1 1 0,0 1 0,1 0 0,-1 0 0,0 0 0,1 0 0,-8 4 0,6-2 0,-1 1 0,1 0 0,0 0 0,1 1 0,-1 0 0,1 1 0,0 0 0,0 0 0,-10 12 0,10-9 0,0 0 0,1 0 0,0 0 0,0 1 0,1 0 0,0 0 0,1 0 0,0 1 0,1-1 0,0 1 0,0 0 0,1 0 0,1 0 0,0 0 0,0 0 0,1 0 0,3 18 0,0-14 0,1 0 0,0-1 0,1 0 0,1 0 0,1 0 0,0 0 0,0-1 0,14 18 0,7 3 0,49 48 0,-33-38 0,-33-34 0,-1 2 0,0 0 0,-1 0 0,12 20 0,-19-28 0,-1-1 0,1 1 0,-1 0 0,1 0 0,-1 0 0,0 0 0,-1 0 0,1 0 0,-1 7 0,0-8 0,0-1 0,-1 1 0,1-1 0,-1 0 0,1 1 0,-1-1 0,0 0 0,0 1 0,0-1 0,0 0 0,-1 0 0,1 0 0,-1 0 0,1 0 0,-1 0 0,0 0 0,-2 2 0,-4 1 0,1 0 0,-1 0 0,0-1 0,-1 0 0,1 0 0,-1-1 0,1 0 0,-1-1 0,0 1 0,0-2 0,0 1 0,-14-1 0,0 0 0,1-2 0,0 0 0,0-2 0,-23-4 0,32 4-195,0-1 0,0 0 0,0-1 0,1 0 0,0-1 0,-14-8 0,4-1-6631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2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421 57 24575,'0'-2'0,"0"0"0,0 0 0,-1 0 0,1 0 0,0 0 0,-1 0 0,1 0 0,-1 0 0,0 0 0,0 0 0,0 0 0,0 1 0,0-1 0,0 0 0,0 1 0,0-1 0,-1 0 0,1 1 0,0-1 0,-3-1 0,0 1 0,1 0 0,-1 0 0,1 1 0,-1-1 0,0 1 0,0-1 0,0 1 0,0 0 0,-7 0 0,-4 0 0,1 1 0,-1 0 0,1 1 0,-27 6 0,28-4 0,1 1 0,-1 0 0,1 1 0,0 1 0,0-1 0,0 2 0,1 0 0,0 0 0,-16 15 0,15-11 0,0 1 0,1 0 0,1 0 0,0 1 0,0 1 0,1-1 0,-12 26 0,16-27 0,1-1 0,0 1 0,0 0 0,1-1 0,0 2 0,2-1 0,-1 0 0,1 0 0,1 1 0,1 16 0,0-20 0,1 1 0,0-1 0,1 0 0,-1 0 0,2 0 0,-1 0 0,2-1 0,-1 1 0,1-1 0,0 0 0,0 0 0,1-1 0,0 1 0,11 9 0,-7-9 31,0-1 0,0 1 0,1-1 0,0-1 0,0 0 0,0-1 0,1 0 0,0-1 1,0 0-1,24 4 0,-12-4-373,0-1 1,0-2 0,1-1-1,40-4 1,-11-3-6485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3.6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260 578 24575,'5'-6'0,"0"0"0,0 0 0,-1-1 0,0 0 0,0 0 0,0 0 0,3-11 0,-5 13 0,-1 1 0,1-1 0,-1 0 0,0 1 0,0-1 0,-1 0 0,1 0 0,-1 1 0,0-1 0,-1 0 0,1 0 0,-1 0 0,-1-6 0,1 8 0,-1 1 0,1-1 0,-1 1 0,1-1 0,-1 1 0,0 0 0,0-1 0,0 1 0,0 0 0,0 0 0,0 0 0,-1 1 0,1-1 0,0 0 0,-5-1 0,2 1 0,0 0 0,0 0 0,0 1 0,0 0 0,-1 0 0,1 0 0,-11 0 0,6 2 0,-1-1 0,1 1 0,-1 1 0,1 0 0,0 1 0,0 0 0,0 0 0,-12 6 0,14-4 0,0 0 0,0 1 0,0 0 0,1 0 0,0 1 0,0-1 0,1 2 0,0-1 0,0 1 0,0 0 0,1 0 0,0 0 0,1 1 0,0-1 0,-5 18 0,7-21 0,1 0 0,-1 0 0,1 0 0,1 0 0,-1 0 0,1 0 0,0 1 0,0-1 0,0 0 0,1 0 0,-1 0 0,1 0 0,1 0 0,-1 0 0,1 0 0,0 0 0,0 0 0,0-1 0,1 1 0,-1-1 0,1 1 0,0-1 0,1 0 0,-1 0 0,1 0 0,-1-1 0,1 1 0,0-1 0,1 0 0,6 4 0,-3-3 0,-1 0 0,1-1 0,-1 1 0,1-2 0,0 1 0,1-1 0,-1 0 0,0-1 0,0 0 0,1 0 0,-1-1 0,0 0 0,1-1 0,-1 1 0,0-2 0,1 1 0,-1-1 0,0 0 0,0-1 0,0 0 0,11-5 0,-7 1 0,0-1 0,0 0 0,-1-1 0,0 0 0,0 0 0,-1-1 0,-1 0 0,1-1 0,-2 0 0,1-1 0,12-25 0,-13 20 0,0 0 0,-2-1 0,10-36 0,-16 51 0,1 0 0,0 1 0,0-1 0,1 0 0,-1 0 0,1 1 0,-1-1 0,1 1 0,0-1 0,0 1 0,0 0 0,0 0 0,0 0 0,0 0 0,1 0 0,-1 0 0,1 0 0,-1 1 0,1-1 0,0 1 0,-1 0 0,4-1 0,7-2 0,-1 1 0,1 1 0,25-2 0,-14 1 0,48-7 0,-12 1 0,60-1 0,-114 10 0,1 0 0,-1-1 0,0 0 0,10-3 0,-15 4 0,0 0 0,-1-1 0,1 1 0,0 0 0,-1 0 0,1-1 0,-1 1 0,1 0 0,-1-1 0,1 1 0,-1-1 0,1 1 0,-1 0 0,1-1 0,-1 1 0,0-1 0,1 1 0,-1-1 0,0 0 0,1 1 0,-1-1 0,1 0 0,-2 0 0,1 0 0,0 0 0,0 0 0,-1 0 0,1 0 0,-1 1 0,1-1 0,-1 0 0,1 0 0,-1 0 0,1 1 0,-1-1 0,0 0 0,1 1 0,-1-1 0,0 0 0,0 1 0,1-1 0,-1 1 0,0-1 0,-1 1 0,-5-5 0,1 2 0,-1-1 0,-1 1 0,1 0 0,0 0 0,-1 1 0,0 0 0,1 0 0,-1 1 0,0 0 0,0 0 0,0 1 0,0 0 0,0 0 0,1 1 0,-1 0 0,-8 2 0,10-1 0,0 0 0,0 0 0,0 1 0,0 0 0,1 0 0,-1 0 0,1 0 0,-1 1 0,1 0 0,0 0 0,1 1 0,-1-1 0,1 1 0,0 0 0,0 0 0,0 1 0,1-1 0,0 1 0,0-1 0,0 1 0,-2 8 0,2-5 0,1-1 0,0 1 0,0 0 0,1-1 0,0 1 0,0 0 0,1 0 0,1 0 0,-1 0 0,1 0 0,1-1 0,-1 1 0,2 0 0,4 12 0,-3-12 0,1 0 0,0 0 0,1 0 0,0 0 0,0-1 0,1 0 0,0 0 0,0-1 0,1 0 0,0 0 0,17 11 0,-9-8 0,0-1 0,1-1 0,-1 0 0,25 7 0,-35-13 0,1 0 0,0-1 0,-1 1 0,1-1 0,0 0 0,-1-1 0,1 0 0,0 0 0,0 0 0,-1-1 0,1 0 0,0 0 0,-1-1 0,1 0 0,7-3 0,-10 3 0,0-1 0,0 0 0,0-1 0,0 1 0,0-1 0,-1 0 0,0 0 0,0 0 0,0 0 0,0 0 0,0-1 0,-1 1 0,3-9 0,3-7 0,7-40 0,-14 56 0,80-460 0,-74 415 0,-3 19 0,-5 20 0,-4 14 0,-6 17 0,-6 17 0,2 2 0,2 0 0,-12 57 0,-7 130 0,29-197 0,1 0 0,4 44 0,-1-65 0,0 0 0,0 0 0,1 0 0,1 0 0,-1 0 0,1-1 0,0 1 0,1-1 0,0 0 0,1 0 0,-1-1 0,11 13 0,-12-17 0,-1-1 0,1 1 0,0-1 0,0 0 0,0 0 0,0 0 0,0 0 0,0-1 0,0 1 0,1-1 0,-1 0 0,1 0 0,-1 0 0,6 1 0,-2-2 0,-1 0 0,1 0 0,-1 0 0,1-1 0,-1 0 0,1 0 0,8-4 0,4-2 0,0-1 0,0-1 0,-1 0 0,18-13 0,-18 9 0,-1-1 0,26-25 0,-33 28 0,1 1 0,0 0 0,0 1 0,1 0 0,0 0 0,1 1 0,0 1 0,16-7 0,-12 9 0,-3 0 0,1 0 0,0-1 0,-1-1 0,24-14 0,-35 19 0,-1 0 0,1 1 0,-1-1 0,0 0 0,1 0 0,-1-1 0,0 1 0,-1 0 0,1-1 0,0 1 0,-1-1 0,1 0 0,-1 1 0,0-1 0,0 0 0,0 0 0,0 0 0,0 0 0,-1 0 0,1 0 0,-1 0 0,0 0 0,0 0 0,0 0 0,0 0 0,0 0 0,-1 0 0,0 0 0,1 0 0,-1 1 0,-2-5 0,2 3 0,-1 1 0,0 0 0,0-1 0,0 1 0,0 0 0,-1 1 0,1-1 0,-1 0 0,1 0 0,-1 1 0,0 0 0,0 0 0,0-1 0,0 2 0,-1-1 0,1 0 0,0 1 0,-1-1 0,0 1 0,1 0 0,-1 0 0,1 1 0,-7-1 0,4 0 0,0 1 0,0 0 0,1 0 0,-1 0 0,0 1 0,0 0 0,1 1 0,-1-1 0,1 1 0,-1 0 0,1 0 0,-1 0 0,1 1 0,-7 5 0,3 0 0,0 0 0,0 1 0,1 0 0,0 1 0,1 0 0,0 0 0,0 1 0,1 0 0,1 0 0,0 0 0,0 0 0,1 1 0,0 0 0,1 0 0,1 0 0,0 0 0,0 1 0,1-1 0,2 24 0,0-25 0,0-1 0,0 1 0,1-1 0,1 1 0,0-1 0,0 0 0,1 0 0,0-1 0,1 1 0,8 13 0,-8-17 0,0 1 0,1-1 0,-1 0 0,1 0 0,0-1 0,1 0 0,-1 0 0,1 0 0,0-1 0,0 0 0,1 0 0,-1-1 0,1 0 0,12 3 0,-2-2-170,1-2-1,-1 0 0,1-1 1,-1-1-1,1 0 0,-1-2 1,35-6-1,-14-1-6655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35.3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3780 297 24575,'-24'-23'0,"-1"1"0,-1 1 0,-1 1 0,0 1 0,-2 2 0,0 1 0,-1 1 0,0 1 0,-61-17 0,3 8 0,-2 4 0,-122-10 0,12 11-106,0 9 0,-363 30 0,399-1 27,1 7-1,2 6 1,-290 102-1,324-85 80,2 5 0,2 6 0,-166 110 0,221-123 0,2 2 0,2 4 0,-73 79 0,120-114 32,0 1 0,2 1 0,0 0-1,2 1 1,0 0 0,2 2 0,0-1 0,1 1-1,-7 31 1,14-42-15,0 1 0,1 0-1,0 0 1,1 0 0,1 0 0,0 0-1,1 0 1,0 0 0,1-1 0,1 1-1,0 0 1,1-1 0,0 1 0,1-1-1,1 0 1,0-1 0,1 0 0,12 18-1,-2-9-16,1-1 0,1 0 0,1-1 0,1-1 0,0-1 0,1-1 0,1-1 0,35 17 0,18 5 0,114 36 0,31-3-172,306 58 1,241-16-173,121-74 344,-1-86 0,-281-32 0,-489 56 0,0-6 0,-2-5 0,115-52 0,-175 62-3,-2-3-1,56-36 1,-90 51 17,-1-2 0,0 0 0,-1-1-1,0 0 1,-2-2 0,0 0 0,0-1 0,14-24 0,-24 32 1,-1 0 1,0 0-1,0 0 1,-1 0-1,-1-1 1,0 1-1,0-1 1,-1 0-1,-1 0 1,0 0-1,-1-17 1,-2 12 7,0 0 0,-1 0 0,-1 0 1,0 0-1,-1 0 0,-1 1 1,-10-18-1,-4-3 10,-1 2 1,-3 0-1,0 1 0,-2 2 1,-56-54-1,26 35-65,-2 2-1,-3 2 0,-80-47 1,54 45-112,-186-76 1,115 70 4,-3 7 0,-295-48 0,138 56-1025,-392 2-1,568 36-3863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3.2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15513 561 24575,'33'-47'0,"0"8"0,-17 21 0,22-33 0,-34 45 0,0 0 0,-1 0 0,0-1 0,0 1 0,0-1 0,-1 0 0,0 0 0,-1 0 0,2-14 0,-3 18 0,0 0 0,0 0 0,-1 0 0,0 0 0,1 0 0,-1 0 0,0 0 0,0 0 0,-1 0 0,1 0 0,0 1 0,-1-1 0,0 0 0,0 1 0,0 0 0,0-1 0,0 1 0,0 0 0,0 0 0,-1 0 0,1 0 0,-1 0 0,-2-1 0,-9-4 0,1 0 0,-1 1 0,-21-7 0,26 10 0,-46-14 0,-81-14 0,-62 1 0,123 20 0,-459-46-1061,-3 21-277,429 29 1281,-983-36-2228,-1424 127 0,309 169 1323,27 166 0,1466-229 962,-864 355 0,-678 471-629,1671-699 2330,422-218-554,-219 180-1,346-251-39,0 1-1,2 3 1,2 0 0,-44 60-1,75-92-1102,0-1-1,0 0 0,0 1 0,0-1 0,-1 0 0,1 0 0,0 1 0,0-1 0,0 0 0,0 1 0,0-1 0,-1 0 0,1 0 0,0 1 0,0-1 0,0 0 0,-1 0 0,1 0 0,0 1 0,-1-1 0,1 0 0,0 0 0,0 0 0,-1 0 0,1 1 0,0-1 0,-1 0 0,1 0 0,0 0 1,-1 0-1,1 0 0,0 0 0,-1 0 0,1 0 0,0 0 0,0 0 0,-1 0 0,1 0 0,0 0 0,-1 0 0,1-1 0,0 1 0,-1 0 0,1 0 0,0 0 0,0 0 0,-1 0 0,1-1 0,0 1 0,0 0 0,-1 0 0,1-1 0,-7-16-1477,5 4-5352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3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218 21 24575,'1'-1'0,"0"0"0,0 0 0,-1 0 0,1 0 0,-1 0 0,1 0 0,-1 0 0,1 0 0,-1 0 0,0 0 0,1-1 0,-1-1 0,-2-1 0,-5 8 0,-3 5 0,1 1 0,1 1 0,0-1 0,-12 22 0,-23 53 0,28-55 0,13-25 0,-69 158 0,64-145 0,1 0 0,1 1 0,1 0 0,1 0 0,1 0 0,0 0 0,1 22 0,2-35 18,-1 0 0,1 0 0,0-1 0,0 1 0,1 0 0,0-1 0,0 1 0,0-1 0,0 0 0,1 0 0,0 0 0,0 0 0,1 0 0,-1-1 0,1 1 0,0-1 0,0 0 0,8 6 0,-3-4-189,0-1 0,1 0 1,-1 0-1,1-1 0,0 0 1,0-1-1,1 0 0,-1 0 1,12 0-1,26 3-6655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8.5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93 24575,'11'-9'0,"0"1"0,0 0 0,1 0 0,20-9 0,-5 3 0,23-15 0,-73 55 0,-36 26 0,32-29 0,1 0 0,1 2 0,1 0 0,-36 52 0,58-75 0,0 1 0,1 0 0,-1-1 0,1 1 0,-1 0 0,1 0 0,0 0 0,1 0 0,-1 0 0,0 0 0,1 0 0,-1 0 0,1 0 0,0 1 0,0-1 0,1 5 0,0-5 0,0 0 0,1-1 0,-1 1 0,1-1 0,-1 1 0,1-1 0,0 0 0,0 0 0,0 1 0,0-1 0,0-1 0,0 1 0,1 0 0,-1 0 0,0-1 0,1 1 0,0-1 0,2 1 0,58 25 0,2-3 0,98 23 0,-140-42-682,45 5-1,-45-9-6143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8.7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24575,'183'21'0,"31"-7"0,387-23 0,-538 2-1365,-13 1-5461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30T04:39:20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31 24575,'-1'0'0,"1"0"0,0 0 0,0 0 0,-1 1 0,1-1 0,0 0 0,0 0 0,-1 0 0,1 0 0,0 0 0,-1 0 0,1 0 0,0 0 0,0 0 0,-1 0 0,1 0 0,0 0 0,0 0 0,-1 0 0,1 0 0,0 0 0,-1 0 0,1 0 0,0-1 0,0 1 0,-1 0 0,1 0 0,0 0 0,0 0 0,-1-1 0,1 1 0,0 0 0,0 0 0,0 0 0,0-1 0,-1 1 0,1 0 0,0 0 0,0-1 0,0 1 0,0 0 0,0 0 0,0-1 0,-1 1 0,1 0 0,0 0 0,0-1 0,0 1 0,0 0 0,0-1 0,0 1 0,0 0 0,0 0 0,0-1 0,1 1 0,-1 0 0,0-1 0,0 1 0,0 0 0,0 0 0,0-1 0,0 1 0,1 0 0,0-2 0,0 1 0,0 0 0,0 0 0,0 0 0,0 0 0,0 1 0,0-1 0,0 0 0,1 0 0,-1 1 0,0-1 0,3 0 0,23-3 0,0 0 0,0 2 0,54 4 0,-30-1 0,463 0-1365,-471-1-5461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30T04:39:20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24575,'5'0'0,"6"0"0,6 0 0,9 0 0,5 0 0,6 0 0,7 0 0,4-5 0,9-1 0,3 0 0,6 1 0,1 2 0,-2 1 0,-7 1 0,-13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9T05:49:54.2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 24575,'3'-3'0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05.9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795 8 24575,'-1'-1'0,"0"0"0,0 0 0,-1 1 0,1-1 0,0 1 0,0-1 0,0 1 0,-1-1 0,1 1 0,0-1 0,-1 1 0,1 0 0,0 0 0,-1 0 0,1 0 0,0 0 0,-1 0 0,1 0 0,0 0 0,-1 0 0,1 1 0,0-1 0,0 1 0,-2 0 0,-35 18 0,17-8 0,-68 22 0,-15 6 0,59-18 0,2 1 0,0 2 0,2 2 0,0 2 0,2 2 0,-48 47 0,69-60 0,2 1 0,0 1 0,2 1 0,0 0 0,1 0 0,1 2 0,0 0 0,2 0 0,1 1 0,1 0 0,1 0 0,0 1 0,2 0 0,-3 43 0,7-49 0,1 1 0,1 0 0,1-1 0,1 1 0,0-1 0,1 0 0,1 0 0,1 0 0,1 0 0,0-1 0,1 0 0,1-1 0,1 0 0,18 24 0,-12-20 0,1-2 0,0 0 0,2-1 0,0 0 0,1-2 0,1 0 0,0-2 0,1 0 0,0-1 0,32 12 0,-25-14 0,1 0 0,0-2 0,1-1 0,-1-2 0,1-1 0,0-1 0,0-1 0,0-2 0,60-8 0,-58 2 0,1-1 0,-1-2 0,-1-1 0,0-2 0,0-1 0,-1-1 0,-1-2 0,53-37 0,-39 20 0,-2-2 0,-1-1 0,-2-3 0,-2-1 0,-2-2 0,-1-1 0,-2-2 0,-3-1 0,-1-1 0,-2-1 0,19-54 0,-36 78 0,-1-1 0,-1 1 0,-1-1 0,-1 0 0,-2-1 0,2-35 0,-5 51 0,-1-1 0,0 1 0,0 0 0,-1 0 0,0-1 0,0 1 0,-1 1 0,-1-1 0,0 0 0,0 1 0,-1 0 0,0 0 0,0 0 0,-1 0 0,-1 1 0,1 0 0,-1 0 0,-12-9 0,5 6 0,-1 1 0,0 1 0,-1 0 0,0 1 0,0 1 0,-1 1 0,0 0 0,-21-4 0,-15-1 0,-75-6 0,53 10-455,0 3 0,-142 11 0,186-2-6371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06.5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10 165 24575,'-1'-1'0,"0"0"0,0-1 0,0 1 0,1 0 0,-1-1 0,0 1 0,0-1 0,1 1 0,-1-1 0,1 1 0,0-1 0,-1 1 0,1-1 0,0 0 0,0 1 0,0-3 0,0 4 0,0-1 0,0 1 0,0 0 0,0-1 0,0 1 0,0 0 0,0-1 0,0 1 0,0 0 0,0-1 0,1 1 0,-1 0 0,0-1 0,0 1 0,0 0 0,1 0 0,-1-1 0,0 1 0,0 0 0,1-1 0,-1 1 0,0 0 0,0 0 0,1 0 0,-1-1 0,1 1 0,0 0 0,-1 0 0,1 0 0,0 0 0,0 0 0,0 1 0,-1-1 0,1 0 0,0 0 0,-1 1 0,1-1 0,0 0 0,0 1 0,-1-1 0,1 1 0,-1-1 0,1 0 0,0 1 0,0 0 0,31 28 0,-24-20 0,1-1 0,1 0 0,-1 0 0,1-1 0,1 0 0,-1-1 0,1 0 0,21 8 0,-21-11 0,0-1 0,0 0 0,0-1 0,1 0 0,-1-1 0,0 0 0,0-1 0,0 0 0,0-1 0,0 0 0,0 0 0,0-1 0,0-1 0,18-8 0,-12 3 0,0 0 0,0-2 0,-1 1 0,-1-2 0,0 0 0,0-1 0,23-26 0,-34 35-85,-1-1 0,1 1-1,-1-1 1,1 0 0,-2 0-1,1 0 1,0-1 0,-1 1-1,0-1 1,0 1 0,-1-1-1,1 0 1,-1 0 0,-1 1-1,1-8 1,-3 0-6741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06.8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1 24575,'-3'0'0,"-3"0"0,-5 0 0,3 0 0,6 0 0,7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06.9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24575,'0'3'0,"2"1"0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07.7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238 1 24575,'0'0'0,"1"0"0,-1 0 0,1 0 0,-1 0 0,0 1 0,1-1 0,-1 0 0,1 0 0,-1 0 0,0 1 0,1-1 0,-1 0 0,0 0 0,1 1 0,-1-1 0,0 0 0,0 1 0,1-1 0,-1 1 0,0-1 0,0 0 0,1 1 0,-1-1 0,0 0 0,0 1 0,0-1 0,0 1 0,0-1 0,0 1 0,0-1 0,0 0 0,0 1 0,0-1 0,0 1 0,0-1 0,0 1 0,0-1 0,0 0 0,0 1 0,0-1 0,-1 1 0,-4 20 0,-47 105 0,-72 200 0,66-135 0,57-188 0,0 0 0,0 0 0,0 0 0,1 1 0,-1-1 0,1 0 0,0 0 0,0 1 0,0-1 0,0 0 0,1 1 0,-1-1 0,2 5 0,-1-6 0,0-1 0,1 1 0,-1 0 0,0-1 0,0 1 0,1-1 0,-1 0 0,1 0 0,-1 1 0,1-1 0,0 0 0,-1 0 0,1 0 0,0-1 0,0 1 0,0 0 0,-1-1 0,1 1 0,0-1 0,0 1 0,0-1 0,0 0 0,4 0 0,208 0 0,-97-3 0,287 21 0,-82-1 0,-313-16 0,2-1 0,-1 0 0,1 0 0,-1-1 0,18-3 0,-26 4 0,-1-1 0,1 1 0,0-1 0,0 1 0,0-1 0,0 0 0,-1 0 0,1 0 0,0 0 0,-1 0 0,1 0 0,-1-1 0,1 1 0,-1 0 0,0-1 0,0 1 0,1-1 0,-1 1 0,0-1 0,0 0 0,0 1 0,-1-1 0,1 0 0,0 0 0,-1 0 0,1 0 0,-1 1 0,1-1 0,-1 0 0,0 0 0,0-4 0,-3-15 0,0 1 0,-2-1 0,0 1 0,-1-1 0,-1 2 0,-12-24 0,-8-25 0,-8-47 0,-22-58 0,47 149 0,-1 0 0,-1 1 0,-1 0 0,-29-39 0,31 51-1365,2 3-5461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09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2 24575,'7'-1'0,"-2"1"0,-1 9 0,-2 18 0,-1 0 0,-2 0 0,-6 47 0,3-31 0,-21 458-1365,25-471-5461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0.2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21 222 24575,'-4'-8'0,"1"0"0,0 1 0,1-1 0,0 0 0,0 0 0,0 0 0,1-1 0,0 1 0,1 0 0,0 0 0,2-16 0,-2 19 0,1 0 0,0-1 0,1 1 0,-1 0 0,1 0 0,0 0 0,0 1 0,1-1 0,-1 0 0,1 1 0,0 0 0,0-1 0,1 1 0,-1 0 0,1 1 0,0-1 0,0 1 0,0-1 0,6-2 0,-6 3 0,1 1 0,0-1 0,0 1 0,0 0 0,0 1 0,0-1 0,0 1 0,0 0 0,1 1 0,-1-1 0,0 1 0,0 0 0,1 0 0,-1 0 0,0 1 0,0 0 0,1 0 0,-1 0 0,0 1 0,9 4 0,-6-2 0,0 1 0,-1 0 0,0 0 0,0 1 0,0 0 0,-1 0 0,0 1 0,0-1 0,-1 1 0,1 1 0,7 14 0,0 5 57,0 0 0,-2 1 0,-1 1 0,-1 0 0,9 55 0,-10-19-911,1 107 1,-9-134-5973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0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14 172 24575,'-3'0'0,"-1"-2"0,0-5 0,1-4 0,7-2 0,5-3 0,8-1 0,6-1 0,6 0 0,6-1 0,3 1 0,5 0 0,-6 4-8191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0.8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39 24575,'0'0'0,"-1"0"0,1 0 0,0 0 0,-1 0 0,1 0 0,0 0 0,-1 0 0,1 0 0,-1 0 0,1 0 0,0 0 0,-1-1 0,1 1 0,0 0 0,-1 0 0,1 0 0,0 0 0,-1-1 0,1 1 0,0 0 0,0 0 0,-1-1 0,1 1 0,0 0 0,0 0 0,-1-1 0,1 1 0,0 0 0,0-1 0,0 1 0,-1 0 0,1-1 0,0 1 0,0-1 0,0 1 0,0 0 0,0-1 0,0 1 0,0 0 0,0-1 0,0 1 0,0-1 0,0 1 0,0 0 0,0-1 0,0 1 0,0 0 0,0-1 0,1 1 0,-1-1 0,0 0 0,1 0 0,-1 0 0,1-1 0,0 1 0,-1 0 0,1 0 0,0 0 0,-1 0 0,1 1 0,0-1 0,0 0 0,0 0 0,0 0 0,0 1 0,2-2 0,-1 1 0,-1 1 0,1-1 0,0 1 0,0-1 0,1 1 0,-1 0 0,0 0 0,0 0 0,0 0 0,0 0 0,0 0 0,0 1 0,0-1 0,0 1 0,0-1 0,3 2 0,-1 0 0,0 1 0,-1-1 0,1 0 0,0 1 0,-1 0 0,0 0 0,5 5 0,0 2 0,0 0 0,-1 1 0,0 0 0,7 18 0,-5-11 0,-2 2 0,10 36 0,-15-45 0,0 0 0,0 0 0,-1 0 0,-1 0 0,0 0 0,0 0 0,-3 11 0,2-18 0,0 0 0,-1 0 0,0 0 0,1 0 0,-1 0 0,-1 0 0,-3 4 0,6-7 0,0-1 0,-1 1 0,1-1 0,0 1 0,-1-1 0,1 1 0,0-1 0,-1 1 0,1-1 0,-1 1 0,1-1 0,-1 0 0,1 1 0,-1-1 0,1 0 0,-1 1 0,1-1 0,-1 0 0,1 0 0,-1 0 0,1 1 0,-1-1 0,0 0 0,1 0 0,-1 0 0,1 0 0,-1 0 0,0 0 0,1 0 0,-1 0 0,1 0 0,-1 0 0,0 0 0,1-1 0,-1 1 0,1 0 0,-1 0 0,1-1 0,-1 1 0,1 0 0,-1-1 0,1 1 0,-1 0 0,1-1 0,-1 1 0,1-1 0,-1 1 0,1-1 0,0 1 0,-1-1 0,1 1 0,0-1 0,0 1 0,-1-1 0,1 1 0,0-1 0,0 1 0,0-1 0,0 0 0,-1 1 0,1-2 0,-3-8 0,1 0 0,0 0 0,0 0 0,1-1 0,1 1 0,-1-1 0,2 1 0,-1-1 0,4-13 0,0 2 0,1 1 0,1 0 0,13-31 0,-15 43 0,0 0 0,1 0 0,0 0 0,0 1 0,1 0 0,0 0 0,14-14 0,-18 21 0,0-1 0,0 0 0,0 1 0,0-1 0,0 1 0,0 0 0,0 0 0,0 0 0,1 0 0,-1 0 0,0 0 0,1 1 0,-1-1 0,0 1 0,1 0 0,-1-1 0,1 1 0,-1 0 0,1 0 0,-1 1 0,1-1 0,-1 0 0,0 1 0,1 0 0,-1-1 0,0 1 0,1 0 0,-1 0 0,0 0 0,0 1 0,0-1 0,0 0 0,0 1 0,0 0 0,0-1 0,0 1 0,2 3 0,5 6 57,0 1 0,-1-1 0,0 1 0,-1 1 0,12 25 0,-8-8-911,13 49 1,-18-54-5973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1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0 177 24575,'1'-1'0,"0"0"0,-1 1 0,1-1 0,-1-1 0,1 1 0,-1 0 0,1 0 0,-1 0 0,0 0 0,1 0 0,-1 0 0,0-2 0,0 0 0,-2 10 0,1 7 0,0 0 0,1 1 0,1-1 0,0 0 0,1 0 0,0 0 0,1 0 0,7 17 0,-2-9 0,0 0 0,2-1 0,1 0 0,16 25 0,-24-42 0,0 0 0,1 1 0,-1-1 0,1 0 0,0-1 0,-1 1 0,2-1 0,-1 0 0,0 0 0,8 4 0,-10-6 0,0 0 0,0-1 0,0 1 0,0-1 0,0 1 0,0-1 0,1 0 0,-1 0 0,0 0 0,0 0 0,0 0 0,0 0 0,1-1 0,-1 1 0,0-1 0,0 1 0,0-1 0,0 0 0,0 0 0,0 0 0,0 0 0,0 0 0,-1 0 0,1-1 0,0 1 0,-1-1 0,4-2 0,4-7 0,0 0 0,-1 0 0,0-1 0,-1 0 0,0 0 0,-1-1 0,9-26 0,-3 0 0,11-58 0,-22 89 0,4-17 0,3-47 0,-8 66 0,0 0 0,0-1 0,-1 1 0,1 0 0,-2-1 0,1 1 0,0 0 0,-1 0 0,0 0 0,-1 0 0,1 0 0,-8-10 0,-1 4-1365,-1 5-5461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1.6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 24575,'2'-11'0,"4"10"0,-5 2 0,0 0 0,0 0 0,0 0 0,0 0 0,0 1 0,0-1 0,0 0 0,0 0 0,-1 1 0,1-1 0,1 3 0,14 43 0,-3 1 0,-1 0 0,-2 0 0,-3 1 0,3 82 0,-9-145 0,1 0 0,0 1 0,1-1 0,0 1 0,1 0 0,0 0 0,2 0 0,-1 1 0,1-1 0,1 1 0,0 1 0,1-1 0,18-19 0,-25 29 0,1 0 0,0 0 0,1 1 0,-1-1 0,0 1 0,0-1 0,1 1 0,-1 0 0,1 0 0,-1 0 0,1 0 0,-1 1 0,1-1 0,0 1 0,-1-1 0,1 1 0,0 0 0,-1 0 0,1 0 0,3 1 0,-2 0 0,0 0 0,0 0 0,0 1 0,0 0 0,-1 0 0,1 0 0,0 0 0,-1 1 0,0-1 0,0 1 0,6 5 0,-1 2 0,-1-1 0,0 1 0,0 0 0,-1 0 0,0 1 0,-1-1 0,0 1 0,4 14 0,-7-17 0,0 0 0,-1 0 0,1-1 0,-2 1 0,1 0 0,-1 0 0,0 0 0,-1 0 0,0 0 0,0 0 0,-4 12 0,3-16 0,1 0 0,-1 0 0,0 0 0,0 0 0,0 0 0,-1-1 0,1 1 0,-1-1 0,0 0 0,0 0 0,0 0 0,-1 0 0,1 0 0,-1 0 0,1-1 0,-1 0 0,0 0 0,0 0 0,0 0 0,0-1 0,0 1 0,-7 0 0,4 0-72,1-1 1,0-1-1,0 1 0,-1-1 0,1 0 0,0 0 0,-1-1 0,1 0 1,0 0-1,0-1 0,-1 1 0,1-1 0,1-1 0,-1 1 0,0-1 1,0 0-1,1 0 0,-6-4 0,-13-13-6754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2.0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17 24575,'-7'-13'0,"3"10"0,6 10 0,13 35 0,-1 0 0,-3 1 0,7 49 0,-14-65 0,13 133 0,-16-171 0,1-1 0,-1 1 0,2-1 0,0 1 0,0 0 0,1 0 0,0 0 0,1 0 0,0 1 0,1 0 0,13-18 0,-14 21 0,1 0 0,0 0 0,0 1 0,0-1 0,1 2 0,0-1 0,14-8 0,-17 11 0,1 1 0,-1 0 0,0 1 0,1-1 0,-1 1 0,1 0 0,0 0 0,-1 0 0,1 0 0,0 1 0,0 0 0,-1 0 0,1 0 0,0 1 0,7 1 0,-7 0 20,0 0 0,-1 0 0,1 0 1,0 0-1,-1 1 0,1 0 0,-1 0 0,0 0 0,0 1 0,0 0 0,0-1 0,-1 1 0,1 0 0,-1 1 0,0-1 0,4 8 1,-1 1-363,1 0 1,-2 0 0,0 1-1,6 25 1,-7-16-6485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2.5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226 89 24575,'0'-2'0,"0"0"0,-1 0 0,0 0 0,1 0 0,-1 0 0,0 0 0,0 0 0,0 0 0,0 0 0,0 0 0,-1 0 0,1 1 0,0-1 0,-1 1 0,0-1 0,1 1 0,-1-1 0,0 1 0,-2-1 0,-40-23 0,36 21 0,-1 0 0,0 0 0,-1 0 0,1 1 0,-15-4 0,22 7 0,0-1 0,0 1 0,0 0 0,0-1 0,0 1 0,0 0 0,0 0 0,0 1 0,0-1 0,0 0 0,0 1 0,0-1 0,0 1 0,0-1 0,0 1 0,0 0 0,0 0 0,1 0 0,-1 0 0,0 0 0,1 0 0,-1 1 0,0-1 0,1 1 0,0-1 0,-1 1 0,1-1 0,-2 4 0,-3 6 0,1 1 0,0 0 0,1 1 0,1-1 0,0 1 0,-2 13 0,4-21 0,0 1 0,1 0 0,0-1 0,0 1 0,0 0 0,0-1 0,1 1 0,0-1 0,0 1 0,1-1 0,-1 1 0,1-1 0,1 0 0,-1 0 0,1 0 0,3 6 0,-4-9 0,-1 0 0,1 0 0,-1-1 0,1 1 0,0-1 0,0 1 0,0-1 0,0 1 0,0-1 0,0 0 0,0 0 0,0 0 0,1 0 0,-1-1 0,0 1 0,0 0 0,1-1 0,-1 0 0,5 1 0,-3-2 0,0 1 0,-1-1 0,1 0 0,0 0 0,-1 0 0,1-1 0,-1 1 0,1-1 0,-1 0 0,0 0 0,5-3 0,3-5 0,0 0 0,-1 0 0,0-1 0,0 0 0,9-16 0,-16 22 0,0 1 0,0 0 0,0 0 0,1 0 0,0 0 0,0 0 0,0 1 0,6-4 0,-9 6 0,0 1 0,1-1 0,-1 1 0,0-1 0,1 1 0,-1 0 0,0-1 0,1 1 0,-1 0 0,1 0 0,-1 0 0,1 0 0,-1 0 0,0 1 0,1-1 0,-1 0 0,1 1 0,-1-1 0,0 1 0,1-1 0,-1 1 0,0 0 0,0-1 0,0 1 0,1 0 0,-1 0 0,0 0 0,0 0 0,0 0 0,0 0 0,0 0 0,-1 0 0,1 1 0,0-1 0,0 2 0,8 10 101,-1 0-1,6 16 1,-10-20-310,0 0 1,0 0 0,2-1-1,-1 1 1,1-1 0,0 0-1,12 11 1,0-5-6618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2.8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53 24575,'-2'-2'0,"-9"-7"0,9 11 0,4 10 0,7 14 0,0-1 0,2 1 0,1-2 0,0 1 0,2-2 0,1 0 0,1 0 0,37 38 0,-51-57 0,1-2 0,0 1 0,0 0 0,1 0 0,-1-1 0,0 0 0,1 0 0,0 0 0,-1 0 0,1 0 0,0-1 0,7 2 0,-9-3 0,0 0 0,1 0 0,-1 0 0,0 0 0,0 0 0,0-1 0,0 1 0,1-1 0,-1 0 0,0 1 0,0-1 0,0 0 0,0 0 0,0 0 0,-1-1 0,1 1 0,0 0 0,0-1 0,-1 1 0,1-1 0,-1 0 0,0 1 0,1-1 0,-1 0 0,2-2 0,10-20 48,-2 0 0,0-1 1,-1 0-1,-1-1 0,5-28 0,24-63-1702,-29 97-5172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0.0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1081 2 24575,'-15'-1'0,"-1"1"0,1 0 0,-1 1 0,1 1 0,0 1 0,0 0 0,0 1 0,0 0 0,-16 8 0,15-4 0,0 2 0,0 0 0,1 1 0,1 1 0,0 0 0,0 0 0,1 2 0,1 0 0,0 0 0,1 1 0,1 0 0,-16 31 0,-1 12 0,3 2 0,-23 84 0,27-81 0,-165 686 0,134-512 0,30-140 0,-117 576 0,-37 603-333,150-957 222,15 0 0,31 329 0,17-292 111,16-2 0,15-2 0,15-4 0,140 363 0,-162-542 0,170 457 0,21-10 0,-185-469 0,7-4 0,6-2 0,5-5 0,7-3 0,5-5 0,6-4 0,161 149 0,-191-208 11,4-3 0,2-4 0,104 57 0,-65-52-341,228 86 0,147 0-359,6-38 645,134 1-177,5-43-212,-533-61 460,247 6 2011,-346-15-1922,0 1 1,1-1-1,-1 0 1,0 0-1,12-4 0,-17 4-158,-1 1-1,0-1 0,1 1 0,-1-1 0,0 0 0,0 1 0,1-1 0,-1 0 0,0 0 0,0 0 0,0 0 0,0 0 0,0 0 1,0 0-1,0-1 0,0 1 0,-1 0 0,1 0 0,0-1 0,-1 1 0,1 0 0,-1-1 0,0 1 0,1-1 0,-1 1 0,0-1 0,0 1 1,0 0-1,1-1 0,-2 1 0,1-1 0,0 1 0,-1-3 0,-3-11-6783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1.5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2123 24575,'82'-78'0,"-40"35"0,69-54 0,55-28 0,-86 68 0,312-196 0,-107 75 0,122-83 0,20 36 0,133 2 0,350-41-402,21 85 0,508 57-264,6 104-209,-77 93 976,-1121-46 1194,-198-19-979,0 1 1,91 34-1,-82-23-1681,-43-15-5461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2.7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0 787 24575,'1'3'0,"-1"-1"0,1 1 0,-1-1 0,1 1 0,0-1 0,0 0 0,0 1 0,0-1 0,1 0 0,-1 0 0,1 0 0,-1 0 0,1 0 0,0 0 0,-1-1 0,1 1 0,0 0 0,0-1 0,0 1 0,1-1 0,-1 0 0,0 0 0,0 0 0,1 0 0,2 1 0,11 3 0,-1 0 0,28 4 0,-34-7 0,89 14 0,156 5 0,102-21 0,-180-1 0,408 9-156,-1 1-131,-2-31 132,-244-9 155,573-130 0,-822 138 100,-1-5-1,97-43 1,-122 41-25,-2-2 0,0-2-1,81-65 1,229-189-75,-362 281 0,0 1 0,0-2 0,-1 1 0,0-1 0,0 0 0,10-17 0,-16 25 10,-1-1-1,0 1 1,0 0-1,1-1 1,-1 1-1,0-1 1,0 1-1,1-1 1,-1 1-1,0-1 1,0 1-1,0-1 1,0 1-1,0-1 0,0 1 1,0-1-1,0 1 1,0-1-1,0 1 1,0-1-1,0 1 1,0-1-1,0 1 1,0-1-1,0 1 1,0 0-1,-1-1 1,1 1-1,0-1 1,0 1-1,-1-1 1,1 1-1,0 0 1,-1-1-1,0 0 1,-16-3-1717,4 4-5119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3.7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31 24575,'0'-3'0,"0"-4"0,-3-3 0,-1 2 0,1 6 0,0 9 0,1 12 0,0 13 0,2 11 0,-1 11 0,1 8 0,1 5 0,-1 4 0,0 0 0,0 2 0,0-5 0,0-12-8191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4.1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1 344 24575,'2'-1'0,"1"-1"0,-1 1 0,0-1 0,1 1 0,-1-1 0,0 0 0,0 0 0,0 0 0,0 0 0,0 0 0,-1-1 0,3-3 0,8-9 0,-8 12 0,1 0 0,-1 0 0,1 0 0,0 1 0,-1-1 0,1 1 0,0 0 0,1 1 0,-1-1 0,0 1 0,9-1 0,8 0 0,34 2 0,-32 0 0,94 1 0,64-1 0,-172 0 0,0 0 0,0-1 0,0-1 0,0 0 0,17-5 0,-24 6 0,0 0 0,-1 0 0,1 0 0,-1-1 0,1 1 0,-1-1 0,0 0 0,1 1 0,-1-1 0,0 0 0,0-1 0,0 1 0,-1 0 0,1 0 0,0-1 0,-1 1 0,1-1 0,-1 1 0,0-1 0,0 0 0,0 0 0,0 1 0,-1-1 0,1-5 0,0 0 0,-1 0 0,0 0 0,-1 0 0,0 0 0,0 0 0,-5-14 0,-19-45 0,17 46 0,5 15 0,0 0 0,0 0 0,0 1 0,0-1 0,-5-4 0,8 10 0,-1-1 0,1 0 0,-1 1 0,1 0 0,-1-1 0,1 1 0,-1-1 0,1 1 0,-1-1 0,1 1 0,-1 0 0,1 0 0,-1-1 0,0 1 0,1 0 0,-1 0 0,1 0 0,-1-1 0,0 1 0,1 0 0,-1 0 0,0 0 0,0 0 0,0 1 0,0 0 0,0-1 0,0 1 0,1 0 0,-1 0 0,0-1 0,0 1 0,1 0 0,-1 0 0,1 0 0,-1 0 0,1 0 0,-1 0 0,1 0 0,0 0 0,-1 0 0,1 0 0,0 0 0,0 0 0,0 2 0,-7 40 0,0 78 0,5-66 0,-19 304-1365,20-335-5461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4.5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89 190 24575,'0'0'0,"1"0"0,-1 0 0,1 0 0,-1 0 0,1 0 0,-1 0 0,1 1 0,-1-1 0,0 0 0,1 0 0,-1 1 0,1-1 0,-1 0 0,1 0 0,-1 1 0,0-1 0,1 0 0,-1 1 0,0-1 0,1 1 0,-1-1 0,0 0 0,0 1 0,1-1 0,-1 1 0,0-1 0,0 1 0,0-1 0,0 1 0,0-1 0,1 1 0,-1-1 0,0 1 0,0-1 0,0 1 0,0-1 0,0 1 0,-1 0 0,-3 23 0,4-21 0,-25 93 0,-18 93 0,16 18 0,31-244 0,1-1 0,2 1 0,15-48 0,-8 29 0,15-59 0,65-164 0,-91 270 0,1-1 0,1 1 0,-1 0 0,2 0 0,9-12 0,-15 20 0,0 1 0,1-1 0,-1 1 0,1-1 0,-1 0 0,1 1 0,-1-1 0,1 1 0,0 0 0,-1-1 0,1 1 0,-1-1 0,1 1 0,0 0 0,-1-1 0,1 1 0,0 0 0,0 0 0,-1 0 0,1 0 0,0 0 0,0-1 0,-1 1 0,1 0 0,0 1 0,1-1 0,-1 0 0,0 1 0,-1 0 0,1-1 0,0 1 0,0 0 0,-1 0 0,1 0 0,0 0 0,-1-1 0,1 1 0,-1 0 0,1 0 0,-1 0 0,0 0 0,1 0 0,-1 2 0,3 6 0,-2 0 0,1 1 0,-1 10 0,-1-19 0,5 87 78,2 55-799,36 196-1,-37-308-6104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4.7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 50 24575,'-3'-3'0,"-4"-1"0,2 0 0,6-2 0,4 0 0,5 1 0,7 1 0,9 2 0,9 0 0,7-1 0,6-1 0,7 0 0,-7 2-8191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4.9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109 99 24575,'-4'-4'0,"0"-1"0,1 0 0,-1 0 0,1-1 0,0 1 0,0 0 0,-3-13 0,4 12 0,-1 0 0,0-1 0,0 1 0,-8-10 0,11 15 0,0 1 0,0 0 0,0 0 0,0-1 0,0 1 0,0 0 0,-1 0 0,1 0 0,0-1 0,0 1 0,0 0 0,0 0 0,-1 0 0,1 0 0,0 0 0,0-1 0,0 1 0,-1 0 0,1 0 0,0 0 0,0 0 0,-1 0 0,1 0 0,0 0 0,0 0 0,-1 0 0,1 0 0,0 0 0,0 0 0,0 0 0,-1 0 0,1 0 0,0 0 0,0 0 0,-1 0 0,1 0 0,0 0 0,0 0 0,-1 0 0,1 1 0,0-1 0,0 0 0,0 0 0,-1 0 0,-4 14 0,1 19 0,-27 339-1365,24-326-5461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5.2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76 24575,'0'-6'0,"1"-1"0,-1 0 0,1 1 0,0-1 0,1 1 0,0-1 0,0 1 0,0 0 0,4-8 0,-5 14 0,-1 0 0,0-1 0,1 1 0,-1 0 0,0 0 0,1-1 0,-1 1 0,0 0 0,1 0 0,-1-1 0,1 1 0,-1 0 0,0 0 0,1 0 0,-1 0 0,1 0 0,-1 0 0,1 0 0,-1 0 0,0 0 0,1 0 0,-1 0 0,1 0 0,-1 0 0,1 0 0,-1 0 0,0 0 0,1 0 0,-1 1 0,1-1 0,-1 0 0,0 0 0,1 0 0,-1 1 0,0-1 0,1 0 0,-1 1 0,0-1 0,1 0 0,-1 1 0,0-1 0,0 0 0,1 1 0,-1-1 0,0 1 0,14 20 0,-13-18 0,55 107 0,45 81 0,-80-156 0,2-2 0,0-1 0,39 40 0,-56-65 86,0-1-1,1 0 0,12 8 1,-17-13-152,-1 0 0,1 0 1,-1 0-1,0 0 0,1 0 1,0-1-1,-1 1 0,1-1 1,-1 1-1,1-1 1,0 0-1,-1 1 0,1-1 1,0 0-1,0 0 0,-1 0 1,1 0-1,0-1 0,-1 1 1,1 0-1,0-1 1,-1 1-1,1-1 0,-1 1 1,4-3-1,6-7-6760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5.3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52 283 24575,'0'-282'0,"-21"385"0,7-9-455,4 0 0,4 168 0,10-215-6371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5.8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91 80 24575,'-1'-1'0,"0"0"0,0 0 0,-1 0 0,1 0 0,0 0 0,0 0 0,0 0 0,0 1 0,-1-1 0,1 0 0,0 1 0,-1-1 0,1 1 0,-1-1 0,1 1 0,-1 0 0,1 0 0,0-1 0,-1 1 0,1 0 0,-1 0 0,1 1 0,-1-1 0,-1 0 0,1 1 0,0 0 0,0 0 0,1 1 0,-1-1 0,0 0 0,0 1 0,1-1 0,-1 1 0,1-1 0,-1 1 0,1 0 0,0 0 0,0 0 0,-2 2 0,-1 5 0,0 1 0,0 0 0,1 0 0,0 0 0,-2 16 0,-2 60 0,6 146 0,3-119 0,-2-76 0,0-27 0,1-33 0,10-91 0,4 1 0,55-202 0,-66 300 0,7-23 0,-10 36 0,-1 0 0,1 0 0,0 0 0,0 0 0,1 0 0,-1 0 0,0 0 0,1 0 0,-1 1 0,1-1 0,-1 0 0,4-2 0,-4 4 0,0 0 0,-1 0 0,1 0 0,-1 0 0,1-1 0,0 1 0,-1 0 0,1 0 0,0 0 0,-1 1 0,1-1 0,0 0 0,-1 0 0,1 0 0,0 0 0,-1 1 0,1-1 0,-1 0 0,1 0 0,-1 1 0,1-1 0,0 1 0,-1-1 0,1 0 0,-1 1 0,0-1 0,1 1 0,-1-1 0,1 1 0,-1-1 0,0 1 0,1 0 0,-1-1 0,0 1 0,0-1 0,1 1 0,-1 1 0,11 26 0,-11-26 0,27 110 0,17 154 0,-19-94 0,-10-75-1365,-10-62-5461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5.9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90 24575,'-3'-3'0,"-1"-4"0,0-3 0,4-4 0,5 1 0,7 0 0,8 2 0,9 3 0,9 2 0,9 3 0,6 2 0,-6 1-8191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7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 12 24575,'-2'0'0,"-1"0"0,0 0 0,1 0 0,-1 1 0,1-1 0,-1 1 0,1 0 0,-1 0 0,-2 1 0,5-2 0,-1 0 0,1 0 0,0 0 0,0 0 0,0 1 0,0-1 0,0 0 0,-1 0 0,1 0 0,0 0 0,0 0 0,0 0 0,0 1 0,0-1 0,0 0 0,-1 0 0,1 0 0,0 0 0,0 1 0,0-1 0,0 0 0,0 0 0,0 0 0,0 0 0,0 1 0,0-1 0,0 0 0,0 0 0,0 0 0,0 1 0,0-1 0,0 0 0,0 0 0,0 0 0,0 0 0,0 1 0,0-1 0,0 0 0,0 0 0,1 0 0,-1 1 0,15 6 0,11-2 0,1 0 0,-1-3 0,1 0 0,27-2 0,-19 1 0,1280-30 0,-1303 28 0,1 1 0,-1-2 0,20-3 0,-23 1 342,-9 4-372,0 0 0,0 0 0,1 0 0,-1 0 0,0 0 0,0 0 0,0-1 0,0 1 0,0 0 0,0 0 0,0 0 0,0 0 0,0 0 0,0 0 0,1 0 1,-1 0-1,0 0 0,0-1 0,0 1 0,0 0 0,0 0 0,0 0 0,0 0 0,0 0 0,0 0 0,0-1 0,0 1 0,0 0 0,0 0 0,0 0 0,0 0 0,0 0 1,0 0-1,0 0 0,0-1 0,0 1 0,0 0 0,-1 0 0,1 0 0,0 0 0,0 0 0,0 0 0,0 0 0,0-1 0,0 1 0,0 0 0,0 0 0,0 0 0,0 0 1,-1 0-1,1 0 0,0 0 0,0 0 0,0 0 0,0 0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8.0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130 15 24575,'-45'-7'0,"41"5"0,-1 1 0,0-1 0,1 1 0,-1 1 0,0-1 0,1 1 0,-1-1 0,0 1 0,0 1 0,1-1 0,-1 1 0,0-1 0,1 2 0,-9 2 0,12-4 0,1 0 0,0 0 0,-1 0 0,1 0 0,0 1 0,-1-1 0,1 0 0,0 0 0,-1 1 0,1-1 0,0 0 0,-1 1 0,1-1 0,0 0 0,0 1 0,0-1 0,-1 0 0,1 1 0,0-1 0,0 0 0,0 1 0,0-1 0,0 1 0,0-1 0,-1 0 0,1 1 0,0-1 0,0 1 0,0-1 0,0 0 0,1 1 0,-1 0 0,10 11 0,22 4 0,23 3 0,0-3 0,1-2 0,66 7 0,-49-9 0,83 25 0,-149-34 0,1-1 0,-1 1 0,1 1 0,-1-1 0,0 1 0,12 9 0,-18-12 0,0 0 0,1 0 0,-1 1 0,0-1 0,0 0 0,1 0 0,-1 1 0,0-1 0,-1 1 0,1-1 0,0 1 0,0-1 0,0 1 0,-1 0 0,1-1 0,-1 1 0,0 0 0,1-1 0,-1 1 0,0 0 0,0 0 0,0-1 0,0 1 0,0 0 0,0 0 0,-1-1 0,1 1 0,-1 0 0,1-1 0,-1 1 0,0 0 0,1-1 0,-1 1 0,0-1 0,0 1 0,0-1 0,-2 3 0,-17 18 0,-1 0 0,-45 36 0,25-23 0,-65 63-1365,79-71-5461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8.6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 13 24575,'-1'-1'0,"0"0"0,0 0 0,0 0 0,0 0 0,-1 0 0,1 0 0,0 0 0,0 1 0,-1-1 0,1 0 0,0 1 0,-1-1 0,1 1 0,0 0 0,-4-1 0,4 1 0,1 0 0,-1 0 0,0 0 0,0 0 0,0 1 0,0-1 0,0 0 0,0 1 0,1-1 0,-1 1 0,0-1 0,0 0 0,1 1 0,-1 0 0,0-1 0,1 1 0,-1-1 0,0 1 0,0 1 0,-1 0 0,1 1 0,0 0 0,-1-1 0,1 1 0,0 0 0,0 0 0,1-1 0,-1 1 0,1 0 0,-1 0 0,1 0 0,0 0 0,0 0 0,0 4 0,43 252 0,0 446 0,-58 1 0,12-653 0,0-11 0,2 1 0,6 54 0,-5-94 0,0 0 0,1-1 0,-1 1 0,1 0 0,0 0 0,-1-1 0,1 1 0,1 0 0,-1-1 0,0 1 0,1-1 0,-1 1 0,1-1 0,-1 0 0,1 0 0,0 0 0,3 3 0,-2-4 0,0 1 0,0-1 0,0 0 0,0 0 0,0 0 0,0 0 0,1-1 0,-1 1 0,0-1 0,0 0 0,1 0 0,-1 0 0,0 0 0,0-1 0,4 0 0,108-17 0,78-10 0,554-21-1560,4 36 0,1170 42 523,-1874-28 978,5 2-145,0-2-1,63-9 0,-76 1-3156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39.4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55 24575,'0'0'0,"0"1"0,-1-1 0,1 0 0,0 0 0,-1 0 0,1 0 0,0 0 0,0 0 0,-1 0 0,1 0 0,0 0 0,-1 0 0,1 0 0,0 0 0,-1 0 0,1 0 0,0 0 0,-1 0 0,1 0 0,0 0 0,0 0 0,-1 0 0,1-1 0,0 1 0,0 0 0,-1 0 0,1 0 0,0-1 0,0 1 0,-1 0 0,1 0 0,0 0 0,0-1 0,0 1 0,-1 0 0,1 0 0,0-1 0,0 1 0,0 0 0,0-1 0,0 1 0,0 0 0,0 0 0,0-1 0,0 1 0,0 0 0,-1-1 0,1 1 0,1 0 0,-1-1 0,0 1 0,0 0 0,0-1 0,0 1 0,0 0 0,0 0 0,0-1 0,0 1 0,0 0 0,1-1 0,-1 1 0,0 0 0,0-1 0,1 0 0,0 0 0,0 0 0,1 0 0,-1-1 0,0 1 0,0 0 0,1 0 0,-1 0 0,0 1 0,1-1 0,-1 0 0,3 0 0,29-6 0,1 1 0,0 2 0,53 0 0,-54 3 0,944-8-3284,-618 11 2577,1160 16-1651,-45 1 66,-1393-19 2289,261 3 877,-117 9 2909,-223-12-3633,0 0 0,0 0 0,0 0 0,1 1 0,-1-1 0,0 1 0,0-1 1,0 1-1,0 0 0,0-1 0,0 1 0,0 0 0,0 0 0,3 2 0,-5-2-93,0 1 0,1-1-1,-1 0 1,0 0-1,0 0 1,0 0-1,0 0 1,0 0 0,0 1-1,0-1 1,0 0-1,0 0 1,-1 0-1,1 0 1,0 0 0,-1 0-1,1 0 1,-1 0-1,1 0 1,-1 0-1,0 0 1,1 0 0,-1 0-1,0 0 1,1 0-1,-3 1 1,-11 17-31,0 0 0,1 1 0,1 1 0,1 0 0,1 0 0,1 1 0,-12 45 0,3 35-26,5 1 0,0 124 0,11-97 0,6-1 0,6 0 0,5 0 0,59 234 0,41-43 0,-113-315 0,0 0 0,0 0 0,0 0 0,0 1 0,-1-1 0,0 0 0,1 7 0,-2-12 0,0 1 0,0 0 0,0 0 0,0-1 0,0 1 0,0 0 0,-1 0 0,1-1 0,0 1 0,0 0 0,-1-1 0,1 1 0,0 0 0,-1-1 0,1 1 0,-1 0 0,1-1 0,-1 1 0,1-1 0,-2 1 0,1 0 0,0 0 0,0-1 0,-1 1 0,1-1 0,0 0 0,-1 1 0,1-1 0,-1 0 0,1 0 0,-1 0 0,1 0 0,0 0 0,-1 0 0,1 0 0,-2-1 0,-116-24 0,21 4 0,-314-34-439,-4 25-508,259 20 573,-318-18-2285,260 17-1113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0.0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715 103 24575,'-1'-1'0,"1"-1"0,-1 0 0,1 0 0,-1 0 0,0 1 0,0-1 0,0 0 0,0 1 0,0-1 0,0 0 0,0 1 0,-1 0 0,1-1 0,-1 1 0,1 0 0,-1-1 0,1 1 0,-4-1 0,-32-18 0,37 20 0,-24-10 0,0 1 0,-1 1 0,-1 1 0,1 1 0,-1 1 0,0 2 0,0 0 0,0 2 0,-33 2 0,38 1 0,1 0 0,0 1 0,0 1 0,0 1 0,1 1 0,0 1 0,0 0 0,0 1 0,1 2 0,1-1 0,-1 2 0,-22 19 0,31-23 0,0 2 0,1-1 0,0 1 0,1 0 0,0 1 0,0 0 0,1 0 0,1 0 0,-1 1 0,2 0 0,-1 0 0,2 0 0,-1 1 0,2-1 0,-3 17 0,4-19 0,1 0 0,0 0 0,0 0 0,1 0 0,0 0 0,0 0 0,1-1 0,1 1 0,-1 0 0,1-1 0,1 1 0,0-1 0,0 0 0,0 0 0,1-1 0,0 1 0,1-1 0,-1 0 0,2-1 0,10 10 0,-2-4 0,0-2 0,1 0 0,1 0 0,0-2 0,0 0 0,0-1 0,1-1 0,0 0 0,0-2 0,1 0 0,-1-1 0,34 1 0,-16-3 0,0-1 0,0-2 0,-1-2 0,1-1 0,62-18 0,-77 17 0,0-2 0,0 0 0,0-1 0,24-15 0,-38 20 0,-1 0 0,0 0 0,0-1 0,0 0 0,-1 0 0,0-1 0,0 1 0,0-1 0,-1 0 0,1 0 0,-2-1 0,1 1 0,-1-1 0,0 0 0,0 0 0,3-12 0,1-11-1365,-3 16-5461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1.0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334 182 24575,'3'-3'0,"-1"1"0,0 0 0,0-1 0,0 1 0,0-1 0,0 0 0,0 0 0,-1 0 0,1 0 0,-1 0 0,0 0 0,0 0 0,0 0 0,-1 0 0,1 0 0,-1-1 0,1 1 0,-1 0 0,0 0 0,0-1 0,-1 1 0,1 0 0,-1 0 0,-1-6 0,1 5 0,-1 1 0,0 0 0,0-1 0,0 1 0,0 0 0,0 0 0,-1 0 0,0 0 0,1 1 0,-1-1 0,0 1 0,0-1 0,0 1 0,-1 0 0,1 0 0,0 1 0,-1-1 0,1 0 0,-1 1 0,-6-1 0,0 0 0,0 1 0,-1 0 0,1 1 0,-1 0 0,1 0 0,-1 1 0,1 1 0,0 0 0,-1 0 0,1 1 0,0 0 0,1 1 0,-1 0 0,1 1 0,-1 0 0,1 0 0,1 1 0,-1 0 0,1 0 0,-13 14 0,13-13 0,1 2 0,0-1 0,0 1 0,0 0 0,2 0 0,-1 1 0,1-1 0,-7 20 0,9-21 0,1 0 0,0 0 0,1 0 0,0 0 0,0 0 0,1 0 0,-1 0 0,2 0 0,-1 0 0,1 0 0,1 0 0,3 12 0,-4-15 0,1 0 0,0 0 0,1 0 0,-1-1 0,1 1 0,0-1 0,0 0 0,0 1 0,1-1 0,-1-1 0,1 1 0,0 0 0,8 4 0,-5-3 0,0-1 0,1-1 0,0 1 0,-1-1 0,1-1 0,0 1 0,0-1 0,10 1 0,-3-2 0,-1 0 0,0-1 0,0 0 0,0-1 0,1 0 0,-1-2 0,0 1 0,-1-2 0,1 0 0,13-6 0,-17 6 0,-1-2 0,0 1 0,0-1 0,-1 0 0,0-1 0,0 0 0,0-1 0,-1 1 0,0-1 0,-1-1 0,0 1 0,0-1 0,-1 0 0,0 0 0,0-1 0,-1 1 0,0-1 0,-1 0 0,0 0 0,-1-1 0,0 1 0,0-1 0,-1 1 0,-1-1 0,1 1 0,-2-1 0,0 1 0,0-1 0,-1 1 0,0 0 0,0-1 0,-7-15 0,8 25 0,1 0 0,-1-1 0,1 1 0,-1 0 0,0 0 0,1-1 0,-1 1 0,0 0 0,0 0 0,0 0 0,0 0 0,-1-1 0,0 5 0,5 8 0,2 0 0,1-1 0,0 0 0,0 0 0,1 0 0,0-1 0,1 0 0,0 0 0,0-1 0,1 0 0,16 11 0,-19-15 0,0 0 0,1 0 0,-1-1 0,1 0 0,0 0 0,0-1 0,0 0 0,8 2 0,-10-4 0,0 1 0,-1-1 0,1 0 0,0 0 0,0 0 0,-1-1 0,1 0 0,0 0 0,-1 0 0,1 0 0,-1-1 0,1 0 0,5-3 0,-7 4 0,-1-1 0,1 0 0,0-1 0,-1 1 0,0 0 0,0-1 0,1 1 0,-1-1 0,-1 0 0,1 1 0,0-1 0,-1 0 0,1 0 0,-1 0 0,0-1 0,0 1 0,0 0 0,-1 0 0,2-6 0,-1-5 0,-1 0 0,0 0 0,-2-18 0,1 26 0,62 443 0,-24-201 0,-34-212 0,-19-84 0,2-27 0,-1-115 0,14 166 0,2 1 0,2-1 0,1 1 0,2 0 0,1 0 0,14-41 0,-17 66 0,0 0 0,1 1 0,0-1 0,0 1 0,1 0 0,0 0 0,1 0 0,0 1 0,0 0 0,1 1 0,0 0 0,13-9 0,-17 13 0,1 0 0,-1 1 0,1-1 0,0 1 0,0 0 0,0 0 0,0 1 0,0 0 0,1-1 0,-1 2 0,0-1 0,1 1 0,-1 0 0,0 0 0,1 0 0,-1 1 0,0-1 0,1 1 0,-1 1 0,0-1 0,0 1 0,0 0 0,0 0 0,0 0 0,-1 1 0,7 4 0,-6-4 0,-1 0 0,0 0 0,0 1 0,-1-1 0,1 1 0,-1 0 0,0 0 0,0 0 0,0 1 0,0-1 0,-1 1 0,0-1 0,0 1 0,0 0 0,0 0 0,-1 0 0,0 0 0,0 0 0,0 0 0,-1 0 0,0 0 0,0 0 0,0 0 0,0 1 0,-1-1 0,0 0 0,-2 7 0,1-3 0,-1 0 0,-1 0 0,1-1 0,-1 1 0,-1-1 0,1 0 0,-2 0 0,1-1 0,-1 0 0,0 0 0,0 0 0,-1 0 0,0-1 0,-11 8 0,7-8-170,-1 0-1,1 0 0,-1-1 1,-1-1-1,1 0 0,0 0 1,-18 2-1,-4-2-6655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1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108 257 24575,'9'-1'0,"1"0"0,-1 0 0,1-1 0,-1 0 0,1-1 0,-1 0 0,0 0 0,0-1 0,-1 0 0,1-1 0,-1 0 0,15-11 0,-18 12 0,0 0 0,0-1 0,0 1 0,-1-1 0,0 0 0,1 0 0,-2-1 0,1 1 0,-1-1 0,1 0 0,-2 1 0,1-2 0,-1 1 0,0 0 0,0 0 0,0-1 0,-1 1 0,0-1 0,0-9 0,-1 13 0,0-1 0,-1 0 0,0 1 0,1-1 0,-1 0 0,0 1 0,-1-1 0,1 1 0,-1-1 0,1 1 0,-1 0 0,0 0 0,0-1 0,0 1 0,-1 1 0,1-1 0,-1 0 0,0 1 0,0-1 0,1 1 0,-1 0 0,-1 0 0,1 0 0,0 0 0,-1 0 0,1 1 0,0 0 0,-1-1 0,0 1 0,1 1 0,-1-1 0,-4 0 0,1 0 0,-1 0 0,1 1 0,-1 0 0,1 1 0,-1-1 0,1 1 0,-1 1 0,1-1 0,0 1 0,0 1 0,0-1 0,0 1 0,0 0 0,0 1 0,-8 5 0,6 0 0,0-1 0,1 1 0,0 1 0,0-1 0,1 1 0,1 1 0,-1-1 0,1 1 0,1 0 0,0 1 0,1-1 0,0 1 0,1 0 0,0 0 0,-1 15 0,3-17 0,0-1 0,1 0 0,0 0 0,1 1 0,0-1 0,0 0 0,1 0 0,0 1 0,4 10 0,-3-14 0,0 0 0,0 0 0,0-1 0,0 1 0,1-1 0,0 0 0,0 0 0,1 0 0,-1-1 0,1 1 0,0-1 0,0 0 0,0 0 0,8 3 0,-6-4 0,-1 0 0,1 0 0,0-1 0,0 0 0,0 0 0,0-1 0,0 0 0,0 0 0,0-1 0,0 1 0,0-2 0,1 1 0,-1-1 0,0 0 0,0-1 0,0 1 0,0-1 0,0-1 0,-1 1 0,1-1 0,-1 0 0,9-6 0,-7 4 0,0-1 0,-1 1 0,1-2 0,-1 1 0,0-1 0,-1 0 0,0 0 0,0-1 0,0 0 0,-1 0 0,0 0 0,-1-1 0,0 1 0,0-1 0,-1 0 0,3-13 0,-4 11 0,-1 7 0,-1-1 0,1 1 0,0 0 0,0 0 0,4-8 0,-5 12 0,0-1 0,1 1 0,-1-1 0,0 1 0,0 0 0,1-1 0,-1 1 0,0 0 0,1-1 0,-1 1 0,1 0 0,-1 0 0,0-1 0,1 1 0,-1 0 0,1 0 0,-1-1 0,1 1 0,-1 0 0,0 0 0,1 0 0,0 0 0,0 0 0,0 0 0,1 1 0,-1-1 0,0 0 0,0 1 0,0-1 0,0 1 0,-1-1 0,1 1 0,0-1 0,0 1 0,0 0 0,0-1 0,1 3 0,3 2 0,1 0 0,-1 0 0,1 0 0,0-1 0,1 0 0,-1 0 0,1-1 0,0 0 0,11 4 0,-15-6 0,0 0 0,0-1 0,0 1 0,0-1 0,1 0 0,-1 0 0,0 0 0,0-1 0,0 1 0,0-1 0,0 0 0,0 0 0,0 0 0,0 0 0,0 0 0,-1 0 0,1-1 0,0 1 0,-1-1 0,1 0 0,-1 0 0,0 0 0,1 0 0,-1 0 0,0-1 0,2-2 0,-1 0 0,0 0 0,0 0 0,0 0 0,0-1 0,-1 1 0,0-1 0,0 0 0,-1 0 0,2-8 0,2 65 0,0-5 0,1 179 0,9 112 0,-13-433 0,-11-45 0,0-31 0,9 131 0,1 1 0,9-48 0,-8 73 0,1 1 0,0 0 0,2 1 0,-1-1 0,11-20 0,-14 31 0,1 0 0,0 0 0,0 0 0,0 0 0,0 0 0,0 0 0,1 0 0,-1 1 0,1-1 0,0 1 0,-1 0 0,1 0 0,0 0 0,1 0 0,-1 0 0,0 1 0,0-1 0,1 1 0,-1 0 0,1 0 0,-1 0 0,1 1 0,-1-1 0,1 1 0,0 0 0,-1 0 0,5 0 0,0 2 0,-1-1 0,1 2 0,-1-1 0,0 1 0,0 0 0,0 0 0,0 1 0,0 0 0,-1 0 0,0 1 0,0 0 0,0 0 0,0 0 0,-1 1 0,0-1 0,0 1 0,0 1 0,-1-1 0,0 1 0,0-1 0,-1 1 0,4 9 0,-5-10 0,1 0 0,-1 1 0,0-1 0,-1 1 0,1-1 0,-1 1 0,-1 0 0,1 0 0,-1-1 0,-1 1 0,1 0 0,-1 0 0,0-1 0,0 1 0,-1-1 0,0 1 0,0-1 0,-1 1 0,0-1 0,0 0 0,0 0 0,-1-1 0,1 1 0,-2-1 0,-6 8 0,2-5-136,0 0-1,-1-1 1,0 0-1,-1 0 1,1-1-1,-1-1 1,0 0-1,-1 0 0,-13 3 1,-2-1-6690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2.4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0 208 24575,'2'1'0,"-1"-1"0,1 1 0,-1-1 0,0 1 0,0 0 0,1-1 0,-1 1 0,0 0 0,0 0 0,0 0 0,0 0 0,0 0 0,0 0 0,0 0 0,0 1 0,0-1 0,-1 0 0,1 0 0,0 2 0,14 28 0,-14-28 0,15 37 0,-3 1 0,14 70 0,0 88 0,-27-193 0,2 20 0,-2-25 0,0 0 0,0 0 0,-1 0 0,1 0 0,0 0 0,0 0 0,0 0 0,-1 0 0,1 0 0,0-1 0,-1 1 0,1 0 0,-1 0 0,0 0 0,1 0 0,-1 0 0,1-1 0,-1 1 0,-1 1 0,1-2 0,1 0 0,-1 0 0,1 0 0,-1 0 0,1 1 0,-1-1 0,1-1 0,-1 1 0,1 0 0,-1 0 0,1 0 0,-1 0 0,1 0 0,-1 0 0,1 0 0,0-1 0,-1 1 0,1 0 0,-1 0 0,1-1 0,-1 1 0,1 0 0,0-1 0,-1 1 0,1 0 0,0-1 0,-1 1 0,1-1 0,0 1 0,0 0 0,-1-1 0,1 1 0,0-1 0,0 1 0,0-1 0,-9-20 0,9 19 0,-13-40 0,2-1 0,-11-89 0,11-90 0,11 217 0,-1-30 0,5-36 0,-3 61 0,0 1 0,1-1 0,0 1 0,1 0 0,0 0 0,0 0 0,1 0 0,9-16 0,-12 23 0,0 1 0,1-1 0,-1 0 0,0 1 0,1-1 0,-1 1 0,1 0 0,-1-1 0,1 1 0,0 0 0,-1 0 0,1 0 0,0 0 0,0 0 0,0 0 0,0 1 0,0-1 0,0 1 0,0-1 0,0 1 0,3-1 0,-2 2 0,1-1 0,0 1 0,-1 0 0,1-1 0,-1 2 0,0-1 0,1 0 0,-1 1 0,0-1 0,0 1 0,5 3 0,5 6 0,1 0 0,-1 1 0,22 27 0,-32-35 0,7 8 0,0 1 0,-1 0 0,-1 0 0,0 1 0,-1 0 0,0 0 0,-1 1 0,5 17 0,-10-27 0,1 0 0,-1 1 0,0-1 0,0 0 0,-1 1 0,0-1 0,0 1 0,0-1 0,0 0 0,-1 1 0,0-1 0,0 0 0,-1 1 0,1-1 0,-1 0 0,0 0 0,-1 0 0,1 0 0,-1-1 0,0 1 0,0-1 0,0 1 0,-1-1 0,0 0 0,1 0 0,-1-1 0,-5 4 0,-2 0-105,0-1 0,0-1 0,-1 0 0,1-1 0,-1 0 0,0-1 0,0 0 0,0-1 0,-1 0 0,1-1 0,-1 0 0,-12-1 0,-16-2-6721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1.0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47 24575,'130'-8'0,"-21"0"0,1201-23-1599,1 32-447,332 9 1743,-679-8 308,327 22-1144,-795 4 3989,-494-28-2754,1 0 0,0 0 0,0 0 0,-1 1-1,1 0 1,-1-1 0,1 1 0,0 0 0,-1 0 0,1 0 0,-1 1 0,0-1-1,3 3 1,-3-3-51,-1 1-1,0-1 1,-1 1-1,1 0 1,0-1-1,0 1 1,-1 0-1,1-1 1,-1 1-1,1 0 1,-1 0-1,0-1 1,0 1-1,0 0 1,0 0-1,0 0 1,0 0-1,0-1 1,-1 4-1,-8 84-44,3 127 0,3-24 0,-3-78 0,5 0 0,18 154 0,74 286 0,17 146 0,-101-421 0,-7-225 0,-2-39 0,2 11 0,0-25 0,0-1 0,1 1 0,-1 0 0,0-1 0,1 1 0,-1 0 0,0-1 0,1 1 0,-1-1 0,1 1 0,-1-1 0,1 1 0,0-1 0,-1 1 0,1-1 0,-1 0 0,1 1 0,0-1 0,-1 0 0,1 1 0,0-1 0,0 0 0,-1 0 0,1 0 0,0 0 0,-1 0 0,1 0 0,0 0 0,0 0 0,-1 0 0,1 0 0,1 0 0,121-18 0,397 28 0,-346 0 0,2213 71-653,-1923-69 603,247 10 50,-656-21 294,-35-1-17,-47 0-145,-8-3-1497,22-1-5461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1.4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16 24575,'-3'-2'0,"1"0"0,-1 1 0,1-1 0,-1 1 0,0-1 0,0 1 0,0 0 0,0 0 0,0 0 0,0 1 0,0-1 0,0 1 0,-3-1 0,49 15 0,2-5 0,0 3 0,-1 1 0,81 36 0,-119-46 0,0 0 0,-1 0 0,1 1 0,-1 0 0,0 0 0,0 1 0,0-1 0,-1 1 0,0 0 0,6 8 0,-8-10 0,-1 0 0,1 0 0,-1 1 0,0-1 0,0 0 0,0 1 0,0-1 0,0 1 0,-1-1 0,0 1 0,0-1 0,0 1 0,0-1 0,0 1 0,-1-1 0,1 0 0,-1 1 0,0-1 0,0 1 0,0-1 0,-2 4 0,-11 24-227,-1-1-1,-2 0 1,0 0-1,-2-2 1,-23 27-1,30-43-6598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4.3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888 54 24575,'-3'0'0,"0"-1"0,0 0 0,0 0 0,1 0 0,-1-1 0,-5-2 0,-3-2 0,-14-3 0,0 2 0,-1 0 0,0 2 0,0 1 0,0 1 0,0 1 0,-1 2 0,-39 3 0,35 0 0,1 1 0,-1 2 0,1 0 0,1 2 0,-1 2 0,1 0 0,1 2 0,0 1 0,0 1 0,2 2 0,0 0 0,0 2 0,2 1 0,-42 41 0,28-22 0,23-24 0,1 0 0,-22 29 0,34-41 0,1 0 0,-1 1 0,1-1 0,-1 1 0,1-1 0,0 1 0,0-1 0,0 1 0,1 0 0,-1-1 0,1 1 0,-1 0 0,1 0 0,0-1 0,0 1 0,0 0 0,0 0 0,1 3 0,1-3 0,-1 1 0,0-1 0,1 0 0,0 0 0,0 0 0,0 0 0,0 0 0,0 0 0,0 0 0,1 0 0,-1-1 0,5 3 0,5 4 0,0-2 0,0 1 0,1-2 0,0 0 0,25 9 0,37 6 0,0-2 0,1-3 0,134 8 0,235-17 0,-216-22 0,-194 11 0,1-3 0,-1 0 0,0-3 0,45-18 0,-66 22 0,1 0 0,-1-1 0,-1-1 0,0 0 0,0-1 0,19-18 0,-29 24 0,0 0 0,0 0 0,0 0 0,-1 0 0,1 0 0,-1-1 0,0 0 0,0 1 0,-1-1 0,1 0 0,-1 0 0,0 0 0,0 0 0,0 0 0,0 0 0,-1 0 0,1 0 0,-1 0 0,0 0 0,0 0 0,-1 0 0,1-1 0,-1 1 0,0 0 0,0 0 0,-1 1 0,1-1 0,-1 0 0,1 0 0,-4-4 0,1 2 0,0-1 0,-1 1 0,0 0 0,0 1 0,-1-1 0,0 1 0,-11-9 0,-51-28 0,43 28 0,-9-6 0,0 1 0,-1 3 0,-1 0 0,-1 3 0,0 0 0,0 3 0,-1 1 0,0 2 0,-1 1 0,-41 0 0,38 6-341,1 2 0,-1 2-1,-48 10 1,56-7-6485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5.2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70 0 24575,'-2'55'0,"-3"1"0,-13 53 0,-6 65 0,19 34 0,-3 46 0,6-233 0,-1 6 0,1 0 0,2 37 0,0-62 0,1 0 0,-1-1 0,1 1 0,-1 0 0,1-1 0,-1 1 0,1-1 0,0 1 0,0-1 0,0 1 0,0-1 0,0 0 0,0 1 0,0-1 0,0 0 0,0 0 0,1 0 0,-1 0 0,0 0 0,1 0 0,-1 0 0,1 0 0,-1-1 0,1 1 0,-1-1 0,1 1 0,0-1 0,-1 1 0,1-1 0,3 0 0,6 1 0,0 0 0,0-1 0,20-2 0,-11 0 0,72-7 0,-23 1 0,372-14 0,63-7 0,-337 8 0,-152 18-1365,-4-1-5461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5.7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 32 24575,'0'-2'0,"0"0"0,0 0 0,0 0 0,0-1 0,-1 1 0,1 0 0,-1 0 0,0 0 0,0 0 0,1 0 0,-1 0 0,0 0 0,-3-3 0,3 7 0,0 0 0,-1 1 0,1-1 0,0 0 0,1 1 0,-1-1 0,0 0 0,1 1 0,-1 4 0,0-5 0,-6 33 0,2-1 0,2 1 0,0 58 0,18 106 0,10 106 0,-8-129 0,-17-173-151,1 0-1,-1 0 0,1 0 0,0 1 1,0-1-1,0 0 0,0 0 1,3 5-1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7.6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 22 24575,'-2'-2'0,"0"0"0,0 0 0,-1 0 0,1 1 0,0-1 0,-1 0 0,0 1 0,1 0 0,-1-1 0,0 1 0,0 0 0,1 0 0,-6 0 0,6 1 0,1 0 0,0 0 0,0 0 0,0 0 0,0 1 0,-1-1 0,1 0 0,0 1 0,0-1 0,0 1 0,0-1 0,0 1 0,0-1 0,0 1 0,0 0 0,0-1 0,0 1 0,0 0 0,0 0 0,0 0 0,1 0 0,-1 0 0,0 0 0,1 0 0,-1 0 0,1 0 0,-1 0 0,1 0 0,-1 0 0,1 0 0,0 1 0,0-1 0,-1 0 0,1 3 0,-2 15 0,1 1 0,1 0 0,0 0 0,2 0 0,4 22 0,1 20 0,-1 155-1365,-6-194-5461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7.9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104 23 24575,'0'-1'0,"1"0"0,-1 0 0,0 0 0,0 0 0,-1 0 0,1 0 0,0 0 0,0 1 0,0-1 0,0 0 0,-1 0 0,1 0 0,0 0 0,-1 1 0,1-1 0,-1 0 0,1 0 0,-1 1 0,0-2 0,0 2 0,1-1 0,-1 1 0,0 0 0,1 0 0,-1 0 0,1-1 0,-1 1 0,0 0 0,1 0 0,-1 0 0,1 0 0,-1 0 0,0 0 0,1 0 0,-1 1 0,1-1 0,-1 0 0,1 0 0,-1 0 0,0 1 0,0-1 0,-2 2 0,0 0 0,0 0 0,0 0 0,0 1 0,0-1 0,1 1 0,-1-1 0,-2 5 0,-3 7 0,0 1 0,1 0 0,0 0 0,2 1 0,0-1 0,0 1 0,1 1 0,1-1 0,1 0 0,1 1 0,0-1 0,1 1 0,0-1 0,2 1 0,0-1 0,5 21 0,-5-30 0,0 0 0,1 0 0,0-1 0,0 0 0,0 1 0,1-1 0,0 0 0,0-1 0,1 1 0,-1-1 0,8 7 0,-9-10 0,-1 0 0,0-1 0,1 1 0,-1-1 0,1 1 0,-1-1 0,1 0 0,-1 0 0,1 0 0,0 0 0,0-1 0,-1 1 0,1-1 0,0 0 0,0 1 0,0-1 0,0 0 0,-1-1 0,1 1 0,0 0 0,0-1 0,0 0 0,-1 0 0,1 0 0,0 0 0,-1 0 0,1 0 0,-1-1 0,1 1 0,2-3 0,2-2 0,1-1 0,-1 1 0,0-2 0,-1 1 0,0-1 0,0 0 0,-1 0 0,0-1 0,0 1 0,-1-1 0,0 0 0,-1-1 0,4-10 0,-4 6 0,1 0 0,-2 0 0,0 0 0,0-1 0,-2 1 0,1-1 0,-2 1 0,-3-21 0,2 25 38,0 1 0,-1-1 0,-1 0 0,1 1 0,-2 0 0,1 0 0,-1 0 0,-7-9 0,10 15-99,0 0 0,0 0 0,0 1 0,0-1 0,-1 1 0,0 0 0,1-1 0,-1 1 0,0 0 0,0 0 0,0 1 0,0-1 0,0 1 0,0-1 0,-1 1 0,1 0 0,0 0 0,-1 1 1,1-1-1,0 1 0,-1-1 0,1 1 0,-1 0 0,1 0 0,-1 1 0,1-1 0,-4 2 0,-5 2-6765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8.4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89 121 24575,'-3'0'0,"1"0"0,0 0 0,0 0 0,-1 0 0,1 0 0,0 1 0,0-1 0,0 1 0,0 0 0,0-1 0,0 1 0,0 0 0,0 0 0,0 1 0,0-1 0,0 0 0,0 1 0,-2 1 0,2 1 0,0-1 0,-1 1 0,1 0 0,0 0 0,1 0 0,-1 0 0,1 0 0,-2 8 0,-4 22 0,-3 60 0,6-41 0,-3 53 0,8-115 0,1 0 0,0 0 0,0 0 0,7-16 0,0 1 0,56-152 0,-51 146 0,1 1 0,1 1 0,34-46 0,-46 69 0,0 0 0,0 1 0,1-1 0,0 1 0,-1 0 0,1 1 0,7-5 0,-10 7 0,-1 0 0,1 0 0,-1 1 0,1-1 0,-1 1 0,1-1 0,-1 1 0,1 0 0,0 0 0,-1-1 0,1 1 0,-1 0 0,1 0 0,0 1 0,-1-1 0,1 0 0,-1 0 0,1 1 0,0-1 0,-1 1 0,1-1 0,-1 1 0,1 0 0,-1 0 0,0 0 0,1 0 0,-1-1 0,0 2 0,0-1 0,0 0 0,1 0 0,0 3 0,5 5 0,-1 0 0,-1 0 0,0 1 0,0 0 0,-1 0 0,0 0 0,5 22 0,8 81 0,-12-76 0,10 77-1365,-11-86-5461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8.6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53 24575,'0'-3'0,"-3"-1"0,-1-2 0,3-1 0,5 1 0,5 1 0,6 3 0,10-3 0,9 1 0,8 0 0,6 1 0,3 1 0,6 1 0,-8 1-8191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9.2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70 110 24575,'0'-1'0,"0"1"0,0 0 0,0-1 0,0 1 0,0 0 0,0-1 0,0 1 0,0-1 0,0 1 0,-1 0 0,1-1 0,0 1 0,0 0 0,0-1 0,0 1 0,-1 0 0,1-1 0,0 1 0,0 0 0,0-1 0,-1 1 0,1 0 0,0 0 0,-1-1 0,1 1 0,0 0 0,-1 0 0,1 0 0,0-1 0,-1 1 0,1 0 0,0 0 0,-1 0 0,1 0 0,0 0 0,-1 0 0,1 0 0,-1 0 0,1 0 0,0 0 0,-1 0 0,1 0 0,-1 0 0,1 0 0,0 0 0,-1 0 0,1 0 0,0 0 0,-1 1 0,0-1 0,0 0 0,0 1 0,0-1 0,0 1 0,0-1 0,0 1 0,0 0 0,0-1 0,0 1 0,0 0 0,0 0 0,1 0 0,-1-1 0,0 1 0,1 0 0,-1 0 0,0 2 0,-5 19 0,1 1 0,2 0 0,-2 41 0,1-15 0,-13 71 0,19-135 0,9-62 0,-1 34 0,3 0 0,1 0 0,2 1 0,39-71 0,-53 109 0,0 1 0,0-1 0,1 1 0,-1 0 0,1 0 0,0 0 0,0 0 0,0 0 0,0 1 0,7-4 0,-9 5 0,0 1 0,0 0 0,0-1 0,0 1 0,0 0 0,0 0 0,0-1 0,0 1 0,0 0 0,0 0 0,0 0 0,0 0 0,0 1 0,0-1 0,0 0 0,-1 0 0,1 0 0,0 1 0,1 0 0,0 0 0,-1 0 0,1 0 0,-1 0 0,1 1 0,-1-1 0,0 0 0,0 1 0,0-1 0,0 1 0,0 0 0,0-1 0,0 1 0,1 3 0,5 17 0,-1 0 0,0 0 0,-2 1 0,4 44 0,-7 91 0,-1-156 0,0-2 0,0 0 0,0 0 0,0 0 0,0 0 0,0 0 0,0 0 0,0 0 0,0 0 0,0-1 0,0 1 0,0 0 0,0 0 0,0 0 0,0 0 0,0 0 0,0 0 0,0 0 0,0 0 0,0 0 0,0 0 0,0 0 0,0 0 0,0 0 0,0 0 0,0 0 0,1 0 0,-1 0 0,0 0 0,0 0 0,0 0 0,0 0 0,0 0 0,0 0 0,0 0 0,0 0 0,0 0 0,0 0 0,0 0 0,0 0 0,0 0 0,1 0 0,-1 0 0,0 0 0,0 0 0,0 0 0,0 0 0,0 0 0,0 0 0,0 0 0,0 0 0,0 0 0,0 0 0,0 0 0,0 0 0,7-13 0,12-24 0,-14 25 0,8-12 0,0 0 0,2 1 0,31-38 0,-34 46 0,1 2 0,1-1 0,0 2 0,1 0 0,0 1 0,22-13 0,-33 21 0,1 1 0,0 0 0,-1 0 0,1 0 0,0 0 0,0 1 0,0 0 0,0 0 0,0 0 0,0 1 0,0 0 0,0 0 0,0 0 0,0 0 0,0 1 0,7 1 0,-8 0 0,1 0 0,-1 0 0,0 0 0,0 0 0,-1 1 0,1-1 0,0 1 0,-1 0 0,0 0 0,1 0 0,-1 1 0,-1-1 0,1 1 0,0 0 0,-1-1 0,0 1 0,0 0 0,3 7 0,0 3 57,0 1 0,-1 0 0,-1 0 0,0 0 0,1 19 0,-3 77-1764,-2-83-5119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09.4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24575,'3'0'0,"4"0"0,3 0 0,7 0 0,5 0 0,6 0 0,4 0 0,2 0 0,1 0 0,-2 0 0,-4 0 0,-4 0 0,-9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1.8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194 173 24575,'0'-6'0,"0"0"0,0-1 0,0 1 0,1 0 0,0 0 0,1 0 0,-1 0 0,1 0 0,0 0 0,1 1 0,-1-1 0,1 1 0,0-1 0,1 1 0,-1 0 0,1 0 0,0 1 0,0-1 0,0 1 0,1 0 0,0 0 0,-1 0 0,2 0 0,5-3 0,-6 5 0,-1 0 0,1 0 0,-1 0 0,1 0 0,0 1 0,0 0 0,0 0 0,0 0 0,0 1 0,0-1 0,0 1 0,0 0 0,0 1 0,0-1 0,0 1 0,0 0 0,0 0 0,-1 1 0,1-1 0,0 1 0,-1 0 0,1 0 0,-1 1 0,1-1 0,-1 1 0,0 0 0,0 0 0,0 1 0,-1-1 0,7 8 0,-8-8 0,1 0 0,-1-1 0,0 1 0,0 0 0,-1 0 0,1 0 0,0 0 0,-1 0 0,0 0 0,0 0 0,0 1 0,0-1 0,0 0 0,-1 1 0,0-1 0,1 0 0,-1 1 0,0-1 0,-1 1 0,1-1 0,0 0 0,-1 1 0,0-1 0,0 0 0,0 1 0,0-1 0,-1 0 0,1 0 0,-1 0 0,0 0 0,0 0 0,0-1 0,0 1 0,0 0 0,0-1 0,-1 0 0,1 1 0,-1-1 0,0 0 0,0 0 0,0-1 0,0 1 0,0 0 0,0-1 0,0 0 0,-5 1 0,-7 2 0,-1 0 0,-1-2 0,1 0 0,0-1 0,0 0 0,-1-2 0,1 0 0,-26-4 0,38 4 0,1 0 0,-1 0 0,1 0 0,-1 0 0,1-1 0,0 1 0,-1-1 0,1 0 0,0 0 0,0 0 0,0 0 0,1-1 0,-1 1 0,0-1 0,1 0 0,0 0 0,-4-5 0,5 6 0,0 0 0,0-1 0,0 1 0,1-1 0,-1 1 0,1-1 0,0 1 0,-1-1 0,1 1 0,0-1 0,0 1 0,1-1 0,-1 1 0,0-1 0,1 1 0,0-1 0,-1 1 0,1-1 0,0 1 0,0 0 0,1 0 0,-1-1 0,0 1 0,1 0 0,3-3 0,3-5 0,1 0 0,0 1 0,1 0 0,0 1 0,1 0 0,21-13 0,-25 17 0,1 0 0,0 1 0,-1 0 0,1 0 0,0 1 0,0 0 0,1 0 0,-1 1 0,0 0 0,1 0 0,15 1 0,-19 1 0,0 0 0,0 0 0,-1 1 0,1 0 0,-1 0 0,1 0 0,-1 0 0,0 0 0,1 1 0,-1 0 0,-1 0 0,1 0 0,0 0 0,-1 1 0,1-1 0,-1 1 0,0 0 0,-1 0 0,1 0 0,0 0 0,-1 1 0,0-1 0,0 1 0,1 5 0,0 0 0,0 0 0,-1 0 0,0 0 0,0 0 0,-1 0 0,-1 0 0,0 1 0,0-1 0,-1 0 0,-4 18 0,0-8 0,-2-1 0,0 0 0,-2-1 0,0 1 0,-1-2 0,0 1 0,-2-1 0,0-1 0,-1 0 0,0-1 0,-22 19 0,20-21 0,0 0 0,-1-1 0,-1-1 0,0 0 0,0-1 0,-1-1 0,0-1 0,-1 0 0,0-2 0,0 0 0,-32 6 0,47-12 0,-1 1 0,0-1 0,0 0 0,0 0 0,1 0 0,-1 0 0,0-1 0,0 0 0,1 0 0,-9-3 0,12 3 0,0 1 0,0-1 0,0 0 0,0 1 0,0-1 0,0 0 0,0 0 0,0 0 0,0 0 0,0 0 0,0 0 0,0 0 0,1 0 0,-1 0 0,1 0 0,-1-1 0,0-1 0,1 1 0,-1 0 0,1 0 0,0-1 0,0 1 0,0 0 0,0 0 0,1 0 0,-1-1 0,0 1 0,1 0 0,0 0 0,-1 0 0,3-3 0,1-4 0,1 1 0,0 0 0,1 0 0,0 1 0,0 0 0,0 0 0,1 0 0,0 1 0,0 0 0,1 0 0,0 0 0,0 1 0,0 1 0,11-5 0,-6 3 0,0 1 0,0 0 0,0 1 0,1 0 0,0 2 0,0-1 0,0 2 0,0-1 0,14 2 0,-18 1 28,0 1 0,0 0 0,0 0 0,0 1 1,0 0-1,-1 1 0,1 0 0,-1 0 0,0 1 0,0 0 0,9 8 0,8 8-427,-1 1 0,23 25 0,-34-33-106,4 4-6321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2.1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23 196 24575,'0'-6'0,"-1"-1"0,0 0 0,-1 1 0,1-1 0,-6-11 0,5 12 0,0 0 0,0 0 0,1 0 0,-1 0 0,1-8 0,0 14 0,1-1 0,0 1 0,0 0 0,0 0 0,0 0 0,0-1 0,0 1 0,0 0 0,0 0 0,0 0 0,0-1 0,0 1 0,0 0 0,0 0 0,0 0 0,1-1 0,-1 1 0,0 0 0,0 0 0,0 0 0,0 0 0,0-1 0,0 1 0,0 0 0,0 0 0,1 0 0,-1 0 0,0 0 0,0-1 0,0 1 0,0 0 0,1 0 0,-1 0 0,0 0 0,0 0 0,0 0 0,1 0 0,-1 0 0,0 0 0,0 0 0,0 0 0,0 0 0,1 0 0,-1 0 0,0 0 0,0 0 0,1 0 0,11 7 0,11 14 0,61 80 0,-72-84 0,0 1 0,-1 1 0,-1 0 0,8 22 0,-16-35 0,-1-1 0,1 1 0,-1-1 0,0 1 0,-1-1 0,0 7 0,0-11 0,1-1 0,-1 1 0,0 0 0,0 0 0,0-1 0,0 1 0,0 0 0,0-1 0,-1 1 0,1 0 0,0 0 0,0-1 0,0 1 0,-1 0 0,1-1 0,0 1 0,-1 0 0,1-1 0,-1 1 0,1-1 0,0 1 0,-1-1 0,1 1 0,-1-1 0,0 1 0,1-1 0,-1 1 0,1-1 0,-1 0 0,0 1 0,1-1 0,-1 0 0,0 0 0,1 1 0,-1-1 0,0 0 0,1 0 0,-1 0 0,0 0 0,0 0 0,1 0 0,-1 0 0,0 0 0,1 0 0,-1 0 0,0 0 0,0 0 0,1-1 0,-1 1 0,0 0 0,1 0 0,-1-1 0,0 1 0,1-1 0,-1 1 0,1 0 0,-1-1 0,0 0 0,-2-1 0,-1-1 0,1 0 0,0 0 0,0 0 0,0 0 0,0 0 0,1 0 0,-1-1 0,1 1 0,0-1 0,0 0 0,0 0 0,1 0 0,-1 0 0,-1-6 0,0 0 0,1-1 0,0 0 0,1-1 0,-1-18 0,3 16 0,0 0 0,0-1 0,2 1 0,0 0 0,0 1 0,1-1 0,1 0 0,0 1 0,1 0 0,1 0 0,12-18 0,-15 24 0,1 1 0,0 0 0,1 0 0,-1 1 0,1-1 0,0 1 0,0 0 0,0 1 0,1 0 0,0 0 0,0 0 0,0 0 0,0 1 0,0 1 0,1-1 0,0 1 0,-1 0 0,1 1 0,0 0 0,0 0 0,-1 1 0,13 0 0,8 4-1365,-3 1-5461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2.5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88 123 24575,'-6'0'0,"7"2"0,16 3 0,29 4 0,-36-8 0,1-1 0,-1 1 0,0-2 0,0 1 0,0-1 0,11-3 0,-20 4 0,1-1 0,0 0 0,0 1 0,-1-1 0,1 0 0,0 0 0,-1 0 0,1 0 0,-1 0 0,1 0 0,-1 0 0,0-1 0,1 1 0,-1 0 0,0-1 0,2-2 0,-2 2 0,-1 0 0,1 0 0,-1 0 0,1 0 0,-1-1 0,0 1 0,0 0 0,0 0 0,0 0 0,0 0 0,-1-1 0,1 1 0,0 0 0,-1 0 0,0 0 0,1 0 0,-1 0 0,-1-2 0,-1-1 0,0 0 0,1 1 0,-1-1 0,-1 1 0,1-1 0,-1 1 0,0 0 0,0 1 0,0-1 0,0 1 0,-1-1 0,1 1 0,-1 1 0,0-1 0,0 1 0,0-1 0,0 1 0,0 1 0,0-1 0,-1 1 0,1 0 0,-1 0 0,-6 0 0,7 1 0,0 0 0,0 0 0,-1 0 0,1 0 0,0 1 0,0 0 0,0 0 0,0 1 0,0-1 0,0 1 0,0 0 0,0 0 0,1 1 0,-1-1 0,1 1 0,-1 0 0,1 1 0,0-1 0,0 0 0,1 1 0,-1 0 0,1 0 0,0 0 0,-4 6 0,3-1 23,0 0 0,1 1 0,-1-1-1,2 1 1,0-1 0,0 1 0,0 0-1,1 0 1,1 0 0,0 0 0,0 0-1,1 0 1,0-1 0,4 16 0,-3-18-109,-1 0 1,2 0 0,-1 0-1,1-1 1,0 1 0,1 0-1,-1-1 1,1 0 0,1 0-1,-1 0 1,1 0 0,0-1-1,0 0 1,1 0 0,-1 0-1,1-1 1,0 0 0,0 0-1,14 6 1,6-1-6741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2.8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282 73 24575,'-1'-2'0,"1"0"0,-1 0 0,0-1 0,0 1 0,1 0 0,-2 0 0,1 0 0,0 0 0,0 0 0,-1 1 0,1-1 0,-1 0 0,1 0 0,-1 1 0,-2-2 0,-29-20 0,26 20 0,0 0 0,0 0 0,-1 1 0,1 0 0,-1 0 0,1 1 0,-1 0 0,0 1 0,-13 0 0,17 0 0,-1 0 0,0 1 0,0 0 0,1 0 0,-1 0 0,1 1 0,-1-1 0,1 1 0,-1 0 0,1 0 0,0 1 0,0-1 0,0 1 0,0 0 0,1 0 0,-7 7 0,3-1 0,0 1 0,1 0 0,0 0 0,0 1 0,1-1 0,1 1 0,0 1 0,0-1 0,1 0 0,0 1 0,-1 18 0,4-26 0,-1 1 0,1 0 0,0 0 0,0-1 0,1 1 0,-1 0 0,1-1 0,0 1 0,1 0 0,-1-1 0,1 1 0,0-1 0,0 0 0,0 0 0,0 0 0,1 0 0,0 0 0,0 0 0,0 0 0,0-1 0,0 0 0,1 1 0,0-1 0,-1-1 0,1 1 0,0 0 0,0-1 0,1 0 0,-1 0 0,0 0 0,6 1 0,1 0 49,1-1 0,-1 0 0,1 0-1,0-1 1,0-1 0,19-1 0,-5-2-618,-1-1 0,25-7 0,-12 1-6257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3.2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24575,'0'3'0,"0"4"0,3 3 0,1 7 0,0 6 0,1 4 0,1 5 0,-1 2 0,2 4 0,-1 2 0,0 0 0,-3-1 0,0-2 0,-2 0 0,-1-4 0,0-8-8191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3.4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28 24575,'-3'-3'0,"2"-1"0,7 1 0,5 0 0,8 1 0,5 0 0,5 2 0,4-1 0,2 1 0,0 0 0,1-2 0,0-2 0,-6 0-8191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3.7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71 24575,'-3'0'0,"-1"-3"0,-3-4 0,0-4 0,4 0 0,6 2 0,4 0 0,9 1 0,6 1 0,8 3 0,9 2 0,6 4 0,4 2 0,3 3 0,1 0 0,1-1 0,-9-1-8191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4.0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99 0 24575,'-1'0'0,"-1"1"0,1 0 0,-1-1 0,1 1 0,0 0 0,-1-1 0,1 1 0,0 0 0,0 0 0,0 0 0,0 0 0,-1 0 0,1 0 0,1 1 0,-2 0 0,-14 21 0,16-23 0,-10 16 20,2 0 0,0 0 0,1 1 1,1 0-1,0 0 0,1 1 0,1-1 0,1 1 0,0 0 0,2 0 0,0 1 0,1-1 0,0 0 0,2 0 0,0 0 0,9 33 1,-6-31-135,1-1 0,2 0 0,-1 0 0,2-1 1,1 0-1,0 0 0,1-1 0,1-1 1,1 0-1,0 0 0,1-2 0,0 1 1,1-2-1,29 21 0,8-3-6712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14.2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24575,'0'6'0,"3"8"0,4 10 0,6 13 0,8 10 0,5 7 0,5 8 0,3 7 0,-2 4 0,-5 1 0,-9 1 0,-12-5 0,-19-4 0,-23-5 0,-5-13-8191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2.4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24575,'0'0'0,"-1"0"0,1 0 0,0 0 0,0 0 0,0 0 0,0 0 0,0 0 0,0 0 0,0 0 0,0 0 0,0 0 0,0 0 0,0 0 0,0 0 0,0 0 0,-1 0 0,1 0 0,0 0 0,0 0 0,0 0 0,0 0 0,0 0 0,0 0 0,0 0 0,0 0 0,0 0 0,0 0 0,0 0 0,0 0 0,0 0 0,-1 0 0,1 0 0,0 0 0,0 0 0,0 0 0,0 0 0,0 0 0,0 0 0,0 0 0,0 0 0,0 1 0,0-1 0,0 0 0,0 0 0,0 0 0,0 0 0,0 0 0,0 0 0,0 0 0,0 0 0,0 0 0,0 0 0,0 0 0,0 0 0,0 1 0,0-1 0,0 0 0,0 0 0,0 0 0,0 0 0,0 0 0,0 0 0,0 0 0,0 0 0,0 0 0,0 0 0,0 0 0,0 0 0,0 0 0,7 6 0,10 3 0,144 50 0,-74-31 0,65 20 0,-35-13 0,-115-35 0,-1 0 0,0 1 0,1-1 0,-1 1 0,0-1 0,0 1 0,0 0 0,0-1 0,0 1 0,0 0 0,1 0 0,0 1 0,-2-2 0,0 0 0,0 1 0,0-1 0,0 0 0,0 0 0,0 1 0,0-1 0,0 0 0,0 0 0,0 1 0,0-1 0,0 0 0,0 0 0,0 1 0,0-1 0,0 0 0,0 0 0,0 1 0,0-1 0,-1 0 0,1 0 0,0 1 0,0-1 0,0 0 0,0 0 0,-1 0 0,1 1 0,0-1 0,0 0 0,0 0 0,-1 0 0,1 0 0,0 0 0,0 1 0,-1-1 0,-32 13 0,22-10 0,-59 20 0,0 4 0,-70 37 0,85-34-1365,5-2-5461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4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15 24575,'0'-1'0,"0"1"0,0-1 0,0 0 0,0 0 0,0 1 0,0-1 0,1 0 0,-1 1 0,0-1 0,0 0 0,1 1 0,-1-1 0,1 0 0,-1 1 0,0-1 0,1 1 0,-1-1 0,1 1 0,0-1 0,0 1 0,-1-1 0,0 1 0,0 0 0,1 0 0,-1 0 0,0 0 0,1 0 0,-1 0 0,0 0 0,1-1 0,-1 1 0,0 0 0,1 0 0,-1 0 0,0 0 0,1 1 0,-1-1 0,0 0 0,1 0 0,-1 0 0,0 0 0,1 0 0,-1 0 0,0 0 0,1 1 0,-1-1 0,0 0 0,0 0 0,1 0 0,-1 1 0,0-1 0,0 0 0,1 0 0,-1 1 0,0-1 0,0 0 0,0 0 0,0 1 0,1-1 0,-1 0 0,0 1 0,4 11 0,0-1 0,-1 1 0,0 0 0,-1 0 0,-1 1 0,0-1 0,-1 24 0,2 13 0,2-9 93,-3-11-385,2 1 1,1-1-1,2 0 1,14 46-1,-10-52-6534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4.5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144 14 24575,'-1'-2'0,"0"1"0,-1 0 0,1 0 0,0 0 0,-1 0 0,1 0 0,-1 0 0,1 0 0,-1 1 0,1-1 0,-1 1 0,0-1 0,1 1 0,-1-1 0,0 1 0,1 0 0,-1 0 0,0-1 0,1 1 0,-4 1 0,2 0 0,0-1 0,0 1 0,1 0 0,-1 1 0,0-1 0,0 0 0,1 1 0,-1 0 0,1-1 0,-5 5 0,1 1 0,-1 0 0,2 0 0,-1 0 0,1 1 0,0-1 0,-6 14 0,5-6 0,0-1 0,2 1 0,0 0 0,1 1 0,0-1 0,1 1 0,0 24 0,2-33 0,0 1 0,1-1 0,-1 1 0,1-1 0,1 0 0,-1 0 0,1 0 0,1 0 0,-1 0 0,1 0 0,1 0 0,-1-1 0,1 0 0,0 1 0,0-1 0,1-1 0,0 1 0,5 4 0,-7-7 0,-1-1 0,1 0 0,0-1 0,0 1 0,0 0 0,0-1 0,1 0 0,-1 1 0,0-1 0,0-1 0,1 1 0,-1 0 0,1-1 0,-1 0 0,0 0 0,5 0 0,-3-1 0,0 0 0,0 0 0,0 0 0,0-1 0,-1 0 0,1 0 0,0 0 0,-1 0 0,0-1 0,5-3 0,0-1 0,-1 0 0,0-1 0,0 0 0,-1 0 0,0 0 0,-1-1 0,0 0 0,0-1 0,7-15 0,-9 15 0,0-1 0,-1 0 0,0 0 0,-1 0 0,0 0 0,0 0 0,-1-1 0,-1 1 0,-1-13 0,1 20 0,-1 0 0,1 0 0,-1 0 0,0 0 0,0 0 0,0 0 0,-1 0 0,1 1 0,-1-1 0,0 1 0,0-1 0,0 1 0,0 0 0,-1-1 0,0 1 0,1 0 0,-1 1 0,0-1 0,0 0 0,-1 1 0,1 0 0,0 0 0,-1 0 0,1 0 0,-1 0 0,0 1 0,0-1 0,-6 0 0,-33-2-1365,25 4-5461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4.7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0 24575,'-2'0'0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5.6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135 14 24575,'-1'-1'0,"1"0"0,0 1 0,0-1 0,0 0 0,-1 1 0,1-1 0,0 1 0,-1-1 0,1 0 0,0 1 0,-1-1 0,1 1 0,-1-1 0,1 1 0,-1-1 0,1 1 0,-1 0 0,1-1 0,-1 1 0,0 0 0,1-1 0,-1 1 0,1 0 0,-1-1 0,0 1 0,1 0 0,-1 0 0,0 0 0,1 0 0,-1 0 0,0 0 0,1 0 0,-1 0 0,0 0 0,1 0 0,-2 0 0,-1 0 0,0 1 0,0-1 0,0 1 0,0-1 0,1 1 0,-1 0 0,-4 2 0,1 1 0,0 0 0,1 1 0,0-1 0,0 1 0,0 1 0,0-1 0,1 1 0,0 0 0,0 0 0,1 0 0,-4 8 0,1-2 0,1 1 0,1 0 0,0 0 0,-4 26 0,7-34 0,1 1 0,0 0 0,0-1 0,0 1 0,1-1 0,0 1 0,0-1 0,0 1 0,1-1 0,0 0 0,0 1 0,0-1 0,0 0 0,1 0 0,4 6 0,-1-4 0,-1-1 0,1 1 0,0-1 0,0 0 0,1-1 0,0 1 0,0-1 0,0-1 0,13 7 0,-11-7 0,0 0 0,0-1 0,1 0 0,-1 0 0,1-1 0,-1-1 0,1 1 0,15-1 0,-19-1 0,0-1 0,1 1 0,-1-1 0,0-1 0,0 1 0,1-1 0,-1 0 0,0 0 0,-1-1 0,1 1 0,0-1 0,-1-1 0,7-4 0,-8 4 0,0 0 0,0-1 0,0 0 0,-1 1 0,0-1 0,0-1 0,0 1 0,-1 0 0,1-1 0,-1 1 0,0-1 0,-1 0 0,0 0 0,0 1 0,0-1 0,0 0 0,-1 0 0,0 0 0,0 0 0,-2-10 0,1 7 0,-1 0 0,1 1 0,-1-1 0,-1 1 0,0 0 0,0 0 0,0 0 0,-1 0 0,0 0 0,-1 1 0,0 0 0,0 0 0,-10-11 0,12 16-114,-1-1 1,1 0-1,-1 1 0,0-1 0,0 1 1,0 0-1,0 1 0,0-1 0,-1 1 1,1-1-1,-6 0 0,-5 1-6712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5.9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24575,'0'3'0,"0"3"0,0 5 0,0 3 0,3 5 0,1 5 0,0 4 0,2 7 0,0 3 0,-1 1 0,-1-1 0,-2 0 0,3-3 0,-1-3 0,0-3 0,-2-7-8191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7.3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7 24575,'-3'0'0,"2"0"0,5 0 0,3 0 0,8 0 0,3 0 0,5 0 0,2 0 0,2 0 0,-1 0 0,-1 0 0,-2 0 0,-3 0 0,0 0 0,-5-3 0,-5-1-8191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7.9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24575,'0'2'0,"0"5"0,0 4 0,0 5 0,3 7 0,1 5 0,2 6 0,2 4 0,-2 1 0,1 0 0,0-1 0,-2-1 0,2 0 0,-1-4 0,-1-8-8191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8.5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0 123 24575,'0'-2'0,"0"-1"0,0 0 0,1 0 0,-1 0 0,1 0 0,-1 1 0,1-1 0,0 0 0,0 1 0,0-1 0,0 0 0,1 1 0,-1 0 0,1-1 0,-1 1 0,1 0 0,0-1 0,0 1 0,0 0 0,3-2 0,-3 3 0,0 0 0,0 0 0,0 0 0,0 1 0,0-1 0,0 0 0,0 1 0,0 0 0,1-1 0,-1 1 0,0 0 0,0 0 0,0 0 0,1 0 0,-1 1 0,0-1 0,0 0 0,0 1 0,0 0 0,0-1 0,0 1 0,0 0 0,0 0 0,0 0 0,0 1 0,3 1 0,7 6 0,-1 1 0,-1 0 0,0 1 0,0 0 0,-1 0 0,0 1 0,8 15 0,0 3 0,25 61 0,-41-88 0,0 1 0,0-1 0,0 1 0,-1-1 0,1 1 0,-1-1 0,1 1 0,-1 0 0,-1-1 0,1 1 0,0-1 0,-2 5 0,2-7 0,0 0 0,-1 0 0,1 0 0,-1 0 0,1 0 0,-1 0 0,0 0 0,1 0 0,-1 0 0,0 0 0,1-1 0,-1 1 0,0 0 0,0 0 0,0-1 0,0 1 0,0-1 0,0 1 0,0-1 0,0 1 0,0-1 0,0 1 0,0-1 0,0 0 0,0 0 0,0 0 0,-1 1 0,1-1 0,0 0 0,0 0 0,0 0 0,0-1 0,0 1 0,0 0 0,0 0 0,-1-1 0,1 1 0,0 0 0,0-1 0,0 1 0,-1-2 0,-2 1 0,1-1 0,0 1 0,0-1 0,0 0 0,0 0 0,0 0 0,0 0 0,0-1 0,1 1 0,-1-1 0,1 0 0,-1 1 0,1-1 0,0 0 0,0 0 0,-1-4 0,1 2 0,0-1 0,0 0 0,1 1 0,0-1 0,0 0 0,0 0 0,0 1 0,1-1 0,1-7 0,0 0 0,1 0 0,1 0 0,0 0 0,0 1 0,1-1 0,1 1 0,0 0 0,9-14 0,-6 13 0,0 1 0,1 0 0,1 1 0,0 0 0,21-18 0,-26 25 0,0 0 0,0 0 0,0 1 0,0 0 0,1 0 0,-1 0 0,1 0 0,0 1 0,0 0 0,0 1 0,0-1 0,0 1 0,0 0 0,0 0 0,1 1 0,8 0 0,4 6-1365,-6 2-5461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41 104 24575,'0'0'0,"-1"0"0,1 0 0,0 0 0,-1 0 0,1 0 0,0 0 0,0 0 0,-1 0 0,1 0 0,0 0 0,0 0 0,-1 0 0,1 0 0,0 0 0,0 0 0,-1 0 0,1 0 0,0 0 0,0 0 0,-1 1 0,1-1 0,0 0 0,0 0 0,0 0 0,-1 0 0,1 1 0,0-1 0,0 0 0,0 0 0,-1 0 0,1 1 0,0-1 0,0 0 0,0 0 0,0 1 0,0-1 0,0 0 0,0 1 0,5 9 0,15 8 0,-8-12 0,1 0 0,-1-1 0,1-1 0,0 0 0,1-1 0,-1 0 0,0-1 0,22 1 0,-33-3 0,0 0 0,0 0 0,1 0 0,-1 0 0,0-1 0,0 1 0,0-1 0,0 1 0,0-1 0,0 0 0,0 0 0,0 0 0,0 0 0,0 0 0,0 0 0,-1-1 0,1 1 0,0 0 0,-1-1 0,1 0 0,-1 1 0,1-1 0,-1 0 0,0 0 0,0 0 0,0 0 0,0 0 0,0 0 0,0 0 0,-1 0 0,1 0 0,-1 0 0,1-4 0,0 2 0,-1 0 0,0-1 0,0 1 0,0 0 0,-1 0 0,1 0 0,-1 0 0,0 0 0,0 0 0,-1 0 0,1 0 0,-1 0 0,0 0 0,0 0 0,0 1 0,-5-7 0,2 5 0,0 0 0,0 0 0,-1 1 0,0 0 0,1 0 0,-1 0 0,-1 1 0,1 0 0,0 0 0,-1 0 0,0 1 0,1 0 0,-1 1 0,0-1 0,0 1 0,0 0 0,-8 1 0,11 0 0,0 0 0,0 0 0,0 1 0,-1 0 0,1 0 0,0 0 0,0 0 0,0 1 0,0-1 0,1 1 0,-1 0 0,0 0 0,1 0 0,-1 1 0,1-1 0,0 1 0,0 0 0,0 0 0,0 0 0,0 0 0,1 1 0,-1-1 0,1 1 0,0-1 0,0 1 0,0 0 0,1 0 0,-1 0 0,-1 6 0,0 3 0,0 1 0,1 0 0,0-1 0,1 1 0,1 0 0,0 0 0,1-1 0,4 23 0,-4-31 0,0 1 0,0-1 0,1 1 0,0-1 0,0 0 0,1 0 0,-1 0 0,1 0 0,0-1 0,0 1 0,1-1 0,-1 0 0,1 1 0,0-2 0,0 1 0,1 0 0,-1-1 0,1 0 0,0 0 0,-1 0 0,1-1 0,0 1 0,11 2 0,16 2-1365,0-4-5461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29.2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293 22 24575,'-14'-1'0,"1"0"0,-21-5 0,-15-2 0,28 6 0,11 1 0,0 0 0,0 0 0,-1 1 0,1 0 0,0 1 0,0 0 0,0 1 0,-17 4 0,26-5 0,-1 0 0,0 0 0,0 1 0,0-1 0,1 1 0,-1-1 0,1 1 0,-1-1 0,1 1 0,0 0 0,0 0 0,0-1 0,-1 1 0,2 0 0,-1 0 0,0 0 0,-1 4 0,-6 41 0,5-28 0,-3 12 0,3-17 0,0 1 0,1 0 0,0-1 0,1 17 0,1-27 0,0-1 0,0 0 0,1 0 0,-1 1 0,1-1 0,0 0 0,0 0 0,0 0 0,0 1 0,1-1 0,-1-1 0,1 1 0,0 0 0,0 0 0,0-1 0,0 1 0,0-1 0,0 1 0,1-1 0,-1 0 0,1 0 0,0 0 0,4 2 0,3 1 0,0-2 0,1 1 0,-1-1 0,1-1 0,0 0 0,0 0 0,-1-1 0,1-1 0,19-1 0,-1-1 0,-1-2 0,43-11 0,-23 1-1365,-7 1-5461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0.4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130 140 24575,'-1'0'0,"1"0"0,-1 0 0,1 0 0,-1 0 0,1-1 0,-1 1 0,1 0 0,0 0 0,-1 0 0,1-1 0,-1 1 0,1 0 0,-1-1 0,1 1 0,0 0 0,-1-1 0,1 1 0,-1 0 0,1-1 0,0 1 0,0-1 0,-1 1 0,1 0 0,0-1 0,0 1 0,-1-1 0,1 1 0,0-1 0,0 1 0,0-1 0,0 1 0,0-1 0,0 1 0,0-1 0,0 0 0,0 1 0,0-1 0,0 1 0,0-1 0,0 1 0,0-1 0,0 1 0,1-1 0,-1 1 0,0 0 0,1-2 0,9-22 0,-4 16 0,-1 0 0,1 1 0,1 0 0,0 0 0,0 0 0,0 1 0,0 0 0,1 1 0,13-8 0,-15 9 0,1 1 0,-1 0 0,0 1 0,1-1 0,0 1 0,-1 0 0,1 1 0,0 0 0,0 0 0,0 0 0,0 1 0,0 0 0,13 2 0,-15-1 0,-1 1 0,1 0 0,-1 0 0,1 0 0,-1 0 0,0 0 0,0 1 0,0 0 0,-1 0 0,1 0 0,-1 0 0,1 1 0,-1-1 0,0 1 0,0 0 0,-1 0 0,1 0 0,-1 0 0,0 1 0,0-1 0,0 0 0,-1 1 0,1-1 0,0 9 0,1 0 0,-1 1 0,0 0 0,-1 0 0,-1 0 0,0 0 0,-1-1 0,-3 19 0,0-16 0,0 0 0,-1-1 0,-1 1 0,0-1 0,-2 0 0,1-1 0,-2 1 0,0-2 0,0 1 0,-1-1 0,-1-1 0,0 0 0,-25 21 0,21-21 0,-1-1 0,0 0 0,-1-1 0,0-1 0,0 0 0,-1-2 0,0 0 0,0-1 0,-1 0 0,0-2 0,-30 4 0,48-8 0,-1 1 0,1-1 0,-1 0 0,1 0 0,-1 0 0,1 0 0,-1-1 0,1 1 0,0 0 0,-1-1 0,1 1 0,-1 0 0,1-1 0,-2 0 0,3 0 0,-1 1 0,1-1 0,0 1 0,-1 0 0,1-1 0,0 1 0,-1-1 0,1 1 0,0 0 0,0-1 0,0 1 0,-1-1 0,1 1 0,0-1 0,0 1 0,0-1 0,0 1 0,0-1 0,0 1 0,0-1 0,0 1 0,0-1 0,0 1 0,0-1 0,0 1 0,1-2 0,0-1 0,1 0 0,-1 0 0,1-1 0,0 1 0,0 0 0,0 1 0,1-1 0,-1 0 0,5-3 0,9-7 0,0 1 0,1 1 0,0 0 0,1 2 0,0 0 0,0 1 0,1 0 0,0 2 0,35-8 0,-39 11 0,-1 1 0,1 0 0,0 1 0,0 0 0,-1 1 0,1 1 0,0 1 0,0 0 0,-1 1 0,1 0 0,-1 1 0,0 1 0,26 12 0,-32-13-170,-1 1-1,0 0 0,0 0 1,-1 1-1,0 0 0,1 0 1,5 9-1,0 1-6655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1.0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30 138 24575,'-4'-5'0,"1"0"0,-1 0 0,1-1 0,1 1 0,-1-1 0,1 1 0,0-1 0,0 0 0,1 0 0,-1 0 0,1 0 0,1 0 0,-1-1 0,1-10 0,0 16 0,0 0 0,1 0 0,-1 0 0,0 0 0,0 0 0,1 0 0,-1 0 0,0 0 0,1 0 0,-1 0 0,1 0 0,-1 0 0,1 0 0,0 0 0,-1 0 0,1 0 0,0 0 0,0 1 0,0-1 0,-1 0 0,1 1 0,0-1 0,0 0 0,0 1 0,0-1 0,0 1 0,0 0 0,0-1 0,0 1 0,1 0 0,-1-1 0,0 1 0,0 0 0,0 0 0,0 0 0,0 0 0,0 0 0,0 0 0,0 1 0,2-1 0,0 1 0,0 0 0,1 0 0,-1 1 0,0-1 0,0 1 0,0-1 0,0 1 0,0 0 0,-1 0 0,1 1 0,4 3 0,-2 1 0,0 0 0,0 1 0,-1-1 0,0 1 0,0 0 0,0 0 0,-1 0 0,-1 1 0,1-1 0,1 10 0,-2-2 0,0 0 0,-1 0 0,-1-1 0,-3 29 0,3-42 0,0 0 0,0-1 0,-1 1 0,1 0 0,-1-1 0,1 1 0,-1 0 0,0-1 0,1 1 0,-1-1 0,-2 3 0,3-3 0,0-1 0,-1 1 0,1-1 0,-1 0 0,1 0 0,0 1 0,-1-1 0,1 0 0,-1 0 0,1 1 0,-1-1 0,1 0 0,-1 0 0,1 0 0,-1 0 0,1 0 0,-1 0 0,1 1 0,-1-1 0,1 0 0,-1-1 0,1 1 0,-1 0 0,1 0 0,-2 0 0,1-1 0,-1 0 0,0 0 0,1 0 0,-1-1 0,0 1 0,1 0 0,0-1 0,-1 1 0,1-1 0,0 1 0,0-1 0,-1 0 0,1 1 0,1-1 0,-1 0 0,0 0 0,-1-3 0,0-3 0,1 0 0,0 0 0,0 0 0,0 0 0,1 0 0,0-1 0,1 1 0,0 0 0,0 0 0,1 0 0,0 0 0,0 0 0,4-7 0,-2 5 0,0 0 0,1 0 0,0 1 0,0 0 0,1 0 0,0 0 0,1 1 0,0 0 0,12-11 0,-17 17 0,0 0 0,0 1 0,0-1 0,0 1 0,1-1 0,-1 1 0,1 0 0,-1 0 0,1 0 0,-1 0 0,1 0 0,0 0 0,-1 1 0,1-1 0,0 1 0,-1 0 0,1 0 0,0 0 0,0 0 0,-1 0 0,4 2 0,-3-1 0,0 0 0,0 1 0,0-1 0,-1 1 0,1 0 0,0 0 0,-1 0 0,0 0 0,1 0 0,-1 0 0,0 1 0,0-1 0,0 1 0,-1 0 0,1-1 0,-1 1 0,1 0 0,0 3 0,3 7 0,-1 0 0,-1 0 0,4 27 0,1 5 0,-8-44 0,0 0 0,0 0 0,0 0 0,1-1 0,-1 1 0,0 0 0,1 0 0,-1 0 0,0-1 0,1 1 0,-1 0 0,1 0 0,-1-1 0,1 1 0,-1 0 0,1-1 0,0 1 0,1 0 0,-2-1 0,1 0 0,-1 1 0,1-1 0,-1 0 0,1 0 0,-1 0 0,1 0 0,-1-1 0,1 1 0,0 0 0,-1 0 0,1 0 0,-1 0 0,1 0 0,-1-1 0,1 1 0,-1 0 0,0 0 0,1-1 0,-1 1 0,1 0 0,0-1 0,3-3 0,0-1 0,0 1 0,-1-1 0,5-7 0,-5 7 0,55-71 0,-52 69 0,2-1 0,-1 1 0,1 1 0,0-1 0,0 1 0,0 1 0,13-7 0,-20 11 0,1 0 0,0 0 0,-1 0 0,1 1 0,0-1 0,0 0 0,0 1 0,0-1 0,0 1 0,0 0 0,0-1 0,-1 1 0,1 0 0,0 0 0,0 0 0,0 1 0,0-1 0,0 0 0,0 1 0,0-1 0,0 1 0,0 0 0,-1-1 0,1 1 0,0 0 0,0 0 0,-1 0 0,1 0 0,-1 1 0,1-1 0,-1 0 0,1 1 0,-1-1 0,0 1 0,0-1 0,0 1 0,0 0 0,0-1 0,0 1 0,0 0 0,0 0 0,-1 0 0,1 2 0,3 8 0,-2 0 0,1 0 0,-2 0 0,1 0 0,-2 18 0,-2 85-1365,1-92-5461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1.4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92 62 24575,'0'-4'0,"0"0"0,-1 0 0,1 1 0,-1-1 0,0 0 0,0 1 0,0-1 0,0 1 0,-1-1 0,1 1 0,-1 0 0,-2-4 0,3 6 0,0 0 0,0 0 0,0 0 0,1 0 0,-1 1 0,0-1 0,0 0 0,0 0 0,0 1 0,-1-1 0,1 1 0,0-1 0,0 1 0,0 0 0,0-1 0,0 1 0,-1 0 0,1 0 0,0 0 0,0-1 0,0 1 0,-1 1 0,1-1 0,0 0 0,0 0 0,0 0 0,-1 1 0,1-1 0,0 0 0,0 1 0,0-1 0,0 1 0,0 0 0,0-1 0,0 1 0,0 0 0,0-1 0,0 1 0,0 0 0,-1 2 0,-1 1 0,-1 0 0,1 0 0,0 0 0,1 0 0,-1 1 0,1-1 0,0 1 0,0 0 0,1-1 0,-1 1 0,1 0 0,0 0 0,0 0 0,0 0 0,1 1 0,0-1 0,1 8 0,-1-4 0,1-1 0,0 1 0,0 0 0,1 0 0,0-1 0,1 1 0,0-1 0,0 0 0,7 11 0,-9-16 0,1-1 0,-1 1 0,1-1 0,0 0 0,0 1 0,0-1 0,0 0 0,1 0 0,-1 0 0,0-1 0,1 1 0,-1 0 0,1-1 0,0 0 0,0 1 0,-1-1 0,1 0 0,0-1 0,0 1 0,0 0 0,0-1 0,0 0 0,0 1 0,5-2 0,-3 0 0,-1 0 0,1 0 0,-1 0 0,1-1 0,-1 0 0,0 0 0,1 0 0,-1 0 0,-1-1 0,1 0 0,0 1 0,0-1 0,-1-1 0,0 1 0,4-5 0,0-1 0,0 0 0,-1-1 0,0 0 0,0 0 0,7-20 0,-11 25 0,-1 1 0,1 0 0,-1-1 0,0 1 0,0-1 0,0 1 0,-1-1 0,0 1 0,0-1 0,0 1 0,0-1 0,-1 0 0,1 1 0,-1-1 0,-1 1 0,1 0 0,-3-8 0,2 10 19,1 0 0,-1 0 0,0 0 0,0 1 0,0-1 0,0 0 0,0 1 0,0-1 0,0 1 0,0 0 0,0 0 0,-1 0 0,1 0 0,0 0 0,-1 0 0,1 0 0,-6 0 0,4 1-209,-1-1 0,0 1 1,0 0-1,1 0 0,-1 0 1,0 1-1,0 0 1,-7 2-1,0 2-6636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1.7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51 24575,'3'-1'0,"-1"0"0,1 0 0,-1-1 0,0 1 0,1-1 0,-1 1 0,0-1 0,0 0 0,3-3 0,6-4 0,-7 6 0,0 0 0,1 1 0,-1-1 0,1 1 0,-1 0 0,1 0 0,0 1 0,0-1 0,0 1 0,0 0 0,0 1 0,7-1 0,-10 1 0,1 0 0,0 1 0,0-1 0,0 1 0,-1 0 0,1 0 0,0 0 0,-1 0 0,1 0 0,-1 1 0,1-1 0,-1 1 0,0-1 0,1 1 0,-1 0 0,0 0 0,0 0 0,0 0 0,-1 0 0,1 0 0,0 1 0,-1-1 0,2 4 0,3 7 0,-1 0 0,0 0 0,-1 1 0,0-1 0,-1 1 0,-1 0 0,2 26 0,-4-28 0,0 1 0,0-1 0,-1 1 0,-1-1 0,0 0 0,-1 0 0,0 0 0,-1 0 0,-5 12 0,9-23 0,0-1 0,0 0 0,0 1 0,0-1 0,0 0 0,0 1 0,-1-1 0,1 0 0,0 0 0,0 1 0,0-1 0,0 0 0,0 1 0,0-1 0,-1 0 0,1 0 0,0 1 0,0-1 0,-1 0 0,1 0 0,0 0 0,0 1 0,-1-1 0,1 0 0,0 0 0,0 0 0,-1 0 0,1 0 0,0 0 0,-1 1 0,1-1 0,0 0 0,0 0 0,-1 0 0,1 0 0,0 0 0,-1 0 0,-2-13 0,3-20 0,5 11 69,0 1-1,2 0 0,0 0 0,16-32 1,-15 39-283,0 0 1,0 1 0,1 0-1,1 0 1,0 1 0,1 0-1,14-12 1,-9 12-6613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2.1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0 137 24575,'1'2'0,"-1"0"0,1 0 0,-1 0 0,1-1 0,0 1 0,0 0 0,0 0 0,0-1 0,0 1 0,0 0 0,0-1 0,1 1 0,-1-1 0,0 0 0,1 1 0,-1-1 0,3 1 0,-2 0 0,1 0 0,-1 0 0,1-1 0,-1 1 0,1-1 0,-1 0 0,1 0 0,0 0 0,0 0 0,5 1 0,-1-3 0,0 0 0,-1 0 0,1-1 0,0 0 0,-1 0 0,0 0 0,1-1 0,-1 0 0,0 0 0,0-1 0,0 1 0,-1-1 0,1 0 0,8-10 0,-10 11 0,-1-1 0,1-1 0,-1 1 0,0 0 0,0-1 0,0 1 0,-1-1 0,4-9 0,-5 11 0,0 0 0,-1 0 0,1 0 0,-1 0 0,1 0 0,-1 0 0,0 0 0,0 0 0,-1 0 0,1 0 0,-1 1 0,1-1 0,-1 0 0,0 0 0,0 0 0,-2-3 0,2 4 0,0-1 0,0 1 0,0 0 0,-1 1 0,1-1 0,-1 0 0,0 0 0,1 0 0,-1 1 0,0-1 0,0 1 0,0 0 0,0-1 0,0 1 0,0 0 0,0 0 0,0 0 0,-5-1 0,4 2 0,-1-1 0,0 1 0,1 0 0,-1 0 0,0 0 0,1 1 0,-1-1 0,1 1 0,-1 0 0,1 0 0,-6 2 0,3-1 0,0 1 0,0 0 0,0 0 0,0 1 0,1 0 0,-1 0 0,1 0 0,0 1 0,0 0 0,1 0 0,-1 0 0,1 0 0,-3 6 0,4-6 0,1 1 0,0-1 0,0 0 0,0 0 0,1 1 0,0-1 0,0 1 0,0 0 0,1-1 0,-1 1 0,1-1 0,1 1 0,-1 0 0,3 7 0,-1-5 0,1 1 0,0-1 0,0 0 0,1-1 0,0 1 0,0-1 0,1 1 0,10 11 0,-5-8 0,0 0 0,1-1 0,0-1 0,1 1 0,0-2 0,0 0 0,1 0 0,0-1 0,1-1 0,24 9 0,17-4-1365,-5-7-5461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7.4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11708 2698 24575,'-437'-10'0,"-156"-25"0,123 3 0,-571-42 0,429 33 0,-45 5 0,409 21 0,168 10 0,-246-8 0,61 3 0,200 4 0,0 2 0,-88 8 0,94 4 0,39-4 0,-40 2 0,1-5 0,-108-4 0,164 3 0,0 0 0,-1 0 0,1-1 0,0 1 0,0-1 0,0 0 0,0 0 0,0 0 0,0 0 0,0-1 0,0 1 0,0-1 0,1 0 0,-1 0 0,0 0 0,1 0 0,0 0 0,-3-3 0,3 1 0,0 1 0,0-1 0,0-1 0,0 1 0,1 0 0,0 0 0,0-1 0,0 1 0,0 0 0,1-1 0,0 1 0,0-8 0,1-62 0,-18-609 0,-5 267 0,15 247 0,4-317 0,5 452 0,2-1 0,2 1 0,1 0 0,2 1 0,1 0 0,1 0 0,22-42 0,-28 64 0,-1 0 0,0 0 0,5-23 0,-7 29 0,-1-1 0,-1 1 0,1 0 0,-1-1 0,0 1 0,0-1 0,-1 1 0,0 0 0,1-1 0,-5-9 0,4 13 0,0 0 0,0 0 0,-1 1 0,1-1 0,0 0 0,-1 1 0,0-1 0,1 1 0,-1 0 0,0-1 0,0 1 0,0 0 0,0 0 0,0 0 0,0 0 0,0 1 0,0-1 0,0 1 0,0-1 0,0 1 0,0-1 0,-1 1 0,1 0 0,0 0 0,0 0 0,-4 1 0,-8 1 0,1-1 0,0 2 0,-14 4 0,21-5 0,-12 2 0,0-1 0,-35 1 0,0 0 0,-148 8 0,64-7 0,-543-4 0,551-5 0,-175-5 0,-449-15 0,-235 16 0,599 10 0,-217-13 0,290 3 0,-4-1 0,-91-12 0,52 17 0,219 5 0,123 0 0,-1 1 0,0 0 0,-29 10 0,26-7 0,-42 6 0,-48 7-1365,96-17-5461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7.7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243 18 24575,'26'-15'0,"-17"13"0,-14 10 0,-81 75 0,42-42 0,-73 86 0,114-123 0,0 0 0,0 0 0,1 0 0,-1 1 0,1-1 0,0 0 0,0 1 0,1 0 0,-1-1 0,0 9 0,1-11 0,1 1 0,1 0 0,-1 0 0,0-1 0,1 1 0,-1 0 0,1-1 0,0 1 0,0 0 0,0-1 0,0 1 0,1-1 0,-1 1 0,0-1 0,1 0 0,0 0 0,0 0 0,-1 0 0,1 0 0,3 2 0,20 16 0,1-2 0,0 0 0,51 23 0,-31-16 0,73 40-1365,-65-35-5461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8.2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78 24575,'-1'-14'0,"0"0"0,0 0 0,-6-22 0,30 163 239,5 19-262,-21-117-373,1-1 1,2 0 0,13 27 0,-10-30-6431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8.6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115 86 24575,'0'-2'0,"0"0"0,0 1 0,0-1 0,0 0 0,0 0 0,0 1 0,-1-1 0,1 0 0,-1 1 0,1-1 0,-1 0 0,0 1 0,0-1 0,0 1 0,-1-3 0,1 3 0,0 1 0,1-1 0,-1 1 0,0-1 0,0 1 0,0-1 0,1 1 0,-1 0 0,0-1 0,0 1 0,0 0 0,0 0 0,0-1 0,0 1 0,0 0 0,0 0 0,0 0 0,0 0 0,0 0 0,-1 1 0,-2 0 0,0 0 0,1 1 0,-1-1 0,1 1 0,-1 0 0,1 0 0,0 0 0,0 0 0,0 1 0,0-1 0,0 1 0,-3 4 0,1 0 0,0-1 0,1 1 0,0 1 0,0-1 0,1 1 0,0 0 0,0-1 0,1 1 0,0 0 0,0 1 0,1-1 0,0 0 0,0 0 0,1 1 0,0-1 0,0 0 0,1 1 0,4 14 0,-3-13 0,1 1 0,0-1 0,1 0 0,0 0 0,1-1 0,0 1 0,1-1 0,-1 0 0,2-1 0,-1 1 0,1-1 0,0 0 0,1-1 0,12 10 0,-17-15 0,1 1 0,0-1 0,-1 0 0,1 0 0,0 0 0,0 0 0,0-1 0,1 0 0,-1 0 0,0 0 0,0 0 0,1 0 0,-1-1 0,0 0 0,9-1 0,-9 1 0,-1-1 0,1 0 0,-1-1 0,0 1 0,1 0 0,-1-1 0,0 0 0,0 0 0,0 0 0,0 0 0,0 0 0,0-1 0,-1 1 0,1-1 0,-1 0 0,0 1 0,0-1 0,0 0 0,3-6 0,0-1 0,-1-1 0,0 0 0,-1 0 0,0-1 0,0 1 0,-1-1 0,-1 1 0,0-1 0,0 0 0,-2-11 0,-1 0 0,0 0 0,-2 1 0,0-1 0,-9-25 0,12 47 2,-3-11 82,0 1 1,0-1 0,-10-15 0,12 24-120,1 1-1,-1 0 1,0-1-1,0 1 1,0 0-1,0 0 1,0 0-1,0 1 1,-4-3-1,5 3-28,0 1 0,-1-1-1,1 1 1,0-1 0,0 1-1,-1 0 1,1-1 0,-1 1-1,1 0 1,0 0 0,-1 0-1,1 0 1,0 0-1,-1 0 1,1 1 0,0-1-1,-1 0 1,1 1 0,0-1-1,-2 2 1,-8 4-6762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8.8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17 24575,'-3'-3'0,"-4"-1"0,-3 1 0,2 0 0,6 1 0,6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9.0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24575,'3'3'0,"4"1"0,4-1 0,-1-3 0,2-1 0,-2-5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9.4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 13 24575,'-1'-1'0,"0"0"0,0 0 0,0 0 0,0 0 0,0 0 0,0 1 0,0-1 0,-1 0 0,1 0 0,0 1 0,0-1 0,-1 1 0,1-1 0,0 1 0,-1 0 0,1-1 0,0 1 0,-3 0 0,3 0 0,0 0 0,0 1 0,0-1 0,0 0 0,0 1 0,0-1 0,0 1 0,0 0 0,0-1 0,1 1 0,-1-1 0,0 1 0,0 0 0,1 0 0,-1 0 0,0-1 0,1 1 0,-1 0 0,0 1 0,-1 3 0,0 0 0,0 0 0,1 0 0,-1 0 0,1 0 0,0 1 0,0-1 0,1 6 0,-1 11 0,1 65 0,0-76 0,1 0 0,1 0 0,0-1 0,1 1 0,6 17 0,-8-24 0,1-1 0,0 1 0,0-1 0,0 0 0,0 1 0,0-1 0,1-1 0,0 1 0,-1 0 0,1 0 0,0-1 0,0 0 0,0 0 0,1 0 0,-1 0 0,7 3 0,-4-3 0,-1-1 0,1 1 0,0-1 0,0 0 0,0-1 0,0 0 0,-1 1 0,1-2 0,0 1 0,8-2 0,-6 0 0,0 0 0,0 0 0,0 0 0,-1-1 0,1 0 0,-1-1 0,0 1 0,0-2 0,0 1 0,-1-1 0,1 0 0,-1 0 0,0 0 0,0-1 0,-1 0 0,7-9 0,-9 8 0,0 0 0,0-1 0,0 1 0,-1-1 0,0 1 0,0-1 0,-1 0 0,0 1 0,-1-1 0,1 0 0,-2 0 0,1 0 0,-3-15 0,2 18 0,0-1 0,-1 1 0,0 0 0,1-1 0,-1 1 0,-1 0 0,1 0 0,-1 1 0,0-1 0,0 0 0,0 1 0,-1 0 0,0 0 0,1 0 0,-2 0 0,1 0 0,0 1 0,-1 0 0,1 0 0,-9-4 0,-18 0-1365,16 6-5461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39.8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90 14 24575,'0'-1'0,"0"0"0,0 1 0,0-1 0,0 1 0,-1-1 0,1 0 0,0 1 0,0-1 0,-1 1 0,1-1 0,-1 1 0,1-1 0,0 1 0,-1-1 0,1 1 0,-1-1 0,1 1 0,-1-1 0,1 1 0,-1 0 0,1-1 0,-1 1 0,0 0 0,1 0 0,-1-1 0,0 1 0,1 0 0,-1 0 0,1 0 0,-1 0 0,0 0 0,1 0 0,-1 0 0,0 0 0,1 0 0,-2 0 0,0 0 0,0 0 0,0 0 0,-1 0 0,1 1 0,0-1 0,0 1 0,0 0 0,0-1 0,-4 3 0,2 0 0,0 1 0,0 0 0,1 0 0,-1 0 0,1 0 0,0 1 0,0 0 0,0-1 0,1 1 0,0 0 0,-1 0 0,2 0 0,-1 0 0,1 1 0,0-1 0,0 0 0,-1 9 0,2-9 0,-1-1 0,1 1 0,0-1 0,1 1 0,-1-1 0,1 1 0,-1-1 0,1 1 0,1-1 0,-1 0 0,1 1 0,-1-1 0,1 0 0,0 0 0,1 0 0,-1 0 0,1-1 0,0 1 0,0-1 0,0 1 0,4 2 0,-2-2 0,1-1 0,-1 0 0,1 0 0,0 0 0,0-1 0,0 1 0,1-1 0,-1-1 0,0 0 0,14 2 0,-2-3 0,1 0 0,26-5 0,-25 2 0,-1 1 0,23 2 0,-39 0 0,0 0 0,-1 0 0,1 0 0,0 1 0,-1-1 0,1 1 0,-1 0 0,1 0 0,-1 0 0,1 0 0,-1 0 0,0 0 0,1 1 0,1 1 0,-3-2 0,0 0 0,0 0 0,-1 0 0,1 1 0,-1-1 0,1 0 0,-1 0 0,1 1 0,-1-1 0,0 0 0,1 1 0,-1-1 0,0 0 0,0 1 0,0-1 0,0 0 0,0 1 0,0-1 0,-1 0 0,1 1 0,0-1 0,-1 0 0,1 1 0,-1-1 0,1 0 0,-1 0 0,0 1 0,-1 1 0,-2 4 49,-1 0 0,0 0 0,0-1-1,0 1 1,-1-1 0,-12 10 0,-44 26-1756,36-26-5119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0.0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1 108 24575,'3'-6'0,"7"-4"0,7-5 0,7-2 0,6 2 0,6 1 0,3 2 0,1 3 0,-1 4 0,-1 2 0,0 2 0,-2 1 0,-4 3 0,-6 2-8191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1.1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306 294 24575,'0'-7'0,"1"0"0,0 0 0,0 0 0,1 0 0,0 1 0,0-1 0,5-10 0,27-46 0,-6 15 0,-25 41 0,1 0 0,-1 0 0,-1 0 0,1-1 0,-1 1 0,1-10 0,-3 15 0,0 0 0,1 1 0,-1-1 0,-1 1 0,1-1 0,0 1 0,0-1 0,-1 0 0,1 1 0,-1-1 0,1 1 0,-1 0 0,1-1 0,-1 1 0,0-1 0,0 1 0,0 0 0,0 0 0,0-1 0,0 1 0,0 0 0,0 0 0,0 0 0,-1 0 0,1 0 0,0 0 0,-1 1 0,1-1 0,0 0 0,-1 1 0,1-1 0,-1 1 0,1-1 0,-1 1 0,0 0 0,1-1 0,-3 1 0,-6 0 0,0 0 0,0 0 0,1 1 0,-1 0 0,0 0 0,1 1 0,-1 1 0,1 0 0,-13 5 0,-7 5 0,-43 26 0,51-26 0,0 1 0,-31 28 0,45-37 0,1 1 0,0 1 0,1-1 0,-1 1 0,1 0 0,0 0 0,1 0 0,0 1 0,0 0 0,1 0 0,-4 11 0,6-16 0,1 0 0,-1 1 0,1-1 0,0 1 0,0-1 0,0 1 0,1-1 0,-1 1 0,1-1 0,0 1 0,0-1 0,0 0 0,0 0 0,1 1 0,-1-1 0,1 0 0,0 0 0,0 0 0,0-1 0,0 1 0,0 0 0,1-1 0,-1 1 0,1-1 0,-1 0 0,1 0 0,0 0 0,0 0 0,4 1 0,4 3 0,1 0 0,0-2 0,0 1 0,0-2 0,0 1 0,23 2 0,-9-4 0,0 0 0,1-2 0,-1 0 0,0-2 0,0-1 0,43-11 0,-55 11 0,1-2 0,0 0 0,-1 0 0,0-2 0,0 1 0,-1-2 0,0 0 0,0 0 0,-1-1 0,0-1 0,0 0 0,17-20 0,-24 23 0,-1 0 0,0 0 0,0 0 0,-1-1 0,1 1 0,-1-1 0,-1 0 0,0 1 0,0-1 0,-1 0 0,1-1 0,-2 1 0,1-15 0,-2 18 0,1-1 0,-1 0 0,0 0 0,0 0 0,0 0 0,-1 1 0,0-1 0,0 0 0,0 1 0,-1 0 0,0 0 0,0-1 0,0 2 0,-1-1 0,0 0 0,0 1 0,0-1 0,0 1 0,-8-5 0,10 7 0,0 1 0,0-1 0,-1 1 0,1 0 0,-1-1 0,1 1 0,0 0 0,-1 1 0,0-1 0,1 0 0,-1 1 0,1-1 0,-1 1 0,0 0 0,1 0 0,-1 0 0,0 0 0,1 1 0,-1-1 0,0 1 0,1-1 0,-1 1 0,1 0 0,-1 0 0,1 0 0,0 0 0,-1 1 0,1-1 0,0 1 0,0-1 0,0 1 0,0 0 0,0 0 0,0 0 0,-2 2 0,-1 4 0,0-1 0,0 0 0,1 1 0,0 0 0,0 0 0,1 0 0,0 0 0,0 1 0,-2 14 0,3-1 0,0 1 0,1 0 0,2 0 0,0 0 0,2-1 0,0 1 0,1-1 0,2 0 0,13 37 0,3-5 0,2-2 0,51 82 0,-20-52-1365,-33-55-5461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1.5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34 109 24575,'-15'-7'0,"0"0"0,12 10 0,4 10 0,9 19 0,0 0 0,2-1 0,1-1 0,1 0 0,2-1 0,27 38 0,-40-63 0,1 0 0,-1 0 0,1 0 0,0 0 0,0-1 0,0 1 0,0-1 0,0 0 0,10 4 0,-13-6 0,1-1 0,-1 1 0,1-1 0,0 0 0,-1 1 0,1-1 0,0 0 0,0 0 0,-1 0 0,1 0 0,0 0 0,-1 0 0,1-1 0,0 1 0,-1 0 0,1-1 0,0 0 0,-1 1 0,1-1 0,-1 0 0,1 0 0,-1 0 0,1 0 0,-1 0 0,0 0 0,0 0 0,1 0 0,-1 0 0,0-1 0,0 1 0,0 0 0,0-1 0,1-2 0,4-6 0,-1-1 0,0 0 0,-1 0 0,0-1 0,4-22 0,6-63 0,-11 65 0,2-28 315,3-23-1995,-3 62-5146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1.8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33 228 24575,'32'-1'0,"-1"-2"0,0-2 0,54-14 0,-81 19 0,-1-1 0,1 0 0,-1 0 0,0 0 0,0-1 0,1 1 0,-1-1 0,0 0 0,0 0 0,-1 0 0,1 0 0,0 0 0,-1-1 0,1 1 0,-1-1 0,4-4 0,-5 4 0,0 1 0,-1-1 0,1 1 0,0-1 0,-1 0 0,1 1 0,-1-1 0,0 0 0,0 1 0,0-1 0,0 0 0,0 1 0,-1-1 0,1 1 0,-1-1 0,0 0 0,0 1 0,0 0 0,0-1 0,0 1 0,0-1 0,-2-1 0,-3-5 0,1 1 0,-1 1 0,-1-1 0,0 1 0,0 0 0,0 0 0,0 1 0,-1 0 0,0 1 0,-10-6 0,11 7 0,1 1 0,-1 0 0,1 0 0,-1 1 0,0 0 0,0 0 0,0 0 0,0 1 0,0 0 0,0 0 0,-1 1 0,1 0 0,0 1 0,-11 1 0,15-2 0,0 1 0,0 0 0,0 0 0,0 0 0,1 1 0,-1-1 0,0 1 0,1-1 0,-1 1 0,1 0 0,0 0 0,-1 0 0,1 0 0,0 0 0,0 0 0,0 1 0,-2 4 0,2-3 0,0 0 0,1 0 0,-1 1 0,1-1 0,0 1 0,0-1 0,0 1 0,1 0 0,-1-1 0,2 8 0,-1-2 0,2-1 0,-1 0 0,1 0 0,0 0 0,1 0 0,0 0 0,1 0 0,0-1 0,0 1 0,10 13 0,12 7-1365,0-6-5461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2.6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40 24575,'-12'-19'0,"12"19"0,-1-1 0,1 0 0,-1 1 0,1-1 0,0 0 0,-1 1 0,1-1 0,0 0 0,-1 0 0,1 1 0,0-1 0,0 0 0,0 0 0,0 1 0,0-1 0,0 0 0,0 0 0,0 1 0,0-1 0,0 0 0,0 0 0,1-1 0,0 2 0,-1 0 0,1 0 0,0 0 0,-1 0 0,1 0 0,0 0 0,-1 0 0,1 1 0,-1-1 0,1 0 0,0 0 0,-1 1 0,1-1 0,-1 0 0,1 1 0,0-1 0,-1 0 0,1 1 0,-1-1 0,0 1 0,2 0 0,14 14 0,-12-11 0,30 26 0,-1 2 0,-1 1 0,38 53 0,-66-81 0,-1 0 0,-1 0 0,1 1 0,-1-1 0,0 0 0,2 10 0,-4-14 0,0 0 0,1 0 0,-1 0 0,0-1 0,0 1 0,0 0 0,0 0 0,0 0 0,0 0 0,0 0 0,0 0 0,0 0 0,0 0 0,0 0 0,-1-1 0,1 1 0,0 0 0,-1 0 0,1 0 0,0 0 0,-1-1 0,1 1 0,-1 0 0,0 0 0,1-1 0,-1 1 0,1-1 0,-1 1 0,0 0 0,0-1 0,1 1 0,-1-1 0,0 1 0,0-1 0,0 0 0,1 1 0,-1-1 0,0 0 0,0 0 0,0 1 0,0-1 0,0 0 0,0 0 0,0 0 0,1 0 0,-1 0 0,0 0 0,0 0 0,0-1 0,-1 1 0,0 0 0,-1-1 0,1 1 0,0-1 0,0 1 0,-1-1 0,1 0 0,0 0 0,0 0 0,0 0 0,0 0 0,0 0 0,1 0 0,-1-1 0,0 1 0,0-1 0,1 0 0,-1 1 0,1-1 0,-1 0 0,1 0 0,0 0 0,0 0 0,0 0 0,0 0 0,0 0 0,0 0 0,1 0 0,-1 0 0,1 0 0,-1-1 0,1-3 0,-1 0 0,1 0 0,0 0 0,1 0 0,-1 1 0,1-1 0,0 0 0,1 0 0,-1 0 0,1 1 0,0-1 0,4-5 0,1-1 0,0 0 0,1 1 0,1 0 0,0 0 0,1 1 0,-1 0 0,2 1 0,15-11 0,-16 13 0,-1 1 0,1 0 0,0 1 0,0 0 0,0 1 0,1 0 0,-1 1 0,1 0 0,0 0 0,21-1 0,-30 3 0,-1 1 0,1 0 0,-1 0 0,1 0 0,0 0 0,-1 1 0,1-1 0,-1 0 0,1 0 0,-1 1 0,1-1 0,-1 1 0,1 0 0,-1-1 0,0 1 0,1 0 0,-1 0 0,0 0 0,1 0 0,-1 0 0,0 0 0,0 0 0,0 0 0,0 0 0,0 1 0,0-1 0,0 0 0,0 3 0,1 2 0,0 0 0,-1 0 0,0 1 0,0-1 0,-1 0 0,0 7 0,0-8 0,0 0 0,0 0 0,1 0 0,-1 0 0,1 0 0,0 0 0,0 0 0,1 0 0,-1-1 0,5 8 0,-1-6 0,1 0 0,0 0 0,0 0 0,0-1 0,1 0 0,9 6 0,46 21 0,-54-28 0,0 0 0,0-1 0,0-1 0,0 1 0,1-2 0,-1 1 0,1-1 0,9 1 0,-16-2 0,1-1 0,-1 1 0,1 0 0,-1-1 0,1 1 0,-1-1 0,1 0 0,-1 0 0,0 0 0,1 0 0,-1 0 0,0 0 0,0-1 0,0 1 0,0-1 0,0 0 0,0 1 0,0-1 0,-1 0 0,1 0 0,0 0 0,-1 0 0,0 0 0,1-1 0,-1 1 0,0 0 0,0 0 0,-1-1 0,1 1 0,0-1 0,0-2 0,3-46 0,-4 44 0,-1 296 0,0 11 0,1-297 0,0 0 0,-1 0 0,1 0 0,-1 0 0,0 0 0,1 0 0,-1-1 0,-1 1 0,1 0 0,-3 4 0,4-6 0,0-1 0,-1 0 0,1 1 0,0-1 0,-1 0 0,1 0 0,0 1 0,-1-1 0,1 0 0,0 0 0,-1 1 0,1-1 0,-1 0 0,1 0 0,0 0 0,-1 0 0,1 1 0,-1-1 0,1 0 0,0 0 0,-1 0 0,1 0 0,-1 0 0,1 0 0,-1 0 0,1 0 0,-1-1 0,0 1 0,-1-1 0,1 0 0,0 0 0,0 0 0,0 0 0,0 1 0,0-1 0,0-1 0,1 1 0,-1 0 0,0 0 0,0 0 0,0-3 0,-5-7 0,2-1 0,-1-1 0,2 1 0,-1-1 0,2 0 0,0 1 0,0-1 0,1 0 0,1 0 0,0 0 0,1 0 0,0 0 0,1 0 0,5-21 0,0 11 0,0 1 0,1 0 0,1 0 0,1 1 0,1 0 0,1 0 0,18-22 0,-21 30-97,1 2-1,0-1 1,0 1-1,1 0 1,0 1-1,1 1 1,1 0-1,-1 0 1,1 1-1,0 1 1,1 0-1,0 1 0,27-8 1,-12 8-6729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6.1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28 24575,'3'-23'0,"0"19"0,2 16 0,-1 12 0,-1 1 0,-1-1 0,-2 1 0,-1 26 0,0-2 0,-1 71 0,4 124 0,-2-241-136,0 0-1,0 0 1,1 1-1,-1-1 1,1 0-1,0 0 1,0 0-1,0 0 0,3 5 1,4 2-6690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6.5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45 24575,'0'-1'0,"0"-1"0,0 0 0,0 1 0,0-1 0,0 0 0,0 1 0,0-1 0,1 0 0,-1 1 0,1-1 0,-1 0 0,1 1 0,-1-1 0,1 1 0,0-1 0,0 1 0,0 0 0,0-1 0,0 1 0,0 0 0,0 0 0,0-1 0,0 1 0,1 0 0,-1 0 0,0 0 0,1 0 0,-1 1 0,1-1 0,-1 0 0,1 1 0,0-1 0,-1 1 0,1-1 0,-1 1 0,1 0 0,0-1 0,-1 1 0,1 0 0,2 1 0,2-1 0,0 1 0,-1 0 0,1 0 0,-1 1 0,1 0 0,-1 0 0,0 0 0,0 0 0,1 1 0,7 6 0,-2 0 0,-1 0 0,0 1 0,-1 0 0,0 1 0,-1 0 0,0 0 0,0 1 0,-1 0 0,-1 0 0,0 1 0,-1 0 0,0 0 0,-1 0 0,0 0 0,-1 1 0,-1-1 0,0 1 0,0 21 0,-3-33 0,1 1 0,-1-1 0,1 1 0,-1-1 0,0 1 0,0-1 0,0 0 0,0 1 0,0-1 0,0 0 0,-1 0 0,-2 3 0,4-4 0,0-1 0,-1 0 0,1 0 0,0 1 0,-1-1 0,1 0 0,0 0 0,-1 1 0,1-1 0,0 0 0,-1 0 0,1 0 0,-1 1 0,1-1 0,0 0 0,-1 0 0,1 0 0,-1 0 0,1 0 0,0 0 0,-1 0 0,1 0 0,-1 0 0,1 0 0,0 0 0,-1 0 0,1 0 0,-1-1 0,0 0 0,0 1 0,0-1 0,1 0 0,-1 0 0,0 0 0,1 0 0,-1 0 0,1 0 0,-1 0 0,1 0 0,-1 0 0,1 0 0,0 0 0,-1 0 0,1 0 0,0-2 0,-1-5 0,0 0 0,0 0 0,1 0 0,0-1 0,1 1 0,0 0 0,0 0 0,1 0 0,0 0 0,0 0 0,1 0 0,0 1 0,5-10 0,-1 4 0,0 1 0,1 0 0,0 0 0,1 0 0,1 1 0,17-16 0,-23 24-97,0-1-1,1 1 1,-1 0-1,1 0 1,-1 1-1,1-1 1,0 1-1,0 0 1,0 1-1,0-1 1,1 1-1,-1 0 0,9-1 1,1 2-6729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7.0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3 128 24575,'0'1'0,"1"0"0,-1 0 0,0 0 0,1 0 0,-1 0 0,1 0 0,0 0 0,-1 0 0,1 0 0,0 0 0,-1 0 0,1 0 0,0 0 0,0-1 0,0 1 0,0 0 0,0-1 0,0 1 0,0 0 0,0-1 0,0 1 0,2-1 0,26 11 0,-26-10 0,11 3 0,49 12 0,-57-15 0,-1 0 0,1-1 0,0 1 0,-1-1 0,1 0 0,0-1 0,-1 1 0,11-4 0,-13 3 0,-1 0 0,1 0 0,-1 0 0,1-1 0,-1 1 0,0-1 0,0 0 0,0 0 0,0 0 0,0 0 0,0 0 0,0 0 0,-1 0 0,1-1 0,-1 1 0,0 0 0,1-1 0,-1 1 0,0-1 0,-1 0 0,1 1 0,0-1 0,-1 0 0,1 0 0,-1 1 0,0-1 0,0 0 0,0 0 0,0 1 0,-1-4 0,0 1 0,1-1 0,-1 1 0,0 0 0,-1-1 0,1 1 0,-1 0 0,0 0 0,-1 0 0,1 0 0,-1 1 0,0-1 0,0 1 0,0-1 0,-6-5 0,4 7 0,1 0 0,-1 0 0,0 0 0,0 1 0,0 0 0,0 0 0,0 0 0,0 1 0,0-1 0,-1 1 0,1 0 0,0 1 0,-1 0 0,1-1 0,0 2 0,-1-1 0,1 1 0,-1-1 0,-7 4 0,8-3 0,1 0 0,-1 0 0,1 1 0,0 0 0,0 0 0,-1 0 0,1 0 0,1 1 0,-1 0 0,0 0 0,1 0 0,-1 0 0,1 0 0,0 1 0,0-1 0,0 1 0,0 0 0,1 0 0,0 0 0,-1 0 0,1 0 0,-2 8 0,3-5 0,0-1 0,0 1 0,1 0 0,-1 0 0,2 0 0,-1 0 0,1 0 0,0-1 0,0 1 0,1 0 0,0 0 0,0-1 0,0 1 0,1-1 0,0 0 0,1 0 0,-1 0 0,5 6 0,-3-6 0,0 0 0,0 0 0,1 0 0,0-1 0,0 0 0,0 0 0,1 0 0,-1-1 0,1 0 0,0 0 0,0-1 0,1 0 0,-1 0 0,1-1 0,11 3 0,11-2-1365,-2-1-5461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7.3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246 22 24575,'-36'-13'0,"30"11"0,-1 0 0,1 1 0,-1-1 0,0 1 0,1 1 0,-1-1 0,0 1 0,1 1 0,-1-1 0,0 1 0,1 0 0,-1 1 0,1-1 0,-1 1 0,1 0 0,0 1 0,0 0 0,0 0 0,0 0 0,0 1 0,1-1 0,-9 9 0,8-6 0,1 0 0,0 0 0,0 0 0,0 1 0,1-1 0,0 1 0,1 0 0,0 1 0,0-1 0,0 1 0,1-1 0,0 1 0,0 0 0,0 13 0,1-17 0,1 1 0,0-1 0,0 1 0,1-1 0,-1 1 0,1-1 0,0 1 0,0-1 0,0 0 0,1 1 0,0-1 0,0 0 0,0 0 0,0 0 0,0 0 0,1-1 0,0 1 0,-1-1 0,2 1 0,-1-1 0,0 0 0,1 0 0,-1 0 0,1-1 0,0 1 0,7 2 0,-2 0-65,1-2 0,1 0 0,-1 0 0,0-1 0,1 0 0,-1 0 0,1-1 0,0-1 0,-1 0 0,1 0 0,0-1 0,-1-1 0,1 0 0,-1 0 0,1-1 0,-1 0 0,0 0 0,0-2 0,-1 1 0,17-11 0,-12 3-6761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8.0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0 24575,'-2'2'0,"9"2"0,11 3 0,123 5 0,-74-9 0,-67-3 0,248 7 0,-228-10-1365,-9-1-5461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8.3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15 24575,'-4'-13'0,"2"11"0,3 10 0,14 59 0,7 95 0,11 50 0,-28-194-1365,1-5-5461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9.0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23 243 24575,'-13'-37'0,"12"28"0,1 0 0,0 0 0,0 1 0,1-1 0,0 0 0,1 1 0,0-1 0,0 1 0,0-1 0,1 1 0,1 0 0,-1 0 0,1 0 0,10-13 0,-11 16 0,0 0 0,1 0 0,0 1 0,0-1 0,0 1 0,0 0 0,1 0 0,0 1 0,0-1 0,0 1 0,0 0 0,0 0 0,0 1 0,1-1 0,0 1 0,-1 1 0,1-1 0,0 1 0,0 0 0,0 0 0,0 1 0,11 0 0,-12 1 0,0 0 0,0 1 0,-1 0 0,1 0 0,0 0 0,-1 0 0,1 1 0,-1 0 0,0 0 0,0 0 0,0 0 0,0 1 0,-1-1 0,1 1 0,-1 0 0,0 0 0,0 1 0,0-1 0,-1 0 0,3 6 0,2 5 0,0 1 0,-1 0 0,0 0 0,5 30 0,-7-27 0,-2-1 0,0 1 0,-1-1 0,-1 1 0,0 0 0,-2-1 0,0 1 0,-7 26 0,5-33 0,0 1 0,-1-1 0,0 0 0,-1 0 0,0-1 0,-1 0 0,0 0 0,-1 0 0,0-1 0,-1 0 0,0-1 0,-19 16 0,16-15 0,-1-1 0,1 0 0,-2-1 0,1-1 0,-1 0 0,0-1 0,0 0 0,-1-1 0,-20 4 0,34-9 0,-1 1 0,1-1 0,0 0 0,-1 0 0,1 0 0,0 0 0,-1 0 0,1 0 0,-1 0 0,1 0 0,0-1 0,-1 1 0,1-1 0,0 1 0,-3-2 0,4 2 0,0 0 0,0-1 0,-1 1 0,1-1 0,0 1 0,-1-1 0,1 1 0,0 0 0,0-1 0,0 1 0,0-1 0,-1 1 0,1-1 0,0 1 0,0-1 0,0 1 0,0-1 0,0 1 0,0-1 0,0 1 0,0-1 0,1 1 0,-1-1 0,0 1 0,0-1 0,0 1 0,1-1 0,1-4 0,0 1 0,1 0 0,-1 1 0,1-1 0,0 0 0,0 1 0,5-5 0,11-8 0,0 1 0,1 0 0,0 2 0,1 0 0,0 1 0,1 1 0,1 2 0,0 0 0,0 1 0,28-6 0,-47 14 0,0-1 0,1 0 0,-1 1 0,0 0 0,0 0 0,0 0 0,0 1 0,0-1 0,0 1 0,0 0 0,0 0 0,0 1 0,0-1 0,0 1 0,0-1 0,-1 1 0,1 1 0,0-1 0,-1 0 0,0 1 0,0 0 0,0-1 0,4 6 0,-2-1 0,0 0 0,0 1 0,-1 0 0,0 0 0,0 1 0,-1-1 0,0 1 0,0 0 0,2 14 0,6 36-1365,-8-44-5461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4:49.7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 98 24575,'-7'-7'0,"1"-1"0,0 0 0,-9-16 0,14 22 0,-1-1 0,1 0 0,0 1 0,0-1 0,1 0 0,-1 0 0,1 1 0,-1-4 0,1 5 0,0 0 0,0 0 0,0 0 0,0 0 0,0 0 0,0 0 0,1 0 0,-1 0 0,0 0 0,1 0 0,-1 0 0,1 1 0,-1-1 0,1 0 0,-1 0 0,1 0 0,-1 1 0,1-1 0,0 0 0,-1 1 0,1-1 0,0 1 0,1-2 0,0 2 0,-1-1 0,1 0 0,0 1 0,0 0 0,0-1 0,-1 1 0,1 0 0,0 0 0,0 0 0,0 0 0,0 0 0,-1 1 0,1-1 0,0 1 0,0-1 0,0 1 0,-1-1 0,1 1 0,0 0 0,-1 0 0,1 0 0,-1 0 0,4 2 0,2 3 0,0 0 0,0 0 0,8 9 0,-3-1 0,-1 0 0,-1 0 0,0 1 0,-1 1 0,0-1 0,11 30 0,-18-38 0,0 0 0,0 1 0,0-1 0,-1 0 0,0 1 0,-1-1 0,0 1 0,0 9 0,-1-13 0,0 1 0,0-1 0,0 0 0,0 0 0,-1 1 0,1-1 0,-1 0 0,0 0 0,-1 0 0,1-1 0,0 1 0,-1-1 0,0 1 0,-6 5 0,7-7 0,0 0 0,0 0 0,0-1 0,0 1 0,-1-1 0,1 1 0,0-1 0,-1 0 0,1 0 0,-1 0 0,1 0 0,-1-1 0,1 1 0,-1-1 0,0 1 0,1-1 0,-1 0 0,0 0 0,1 0 0,-1 0 0,0 0 0,1-1 0,-1 1 0,0-1 0,1 0 0,-1 0 0,-3-2 0,3 2 0,1-1 0,0 0 0,-1 0 0,1 0 0,0 0 0,0-1 0,0 1 0,0 0 0,1-1 0,-1 1 0,0-1 0,1 0 0,0 0 0,0 1 0,0-1 0,0 0 0,0 0 0,1 0 0,-1 0 0,1 0 0,0 0 0,-1 0 0,1 0 0,1-4 0,1-5 0,0 0 0,1 0 0,0 1 0,1 0 0,0-1 0,1 1 0,0 1 0,0-1 0,1 1 0,1 0 0,14-18 0,-12 18 0,0 1 0,0-1 0,1 1 0,0 1 0,1 0 0,0 1 0,0 0 0,0 0 0,1 1 0,20-7 0,-27 11 0,1 0 0,-1 1 0,1 0 0,0 0 0,-1 1 0,1-1 0,0 1 0,-1 1 0,1-1 0,-1 1 0,11 2 0,-12-2 0,0 1 0,0-1 0,-1 1 0,1 0 0,-1 0 0,1 1 0,-1-1 0,0 1 0,0-1 0,0 1 0,0 0 0,-1 0 0,1 0 0,-1 1 0,0-1 0,1 1 0,1 4 0,1 4 0,0 0 0,0 0 0,-2 1 0,1-1 0,-1 1 0,-1 0 0,-1 0 0,1 0 0,-2 0 0,-1 16 0,1-27 0,0-1 0,0 0 0,0 0 0,0 0 0,0 0 0,-1 0 0,1 0 0,0 0 0,-1 0 0,1 0 0,0 0 0,-1 0 0,0 0 0,1 0 0,-1 0 0,1 0 0,-1 0 0,0 0 0,0-1 0,0 1 0,1 0 0,-1-1 0,0 1 0,0 0 0,0-1 0,0 1 0,0-1 0,-1 1 0,1-1 0,0 0 0,0-1 0,0 1 0,1 0 0,-1 0 0,0-1 0,0 1 0,0-1 0,1 1 0,-1 0 0,0-1 0,1 0 0,-1 1 0,0-1 0,1 1 0,-1-1 0,1 0 0,-1 1 0,1-1 0,-1 0 0,1 0 0,-1 1 0,1-1 0,0 0 0,-1 0 0,1 0 0,0 1 0,0-1 0,0 0 0,-1 0 0,1 0 0,0 0 0,0 0 0,0 0 0,1 0 0,-1-5 0,0 0 0,1 1 0,-1-1 0,1 1 0,1-1 0,-1 1 0,1-1 0,0 1 0,0 0 0,0 0 0,6-8 0,0-1 0,1 1 0,20-22 0,-23 29 0,0 0 0,0 0 0,1 1 0,0-1 0,0 2 0,0-1 0,0 1 0,1 0 0,15-6 0,-20 9 0,0 1 0,0-1 0,0 0 0,0 1 0,0 0 0,0-1 0,0 1 0,0 0 0,0 1 0,0-1 0,0 0 0,0 1 0,0 0 0,0 0 0,-1 0 0,1 0 0,0 0 0,0 0 0,-1 1 0,1-1 0,-1 1 0,1 0 0,-1 0 0,0 0 0,1 0 0,-1 0 0,0 0 0,0 1 0,-1-1 0,4 6 0,-1 0 31,0 1 0,0 0 0,-1 0 0,0 0 0,0 0 0,-1 0 0,-1 1 0,0-1 1,0 1-1,0 9 0,-2 2-458,0 1 0,-2-1 1,-6 29-1,5-34-6399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0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50 24575,'0'-2'0,"1"0"0,-1 0 0,1 1 0,0-1 0,-1 0 0,1 1 0,0-1 0,0 1 0,1-1 0,-1 1 0,0 0 0,0-1 0,1 1 0,-1 0 0,1 0 0,-1 0 0,1 0 0,-1 0 0,1 0 0,-1 0 0,3 0 0,37-15 0,-39 15 0,-1 1 0,1-1 0,0 1 0,1-1 0,-1 1 0,0 0 0,0 0 0,0 0 0,0 0 0,0 0 0,0 0 0,0 0 0,0 1 0,0-1 0,0 1 0,0 0 0,0-1 0,0 1 0,0 0 0,-1 0 0,1 0 0,0 0 0,0 1 0,-1-1 0,1 0 0,-1 1 0,1-1 0,-1 1 0,0-1 0,0 1 0,1 0 0,-1 0 0,0-1 0,0 1 0,-1 0 0,1 0 0,0 0 0,0 3 0,2 8 0,-1 0 0,0 1 0,0-1 0,-2 25 0,0-25 0,-11 307 0,2 44 0,9-356 0,4 49 0,-3-53 0,-1 0 0,1 0 0,0 0 0,0 0 0,1 0 0,-1 0 0,1 0 0,0-1 0,0 1 0,5 6 0,-7-10 0,1 1 0,0 0 0,0-1 0,-1 1 0,1 0 0,0-1 0,0 1 0,0-1 0,0 0 0,0 1 0,0-1 0,0 0 0,0 1 0,0-1 0,-1 0 0,1 0 0,0 0 0,0 0 0,0 0 0,0 0 0,0 0 0,0 0 0,0 0 0,0-1 0,0 1 0,0 0 0,0 0 0,0-1 0,0 1 0,0-1 0,0 1 0,-1-1 0,1 1 0,0-1 0,0 0 0,0 1 0,-1-1 0,2-1 0,3-3 0,-1 0 0,1 0 0,-1-1 0,5-7 0,7-16 0,-1-1 0,-2-1 0,19-58 0,15-102 0,-35 136 0,-1 0 0,-6 25 0,2 0 0,12-33 0,-19 62 0,0 0 0,0 0 0,0 1 0,1-1 0,-1 0 0,0 0 0,1 0 0,-1 0 0,1 0 0,-1 0 0,1 1 0,0-1 0,-1 0 0,1 1 0,0-1 0,-1 0 0,1 1 0,0-1 0,0 0 0,-1 1 0,1 0 0,0-1 0,0 1 0,0-1 0,1 1 0,-1 0 0,0 0 0,0 1 0,-1-1 0,1 1 0,0-1 0,0 1 0,0-1 0,0 1 0,-1 0 0,1-1 0,0 1 0,0 0 0,-1 0 0,1-1 0,-1 1 0,1 0 0,-1 0 0,1 0 0,0 1 0,4 9 0,-1 0 0,6 20 0,-9-29 0,58 216 0,33 112 0,-92-328 5,1 1-81,-1-1 0,1 1 0,-1-1 0,1 1-1,0-1 1,0 1 0,1-1 0,-1 1 0,0-1 0,1 0 0,-1 0 0,1 0 0,0 0-1,0 0 1,0 0 0,0 0 0,4 2 0,5-1-6750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08.9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145 585 24575,'1'-5'0,"1"0"0,-1 1 0,1-1 0,0 0 0,0 1 0,0-1 0,0 1 0,1 0 0,0 0 0,3-5 0,6-8 0,-7 10 0,-2 0 0,1 0 0,-1-1 0,0 1 0,4-15 0,-7 20 0,0 0 0,1 0 0,-1 0 0,0 0 0,0 0 0,0 0 0,0 0 0,-1 0 0,1 0 0,0 0 0,-1 0 0,1 1 0,-1-1 0,0 0 0,0 0 0,1 0 0,-1 1 0,0-1 0,-1 1 0,1-1 0,0 1 0,0-1 0,-1 1 0,1-1 0,-1 1 0,1 0 0,-1 0 0,1 0 0,-1 0 0,-2-1 0,2 1 0,-1 0 0,0 0 0,0 1 0,1-1 0,-1 1 0,0 0 0,0-1 0,0 1 0,0 1 0,1-1 0,-1 0 0,0 1 0,0-1 0,0 1 0,1 0 0,-1 0 0,0 0 0,1 0 0,-1 1 0,1-1 0,-1 0 0,1 1 0,0 0 0,0 0 0,-3 2 0,-3 3 0,0 1 0,0 1 0,1-1 0,-13 19 0,12-12 0,-1 1 0,2-1 0,0 1 0,1 1 0,0-1 0,-6 35 0,11-44 0,0 0 0,0 0 0,0 0 0,1 0 0,0 1 0,0-1 0,1 0 0,0 0 0,0 0 0,1 0 0,0 0 0,0 0 0,0 0 0,1-1 0,0 1 0,0-1 0,1 1 0,0-1 0,6 7 0,-8-11 0,1 1 0,-1-1 0,0 0 0,1 0 0,0 0 0,0 0 0,-1 0 0,1-1 0,0 1 0,0-1 0,1 0 0,-1 0 0,0 0 0,0 0 0,0 0 0,1-1 0,-1 0 0,0 1 0,1-1 0,-1-1 0,0 1 0,1 0 0,-1-1 0,0 1 0,0-1 0,1 0 0,-1 0 0,0 0 0,0-1 0,5-3 0,0 0 0,0 0 0,0-1 0,-1-1 0,0 1 0,0-1 0,0-1 0,-1 1 0,0-1 0,7-13 0,4-11 0,-2 0 0,-1-2 0,-1 1 0,-3-2 0,0 0 0,7-55 0,8-217 0,-25 302 0,1-13 0,1-25 0,-2 40 0,-1 0 0,1 0 0,0 1 0,-1-1 0,1 0 0,-1 0 0,0 1 0,0-1 0,0 0 0,0 1 0,-3-4 0,4 6 0,0 0 0,0 0 0,0-1 0,0 1 0,0 0 0,0 0 0,-1 0 0,1 0 0,0-1 0,0 1 0,0 0 0,0 0 0,-1 0 0,1 0 0,0 0 0,0 0 0,0 0 0,-1-1 0,1 1 0,0 0 0,0 0 0,0 0 0,-1 0 0,1 0 0,0 0 0,0 0 0,-1 0 0,1 0 0,0 0 0,0 0 0,0 0 0,-1 0 0,1 1 0,0-1 0,0 0 0,0 0 0,-1 0 0,1 0 0,0 0 0,0 0 0,0 0 0,0 1 0,-1-1 0,1 0 0,0 0 0,0 0 0,0 0 0,0 1 0,0-1 0,-1 0 0,1 0 0,0 0 0,0 1 0,0-1 0,-5 14 0,-1 18 0,2 1 0,1 0 0,1 0 0,3 34 0,0-16 0,-1-13 0,3 168 0,0-161 0,2 0 0,16 67 0,-19-104 69,1 0-1,-1 0 0,2 0 0,4 9 1,-6-14-183,0 0 0,0 0 0,-1-1 0,2 1 1,-1-1-1,0 0 0,0 0 0,1 0 1,-1 0-1,1 0 0,0 0 0,-1-1 1,1 1-1,4 1 0,11 2-6712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09.1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28 24575,'6'-24'0,"0"20"0,-2 16 0,1 75 0,-5-63 0,1 1 0,9 44 0,1-27-682,33 77-1,-37-103-6143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09.3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1 135 24575,'0'-9'0,"0"-9"0,0-7 0,0-2 0,0 0 0,0 8 0,0 10 0,0 9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09.5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69 36 24575,'-6'0'0,"-5"0"0,-3-2 0,-3-2 0,2-3 0,9 0 0,12 1 0,11 2 0,8 1 0,5 1 0,8 2 0,5 0 0,2 0 0,-1 0 0,-3 0 0,-4 1 0,-9-1-8191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1.0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81 244 24575,'2'0'0,"0"-1"0,1 0 0,-1 0 0,0 1 0,0-1 0,0-1 0,0 1 0,0 0 0,0 0 0,0-1 0,0 1 0,-1-1 0,3-1 0,19-23 0,-42 51 0,0 2 0,1 0 0,2 2 0,-13 29 0,23-41 0,-1 0 0,2 0 0,0 0 0,-2 20 0,6-28 0,0 0 0,1 1 0,-1-1 0,2 1 0,0-1 0,0 0 0,0 0 0,6 18 0,-5-21 0,1-1 0,-1 0 0,1 1 0,0-1 0,0 0 0,0-1 0,1 1 0,0-1 0,-1 1 0,2-1 0,-1 0 0,0 0 0,1-1 0,0 1 0,0-1 0,0 0 0,0-1 0,0 1 0,1-1 0,-1 0 0,1 0 0,-1-1 0,1 1 0,0-1 0,-1-1 0,1 1 0,0-1 0,11 0 0,-3-2 0,0 1 0,1-2 0,-1 0 0,0 0 0,-1-1 0,1-1 0,-1 0 0,0-1 0,0-1 0,21-14 0,-16 7 0,-1 0 0,0-1 0,-1-1 0,-1 0 0,-1-2 0,0 1 0,-1-2 0,-1 0 0,-1 0 0,-1-1 0,0 0 0,9-33 0,-17 47 0,-1 0 0,0 0 0,-1 0 0,0 0 0,0 0 0,0 0 0,-2-7 0,2 11 0,0 1 0,0-1 0,-1 1 0,1 0 0,-1-1 0,1 1 0,-1-1 0,0 1 0,1 0 0,-1-1 0,0 1 0,0 0 0,0 0 0,-2-2 0,2 2 0,0 1 0,1 0 0,-1-1 0,0 1 0,0 0 0,0-1 0,0 1 0,0 0 0,0 0 0,0 0 0,0 0 0,0 0 0,0 0 0,0 0 0,0 0 0,0 0 0,0 1 0,0-1 0,0 0 0,0 1 0,0-1 0,0 0 0,1 1 0,-1-1 0,-1 2 0,-2 0 0,1 1 0,0-1 0,0 1 0,0 0 0,0 0 0,0 0 0,1 1 0,-1-1 0,1 1 0,0-1 0,0 1 0,0 0 0,0 0 0,1 0 0,0 0 0,0 0 0,0 0 0,-1 4 0,0 11 0,0 0 0,1 30 0,1-40 0,0-2 0,0 0 0,0-1 0,1 1 0,0 0 0,0-1 0,1 1 0,0-1 0,0 1 0,0-1 0,5 8 0,-4-9 0,0-1 0,0 0 0,1 0 0,-1-1 0,1 1 0,0-1 0,0 1 0,0-1 0,0 0 0,0-1 0,1 1 0,0-1 0,-1 0 0,7 2 0,-5-2 0,1 0 0,-1 0 0,1-1 0,0 0 0,-1 0 0,1 0 0,0-1 0,0 0 0,-1 0 0,1-1 0,0 0 0,0 0 0,-1-1 0,1 1 0,-1-1 0,1-1 0,-1 1 0,0-1 0,9-6 0,-8 4 0,1-1 0,0 0 0,-1-1 0,-1 0 0,1 0 0,-1 0 0,0-1 0,0 0 0,-1 0 0,0-1 0,-1 1 0,0-1 0,4-11 0,-2 0 0,0-1 0,6-40 0,-11 52 0,0 0 0,-1 0 0,1-1 0,-2 1 0,0 0 0,0 0 0,0 0 0,-1 0 0,-4-12 0,5 19 0,0 0 0,0 0 0,0 0 0,0 0 0,0 0 0,0 0 0,-1 0 0,1 0 0,-1 1 0,1-1 0,-1 0 0,0 1 0,1-1 0,-1 1 0,0 0 0,-4-3 0,4 4 0,1-1 0,-1 1 0,0 0 0,0-1 0,0 1 0,0 0 0,1 0 0,-1 0 0,0 1 0,0-1 0,0 0 0,0 1 0,1-1 0,-1 1 0,0-1 0,-2 2 0,-2 2 0,0-1 0,1 1 0,0 0 0,0 0 0,0 1 0,1-1 0,-1 1 0,1 0 0,0 0 0,-5 9 0,5-8 0,1 1 0,-1 0 0,1 0 0,1 1 0,-1-1 0,1 1 0,-1 9 0,3-15 0,-1-1 0,1 1 0,0-1 0,0 1 0,0-1 0,0 1 0,0-1 0,1 1 0,-1-1 0,0 1 0,1-1 0,-1 0 0,1 1 0,-1-1 0,1 1 0,0-1 0,0 0 0,-1 0 0,1 1 0,0-1 0,0 0 0,0 0 0,0 0 0,1 0 0,-1 0 0,0 0 0,0 0 0,0-1 0,1 1 0,-1 0 0,0-1 0,1 1 0,-1-1 0,1 1 0,-1-1 0,1 1 0,-1-1 0,1 0 0,-1 0 0,1 0 0,-1 0 0,1 0 0,-1 0 0,3-1 0,6 0 0,0-1 0,0 1 0,-1-2 0,0 1 0,18-8 0,45-26 0,-39 18 0,-24 14 0,-1 0 0,0 0 0,1 1 0,0 0 0,0 0 0,11-1 0,-17 3 0,-1 1 0,1 0 0,-1 0 0,1 1 0,-1-1 0,1 0 0,0 1 0,-1 0 0,1-1 0,-1 1 0,0 0 0,1 0 0,-1 1 0,0-1 0,0 0 0,1 1 0,-1-1 0,0 1 0,-1 0 0,1 0 0,0 0 0,0 0 0,-1 0 0,1 0 0,-1 0 0,2 4 0,7 14 0,-1 1 0,-1 0 0,8 35 0,-10-32 0,2 1 0,14 32 0,-21-56 0,-1 1 0,1-1 0,0 1 0,-1-1 0,1 1 0,0-1 0,0 0 0,0 0 0,0 1 0,0-1 0,0 0 0,0 0 0,0 0 0,1 0 0,-1 0 0,0 0 0,1 0 0,-1-1 0,0 1 0,1 0 0,-1-1 0,1 1 0,-1-1 0,3 1 0,-2-2 0,0 1 0,0-1 0,-1 1 0,1-1 0,0 0 0,0 0 0,0 0 0,-1 0 0,1 0 0,0 0 0,-1-1 0,1 1 0,-1-1 0,0 1 0,1-1 0,-1 1 0,0-1 0,2-2 0,39-58 0,-15 21 0,47-54 0,-73 93 0,1 0 0,0 0 0,0 0 0,0 0 0,0 0 0,1 1 0,-1-1 0,0 1 0,1 0 0,-1-1 0,0 1 0,1 0 0,5-1 0,-7 2 0,0 0 0,0 1 0,1-1 0,-1 0 0,0 0 0,0 1 0,0-1 0,1 1 0,-1-1 0,0 1 0,0 0 0,0-1 0,0 1 0,0 0 0,0-1 0,0 1 0,0 0 0,0 0 0,-1 0 0,1 0 0,0 0 0,0 0 0,-1 0 0,1 0 0,-1 1 0,1-1 0,-1 0 0,1 0 0,-1 0 0,0 1 0,0-1 0,1 1 0,4 21 0,3 36 0,-5-33 0,9 36 0,-10-55 0,0 0 0,0 0 0,1-1 0,0 1 0,0-1 0,1 0 0,0 0 0,0 0 0,9 10 0,-11-14 0,1 0 0,0 0 0,-1 0 0,1 0 0,0 0 0,0-1 0,0 0 0,0 1 0,0-1 0,1 0 0,-1-1 0,0 1 0,0 0 0,1-1 0,-1 0 0,0 0 0,1 0 0,-1 0 0,0 0 0,1-1 0,-1 1 0,0-1 0,0 0 0,0 0 0,1 0 0,-1-1 0,0 1 0,3-3 0,6-2 0,-1-1 0,0-1 0,-1 0 0,0 0 0,17-18 0,8-12 0,-2-2 0,52-82 0,-69 95 0,-1-2 0,-1 0 0,-1 0 0,-2-1 0,14-58 0,-24 80 0,0 1 0,0-1 0,-1 0 0,0 1 0,-1-1 0,-1-8 0,2 14 0,0 0 0,-1 1 0,1-1 0,-1 1 0,1-1 0,-1 1 0,0-1 0,0 1 0,1-1 0,-1 1 0,0 0 0,0-1 0,0 1 0,-3-2 0,3 2 0,0 1 0,0-1 0,0 1 0,-1 0 0,1-1 0,0 1 0,0 0 0,0 0 0,0 0 0,-1 0 0,1 0 0,0 0 0,0 0 0,0 0 0,-1 0 0,1 0 0,0 1 0,0-1 0,0 1 0,0-1 0,0 1 0,0-1 0,-2 2 0,-1 1 0,-1 0 0,1 0 0,0 1 0,0 0 0,1 0 0,-1 0 0,1 0 0,0 0 0,0 1 0,0-1 0,1 1 0,0 0 0,0-1 0,-3 10 0,-1 5 0,1 0 0,-3 31 0,4-16 0,1 0 0,2 1 0,1-1 0,2 1 0,2-1 0,1 0 0,1 0 0,2 0 0,13 35 0,-19-63-91,1 0 0,-1 0 0,1 0 0,0 0 0,1 0 0,-1-1 0,1 0 0,0 1 0,0-1 0,1-1 0,-1 1 0,1-1 0,0 0 0,10 6 0,-3-5-6735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1.7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14 140 24575,'-1'-2'0,"1"0"0,0 0 0,-1 0 0,1 0 0,-1 0 0,0 0 0,1 1 0,-1-1 0,-1-2 0,1 3 0,0 0 0,1 1 0,-1-1 0,1 0 0,-1 0 0,1 0 0,-1 1 0,1-1 0,0 0 0,0 0 0,-1 0 0,1 0 0,0 0 0,0 0 0,0 0 0,0 0 0,0 1 0,0-1 0,0 0 0,0 0 0,0 0 0,0 0 0,1 0 0,-1 0 0,0 0 0,1 0 0,-1 1 0,0-1 0,1 0 0,-1 0 0,1 0 0,0 1 0,-1-1 0,1 0 0,-1 1 0,1-1 0,0 0 0,0 1 0,-1-1 0,1 1 0,0-1 0,0 1 0,0 0 0,1-1 0,3-2 0,1 1 0,-1-1 0,1 1 0,0 1 0,0-1 0,0 1 0,0 0 0,9 0 0,54 2 0,-37 0 0,44 0 0,83-1 0,-158 0 0,1 0 0,-1 0 0,1 0 0,0 0 0,-1-1 0,1 1 0,-1-1 0,1 1 0,-1-1 0,1 1 0,-1-1 0,1 0 0,-1 0 0,1 1 0,-1-1 0,0 0 0,2-2 0,-3 2 0,1 1 0,-1-1 0,1 0 0,-1 0 0,0 1 0,0-1 0,1 0 0,-1 0 0,0 0 0,0 0 0,0 1 0,0-1 0,0 0 0,0 0 0,0 0 0,0 0 0,0 1 0,-1-1 0,1 0 0,0 0 0,0 0 0,-1 1 0,0-2 0,0-1 0,-1 0 0,0 1 0,0-1 0,0 1 0,0-1 0,-1 1 0,1 0 0,0 0 0,-1 0 0,0 0 0,1 0 0,-1 0 0,0 1 0,0 0 0,-5-2 0,4 2 0,0 0 0,0 0 0,0 0 0,1 1 0,-1 0 0,0 0 0,0 0 0,0 0 0,0 1 0,0 0 0,1-1 0,-1 1 0,0 1 0,0-1 0,1 0 0,-6 4 0,5-2 0,-1 0 0,0 0 0,1 1 0,0 0 0,0 0 0,0 0 0,1 0 0,-1 1 0,1 0 0,-4 7 0,2-3 0,1-1 0,1 1 0,0 0 0,0 0 0,0 0 0,1 0 0,1 1 0,0-1 0,0 1 0,1-1 0,0 1 0,0-1 0,3 16 0,-1-20 0,0 0 0,0 1 0,0-1 0,1 0 0,-1 0 0,1 0 0,1-1 0,-1 1 0,1-1 0,-1 0 0,1 0 0,0 0 0,1 0 0,-1-1 0,1 1 0,-1-1 0,1 0 0,10 4 0,-12-6 0,0 1 0,1-1 0,-1 0 0,0 0 0,1 0 0,-1-1 0,1 1 0,-1-1 0,1 0 0,-1 0 0,1 0 0,-1-1 0,1 1 0,-1-1 0,1 1 0,-1-1 0,0 0 0,1-1 0,-1 1 0,0-1 0,0 1 0,0-1 0,0 0 0,0 0 0,0 0 0,-1 0 0,1-1 0,-1 1 0,1-1 0,-1 1 0,2-5 0,4-5 0,-1-1 0,0 0 0,-1-1 0,8-25 0,9-57 0,-24 112 0,0 0 0,1 0 0,1-1 0,1 1 0,0 0 0,1-1 0,5 17 0,-6-26 0,1-1 0,-1 0 0,1 0 0,0 0 0,1-1 0,-1 1 0,1-1 0,7 8 0,-10-11 0,0-1 0,0 1 0,0 0 0,0 0 0,0-1 0,0 1 0,0 0 0,0-1 0,1 1 0,-1-1 0,0 1 0,0-1 0,0 0 0,1 0 0,-1 1 0,0-1 0,0 0 0,1 0 0,-1 0 0,0 0 0,0 0 0,0-1 0,1 1 0,-1 0 0,0 0 0,0-1 0,0 1 0,1-1 0,-1 1 0,0-1 0,0 0 0,0 1 0,0-1 0,0 0 0,0 0 0,0 0 0,0 1 0,-1-1 0,1 0 0,0 0 0,0 0 0,-1-1 0,1 1 0,0 0 0,0-2 0,8-18 0,-1 0 0,0-1 0,-2 1 0,0-2 0,3-28 0,-2 14 0,-5 21 0,-4 22 0,-5 29 0,7-34 0,-3 28 171,0 39 0,3-60-327,1-1 1,0 1 0,0 0 0,0 0 0,1 0 0,0-1 0,1 1-1,0-1 1,0 1 0,4 6 0,3 0-6671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1.9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101 43 24575,'-3'-6'0,"-4"-5"0,-3 0 0,-4 1 0,1 5 0,0 7 0,-1 9 0,2 5 0,3 4 0,3-3-8191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2.3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0 24575,'-2'92'0,"4"95"0,-2-186 0,0 0 0,1 0 0,-1 1 0,0-1 0,0 0 0,0 1 0,1-1 0,-1 0 0,1 0 0,-1 0 0,1 1 0,-1-1 0,1 0 0,1 1 0,-2-2 0,0 1 0,1-1 0,-1 0 0,1 0 0,-1 0 0,0 0 0,1 1 0,-1-1 0,0 0 0,1 0 0,-1 0 0,1 0 0,-1 0 0,0 0 0,1 0 0,-1 0 0,1 0 0,-1-1 0,0 1 0,1 0 0,-1 0 0,0 0 0,1 0 0,-1 0 0,0-1 0,1 1 0,-1 0 0,0 0 0,1-1 0,4-3 0,-1-1 0,0 1 0,1-1 0,4-8 0,-2 3 0,1 1 0,78-96 0,-71 90 0,1-1 0,0 2 0,0 0 0,23-13 0,-36 24 0,1 1 0,0 0 0,0 0 0,0 1 0,0-1 0,0 1 0,0 0 0,0 0 0,8 0 0,-11 0 0,1 2 0,-1-1 0,1 0 0,-1 0 0,1 0 0,-1 1 0,0-1 0,1 1 0,-1-1 0,1 1 0,-1-1 0,0 1 0,0 0 0,1 0 0,-1 0 0,0-1 0,0 1 0,0 0 0,0 1 0,0-1 0,0 0 0,0 0 0,0 0 0,0 0 0,-1 1 0,1-1 0,-1 0 0,1 1 0,-1-1 0,1 1 0,0 1 0,2 19 0,0-1 0,-1 0 0,-2 1 0,0 0 0,-3 23 0,0 8 0,2-27 151,0-9-656,1 1-1,3 32 1,1-33-6321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2.7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45 115 24575,'-3'1'0,"1"-1"0,0 1 0,-1 0 0,1 0 0,0 0 0,0 0 0,0 0 0,0 1 0,0-1 0,0 1 0,0-1 0,0 1 0,0 0 0,1 0 0,-1 0 0,1 0 0,-2 2 0,2-3 0,0 1 0,0-1 0,1 1 0,-1-1 0,0 1 0,1-1 0,-1 1 0,1 0 0,-1-1 0,1 1 0,0 2 0,0-3 0,0 0 0,0 0 0,0-1 0,0 1 0,0 0 0,1 0 0,-1-1 0,0 1 0,1 0 0,-1 0 0,0-1 0,1 1 0,-1-1 0,1 1 0,-1 0 0,1-1 0,-1 1 0,1-1 0,-1 1 0,1-1 0,0 1 0,-1-1 0,1 0 0,0 1 0,0 0 0,3 0 0,0 1 0,1-1 0,-1 0 0,0 0 0,0 0 0,1-1 0,-1 1 0,0-1 0,0 0 0,1 0 0,-1 0 0,0-1 0,1 0 0,-1 0 0,0 0 0,0 0 0,0 0 0,0-1 0,0 0 0,0 0 0,0 0 0,-1 0 0,1-1 0,-1 1 0,1-1 0,-1 0 0,0 0 0,0 0 0,0-1 0,-1 1 0,1-1 0,-1 1 0,0-1 0,0 0 0,0 0 0,0 0 0,-1 0 0,1 0 0,-1 0 0,0 0 0,0-6 0,0-39 0,-1 46 0,0 0 0,0 1 0,-1-1 0,1 0 0,-1 0 0,0 0 0,0 1 0,0-1 0,0 1 0,0-1 0,0 0 0,-1 1 0,1 0 0,-4-4 0,4 5 0,1 0 0,-1 1 0,1-1 0,-1 1 0,0 0 0,1-1 0,-1 1 0,0 0 0,1-1 0,-1 1 0,0 0 0,1-1 0,-1 1 0,0 0 0,0 0 0,1 0 0,-1 0 0,0 0 0,0 0 0,1 0 0,-1 0 0,0 0 0,0 0 0,1 0 0,-1 1 0,0-1 0,1 0 0,-2 1 0,0 0 0,1 0 0,-1 0 0,1 1 0,-1-1 0,1 1 0,-1-1 0,1 1 0,0-1 0,0 1 0,-2 2 0,-1 4 0,0 1 0,0 0 0,-3 12 0,1 3 0,1-1 0,1 1 0,2 0 0,0-1 0,1 1 0,1 0 0,6 38 0,-6-58-114,1-1 1,0 1-1,0 0 0,0-1 0,1 0 1,0 1-1,-1-1 0,1 0 0,0 0 1,0 1-1,3 1 0,10 9-6712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3.1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90 200 24575,'-11'-24'0,"10"19"0,-1-1 0,0 1 0,0 1 0,-1-1 0,1 0 0,-1 0 0,0 1 0,0 0 0,-1-1 0,1 1 0,-9-6 0,12 9 0,-1 1 0,0 0 0,1-1 0,-1 1 0,0 0 0,1 0 0,-1 0 0,0-1 0,0 1 0,1 0 0,-1 0 0,0 0 0,1 0 0,-1 0 0,0 0 0,0 1 0,1-1 0,-1 0 0,0 0 0,1 0 0,-1 1 0,0-1 0,1 0 0,-1 1 0,0-1 0,1 1 0,-1-1 0,1 1 0,-1-1 0,1 1 0,-1-1 0,1 1 0,-1-1 0,1 1 0,-1-1 0,1 1 0,0 0 0,-1-1 0,1 1 0,0 0 0,-1 1 0,-8 32 0,6 5 0,1 1 0,2 0 0,2-1 0,2 1 0,1-1 0,2 0 0,1 0 0,15 38 0,-23-77 0,0 0 0,0 0 0,0 0 0,0 0 0,0-1 0,0 1 0,0 0 0,0 0 0,0 0 0,0 0 0,0 0 0,1 0 0,-1 0 0,0 0 0,0 0 0,0 0 0,0 0 0,0 0 0,0 0 0,0 0 0,0 0 0,0 0 0,1 0 0,-1 0 0,0 0 0,0 0 0,0 0 0,0 0 0,0 0 0,0 0 0,0 0 0,0 0 0,0 0 0,0 0 0,1 0 0,-1 0 0,0 0 0,0 0 0,0 0 0,0 0 0,0 0 0,0 1 0,0-1 0,0 0 0,0 0 0,0 0 0,0 0 0,0 0 0,0 0 0,0 0 0,1 0 0,-1 0 0,0 0 0,0 1 0,0-1 0,0 0 0,0 0 0,0 0 0,0 0 0,0 0 0,0 0 0,0 0 0,0 0 0,0 0 0,0 1 0,0-1 0,-1 0 0,6-13 0,3-35 0,-3 18 0,3-7 0,2 0 0,2 1 0,1 1 0,2 0 0,2 1 0,0 0 0,3 1 0,0 2 0,2 0 0,48-51 0,-66 78 0,0 0 0,1 0 0,0 0 0,0 1 0,0-1 0,0 1 0,0 1 0,11-5 0,-15 7 0,0 0 0,0-1 0,0 1 0,1 0 0,-1 0 0,0 0 0,0 0 0,0 0 0,1 0 0,-1 0 0,0 0 0,0 1 0,0-1 0,0 0 0,0 1 0,1-1 0,-1 1 0,0-1 0,1 2 0,0-1 0,-1 1 0,0 0 0,0-1 0,0 1 0,0-1 0,0 1 0,0 0 0,0 0 0,0 0 0,-1 0 0,1-1 0,-1 1 0,1 0 0,-1 0 0,0 0 0,0 2 0,-1 28-1365,-5 1-5461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4.1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800 79 24575,'0'-3'0,"0"0"0,-1 0 0,1 0 0,0 0 0,-1 0 0,0 0 0,1 0 0,-1 0 0,0 1 0,-1-1 0,1 0 0,0 1 0,-1-1 0,1 1 0,-1-1 0,0 1 0,-4-4 0,3 3 0,-1 1 0,1-1 0,-1 1 0,0 0 0,0 0 0,0 0 0,0 1 0,0-1 0,0 1 0,0 0 0,-5-1 0,-2 1 0,-1 0 0,1 1 0,0 0 0,-1 1 0,1 0 0,0 1 0,0 0 0,-19 6 0,10 1 0,0 0 0,0 1 0,1 1 0,0 1 0,1 1 0,-24 21 0,2 3 0,-51 63 0,48-47 0,3 2 0,2 1 0,-40 80 0,56-92 0,3 1 0,1 1 0,2 0 0,3 2 0,-11 64 0,21-90 0,1 0 0,1 1 0,0 0 0,2-1 0,1 1 0,0-1 0,2 0 0,8 30 0,-7-39 0,0 1 0,1-1 0,0 0 0,1 0 0,0-1 0,1 0 0,1 0 0,0-1 0,0 0 0,1 0 0,0-1 0,1 0 0,0-1 0,13 8 0,-3-5 0,0-1 0,1-1 0,0-1 0,1 0 0,0-2 0,0-1 0,1-1 0,-1 0 0,1-2 0,0-1 0,0-1 0,27-2 0,-2-3 0,0-2 0,0-2 0,0-2 0,88-31 0,-92 23 0,0-1 0,-1-2 0,-1-2 0,-1-2 0,-1-1 0,-1-3 0,64-59 0,-78 61 0,-1 0 0,-1-1 0,-1-2 0,-1 0 0,-2-2 0,-2 0 0,-1-1 0,-1 0 0,-1-2 0,17-65 0,-24 68 0,-2 0 0,-1 0 0,-2 0 0,-1-1 0,-1 1 0,-2-1 0,-1 1 0,-8-42 0,7 60 0,-1 0 0,0 0 0,-1 0 0,0 0 0,-1 1 0,-1 0 0,0 0 0,0 0 0,-2 1 0,1 1 0,-1-1 0,-1 1 0,0 1 0,-1 0 0,0 0 0,0 1 0,-1 0 0,-1 1 0,1 1 0,-23-10 0,13 8 69,-1 2-1,0 0 0,0 1 0,-42-4 1,21 7-923,-72 4 1,47 4-5973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5.0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115 70 24575,'1'0'0,"1"0"0,0-1 0,-1 1 0,1-1 0,-1 1 0,1-1 0,-1 0 0,1 0 0,-1 1 0,0-1 0,1 0 0,-1 0 0,0-1 0,0 1 0,2-2 0,17-23 0,-13 16 0,-5 8 0,-1 0 0,1 0 0,0 0 0,1 0 0,-1 0 0,0 0 0,0 1 0,4-3 0,-6 4 0,1 0 0,-1 0 0,0 0 0,1-1 0,-1 1 0,0 0 0,1 0 0,-1 0 0,0 0 0,1 0 0,-1 0 0,0 0 0,0 0 0,1 0 0,-1 0 0,0 0 0,1 0 0,-1 0 0,0 0 0,1 1 0,-1-1 0,0 0 0,1 0 0,-1 0 0,0 0 0,0 1 0,1-1 0,-1 0 0,1 1 0,-1 0 0,1 0 0,-1 0 0,0 0 0,1 0 0,-1 0 0,0 1 0,0-1 0,0 0 0,0 0 0,0 0 0,0 0 0,0 0 0,0 1 0,-7 51 0,-20 75 0,10-50 0,-10 61 0,-20 94 0,33-181 0,-1 0 0,-31 66 0,112-149 0,-51 25 0,0 2 0,1 0 0,-1 1 0,1 1 0,0 1 0,0 0 0,0 0 0,0 2 0,19 2 0,18 6 0,73 22 0,-49-10 0,7-2 0,1-3 0,1-4 0,0-4 0,167-5 0,-248-3 0,-1-1 0,1 1 0,-1-1 0,1 0 0,-1 0 0,0 0 0,1-1 0,-1 0 0,8-4 0,-10 5 0,-1 0 0,0 0 0,0 0 0,0 0 0,0-1 0,0 1 0,0 0 0,0-1 0,0 1 0,0-1 0,-1 1 0,1-1 0,0 1 0,-1-1 0,0 1 0,1-1 0,-1 0 0,0 1 0,0-1 0,0 1 0,0-1 0,0 0 0,0 1 0,0-1 0,0 0 0,-1 1 0,1-1 0,-1 1 0,1-1 0,-2-2 0,-10-25 0,-30-53 0,-5-9 0,30 47 0,2 0 0,-14-76 0,-4-95 0,26 162 0,6 44 0,0 0 0,-1-1 0,0 1 0,-1 0 0,-5-13 0,7 20 0,0 0 0,-1-1 0,1 1 0,-1 0 0,1 0 0,-1 0 0,0 0 0,0 0 0,0 0 0,0 1 0,0-1 0,0 1 0,0-1 0,0 1 0,-1 0 0,1 0 0,-1 0 0,1 0 0,-1 0 0,1 0 0,-1 1 0,1-1 0,-6 1 0,-9 0-1365,2 1-5461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5.7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80 24575,'0'6'0,"1"1"0,0-1 0,0 0 0,1 0 0,0 0 0,0-1 0,0 1 0,1 0 0,-1-1 0,1 1 0,1-1 0,-1 0 0,1 0 0,0 0 0,0-1 0,0 1 0,0-1 0,1 0 0,9 6 0,-6-5 0,-1 0 0,1 0 0,0-1 0,0 0 0,0-1 0,1 0 0,-1 0 0,1-1 0,0 0 0,0 0 0,0-1 0,18 0 0,-14-2 0,0-2 0,0 1 0,0-2 0,-1 0 0,1 0 0,-1-1 0,0-1 0,0 0 0,0 0 0,19-16 0,-14 10 0,-1-2 0,-1 0 0,0-1 0,0-1 0,-2 0 0,14-20 0,-25 33-170,0-1-1,0 1 0,0-1 1,0 1-1,-1-1 0,0 0 1,2-5-1,-2-2-6655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6.0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24575,'0'0'-8191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6.3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24575,'3'0'0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6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574 326 24575,'0'-13'0,"-2"-1"0,0 1 0,0 0 0,-1 0 0,-1 0 0,0 0 0,-1 0 0,0 1 0,-1 0 0,-8-13 0,6 12 0,-1 0 0,0 1 0,0 0 0,-2 1 0,1 0 0,-1 0 0,-1 1 0,-21-14 0,18 16 38,0 0 0,0 1 0,0 1 0,-1 0 0,0 1 0,0 1 0,-1 1 0,-30-3 0,13 5-465,0 1 0,1 1 1,-46 9-1,16 0-6399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7.2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653 271 24575,'0'-8'0,"-1"0"0,-1-1 0,0 1 0,0 0 0,0 0 0,-1 0 0,0 0 0,-1 0 0,0 1 0,0 0 0,-1-1 0,1 1 0,-2 1 0,1-1 0,-1 1 0,-9-8 0,-1 0 0,0 0 0,-2 1 0,0 1 0,0 1 0,-27-13 0,25 15-80,-1 1 0,0 1-1,0 1 1,0 1 0,-1 0-1,0 2 1,0 0 0,0 2-1,0 1 1,0 0 0,-1 1 0,1 2-1,1 0 1,-1 1 0,0 2-1,-36 13 1,8 2-6746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7.6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237 502 24575,'0'-3'0,"0"-7"0,0-7 0,0-8 0,0-4 0,-3-4 0,-1-2 0,-3-1 0,-6-4 0,-4 0 0,-1 1 0,-5 0 0,-3 2 0,-4 0 0,-3 5 0,-1 3 0,5 8-8191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7.8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205 432 24575,'-3'-3'0,"-1"-4"0,-3-6 0,0-8 0,-2-5 0,-2-5 0,0-3 0,0-1 0,-2-4 0,-1-1 0,-5 0 0,-1 1 0,-4 2 0,-3 0 0,2 7-8191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8.2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201 669 24575,'0'-4'0,"-1"-1"0,0 0 0,-1 1 0,1-1 0,-1 1 0,-3-8 0,-4-9 0,-48-190 0,-8-22 0,18 99-1365,36 103-5461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8.4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188 743 24575,'0'-3'0,"3"-4"0,1-6 0,0-8 0,-1-5 0,-1-8 0,-3-7 0,-3-8 0,-2-4 0,-4-6 0,-3-4 0,-5-3 0,-3-3 0,-6 2 0,-5 4 0,-5 3 0,2 12-8191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8.9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462 607 24575,'-3'-3'0,"-1"-7"0,-2-11 0,-4-7 0,-6-8 0,-6-10 0,-5-6 0,-4-5 0,-6-6 0,-8-1 0,-8 0 0,-11 3 0,-11 5 0,7 10-8191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9.2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368 11 24575,'-3'-3'0,"-7"-1"0,-4 0 0,-10 4 0,-8 8 0,-9 8 0,-8 8 0,-12 11 0,-9 9 0,7-4-8191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19.6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1408 224 24575,'-5'-10'0,"-1"0"0,-1 1 0,0 0 0,0 1 0,-1 0 0,-10-9 0,-56-41 0,61 48 0,-3-2 0,0 2 0,0 0 0,-1 0 0,0 2 0,0 0 0,-20-5 0,23 9 0,-1 1 0,1 0 0,0 1 0,-1 1 0,1 0 0,0 1 0,-1 1 0,-25 4 0,4 3 0,0 2 0,0 1 0,1 2 0,0 2 0,2 1 0,0 1 0,-44 31 0,9 1 0,2 3 0,-73 74 0,91-77 114,2 2 0,-75 109 0,95-119-456,1 2 1,3 0 0,1 2-1,-27 84 1,27-49-6485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0.0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1079 81 24575,'-3'-6'0,"-1"1"0,0-1 0,0 1 0,-1 0 0,1 1 0,-1-1 0,0 1 0,0 0 0,0 0 0,-1 1 0,1-1 0,-1 1 0,0 0 0,0 1 0,0-1 0,0 1 0,0 1 0,-8-2 0,-4 0 0,1 0 0,-1 1 0,1 1 0,-1 1 0,-27 3 0,8 3 0,0 1 0,1 1 0,-1 2 0,2 2 0,-1 1 0,2 2 0,0 1 0,1 2 0,0 1 0,2 2 0,-43 35 0,41-26 0,1 1 0,1 1 0,2 2 0,1 1 0,2 1 0,1 1 0,2 2 0,2 0 0,-22 56 0,22-36-170,2 1-1,3 1 0,3 0 1,3 1-1,2 0 0,3 1 1,5 104-1,7-71-6655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0.4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804 1 24575,'-37'11'0,"1"2"0,0 2 0,1 1 0,1 2 0,1 1 0,-36 27 0,27-14 0,2 1 0,2 2 0,1 2 0,1 1 0,3 1 0,1 3 0,2 0 0,2 2 0,1 1 0,3 1 0,-28 74 0,29-55 0,2 1 0,4 2 0,2-1 0,4 2 0,2 0 0,3 0 0,4 0 0,7 82 0,1-92-682,22 93-1,-6-67-6143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0.7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172 0 24575,'-9'15'0,"-11"19"0,-9 23 0,-6 21 0,4 18 0,7 17 0,8 10 0,9 8 0,12 1 0,10 3 0,13-4 0,1-24-8191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2.2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350 171 24575,'1'-39'0,"0"27"0,0 1 0,-1-1 0,0 0 0,-1 0 0,0 0 0,-4-14 0,4 24 0,1 0 0,-1 0 0,0 0 0,0 0 0,0 0 0,0 1 0,0-1 0,0 1 0,-1-1 0,1 1 0,0-1 0,-1 1 0,1-1 0,-1 1 0,0 0 0,1 0 0,-1 0 0,-3-1 0,2 1 0,-1 0 0,1 0 0,0 0 0,-1 1 0,1-1 0,-1 1 0,1 0 0,-1 0 0,1 1 0,-4 0 0,-4 1 0,0 1 0,1 0 0,-1 1 0,1 0 0,-19 10 0,14-4 0,0 0 0,1 1 0,0 1 0,1 0 0,0 1 0,1 0 0,0 1 0,1 0 0,1 1 0,-15 29 0,18-32 0,1 1 0,0 1 0,1-1 0,1 1 0,0 0 0,1 0 0,1 0 0,0 0 0,0 1 0,2-1 0,0 0 0,0 1 0,6 27 0,-5-37 0,0 0 0,1 0 0,-1 0 0,1-1 0,0 1 0,1 0 0,-1-1 0,1 0 0,0 1 0,0-1 0,0 0 0,0-1 0,1 1 0,0 0 0,0-1 0,0 0 0,0 0 0,0 0 0,0-1 0,9 5 0,-7-5 0,0-1 0,0 1 0,0-1 0,0 0 0,0-1 0,0 1 0,0-1 0,1 0 0,-1-1 0,0 1 0,0-1 0,0-1 0,0 1 0,0-1 0,0 0 0,-1 0 0,6-3 0,4-3 0,-1-1 0,0 0 0,-1-1 0,0-1 0,-1 0 0,0 0 0,0-2 0,17-23 0,-6 2 0,-1-1 0,24-51 0,-15 8 0,2-2 0,-33 80 0,0 0 0,0-1 0,0 1 0,0 0 0,0 0 0,0-1 0,0 1 0,0 0 0,0 0 0,0-1 0,0 1 0,1 0 0,-1 0 0,0-1 0,0 1 0,0 0 0,0 0 0,1 0 0,-1-1 0,0 1 0,0 0 0,1 0 0,-1 0 0,0 0 0,0 0 0,0 0 0,1-1 0,-1 1 0,0 0 0,0 0 0,1 0 0,-1 0 0,0 0 0,1 0 0,-1 0 0,0 0 0,0 0 0,1 0 0,-1 0 0,0 0 0,1 0 0,5 13 0,0 25 0,-6-36 0,2 20 42,4 30-746,18 80 1,-14-98-6123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2.6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54 24575,'0'-9'0,"0"-16"0,0 24 0,0 0 0,1 0 0,-1 0 0,0 0 0,0 0 0,1 0 0,-1 0 0,0 0 0,1 0 0,-1 0 0,1 0 0,-1 1 0,1-1 0,-1 0 0,1 0 0,0 1 0,-1-1 0,1 0 0,1 0 0,-1 0 0,-1 1 0,0 0 0,1 0 0,-1 0 0,1 0 0,-1 0 0,1 0 0,-1 0 0,1 0 0,-1 0 0,1 0 0,-1 0 0,0 0 0,1 0 0,-1 1 0,1-1 0,-1 0 0,1 0 0,-1 0 0,0 1 0,1-1 0,-1 0 0,1 1 0,-1-1 0,0 0 0,1 0 0,-1 1 0,0-1 0,0 1 0,1-1 0,-1 0 0,0 1 0,0-1 0,1 1 0,7 18 0,-8-17 0,10 31 0,-2 2 0,-2-1 0,-1 1 0,1 63 0,-2-27 0,-4-71 0,0 0 0,0 0 0,0 1 0,0-1 0,0 0 0,0 0 0,0 0 0,0 0 0,0 1 0,0-1 0,0 0 0,0 0 0,0 0 0,0 1 0,0-1 0,0 0 0,0 0 0,0 0 0,0 0 0,0 1 0,0-1 0,0 0 0,0 0 0,0 0 0,1 0 0,-1 1 0,0-1 0,0 0 0,0 0 0,0 0 0,0 0 0,0 0 0,1 1 0,-1-1 0,0 0 0,0 0 0,0 0 0,0 0 0,1 0 0,-1 0 0,0 0 0,0 0 0,6-9 0,6-24 0,-10 27 0,10-30 0,34-66 0,-38 88 0,-1 1 0,2 0 0,0 0 0,0 1 0,1 1 0,1-1 0,20-16 0,-29 26 0,1 0 0,-1 1 0,0-1 0,1 1 0,-1-1 0,1 1 0,0 0 0,-1 0 0,1 0 0,0 0 0,0 1 0,0-1 0,-1 1 0,1-1 0,0 1 0,0 0 0,0 0 0,0 1 0,0-1 0,5 2 0,-5-1 0,0 0 0,-1 1 0,1 0 0,0 0 0,-1 0 0,1 0 0,-1 0 0,1 0 0,-1 0 0,0 1 0,0-1 0,0 1 0,0 0 0,-1 0 0,1-1 0,-1 1 0,1 0 0,0 4 0,6 19-273,-1 1 0,-2 0 0,0 0 0,0 30 0,-2-17-6553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3.0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178 243 24575,'5'-4'0,"0"0"0,0 0 0,0-1 0,0 1 0,-1-1 0,0 0 0,0-1 0,0 1 0,0-1 0,-1 1 0,0-1 0,-1 0 0,1 0 0,-1-1 0,0 1 0,0 0 0,-1-1 0,0 1 0,0-1 0,0 1 0,-2-13 0,1 13 0,-2 0 0,1 0 0,-1 0 0,0 1 0,0-1 0,0 1 0,-1-1 0,0 1 0,0 0 0,0 0 0,0 0 0,-1 0 0,0 1 0,0-1 0,-8-6 0,9 9 0,1 1 0,-1-1 0,1 0 0,-1 1 0,0-1 0,0 1 0,0 0 0,0 0 0,0 0 0,0 0 0,0 0 0,0 1 0,0 0 0,0-1 0,-1 1 0,1 0 0,0 1 0,0-1 0,0 0 0,0 1 0,0 0 0,0 0 0,0 0 0,0 0 0,0 0 0,0 0 0,0 1 0,1-1 0,-1 1 0,0 0 0,-2 2 0,-3 4 0,1 0 0,0 0 0,0 0 0,0 1 0,1 0 0,1 0 0,-1 1 0,2 0 0,-1 0 0,1 0 0,1 0 0,-3 13 0,-1 8 0,1 0 0,-2 61 0,7-84 0,1 0 0,1 0 0,-1 0 0,1 0 0,0 0 0,4 11 0,-4-17 0,-1 0 0,1-1 0,0 1 0,-1 0 0,1-1 0,0 1 0,0-1 0,0 0 0,0 1 0,0-1 0,1 0 0,-1 1 0,0-1 0,1 0 0,-1 0 0,0 0 0,1 0 0,-1 0 0,1 0 0,0-1 0,-1 1 0,1 0 0,0-1 0,-1 0 0,1 1 0,0-1 0,0 0 0,-1 0 0,1 0 0,0 0 0,0 0 0,-1 0 0,1 0 0,0-1 0,2 0 0,1 0 0,0-1 0,0-1 0,0 1 0,0-1 0,-1 0 0,1 0 0,-1 0 0,1 0 0,-1-1 0,0 0 0,-1 0 0,1 0 0,-1 0 0,0-1 0,4-4 0,5-13 0,20-42 0,-30 59 0,3-8 0,-4 10 0,0 0 0,0 0 0,0 0 0,0 0 0,1 1 0,-1-1 0,1 0 0,0 1 0,-1-1 0,1 1 0,4-4 0,-6 6 0,0 0 0,1 0 0,-1 1 0,1-1 0,-1 0 0,0 0 0,1 0 0,-1 0 0,0 0 0,1 1 0,-1-1 0,0 0 0,1 0 0,-1 1 0,0-1 0,1 0 0,-1 0 0,0 1 0,0-1 0,1 0 0,-1 1 0,0-1 0,0 1 0,0-1 0,0 0 0,1 1 0,-1-1 0,0 0 0,0 1 0,0-1 0,0 1 0,0-1 0,0 1 0,5 18 0,-5-17 0,9 41 218,-5-20-746,1 0 1,12 31-1,-6-28-6298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3.8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16 101 24575,'0'-6'0,"-1"0"0,-1 0 0,1 0 0,-5-10 0,0-4 0,21 107 0,11 49 0,-26-135 0,1 1 0,-1-1 0,1 1 0,-1-1 0,1 1 0,0-1 0,-1 1 0,1-1 0,0 1 0,0-1 0,0 0 0,0 0 0,0 1 0,3 1 0,-4-3 0,1 0 0,0 0 0,-1 0 0,1 0 0,0 0 0,0 0 0,-1 0 0,1 0 0,0 0 0,-1 0 0,1 0 0,0-1 0,0 1 0,-1 0 0,1 0 0,0-1 0,-1 1 0,1 0 0,-1-1 0,1 1 0,0-1 0,-1 1 0,1-1 0,-1 1 0,1-1 0,-1 1 0,1-1 0,-1 1 0,0-1 0,1 0 0,-1 1 0,1-2 0,21-33 0,34-75 0,-27 49 0,-27 57 0,0 0 0,1 0 0,-1 0 0,1 0 0,0 1 0,0-1 0,0 1 0,4-4 0,-6 6 0,-1 1 0,1 0 0,0-1 0,-1 1 0,1 0 0,0-1 0,-1 1 0,1 0 0,0 0 0,0 0 0,-1-1 0,1 1 0,0 0 0,0 0 0,-1 0 0,1 0 0,0 0 0,0 0 0,-1 0 0,1 1 0,1-1 0,-1 1 0,0 0 0,1 0 0,-1 0 0,0 0 0,0 0 0,0 0 0,0 0 0,0 0 0,0 0 0,0 1 0,0-1 0,-1 0 0,1 1 0,0-1 0,0 2 0,4 13 0,0 0 0,0 1 0,2 27 0,-4-24 0,1 1 0,7 19 0,-9-34 0,1 1 0,0-1 0,0 0 0,0 0 0,0-1 0,1 1 0,0-1 0,1 1 0,-1-1 0,7 6 0,-9-10 0,0 1 0,0-1 0,0 1 0,0-1 0,0 0 0,1 0 0,-1 0 0,0 0 0,0 0 0,1-1 0,-1 1 0,1 0 0,-1-1 0,1 0 0,-1 0 0,0 0 0,1 0 0,3 0 0,-2-1 0,1 0 0,-1-1 0,1 1 0,-1-1 0,0 0 0,0 0 0,0 0 0,0-1 0,5-3 0,2-4 0,0 0 0,0-1 0,-1 0 0,0-1 0,8-13 0,-6 6 0,-1-1 0,0 1 0,-2-2 0,0 1 0,-2-1 0,6-22 0,-12 41 0,-1 0 0,1-1 0,-1 1 0,0 0 0,0 0 0,0 0 0,0-1 0,0 1 0,-1 0 0,1 0 0,-1 0 0,1 0 0,-1 0 0,-2-4 0,3 5 0,0 1 0,0-1 0,-1 1 0,1 0 0,0-1 0,-1 1 0,1 0 0,-1-1 0,1 1 0,0 0 0,-1-1 0,1 1 0,-1 0 0,1 0 0,-1 0 0,1-1 0,-1 1 0,1 0 0,-1 0 0,1 0 0,-1 0 0,1 0 0,-2 0 0,1 0 0,-1 1 0,1-1 0,0 1 0,0-1 0,-1 1 0,1-1 0,0 1 0,0 0 0,0 0 0,0 0 0,0-1 0,0 1 0,-2 2 0,-1 2 0,-1 1 0,1 0 0,0 0 0,0 0 0,0 0 0,1 1 0,0 0 0,0-1 0,1 1 0,0 0 0,0 0 0,1 1 0,0-1 0,0 0 0,0 0 0,1 1 0,0-1 0,1 0 0,0 0 0,2 14 0,-1-16 0,-1 1 0,1 0 0,0-1 0,0 1 0,0-1 0,1 0 0,0 0 0,0 0 0,0 0 0,1 0 0,0-1 0,-1 0 0,2 1 0,-1-2 0,0 1 0,1 0 0,0-1 0,-1 0 0,2 0 0,-1 0 0,0 0 0,0-1 0,1 0 0,-1 0 0,1-1 0,7 2 0,-9-3 0,-1 1 0,1-1 0,-1 0 0,1 0 0,0 0 0,-1-1 0,1 1 0,-1-1 0,1 0 0,-1 0 0,1 0 0,-1-1 0,0 1 0,1-1 0,-1 1 0,3-4 0,-1 2 0,-1-1 0,0 0 0,0 0 0,-1 0 0,1 0 0,-1-1 0,0 0 0,0 1 0,3-10 0,0 0 0,-2 1 0,0-2 0,0 1 0,-1 0 0,-1-1 0,-1 1 0,0-19 0,0 29 0,-1 0 0,0 0 0,0 0 0,-1 0 0,1 0 0,-1 1 0,0-1 0,0 0 0,0 0 0,0 0 0,-1 0 0,1 1 0,-1-1 0,-5-6 0,7 10 0,0 0 0,0 0 0,0 0 0,0 0 0,0 0 0,-1-1 0,1 1 0,0 0 0,0 0 0,0 0 0,-1 0 0,1 0 0,0 0 0,0 0 0,0 0 0,-1 0 0,1 0 0,0 0 0,0 0 0,0 0 0,-1 0 0,1 0 0,0 0 0,0 0 0,0 0 0,-1 0 0,1 0 0,0 0 0,0 0 0,0 0 0,-1 1 0,1-1 0,0 0 0,0 0 0,0 0 0,0 0 0,-1 0 0,1 1 0,0-1 0,0 0 0,0 0 0,-5 13 0,0 15 0,3 55 0,4 1 0,18 126 0,-10-123 0,0-5 0,-2-17 0,-2-1 0,-3 78 0,-4-129 0,0-1 0,-1 1 0,0-1 0,-1 0 0,0 0 0,-9 20 0,10-29 0,1 0 0,0 0 0,-1-1 0,1 1 0,-1-1 0,0 1 0,0-1 0,0 0 0,0 1 0,0-1 0,0 0 0,-1-1 0,1 1 0,-1 0 0,1-1 0,-1 1 0,0-1 0,1 0 0,-1 0 0,0 0 0,0 0 0,0 0 0,0 0 0,0-1 0,0 0 0,0 0 0,0 1 0,0-2 0,0 1 0,0 0 0,0-1 0,-5-1 0,0 0 0,1-1 0,-1-1 0,1 1 0,0-1 0,0-1 0,0 1 0,1-1 0,0 0 0,0-1 0,0 1 0,-10-14 0,2 1 0,1-1 0,1 0 0,-10-22 0,8 12 0,1-1 0,2 0 0,1 0 0,2-1 0,-8-45 0,14 60 0,0-1 0,1 1 0,1-1 0,0 0 0,1 1 0,1-1 0,0 1 0,2 0 0,-1 0 0,2 0 0,0 0 0,10-19 0,-11 28-170,1-1-1,0 1 0,0 0 1,1 0-1,0 1 0,0 0 1,8-7-1,13-6-6655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24.4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204 168 24575,'2'-2'0,"0"-1"0,0 1 0,0-1 0,0 0 0,-1 0 0,0 1 0,1-1 0,-1 0 0,0-1 0,-1 1 0,1 0 0,0 0 0,-1 0 0,0 0 0,1-1 0,-1 1 0,-1-4 0,1 2 0,-1 0 0,0 1 0,0-1 0,0 0 0,0 0 0,-1 1 0,0-1 0,0 1 0,0 0 0,-5-7 0,4 6 0,-1-1 0,-1 2 0,1-1 0,-1 0 0,0 1 0,0 0 0,0 0 0,0 1 0,-7-4 0,10 6 0,-1 0 0,1 0 0,-1 0 0,0 0 0,0 1 0,1-1 0,-1 1 0,0 0 0,0 0 0,0 0 0,0 0 0,1 0 0,-1 0 0,0 1 0,0 0 0,1-1 0,-1 1 0,0 0 0,1 0 0,-1 1 0,1-1 0,-5 3 0,1 1 0,0 0 0,0 0 0,0 0 0,1 1 0,-1 0 0,2 0 0,-1 0 0,1 1 0,-1-1 0,2 1 0,-6 13 0,5-10 0,1 0 0,0 0 0,1 0 0,0 0 0,0 0 0,1 1 0,1-1 0,1 19 0,-1-22 0,1 0 0,0 0 0,1 0 0,0 0 0,0 0 0,1 0 0,-1 0 0,2 0 0,-1-1 0,1 0 0,-1 1 0,8 6 0,-7-9 0,0 0 0,0 0 0,0 0 0,1-1 0,-1 0 0,1 0 0,0 0 0,0 0 0,0-1 0,1 0 0,-1 0 0,0 0 0,1-1 0,-1 0 0,1 0 0,0 0 0,7-1 0,-9 1 0,0-1 0,1-1 0,-1 1 0,0-1 0,0 1 0,0-1 0,0 0 0,0-1 0,0 1 0,-1-1 0,1 0 0,0 0 0,-1 0 0,1 0 0,-1 0 0,5-5 0,-4 3 0,0-1 0,1 0 0,-2 0 0,1-1 0,-1 1 0,1-1 0,-2 0 0,1 0 0,3-10 0,-2 2 0,-1 1 0,-1-1 0,0-1 0,0 1 0,-2 0 0,0 0 0,0 0 0,-5-26 0,1 24 0,3 17 0,7 29 0,0-10 0,1-1 0,1 0 0,1 0 0,0-1 0,18 26 0,-22-37 0,0-1 0,0 1 0,1-1 0,0 0 0,0 0 0,0 0 0,1-1 0,0 0 0,0 0 0,0-1 0,0 0 0,1 0 0,0-1 0,0 0 0,0 0 0,10 1 0,-15-3-68,1-1 0,-1 0-1,1 0 1,-1 0 0,1 0 0,-1-1-1,1 1 1,-1-1 0,0 0 0,1 0-1,-1 0 1,0 0 0,0-1 0,1 1-1,-1-1 1,0 0 0,-1 0-1,1 0 1,4-4 0,7-9-6758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3.3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291 71 24575,'-82'1'0,"-89"-2"0,138-4 0,33 5 0,0 0 0,-1 0 0,1 0 0,0 0 0,0 0 0,0 0 0,0 0 0,-1 0 0,1 0 0,0-1 0,0 1 0,0 0 0,0 0 0,0 0 0,-1 0 0,1 0 0,0 0 0,0 0 0,0 0 0,0 0 0,0 0 0,0-1 0,0 1 0,-1 0 0,1 0 0,0 0 0,0 0 0,0 0 0,0 0 0,0-1 0,0 1 0,0 0 0,0 0 0,0 0 0,0 0 0,0 0 0,0-1 0,0 1 0,0 0 0,0 0 0,0 0 0,0 0 0,0 0 0,0-1 0,0 1 0,0 0 0,0 0 0,0 0 0,17-7 0,39-2 0,88-3 0,-101 10 0,1156-28 0,-1190 30 342,-20 0-8875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3.6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67 162 24575,'-20'-55'0,"17"43"0,-1 1 0,0 0 0,0 0 0,-12-19 0,15 29 0,-13-24 0,14 25 0,0 0 0,0 0 0,0-1 0,0 1 0,0 0 0,0 0 0,0 0 0,0 0 0,0 0 0,-1 0 0,1-1 0,0 1 0,0 0 0,0 0 0,0 0 0,0 0 0,0 0 0,0-1 0,0 1 0,0 0 0,1 0 0,-1 0 0,0 0 0,0 0 0,0 0 0,0-1 0,0 1 0,0 0 0,0 0 0,0 0 0,0 0 0,0 0 0,0 0 0,0 0 0,1-1 0,-1 1 0,0 0 0,0 0 0,0 0 0,0 0 0,0 0 0,0 0 0,1 0 0,-1 0 0,0 0 0,0 0 0,0 0 0,0 0 0,16 6 0,181 125 0,-164-106 0,-1 1 0,-1 2 0,47 54 0,-73-76 0,0 1 0,0 0 0,0 0 0,-1 0 0,0 1 0,-1 0 0,0-1 0,0 1 0,0 1 0,1 9 0,-3-13 0,-1-1 0,0 1 0,0 0 0,0-1 0,0 1 0,-1 0 0,0-1 0,0 1 0,0-1 0,-1 1 0,1-1 0,-1 0 0,0 1 0,0-1 0,-1 0 0,1 0 0,-1 0 0,0-1 0,-6 7 0,-4 3 83,-1-1 0,-1 0 0,-31 18 1,-54 23-1098,79-43 330,-12 6-6142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4.2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38 24575,'-3'-3'0,"-2"-3"0,0 1 0,-1 0 0,-10-8 0,15 13 0,1-1 0,-1 1 0,1-1 0,-1 1 0,0-1 0,1 1 0,-1 0 0,1-1 0,-1 1 0,0 0 0,0 0 0,1-1 0,-1 1 0,0 0 0,1 0 0,-1 0 0,0 0 0,0 0 0,1 0 0,-1 0 0,0 0 0,1 0 0,-1 0 0,0 1 0,0-1 0,1 0 0,-1 0 0,0 1 0,1-1 0,-1 0 0,0 1 0,1-1 0,-1 1 0,1-1 0,-1 0 0,1 1 0,-1 0 0,1-1 0,-1 1 0,1-1 0,-1 1 0,1 0 0,0-1 0,-1 1 0,1-1 0,0 1 0,0 0 0,-1 0 0,1 0 0,-3 14 0,1 0 0,1 0 0,1 0 0,0 1 0,0-1 0,2 0 0,3 16 0,-1 8 0,7 67-10,45 503-288,-27 2 56,-30-321 242,1 97 0,0-383 2,0 6 56,0 0-1,1 0 1,0-1 0,5 16-1,-6-24-50,0 1 1,1-1-1,-1 1 0,1-1 0,-1 1 0,1-1 1,0 1-1,0-1 0,0 0 0,0 0 1,0 1-1,0-1 0,0 0 0,0 0 1,0 0-1,0 0 0,1 0 0,-1 0 0,0 0 1,1-1-1,-1 1 0,1 0 0,-1-1 1,1 1-1,-1-1 0,1 1 0,-1-1 0,1 0 1,-1 0-1,1 0 0,-1 0 0,1 0 1,0 0-1,-1 0 0,3-1 0,17-4-7,-1-2 0,26-10 0,21-8 0,21 1-156,1 5-1,169-15 1,190 22-771,394 45-1926,-1 35-767,-488-37 3108,-111-11 487,969 78-549,0-28 204,-1144-67 519,280 0 1677,-335-4-1717,-2 2 207,0-2 1,0 1-1,-1-2 0,1 1 1,0-1-1,-1 0 0,1-1 1,8-4-1,-17 7-284,-1 0-1,1-1 1,-1 1-1,1 0 0,-1 0 1,1-1-1,-1 1 1,0 0-1,1-1 1,-1 1-1,1 0 1,-1-1-1,0 1 1,1 0-1,-1-1 1,0 1-1,0-1 0,1 1 1,-1-1-1,0 1 1,0-1-1,0 1 1,0-1-1,1 1 1,-1-1-1,0 1 1,0-1-1,0 1 1,0-1-1,0 1 0,0-1 1,0 1-1,0-1 1,-1 1-1,1-1 1,0 1-1,0-1 1,0 1-1,0-1 1,-1 0-1,-16-15 1338,-21-5-2085,-5 1-4999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5.0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38 173 24575,'-6'-6'0,"2"3"0,0-1 0,1 1 0,0 0 0,0-1 0,0 0 0,0 1 0,-4-9 0,7 12 0,0-1 0,-1 0 0,1 0 0,0 0 0,0 0 0,0 0 0,0 0 0,0 0 0,0 0 0,0 0 0,0 0 0,0 0 0,0 0 0,0 0 0,1 0 0,-1 0 0,1-1 0,0 0 0,0 1 0,1-1 0,-1 0 0,0 1 0,1-1 0,-1 1 0,1-1 0,0 1 0,-1 0 0,1 0 0,2-1 0,11-6 0,-1 1 0,1 1 0,1 1 0,25-7 0,68-6 0,-90 15 0,438-32-452,6 34-557,708 36-2985,-247-4 3635,-731-27-74,875 13-421,-1016-17 1415,64 1 842,-98 0-938,0 1 0,0 1 0,-1 0 0,21 7 0,-35-8-410,0-1-1,0 0 1,-1 0 0,1 1-1,0 0 1,-1-1 0,1 1-1,-1 0 1,1 0 0,-1 0-1,0 1 1,0-1 0,0 0-1,0 1 1,-1 0 0,1-1-1,-1 1 1,1 0 0,-1 0-1,0 0 1,0 0 0,0 0-1,1 5 1,-1 6 204,0-1 0,-1 0-1,0 1 1,-3 18 0,-1 6-53,4 45-206,12 93 0,23 85 0,-17-136 0,100 600 0,59-14 0,-142-607 0,23 82 0,-57-181 46,-1-4-134,1 1-1,0 0 1,-1 0 0,0 0 0,1 0 0,-1 0 0,0 0-1,0 0 1,0 0 0,0 0 0,0 0 0,-1 0-1,1 0 1,-1 0 0,-1 4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6.4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573 131 24575,'0'-3'0,"-1"-1"0,0 0 0,0 1 0,0-1 0,0 0 0,-1 1 0,1 0 0,-1-1 0,0 1 0,0 0 0,-4-5 0,-29-30 0,30 33 0,0 0 0,-1 1 0,0 0 0,0 0 0,0 0 0,-1 1 0,1 0 0,-1 0 0,0 0 0,0 1 0,0 0 0,0 1 0,-8-2 0,4 3 0,0-1 0,1 2 0,-1 0 0,0 0 0,1 0 0,-1 2 0,1-1 0,-13 5 0,1 3 0,-1 0 0,2 1 0,-1 2 0,2 0 0,-1 1 0,2 1 0,-20 19 0,26-21 0,1-1 0,0 2 0,1 0 0,1 0 0,0 1 0,1 0 0,0 0 0,1 1 0,1 0 0,-9 33 0,13-39 0,1 0 0,1 0 0,-1 0 0,2 0 0,0-1 0,0 1 0,0 0 0,1 0 0,1 0 0,0 0 0,0 0 0,1-1 0,0 1 0,1-1 0,0 0 0,0 0 0,1 0 0,0-1 0,0 1 0,12 12 0,-4-8 0,0-1 0,1 0 0,0-1 0,1-1 0,0 0 0,0-1 0,1 0 0,0-2 0,1 0 0,0-1 0,24 6 0,-5-3 0,0-3 0,0-1 0,0-1 0,60-2 0,-45-5 0,0-2 0,0-2 0,0-3 0,49-16 0,-60 14 0,-1-2 0,-1-2 0,-1-2 0,0-1 0,49-35 0,-73 45 0,-1 0 0,-1-1 0,0-1 0,0 1 0,-1-2 0,-1 1 0,0-2 0,13-21 0,-20 30 0,0 0 0,0 0 0,0 0 0,-1-1 0,1 1 0,-1-1 0,0 1 0,-1-1 0,1 1 0,-1-1 0,0 0 0,0 1 0,0-1 0,-1 1 0,1-1 0,-1 1 0,0-1 0,0 1 0,-1-1 0,0 1 0,1 0 0,-1 0 0,-1 0 0,1 0 0,0 0 0,-1 0 0,0 0 0,0 1 0,0 0 0,-1-1 0,1 1 0,-4-2 0,-1-1 0,1 1 0,-1 0 0,0 0 0,-1 1 0,1 0 0,-1 1 0,1-1 0,-1 2 0,0-1 0,0 1 0,0 1 0,-1 0 0,1 0 0,0 1 0,0 0 0,-10 1 0,11 0 0,0 0 0,1 1 0,-1 0 0,0 0 0,1 0 0,0 1 0,0 0 0,0 1 0,0-1 0,0 2 0,1-1 0,-1 0 0,1 1 0,1 1 0,-1-1 0,1 1 0,-1-1 0,1 2 0,-5 7 0,4-2 0,-1 0 0,2 1 0,0-1 0,-5 18 0,8-24 0,1 0 0,0 0 0,0 0 0,0 0 0,1 0 0,0 1 0,0-1 0,0 0 0,1 0 0,0 0 0,3 11 0,-2-13 0,0-1 0,0 0 0,0 1 0,0-1 0,1 0 0,0 0 0,0-1 0,0 1 0,0-1 0,0 1 0,0-1 0,0 0 0,1 0 0,-1 0 0,1-1 0,0 1 0,-1-1 0,1 0 0,0 0 0,7 1 0,1 0 0,0 0 0,0-1 0,-1-1 0,1 0 0,21-3 0,-23 2 0,1-2 0,-1 0 0,0 0 0,0-1 0,0 0 0,0 0 0,-1-1 0,0-1 0,0 1 0,0-2 0,0 1 0,-1-1 0,0 0 0,-1-1 0,0 0 0,0 0 0,0-1 0,-1 1 0,-1-1 0,1-1 0,-1 1 0,-1-1 0,0 0 0,0 0 0,2-12 0,-1 9 0,1 11 0,6 21 0,-8-13 0,1 5 0,2 0 0,0-1 0,0 0 0,1 0 0,0-1 0,1 1 0,15 11 0,-22-19 0,1 1 0,0-1 0,0-1 0,0 1 0,0 0 0,1-1 0,-1 0 0,0 1 0,1-1 0,-1-1 0,1 1 0,-1 0 0,1-1 0,-1 0 0,1 0 0,-1 0 0,1 0 0,0 0 0,-1-1 0,0 0 0,1 1 0,-1-1 0,1-1 0,-1 1 0,0 0 0,0-1 0,1 0 0,-1 1 0,0-1 0,-1 0 0,5-4 0,2-3 0,-1 1 0,-1-1 0,0 0 0,0-1 0,-1 0 0,0 0 0,8-18 0,-8 15 0,1 0 0,0 0 0,17-22 0,-24 35 0,1 0 0,-1 0 0,0-1 0,0 1 0,0 0 0,0 0 0,0 0 0,0-1 0,0 1 0,1 0 0,-1 0 0,0 0 0,0 0 0,0-1 0,1 1 0,-1 0 0,0 0 0,0 0 0,0 0 0,1 0 0,-1 0 0,0 0 0,0-1 0,0 1 0,1 0 0,-1 0 0,0 0 0,0 0 0,1 0 0,-1 0 0,0 0 0,0 0 0,1 0 0,-1 0 0,0 1 0,0-1 0,1 0 0,-1 0 0,0 0 0,0 0 0,0 0 0,1 0 0,-1 0 0,0 0 0,0 1 0,0-1 0,0 0 0,1 0 0,-1 0 0,0 0 0,0 1 0,0-1 0,0 0 0,0 0 0,1 1 0,-1-1 0,0 0 0,0 0 0,0 0 0,0 1 0,0-1 0,0 0 0,3 18 0,-3-17 0,4 143 0,-4-78 0,10 73 0,-10-135 0,4 28 0,1-1 0,1 1 0,1-1 0,20 50 0,-17-68 0,-9-13 0,-1 0 0,0 0 0,0 0 0,0 0 0,1 0 0,-1 0 0,0 0 0,0 0 0,1 0 0,-1 0 0,0-1 0,0 1 0,1 0 0,-1 0 0,0 0 0,0 0 0,1 0 0,-1 0 0,0 0 0,0-1 0,0 1 0,1 0 0,-1 0 0,0 0 0,0 0 0,0-1 0,0 1 0,0 0 0,1 0 0,-1-1 0,0 1 0,0 0 0,0 0 0,1-3 0,0 0 0,0-1 0,0 1 0,-1 0 0,1 0 0,-1 0 0,1-4 0,-2-14 0,0 1 0,-2 0 0,0 0 0,-6-22 0,-29-78 0,24 79 0,7 21 0,-7-20 0,1 0 0,2-1 0,2-1 0,-5-49 0,14 85 0,0 1 0,0-1 0,0 1 0,1-1 0,-1 1 0,1 0 0,1-1 0,-1 1 0,1 0 0,0 0 0,0-1 0,5-7 0,-4 10 0,-1 0 0,1 0 0,0 0 0,0 0 0,0 0 0,1 1 0,-1-1 0,0 1 0,1 0 0,0 0 0,-1 0 0,1 0 0,0 1 0,0 0 0,0 0 0,0 0 0,6-1 0,3 1 0,0 0 0,1 0 0,-1 1 0,0 1 0,1 0 0,-1 1 0,0 1 0,14 4 0,-19-5 0,0 1 0,0 0 0,0 0 0,0 1 0,-1 0 0,1 1 0,-1 0 0,0 0 0,0 0 0,-1 1 0,0 0 0,0 0 0,8 11 0,-12-14 11,-1-1 0,1 1 0,0 0 0,-1 0 0,0 0 0,0 1 0,0-1 0,0 0 0,0 0 0,-1 1 0,1-1 0,-1 0 0,0 1 0,0-1 0,0 0 0,-1 1 0,1-1 0,-1 0 0,0 0 0,1 1 0,-2-1 1,1 0-1,0 0 0,-1 0 0,1 0 0,-1 0 0,0 0 0,0-1 0,0 1 0,-3 3 0,-3 2-201,1-1 0,-1 0 1,-1-1-1,1 1 0,-1-1 1,0-1-1,0 0 1,-14 5-1,-11 3-6636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7.3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207 321 24575,'5'0'0,"1"-1"0,-1 1 0,1-1 0,-1-1 0,1 1 0,-1-1 0,0 0 0,0 0 0,1-1 0,-2 0 0,1 1 0,0-2 0,-1 1 0,1 0 0,-1-1 0,0 0 0,0 0 0,0 0 0,-1-1 0,1 1 0,-1-1 0,0 0 0,-1 1 0,1-2 0,-1 1 0,0 0 0,0 0 0,0-1 0,-1 1 0,0-1 0,0 1 0,0-1 0,-1 1 0,0-1 0,0 1 0,0-1 0,-1 0 0,0 1 0,0-1 0,0 1 0,-1-1 0,0 1 0,-2-7 0,1 6 0,-1 1 0,1-1 0,-1 0 0,0 1 0,0 0 0,-1 0 0,1 0 0,-1 0 0,0 1 0,-1-1 0,1 1 0,-1 1 0,1-1 0,-1 1 0,0 0 0,-1 0 0,1 1 0,0 0 0,-1 0 0,1 0 0,-1 1 0,0 0 0,1 0 0,-1 1 0,0 0 0,1 0 0,-1 1 0,0-1 0,1 1 0,-1 1 0,0-1 0,1 1 0,0 0 0,-1 1 0,1 0 0,0 0 0,0 0 0,-6 5 0,5-2 0,-1 0 0,1 1 0,1 0 0,-1 0 0,1 1 0,0 0 0,1 0 0,0 1 0,0-1 0,1 1 0,0 0 0,0 0 0,1 0 0,0 1 0,1-1 0,0 1 0,-1 17 0,3-21 0,0 1 0,0-1 0,0 1 0,1-1 0,0 1 0,0-1 0,0 0 0,1 0 0,0 1 0,0-1 0,1 0 0,0-1 0,0 1 0,0 0 0,0-1 0,1 0 0,0 1 0,0-2 0,1 1 0,-1 0 0,1-1 0,0 0 0,0 0 0,1 0 0,-1-1 0,1 0 0,10 5 0,-8-6 0,-1 0 0,0 0 0,0 0 0,1-1 0,-1 0 0,0-1 0,1 1 0,-1-1 0,1-1 0,-1 0 0,1 0 0,-1 0 0,0-1 0,0 0 0,0 0 0,0-1 0,0 0 0,0 0 0,6-4 0,-2 0 0,0 0 0,0-1 0,-1-1 0,0 1 0,-1-2 0,0 1 0,0-1 0,-1 0 0,14-23 0,-21 31 0,0-1 0,0 1 0,1 0 0,-1 0 0,0 0 0,1 0 0,0 0 0,0 0 0,-1 1 0,1-1 0,0 1 0,4-3 0,-6 4 0,0 0 0,1 0 0,-1 0 0,1 0 0,-1 0 0,1-1 0,-1 1 0,1 1 0,-1-1 0,1 0 0,-1 0 0,1 0 0,-1 0 0,1 0 0,-1 0 0,0 0 0,1 1 0,-1-1 0,1 0 0,-1 0 0,1 1 0,-1-1 0,0 0 0,1 1 0,9 17 0,-7-9 0,1 0 0,0 0 0,0 0 0,1-1 0,0 0 0,0 0 0,1 0 0,0 0 0,1-1 0,13 12 0,-16-16 0,-1-1 0,0 0 0,1 1 0,0-2 0,-1 1 0,1 0 0,0-1 0,0 0 0,0 0 0,0 0 0,0 0 0,0 0 0,0-1 0,0 0 0,0 0 0,0 0 0,0 0 0,0-1 0,1 0 0,-1 1 0,0-1 0,-1-1 0,1 1 0,0-1 0,0 1 0,-1-1 0,1 0 0,4-4 0,0 1 0,0-1 0,-1-1 0,0 0 0,0 0 0,0 0 0,-1-1 0,0 0 0,-1 0 0,8-15 0,-6 9 0,-1 1 0,-1-1 0,0 0 0,-1 0 0,4-26 0,-11 96 0,8 102 0,6-80 0,3 0 0,38 114 0,-33-124 0,-46-120 0,3-9 0,3-1 0,-24-119 0,40 152 0,1 0 0,2-1 0,1 1 0,1 0 0,2-1 0,0 1 0,2 0 0,14-50 0,-15 68 0,1 1 0,1 0 0,-1 0 0,2 0 0,-1 0 0,1 1 0,1 0 0,14-16 0,-18 22 0,-1 1 0,1-1 0,1 0 0,-1 1 0,0 0 0,0 0 0,1 0 0,-1 0 0,1 0 0,0 1 0,-1-1 0,1 1 0,0 0 0,0 0 0,0 1 0,0-1 0,0 1 0,0 0 0,0 0 0,0 0 0,0 0 0,0 1 0,0 0 0,0-1 0,-1 2 0,1-1 0,7 3 0,-7-2 0,-1 0 0,1 1 0,-1-1 0,1 1 0,-1-1 0,0 1 0,0 0 0,0 1 0,0-1 0,0 0 0,-1 1 0,1-1 0,2 7 0,-2-3 0,0 1 0,-1-1 0,1 1 0,-1 0 0,-1-1 0,2 16 0,-3-7 0,0-1 0,-1 0 0,0 0 0,-1 0 0,-1 0 0,0-1 0,-8 20 0,6-22-151,-1 0-1,-1 0 0,1-1 0,-2 1 1,0-1-1,0-1 0,-1 0 1,-11 10-1,1-2-6674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3:47.8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32 227 24575,'-1'23'0,"-7"37"0,0 15 0,9-31 0,2 1 0,12 60 0,0 8 0,-31-315 0,15 195 0,-30-339 0,30 335 0,1-1 0,1 1 0,0 0 0,0-1 0,1 1 0,5-18 0,-6 27 0,0 0 0,0-1 0,0 1 0,0 0 0,0 0 0,1 0 0,-1 0 0,1 0 0,-1 0 0,1 0 0,0 1 0,-1-1 0,1 1 0,0-1 0,0 1 0,0 0 0,0-1 0,1 1 0,-1 0 0,0 0 0,0 1 0,1-1 0,-1 0 0,0 1 0,1-1 0,-1 1 0,1 0 0,-1 0 0,0 0 0,1 0 0,-1 0 0,1 1 0,-1-1 0,0 1 0,1-1 0,-1 1 0,3 1 0,6 2 0,-1 1 0,1 0 0,-1 0 0,0 1 0,0 0 0,0 1 0,-1 0 0,14 14 0,-7-4 0,0 0 0,-1 1 0,17 28 0,-29-41 0,0 0 0,0 1 0,0 0 0,-1-1 0,1 1 0,-1 0 0,-1 0 0,1 0 0,-1 0 0,0 1 0,0-1 0,-1 0 0,0 7 0,-1-10 0,1 1 0,-1-1 0,0 0 0,0 0 0,0 0 0,-1 0 0,1 0 0,-1 0 0,1 0 0,-1 0 0,0-1 0,0 1 0,0-1 0,-1 1 0,1-1 0,0 0 0,-1 0 0,0 0 0,1 0 0,-1 0 0,0 0 0,0-1 0,0 0 0,0 1 0,0-1 0,-5 1 0,-6 1-341,-1 0 0,0 0-1,-18-1 1,-5 0-6485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6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1504 24575,'-1'0'0,"1"0"0,-1 0 0,1 0 0,0 0 0,-1 0 0,1 0 0,0 0 0,-1 0 0,1 0 0,-1 0 0,1-1 0,0 1 0,-1 0 0,1 0 0,0 0 0,-1 0 0,1-1 0,0 1 0,-1 0 0,1 0 0,0-1 0,-1 1 0,1 0 0,0 0 0,0-1 0,-1 1 0,1 0 0,0-1 0,0 1 0,0 0 0,-1-1 0,1 1 0,0 0 0,0-1 0,0 1 0,0-1 0,0 1 0,0 0 0,0-1 0,0 1 0,0-1 0,0 1 0,0 0 0,0-1 0,0 1 0,0 0 0,0-1 0,0 1 0,1-1 0,-1 0 0,1 0 0,-1-1 0,1 1 0,-1 0 0,1 0 0,-1 0 0,1 0 0,0 0 0,0 1 0,0-1 0,-1 0 0,1 0 0,0 0 0,0 1 0,0-1 0,1 0 0,7-2 0,-1 1 0,1 1 0,0-1 0,0 2 0,-1-1 0,16 2 0,26-3 0,544-51 0,-416 40 0,1362-40 0,-1461 53 0,1191-17 0,374-33 0,-89 47-445,-823 5 303,-609-5 436,152-22-1,-222 20-293,93 4 0,5 0 0,-144 0 0,0 0 0,-1 0 0,1 0 0,-1-1 0,10-4 0,-15 6 0,0-1 0,0 1 0,0-1 0,0 1 0,0-1 0,0 0 0,0 1 0,0-1 0,-1 0 0,1 1 0,0-1 0,-1 0 0,1 0 0,0 0 0,-1 0 0,1 0 0,0-1 0,-1 1 0,0 0 0,0 0 0,0 0 0,0 0 0,-1 0 0,1 0 0,0 0 0,0 0 0,-1 0 0,1 0 0,-1 0 0,1 0 0,-1 0 0,1 1 0,-1-1 0,1 0 0,-1 0 0,0 1 0,1-1 0,-1 0 0,0 1 0,0-1 0,-1 0 0,-50-35 0,43 31 0,0-1 0,0 1 0,1-2 0,-1 1 0,1-1 0,1 0 0,-1-1 0,-11-15 0,7 2 0,1 0 0,1 0 0,1-1 0,-8-30 0,-18-95 0,32 134 0,-6-44 0,-6-105 0,15-59 0,1 101 0,0 108 0,0-1 0,5-19 0,-3 20 0,-1-1 0,0 0 0,0-13 0,-2 22 0,0 1 0,0-1 0,-1 1 0,0 0 0,1-1 0,-1 1 0,0 0 0,0-1 0,-1 1 0,1 0 0,-1 0 0,0 0 0,1 0 0,-1 0 0,-5-4 0,7 7 0,0-1 0,-1 1 0,1 0 0,0 0 0,0 0 0,0-1 0,-1 1 0,1 0 0,0 0 0,0 0 0,0-1 0,-1 1 0,1 0 0,0 0 0,0-1 0,0 1 0,0 0 0,0-1 0,0 1 0,0 0 0,0 0 0,0-1 0,0 1 0,0 0 0,0-1 0,0 1 0,0 0 0,0-1 0,0 1 0,0 0 0,0 0 0,0-1 0,0 1 0,0 0 0,0-1 0,12-3 0,28 5 0,-28 0 0,269 4 0,239 9 0,545 11-1770,-772-20 1306,1800-32-356,-2066 26 859,-13 2 62,1-2 0,-1 0 0,0-1 1,1 0-1,-1-1 0,26-9 0,-39 12-72,0 0 0,-1 0 0,1 0 0,-1-1 0,1 1 0,-1 0-1,1 0 1,-1-1 0,1 1 0,-1 0 0,1-1 0,-1 1 0,0 0-1,1-1 1,-1 1 0,1-1 0,-1 1 0,0-1 0,1 1 0,-1 0 0,0-1-1,0 0 1,1 1 0,-1-1 0,0 1 0,0-1 0,0 0 0,0 0 10,0 0-1,-1 1 1,1-1 0,-1 0 0,1 1 0,-1-1 0,1 1 0,-1-1 0,1 1 0,-1-1 0,0 1 0,1-1 0,-1 1 0,0 0 0,1-1 0,-1 1 0,-1-1 0,-32-8 649,12 7-580,-40 2 0,44 0-476,0 0 0,0 0 0,-25-5 0,31 1-6458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7.1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 32 24575,'-3'-1'0,"0"0"0,1 0 0,-1-1 0,1 1 0,-1-1 0,1 1 0,-1-1 0,1 0 0,0 0 0,0 0 0,0 0 0,0 0 0,-2-3 0,4 5 0,0 0 0,0 0 0,0-1 0,0 1 0,0 0 0,0 0 0,0 0 0,0 0 0,0 0 0,0-1 0,0 1 0,0 0 0,0 0 0,0 0 0,0 0 0,0 0 0,0-1 0,0 1 0,0 0 0,0 0 0,0 0 0,0 0 0,0 0 0,0-1 0,0 1 0,0 0 0,1 0 0,-1 0 0,0 0 0,0 0 0,0 0 0,0 0 0,0-1 0,0 1 0,0 0 0,1 0 0,-1 0 0,0 0 0,0 0 0,0 0 0,0 0 0,0 0 0,0 0 0,1 0 0,-1 0 0,0 0 0,0 0 0,12-1 0,11 5 0,51 14 0,0 3 0,-2 3 0,0 3 0,80 45 0,-150-72 0,13 8 0,1 1 0,-2 0 0,28 21 0,-40-28 0,1 1 0,0-1 0,-1 0 0,0 1 0,0-1 0,1 1 0,-2 0 0,1 0 0,0 0 0,0-1 0,-1 2 0,0-1 0,1 0 0,-1 0 0,0 0 0,-1 1 0,1-1 0,-1 0 0,1 1 0,-1-1 0,0 0 0,0 1 0,-1-1 0,1 0 0,0 1 0,-1-1 0,-2 6 0,-1-1 0,0-1 0,0 0 0,-1 0 0,0-1 0,-1 1 0,1-1 0,-1 0 0,0 0 0,-1-1 0,1 0 0,-14 8 0,-7 3 0,-51 20 0,-79 23-1365,85-36-5461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8.6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672 71 24575,'2'0'0,"-1"0"0,1 0 0,0 0 0,-1-1 0,1 1 0,0-1 0,-1 1 0,1-1 0,-1 0 0,1 1 0,-1-1 0,1 0 0,-1 0 0,1 0 0,-1 0 0,0 0 0,0-1 0,2-1 0,-2 2 0,-1 1 0,0-1 0,1 0 0,-1 1 0,0-1 0,1 0 0,-1 1 0,0-1 0,0 0 0,0 0 0,0 1 0,0-1 0,0 0 0,0 1 0,0-1 0,0 0 0,0 1 0,0-1 0,0 0 0,-1 0 0,1 1 0,0-1 0,0 1 0,-1-1 0,1 0 0,0 1 0,-1-1 0,1 1 0,-1-1 0,1 0 0,-1 1 0,1-1 0,-1 1 0,1 0 0,-1-1 0,1 1 0,-1-1 0,0 1 0,1 0 0,-1-1 0,0 1 0,1 0 0,-1 0 0,0 0 0,-1-1 0,-14-5 0,-2 1 0,1 1 0,-1 0 0,-28-1 0,-75 1 0,88 3 0,-2 1 0,0 1 0,0 2 0,1 1 0,-48 12 0,69-13 0,0 1 0,1 0 0,-1 1 0,1 1 0,0 0 0,1 0 0,-1 1 0,1 1 0,1 0 0,0 0 0,0 1 0,0 0 0,1 1 0,-13 17 0,20-24 0,-1 1 0,1 0 0,0-1 0,0 1 0,1 0 0,-1 0 0,1 0 0,-1 0 0,1 1 0,1-1 0,-1 0 0,1 0 0,-1 1 0,1-1 0,0 0 0,1 0 0,0 8 0,1-7 0,0 0 0,0 0 0,0 0 0,1 0 0,0-1 0,0 1 0,0-1 0,0 1 0,1-1 0,-1 0 0,1 0 0,6 4 0,5 3 0,1-1 0,1 0 0,0-1 0,0 0 0,0-2 0,35 11 0,2-5 0,0-1 0,1-4 0,89 4 0,168-19 0,-217-1 0,0-3 0,-1-5 0,105-31 0,-185 44 0,0-1 0,1-1 0,-2-1 0,1 0 0,-1-1 0,0 0 0,0-1 0,15-12 0,-27 19 8,0 0-1,1 0 1,-1 0-1,0 0 0,0 0 1,0-1-1,0 1 1,0 0-1,0-1 0,-1 1 1,1-1-1,0 1 1,-1-1-1,1 1 1,-1-1-1,1 1 0,-1-1 1,0 1-1,0-1 1,0 0-1,0 1 0,0-3 1,0 2 3,-1 0 1,0 0-1,0 1 0,0-1 1,0 0-1,0 0 1,0 1-1,0-1 0,-1 0 1,1 1-1,-1-1 0,1 1 1,-1 0-1,-3-3 1,-4-2-354,-1 1 1,-1 0 0,1 1-1,-20-7 1,-11 0-6485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9.3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18 24575,'22'-1'0,"34"-6"0,8-1 0,399 6 0,-402 4 0,86 13 0,-127-12 0,-1 1 0,1 1 0,-1 1 0,-1 0 0,1 2 0,-1 0 0,0 1 0,23 16 0,-36-21 27,0 0-1,0 0 0,-1 1 0,1 0 1,-1 0-1,0 0 0,0 0 0,-1 0 1,0 1-1,0 0 0,0 0 0,2 8 1,-2-4-241,-1-1 1,0 1 0,0 0-1,-1 0 1,-1-1 0,0 1-1,-1 13 1,-3 9-6613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19.8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24575,'0'94'34,"4"338"263,27-4-1993,-25-382-5130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0.0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24575,'2'0'0,"5"0"0,7 0 0,9 0 0,11 3 0,-2 1-8191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0.1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38 24575,'15'0'0,"17"0"0,14-3 0,9-1 0,1-2 0,-4-2 0,-10 0 0,-13-1-8191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0.5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57 24575,'-1'-57'0,"-8"139"0,4 0 0,4 0 0,10 91 0,46 246 0,-25-227 0,-9-47-1365,-17-116-5461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0.8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0 24575,'-1'2'0,"-8"10"0,28-9 0,827 43 0,-734-44-1365,-74-4-5461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1.5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1 185 24575,'1'-31'0,"2"-1"0,2 1 0,10-41 0,-15 71 0,1-1 0,-1 1 0,0-1 0,1 1 0,-1 0 0,1-1 0,-1 1 0,1 0 0,0 0 0,-1-1 0,1 1 0,1-2 0,-1 3 0,-1 0 0,0 0 0,1 0 0,-1 0 0,0 0 0,0 0 0,1 0 0,-1 0 0,0 0 0,0 0 0,1 0 0,-1 0 0,0 1 0,0-1 0,1 0 0,-1 0 0,0 0 0,0 0 0,1 0 0,-1 0 0,0 1 0,0-1 0,0 0 0,0 0 0,1 0 0,-1 1 0,0-1 0,0 0 0,0 0 0,0 0 0,1 1 0,-1-1 0,0 0 0,0 0 0,0 1 0,0-1 0,0 1 0,2 4 0,0 0 0,-1 0 0,1 0 0,-1 1 0,0 5 0,2 247 0,-3-25 0,0-232 0,0 1 0,0-1 0,0 0 0,1 1 0,-1-1 0,0 0 0,0 1 0,1-1 0,-1 0 0,1 1 0,-1-1 0,1 0 0,0 0 0,-1 1 0,1-1 0,0 0 0,0 0 0,0 0 0,0 0 0,0 0 0,2 1 0,-2-2 0,0 1 0,0-1 0,0 0 0,0 0 0,0 0 0,0-1 0,0 1 0,0 0 0,0 0 0,0 0 0,0-1 0,0 1 0,0-1 0,0 1 0,0-1 0,0 1 0,0-1 0,0 1 0,-1-1 0,1 0 0,0 1 0,0-1 0,-1 0 0,1 0 0,0 0 0,-1 1 0,1-1 0,0-2 0,16-22 0,20-39 0,-21 35 0,21-29 0,-29 47 0,0 0 0,1 0 0,1 1 0,0 0 0,19-14 0,-26 22 0,1-1 0,-1 1 0,0 0 0,1 1 0,-1-1 0,1 1 0,0-1 0,-1 1 0,1 0 0,0 0 0,0 1 0,0-1 0,0 1 0,0 0 0,0 0 0,0 0 0,0 1 0,-1-1 0,1 1 0,0 0 0,0 0 0,0 0 0,-1 0 0,8 4 0,-4 0 40,1 1 1,-1-1-1,0 1 0,0 1 0,-1-1 1,0 1-1,11 14 0,31 60-781,-34-55-205,3 6-5880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2.2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172 426 24575,'0'-29'0,"-1"1"0,-1-1 0,-9-41 0,10 68 0,1 0 0,0 0 0,-1 1 0,1-1 0,-1 0 0,1 1 0,-1-1 0,0 1 0,0-1 0,0 1 0,0-1 0,0 1 0,0-1 0,0 1 0,0 0 0,-1 0 0,1-1 0,0 1 0,-1 0 0,-2-1 0,3 1 0,-1 1 0,0 0 0,1 0 0,-1 0 0,0 0 0,1 0 0,-1 0 0,1 0 0,-1 0 0,0 1 0,1-1 0,-1 0 0,1 1 0,-1 0 0,1-1 0,-1 1 0,-2 1 0,-2 3 0,-1-1 0,1 1 0,0 0 0,1 1 0,-1-1 0,1 1 0,-8 12 0,6-6 0,0 0 0,0 1 0,2 0 0,-1 0 0,2 1 0,0-1 0,-3 17 0,6-23 0,0-1 0,0 1 0,1 0 0,0-1 0,0 1 0,0 0 0,1-1 0,0 1 0,0 0 0,1-1 0,0 1 0,0-1 0,1 0 0,-1 0 0,1 0 0,1 0 0,3 6 0,-5-9 0,0-1 0,0 1 0,1-1 0,-1 0 0,1 0 0,-1 1 0,1-2 0,0 1 0,-1 0 0,1 0 0,0-1 0,0 0 0,1 0 0,-1 1 0,0-2 0,0 1 0,0 0 0,1-1 0,-1 1 0,0-1 0,1 0 0,-1 0 0,0 0 0,0-1 0,1 1 0,-1-1 0,0 0 0,0 0 0,0 0 0,1 0 0,-1 0 0,4-4 0,2 0 0,1-1 0,-1 0 0,0-1 0,-1 0 0,0 0 0,0-1 0,0 0 0,9-14 0,-5 3 0,0-1 0,-2 0 0,0-1 0,-1 0 0,-1 0 0,-1-1 0,9-44 0,-10 25 0,-1 0 0,-3 0 0,-3-63 0,-5 70 0,-1 23 0,7 11 0,-1 0 0,1 0 0,0 0 0,-1 0 0,1 0 0,-1 0 0,1 0 0,0 0 0,-1 1 0,1-1 0,-1 0 0,1 0 0,0 0 0,-1 1 0,1-1 0,0 0 0,-1 1 0,1-1 0,0 0 0,0 1 0,-1-1 0,1 0 0,0 1 0,0-1 0,-1 0 0,1 1 0,0-1 0,0 1 0,0-1 0,0 0 0,0 1 0,-4 8 0,1-1 0,1 0 0,0 1 0,0-1 0,0 1 0,1 0 0,0 10 0,4 64 0,-3-74 0,3 32 0,2-1 0,2 1 0,1-2 0,2 1 0,31 75 0,-39-109 0,1 0 0,1 0 0,-1-1 0,1 1 0,0-1 0,0 1 0,1-1 0,-1 0 0,11 7 0,-14-11 0,1 1 0,0-1 0,0 0 0,0 0 0,-1-1 0,1 1 0,0 0 0,0-1 0,0 1 0,0-1 0,0 1 0,1-1 0,-1 0 0,0 0 0,0 0 0,0 0 0,0 0 0,0-1 0,0 1 0,0-1 0,0 1 0,0-1 0,0 0 0,0 0 0,0 1 0,0-1 0,-1-1 0,1 1 0,0 0 0,-1 0 0,1-1 0,-1 1 0,1-1 0,-1 1 0,2-3 0,4-5 0,0 0 0,-1 0 0,0-1 0,0 1 0,-1-2 0,7-18 0,13-68 0,-8 27 0,-10 57 0,-3 20 0,-1 27 0,-3-28 0,4 31-455,1 0 0,17 63 0,-15-77-6371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2.3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75 97 24575,'-3'-6'0,"-4"-8"0,-4-4 0,0-3 0,0 3 0,-3 5 0,2 6 0,6 9 0,7 6 0,3 2-8191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2.7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24575,'-3'0'0,"2"0"0,5 0 0,3 0 0,5 0 0,5 0 0,7 0 0,1 0 0,3 0 0,-1 0 0,1 0 0,-4 0-8191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4.2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180 199 24575,'-3'-4'0,"1"1"0,0-1 0,0 1 0,1-1 0,-1 1 0,1-1 0,-2-6 0,2 5 0,-1 1 0,1-1 0,-1 0 0,0 1 0,-1-1 0,-3-5 0,5 9 0,0 0 0,0 0 0,0 0 0,0 1 0,1-1 0,-1 0 0,-1 1 0,1-1 0,0 1 0,0-1 0,0 1 0,0 0 0,0-1 0,0 1 0,0 0 0,-1 0 0,1 0 0,0-1 0,0 1 0,0 1 0,0-1 0,-1 0 0,1 0 0,0 0 0,0 1 0,0-1 0,0 0 0,0 1 0,0-1 0,0 1 0,0-1 0,-2 2 0,-2 1 0,0 1 0,0 0 0,1 0 0,-1 0 0,1 0 0,0 1 0,0-1 0,0 1 0,1 0 0,-5 9 0,-2 3 0,-12 37 0,16-37 0,0 0 0,2 0 0,0 1 0,1 0 0,1-1 0,1 1 0,0 0 0,4 35 0,-2-44 0,1-1 0,-1 0 0,1 0 0,1 0 0,0 0 0,0 0 0,0 0 0,1 0 0,1-1 0,-1 0 0,1 0 0,0 0 0,0-1 0,1 1 0,0-1 0,0-1 0,1 1 0,-1-1 0,1 0 0,0 0 0,8 3 0,-5-4 0,1 0 0,-1 0 0,1-1 0,-1-1 0,1 0 0,0 0 0,0-1 0,-1 0 0,1-1 0,0 0 0,0-1 0,0 0 0,0-1 0,-1 0 0,1 0 0,0-2 0,-1 1 0,0-1 0,18-10 0,-18 9 0,0-1 0,-1 0 0,0-1 0,0 0 0,0-1 0,-1 1 0,0-2 0,0 1 0,-1-1 0,0 0 0,-1-1 0,0 0 0,0 0 0,-1 0 0,0 0 0,-1-1 0,0 0 0,3-19 0,-5 16 0,0 1 0,-2 0 0,0-1 0,0 1 0,-3-18 0,1 23 0,1 1 0,-1 0 0,0 0 0,0 0 0,-1 0 0,0 0 0,0 0 0,-1 0 0,1 1 0,-10-12 0,12 17 0,1 1 0,-1-1 0,1 0 0,-1 1 0,1-1 0,-1 0 0,1 1 0,-1-1 0,1 1 0,-1-1 0,0 1 0,1-1 0,-1 1 0,0-1 0,0 1 0,1 0 0,-1 0 0,0-1 0,0 1 0,1 0 0,-1 0 0,0 0 0,0-1 0,0 1 0,1 0 0,-1 0 0,0 1 0,0-1 0,0 0 0,1 0 0,-1 0 0,0 0 0,0 1 0,0-1 0,1 0 0,-1 1 0,0-1 0,1 0 0,-1 1 0,0-1 0,1 1 0,-1-1 0,0 1 0,1 0 0,-1-1 0,1 1 0,-1 0 0,1-1 0,0 1 0,-1 0 0,1-1 0,-1 1 0,1 1 0,-3 4 0,1-1 0,0 1 0,0 0 0,1 0 0,-2 10 0,-1 14 0,2 1 0,3 40 0,0-53 0,1 0 0,0-1 0,2 1 0,0-1 0,10 25 0,-12-37 0,0 0 0,1 0 0,0 0 0,0 0 0,1-1 0,-1 1 0,1-1 0,0 0 0,0 0 0,1 0 0,-1 0 0,1-1 0,0 0 0,0 0 0,10 5 0,-11-7 0,-1 0 0,1 0 0,-1 0 0,1 0 0,0 0 0,0-1 0,0 0 0,-1 0 0,1 0 0,0 0 0,0 0 0,0-1 0,-1 0 0,1 1 0,0-2 0,-1 1 0,1 0 0,-1-1 0,1 1 0,-1-1 0,0 0 0,1 0 0,-1 0 0,0-1 0,2-2 0,4-5 0,0 0 0,-2 0 0,1-1 0,-1 1 0,-1-2 0,0 1 0,0-1 0,-1 0 0,-1 0 0,0-1 0,4-23 0,-2 5 0,-3-1 0,0 0 0,-3-53 0,-1 79 0,1 0 0,-1 0 0,0 0 0,0 0 0,-1 0 0,0 0 0,-5-10 0,7 15 0,-1 0 0,1 0 0,-1 0 0,0 0 0,0 0 0,1 0 0,-1 0 0,0 0 0,0 0 0,0 0 0,0 0 0,0 1 0,0-1 0,0 0 0,-1 1 0,1-1 0,0 1 0,0-1 0,0 1 0,-1 0 0,1-1 0,0 1 0,0 0 0,-1 0 0,1 0 0,0 0 0,0 0 0,-1 0 0,1 0 0,0 1 0,0-1 0,-1 0 0,1 1 0,0-1 0,0 1 0,0-1 0,0 1 0,-1-1 0,1 1 0,0 0 0,0 0 0,0-1 0,-1 3 0,-2 0 0,1 0 0,-1 1 0,1-1 0,0 1 0,0 0 0,0 0 0,0 1 0,1-1 0,-1 0 0,1 1 0,0-1 0,1 1 0,-1 0 0,1 0 0,-1 6 0,1-9 0,1 0 0,0 0 0,-1 0 0,1 0 0,0 0 0,1 0 0,-1 0 0,0 0 0,0-1 0,1 1 0,-1 0 0,1 0 0,0 0 0,-1 0 0,1 0 0,0-1 0,0 1 0,0 0 0,0-1 0,0 1 0,1-1 0,-1 1 0,1-1 0,-1 1 0,0-1 0,1 0 0,0 0 0,-1 0 0,1 0 0,0 0 0,0 0 0,-1 0 0,1-1 0,0 1 0,0 0 0,0-1 0,0 0 0,0 1 0,0-1 0,3 0 0,7 0 0,1-1 0,0 0 0,-1-1 0,1-1 0,22-7 0,-20 6 0,1 0 0,-1 1 0,21-2 0,-31 4 0,0 1 0,0 0 0,1 1 0,-1-1 0,0 1 0,1 0 0,-1 0 0,0 0 0,0 1 0,0 0 0,0 0 0,0 0 0,-1 1 0,9 5 0,-7-2 0,0-1 0,-1 1 0,0 0 0,0 1 0,0-1 0,-1 1 0,0 0 0,0 0 0,3 9 0,1 5 0,-7-15 0,1 0 0,0-1 0,1 0 0,-1 1 0,1-1 0,0 0 0,0 0 0,0-1 0,1 1 0,6 5 0,-10-9 0,1-1 0,-1 0 0,1 1 0,0-1 0,-1 0 0,1 0 0,0 1 0,0-1 0,-1 0 0,1 0 0,0 0 0,-1 0 0,1 0 0,0 0 0,0 0 0,-1 0 0,1 0 0,0 0 0,-1-1 0,1 1 0,0 0 0,-1 0 0,1-1 0,0 1 0,-1 0 0,1-1 0,-1 1 0,1-1 0,0 1 0,-1-1 0,1 1 0,-1-1 0,0 1 0,1-1 0,-1 1 0,1-1 0,-1 0 0,0 1 0,1-1 0,-1 0 0,0 1 0,1-2 0,13-38 0,-10 28 0,3-8 0,-1 2 0,1 2 0,10-19 0,-15 32 0,0-1 0,0 0 0,0 1 0,1 0 0,0 0 0,-1 0 0,1 0 0,0 0 0,0 0 0,1 1 0,-1 0 0,1-1 0,-1 1 0,8-3 0,-9 5 0,-1 0 0,1-1 0,0 1 0,-1 0 0,1 0 0,0 0 0,-1 0 0,1 1 0,0-1 0,-1 0 0,1 1 0,-1-1 0,1 1 0,0 0 0,-1-1 0,1 1 0,-1 0 0,0 0 0,1 0 0,-1 0 0,0 0 0,1 0 0,-1 0 0,0 0 0,0 1 0,0-1 0,0 0 0,0 1 0,0-1 0,-1 1 0,1-1 0,0 1 0,0 2 0,4 7 0,-1 1 0,-1-1 0,3 19 0,-4-24 0,4 27 0,-4-15 0,1-1 0,1 0 0,1 0 0,9 21 0,-13-34 0,1 0 0,0 0 0,0-1 0,1 1 0,-1-1 0,1 1 0,-1-1 0,1 0 0,0 0 0,1 0 0,-1-1 0,0 1 0,1-1 0,-1 0 0,1 0 0,0 0 0,0 0 0,0 0 0,0-1 0,0 0 0,0 0 0,0 0 0,5 0 0,2 0 0,-1-2 0,0 1 0,1-1 0,-1-1 0,0 0 0,1 0 0,-1-1 0,0 0 0,-1-1 0,1 0 0,-1 0 0,1-1 0,-1-1 0,-1 1 0,1-1 0,11-12 0,-6 6 0,0-2 0,-2 0 0,0 0 0,0-1 0,-1-1 0,-1 0 0,-1 0 0,10-24 0,-15 30 0,0 0 0,-1-1 0,0 1 0,-1-1 0,0 0 0,0-11 0,-2 19 0,1 0 0,-1 0 0,0 0 0,-1-1 0,1 1 0,0 0 0,-1 0 0,0 0 0,1 0 0,-1 0 0,-1 0 0,1 0 0,0 1 0,-1-1 0,1 0 0,-1 1 0,0-1 0,0 1 0,0-1 0,0 1 0,0 0 0,0 0 0,-1 0 0,1 0 0,-4-2 0,4 3 0,1 1 0,-1-1 0,1 0 0,-1 1 0,1 0 0,-1-1 0,1 1 0,-1 0 0,0 0 0,1 0 0,-1 0 0,1 0 0,-1 0 0,1 0 0,-1 0 0,0 1 0,1-1 0,-1 1 0,-2 1 0,1-1 0,1 1 0,-1 0 0,0 0 0,1 0 0,0 0 0,-1 0 0,1 1 0,0-1 0,-3 5 0,1 0 0,0 0 0,0 1 0,1 0 0,0 0 0,0 0 0,-3 15 0,4-15 0,1-1 0,0 1 0,0-1 0,1 1 0,0 0 0,0-1 0,1 1 0,0-1 0,3 12 0,-4-19 0,0 1 0,0-1 0,1 1 0,-1-1 0,0 1 0,0-1 0,1 0 0,-1 1 0,0-1 0,1 1 0,-1-1 0,1 0 0,-1 1 0,0-1 0,1 0 0,-1 1 0,1-1 0,-1 0 0,1 0 0,-1 1 0,1-1 0,-1 0 0,1 0 0,-1 0 0,1 0 0,0 0 0,-1 0 0,1 0 0,-1 0 0,1 0 0,-1 0 0,1 0 0,-1 0 0,1 0 0,-1 0 0,1 0 0,-1 0 0,1-1 0,-1 1 0,1 0 0,-1 0 0,1-1 0,-1 1 0,1 0 0,-1-1 0,1 1 0,-1 0 0,0-1 0,1 1 0,-1-1 0,0 1 0,1-1 0,-1 1 0,0-1 0,3-3 0,0 1 0,-1-1 0,1 1 0,-1-1 0,2-6 0,3-16 0,-1 0 0,-1-1 0,-1 0 0,0-44 0,-3 56 0,-1-1 0,0 1 0,-1 0 0,-1-1 0,-1 1 0,-7-28 0,9 42 0,1 0 0,0 1 0,0-1 0,0 1 0,0-1 0,0 1 0,0-1 0,-1 1 0,1-1 0,0 0 0,-1 1 0,1-1 0,0 1 0,-1 0 0,1-1 0,0 1 0,-1-1 0,1 1 0,-1-1 0,1 1 0,-1 0 0,1-1 0,-1 1 0,1 0 0,-1 0 0,1-1 0,-1 1 0,0 0 0,1 0 0,-1 0 0,0 0 0,0 1 0,0-1 0,1 1 0,-1 0 0,0-1 0,1 1 0,-1 0 0,0 0 0,1-1 0,-1 1 0,1 0 0,-1 0 0,1 0 0,0 0 0,-1 1 0,-10 40 0,7 15-195,3-1 0,2 0 0,2 0 0,3 0 0,3 0 0,29 103 0,-31-135-6631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5.0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1 126 24575,'0'-1'0,"0"-1"0,0 1 0,1-1 0,-1 1 0,1-1 0,-1 1 0,1 0 0,-1-1 0,1 1 0,0-1 0,0 1 0,-1 0 0,1 0 0,0-1 0,0 1 0,0 0 0,0 0 0,1 0 0,-1 0 0,0 0 0,0 1 0,1-1 0,-1 0 0,0 0 0,1 1 0,-1-1 0,1 1 0,-1-1 0,1 1 0,-1 0 0,3-1 0,7 0 0,-1 0 0,1 0 0,16 1 0,-13 0 0,90 2 0,84-3 0,-186 1 0,-1 0 0,1 0 0,-1 0 0,1 0 0,0 0 0,-1-1 0,1 1 0,-1-1 0,1 1 0,-1-1 0,1 1 0,-1-1 0,3-1 0,-4 1 0,0 1 0,0 0 0,0-1 0,1 1 0,-1-1 0,0 1 0,0 0 0,0-1 0,0 1 0,0-1 0,0 1 0,0 0 0,0-1 0,0 1 0,0-1 0,0 1 0,0 0 0,0-1 0,0 1 0,0-1 0,-1 1 0,1 0 0,0-1 0,0 1 0,0-1 0,0 1 0,-1 0 0,1-1 0,0 1 0,-1 0 0,1-1 0,-6-5 0,0 1 0,-1 0 0,1 0 0,-9-4 0,1-1 0,13 9 0,-4-3 0,-1 0 0,1 1 0,0-1 0,-1 1 0,0 0 0,-8-3 0,12 6 0,0-1 0,0 1 0,0 0 0,1 0 0,-1 0 0,0 0 0,0 0 0,0 0 0,0 1 0,0-1 0,1 0 0,-1 1 0,0 0 0,0-1 0,1 1 0,-1 0 0,0 0 0,1 0 0,-1 0 0,1 0 0,-1 0 0,1 1 0,0-1 0,-1 0 0,1 1 0,0-1 0,-1 3 0,-6 7 0,1 0 0,0 1 0,1 0 0,0 1 0,1-1 0,1 1 0,0 0 0,-2 13 0,2-8 0,1 0 0,2 1 0,-1-1 0,2 0 0,2 27 0,-1-36 0,1-1 0,0 1 0,0 0 0,0-1 0,1 0 0,1 1 0,8 14 0,-11-21 0,0 0 0,0 0 0,1 0 0,-1-1 0,1 1 0,-1 0 0,1-1 0,-1 0 0,1 1 0,0-1 0,0 0 0,0 0 0,0 0 0,0 0 0,0 0 0,0 0 0,0 0 0,0-1 0,0 1 0,1-1 0,-1 0 0,0 0 0,0 1 0,0-1 0,1-1 0,-1 1 0,0 0 0,0 0 0,0-1 0,1 0 0,-1 1 0,0-1 0,0 0 0,0 0 0,0 0 0,3-2 0,2-2 0,1 0 0,-2-1 0,1 0 0,-1 0 0,1 0 0,-2-1 0,1 1 0,-1-1 0,0-1 0,6-12 0,2-4 0,-2-1 0,9-28 0,-10 19 0,-1-1 0,8-53 0,-17 75 0,-2 12 0,-4 22 0,2 17 0,0 52 0,4-76 0,1 1 0,0-1 0,2 0 0,-1 0 0,2 1 0,9 24 0,-13-37 0,0-1 0,1 0 0,-1 1 0,1-1 0,-1 0 0,1 1 0,0-1 0,0 0 0,-1 0 0,1 0 0,0 0 0,0 0 0,0 0 0,0 0 0,0 0 0,0 0 0,0 0 0,1 0 0,-1 0 0,0-1 0,0 1 0,1-1 0,-1 1 0,0-1 0,1 1 0,-1-1 0,1 0 0,-1 0 0,3 1 0,-2-2 0,0 0 0,-1 0 0,1 0 0,0 0 0,0 0 0,0-1 0,-1 1 0,1 0 0,0-1 0,-1 1 0,1-1 0,-1 0 0,0 0 0,0 1 0,0-1 0,1 0 0,-2 0 0,3-4 0,4-14 0,-1 0 0,0-1 0,-1 0 0,-2 0 0,0-1 0,0-31 0,8-51 0,-12 103 0,2 0 0,-1 0 0,0 1 0,0-1 0,0 0 0,0 0 0,0 1 0,0-1 0,1 0 0,-1 1 0,0-1 0,1 0 0,-1 1 0,0-1 0,1 1 0,-1-1 0,1 0 0,-1 1 0,1-1 0,0 0 0,0 1 0,-1 1 0,0-1 0,1 0 0,-1 0 0,1 1 0,-1-1 0,0 0 0,1 1 0,-1-1 0,1 0 0,-1 1 0,0-1 0,0 0 0,1 1 0,-1-1 0,0 1 0,0-1 0,1 1 0,-1-1 0,0 1 0,0 0 0,12 37 0,-11-33 0,11 50 184,-8-34-443,1 0 1,0-1 0,1 1 0,2-1 0,15 31 0,-12-36-6568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5.2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102 90 24575,'-3'-6'0,"-4"-8"0,-3-4 0,-4-3 0,-2 3 0,-1 8 0,2 7 0,4 8 0,3 6 0,7 4 0,3 0-8191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5.5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55 24575,'0'-3'0,"0"1"0,0-1 0,1 1 0,-1-1 0,1 0 0,0 1 0,0 0 0,0-1 0,0 1 0,0-1 0,0 1 0,0 0 0,1 0 0,-1 0 0,1 0 0,0 0 0,0 0 0,-1 0 0,1 1 0,5-4 0,-6 4 0,0 1 0,0-1 0,1 1 0,-1-1 0,0 1 0,1-1 0,-1 1 0,1 0 0,-1 0 0,0-1 0,1 1 0,-1 0 0,1 1 0,-1-1 0,1 0 0,-1 0 0,0 0 0,1 1 0,-1-1 0,1 1 0,-1-1 0,0 1 0,0 0 0,1-1 0,-1 1 0,0 0 0,0 0 0,0 0 0,0 0 0,0 0 0,0 0 0,0 0 0,0 0 0,0 0 0,0 1 0,-1-1 0,1 0 0,0 2 0,5 9 0,-1-1 0,-1 1 0,0-1 0,-1 1 0,0 1 0,-1-1 0,2 20 0,-3 94 0,-2-83 0,2-20 0,-1-16 0,1 1 0,-1-1 0,0 1 0,-1-1 0,0 1 0,0-1 0,-1 0 0,-3 13 0,5-20 0,0 0 0,0 0 0,0 0 0,0 0 0,0 0 0,0 0 0,0 0 0,0 1 0,0-1 0,0 0 0,0 0 0,-1 0 0,1 0 0,0 0 0,0 0 0,0 0 0,0 0 0,0 0 0,0 0 0,0 0 0,0 0 0,0 0 0,0 0 0,0 1 0,0-1 0,0 0 0,0 0 0,0 0 0,0 0 0,0 0 0,-1 0 0,1 0 0,0 0 0,0 0 0,0 0 0,0 0 0,0 0 0,0 0 0,0 0 0,0 0 0,0 0 0,0 0 0,0 0 0,0 0 0,-1 0 0,1 0 0,0 0 0,0 0 0,0 0 0,0 0 0,0 0 0,0 0 0,0-1 0,0 1 0,0 0 0,0 0 0,0 0 0,0 0 0,0 0 0,0 0 0,0 0 0,0 0 0,-1 0 0,1 0 0,-1-8 0,0-11 0,6-8 0,2 0 0,0 1 0,2 0 0,1 0 0,1 1 0,1 0 0,1 1 0,1 0 0,1 1 0,19-20 0,-28 36 69,0 0-1,1 1 0,0-1 0,10-6 1,-15 12-118,-1 0 0,0 0 0,0 0 1,1 0-1,-1 0 0,0 1 0,1-1 0,-1 1 1,1-1-1,-1 1 0,0-1 0,1 1 1,-1 0-1,1-1 0,0 1 0,-1 0 1,1 0-1,-1 0 0,1 0 0,-1 1 1,1-1-1,-1 0 0,1 1 0,-1-1 1,1 1-1,-1-1 0,0 1 0,1 0 1,-1-1-1,0 1 0,1 0 0,-1 0 0,0 0 1,1 1-1,6 10-6777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8.6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12476 108 24575,'-5'-1'0,"1"1"0,0-1 0,-1 0 0,1-1 0,0 1 0,-7-4 0,-13-4 0,-26-2 0,-1 2 0,-80-3 0,-107 10 0,149 3 0,-790-10 0,339 4 0,47 2 0,242-14 0,-46-1 0,267 18 0,19-1 0,0 0 0,0 1 0,1 0 0,-1 1 0,0 0 0,1 1 0,-1 0 0,1 1 0,-13 5 0,-9 9 0,-1-2 0,-1-1 0,0-1 0,0-2 0,-46 9 0,-25-3 0,102-16 0,1-1 0,0 1 0,-1-1 0,1 1 0,0 0 0,0 0 0,0 0 0,0 0 0,0 1 0,0-1 0,0 0 0,0 1 0,0 0 0,1-1 0,-1 1 0,0 0 0,1 0 0,0 0 0,-1 0 0,1 0 0,0 0 0,-1 3 0,-2 5 0,2-1 0,-1 1 0,1 0 0,-1 12 0,-3 15 0,1-17 0,4-11 0,-1 0 0,-1 0 0,0-1 0,0 0 0,-7 15 0,9-22 0,0 1 0,0-1 0,-1 1 0,1-1 0,0 1 0,-1-1 0,1 0 0,-1 0 0,1 1 0,-1-1 0,1 0 0,-1-1 0,0 1 0,0 0 0,1 0 0,-1-1 0,0 1 0,0-1 0,0 1 0,0-1 0,0 0 0,1 0 0,-1 0 0,0 0 0,0 0 0,0 0 0,0 0 0,0-1 0,0 1 0,0-1 0,1 0 0,-4 0 0,-15-7 0,11 4 0,0 1 0,0 0 0,0 0 0,-1 1 0,1 0 0,-14 0 0,-117 3 0,138-1 0,0 1 0,1-1 0,-1 0 0,0 1 0,1-1 0,-1 1 0,1-1 0,-1 1 0,1 0 0,-1 0 0,1-1 0,-1 1 0,1 0 0,0 0 0,-1 1 0,1-1 0,0 0 0,0 0 0,0 1 0,0-1 0,0 0 0,0 1 0,0-1 0,0 1 0,1-1 0,-1 1 0,1 0 0,-1-1 0,1 1 0,-1-1 0,1 1 0,0 0 0,0 0 0,0 3 0,0 6 0,1 0 0,0 1 0,1-1 0,4 14 0,-1-3 0,6 55 0,-3 0 0,-4 1 0,-3-1 0,-3 1 0,-4 0 0,-3-1 0,-29 112 0,22-129 0,-41 101 0,43-128 0,-2-2 0,-1 0 0,-1 0 0,-35 43 0,47-67 0,0 0 0,-1 0 0,1 0 0,-1-1 0,-1 1 0,1-2 0,-1 1 0,0-1 0,0-1 0,-1 1 0,1-1 0,-1-1 0,0 1 0,0-1 0,0-1 0,0 0 0,-15 1 0,-203 23 0,114-11 0,-1229 127 0,198-22 0,-1334 93 0,1729-189 0,694-24 0,-516-12 0,133-5 0,282 11 0,-148-12 0,-139-34 0,371 40-1365,56 9-5461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29.0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502 11 24575,'1'-6'0,"-1"1"0,-9 8 0,-119 68 0,70-36 0,-218 143 0,273-176 0,0 0 0,0 0 0,1 1 0,-1-1 0,1 1 0,-1-1 0,1 1 0,0 0 0,0 0 0,-3 5 0,5-6 0,-1 0 0,1 0 0,0-1 0,0 1 0,0 0 0,0 0 0,0 0 0,0-1 0,0 1 0,0 0 0,1 0 0,-1-1 0,1 1 0,-1 0 0,1-1 0,0 1 0,0 0 0,-1-1 0,1 1 0,0-1 0,0 1 0,3 2 0,7 9 0,1-1 0,1 0 0,0 0 0,16 10 0,64 38 0,-36-24 0,146 101-1365,-141-96-5461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27:54.0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24575,'0'0'-8191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4.9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876 256 24575,'0'-3'0,"0"0"0,-1 0 0,0 0 0,1 0 0,-1 1 0,0-1 0,-1 0 0,1 0 0,0 1 0,-1-1 0,0 1 0,1-1 0,-1 1 0,0 0 0,0 0 0,0 0 0,-1 0 0,1 0 0,-4-3 0,-6-2 0,-1-1 0,-22-9 0,29 15 0,-13-6 0,-2 0 0,1 2 0,-1 1 0,0 1 0,0 0 0,0 2 0,-30-1 0,15 4 0,1 1 0,1 1 0,-62 15 0,67-10 0,-1 1 0,1 2 0,0 0 0,1 2 0,-50 32 0,65-36 0,0 0 0,1 0 0,0 2 0,0-1 0,1 1 0,1 1 0,0 0 0,1 1 0,0 0 0,1 0 0,0 0 0,1 1 0,-8 23 0,12-29 0,1 0 0,0 1 0,1-1 0,0 1 0,1-1 0,-1 1 0,1 0 0,1-1 0,0 1 0,0-1 0,1 1 0,3 11 0,0-9 0,-1 0 0,1 0 0,1-1 0,0 0 0,0 0 0,1-1 0,0 1 0,12 10 0,0-3 0,1 0 0,0-1 0,1-2 0,1 0 0,0-1 0,1-1 0,43 16 0,-22-14 0,1-2 0,0-2 0,0-2 0,1-1 0,77-1 0,-41-7 0,1-4 0,106-21 0,-107 10 0,116-39 0,-150 38 0,-1-2 0,-1-2 0,72-45 0,-101 55 0,-1-1 0,-1 0 0,0-1 0,-1 0 0,0-2 0,-1 1 0,-1-1 0,-1-1 0,14-23 0,-21 31 0,1-1 0,-1 0 0,-1 0 0,0-1 0,0 1 0,-1-1 0,0 1 0,0-1 0,-1 0 0,-1 0 0,0 1 0,0-1 0,0 0 0,-2 0 0,1 0 0,-1 1 0,0-1 0,-1 1 0,0-1 0,-6-10 0,2 6 0,-1 1 0,0-1 0,-1 2 0,-1-1 0,0 1 0,0 0 0,-2 1 0,-15-13 0,9 11 0,0 0 0,-2 1 0,1 1 0,-1 1 0,-28-10 0,12 9 0,-1 1 0,0 1 0,0 2 0,-1 2 0,0 1 0,-63 2 0,-7 11-1365,12 5-5461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5.6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493 198 24575,'-4'-2'0,"0"0"0,0 1 0,0-1 0,0 1 0,0 0 0,-1 0 0,1 1 0,0-1 0,0 1 0,-1 0 0,1 0 0,0 0 0,0 1 0,-1 0 0,-6 1 0,4 1 0,0 0 0,1 0 0,-1 0 0,1 1 0,0 0 0,0 0 0,0 1 0,-8 7 0,-4 8 0,1 0 0,1 1 0,-26 45 0,6-1 0,2 2 0,-45 130 0,50-103 0,-29 163 0,46-171 0,0 105 0,13 87 0,1-171 0,-1-92 0,-2-3 0,1 1 0,1-1 0,0 0 0,5 18 0,-5-27 0,0 0 0,0 0 0,0-1 0,0 1 0,0-1 0,1 1 0,-1-1 0,1 1 0,0-1 0,-1 0 0,1 0 0,0 0 0,0 0 0,1 0 0,-1 0 0,0 0 0,1-1 0,-1 1 0,1-1 0,-1 0 0,1 0 0,-1 0 0,1 0 0,5 1 0,7-1 0,-1 0 0,0-1 0,1 0 0,-1-1 0,1-1 0,-1-1 0,19-5 0,-5 2 0,270-61 0,157-30 0,-246 63 0,268-60 0,-456 88 0,0 0 0,0-2 0,-1-1 0,0 0 0,-1-1 0,31-22 0,-41 25 0,1-1 0,-2 0 0,1-1 0,-1 1 0,0-2 0,-1 1 0,0-1 0,-1-1 0,0 1 0,0-1 0,-1 0 0,-1 0 0,6-20 0,3-35 0,-4 0 0,3-89 0,-9 103 0,11-145 0,10-195 0,-25 236 0,0 142 0,-1-1 0,0 1 0,-1-1 0,-1 1 0,0 0 0,-1 0 0,-1 1 0,-11-22 0,13 29-45,0 1-1,0 0 1,-1 0-1,0 0 1,0 0-1,0 1 1,-1 0-1,0 0 1,1 0-1,-1 1 1,-1 0-1,1 0 1,0 0-1,-1 1 1,1 0-1,-1 0 1,0 1-1,1 0 1,-1 0-1,0 1 1,0-1-1,0 1 1,0 1-1,1-1 0,-1 1 1,0 1-1,0-1 1,1 1-1,-8 3 1,-16 8-6781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6.1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811 153 24575,'18'-17'0,"-11"11"0,0 0 0,0-1 0,-1 0 0,7-9 0,-12 14 0,1 0 0,-1-1 0,0 1 0,0-1 0,0 0 0,0 1 0,0-1 0,0 0 0,-1 1 0,0-1 0,1 0 0,-1 0 0,0 0 0,0 1 0,0-1 0,-1 0 0,1 0 0,-2-3 0,1 3 0,0 1 0,0-1 0,-1 1 0,1 0 0,-1 0 0,0-1 0,1 1 0,-1 0 0,0 1 0,0-1 0,0 0 0,0 1 0,-1-1 0,1 1 0,0-1 0,-1 1 0,1 0 0,-1 0 0,1 0 0,-1 0 0,0 1 0,1-1 0,-1 1 0,0 0 0,-5-1 0,-5 1 0,0 0 0,0 0 0,-26 5 0,10 1 0,-1 2 0,1 0 0,0 3 0,1 0 0,0 2 0,-33 20 0,29-13 0,0 2 0,1 1 0,1 1 0,-41 44 0,63-60 0,1 0 0,0 1 0,0 0 0,1 0 0,0 1 0,1 0 0,0 0 0,-5 14 0,9-19 0,0-1 0,0 1 0,0-1 0,1 1 0,-1-1 0,1 1 0,0-1 0,1 1 0,-1-1 0,1 1 0,0-1 0,0 1 0,0-1 0,1 1 0,-1-1 0,1 0 0,0 0 0,0 0 0,1 0 0,-1 0 0,1 0 0,0-1 0,3 4 0,11 9 0,2 0 0,-1-1 0,2-1 0,36 19 0,-35-21 0,-1 0 0,0 1 0,-1 1 0,32 30 0,-49-41 0,1 0 0,0 1 0,-1-1 0,1 1 0,-1-1 0,0 1 0,0 0 0,-1-1 0,1 1 0,-1 0 0,0 0 0,1 6 0,-1-8 0,-1 1 0,0-1 0,-1 1 0,1 0 0,0-1 0,-1 1 0,1 0 0,-1-1 0,0 1 0,0-1 0,0 1 0,0-1 0,0 0 0,-1 1 0,1-1 0,-1 0 0,1 0 0,-1 0 0,0 0 0,-3 2 0,-4 4 0,0-1 0,-1 0 0,-1-1 0,1 0 0,-1-1 0,0 0 0,-15 4 0,-83 19 0,69-21 0,-63 4 0,86-10 0,1-1 0,-1-1 0,0 0 0,0-1 0,1-1 0,-25-8 0,39 11-76,-1-1 1,0 0-1,0 0 0,1 0 0,-1-1 0,1 1 0,-1 0 0,1-1 1,0 0-1,-1 0 0,1 1 0,0-1 0,0 0 0,0-1 1,0 1-1,1 0 0,-4-5 0,1-12-6750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6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102 92 24575,'5'-3'0,"33"-22"0,69-35 0,-107 59 0,0 1 0,1 0 0,-1 0 0,1-1 0,-1 1 0,1 0 0,-1 0 0,1-1 0,0 1 0,-1 0 0,1 0 0,-1 0 0,1 0 0,-1 0 0,1 0 0,0 0 0,-1 0 0,1 0 0,-1 0 0,1 0 0,-1 0 0,1 0 0,-1 0 0,2 1 0,-5 10 0,-19 20 0,20-29 0,-59 69 0,23-27 0,-33 50 0,61-79 0,1 0 0,1 0 0,0 1 0,1 0 0,0 0 0,2 1 0,-7 31 0,11-43 0,0 0 0,1 0 0,0 0 0,0 0 0,0 0 0,0-1 0,1 1 0,0 0 0,0 0 0,0 0 0,0 0 0,1-1 0,0 1 0,0-1 0,0 1 0,0-1 0,1 0 0,6 8 0,-4-7 0,0 0 0,1-1 0,-1 0 0,1 1 0,0-2 0,0 1 0,1-1 0,-1 0 0,1 0 0,-1-1 0,1 0 0,11 3 0,3-2 0,0 0 0,0-1 0,0-1 0,0-1 0,1-1 0,-1-1 0,0 0 0,40-12 0,-49 11 0,0-1 0,0 0 0,0-1 0,0-1 0,-1 0 0,0 0 0,0-1 0,-1-1 0,1 1 0,-2-2 0,1 1 0,-1-1 0,-1-1 0,1 0 0,-2 0 0,8-12 0,-11 14 0,-1 0 0,0 0 0,0 0 0,-1 0 0,0 0 0,0-1 0,-1 1 0,0-1 0,0 0 0,-1 1 0,-1-1 0,1 1 0,-1-1 0,-1 1 0,1-1 0,-1 1 0,-1-1 0,0 1 0,0 0 0,0 0 0,-1 1 0,-6-10 0,6 11 0,0 0 0,0 0 0,-1 1 0,0-1 0,0 1 0,0 1 0,0-1 0,-1 1 0,0 0 0,1 0 0,-2 0 0,1 1 0,0 0 0,-1 0 0,1 0 0,-1 1 0,0 0 0,0 1 0,0-1 0,0 2 0,0-1 0,0 0 0,0 1 0,0 1 0,0-1 0,0 1 0,-10 2 0,6 0 0,1 1 0,0-1 0,0 1 0,0 1 0,0 0 0,1 1 0,0-1 0,0 2 0,1-1 0,-1 1 0,-13 15 0,13-10 0,-1 0 0,2 1 0,0-1 0,0 2 0,2-1 0,-1 1 0,-7 27 0,7-17 0,2-1 0,1 1 0,1 0 0,1 0 0,1 0 0,1 0 0,1 0 0,1 0 0,1 0 0,11 37 0,-9-45-227,0 0-1,2-1 1,0 0-1,1 0 1,17 25-1,-6-16-6598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6.8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43 24575,'11'-17'0,"-10"14"0,1 0 0,-1 1 0,1-1 0,0 0 0,0 1 0,0-1 0,3-2 0,-5 5 0,1 0 0,-1-1 0,0 1 0,0 0 0,1 0 0,-1 0 0,0 0 0,0 0 0,1 0 0,-1 0 0,0 0 0,0 0 0,1 0 0,-1 0 0,0 0 0,1 0 0,-1 0 0,0 0 0,0 0 0,1 0 0,-1 0 0,0 0 0,0 0 0,1 0 0,-1 0 0,0 0 0,0 1 0,1-1 0,-1 0 0,0 0 0,0 0 0,1 1 0,7 17 0,-4 2 0,-1 0 0,-1 1 0,0 24 0,0 4 0,2 47 0,7 59 0,-8-126 0,2 0 0,1-1 0,12 35 0,-17-59 31,1-1 0,-1 1 0,1 0 0,0-1 0,0 1 0,0-1 0,0 0 0,1 1 1,-1-1-1,5 3 0,-5-5-121,-1 1 0,1-1 0,0 0 0,1 0 0,-1 0 1,0 0-1,0 0 0,0 0 0,1-1 0,-1 1 1,0-1-1,1 1 0,-1-1 0,0 0 0,1 0 0,-1 0 1,0 0-1,3-1 0,16-4-6736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7.0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119 14 24575,'-1'-1'0,"0"-1"0,-1 1 0,1 0 0,0 0 0,0 0 0,-1 0 0,1 0 0,-1 1 0,1-1 0,-1 0 0,1 1 0,-1-1 0,0 1 0,1-1 0,-1 1 0,0 0 0,1 0 0,-1-1 0,0 1 0,1 1 0,-1-1 0,0 0 0,1 0 0,-1 0 0,0 1 0,1-1 0,-1 1 0,1 0 0,-1-1 0,1 1 0,-1 0 0,-1 1 0,-1 1 0,1-1 0,-1 1 0,1 0 0,0 0 0,0 0 0,1 0 0,-1 1 0,1-1 0,-1 1 0,1 0 0,-3 6 0,-2 10 43,1-1 0,1 2-1,1-1 1,1 0 0,0 1-1,2-1 1,1 22 0,0-26-214,1-1 0,1 1 1,1-1-1,0 1 0,1-1 1,1 0-1,0 0 0,1-1 1,14 26-1,-7-20-6655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7.2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61 24575,'-3'-6'0,"-1"-5"0,0-3 0,-2-3 0,0 5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7.4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1 24575,'0'3'0,"0"4"0,0 3 0,0 7 0,0 5 0,0 6 0,0 7 0,0 6 0,0 2 0,-3 3 0,-1 2 0,1-1 0,0-3 0,1-3 0,1-5 0,0-9-8191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7.7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1 275 24575,'0'-3'0,"0"1"0,0-1 0,0 0 0,1 1 0,-1-1 0,0 1 0,1-1 0,0 0 0,0 1 0,0 0 0,2-4 0,-2 4 0,0 1 0,0-1 0,1 1 0,-1 0 0,1 0 0,-1 0 0,1 0 0,-1 0 0,1 0 0,0 0 0,-1 0 0,1 1 0,0-1 0,0 1 0,-1-1 0,1 1 0,3-1 0,113-14 0,-74 11 0,0-2 0,0-2 0,-1-1 0,60-22 0,-97 28 0,0 1 0,0-1 0,0-1 0,0 1 0,-1-1 0,1 0 0,-1 0 0,8-9 0,-12 12 0,1-1 0,-1 0 0,0 1 0,0-1 0,0 0 0,0 0 0,-1 1 0,1-1 0,0 0 0,-1 0 0,1 0 0,-1 0 0,0 0 0,0 0 0,0 0 0,0 0 0,0 0 0,0 0 0,0 0 0,0 0 0,-1 0 0,1 0 0,-1 0 0,0 0 0,0 0 0,1 1 0,-1-1 0,0 0 0,0 0 0,-1 1 0,1-1 0,-3-2 0,1 0 0,-1 0 0,0 0 0,0 0 0,0 1 0,-1-1 0,1 1 0,-1 0 0,0 0 0,0 1 0,0-1 0,0 1 0,0 0 0,0 1 0,-1-1 0,1 1 0,-1 0 0,1 0 0,-1 1 0,1 0 0,-1 0 0,1 0 0,-1 0 0,0 1 0,1 0 0,0 0 0,-1 1 0,1 0 0,0-1 0,-6 4 0,4-2 0,0 1 0,0 0 0,1-1 0,-1 2 0,1-1 0,0 1 0,1 0 0,-1 0 0,1 1 0,0 0 0,0 0 0,1 0 0,-1 0 0,1 1 0,1-1 0,-1 1 0,1 0 0,0 0 0,1 0 0,-3 15 0,4-14 16,0 0-1,1 0 1,0 0-1,0 0 1,1 0-1,0-1 1,1 1-1,-1 0 1,2 0-1,-1-1 1,1 1-1,0-1 1,0 0-1,1 0 1,0 0-1,1 0 1,-1-1 0,1 1-1,0-1 1,1 0-1,8 7 1,-5-6-148,1 1 1,1-1 0,-1-1-1,1 0 1,0 0 0,1-1 0,-1-1-1,1 0 1,0 0 0,0-1 0,1-1-1,22 2 1,11-3-6695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0.2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3356 367 24575,'0'-11'0,"-1"1"0,0 0 0,0-1 0,-1 1 0,-1 0 0,0 0 0,0 0 0,-1 1 0,0-1 0,0 1 0,-1 0 0,-1 0 0,0 0 0,0 1 0,0 0 0,-1 0 0,0 0 0,-1 1 0,0 0 0,0 1 0,0 0 0,-1 0 0,0 0 0,0 1 0,0 1 0,0 0 0,-17-6 0,-13 0 8,1 2-1,-2 1 0,1 2 1,-60 1-1,-159 16-192,6 15-353,2 10 0,3 11 0,-377 125 0,386-83 467,199-73 54,1 2-1,1 2 0,-64 46 1,90-58 35,1-1 0,0 2 0,1-1 0,0 1-1,0 0 1,1 1 0,-9 16 0,15-24 18,0 1-1,0 0 0,1 0 0,-1 0 1,1 1-1,0-1 0,0 0 1,0 0-1,1 1 0,-1-1 0,1 0 1,0 1-1,0-1 0,1 0 1,-1 1-1,1-1 0,0 0 0,0 0 1,0 1-1,1-1 0,0 0 0,0 0 1,0-1-1,0 1 0,4 6 1,1-3 77,0 1 0,0-1 1,1 0-1,0-1 0,0 0 0,0 0 1,1 0-1,0-1 0,0-1 1,17 7-1,6-1-121,0-1-1,36 5 1,36 2-595,161 5-1,115-22-186,-346 1 741,963-45-3523,-1-33-713,-592 45 3716,-254 21 558,1431-140-766,-1242 105 767,-13-24 611,-209 33 385,-101 32-779,1-2-1,-1 0 0,0-1 1,18-13-1,-31 19-23,1 0 0,0-1 0,-1 1 0,1-1 0,-1 1 0,0-1 0,0 0 0,3-6 0,-5 8-98,0-1 0,0 1 0,0 0 0,-1-1 0,1 1 0,0 0 1,-1-1-1,0 1 0,0-1 0,0 1 0,0-1 0,0 1 0,-1-4 0,0 1 65,-1 0-1,0 0 1,-1 0 0,1 1 0,-1-1 0,0 1-1,0 0 1,0 0 0,-1 0 0,0 0 0,1 0-1,-1 1 1,0 0 0,-1 0 0,-5-4-1,-16-9-40,-1 0-1,-1 2 1,0 1-1,-45-13 0,-129-27-134,187 50 54,-659-101-912,-12 59-2427,-1289 65 441,9 162 832,1434-112 2912,7 25 7260,631-121-6732,120-28 323,-221 53-1725,-1 0 0,1 0 0,0 1 0,-1-1 0,1 1 0,0 0 0,-1 1 0,1-1 0,5 2 0,-8-1 0,-1-1 0,1 1 0,-1 0 0,0 0 0,1-1 0,-1 1 0,0 0 0,0 0 0,1 1 0,-1-1 0,0 0 0,0 0 0,0 0 0,0 1 0,-1-1 0,1 1 0,0-1 0,0 0 0,-1 1 0,1-1 0,-1 1 0,0-1 0,1 1 0,-1 0 0,0-1 0,0 1 0,0-1 0,0 1 0,0 0 0,0 1 0,-3 22 0,0 0 0,-2-1 0,-1 0 0,-9 25 0,2-4 0,-167 788 0,9 43 0,170-870 0,-9 33 0,2-1 0,1 1 0,2 1 0,0 49 0,5-84 0,0 0 0,1-1 0,-1 1 0,1 0 0,0-1 0,0 1 0,0-1 0,1 1 0,0-1 0,-1 1 0,2-1 0,-1 0 0,0 0 0,1 0 0,0 0 0,0 0 0,0-1 0,0 1 0,0-1 0,1 0 0,0 0 0,0 0 0,-1-1 0,2 1 0,-1-1 0,0 0 0,0 0 0,1 0 0,-1-1 0,1 1 0,-1-1 0,7 1 0,20 3 0,1-1 0,62-1 0,68-12 0,-104 4 0,639-55-2798,67-6-1182,650-8 186,6 26 4173,-518 19-1417,-781 25 982,334-15 74,-8-25 2020,-413 39-982,-2 0-1,61-20 1,-88 23-812,-1 0 0,1 0-1,-1 0 1,1 0 0,-1-1 0,0 0 0,0 0 0,0 0 0,0-1-1,3-3 1,-6 6-169,0-1-1,0 1 0,0-1 1,0 1-1,-1-1 0,1 1 1,0-1-1,-1 1 0,1-1 1,-1 1-1,0-1 0,0 0 1,1 1-1,-1-1 0,0 0 1,0 1-1,-1-1 0,1 0 1,0 1-1,0-1 1,-1 0-1,1 1 0,-1-1 1,1 1-1,-1-1 0,0 1 1,0-1-1,0 1 0,0 0 1,0-1-1,-1-1 0,-10-9 122,1 0 1,-2 0-1,-17-12 0,-12-11 22,11 5-1583,4 2-5461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0.4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439 327 24575,'7'-48'0,"-2"0"0,-2-67 0,-3 111 0,0-11 0,0-1 0,-1 1 0,-6-28 0,7 42 0,0 0 0,0 0 0,0 0 0,-1 0 0,1 0 0,0-1 0,-1 1 0,1 0 0,-1 0 0,1 0 0,-1 0 0,0 0 0,1 0 0,-1 1 0,0-1 0,0 0 0,0 0 0,0 0 0,1 1 0,-1-1 0,0 0 0,0 1 0,0-1 0,-2 0 0,2 1 0,0 0 0,-1 1 0,1-1 0,0 0 0,0 0 0,-1 1 0,1-1 0,0 1 0,0-1 0,0 1 0,0-1 0,-1 1 0,1 0 0,0-1 0,0 1 0,0 0 0,-1 2 0,-6 5 0,1 1 0,0-1 0,-10 19 0,-15 32 14,2 2 0,-22 65 0,-32 136-222,-59 380-1821,116-493-3967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1.1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79 248 24575,'-79'-247'0,"82"289"0,20 135 0,-9-1 0,-9 243 0,-9-384 0,2-26 0,1-1 0,0 1 0,1 13 0,0-21 0,0-1 0,1 1 0,-1 0 0,0-1 0,0 1 0,0-1 0,0 1 0,0 0 0,1-1 0,-1 1 0,0-1 0,1 1 0,-1-1 0,0 1 0,1-1 0,-1 1 0,0-1 0,1 1 0,-1-1 0,1 0 0,-1 1 0,1-1 0,-1 0 0,1 1 0,-1-1 0,1 0 0,0 0 0,-1 1 0,1-1 0,-1 0 0,1 0 0,-1 0 0,1 0 0,0 0 0,-1 0 0,1 0 0,0 0 0,-1 0 0,1 0 0,27-8 0,-22 6 0,85-28 0,186-34 0,-210 53 0,96-20 0,-142 25 0,-1-1 0,0 0 0,0-1 0,0-1 0,29-20 0,-42 25 0,-1-1 0,0 0 0,0-1 0,0 1 0,-1-1 0,0 0 0,0 0 0,0-1 0,-1 0 0,0 0 0,6-12 0,-7 8 0,1 0 0,-1 0 0,-1 0 0,0 0 0,0-1 0,-1 1 0,-1-15 0,-3-13 0,-2 1 0,-2 1 0,-20-67 0,23 89 0,-5-23 0,8 28 0,-1 0 0,-1 0 0,1 0 0,-2 0 0,1 0 0,-11-18 0,14 28 0,0 0 0,0 0 0,0 0 0,0-1 0,0 1 0,-1 0 0,1 0 0,0 0 0,0 0 0,0 0 0,0 0 0,0 0 0,0-1 0,-1 1 0,1 0 0,0 0 0,0 0 0,0 0 0,0 0 0,0 0 0,-1 0 0,1 0 0,0 0 0,0 0 0,0 0 0,0 0 0,0 0 0,-1 0 0,1 0 0,0 0 0,0 0 0,0 0 0,0 0 0,-1 0 0,1 0 0,0 0 0,0 0 0,0 0 0,0 1 0,0-1 0,0 0 0,-1 0 0,1 0 0,0 0 0,0 0 0,0 0 0,0 0 0,0 1 0,0-1 0,0 0 0,0 0 0,0 0 0,-1 0 0,1 0 0,0 1 0,0-1 0,0 0 0,0 0 0,0 0 0,0 0 0,0 0 0,0 1 0,0-1 0,0 0 0,0 0 0,-2 14 0,2 38 0,3-1 0,10 62 0,-3-31 0,-1 8 116,44 283-1597,-40-323-5345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1.6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162 417 24575,'-2'8'0,"-1"1"0,0 0 0,-1-1 0,-6 12 0,-3 6 0,-26 64 0,-46 157 0,82-228 0,3-19 0,0 0 0,0 1 0,0-1 0,0 0 0,0 0 0,0 0 0,0 0 0,0 0 0,0 0 0,0 0 0,0 0 0,0 1 0,0-1 0,1 0 0,-1 0 0,0 0 0,0 0 0,0 0 0,0 0 0,0 0 0,0 0 0,0 0 0,0 0 0,0 1 0,0-1 0,0 0 0,0 0 0,0 0 0,1 0 0,-1 0 0,0 0 0,0 0 0,0 0 0,0 0 0,0 0 0,0 0 0,0 0 0,0 0 0,0 0 0,1 0 0,-1 0 0,0 0 0,0 0 0,0 0 0,0 0 0,0 0 0,0 0 0,0 0 0,1 0 0,-1 0 0,0 0 0,0 0 0,0 0 0,0 0 0,0 0 0,0 0 0,0 0 0,0 0 0,0-1 0,0 1 0,1 0 0,-1 0 0,0 0 0,2-3 0,1 0 0,0-1 0,-1 1 0,0-1 0,0 1 0,2-6 0,38-92 0,36-134 0,-43 121 0,-11 38 0,56-157 0,-78 228 0,0-1 0,0 0 0,1-1 0,0 1 0,0 1 0,0-1 0,1 0 0,0 1 0,5-7 0,-8 12 0,-1 0 0,0-1 0,0 1 0,1 0 0,-1 0 0,0 0 0,0-1 0,1 1 0,-1 0 0,0 0 0,1 0 0,-1 0 0,0 0 0,0 0 0,1 0 0,-1 0 0,0-1 0,1 1 0,-1 0 0,0 0 0,1 0 0,-1 0 0,0 1 0,1-1 0,-1 0 0,0 0 0,1 0 0,-1 0 0,0 0 0,0 0 0,1 0 0,-1 1 0,0-1 0,1 0 0,-1 0 0,0 0 0,0 1 0,1-1 0,-1 0 0,0 0 0,0 1 0,0-1 0,1 0 0,-1 0 0,0 1 0,0-1 0,0 0 0,0 1 0,5 17 0,0 33 0,-2 0 0,-5 73 0,-1-41 0,3-21 114,-9 196-1593,5-218-5347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2.3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1 704 24575,'0'-10'0,"1"0"0,1 0 0,0 0 0,1 0 0,-1 0 0,2 0 0,-1 1 0,2-1 0,-1 1 0,8-11 0,4-4 0,0 1 0,29-30 0,-34 42 0,0 0 0,1 1 0,1 0 0,-1 1 0,2 0 0,-1 1 0,1 1 0,0 0 0,0 1 0,1 0 0,0 1 0,0 1 0,29-5 0,-17 7 0,0 0 0,0 1 0,0 2 0,0 1 0,0 1 0,0 1 0,31 9 0,-53-12 0,0 1 0,1-1 0,-1 0 0,0-1 0,0 1 0,0-1 0,9-1 0,-12 1 0,0-1 0,1 1 0,-1-1 0,0 0 0,0 0 0,0 0 0,0-1 0,0 1 0,0 0 0,0-1 0,0 1 0,0-1 0,-1 0 0,1 1 0,-1-1 0,1 0 0,-1 0 0,0 0 0,2-2 0,48-107 0,-28 58 0,-49 91 0,-3 14 0,3 2 0,2 1 0,2 1 0,3 1 0,-22 115 0,37-153 0,2-12 0,0 0 0,1 1 0,0-1 0,0 1 0,1-1 0,1 13 0,-1-20 0,0 1 0,0-1 0,0 1 0,0-1 0,0 1 0,0-1 0,0 1 0,1-1 0,-1 1 0,0-1 0,0 1 0,0-1 0,1 1 0,-1-1 0,0 1 0,1-1 0,-1 0 0,0 1 0,1-1 0,-1 1 0,1-1 0,-1 0 0,1 1 0,-1-1 0,0 0 0,1 0 0,-1 0 0,1 1 0,-1-1 0,1 0 0,-1 0 0,1 0 0,0 0 0,-1 0 0,1 0 0,-1 0 0,1 0 0,-1 0 0,1 0 0,-1 0 0,1 0 0,-1 0 0,1 0 0,-1 0 0,1-1 0,-1 1 0,1 0 0,-1 0 0,1-1 0,0 1 0,24-19 0,-1-7 0,0-1 0,-2-1 0,20-33 0,51-97 0,-45 72 0,-6 11 0,53-84 0,-89 149 0,1 1 0,0 1 0,9-9 0,-15 16 0,0-1 0,1 1 0,-1 0 0,1 0 0,-1 0 0,1 0 0,0 0 0,-1 0 0,1 1 0,0-1 0,-1 1 0,3-1 0,-3 1 0,0 0 0,-1 0 0,1 0 0,0 0 0,0 0 0,-1 0 0,1 1 0,0-1 0,0 0 0,-1 1 0,1-1 0,0 0 0,-1 1 0,1-1 0,0 1 0,-1-1 0,1 1 0,-1-1 0,1 1 0,0-1 0,-1 1 0,0 0 0,1-1 0,-1 1 0,1 0 0,-1-1 0,0 1 0,1 1 0,5 17 0,-1 0 0,-1 0 0,-1 0 0,-1 1 0,0-1 0,-2 21 0,1-16 0,0-7 0,-2-10 0,1 0 0,1 0 0,-1 0 0,1-1 0,1 1 0,-1 0 0,1 0 0,3 7 0,-5-14 0,0 1 0,0-1 0,1 1 0,-1-1 0,0 1 0,0-1 0,1 1 0,-1-1 0,0 0 0,1 1 0,-1-1 0,1 1 0,-1-1 0,0 0 0,1 1 0,-1-1 0,1 0 0,-1 0 0,1 1 0,-1-1 0,1 0 0,-1 0 0,1 0 0,-1 0 0,1 0 0,-1 1 0,1-1 0,-1 0 0,1 0 0,-1 0 0,1 0 0,0-1 0,-1 1 0,1 0 0,-1 0 0,1 0 0,-1 0 0,1 0 0,-1-1 0,1 1 0,-1 0 0,1 0 0,-1-1 0,0 1 0,1 0 0,-1-1 0,1 1 0,-1-1 0,0 1 0,1 0 0,-1-1 0,0 1 0,1-1 0,-1 0 0,19-29 0,-18 29 0,20-46 171,21-65-1,-26 66-1023,34-72 0,-44 108-5973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2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158 338 24575,'0'-1'0,"0"0"0,0-1 0,0 1 0,0 0 0,-1-1 0,1 1 0,0 0 0,-1 0 0,1 0 0,-1-1 0,1 1 0,-1 0 0,0 0 0,1 0 0,-1 0 0,0 0 0,0 0 0,0 0 0,0 0 0,0 0 0,0 1 0,0-1 0,0 0 0,0 0 0,0 1 0,0-1 0,0 1 0,-1-1 0,1 1 0,0 0 0,0-1 0,-1 1 0,1 0 0,0 0 0,0 0 0,-1 0 0,1 0 0,0 0 0,0 0 0,-1 0 0,1 0 0,0 1 0,0-1 0,-1 1 0,1-1 0,0 1 0,0-1 0,0 1 0,0-1 0,0 1 0,-1 0 0,1 0 0,1 0 0,-1 0 0,0-1 0,0 1 0,0 0 0,0 1 0,1-1 0,-1 0 0,0 0 0,0 1 0,-8 22 0,1-1 0,1 1 0,1 0 0,-4 34 0,2-12 0,-5 24 0,3-13 0,-20 66 0,69-240 0,60-166 0,-75 223 0,3 2 0,57-90 0,-74 133 0,0 0 0,1 0 0,1 2 0,14-15 0,-23 26 0,0 0 0,0-1 0,0 1 0,0 0 0,0 0 0,0 1 0,1-1 0,-1 1 0,1-1 0,-1 1 0,8-1 0,-9 2 0,0 0 0,1 0 0,-1 0 0,0 1 0,0-1 0,0 1 0,0-1 0,0 1 0,1 0 0,-1 0 0,0 0 0,0 0 0,-1 0 0,1 0 0,0 1 0,0-1 0,-1 0 0,1 1 0,0 0 0,-1-1 0,3 4 0,1 4 0,1 0 0,-1 0 0,-1 0 0,0 0 0,0 1 0,-1 0 0,0 0 0,3 18 0,6 87 0,-11-96 0,4 69-682,-14 161-1,1-178-6143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2.8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1 363 24575,'3'-9'0,"6"-12"0,12-7 0,7-10 0,8-5 0,10-3 0,9 2 0,6 1 0,9 6 0,6 6 0,-9 8-8191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3.3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116 1 24575,'-3'0'0,"-4"0"0,-3 3 0,-4 4 0,-2 9 0,-1 14 0,-1 14 0,3 17 0,3 16 0,8 13 0,10 12 0,9 5 0,3-14-8191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0.0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465 238 24575,'1'-1'0,"-1"1"0,0 0 0,0 0 0,0 0 0,0-1 0,0 1 0,0 0 0,0 0 0,0 0 0,0-1 0,0 1 0,0 0 0,0 0 0,0 0 0,0-1 0,-1 1 0,1 0 0,0 0 0,0 0 0,0-1 0,0 1 0,0 0 0,0 0 0,0 0 0,-1 0 0,1-1 0,0 1 0,0 0 0,0 0 0,0 0 0,-1 0 0,1 0 0,0 0 0,0-1 0,0 1 0,-1 0 0,1 0 0,0 0 0,0 0 0,0 0 0,-1 0 0,1 0 0,-10 6 0,-9 13 0,6 5 0,1-1 0,1 2 0,-15 47 0,-10 83 0,-4 270 0,32-288 0,-70 558 0,47-530 0,-7 0 0,-67 180 0,96-322 0,4-12 0,1 1 0,0 0 0,0-1 0,2 1 0,-3 21 0,4-32 0,1-1 0,0 1 0,0 0 0,0-1 0,0 1 0,0-1 0,0 1 0,0 0 0,0-1 0,1 1 0,-1-1 0,0 1 0,0-1 0,0 1 0,1-1 0,-1 1 0,0-1 0,0 1 0,1-1 0,-1 1 0,1-1 0,-1 1 0,0-1 0,1 1 0,-1-1 0,1 0 0,0 1 0,0-1 0,0 1 0,0-1 0,0 0 0,0 0 0,1 0 0,-1 0 0,0 0 0,0-1 0,0 1 0,0 0 0,0 0 0,0-1 0,0 1 0,1-1 0,36-23 0,-33 20 0,38-24-65,1 2 0,1 2 0,1 2 0,1 2 0,1 2 0,1 2 0,70-14 0,3 9-195,238-9 0,306 37-2298,3 43-1,758 95 994,-406-37-205,0-25 951,-1008-82 871,617 16 1771,-614-18-1855,81-6 1627,-84 5-1184,0-1 0,0 0 0,-1 0 0,1-1 0,12-6 0,-24 9-295,1 0-1,-1 0 1,1 1 0,-1-1-1,1 0 1,-1 0-1,1 0 1,-1-1-1,0 1 1,0 0 0,1 0-1,-1-1 1,0 1-1,0-1 1,1-1-1,-2 2-39,0 0-1,0 0 0,1-1 1,-1 1-1,0 0 0,0 0 1,0 0-1,0 0 0,0 0 1,0 0-1,-1-1 0,1 1 0,0 0 1,-1 0-1,1 0 0,0 0 1,-2-2-1,-1-2 52,-1 1 0,1-1 0,-1 1-1,0-1 1,-1 1 0,1 1 0,-8-6 0,-34-22-59,-62-29 1,-9-6-19,91 50-50,1-2 0,1-1 0,0-1 0,2-1 0,-27-32 0,33 34 0,2-2 0,0 1 0,2-2 0,0 0 0,1 0 0,1-1 0,-7-27 0,5 3-45,2-1 0,2 0-1,2 0 1,2-1 0,3 0-1,1 0 1,14-95 0,2 58-46,3 2 1,3 0-1,55-131 0,-25 97 91,6 2 0,73-109 0,175-194 0,-280 389 58,38-51 340,-59 74-368,0-1 0,0 0 0,-1 0-1,0-1 1,-1 1 0,0-1 0,0 1 0,3-16 0,-6 22-30,0 0 0,0-1 0,0 1 0,0 0 0,-1 0 0,1-1 0,0 1 0,-1 0 0,0 0 0,1 0 0,-1-1 0,0 1 0,0 0 0,0 0 0,0 0 0,-1 0 0,1 1 0,0-1 0,-1 0 0,0 1 0,1-1 0,-1 0 0,0 1 0,0 0 0,1-1 0,-1 1 0,0 0 0,0 0 0,-1 0 0,1 0 0,0 1 0,-3-2 0,-8-1 0,0 0 0,0 1 0,0 0 0,-18 0 0,24 2 0,-472 4-678,278 2 250,-853-6-3007,-1-27 267,32 1 1049,1 24 1623,-124 78 1223,1131-74-816,-27 3 739,-1 1 0,2 3 0,-1 1 0,-56 21 0,58-11-2405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0.5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441 138 24575,'5'-5'0,"0"0"0,0-1 0,-1 0 0,1 0 0,-1 0 0,-1 0 0,1-1 0,5-13 0,-9 18 0,1 0 0,-1 0 0,1 0 0,-1 0 0,0 0 0,0-1 0,0 1 0,0 0 0,0 0 0,-1 0 0,1 0 0,0 0 0,-1 0 0,0 0 0,1 0 0,-1 0 0,0 0 0,0 1 0,0-1 0,0 0 0,0 0 0,-1 1 0,1-1 0,0 1 0,-1-1 0,1 1 0,-1 0 0,0-1 0,1 1 0,-1 0 0,0 0 0,0 0 0,0 0 0,0 0 0,0 1 0,-2-2 0,-4 0 0,0 0 0,0 0 0,-1 1 0,1 0 0,0 0 0,0 1 0,-1 0 0,1 1 0,0-1 0,-10 3 0,-9 3 0,-43 15 0,51-14 0,0 0 0,1 1 0,0 1 0,1 1 0,0 1 0,1 0 0,0 1 0,0 1 0,-15 16 0,25-22 0,-1 0 0,1 1 0,0 0 0,1 0 0,0 0 0,0 1 0,1 0 0,0-1 0,0 2 0,1-1 0,0 0 0,1 1 0,0-1 0,0 1 0,1 0 0,1 0 0,-1-1 0,2 1 0,-1 0 0,4 15 0,-3-18 14,2 0 1,-1 1-1,1-1 0,0 0 0,0-1 1,1 1-1,-1 0 0,2-1 0,-1 0 0,1 0 1,0 0-1,0-1 0,0 1 0,1-1 1,0 0-1,0-1 0,0 0 0,1 0 0,0 0 1,-1 0-1,1-1 0,0 0 0,13 3 1,3-1-259,0 0 0,0-1 0,0-2 0,0 0 1,1-1-1,31-4 0,16-4-6582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1.0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531 337 24575,'-2'-1'0,"0"-1"0,0 1 0,0-1 0,0 1 0,0-1 0,1 0 0,-1 0 0,0 1 0,1-1 0,0-1 0,-1 1 0,1 0 0,-2-5 0,-3-2 0,2 3 0,0 1 0,0 0 0,0 0 0,-1 1 0,0-1 0,0 1 0,0 0 0,0 1 0,-1-1 0,-10-4 0,8 5 0,-1 0 0,1 1 0,-1 0 0,1 0 0,-1 1 0,0 0 0,-13 1 0,7 1 0,0 0 0,0 2 0,0-1 0,0 2 0,1 0 0,-1 1 0,1 0 0,0 1 0,-13 8 0,8-2 0,-1 0 0,2 1 0,0 0 0,0 2 0,-20 22 0,30-29 0,0 1 0,1 0 0,0 0 0,1 1 0,0 0 0,0 0 0,-5 14 0,10-20 0,0-1 0,0 1 0,0 0 0,0-1 0,1 1 0,0 0 0,-1-1 0,1 1 0,0 0 0,1-1 0,-1 1 0,1 0 0,0-1 0,-1 1 0,2-1 0,-1 1 0,0-1 0,1 1 0,-1-1 0,1 0 0,0 0 0,0 1 0,0-2 0,1 1 0,-1 0 0,5 3 0,-1 0 0,1-1 0,-1 0 0,1-1 0,0 1 0,0-1 0,1-1 0,-1 1 0,1-1 0,0-1 0,0 0 0,10 2 0,-6-2 0,1-1 0,-1 0 0,0-1 0,1-1 0,-1 0 0,0-1 0,13-2 0,-6-1 0,0-1 0,-1-1 0,0 0 0,0-2 0,0 0 0,-1-1 0,0 0 0,-1-1 0,19-18 0,-19 13 0,-1 0 0,0 0 0,-2-2 0,0 0 0,-1 0 0,-1-1 0,0-1 0,-2 1 0,0-2 0,9-31 0,-4-6 0,-2-2 0,7-91 0,-53 406 338,2-26-2041,28-191-5123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1.4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419 213 24575,'14'-10'0,"0"-1"0,0 0 0,-1-1 0,-1 0 0,0-1 0,-1-1 0,12-17 0,-22 29 0,0 0 0,1-1 0,-1 1 0,0 0 0,0 0 0,0 0 0,0-1 0,-1 1 0,1-1 0,-1 1 0,1 0 0,-1-1 0,0 1 0,0-1 0,0 1 0,0-1 0,-1 1 0,1-1 0,-1 1 0,1 0 0,-3-5 0,2 4 0,-1 1 0,0-1 0,0 1 0,0 0 0,0 0 0,0-1 0,-1 1 0,1 1 0,0-1 0,-1 0 0,0 1 0,1-1 0,-1 1 0,0 0 0,0 0 0,0 0 0,-4-1 0,-7-1 0,0 0 0,0 2 0,0-1 0,-1 2 0,1 0 0,0 1 0,0 0 0,0 1 0,0 0 0,0 2 0,0-1 0,-23 11 0,30-11 0,0 1 0,1-1 0,-1 1 0,1 1 0,0-1 0,0 1 0,0 1 0,0-1 0,1 1 0,-9 11 0,11-11 0,0 0 0,0-1 0,1 1 0,-1 0 0,1 0 0,1 0 0,-1 0 0,1 0 0,0 1 0,1-1 0,-1 0 0,1 1 0,0-1 0,2 12 0,0-9 0,0 0 0,0 0 0,1 0 0,0 0 0,1 0 0,0-1 0,0 0 0,1 0 0,0 0 0,0 0 0,8 8 0,7 4 0,0 0 0,30 23 0,-24-23 0,28 30 0,-52-48 0,0 0 0,-1 0 0,1 0 0,0 1 0,-1-1 0,1 0 0,-1 1 0,0-1 0,0 1 0,0-1 0,0 1 0,0 0 0,0 3 0,-1-4 0,0-1 0,0 1 0,-1-1 0,1 1 0,0-1 0,-1 1 0,1-1 0,-1 0 0,1 1 0,-1-1 0,0 1 0,0-1 0,0 0 0,0 0 0,0 0 0,0 1 0,0-1 0,0 0 0,0 0 0,0 0 0,0-1 0,-1 1 0,1 0 0,0 0 0,-1-1 0,-1 2 0,-9 3 0,0 0 0,-1-1 0,0 0 0,0-1 0,-23 3 0,-72 0 0,79-5 0,-59 2-1365,7-2-5461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2.0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0 24575,'1'522'-262,"-2"679"-594,-10-813 660,-32-5 76,33-336-1006,0-16-4505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3.0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812 653 24575,'-1'-7'0,"0"1"0,-1 0 0,0 0 0,0 1 0,0-1 0,-1 0 0,0 1 0,0-1 0,0 1 0,-5-5 0,-1-4 0,-2-7 0,1-1 0,0 0 0,2 0 0,-7-27 0,1 3 0,14 44 0,-1-1 0,0 0 0,0 1 0,0-1 0,0 1 0,0-1 0,-1 1 0,1 0 0,-1-1 0,1 1 0,-1 0 0,0 0 0,0 0 0,0 0 0,0 1 0,0-1 0,-1 0 0,1 1 0,0-1 0,-3 0 0,2 1 0,0 1 0,0 0 0,0 0 0,0 0 0,0 0 0,0 0 0,0 0 0,0 1 0,0-1 0,0 1 0,1 0 0,-1 0 0,0 0 0,0 0 0,1 1 0,-1-1 0,1 1 0,-4 3 0,-11 7 0,0 1 0,1 1 0,1 1 0,0 0 0,1 1 0,1 0 0,1 1 0,-11 20 0,14-23 0,1 1 0,1 0 0,1 0 0,0 1 0,1 0 0,0 0 0,2 0 0,0 1 0,0-1 0,1 29 0,2-41 0,0 0 0,0 1 0,1-1 0,0 0 0,0 0 0,0 0 0,0 0 0,0 0 0,1 0 0,0 0 0,0 0 0,0 0 0,0-1 0,1 1 0,-1-1 0,1 1 0,6 4 0,-5-5 0,0 0 0,1 0 0,0 0 0,0-1 0,0 0 0,0 0 0,0 0 0,0-1 0,0 0 0,0 0 0,1 0 0,-1 0 0,10-1 0,0-1 0,-1 0 0,0-1 0,-1-1 0,1 0 0,0-1 0,-1 0 0,1-1 0,-1-1 0,-1 0 0,1 0 0,-1-1 0,16-13 0,-18 13 0,0-1 0,-1 0 0,0-1 0,0 0 0,-1 0 0,0-1 0,-1 0 0,0 0 0,0-1 0,-1 0 0,-1 0 0,1-1 0,-2 1 0,4-14 0,-7 19 0,0 0 0,-1 0 0,1 0 0,-1 0 0,-2-8 0,3 13 0,-1 0 0,0 1 0,0-1 0,0 0 0,-1 0 0,1 0 0,0 0 0,0 0 0,0 0 0,-1 0 0,1 0 0,0 0 0,-1 0 0,1 0 0,-1 1 0,1-1 0,-1 0 0,0 0 0,1 1 0,-1-1 0,0 0 0,1 1 0,-1-1 0,0 0 0,0 1 0,0-1 0,1 1 0,-1 0 0,0-1 0,0 1 0,0-1 0,0 1 0,0 0 0,0 0 0,0 0 0,0 0 0,0-1 0,0 1 0,-1 1 0,0 0 0,0 0 0,-1 0 0,1 0 0,0 1 0,0-1 0,0 1 0,0-1 0,1 1 0,-1 0 0,0 0 0,1 0 0,-1 0 0,1 0 0,0 0 0,0 0 0,-1 0 0,1 0 0,1 1 0,-1-1 0,0 0 0,0 5 0,-2 4 0,1 0 0,0 1 0,0 14 0,1-16 0,1 0 0,0 0 0,1 0 0,1 0 0,-1 0 0,1-1 0,6 16 0,-7-21 0,1-1 0,0 1 0,0-1 0,0 1 0,0-1 0,0 1 0,1-1 0,0 0 0,-1 0 0,1-1 0,0 1 0,1 0 0,-1-1 0,0 0 0,1 0 0,-1 0 0,1 0 0,-1 0 0,1-1 0,0 1 0,5 0 0,-3-1 0,0 0 0,1 0 0,-1-1 0,0 0 0,0 0 0,0 0 0,1-1 0,-1 0 0,0 0 0,0 0 0,0-1 0,11-5 0,-9 3 0,0 0 0,0-1 0,0 0 0,-1-1 0,0 0 0,0 0 0,0 0 0,6-9 0,-2 1 0,0-2 0,-1 0 0,-1 0 0,0 0 0,-1-1 0,-1 0 0,-1-1 0,6-22 0,-7 14 0,-1 0 0,-1 0 0,-1 0 0,-1-1 0,-1 1 0,-6-37 0,3 41 0,-1 1 0,-1 0 0,-1 0 0,-1 0 0,-1 1 0,-1 0 0,0 0 0,-15-21 0,18 32 0,0 1 0,0 0 0,-1 0 0,0 1 0,-1 0 0,0 0 0,0 0 0,0 1 0,-1 0 0,0 1 0,0 0 0,0 1 0,-1-1 0,1 2 0,-13-4 0,9 4 0,-1 1 0,0 0 0,0 1 0,0 1 0,0 0 0,0 1 0,0 0 0,1 1 0,-1 1 0,-24 8 0,6 0 4,1 3-1,0 0 0,1 2 1,1 1-1,1 1 1,-47 40-1,25-13-43,2 2 1,-61 78 0,72-79-85,3 2 1,2 2 0,-29 60 0,47-82 125,2 1 1,1 1-1,1 0 1,1 1-1,2-1 0,1 2 1,-2 46-1,7-64-2,1 0 0,1 0 0,0 0 0,1 0 0,0 0 0,1-1 0,1 1 0,0-1 0,0 0 0,2 0 0,0 0 0,0-1 0,1 0 0,1 0 0,0 0 0,0-1 0,1-1 0,0 1 0,1-1 0,1-1 0,-1 0 0,1-1 0,1 0 0,-1 0 0,2-1 0,-1-1 0,1 0 0,-1 0 0,18 4 0,-3-3 0,1-2 0,0-1 0,-1 0 0,1-2 0,0-2 0,0 0 0,47-7 0,-15-4 0,0-2 0,84-29 0,46-37-1271,-116 42-5081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3.7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334 226 24575,'33'-16'0,"-15"8"0,-1-1 0,26-17 0,-39 23 0,0 0 0,0 0 0,0-1 0,0 1 0,0-1 0,-1 0 0,0-1 0,0 1 0,0 0 0,0-1 0,-1 0 0,1 1 0,-1-1 0,1-6 0,-2 8 0,0 0 0,-1 0 0,0 0 0,0 0 0,1 0 0,-2 0 0,1 0 0,0 0 0,-1 0 0,1 0 0,-1 1 0,0-1 0,0 0 0,0 0 0,0 1 0,0-1 0,-1 0 0,1 1 0,-1-1 0,0 1 0,0 0 0,1-1 0,-2 1 0,1 0 0,0 0 0,0 1 0,-1-1 0,1 0 0,-1 1 0,1-1 0,-1 1 0,-5-2 0,-1-1 0,-1 1 0,1 0 0,-1 1 0,0 0 0,0 0 0,0 1 0,0 0 0,-15 1 0,16 1 0,-1 0 0,1 0 0,0 1 0,-1 0 0,1 0 0,0 1 0,0 1 0,1-1 0,-1 1 0,1 1 0,-9 5 0,12-6 0,1 0 0,-1 0 0,1 0 0,0 1 0,0-1 0,0 1 0,1 0 0,0 0 0,0 1 0,0-1 0,0 0 0,1 1 0,0 0 0,0 0 0,1-1 0,0 1 0,0 0 0,-1 9 0,2-2 0,0 1 0,1-1 0,0 0 0,1 1 0,1-1 0,0 0 0,1 0 0,0-1 0,1 1 0,12 22 0,7 5 0,52 68 0,-17-28 0,-53-72 0,-2 0 0,1 0 0,-1 0 0,0 0 0,0 1 0,3 16 0,-6-23 0,0 1 0,-1 0 0,0 0 0,0-1 0,0 1 0,0 0 0,0-1 0,0 1 0,-1 0 0,1-1 0,-1 1 0,0 0 0,0-1 0,0 1 0,0-1 0,0 1 0,-1-1 0,1 0 0,-1 1 0,1-1 0,-1 0 0,0 0 0,0 0 0,0 0 0,0-1 0,0 1 0,-4 2 0,-3 1 0,-1 0 0,0-1 0,0 0 0,0 0 0,-1-1 0,1-1 0,-1 0 0,-17 2 0,1-2 0,1-2 0,-37-3 0,51 2 57,1-1 0,0 0 0,0 0 0,0-1 0,-12-6 0,18 7-189,0 0 1,0-1 0,0 0-1,0 0 1,1 0 0,0 0 0,-1-1-1,1 0 1,1 0 0,-1 0 0,1 0-1,-5-7 1,-5-15-6695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4.6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189 239 24575,'10'-4'0,"0"1"0,-1-1 0,1-1 0,-1 0 0,0 0 0,0-1 0,13-11 0,-19 15 0,-1-1 0,1 1 0,-1-1 0,1 0 0,-1 0 0,0 0 0,0 0 0,0 0 0,-1 0 0,1-1 0,-1 1 0,0-1 0,0 1 0,0-1 0,0 1 0,-1-1 0,1 0 0,-1 1 0,0-1 0,0 0 0,0 1 0,0-1 0,-1 0 0,-1-6 0,-1 3 0,0 0 0,0 1 0,0-1 0,0 1 0,-1 0 0,0 0 0,-1 0 0,1 0 0,-1 1 0,0-1 0,0 1 0,-8-5 0,10 8 0,1 0 0,-1 0 0,1 0 0,-1 1 0,0-1 0,0 1 0,0 0 0,0 0 0,0 0 0,0 0 0,0 0 0,0 1 0,-1-1 0,1 1 0,0 0 0,0 0 0,0 0 0,-1 1 0,1-1 0,0 1 0,0-1 0,0 1 0,0 0 0,0 0 0,0 1 0,0-1 0,0 0 0,0 1 0,-4 3 0,-2 4 0,1-1 0,0 1 0,0 0 0,1 1 0,0-1 0,0 2 0,2-1 0,-1 1 0,-4 13 0,-5 14 0,-11 52 0,24-85 0,-25 117 0,25-108 0,0 0 0,1 0 0,1 0 0,0 0 0,1 0 0,5 23 0,-6-33 0,1 0 0,0-1 0,0 0 0,0 1 0,1-1 0,0 0 0,-1 1 0,1-1 0,0 0 0,0 0 0,1-1 0,-1 1 0,0 0 0,1-1 0,0 1 0,0-1 0,-1 0 0,1 0 0,1 0 0,-1 0 0,0-1 0,0 1 0,4 1 0,-2-2 0,0-1 0,0 1 0,0 0 0,0-1 0,-1 0 0,1-1 0,0 1 0,0-1 0,0 1 0,0-2 0,-1 1 0,1 0 0,0-1 0,-1 0 0,0 0 0,8-5 0,1-1 0,-1-1 0,0-1 0,-1 0 0,0 0 0,-1-1 0,0-1 0,16-24 0,-9 9 0,-1-1 0,21-51 0,-30 63 0,-1 0 0,0-1 0,-1 0 0,-1 0 0,-1 0 0,0 0 0,0-27 0,-4 38 0,0 6 0,-4 13 0,-2 22 0,6-17 0,0 1 0,0 0 0,2-1 0,1 1 0,7 35 0,-8-48 0,1 0 0,-1-1 0,1 1 0,1-1 0,-1 1 0,1-1 0,0 0 0,0 0 0,0 0 0,1 0 0,0-1 0,0 0 0,0 1 0,0-1 0,1-1 0,-1 1 0,1-1 0,0 0 0,0 0 0,0 0 0,1 0 0,-1-1 0,6 2 0,-8-4 0,0 1 0,0 0 0,0-1 0,0 0 0,0 1 0,0-1 0,1-1 0,-1 1 0,0 0 0,0-1 0,0 1 0,-1-1 0,1 0 0,0 0 0,0 0 0,0 0 0,3-3 0,-2 1 0,1 0 0,-1-1 0,0 0 0,0 0 0,0 0 0,0 0 0,-1-1 0,6-8 0,0-5 0,0-1 0,-1 0 0,11-39 0,-16 47 0,2-4 0,-1-1 0,0 1 0,-1-1 0,-1 0 0,1-32 0,-3 47 0,0 0 0,0 0 0,0 0 0,0 1 0,0-1 0,0 0 0,0 0 0,-1 0 0,1 0 0,0 0 0,-1 0 0,1 0 0,-1 0 0,1 1 0,-1-1 0,1 0 0,-1 0 0,0-1 0,0 2 0,1 0 0,-1 0 0,1 0 0,-1 0 0,1 0 0,-1 0 0,1 0 0,-1 0 0,1 0 0,0 1 0,-1-1 0,1 0 0,-1 0 0,1 0 0,0 1 0,-1-1 0,1 0 0,-1 0 0,1 1 0,0-1 0,-1 0 0,1 1 0,0-1 0,-1 0 0,1 1 0,0-1 0,-3 4 0,0 1 0,0-1 0,0 0 0,1 1 0,-3 8 0,-3 13 0,1 1 0,2 0 0,-3 49 0,5 87 0,3-109 0,0-46 0,-1 124 0,20 158 0,-28-372 0,3 0 0,5-1 0,7-82 0,1 98 0,3 0 0,2 0 0,3 1 0,30-80 0,-40 132 0,1 1 0,0 0 0,1 0 0,0 0 0,1 1 0,14-16 0,-20 25 0,1 1 0,-1 0 0,0-1 0,1 1 0,0 0 0,-1 1 0,1-1 0,0 0 0,0 1 0,0 0 0,0-1 0,0 1 0,1 1 0,3-2 0,-4 2 0,0 0 0,0 0 0,0 1 0,0-1 0,-1 1 0,1 0 0,0 0 0,0 0 0,-1 0 0,1 0 0,0 0 0,-1 1 0,1-1 0,-1 1 0,0 0 0,0 0 0,1 0 0,-1 0 0,2 2 0,2 4 0,0 0 0,0 0 0,-1 1 0,0 0 0,0 0 0,-1 0 0,0 0 0,-1 0 0,0 1 0,0 0 0,-1 0 0,-1 0 0,1 0 0,-2 0 0,1 0 0,-1 0 0,-1 0 0,0 0 0,0 0 0,-6 19 0,5-20 0,0 0 0,-1 0 0,0-1 0,-1 1 0,0-1 0,0 1 0,-1-1 0,0-1 0,0 1 0,-1-1 0,0 0 0,0 0 0,-1 0 0,0-1 0,0 0 0,-1-1 0,1 1 0,-1-1 0,0-1 0,0 0 0,-1 0 0,-16 5 0,0-6-1365,5-4-5461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4.8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85 41 24575,'5'-5'0,"1"0"0,-1 1 0,1 0 0,0 0 0,1 0 0,-1 1 0,1 0 0,-1 0 0,9-2 0,-14 5 0,-1 0 0,1 0 0,0 0 0,0 0 0,-1 0 0,1 0 0,0 1 0,-1-1 0,1 0 0,0 0 0,0 1 0,-1-1 0,1 0 0,-1 1 0,1-1 0,0 0 0,-1 1 0,1-1 0,-1 1 0,1-1 0,-1 1 0,1-1 0,-1 1 0,1 0 0,-1-1 0,0 1 0,1 0 0,-1-1 0,0 1 0,1 0 0,-1-1 0,0 1 0,0 0 0,0-1 0,0 1 0,0 0 0,0 1 0,-1 30 0,-15 62 0,-33 99 0,24-96 0,-38 154-1365,46-186-5461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5.1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244 239 24575,'3'-5'0,"0"1"0,0-1 0,1 1 0,-1 0 0,5-4 0,10-13 0,-12 13 0,-1 0 0,-1 0 0,1 0 0,-1-1 0,0 0 0,-1 0 0,0 0 0,-1 0 0,3-16 0,-5 22 0,0-1 0,0 1 0,0 0 0,0 0 0,0 0 0,-1-1 0,1 1 0,-1 0 0,0 0 0,0 0 0,0 0 0,0 0 0,-1 0 0,1 1 0,-1-1 0,0 0 0,0 1 0,1-1 0,-2 1 0,1-1 0,0 1 0,0 0 0,-1 0 0,0 0 0,1 0 0,-1 1 0,0-1 0,0 1 0,1-1 0,-1 1 0,0 0 0,-5-1 0,2 1 0,1 0 0,0 1 0,-1-1 0,1 1 0,-1 0 0,1 0 0,-1 1 0,1 0 0,0 0 0,-1 0 0,1 0 0,0 1 0,0 0 0,0 0 0,0 0 0,0 1 0,0 0 0,1 0 0,-6 4 0,-3 4 0,0-1 0,1 2 0,1 0 0,0 0 0,-11 17 0,12-14 0,0 1 0,1 0 0,0 1 0,2 0 0,0 0 0,1 1 0,1 0 0,0 0 0,-4 36 0,8-44 0,1 0 0,0 0 0,1-1 0,0 1 0,0-1 0,1 1 0,1-1 0,-1 1 0,5 9 0,-4-12 0,1-1 0,-1 1 0,1-1 0,1 0 0,-1-1 0,1 1 0,0-1 0,0 0 0,0 0 0,1 0 0,-1-1 0,1 0 0,9 5 0,-3-4 34,0 0 1,0 0-1,0-1 0,0-1 0,1 0 0,-1-1 0,1 0 0,0-1 0,19 0 1,-4-3-462,0 0 0,-1-2 1,34-8-1,-1-5-6399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6.1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313 347 24575,'6'-12'0,"-2"6"0,-1 0 0,0 0 0,0-1 0,3-11 0,-6 16 0,0 0 0,1 0 0,-1 0 0,0 0 0,0 0 0,0 0 0,0 0 0,-1 0 0,1 0 0,-1 1 0,1-1 0,-1 0 0,1 0 0,-1 0 0,0 0 0,0 0 0,0 1 0,0-1 0,0 0 0,0 1 0,-2-2 0,1 1 0,1 0 0,0-1 0,-1 1 0,1 0 0,0 0 0,0 0 0,1-1 0,-1 1 0,0 0 0,1-1 0,0 1 0,-1-1 0,1 1 0,0-1 0,1-3 0,6-45 0,-2 21 0,-4 21 0,-1 1 0,0 0 0,0-1 0,-1 1 0,0 0 0,0 0 0,-1 0 0,-4-12 0,5 18 0,0-1 0,0 1 0,0-1 0,-1 1 0,1 0 0,-1-1 0,1 1 0,-1 0 0,0 0 0,0 0 0,0 1 0,0-1 0,0 0 0,0 1 0,0-1 0,0 1 0,-1 0 0,1-1 0,-1 1 0,1 0 0,-1 1 0,1-1 0,-1 0 0,1 1 0,-1 0 0,0-1 0,1 1 0,-1 0 0,0 0 0,-3 1 0,-1 0 0,0 1 0,0 0 0,0 0 0,0 1 0,0 0 0,0 0 0,1 1 0,-1 0 0,1 0 0,0 0 0,-10 10 0,2 0 0,1 0 0,0 1 0,-15 20 0,14-13 0,1 0 0,0 1 0,-16 42 0,24-53 0,1 1 0,1-1 0,0 0 0,0 1 0,1-1 0,1 1 0,0 0 0,1 0 0,2 21 0,-1-30 0,0 0 0,0 0 0,0 1 0,1-1 0,-1 0 0,1 0 0,0 0 0,0 0 0,0-1 0,1 1 0,-1-1 0,1 1 0,0-1 0,0 0 0,0 0 0,0 0 0,1 0 0,-1 0 0,1-1 0,-1 0 0,1 0 0,0 0 0,0 0 0,0 0 0,0-1 0,1 0 0,-1 1 0,0-2 0,0 1 0,1 0 0,4-1 0,3 0 0,1 0 0,-1-1 0,1 0 0,-1-1 0,0 0 0,1-1 0,-1-1 0,0 0 0,19-9 0,-14 4 0,0 0 0,-1-1 0,0-1 0,-1 0 0,0-1 0,24-26 0,-30 27 0,0-1 0,-1 0 0,0 0 0,0 0 0,-1-1 0,-1 0 0,0 0 0,-1-1 0,5-21 0,25 89 0,-34-52 0,1 0 0,-1 0 0,1-1 0,0 1 0,0 0 0,0-1 0,0 0 0,0 1 0,0-1 0,0 0 0,0 0 0,0 0 0,1 0 0,-1 0 0,0-1 0,1 1 0,-1-1 0,0 0 0,1 1 0,-1-1 0,1 0 0,-1 0 0,0-1 0,1 1 0,-1 0 0,0-1 0,1 1 0,-1-1 0,0 0 0,1 0 0,-1 0 0,0 0 0,0 0 0,0-1 0,0 1 0,0 0 0,0-1 0,0 0 0,-1 1 0,3-3 0,6-8 0,0 0 0,-1 0 0,-1 0 0,14-27 0,-20 35 0,17-26 0,-19 29 0,0 1 0,1-1 0,-1 1 0,0-1 0,0 1 0,1 0 0,-1-1 0,0 1 0,0 0 0,1-1 0,-1 1 0,0 0 0,1-1 0,-1 1 0,1 0 0,-1-1 0,0 1 0,1 0 0,-1 0 0,1 0 0,-1-1 0,1 1 0,-1 0 0,1 0 0,-1 0 0,1 0 0,-1 0 0,1 0 0,-1 0 0,0 0 0,1 0 0,-1 0 0,1 0 0,-1 0 0,1 0 0,-1 0 0,1 1 0,-1-1 0,1 0 0,-1 0 0,0 0 0,1 1 0,-1-1 0,1 0 0,-1 1 0,0-1 0,1 0 0,-1 1 0,0-1 0,1 0 0,-1 1 0,0-1 0,0 1 0,1-1 0,-1 0 0,0 1 0,0-1 0,0 2 0,5 15 0,-1 0 0,0 1 0,-2 0 0,0-1 0,-1 1 0,-2 26 0,2 5 0,20 246 0,-12-221 0,38 140 0,-32-177 0,-15-37 0,0-1 0,0 1 0,0 0 0,0 0 0,0 0 0,0 0 0,0 0 0,0 0 0,0 0 0,0 0 0,0 0 0,0 0 0,0 0 0,1 0 0,-1 0 0,0 0 0,0-1 0,0 1 0,0 0 0,0 0 0,0 0 0,0 0 0,0 0 0,0 0 0,0 0 0,1 0 0,-1 0 0,0 0 0,0 0 0,0 0 0,0 0 0,0 0 0,0 0 0,0 0 0,0 0 0,0 0 0,0 0 0,1 0 0,-1 1 0,0-1 0,0 0 0,0 0 0,0 0 0,0 0 0,0 0 0,0 0 0,0 0 0,0 0 0,0 0 0,0 0 0,0 0 0,0 0 0,1 0 0,-1 0 0,0 1 0,0-1 0,0 0 0,0 0 0,0 0 0,0 0 0,0 0 0,0 0 0,-2-22 0,-5-20 0,-37-277 0,40 264 0,2-1 0,3 0 0,13-97 0,-10 135 0,0 0 0,0-1 0,2 2 0,0-1 0,1 1 0,1 0 0,18-29 0,-23 41 0,1 0 0,0 0 0,0 0 0,1 1 0,-1 0 0,1 0 0,0 0 0,0 0 0,1 1 0,-1 0 0,9-4 0,-9 6 0,0-1 0,0 1 0,1 0 0,-1 0 0,0 1 0,0 0 0,0 0 0,1 0 0,-1 0 0,0 1 0,0 0 0,1 0 0,-1 0 0,0 1 0,7 3 0,-4-2 0,0 1 0,0 1 0,-1-1 0,0 1 0,0 1 0,0-1 0,0 1 0,-1 0 0,0 0 0,0 1 0,-1 0 0,0 0 0,0 1 0,0-1 0,-1 1 0,0 0 0,-1 0 0,0 0 0,0 0 0,-1 1 0,0-1 0,0 1 0,-1 0 0,1 13 0,-2-8 0,0-1 0,0 0 0,-2 0 0,1 0 0,-2 0 0,0-1 0,0 1 0,-1 0 0,-1-1 0,0 0 0,0 0 0,-1-1 0,-1 1 0,0-1 0,-1-1 0,-8 11 0,7-12-91,-1 0 0,1-1 0,-1 0 0,-1-1 0,0 0 0,0-1 0,0 0 0,-1 0 0,0-1 0,0-1 0,0 0 0,0-1 0,-1 0 0,-24 2 0,-10-3-6735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6.8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8596 1036 24575,'0'-4'0,"-1"-1"0,1 0 0,-1 0 0,-1 0 0,1 0 0,-1 1 0,0-1 0,0 1 0,0-1 0,-1 1 0,1 0 0,-1 0 0,-4-5 0,-7-6 0,-27-26 0,40 41 0,-46-39-129,-1 2 0,-62-36-1,-119-52-590,32 31-530,-325-106-1,-235 2-1716,449 142 1617,-570-29 0,518 80 575,-474 55 1,391 10 516,4 20 1,3 19-1,-570 208 0,361-51-384,480-179 475,-274 177 1,362-202 307,2 4-1,3 3 1,-112 118 0,152-140 24,2 1-1,2 1 1,-35 65 0,48-74 127,1 0 0,2 1 0,1 0 0,1 1 0,-10 62 0,17-68-244,1 1 0,1-1 0,1 0-1,2 0 1,0 0 0,2 0-1,1 0 1,12 37 0,-6-33-59,1 0 1,1-1 0,2 0 0,1-1 0,1-1 0,27 32-1,-12-21 61,2-2-1,1-1 1,62 46-1,-39-39 569,116 62-1,-49-44-496,3-5 0,2-6-1,225 53 1,424 39-1609,318-9-241,9-35 557,546 16-663,3-100 904,-707-91 617,-723 44 500,-2-11 1,250-83 0,-350 85 365,215-106 0,-281 119-388,-2-3-1,-2-2 1,-1-2 0,-2-3 0,77-79-1,-104 94-30,-2 0 0,-2-1 1,0-2-1,-1 0 0,-2-1 0,-1 0 0,-2-1 0,16-49 0,-21 52-74,-2-1 0,-1 0-1,-1 0 1,-2-1 0,-1 1-1,-1 0 1,-1-1 0,-1 1-1,-2 0 1,-9-34 0,2 20-9,-3 1 0,-1 0-1,-2 1 1,-35-58 0,19 45 134,-2 1-1,-69-76 0,26 48 17,-3 4 0,-3 3 0,-114-75 0,16 29-243,-6 9 1,-214-93-1,-429-117-84,407 190-619,-531-91-1,589 163 463,-674-20 0,812 78 3372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7.9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0 155 24575,'2'-1'0,"-1"-1"0,1 1 0,-1 0 0,1-1 0,-1 1 0,0-1 0,1 1 0,-1-1 0,0 0 0,0 0 0,0 1 0,-1-1 0,1 0 0,0 0 0,-1 0 0,1-3 0,1 1 0,7-25 0,-7 22 0,0 0 0,0 0 0,1 0 0,-1 0 0,2 0 0,-1 1 0,1-1 0,0 1 0,0 0 0,9-10 0,-12 15 0,0 1 0,0-1 0,0 1 0,0-1 0,0 1 0,0-1 0,0 1 0,0-1 0,0 1 0,0 0 0,0 0 0,1-1 0,-1 1 0,0 0 0,0 0 0,0 0 0,0 0 0,0 1 0,1-1 0,-1 0 0,0 0 0,0 1 0,0-1 0,0 1 0,0-1 0,0 1 0,0-1 0,0 1 0,0-1 0,0 1 0,0 0 0,0 0 0,0-1 0,0 3 0,5 2 0,-1 1 0,-1 1 0,1-1 0,3 8 0,-4-7 0,38 68 0,47 123 0,-48-103 0,-21-48 0,-1-1 0,2-1 0,38 60 0,-55-99 0,0 0 0,1 0 0,-1 0 0,1-1 0,1 0 0,-1 0 0,9 5 0,-12-8 0,0-1 0,0 0 0,0 0 0,0 0 0,1 0 0,-1 0 0,0-1 0,1 1 0,-1-1 0,1 1 0,-1-1 0,1 0 0,-1 0 0,1 0 0,-1 0 0,0-1 0,1 1 0,-1-1 0,1 1 0,-1-1 0,0 0 0,0 0 0,1 0 0,3-2 0,1-2 0,0-1 0,0 0 0,-1 1 0,0-2 0,0 1 0,0-1 0,-1 0 0,0 0 0,6-13 0,5-10 0,12-36 0,-24 55 0,21-58 0,29-126 0,-6-77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09.9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190 354 24575,'4'-6'0,"1"-1"0,-1 0 0,0 0 0,-1 0 0,0 0 0,0-1 0,-1 1 0,0-1 0,2-11 0,1 0 0,10-33 0,-3-1 0,6-57 0,-18 108 0,0 0 0,1 0 0,-1 0 0,0 0 0,0 1 0,0-1 0,0 0 0,-1 0 0,1 0 0,0 0 0,-1 1 0,1-1 0,-1 0 0,0 0 0,0 1 0,1-1 0,-3-2 0,3 4 0,-1 0 0,1 0 0,-1-1 0,1 1 0,-1 0 0,1 0 0,0 0 0,-1-1 0,1 1 0,-1 0 0,0 0 0,1 0 0,-1 0 0,1 0 0,-1 0 0,1 0 0,-1 0 0,1 0 0,-1 0 0,1 0 0,-1 1 0,0-1 0,-17 12 0,-12 20 0,1 1 0,2 1 0,-39 63 0,53-77 0,2-1 0,0 1 0,2 1 0,0 0 0,1 1 0,1-1 0,-7 43 0,13-56 0,0 1 0,1-1 0,0 1 0,0-1 0,1 1 0,0-1 0,1 0 0,0 1 0,0-1 0,5 11 0,-4-12 0,1-1 0,0 0 0,0 0 0,0 0 0,0 0 0,1-1 0,0 0 0,1 0 0,-1 0 0,1-1 0,0 0 0,0 0 0,12 6 0,-5-4 0,1-1 0,0 0 0,-1-2 0,1 1 0,1-2 0,-1 0 0,0 0 0,1-2 0,-1 0 0,0 0 0,1-1 0,-1-1 0,0 0 0,19-6 0,-9 1 0,-1-1 0,0-1 0,-1 0 0,0-2 0,0-1 0,-1 0 0,32-27 0,-37 26 0,-1-1 0,-1 0 0,0-2 0,-1 1 0,11-19 0,-17 23 0,0 0 0,-1-1 0,-1 0 0,0 0 0,0 0 0,-1 0 0,-1-1 0,4-24 0,-7 33 0,0 1 0,0-1 0,0 1 0,0-1 0,0 1 0,-1 0 0,0-1 0,0 1 0,-1-4 0,2 6 0,-1 1 0,1-1 0,0 0 0,-1 1 0,1-1 0,-1 0 0,1 1 0,-1-1 0,1 1 0,-1-1 0,1 1 0,-1-1 0,0 1 0,1 0 0,-1-1 0,0 1 0,1-1 0,-1 1 0,0 0 0,1 0 0,-1 0 0,0-1 0,0 1 0,1 0 0,-1 0 0,0 0 0,0 0 0,0 0 0,1 0 0,-1 0 0,0 1 0,0-1 0,1 0 0,-1 0 0,0 0 0,1 1 0,-1-1 0,0 0 0,1 1 0,-1-1 0,0 1 0,1-1 0,-1 1 0,0 0 0,-5 4 0,0 0 0,1 0 0,-1 1 0,1-1 0,1 1 0,-1 0 0,1 1 0,0-1 0,0 1 0,1-1 0,-3 10 0,-1 3 0,0-1 0,2 2 0,-3 21 0,6-27 0,1 0 0,0 0 0,1 0 0,0 1 0,2-1 0,0 0 0,0-1 0,5 17 0,-5-24 0,0 0 0,0-1 0,1 1 0,0-1 0,0 0 0,0 0 0,1 0 0,-1 0 0,8 7 0,-8-10 0,0 1 0,0-1 0,0 0 0,1 0 0,-1 0 0,1 0 0,-1-1 0,1 1 0,0-1 0,-1 0 0,1 0 0,0 0 0,0-1 0,0 1 0,0-1 0,4 0 0,-2-1 0,1 0 0,-1 0 0,1-1 0,-1 0 0,0 0 0,1 0 0,-1-1 0,-1 0 0,1 0 0,0-1 0,-1 0 0,1 1 0,-1-2 0,0 1 0,-1-1 0,8-8 0,-3 2 0,-1 0 0,0 0 0,0-1 0,-1 0 0,-1 0 0,10-26 0,-13 27 0,0 0 0,-1 0 0,0-1 0,0 1 0,-1-1 0,-1 1 0,0-1 0,-1 1 0,-3-23 0,3 30 0,0 1 0,0-1 0,0 1 0,0 0 0,0-1 0,-1 1 0,0 0 0,1 0 0,-1 0 0,0 0 0,-1 0 0,1 0 0,0 1 0,-1-1 0,0 1 0,1-1 0,-1 1 0,0 0 0,0 0 0,0 0 0,0 1 0,-1-1 0,1 1 0,0 0 0,-1 0 0,1 0 0,-1 0 0,1 0 0,-1 1 0,1-1 0,-1 1 0,0 0 0,1 0 0,-1 1 0,-4 0 0,-17 8 0,19-6 0,17-8 0,8-3 0,14-7 0,1 1 0,40-10 0,-65 21 0,1 1 0,0 0 0,-1 1 0,1 0 0,0 0 0,0 1 0,-1 1 0,1-1 0,0 2 0,0-1 0,-1 1 0,1 1 0,9 3 0,-13-2 0,0-1 0,-1 1 0,1 0 0,-1 0 0,0 1 0,0 0 0,-1 0 0,1 0 0,-1 0 0,0 1 0,-1-1 0,1 1 0,-1 0 0,0 0 0,-1 0 0,0 1 0,2 6 0,2 8 0,-1 0 0,0 1 0,1 42 0,-6-49 0,1 2 0,1-18 0,2-11 0,5-20 0,2 0 0,1 1 0,2 0 0,1 1 0,1 0 0,30-41 0,-42 66 0,1 0 0,-1 0 0,1 0 0,0 1 0,0-1 0,0 1 0,0 0 0,1 1 0,8-5 0,-12 7 0,-1 1 0,2-1 0,-1 0 0,0 1 0,0-1 0,0 1 0,0 0 0,0 0 0,0 0 0,0 0 0,0 0 0,1 0 0,-1 1 0,0-1 0,0 1 0,0-1 0,0 1 0,0 0 0,0 0 0,0 0 0,0 0 0,-1 0 0,1 0 0,0 0 0,0 1 0,-1-1 0,1 0 0,-1 1 0,0 0 0,1-1 0,-1 1 0,2 2 0,5 11 0,0 0 0,-1 0 0,-1 0 0,0 1 0,-1 0 0,0 0 0,-2 1 0,3 19 0,-2-10 0,2 0 0,10 30 0,-16-55 0,1 0 0,-1 1 0,1-1 0,0 1 0,-1-1 0,1 0 0,0 0 0,0 1 0,-1-1 0,1 0 0,0 0 0,0 0 0,1 0 0,-1 0 0,0 0 0,2 1 0,-2-2 0,0 0 0,-1 1 0,1-1 0,0 0 0,0 0 0,-1 0 0,1 0 0,0 0 0,0 0 0,-1-1 0,1 1 0,0 0 0,0 0 0,-1 0 0,1-1 0,0 1 0,-1 0 0,1-1 0,0 1 0,-1-1 0,1 1 0,0-2 0,5-3 0,-2-1 0,1 1 0,-1-1 0,0 0 0,4-8 0,-3 6 0,21-38 0,-7 11 0,33-44 0,-46 71 0,0 0 0,1 0 0,0 1 0,0 0 0,0 0 0,1 1 0,1 0 0,-1 0 0,1 1 0,14-7 0,-21 12 0,-1-1 0,1 0 0,0 1 0,0-1 0,0 1 0,0 0 0,0 0 0,0-1 0,0 1 0,0 1 0,0-1 0,0 0 0,0 0 0,0 1 0,0-1 0,-1 1 0,1-1 0,0 1 0,2 1 0,-1 0 0,-1 0 0,1 0 0,0 0 0,-1 0 0,0 1 0,0-1 0,1 1 0,-1 0 0,-1-1 0,4 6 0,1 6 0,0 0 0,-1 0 0,7 30 0,-10-34 0,5 22 0,-1-6 0,11 33 0,-16-53 0,2 0 0,-1-1 0,1 1 0,0-1 0,0 1 0,1-1 0,-1 0 0,1 0 0,0 0 0,0-1 0,6 5 0,-8-8 0,0 1 0,-1-1 0,1 0 0,0 0 0,0 0 0,0 0 0,1-1 0,-1 1 0,0 0 0,0-1 0,0 0 0,0 1 0,1-1 0,-1 0 0,0 0 0,0 0 0,4-1 0,-2 0 0,-1 0 0,1 0 0,0-1 0,-1 1 0,1-1 0,-1 0 0,0 0 0,1 0 0,3-4 0,1-1 0,-1-1 0,0 1 0,0-1 0,0-1 0,-1 1 0,8-16 0,-5 5 0,0-1 0,-1 0 0,-1-1 0,-1 1 0,-1-1 0,-1-1 0,-1 1 0,-1 0 0,0-29 0,0 80 0,2-1 0,9 39 0,-9-51 0,0-1 0,2 1 0,0-1 0,1 0 0,17 30 0,-22-43 0,0 0 0,0 0 0,1-1 0,-1 1 0,1 0 0,-1-1 0,1 1 0,0-1 0,0 0 0,0 0 0,0 0 0,0-1 0,1 1 0,-1-1 0,1 0 0,-1 1 0,6 0 0,-6-2 0,0 0 0,0 0 0,0 0 0,1-1 0,-1 1 0,0-1 0,0 0 0,0 1 0,0-1 0,0-1 0,0 1 0,0 0 0,0-1 0,-1 1 0,1-1 0,0 0 0,-1 0 0,0 0 0,1 0 0,1-3 0,4-4-124,-1-1 0,0 0 0,0 0 0,-1-1 0,-1 1 0,0-1-1,0 0 1,-1-1 0,0 1 0,2-13 0,-1-1-6702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0.1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 27 24575,'-3'-3'0,"-4"-1"0,-4-3 0,-3 0 0,1 1-8191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1.1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1 164 24575,'8'-19'0,"11"-40"0,-14 42 0,0 1 0,1-1 0,10-19 0,-16 36 0,0 1 0,0-1 0,0 0 0,0 0 0,0 0 0,1 0 0,-1 1 0,0-1 0,0 0 0,0 0 0,0 0 0,0 0 0,0 1 0,1-1 0,-1 0 0,0 0 0,0 0 0,0 0 0,0 0 0,1 0 0,-1 0 0,0 1 0,0-1 0,0 0 0,1 0 0,-1 0 0,0 0 0,0 0 0,0 0 0,1 0 0,-1 0 0,0 0 0,0 0 0,0 0 0,1 0 0,-1 0 0,0 0 0,0 0 0,0-1 0,1 1 0,-1 0 0,0 0 0,0 0 0,0 0 0,0 0 0,1 0 0,-1 0 0,0-1 0,0 1 0,0 0 0,0 0 0,0 0 0,1 0 0,-1 0 0,0-1 0,0 1 0,1 21 0,-15 183 0,2-59 0,4 199-682,38 357-1,-27-667-6143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11.4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 24575,'0'0'0,"0"0"0,0 0 0,0-1 0,0 1 0,0 0 0,0 0 0,0-1 0,0 1 0,0 0 0,0-1 0,0 1 0,0 0 0,0 0 0,0-1 0,0 1 0,0 0 0,0 0 0,1 0 0,-1-1 0,0 1 0,0 0 0,0 0 0,0 0 0,0-1 0,1 1 0,-1 0 0,0 0 0,0 0 0,1 0 0,-1-1 0,0 1 0,0 0 0,0 0 0,1 0 0,-1 0 0,0 0 0,1 0 0,11 4 0,10 15 0,-20-17 0,22 21 0,2-2 0,45 31 0,-62-46 0,0-1 0,0 0 0,0 0 0,0-1 0,1 0 0,0-1 0,0 0 0,0-1 0,0 0 0,1 0 0,-1-1 0,19-1 0,-25 0 0,1-1 0,-1 0 0,0 0 0,-1 0 0,1 0 0,0-1 0,0 1 0,0-1 0,-1 0 0,1 0 0,-1-1 0,0 1 0,1-1 0,2-3 0,2-3 0,-1 0 0,0 0 0,9-17 0,-10 15 0,1 1 0,15-19 0,-16 25 0,-7 9 0,-8 12 0,-8 9-1365,-5 3-5461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6.1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80 55 24575,'0'-49'0,"0"43"0,0 33 0,-4 51 0,-3 0 0,-19 80 0,-7 60 0,29-186 0,-1 22 0,5-53 0,0-1 0,0 0 0,0 0 0,-1 1 0,1-1 0,0 0 0,0 1 0,0-1 0,0 0 0,0 0 0,0 1 0,0-1 0,0 0 0,0 1 0,0-1 0,0 0 0,1 0 0,-1 1 0,0-1 0,0 0 0,0 1 0,0-1 0,0 0 0,0 0 0,1 1 0,-1-1 0,0 0 0,0 0 0,0 0 0,1 1 0,-1-1 0,0 0 0,0 0 0,1 0 0,-1 0 0,0 1 0,0-1 0,1 0 0,-1 0 0,0 0 0,0 0 0,1 0 0,-1 0 0,1 0 0,11-11 0,10-24 0,26-72 0,10-19 0,-46 101 0,2 1 0,31-41 0,-44 63 0,0 1 0,0 0 0,1-1 0,-1 1 0,0 0 0,0-1 0,1 1 0,-1 0 0,1 0 0,-1 0 0,1 0 0,-1 1 0,1-1 0,-1 0 0,1 1 0,0-1 0,3 0 0,-4 1 0,0 1 0,0-1 0,0 0 0,0 1 0,0-1 0,0 1 0,0-1 0,0 1 0,0 0 0,0-1 0,-1 1 0,1 0 0,0 0 0,0 0 0,-1-1 0,1 1 0,0 0 0,-1 0 0,1 0 0,-1 0 0,1 0 0,-1 0 0,1 0 0,-1 0 0,0 0 0,0 0 0,1 0 0,-1 2 0,4 19 0,-1 0 0,-1 0 0,-1 0 0,-1 1 0,-4 27 0,2-29 0,1 0 0,0 0 0,2 0 0,0 0 0,2 0 0,5 23 0,2-20-1365,0-7-5461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6.6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143 465 24575,'2'0'0,"0"0"0,0-1 0,0 1 0,0-1 0,0 0 0,0 0 0,0 0 0,0 0 0,0 0 0,-1 0 0,1 0 0,0-1 0,0 1 0,1-2 0,22-26 0,-20 23 0,3-4 0,-1 1 0,0-2 0,8-14 0,-14 23 0,0 1 0,0-1 0,0 0 0,0-1 0,0 1 0,0 0 0,-1 0 0,1 0 0,-1 0 0,1-1 0,-1 1 0,0 0 0,0 0 0,0-1 0,0 1 0,0 0 0,-1 0 0,1-1 0,-1 1 0,1 0 0,-1 0 0,0 0 0,0 0 0,0 0 0,0 0 0,-2-2 0,2 2 0,-1 1 0,1 0 0,-1 0 0,0 0 0,0 1 0,1-1 0,-1 0 0,0 1 0,0-1 0,0 1 0,0-1 0,0 1 0,0 0 0,0 0 0,0 0 0,0 0 0,0 0 0,0 1 0,0-1 0,1 0 0,-1 1 0,-3 1 0,-3 0 0,0 1 0,1 1 0,-15 7 0,10-3 0,1 1 0,0 0 0,1 0 0,-1 1 0,2 0 0,0 1 0,0 0 0,1 1 0,-9 16 0,10-17 0,1 0 0,1 1 0,0 0 0,1 0 0,0 1 0,1-1 0,0 1 0,1 0 0,1 0 0,-1 17 0,2-26 0,1-1 0,-1 0 0,0 0 0,1 0 0,0 0 0,-1 0 0,1 0 0,0 0 0,1 0 0,-1 0 0,0-1 0,1 1 0,0 0 0,-1-1 0,1 1 0,0-1 0,1 0 0,-1 1 0,0-1 0,0 0 0,1 0 0,0-1 0,-1 1 0,1 0 0,4 1 0,-4-2 0,1 0 0,-1 0 0,1 0 0,-1-1 0,1 0 0,-1 0 0,1 0 0,-1 0 0,1 0 0,-1 0 0,1-1 0,-1 0 0,1 0 0,-1 0 0,0 0 0,1 0 0,-1-1 0,0 1 0,0-1 0,0 0 0,0 0 0,4-4 0,4-4 0,1-2 0,-2 0 0,1 0 0,-2-1 0,0 0 0,0 0 0,-1-1 0,-1 0 0,-1-1 0,0 0 0,5-16 0,3-22 0,12-102 0,-20 115 0,14-172 0,-22 296 0,0 137 0,4-167 0,3-1 0,11 58 0,-7-78-1365,-1-7-5461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7.0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 51 24575,'1'-3'0,"-1"-1"0,1 1 0,-1 0 0,1-1 0,0 1 0,0 0 0,0 0 0,1 0 0,-1 0 0,1 0 0,0 0 0,0 0 0,0 0 0,2-2 0,-4 5 0,1 0 0,-1-1 0,0 1 0,0 0 0,1 0 0,-1 0 0,0 0 0,0 0 0,1 0 0,-1 0 0,0 0 0,1 0 0,-1 0 0,0 0 0,0 0 0,1 0 0,-1 0 0,0 0 0,1 0 0,-1 0 0,0 0 0,0 0 0,1 0 0,-1 0 0,0 0 0,0 0 0,1 1 0,-1-1 0,0 0 0,0 0 0,0 0 0,1 0 0,-1 1 0,0-1 0,0 0 0,0 0 0,1 1 0,-1-1 0,0 0 0,0 0 0,0 1 0,0-1 0,0 0 0,0 0 0,0 1 0,0-1 0,1 0 0,-1 0 0,0 1 0,0-1 0,0 0 0,0 1 0,2 17 0,-3 17 0,-2 0 0,-1-1 0,-12 50 0,4-27 0,-34 158 0,38-182 0,18-52 0,1 1 0,0 0 0,18-20 0,-26 33 0,13-17 0,2 0 0,21-21 0,-33 37 0,1 0 0,0 0 0,0 1 0,1 0 0,-1 0 0,1 1 0,0 0 0,0 0 0,0 1 0,14-4 0,-20 6 0,-1 1 0,1-1 0,-1 1 0,1 0 0,0-1 0,-1 1 0,1 0 0,-1 0 0,1 0 0,-1 0 0,1 1 0,-1-1 0,1 0 0,-1 0 0,1 1 0,-1-1 0,1 1 0,-1 0 0,1-1 0,-1 1 0,0 0 0,1 0 0,-1 0 0,0 0 0,0 0 0,0 0 0,0 0 0,0 0 0,0 0 0,0 1 0,0-1 0,0 0 0,0 1 0,-1-1 0,1 1 0,0-1 0,0 3 0,-1 0 0,1 0 0,-1-1 0,0 1 0,0 0 0,0 0 0,0 0 0,-1-1 0,1 1 0,-1 0 0,0-1 0,0 1 0,-1-1 0,1 1 0,-4 5 0,0-1 23,0-2 0,-1 1 0,0-1-1,0 0 1,0 0 0,-1 0 0,0-1-1,0 0 1,0-1 0,-1 1 0,1-1-1,-1-1 1,0 1 0,-9 1 0,8-2-145,0-1 0,0 0 0,0 0 0,0-1 0,0 0 0,0 0 0,0-1 0,0-1 0,0 0 1,-1 0-1,1 0 0,0-1 0,-9-4 0,-1-2-6704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7.3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87 24575,'7'-12'0,"0"-1"0,1 1 0,1 0 0,17-19 0,-26 31 0,0-1 0,1 1 0,-1-1 0,1 1 0,-1-1 0,1 1 0,0-1 0,-1 1 0,1 0 0,-1-1 0,1 1 0,0 0 0,-1-1 0,1 1 0,0 0 0,-1 0 0,1 0 0,0 0 0,-1-1 0,1 1 0,0 0 0,0 0 0,-1 0 0,1 1 0,1-1 0,-1 1 0,0-1 0,0 1 0,0 0 0,-1-1 0,1 1 0,0 0 0,0 0 0,-1 0 0,1-1 0,0 1 0,-1 0 0,1 0 0,-1 0 0,0 0 0,1 2 0,2 5 0,-1 1 0,0 0 0,1 12 0,-2-15 0,8 101 0,-9 182 0,-12-138-477,10-128-411,0 1-5938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7.8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12 293 24575,'-1'-1'0,"0"0"0,0 1 0,0-1 0,0 0 0,1 1 0,-1-1 0,0 0 0,1 0 0,-1 0 0,1 1 0,-1-1 0,1 0 0,-1 0 0,1 0 0,-1 0 0,1 0 0,0 0 0,0 0 0,-1 0 0,1 0 0,0 0 0,0 0 0,0 0 0,0 0 0,0-1 0,0 1 0,1 0 0,-1 0 0,0 0 0,0 0 0,1 0 0,-1 0 0,1 0 0,-1 1 0,1-1 0,-1 0 0,1 0 0,1-1 0,0 0 0,0 0 0,1 0 0,-1 1 0,1-1 0,-1 1 0,1 0 0,0 0 0,0 0 0,-1 0 0,1 0 0,0 1 0,0-1 0,3 1 0,64-4 0,-31 3 0,75-13 0,-103 12 0,1-1 0,-1 0 0,1-1 0,-1-1 0,0 1 0,-1-2 0,1 0 0,-1 0 0,0-1 0,15-13 0,-22 17 0,-1 0 0,1 0 0,-1 0 0,1 0 0,-1-1 0,0 1 0,0-1 0,-1 1 0,1-1 0,-1 0 0,0 0 0,0 0 0,0 0 0,0 0 0,-1 0 0,1 0 0,-1 0 0,0 0 0,0 0 0,-1 0 0,1 0 0,-1 0 0,0 0 0,0 0 0,0 1 0,-1-1 0,1 0 0,-1 1 0,0-1 0,0 0 0,0 1 0,0 0 0,-1 0 0,1 0 0,-1 0 0,0 0 0,0 0 0,0 0 0,0 1 0,-1 0 0,-5-4 0,6 5 0,1 0 0,-1 0 0,1 1 0,-1-1 0,1 1 0,-1-1 0,0 1 0,1 0 0,-1 0 0,0 0 0,1 0 0,-1 1 0,0-1 0,1 1 0,-5 1 0,2 0 0,1 0 0,-1 0 0,1 1 0,0-1 0,0 1 0,0 0 0,0 1 0,-3 3 0,-1 2 0,0 0 0,0 1 0,1 1 0,1-1 0,-1 1 0,-3 11 0,1 0 0,1-1 0,1 1 0,-7 42 0,13-56 0,0 1 0,0 0 0,0 0 0,1 0 0,1 0 0,-1 0 0,1 0 0,1-1 0,0 1 0,0 0 0,1-1 0,6 16 0,-8-22 0,0-1 0,0 1 0,0-1 0,0 1 0,0-1 0,0 1 0,0-1 0,1 0 0,-1 0 0,0 0 0,1 0 0,-1 0 0,1 0 0,-1 0 0,1 0 0,0 0 0,-1-1 0,1 1 0,0-1 0,-1 1 0,1-1 0,3 1 0,-2-1 0,0-1 0,0 1 0,0-1 0,0 0 0,0 1 0,0-1 0,0-1 0,0 1 0,0 0 0,-1-1 0,6-3 0,2-2 0,0-1 0,-1-1 0,0 1 0,-1-2 0,10-12 0,1-7 0,23-46 0,-22 37 0,-20 38 0,0 0 0,0 0 0,0-1 0,0 1 0,0 0 0,0 0 0,0 0 0,0-1 0,0 1 0,0 0 0,0 0 0,0-1 0,0 1 0,0 0 0,0 0 0,0 0 0,0 0 0,1-1 0,-1 1 0,0 0 0,0 0 0,0 0 0,0 0 0,0 0 0,1-1 0,-1 1 0,0 0 0,0 0 0,0 0 0,0 0 0,1 0 0,-1 0 0,0 0 0,0 0 0,0 0 0,1 0 0,-1-1 0,0 1 0,0 0 0,0 0 0,1 0 0,-1 0 0,0 1 0,0-1 0,1 0 0,-1 0 0,0 0 0,0 0 0,0 0 0,0 0 0,1 0 0,-1 0 0,0 0 0,1 1 0,2 15 0,-2 28 0,-1-42 0,-2 28 0,-1 25 0,3-51 0,1 1 0,-1-1 0,1 0 0,0 0 0,0 1 0,0-1 0,0 0 0,1 0 0,2 5 0,-3-8-59,-1 0 0,1 0-1,0 0 1,-1 0-1,1 0 1,0 0 0,0 0-1,0-1 1,0 1 0,0 0-1,0-1 1,0 1 0,0-1-1,0 1 1,0-1-1,0 1 1,0-1 0,0 0-1,0 0 1,0 1 0,1-1-1,0 0 1,11-1-6767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8.2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53 282 24575,'1'-73'0,"-5"-106"0,-1 157 0,2 15 0,1 11 0,-2 23 0,2 0 0,1 32 0,0 13 0,-31 279 0,35-365 0,0-1 0,0 1 0,2 0 0,0 0 0,0 0 0,1 1 0,1 0 0,0 0 0,14-17 0,-15 21 0,0 0 0,1 1 0,0 0 0,1 0 0,-1 1 0,2 0 0,-1 0 0,1 1 0,0 0 0,0 0 0,1 1 0,-1 1 0,1-1 0,17-4 0,-24 9 0,-1-1 0,1 1 0,0-1 0,0 1 0,0 0 0,0 0 0,0 0 0,0 0 0,-1 0 0,1 1 0,0-1 0,0 1 0,0 0 0,-1 0 0,1 0 0,0 0 0,-1 1 0,1-1 0,-1 1 0,1-1 0,-1 1 0,0 0 0,0 0 0,0 0 0,0 0 0,0 0 0,0 0 0,0 1 0,-1-1 0,1 1 0,-1-1 0,0 1 0,0-1 0,0 1 0,0 0 0,0 0 0,0 3 0,1 2 0,-1-1 0,0 1 0,0 0 0,-1 0 0,0 0 0,-1 0 0,1-1 0,-1 1 0,-1 0 0,0 0 0,0-1 0,-5 13 0,4-14 17,-1 0 0,1 0 0,-1-1 1,0 1-1,-1-1 0,1 0 0,-1 0 0,0-1 0,0 0 0,-1 0 0,1 0 0,-1 0 0,0-1 0,0 0 0,0 0 0,0 0 0,0-1 0,-1 0 1,-7 1-1,10-2-71,0 0 1,0-1 0,0 0-1,0 1 1,-1-2 0,1 1-1,0 0 1,0-1 0,0 0-1,0 0 1,0 0 0,0 0-1,1-1 1,-1 0 0,0 0-1,0 0 1,1 0 0,0 0-1,-1 0 1,1-1 0,0 0-1,0 0 1,0 0 0,1 0-1,-1 0 1,1 0 0,-1-1-1,1 1 1,0-1 0,1 0-1,-4-7 1,-2-13-6773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8.4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20 24575,'2'-2'0,"0"0"0,0 0 0,1 0 0,-1 0 0,1 0 0,0 0 0,0 1 0,4-2 0,-7 2 0,0 1 0,1 0 0,-1 0 0,0 0 0,1 0 0,-1 0 0,0 0 0,1 0 0,-1 0 0,0 0 0,1 0 0,-1 0 0,0 0 0,1 0 0,-1 0 0,0 0 0,0 1 0,1-1 0,-1 0 0,0 0 0,1 0 0,-1 0 0,0 1 0,0-1 0,1 0 0,-1 0 0,0 0 0,0 1 0,1-1 0,-1 0 0,0 2 0,1-1 0,-1 0 0,0 0 0,0 1 0,1-1 0,-1 0 0,0 0 0,0 1 0,0-1 0,0 0 0,-1 0 0,1 1 0,-1 0 0,-11 57 0,4-24 0,-7 64 0,15-98 0,-4 48-455,3 1 0,7 80 0,-2-106-6371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8.7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18 358 24575,'17'-24'0,"-16"21"0,1-1 0,0 1 0,0 0 0,0 0 0,1 0 0,-1 0 0,5-4 0,66-43 0,-48 34 0,0-1 0,32-29 0,-51 40 0,0 0 0,-1 0 0,0 0 0,0 0 0,0-1 0,-1 0 0,0 0 0,0 0 0,-1-1 0,0 1 0,0-1 0,-1 1 0,3-15 0,-4 20 0,-1 0 0,0-1 0,1 1 0,-1 0 0,0 0 0,0 0 0,0-1 0,-1 1 0,1 0 0,0 0 0,-1 0 0,1 0 0,-1 0 0,0 0 0,0 0 0,0 0 0,0 0 0,0 0 0,0 0 0,0 0 0,-1 0 0,1 1 0,-1-1 0,1 1 0,-1-1 0,0 1 0,1 0 0,-1-1 0,0 1 0,0 0 0,0 0 0,0 0 0,0 0 0,0 1 0,0-1 0,-3 0 0,-1 0 0,0 1 0,0-1 0,0 1 0,0 0 0,-1 1 0,1-1 0,0 1 0,0 0 0,0 1 0,0-1 0,-10 6 0,3-1 0,2 1 0,-1 1 0,1 0 0,0 0 0,0 1 0,1 0 0,1 1 0,0 0 0,0 0 0,0 1 0,2 1 0,-1-1 0,1 1 0,-7 19 0,10-23 0,0 1 0,1-1 0,1 1 0,-1 0 0,2 0 0,-1 0 0,1 0 0,0 0 0,1 0 0,0 1 0,0-1 0,1 0 0,1 0 0,-1 0 0,1 0 0,1 0 0,0-1 0,0 1 0,0-1 0,1 1 0,1-1 0,7 12 0,-8-15-136,1-1-1,-1 1 1,1-1-1,0 1 1,0-1-1,0-1 1,1 1-1,0-1 0,11 5 1,16 4-6690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29.4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3 186 24575,'1'-16'0,"1"1"0,0-1 0,7-21 0,-1 4 0,-6 19 0,-1 8 0,1-1 0,-1 1 0,1-1 0,0 1 0,0-1 0,4-6 0,-6 13 0,0 0 0,0 0 0,0 0 0,0 0 0,0 0 0,0 0 0,0-1 0,0 1 0,0 0 0,0 0 0,1 0 0,-1 0 0,0 0 0,0 0 0,0 0 0,0-1 0,0 1 0,0 0 0,0 0 0,0 0 0,0 0 0,0 0 0,0 0 0,1 0 0,-1 0 0,0 0 0,0 0 0,0 0 0,0 0 0,0 0 0,0 0 0,0 0 0,1 0 0,-1 0 0,0 0 0,0 0 0,0 0 0,0 0 0,0 0 0,0 0 0,1 0 0,-1 0 0,0 0 0,0 0 0,0 0 0,0 0 0,0 0 0,0 0 0,0 0 0,1 0 0,-1 0 0,0 0 0,2 9 0,-1 14 0,-18 120 0,-13 161 0,27-240 0,3 0 0,14 111 0,-13-164 0,6 28 0,-6-37 0,-1 0 0,1 0 0,0 0 0,-1-1 0,1 1 0,0 0 0,0 0 0,0-1 0,1 1 0,-1-1 0,0 1 0,0-1 0,1 1 0,-1-1 0,4 2 0,-4-2 0,0-1 0,0 0 0,0 1 0,-1-1 0,1 0 0,0 0 0,0 0 0,0 0 0,0 0 0,0 0 0,0 0 0,0 0 0,0 0 0,0-1 0,0 1 0,0 0 0,0-1 0,0 1 0,-1 0 0,1-1 0,0 1 0,0-1 0,0 1 0,-1-1 0,1 0 0,1-1 0,18-22 0,-19 22 0,30-47 0,-3-1 0,23-58 0,-11 24 0,-17 35 0,-10 19 0,2 0 0,29-43 0,-42 70 0,-1 1 0,1-1 0,0 1 0,0 0 0,0 0 0,1 0 0,-1 0 0,0 0 0,1 0 0,-1 1 0,5-3 0,-6 4 0,0 0 0,-1 0 0,1 0 0,0 0 0,0 0 0,-1 0 0,1 0 0,0 0 0,-1 0 0,1 0 0,0 0 0,-1 0 0,1 0 0,0 1 0,0-1 0,-1 0 0,1 0 0,-1 1 0,2 0 0,-1 0 0,1 0 0,-1 0 0,0 1 0,0-1 0,0 1 0,0-1 0,0 0 0,0 1 0,0 0 0,0 3 0,11 30 0,-3 1 0,10 69 0,-1-2 0,-14-84-195,1 0 0,1 0 0,0-1 0,2 0 0,0 0 0,12 19 0,-5-16-6631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0.3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51 552 24575,'10'-25'0,"-1"0"0,-1-1 0,-1 0 0,-1 0 0,-1 0 0,2-53 0,-7 78 0,0-38 0,0 37 0,0 1 0,0-1 0,0 1 0,-1-1 0,1 1 0,0-1 0,-1 1 0,1-1 0,-1 1 0,0-1 0,1 1 0,-1 0 0,0-1 0,0 1 0,0 0 0,0 0 0,0 0 0,0 0 0,0-1 0,0 1 0,-3-1 0,4 2 0,-1 0 0,1 0 0,-1 0 0,0 0 0,1 0 0,-1 0 0,0 0 0,1 0 0,-1 0 0,0 0 0,1 0 0,-1 0 0,1 0 0,-1 1 0,0-1 0,1 0 0,-1 0 0,1 1 0,-1-1 0,1 0 0,-1 1 0,1-1 0,-1 1 0,1-1 0,-1 1 0,1-1 0,-1 1 0,1-1 0,-1 2 0,-10 19 0,10-19 0,-10 25 0,1 0 0,1 0 0,2 1 0,0 0 0,2 0 0,2 1 0,0-1 0,2 1 0,4 55 0,-2-76 0,1 0 0,0 0 0,0 0 0,1 0 0,0 0 0,6 13 0,-8-20 0,0 1 0,-1-1 0,1 1 0,0-1 0,0 0 0,0 1 0,0-1 0,0 0 0,0 0 0,1 1 0,-1-1 0,0 0 0,0 0 0,1 0 0,-1-1 0,1 1 0,-1 0 0,1 0 0,-1-1 0,1 1 0,0-1 0,-1 1 0,1-1 0,-1 0 0,1 0 0,0 0 0,-1 0 0,1 0 0,0 0 0,-1 0 0,1 0 0,0-1 0,-1 1 0,1-1 0,-1 1 0,1-1 0,0 1 0,-1-1 0,3-1 0,2-3 0,1 0 0,-1 0 0,0-1 0,0 0 0,-1 0 0,0 0 0,0-1 0,0 0 0,5-11 0,5-10 0,10-31 0,-23 54 0,27-74 0,-3-2 0,-4 0 0,-3-1 0,9-100 0,-26 151 0,-2 31 0,-1 0 0,1 0 0,0 0 0,0 0 0,0 0 0,0 0 0,0 0 0,0 0 0,0 0 0,0 0 0,0 0 0,0 0 0,0 0 0,0 0 0,0 0 0,0 0 0,0 0 0,0 0 0,0 0 0,-1 0 0,1 0 0,0 0 0,0 0 0,0 0 0,0 0 0,0 0 0,0 0 0,0 0 0,0-1 0,0 1 0,0 0 0,0 0 0,0 0 0,0 0 0,0 0 0,0 0 0,0 0 0,0 0 0,0 0 0,0 0 0,0 0 0,-5 17 0,-5 36 0,1 0 0,3 0 0,2 1 0,3 0 0,8 79 0,-5-117 0,0-1 0,5 17 0,-6-29 0,0 0 0,0 1 0,0-1 0,1 0 0,-1 0 0,1 0 0,0 0 0,-1 0 0,1-1 0,0 1 0,1 0 0,-1-1 0,0 0 0,1 1 0,5 3 0,-7-6 0,0 0 0,0 1 0,1-1 0,-1 0 0,0 1 0,0-1 0,0 0 0,1 0 0,-1 0 0,0 0 0,0 0 0,1-1 0,-1 1 0,0 0 0,0 0 0,0-1 0,0 1 0,1-1 0,-1 1 0,0-1 0,0 0 0,0 1 0,0-1 0,0 0 0,0 1 0,0-1 0,-1 0 0,1 0 0,0 0 0,0 0 0,-1 0 0,1 0 0,1-2 0,2-4 0,0 0 0,-1-1 0,6-13 0,80-315 0,-63 225 0,-26 111 0,0 0 0,0 0 0,0 0 0,0 0 0,0 0 0,0 1 0,0-1 0,0 0 0,1 0 0,-1 0 0,0 0 0,0 0 0,0 0 0,0 0 0,0 0 0,0 0 0,0 0 0,0 0 0,0 0 0,0 0 0,1 0 0,-1 0 0,0 0 0,0 0 0,0 0 0,0 0 0,0 0 0,0 0 0,0 0 0,0 0 0,0 0 0,1-1 0,0 23 0,-1 30 0,9 220 0,-1-99 0,-8-191 0,1 0 0,1 1 0,1-1 0,7-26 0,-6 33 0,0-1 0,0 1 0,1 0 0,0 1 0,1-1 0,0 1 0,13-17 0,-17 24 0,1 1 0,-1-1 0,1 1 0,-1-1 0,1 1 0,0 0 0,0 0 0,-1 1 0,1-1 0,1 1 0,-1-1 0,0 1 0,0 0 0,1 0 0,-1 0 0,0 1 0,1-1 0,4 0 0,-4 2 0,0-1 0,0 1 0,-1 0 0,1 0 0,0 0 0,-1 1 0,1-1 0,-1 1 0,0 0 0,0 0 0,1 0 0,-1 0 0,0 0 0,0 1 0,-1-1 0,5 6 0,3 5 0,0 0 0,-1 1 0,-1 0 0,0 0 0,-1 1 0,0 0 0,-1 0 0,-1 1 0,-1-1 0,0 1 0,-1 0 0,1 17 0,-3-30 0,-1-1 0,0 1 0,0 0 0,0-1 0,0 1 0,0 0 0,0-1 0,-1 1 0,0-1 0,1 1 0,-1-1 0,0 1 0,0-1 0,0 1 0,-1-1 0,1 0 0,0 1 0,-1-1 0,0 0 0,1 0 0,-1 0 0,0 0 0,0-1 0,0 1 0,0 0 0,-1-1 0,1 0 0,0 1 0,0-1 0,-1 0 0,1 0 0,-1 0 0,1 0 0,-1-1 0,0 1 0,1-1 0,-1 0 0,0 1 0,1-1 0,-1 0 0,1-1 0,-1 1 0,0 0 0,1-1 0,-4 0 0,-1-1 25,1 0-1,-1-1 0,1 1 1,0-1-1,0-1 1,0 1-1,1-1 0,-1 0 1,1 0-1,0 0 0,0-1 1,0 0-1,-7-9 1,10 10-100,-1 1 1,0-1 0,1 0 0,0 0 0,0 0-1,0 0 1,0 0 0,1 0 0,0 0 0,0 0-1,0-1 1,0 1 0,0 0 0,1-1 0,0 1-1,0-1 1,0 1 0,1 0 0,-1-1 0,1 1-1,0 0 1,2-5 0,4-7-6752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0.8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2 143 24575,'-1'-29'0,"0"13"0,1 1 0,1 0 0,0-1 0,5-22 0,-6 38 0,0 0 0,0-1 0,0 1 0,0-1 0,0 1 0,0 0 0,0-1 0,0 1 0,0 0 0,0-1 0,0 1 0,1-1 0,-1 1 0,0 0 0,0-1 0,0 1 0,0 0 0,1-1 0,-1 1 0,0 0 0,0 0 0,1-1 0,-1 1 0,0 0 0,0 0 0,1-1 0,-1 1 0,0 0 0,1 0 0,-1 0 0,0-1 0,1 1 0,-1 0 0,1 0 0,-1 0 0,0 0 0,1 0 0,0 0 0,7 14 0,3 25 0,2 31 0,15 60 0,-23-108 0,2-1 0,1 0 0,19 37 0,-24-54 0,-1 1 0,1 0 0,1-1 0,-1 0 0,0 0 0,1 0 0,0 0 0,0 0 0,0-1 0,1 0 0,6 5 0,-8-7 0,-1 0 0,1 0 0,-1-1 0,1 1 0,0 0 0,-1-1 0,1 0 0,-1 1 0,1-1 0,0 0 0,-1-1 0,1 1 0,0 0 0,-1-1 0,1 1 0,-1-1 0,1 0 0,-1 0 0,1 0 0,-1 0 0,1 0 0,-1-1 0,0 1 0,0-1 0,3-1 0,3-5 0,-1 1 0,1-1 0,-1 0 0,0-1 0,-1 1 0,0-1 0,8-18 0,28-73 0,-39 90 0,-2 9 0,22-61-682,20-83-1,-40 127-6143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1.0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24575,'0'3'0,"0"4"0,3 4 0,1 5 0,0 4 0,2 4 0,0 7 0,-1 3 0,-1 3 0,1-2 0,0-2 0,0-3 0,-2-6-8191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1.1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90 24575,'0'-6'0,"0"-7"0,0-6 0,0-1 0,-3 2 0,-1 7 0,1 9 0,0 7 0,0 6 0,2 7 0,0 0-8191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2.0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1 203 24575,'7'5'0,"0"1"0,0-1 0,1-1 0,0 1 0,0-1 0,0 0 0,1-1 0,-1 0 0,1 0 0,0-1 0,16 2 0,-20-4 0,0 1 0,0-1 0,0-1 0,0 1 0,-1-1 0,1 0 0,0 0 0,0 0 0,0 0 0,-1-1 0,1 0 0,0 0 0,-1 0 0,0-1 0,0 1 0,0-1 0,0 0 0,0-1 0,0 1 0,-1 0 0,1-1 0,-1 0 0,0 0 0,0 0 0,0 0 0,-1 0 0,0-1 0,3-6 0,-2 4 0,0 0 0,-1-1 0,0 0 0,0 1 0,-1-1 0,0 0 0,0 0 0,-1 1 0,0-1 0,0 0 0,-1 0 0,0 0 0,0 1 0,-1-1 0,0 0 0,0 1 0,-6-12 0,7 17 0,0 0 0,1 1 0,-1-1 0,0 0 0,0 1 0,-1-1 0,1 1 0,0-1 0,0 1 0,-1-1 0,1 1 0,-1 0 0,1 0 0,-1 0 0,0 0 0,1 0 0,-1 0 0,0 0 0,-2 0 0,2 1 0,1 0 0,-1 0 0,0 0 0,0 0 0,1 0 0,-1 0 0,0 1 0,1-1 0,-1 1 0,1-1 0,-1 1 0,0 0 0,1 0 0,0-1 0,-1 1 0,1 0 0,-3 2 0,-1 3 0,-1 0 0,1 0 0,-1 0 0,2 1 0,-1-1 0,1 1 0,-7 14 0,3 0 0,0 1 0,1 0 0,2 0 0,-4 25 0,7-32 0,0-1 0,2 0 0,-1 0 0,2 0 0,0 1 0,1-1 0,6 25 0,-7-35 0,0 0 0,0-1 0,1 1 0,0-1 0,-1 1 0,1-1 0,0 0 0,1 1 0,-1-1 0,1 0 0,-1-1 0,1 1 0,0 0 0,0-1 0,0 0 0,0 1 0,0-1 0,1 0 0,-1-1 0,1 1 0,6 2 0,-6-4 0,1 1 0,-1 0 0,1-1 0,-1 0 0,0 0 0,1 0 0,-1-1 0,1 0 0,-1 0 0,0 0 0,0 0 0,1 0 0,-1-1 0,0 0 0,0 0 0,0 0 0,-1 0 0,8-6 0,2-3 0,0-1 0,-1 0 0,0 0 0,-1-2 0,16-24 0,38-79 0,4-6 0,-68 122 0,-1 0 0,1 0 0,-1 0 0,1 0 0,0 0 0,0 0 0,0 0 0,-1 0 0,1 1 0,0-1 0,0 0 0,0 1 0,0-1 0,2 0 0,-3 1 0,1 0 0,-1 0 0,0 0 0,1 0 0,-1 0 0,0 0 0,0 1 0,1-1 0,-1 0 0,0 0 0,0 0 0,1 1 0,-1-1 0,0 0 0,0 0 0,0 1 0,1-1 0,-1 0 0,0 0 0,0 1 0,0-1 0,0 0 0,0 1 0,0-1 0,0 0 0,1 1 0,-1-1 0,0 0 0,0 0 0,0 1 0,0-1 0,0 1 0,-2 36 0,-10 37 0,-4 27 0,14-87 0,2 0 0,0-1 0,0 1 0,1 0 0,4 15 0,-5-27 0,0 0 0,0-1 0,1 1 0,-1 0 0,0-1 0,1 1 0,0 0 0,-1-1 0,1 1 0,0-1 0,0 0 0,0 1 0,0-1 0,0 1 0,0-1 0,0 0 0,0 0 0,1 0 0,-1 0 0,0 0 0,1 0 0,2 1 0,-2-1 0,0-1 0,0 0 0,-1 0 0,1 0 0,0 0 0,0 0 0,0-1 0,0 1 0,-1-1 0,1 1 0,0-1 0,0 0 0,-1 1 0,1-1 0,0 0 0,-1 0 0,2-1 0,7-6 0,0 0 0,-1-1 0,0 0 0,13-16 0,5-12 0,-16 21 0,0 1 0,17-17 0,-28 32 0,1-1 0,-1 1 0,0-1 0,1 1 0,-1-1 0,1 1 0,-1-1 0,1 1 0,-1-1 0,1 1 0,-1 0 0,1-1 0,-1 1 0,1 0 0,-1 0 0,1-1 0,0 1 0,-1 0 0,1 0 0,-1 0 0,1 0 0,0 0 0,-1 0 0,1 0 0,0 0 0,-1 0 0,1 0 0,-1 0 0,1 0 0,0 0 0,-1 0 0,1 1 0,-1-1 0,1 0 0,-1 0 0,1 1 0,0-1 0,-1 0 0,1 1 0,-1-1 0,0 1 0,1-1 0,-1 1 0,1-1 0,-1 1 0,0-1 0,1 1 0,-1-1 0,1 2 0,2 4 0,-1 0 0,0 0 0,0 0 0,1 9 0,3 7 0,-3-15 0,0 1 0,1-1 0,0 1 0,0-1 0,1 0 0,0-1 0,0 1 0,10 9 0,-13-14 0,1 0 0,-1-1 0,1 1 0,0-1 0,-1 1 0,1-1 0,0 0 0,0 0 0,0 0 0,0 0 0,0-1 0,0 1 0,0-1 0,0 0 0,0 0 0,1 0 0,-1 0 0,0 0 0,0-1 0,0 1 0,0-1 0,0 0 0,0 0 0,0 0 0,0 0 0,2-2 0,3-2 0,0 0 0,-1 0 0,0-1 0,0 0 0,0 0 0,-1 0 0,0-1 0,0 0 0,-1 0 0,1-1 0,-2 1 0,1-1 0,-1 0 0,4-12 0,1-3 0,-1 0 0,-2 0 0,0 0 0,3-31 0,-8 48 38,-1 0 0,1-1 0,-1 1 0,0 0 0,-1-1 0,0 1 0,0 0 0,-2-8 0,2 12-107,0 0 1,0 0 0,0 0 0,0 0-1,0 0 1,0 0 0,-1 0-1,1 0 1,-1 0 0,1 1 0,-1-1-1,0 1 1,1-1 0,-1 1 0,0-1-1,0 1 1,0 0 0,0 0 0,0 0-1,-1 0 1,1 1 0,0-1-1,0 0 1,-5 0 0,-7 0-6758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3.2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0 186 24575,'1'-21'0,"1"1"0,0 0 0,1 0 0,2 0 0,0 1 0,1 0 0,8-19 0,-8 30 0,-1 12 0,-2 19 0,0 258 0,-5-162 0,19 459 0,-17-574 0,0 1 0,1-1 0,0 0 0,0 0 0,0 0 0,3 8 0,-4-12 0,0 1 0,1-1 0,-1 1 0,0-1 0,1 1 0,-1-1 0,0 1 0,1-1 0,-1 0 0,1 1 0,-1-1 0,1 0 0,-1 1 0,0-1 0,1 0 0,-1 0 0,1 1 0,-1-1 0,1 0 0,0 0 0,-1 0 0,1 0 0,1 0 0,-1 0 0,0 0 0,0-1 0,0 1 0,0 0 0,0-1 0,0 1 0,0-1 0,0 1 0,-1-1 0,1 0 0,0 1 0,0-1 0,0 0 0,-1 0 0,2 0 0,9-13 0,-1-1 0,0 0 0,-1 0 0,11-28 0,-2 7 0,2-2 0,6-15 0,56-80 0,-80 129 0,1 1 0,0-1 0,0 1 0,0 0 0,0 0 0,1 0 0,-1 0 0,5-2 0,-7 4 0,0 1 0,0-1 0,0 1 0,1 0 0,-1-1 0,0 1 0,0 0 0,0 0 0,0 0 0,0 0 0,0 0 0,1 0 0,-1 0 0,0 0 0,0 0 0,0 1 0,0-1 0,0 0 0,0 1 0,0-1 0,0 1 0,0-1 0,0 1 0,0-1 0,0 1 0,0 0 0,0 0 0,0-1 0,0 1 0,-1 0 0,1 0 0,0 0 0,-1 0 0,1 0 0,0 1 0,11 18 0,-1 1 0,15 38 0,-16-34 0,19 33 0,-24-49 0,0-1 0,1 0 0,0 0 0,1-1 0,-1 0 0,1 0 0,13 9 0,-8-8 0,1 0 0,-1-2 0,1 1 0,0-2 0,1 0 0,0 0 0,-1-2 0,1 1 0,0-2 0,1 0 0,20 1 0,-15-3 0,-1-1 0,0 0 0,0-2 0,0 0 0,-1-1 0,1-1 0,-1 0 0,20-10 0,-30 12 0,-1-1 0,0 0 0,0 0 0,0-1 0,0 1 0,-1-2 0,0 1 0,0-1 0,0 1 0,-1-2 0,0 1 0,8-14 0,-10 14 0,0 0 0,0 0 0,-1-1 0,0 0 0,0 1 0,0-1 0,-1 0 0,0 0 0,-1 0 0,0 0 0,0 0 0,0 0 0,-1 1 0,1-1 0,-4-9 0,2 7 0,-1-1 0,-1 1 0,1 0 0,-2 0 0,1 0 0,-1 0 0,0 1 0,-1-1 0,0 1 0,-9-8 0,13 14 0,0-1 0,0 1 0,0 0 0,-1 1 0,1-1 0,-1 0 0,1 1 0,-1-1 0,0 1 0,0 0 0,1 0 0,-1 0 0,0 0 0,0 0 0,0 1 0,0-1 0,0 1 0,0 0 0,0 0 0,0 0 0,0 0 0,0 1 0,0-1 0,0 1 0,0-1 0,0 1 0,0 0 0,1 0 0,-1 1 0,0-1 0,1 1 0,-1-1 0,0 1 0,1 0 0,0 0 0,0 0 0,-3 2 0,-4 6 0,1-1 0,0 1 0,0 0 0,1 1 0,1 0 0,0 0 0,0 1 0,1-1 0,-4 15 0,4-10 0,0-1 0,2 2 0,0-1 0,1 0 0,0 0 0,2 28 0,0-37 0,1 1 0,0-1 0,1 1 0,0-1 0,0 0 0,1 0 0,0 0 0,0 0 0,0 0 0,1 0 0,6 7 0,-8-11 0,0-1 0,0 1 0,0-1 0,1 1 0,-1-1 0,1 0 0,0 0 0,0 0 0,-1-1 0,1 1 0,0-1 0,0 1 0,1-1 0,-1 0 0,0 0 0,0-1 0,1 1 0,-1 0 0,0-1 0,1 0 0,-1 0 0,0 0 0,1 0 0,-1-1 0,0 1 0,0-1 0,6-2 0,3-1 0,-1-1 0,0-1 0,0 0 0,0 0 0,-1-1 0,0-1 0,0 0 0,-1 0 0,0-1 0,0 0 0,-1 0 0,12-19 0,-4 4 0,-1 0 0,-2-2 0,0 0 0,12-40 0,-8 9 0,-2 0 0,-3-1 0,6-70 0,-6-177 0,-11 283 0,-1 12 0,1 0 0,-2 0 0,1 0 0,-1 1 0,-1-1 0,-4-19 0,6 30 0,0-1 0,0 0 0,0 0 0,0 0 0,0 0 0,0 0 0,0 0 0,0 0 0,0 1 0,-1-1 0,1 0 0,0 0 0,0 0 0,0 0 0,0 0 0,0 0 0,0 0 0,0 0 0,0 0 0,0 0 0,0 1 0,-1-1 0,1 0 0,0 0 0,0 0 0,0 0 0,0 0 0,0 0 0,0 0 0,0 0 0,-1 0 0,1 0 0,0 0 0,0 0 0,0 0 0,0 0 0,0 0 0,0 0 0,0 0 0,-1 0 0,1 0 0,0 0 0,0 0 0,0 0 0,0 0 0,0-1 0,0 1 0,0 0 0,0 0 0,-1 0 0,1 0 0,0 0 0,0 0 0,0 0 0,0 0 0,0 0 0,0 0 0,0-1 0,0 1 0,-3 13 0,-3 82 0,10 164 0,-4-255 0,1 16 0,14 186 0,-11-169 0,3-1 0,0 0 0,20 53 0,-26-84 49,1-1 0,1 1 0,-1 0-1,1 0 1,0-1 0,4 6 0,-6-9-131,1 1 1,-1-1 0,0 0 0,1 0-1,-1 1 1,1-1 0,-1 0-1,1 0 1,0-1 0,-1 1 0,1 0-1,0-1 1,-1 1 0,1-1 0,0 1-1,0-1 1,0 0 0,-1 1 0,1-1-1,3-1 1,10-2-6745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3.6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0 273 24575,'5'-14'0,"0"1"0,-1-1 0,-1 0 0,0 0 0,1-26 0,-2 18 0,8-119 0,-12 451 0,3-198 0,1-94 0,-2-18 0,0 0 0,0 0 0,1 0 0,-1 0 0,0 0 0,0 0 0,0 0 0,0 0 0,0 1 0,0-1 0,1 0 0,-1 0 0,0 0 0,0 0 0,0 0 0,0 0 0,0 0 0,1 0 0,-1 0 0,0 0 0,0 0 0,0 0 0,0 0 0,1 0 0,-1 0 0,0 0 0,0 0 0,0 0 0,0 0 0,0 0 0,1-1 0,-1 1 0,0 0 0,0 0 0,0 0 0,0 0 0,0 0 0,0 0 0,1 0 0,-1 0 0,0-1 0,0 1 0,0 0 0,0 0 0,0 0 0,0 0 0,16-28 0,-9 15 0,3-4 0,0 1 0,1 0 0,1 1 0,0 1 0,18-17 0,-26 28 0,0-1 0,0 1 0,0 0 0,0 1 0,1-1 0,-1 1 0,1 0 0,0 0 0,0 0 0,9-1 0,-11 2 0,1 1 0,-1 0 0,0 0 0,1 0 0,-1 1 0,0-1 0,1 1 0,-1 0 0,0 0 0,0 0 0,0 0 0,0 1 0,0-1 0,0 1 0,0 0 0,0-1 0,0 2 0,3 2 0,0 1 0,0 1 0,-1-1 0,1 2 0,-1-1 0,-1 0 0,1 1 0,-1 0 0,-1 0 0,1 0 0,-1 0 0,-1 1 0,0-1 0,3 16 0,-4-13 0,0-1 0,0 0 0,-1 0 0,-1 0 0,1 0 0,-2 1 0,1-1 0,-1 0 0,-1 0 0,0-1 0,-7 17 0,8-22 13,0 0 1,-1 0-1,0 0 0,0 0 0,0-1 0,0 1 0,0-1 0,-1 1 0,1-1 1,-1-1-1,0 1 0,0 0 0,0-1 0,-1 0 0,1 0 0,0 0 0,-1 0 1,1-1-1,-1 0 0,0 0 0,1 0 0,-1 0 0,0-1 0,0 0 0,-6 0 1,5-1-96,1 1 1,-1-1 0,1 0 0,-1-1-1,1 0 1,-1 1 0,1-2-1,0 1 1,0 0 0,0-1 0,0 0-1,1 0 1,-1-1 0,1 1 0,-1-1-1,1 0 1,1 0 0,-1-1 0,0 1-1,-5-10 1,0-6-6745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4.3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170 176 24575,'4'0'0,"-1"0"0,1 0 0,-1-1 0,1 1 0,-1-1 0,1 1 0,-1-1 0,1 0 0,-1-1 0,0 1 0,0 0 0,0-1 0,0 0 0,0 0 0,0 0 0,0 0 0,0 0 0,-1 0 0,5-5 0,-6 4 0,1 1 0,-1-1 0,0 0 0,0 1 0,0-1 0,0 0 0,0 0 0,-1 0 0,1 0 0,-1 0 0,0 0 0,0 0 0,0 0 0,0 1 0,0-1 0,-1 0 0,1 0 0,-1 0 0,0 0 0,0 0 0,0 0 0,0 1 0,-3-6 0,1 3 0,0 0 0,0 0 0,-1 0 0,0 0 0,0 1 0,0 0 0,0-1 0,-1 2 0,0-1 0,1 0 0,-1 1 0,-1 0 0,1 0 0,0 1 0,-1-1 0,1 1 0,-1 0 0,-10-2 0,12 3 0,-1 1 0,0-1 0,1 1 0,-1 0 0,0 0 0,1 0 0,-1 1 0,0-1 0,1 1 0,-1 0 0,1 1 0,-1-1 0,1 1 0,-1 0 0,1 0 0,0 0 0,0 0 0,0 1 0,0 0 0,1 0 0,-1 0 0,1 0 0,-1 1 0,-2 4 0,2-3 0,0 0 0,1 0 0,0 1 0,0-1 0,1 1 0,-1 0 0,1-1 0,0 1 0,1 0 0,-1 1 0,1-1 0,1 0 0,-1 0 0,1 7 0,1-5 0,0 1 0,0-1 0,1 0 0,0 0 0,1 1 0,0-1 0,0-1 0,1 1 0,5 9 0,6 4 0,0 0 0,1-1 0,2-1 0,0-1 0,35 28 0,15 6 0,-40-33 0,-1 2 0,25 25 0,-50-45 0,-1 1 0,1 0 0,0 0 0,-1-1 0,0 1 0,1 0 0,-1 0 0,0 0 0,0 0 0,0 0 0,0 1 0,-1-1 0,1 0 0,-1 0 0,1 5 0,-1-6 0,0 1 0,-1-1 0,1 0 0,0 1 0,-1-1 0,0 0 0,1 0 0,-1 0 0,0 0 0,1 1 0,-1-1 0,0 0 0,0 0 0,0 0 0,0-1 0,0 1 0,0 0 0,0 0 0,0 0 0,0-1 0,0 1 0,-1-1 0,1 1 0,0-1 0,0 1 0,-1-1 0,1 0 0,-3 1 0,-15 3 0,1-2 0,-1 0 0,0-1 0,0 0 0,0-2 0,0 0 0,0-1 0,0-1 0,-29-9 0,44 11 31,-1-1 0,1 0 0,0 1 0,0-1 0,0-1 0,0 1 0,1-1 0,-1 1 1,0-1-1,-3-4 0,5 5-109,1 0 0,0 0 1,-1 0-1,1 0 1,0 0-1,0 0 1,0 0-1,1 0 0,-1 0 1,0-1-1,1 1 1,-1 0-1,1 0 1,0-1-1,0 1 0,0 0 1,0-1-1,0 1 1,0 0-1,1-1 1,0-2-1,5-14-6748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5.1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104 538 24575,'13'-4'0,"1"-2"0,-1 0 0,-1 0 0,17-12 0,-22 14 0,0-1 0,-1 0 0,0-1 0,0 1 0,0-1 0,0 0 0,-1-1 0,7-12 0,-11 18 0,0 0 0,0-1 0,0 1 0,0-1 0,0 1 0,-1-1 0,1 0 0,0 1 0,-1-1 0,0 0 0,1 1 0,-1-1 0,0 0 0,0 1 0,0-1 0,0 0 0,0 0 0,0 1 0,-1-1 0,1 0 0,0 1 0,-1-1 0,1 0 0,-1 1 0,0-1 0,0 1 0,0-1 0,1 1 0,-1-1 0,0 1 0,-1 0 0,1-1 0,0 1 0,0 0 0,-1 0 0,1 0 0,0 0 0,-1 0 0,-2-1 0,0 0 0,0 1 0,0-1 0,0 1 0,0 0 0,0 1 0,0-1 0,-1 1 0,1-1 0,0 1 0,0 1 0,0-1 0,-1 0 0,1 1 0,0 0 0,-6 2 0,1 1 0,0 1 0,0 0 0,0 1 0,0 0 0,1 0 0,0 0 0,0 1 0,1 1 0,0-1 0,0 1 0,1 0 0,0 1 0,0-1 0,1 1 0,-5 12 0,3-7 0,1 1 0,1 0 0,0-1 0,1 2 0,1-1 0,0 0 0,1 1 0,0-1 0,2 24 0,0-32 0,1 0 0,0-1 0,0 1 0,1 0 0,0-1 0,0 1 0,0-1 0,1 1 0,0-1 0,0 0 0,0 0 0,1 0 0,0-1 0,0 1 0,1-1 0,-1 0 0,1 0 0,8 5 0,-7-5 0,1-1 0,0-1 0,0 1 0,0-1 0,1 0 0,-1-1 0,1 1 0,-1-2 0,1 1 0,0-1 0,0 0 0,0-1 0,0 1 0,0-2 0,13-1 0,-8 0 0,0-1 0,-1 0 0,1 0 0,-1-2 0,0 1 0,0-2 0,0 0 0,-1 0 0,1-1 0,-2 0 0,1-1 0,-1 0 0,0-1 0,-1 0 0,10-12 0,-7 6 0,-2 0 0,1-1 0,-2 0 0,0-1 0,-1 1 0,-1-2 0,0 1 0,-2-1 0,0 0 0,3-19 0,0-21 0,1-94 0,-13-60 0,1 126 0,13 161 0,-1 45 0,2 7 0,-9 201 0,-6-300 0,3-21 0,0-1 0,0 1 0,0-1 0,1 0 0,0 1 0,1 7 0,-1-14 0,0 0 0,0 0 0,0 0 0,0 0 0,0 1 0,0-1 0,0 0 0,0 0 0,0 0 0,0 0 0,0 0 0,0 1 0,0-1 0,1 0 0,-1 0 0,0 0 0,0 0 0,0 0 0,0 0 0,0 1 0,0-1 0,0 0 0,1 0 0,-1 0 0,0 0 0,0 0 0,0 0 0,0 0 0,0 0 0,1 0 0,-1 0 0,0 0 0,0 0 0,0 0 0,0 0 0,0 0 0,1 0 0,-1 0 0,0 0 0,0 0 0,0 0 0,0 0 0,1 0 0,7-5 0,5-12 0,42-69 0,-30 43 0,-24 41 0,1-1 0,-1 1 0,1-1 0,0 1 0,0 0 0,0 0 0,0 0 0,0 0 0,0 0 0,0 0 0,1 1 0,-1-1 0,5-1 0,-5 2 0,-1 1 0,1 0 0,0 0 0,-1 0 0,1 0 0,0 0 0,-1 0 0,1 0 0,0 1 0,-1-1 0,1 0 0,0 1 0,-1 0 0,1-1 0,-1 1 0,1 0 0,-1 0 0,1 0 0,-1-1 0,1 2 0,-1-1 0,0 0 0,2 3 0,6 3 0,-1 1 0,1-1 0,0 0 0,0-1 0,1 0 0,0-1 0,0 0 0,0 0 0,1-1 0,14 4 0,-17-7 0,0 0 0,0 0 0,-1 0 0,1-1 0,0 0 0,0 0 0,0-1 0,0 0 0,0-1 0,0 1 0,-1-2 0,1 1 0,-1-1 0,0 0 0,12-7 0,-13 7 0,-1-1 0,1 0 0,-1 0 0,0-1 0,0 1 0,0-1 0,-1-1 0,1 1 0,-1 0 0,0-1 0,-1 0 0,0 0 0,0 0 0,0 0 0,0-1 0,-1 1 0,0-1 0,-1 1 0,1-1 0,0-10 0,-2 6 0,0-1 0,0 1 0,-1-1 0,0 1 0,-1 0 0,0-1 0,-1 1 0,-1 0 0,1 0 0,-2 1 0,-7-15 0,11 22 0,-1 1 0,1-1 0,-1 1 0,0-1 0,0 1 0,0 0 0,0 0 0,0 0 0,0 0 0,0 0 0,-1 0 0,-3-2 0,5 4 0,-1-1 0,1 1 0,0 0 0,-1 0 0,1-1 0,0 1 0,-1 0 0,1 0 0,0 0 0,-1 0 0,1 1 0,0-1 0,-1 0 0,1 0 0,0 1 0,-1-1 0,1 1 0,0-1 0,0 1 0,0 0 0,0-1 0,-1 1 0,1 0 0,0 0 0,0 0 0,0 0 0,0 0 0,-1 2 0,-4 4 0,1 1 0,0 0 0,0 0 0,1 1 0,0-1 0,0 1 0,1 0 0,0 0 0,1 0 0,-2 13 0,-1 15 0,0 45 0,5-77 0,-1 23-682,4 30-1,1-23-6143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36.0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1 221 24575,'1'-24'0,"2"0"0,0 0 0,12-43 0,-14 66 0,-1-1 0,0 1 0,1-1 0,-1 1 0,1-1 0,0 1 0,-1-1 0,1 1 0,0 0 0,0-1 0,0 1 0,0 0 0,1-2 0,-1 3 0,-1 0 0,0 0 0,1 0 0,-1 0 0,0 0 0,1 0 0,-1 0 0,0 0 0,1 0 0,-1 0 0,0 0 0,1 0 0,-1 0 0,0 0 0,1 0 0,-1 1 0,0-1 0,1 0 0,-1 0 0,0 0 0,1 0 0,-1 1 0,0-1 0,0 0 0,1 0 0,-1 1 0,0-1 0,0 0 0,1 0 0,-1 1 0,0-1 0,0 0 0,0 1 0,1-1 0,2 7 0,-1-1 0,1 0 0,-1 1 0,3 10 0,14 89 0,8 125 0,-6-268 0,12-39 0,-20 41 0,3 1 0,1 0 0,39-59 0,-53 90 0,-1 0 0,1 0 0,0 0 0,0 0 0,0 0 0,0 1 0,6-5 0,-9 7 0,1 0 0,0 0 0,-1-1 0,1 1 0,-1 0 0,1 0 0,0 0 0,-1 0 0,1 0 0,0 0 0,-1-1 0,1 2 0,0-1 0,-1 0 0,1 0 0,-1 0 0,1 0 0,0 0 0,-1 0 0,1 1 0,0-1 0,0 1 0,0 0 0,0 0 0,0-1 0,-1 1 0,1 0 0,0 0 0,0 0 0,-1 0 0,1 0 0,-1 1 0,1-1 0,-1 0 0,1 0 0,-1 0 0,1 2 0,9 65 0,-8-49 0,1-1 0,0 0 0,10 27 0,-12-39 0,1-2 0,1 1 0,-1 0 0,1 0 0,0-1 0,0 1 0,0-1 0,0 0 0,1 0 0,0 0 0,0-1 0,0 1 0,0-1 0,1 0 0,-1 0 0,9 4 0,-7-4 0,1 0 0,-1 0 0,1-1 0,0 0 0,0 0 0,0 0 0,0-1 0,0 0 0,1 0 0,-1-1 0,0 0 0,0 0 0,1-1 0,-1 0 0,0 0 0,0-1 0,9-3 0,11-4 0,1 2 0,-1 0 0,1 2 0,0 1 0,55-1 0,-76 4 0,0 1 0,0-1 0,-1 0 0,1 0 0,0-1 0,-1 0 0,1 0 0,-1-1 0,0 0 0,0 0 0,0 0 0,0-1 0,0 0 0,-1 0 0,1 0 0,-1-1 0,0 1 0,-1-1 0,1 0 0,-1-1 0,0 1 0,4-9 0,-2 4 0,-1 1 0,-1-1 0,1-1 0,-2 1 0,1 0 0,-1-1 0,-1 0 0,0 1 0,-1-1 0,0 0 0,0 0 0,-1 0 0,-2-16 0,1 22 0,0 1 0,0-1 0,0 1 0,-1-1 0,0 1 0,1-1 0,-1 1 0,-1 0 0,1 0 0,-1 0 0,1 0 0,-1 1 0,0-1 0,0 1 0,-1-1 0,1 1 0,-1 0 0,0 0 0,0 1 0,0-1 0,0 1 0,0 0 0,0 0 0,0 0 0,-6-1 0,3 1 0,0 1 0,0 0 0,0 0 0,0 1 0,0-1 0,0 1 0,0 1 0,0 0 0,0 0 0,0 0 0,0 1 0,0 0 0,0 0 0,0 0 0,1 1 0,-7 4 0,1 0 0,1 1 0,0 1 0,0 0 0,1 0 0,0 1 0,1 0 0,0 1 0,1 0 0,0 0 0,0 1 0,2 0 0,-1 0 0,-5 17 0,5-11 0,1 1 0,0 0 0,2 0 0,0 1 0,1-1 0,1 1 0,1 0 0,2 34 0,0-47 0,0 0 0,0-1 0,0 1 0,1-1 0,0 1 0,0-1 0,1 1 0,0-1 0,4 7 0,-6-11 0,1 0 0,-1 0 0,1 0 0,-1 0 0,1-1 0,0 1 0,0-1 0,0 1 0,0-1 0,0 0 0,0 1 0,0-1 0,1 0 0,-1-1 0,0 1 0,1 0 0,-1-1 0,0 1 0,1-1 0,-1 1 0,1-1 0,-1 0 0,1 0 0,-1-1 0,1 1 0,-1 0 0,0-1 0,5-1 0,3-1 0,0-2 0,-1 1 0,1-1 0,-1-1 0,0 0 0,0 0 0,-1-1 0,1 0 0,11-13 0,-10 10 0,0 0 0,1 1 0,0 0 0,20-11 0,-30 20 6,0-1-1,-1 1 0,1-1 1,0 1-1,0-1 0,0 1 1,0 0-1,0 0 0,0-1 1,0 1-1,0 0 0,0 0 1,0 0-1,0 0 0,0 0 1,0 0-1,0 0 0,0 0 1,-1 1-1,1-1 0,0 0 1,0 0-1,0 1 0,0-1 1,1 1-1,-1 0 8,0 1 1,0-1-1,0 0 1,0 1-1,0-1 1,0 0-1,0 1 0,-1-1 1,1 1-1,-1-1 1,1 1-1,-1-1 0,1 4 1,1 7-226,-2 0-1,1 0 1,-3 17 0,2-17-631,-1 18-5983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47.7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18 220 24575,'-2'-2'0,"0"0"0,1 0 0,-1 0 0,1-1 0,-1 1 0,1 0 0,0-1 0,0 1 0,0-1 0,0 0 0,0 1 0,1-1 0,-1 1 0,1-1 0,0 0 0,0 0 0,0 1 0,0-1 0,0 0 0,0 1 0,1-1 0,1-5 0,-1 3 0,1 0 0,0 0 0,0 0 0,0 0 0,1 0 0,0 0 0,0 1 0,0 0 0,0-1 0,7-5 0,2 0 0,1 1 0,0 0 0,0 1 0,1 1 0,0 0 0,1 0 0,0 2 0,0 0 0,0 1 0,20-4 0,20-1 0,87-2 0,293 19-1246,0 35-527,1054 239-3913,-1140-186 5712,648 274-1,-705-231-110,-5 12 1,373 262 0,209 281-1133,-704-539 961,273 333 0,-263-257 153,147 260-1,-199-274 436,-10 5-1,-10 5 1,122 392 0,-147-333 110,-11 3 0,49 515 0,-99-501 2936,-17-225-982,-20 146-1,13-201-2256,7-22-179,-1-1 0,1 1-1,-1-1 1,1 0 0,0 1 0,-1-1 0,1 0 0,-1 1 0,1-1 0,-1 0 0,1 0 0,-1 1 0,0-1 0,1 0 0,-1 0 0,1 0-1,-1 0 1,1 0 0,-1 0 0,1 0 0,-1 0 0,0 0 0,1 0 0,-1 0 0,1 0 0,-1 0 0,1 0 0,-1-1 0,1 1-1,-1 0 1,1 0 0,-1-1 0,1 1 0,-1 0 0,1-1 0,-1 0 0,-9-5-6786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48.0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0 24575,'-2'3'0,"-2"4"0,0 4 0,1 3 0,1 2 0,1 4 0,3 2 0,2 0 0,5-1 0,5-1 0,3 2 0,4 0 0,2 0 0,2-2 0,4-3 0,2-2 0,-4-4-8191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48.1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1 174 24575,'6'-3'0,"7"-7"0,8-4 0,4-6 0,0-3 0,1 0 0,-3 1 0,-2 1 0,-3 1 0,-7 7 0,-8 9 0,-7 10 0,-10 11 0,-8 8 0,-6 9 0,-4 7 0,3-3-8191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0.3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3448 47 24575,'0'-3'0,"0"0"0,-1-1 0,2 0 0,-1 1 0,0-1 0,1 1 0,-1 0 0,1-1 0,0 1 0,2-6 0,-3 8 0,0 1 0,0 0 0,0 0 0,0 0 0,1 0 0,-1 0 0,0 0 0,0 0 0,0-1 0,0 1 0,0 0 0,0 0 0,0 0 0,0 0 0,0 0 0,0 0 0,0 0 0,0 0 0,0 0 0,0 0 0,0-1 0,1 1 0,-1 0 0,0 0 0,0 0 0,0 0 0,0 0 0,0 0 0,0 0 0,0 0 0,0 0 0,1 0 0,-1 0 0,0 0 0,0 0 0,0 0 0,0 0 0,0 0 0,0 0 0,0 0 0,1 0 0,-1 0 0,0 0 0,0 0 0,0 0 0,0 0 0,0 0 0,0 0 0,0 0 0,0 0 0,0 1 0,1-1 0,-1 0 0,3 8 0,-1 11 0,-1 335 0,-2-293 0,-2 24 0,-5 0 0,-3-1 0,-4 0 0,-3-1 0,-4 0 0,-50 121 0,41-132 0,-3-2 0,-3-2 0,-4-1 0,-2-2 0,-2-2 0,-4-3 0,-76 76 0,21-42-276,-3-5 0,-140 89 0,-256 118-934,-353 114 965,-30-71-405,824-316 760,33-11 90,-1-2 1,-38 9 0,50-17-6171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0.6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314 16 24575,'7'-14'0,"-5"12"0,-6 8 0,-28 35 0,-3-3 0,-63 58 0,39-41 0,39-37 0,-25 26 0,42-40 0,-1 1 0,1-1 0,0 1 0,0-1 0,0 1 0,1 0 0,-1 0 0,-2 9 0,5-11 0,0-1 0,0 1 0,0 0 0,0-1 0,0 1 0,0-1 0,1 1 0,-1-1 0,1 1 0,-1-1 0,1 1 0,0-1 0,0 1 0,0-1 0,1 0 0,-1 0 0,0 1 0,1-1 0,0 0 0,-1 0 0,1-1 0,0 1 0,0 0 0,0 0 0,3 1 0,7 5 0,0 0 0,1-1 0,17 8 0,-15-8 0,80 34-1365,-46-23-5461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7.4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209 34 24575,'30'-5'0,"-17"-2"0,-13 7 0,0-1 0,0 1 0,0 0 0,0-1 0,0 1 0,1 0 0,-1-1 0,0 1 0,0-1 0,0 1 0,0 0 0,0-1 0,0 1 0,0-1 0,0 1 0,0 0 0,-1-1 0,1 1 0,0 0 0,0-1 0,0 1 0,0-1 0,0 1 0,-1 0 0,1-1 0,0 1 0,0 0 0,-1 0 0,1-1 0,0 1 0,-1 0 0,1-1 0,-2 0 0,1 0 0,-1 0 0,0 0 0,0 0 0,1 0 0,-1 0 0,0 0 0,0 1 0,0-1 0,0 1 0,0 0 0,0-1 0,0 1 0,0 0 0,0 0 0,0 0 0,0 0 0,0 1 0,0-1 0,0 0 0,-2 2 0,-3-1 0,0 2 0,-1-1 0,1 1 0,-9 5 0,5-1 0,0 0 0,0 2 0,1-1 0,0 1 0,0 1 0,1 0 0,0 0 0,1 1 0,0 0 0,1 0 0,-9 17 0,9-14 0,1 0 0,1 0 0,0 0 0,0 1 0,2-1 0,0 1 0,0 0 0,2 0 0,-1 30 0,3-40 10,-1 0 0,1 1 0,0-1 0,0 0 0,0 0 0,1 0 1,0 0-1,0 0 0,0 0 0,0 0 0,1 0 0,0-1 0,0 0 0,0 1 0,1-1 0,5 5 0,-3-4 5,-1-1 1,2 0-1,-1 0 1,0-1-1,1 0 1,-1 0 0,1 0-1,0-1 1,0 0-1,13 2 1,1-2-230,0-1 1,0-1 0,0-1-1,0 0 1,-1-2 0,1 0-1,28-9 1,0-4-6613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8.0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247 506 24575,'0'-3'0,"1"1"0,0 0 0,0 0 0,0-1 0,0 1 0,0 0 0,1 0 0,-1 0 0,1 0 0,2-3 0,7-9 0,-9 10 0,0 1 0,-1-1 0,1 1 0,-1-1 0,0 0 0,0 0 0,0 0 0,-1 1 0,1-1 0,-1 0 0,0 0 0,0 0 0,0 0 0,-1 0 0,-1-6 0,1 7 0,0 0 0,0 0 0,0 1 0,-1-1 0,1 1 0,-1-1 0,0 1 0,0-1 0,0 1 0,0 0 0,0 0 0,0 0 0,-1 0 0,1 0 0,-1 1 0,1-1 0,-1 1 0,0-1 0,1 1 0,-1 0 0,-5-1 0,2 0 0,0 1 0,0 0 0,0 0 0,0 0 0,-1 1 0,1 0 0,0 0 0,0 0 0,-1 1 0,1 0 0,0 0 0,0 0 0,0 1 0,-6 3 0,5-2 0,0 1 0,0 0 0,0 0 0,0 1 0,1 0 0,0 0 0,0 1 0,0 0 0,-9 12 0,8-7 0,-1 0 0,2 0 0,-1 1 0,2 0 0,0 0 0,0 1 0,1-1 0,0 1 0,1 0 0,1 0 0,0 0 0,1 0 0,0 14 0,1-23 0,0 0 0,1 0 0,-1 0 0,1 0 0,0 0 0,0-1 0,0 1 0,0 0 0,1-1 0,0 1 0,-1-1 0,1 1 0,1-1 0,-1 0 0,0 0 0,1 1 0,5 3 0,-4-4 0,0 0 0,0-1 0,0 1 0,1-1 0,-1 0 0,1 0 0,-1-1 0,1 1 0,0-1 0,0 0 0,-1-1 0,10 1 0,-4-1 0,1 0 0,-1-1 0,1 0 0,-1-1 0,1 0 0,-1-1 0,0 0 0,0 0 0,0-1 0,-1-1 0,1 0 0,13-9 0,-11 4 0,0 0 0,-1-1 0,0 0 0,0-1 0,-2 0 0,1-1 0,9-18 0,-7 10 0,-2-1 0,-1-1 0,0 1 0,6-28 0,-4-4 0,-3 0 0,-1-1 0,-2-77 0,-4 109 0,-1 11 0,1 1 0,-2-1 0,1 1 0,-6-23 0,6 34 0,0 0 0,1 0 0,-1 0 0,0 0 0,0-1 0,0 1 0,0 0 0,0 0 0,0 0 0,0-1 0,0 1 0,0 0 0,0 0 0,0 0 0,-1 0 0,1-1 0,0 1 0,0 0 0,0 0 0,0 0 0,0 0 0,0 0 0,0-1 0,0 1 0,0 0 0,0 0 0,-1 0 0,1 0 0,0 0 0,0 0 0,0 0 0,0-1 0,0 1 0,-1 0 0,1 0 0,0 0 0,0 0 0,0 0 0,0 0 0,-1 0 0,1 0 0,0 0 0,0 0 0,0 0 0,0 0 0,-1 0 0,1 0 0,0 0 0,0 0 0,0 0 0,0 0 0,-1 0 0,1 0 0,0 0 0,0 0 0,0 1 0,-7 12 0,-2 22 0,2 20 0,2 0 0,5 98 0,7-66 0,19 89 0,-11-112-1365,-7-41-5461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8.3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208 158 24575,'7'-4'0,"-1"0"0,0 0 0,1-1 0,-1 0 0,-1-1 0,9-8 0,-12 11 0,1-1 0,0 1 0,-1 0 0,1-1 0,-1 0 0,0 0 0,-1 1 0,1-1 0,0 0 0,-1-1 0,0 1 0,0 0 0,0-5 0,-1 8 0,0-1 0,0 0 0,0 0 0,-1 0 0,1 1 0,-1-1 0,1 0 0,-1 1 0,0-1 0,1 0 0,-1 1 0,0-1 0,0 1 0,0-1 0,0 1 0,0 0 0,-1-1 0,0 0 0,-2-1 0,1 1 0,0 0 0,-1 0 0,1 0 0,-1 0 0,1 1 0,-8-3 0,-1 1 0,-1 1 0,1 0 0,-1 1 0,-14 0 0,17 1 0,1 1 0,-1 0 0,0 0 0,0 1 0,0 0 0,1 1 0,-18 7 0,24-9 0,0 0 0,1 0 0,-1 1 0,1-1 0,-1 1 0,1-1 0,0 1 0,0 0 0,-1 0 0,1 0 0,1 0 0,-1 0 0,0 1 0,0-1 0,1 1 0,0-1 0,-1 1 0,1-1 0,0 1 0,0 0 0,0 0 0,1-1 0,-1 1 0,1 0 0,-1 0 0,1 0 0,0 0 0,0 0 0,0-1 0,1 1 0,0 4 0,2 5 0,1-1 0,1 1 0,0-1 0,0 0 0,1 0 0,0-1 0,1 0 0,10 12 0,71 71 0,-75-79 0,11 7 0,20 21 0,-42-40 0,1 1 0,-1 0 0,0 0 0,0 0 0,0 0 0,0 0 0,0 1 0,-1-1 0,1 1 0,-1-1 0,0 1 0,1 4 0,-2-7 0,0 0 0,0 0 0,0 1 0,-1-1 0,1 0 0,0 0 0,0 0 0,-1 0 0,1 0 0,-1 0 0,1 0 0,-1 0 0,1 0 0,-1 0 0,0 0 0,1 0 0,-1 0 0,0 0 0,0 0 0,0-1 0,1 1 0,-1 0 0,0-1 0,0 1 0,0 0 0,0-1 0,0 1 0,-1-1 0,1 0 0,0 1 0,-1-1 0,-5 2 0,0-1 0,0 1 0,-13-1 0,16 0 0,-18-1-227,-1-1-1,1 0 1,-1-2-1,1 0 1,-32-10-1,15 2-6598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9.0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1 112 24575,'-1'-21'0,"2"-26"0,-1 44 0,0 0 0,1 0 0,-1 0 0,1 0 0,0 0 0,0 0 0,0 0 0,1 0 0,-1 0 0,1 0 0,2-3 0,-4 6 0,0-1 0,0 1 0,0 0 0,1 0 0,-1-1 0,0 1 0,0 0 0,0 0 0,1-1 0,-1 1 0,0 0 0,0 0 0,1 0 0,-1 0 0,0-1 0,0 1 0,1 0 0,-1 0 0,0 0 0,1 0 0,-1 0 0,0 0 0,0 0 0,1 0 0,-1 0 0,0 0 0,1 0 0,-1 0 0,0 0 0,1 0 0,-1 0 0,1 0 0,5 10 0,-1 20 0,-5-27 0,15 159 0,-12 253 0,-4-374 0,-11 67 0,21-126 0,1 1 0,1 1 0,0 0 0,2 0 0,-1 1 0,26-22 0,-26 26 0,0 1 0,1 1 0,0 0 0,0 1 0,1 0 0,0 1 0,1 1 0,27-9 0,-34 13 0,0 1 0,0-1 0,0 2 0,0-1 0,0 1 0,0 1 0,0-1 0,0 1 0,0 1 0,-1-1 0,1 1 0,0 1 0,-1 0 0,9 3 0,-13-4 0,1 0 0,-1 0 0,0 0 0,0 1 0,1-1 0,-2 1 0,1-1 0,0 1 0,0 0 0,-1 0 0,0 0 0,0 1 0,0-1 0,0 1 0,0-1 0,0 1 0,-1-1 0,0 1 0,0 0 0,0 0 0,0 0 0,-1-1 0,1 1 0,-1 0 0,0 0 0,0 0 0,0 0 0,-1 0 0,1 0 0,-3 6 0,2-5 0,-1 0 0,1 0 0,-1-1 0,0 1 0,-1 0 0,1-1 0,-1 1 0,0-1 0,0 0 0,0 0 0,-1 0 0,-6 6 0,3-5 0,0 0 0,0 0 0,-1 0 0,0-1 0,1-1 0,-1 1 0,-10 2 0,0-1 0,-1-1 0,0-1 0,0 0 0,0-1 0,0-2 0,-26-1 0,22-1-455,1-2 0,-27-7 0,10 0-6371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9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2 24575,'0'16'0,"-2"1"0,-4 18 0,-2 21 0,7-41 0,1 0 0,1 0 0,0 0 0,0 0 0,2 0 0,0 0 0,0-1 0,12 28 0,-13-36 0,0-1 0,1 0 0,0 0 0,0 0 0,1-1 0,0 1 0,-1-1 0,1 1 0,1-1 0,-1-1 0,0 1 0,1 0 0,0-1 0,0 0 0,0 0 0,0-1 0,1 1 0,-1-1 0,0 0 0,1-1 0,0 1 0,-1-1 0,1 0 0,0-1 0,0 1 0,6-1 0,-7 0 0,0-1 0,-1 1 0,1-1 0,0 0 0,-1 0 0,1-1 0,-1 1 0,1-1 0,-1 0 0,0 0 0,0 0 0,0-1 0,4-3 0,-1 1 0,-1-1 0,0-1 0,0 1 0,0-1 0,-1 1 0,7-14 0,1-4 0,-2-2 0,0 1 0,9-39 0,-12 34 0,-1-1 0,3-40 0,-13 103 0,2 1 0,2 0 0,5 33 0,-5-52 0,1 0 0,1 1 0,1-1 0,0-1 0,0 1 0,1 0 0,1-1 0,1 0 0,-1-1 0,16 22 0,-20-31 0,0-1 0,1 1 0,-1-1 0,0 0 0,1 1 0,-1-1 0,1 0 0,0 0 0,-1-1 0,1 1 0,0 0 0,0-1 0,0 0 0,0 0 0,1 0 0,-1 0 0,0 0 0,0-1 0,1 1 0,-1-1 0,0 0 0,1 0 0,-1 0 0,0 0 0,1-1 0,-1 1 0,0-1 0,0 0 0,0 0 0,1 0 0,-1 0 0,0-1 0,0 1 0,-1-1 0,1 0 0,5-4 0,0-1 0,0 0 0,0-1 0,-1 0 0,0-1 0,0 0 0,-1 0 0,0 0 0,0-1 0,-1 0 0,4-10 0,0-9 0,-1 0 0,-1 0 0,-1-1 0,-2 0 0,-1 0 0,-2-53 0,0 118 0,-2 1 0,1 0 0,3-1 0,1 1 0,10 44 0,-11-71-195,0 0 0,0 1 0,1-2 0,0 1 0,0 0 0,9 11 0,-2-7-6631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4:59.8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1 24575,'-3'0'0,"-4"0"0,-4 0 0,-3 0 0,1 3 0,3 4 0,0 3 0,2 4 0,2 2 0,2 1 0,2-2-8191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0.1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 24575,'0'-3'0,"0"2"0,0 7 0,0 9 0,0 7 0,0 9 0,0 11 0,0 7 0,0 8 0,0 5 0,0 1 0,3 2 0,1-4 0,0-4 0,-1-5 0,-1-9 0,-1-6 0,0-9-8191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0.7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176 688 24575,'22'-16'0,"-20"15"0,0 0 0,0 0 0,0 0 0,-1 0 0,1-1 0,0 1 0,-1 0 0,1-1 0,-1 1 0,1-1 0,-1 0 0,0 1 0,0-1 0,0 0 0,0 0 0,0 0 0,0 0 0,0 0 0,0 0 0,0-4 0,-1 3 0,1-1 0,-1 0 0,0 1 0,0-1 0,-1 1 0,1-1 0,-1 0 0,0 1 0,0-1 0,0 1 0,0 0 0,0-1 0,-1 1 0,1 0 0,-1 0 0,0 0 0,0 0 0,-1 0 0,1 0 0,0 0 0,-1 1 0,0-1 0,1 1 0,-1 0 0,0 0 0,0 0 0,-5-2 0,5 2 0,-1 0 0,1 0 0,-1 0 0,1 1 0,-1 0 0,0 0 0,0 0 0,0 0 0,0 0 0,0 1 0,1-1 0,-1 1 0,0 0 0,0 1 0,0-1 0,0 1 0,0-1 0,0 1 0,0 0 0,0 1 0,1-1 0,-1 1 0,0-1 0,1 1 0,-4 3 0,-1 3 0,1 0 0,-1 1 0,2-1 0,-1 2 0,1-1 0,1 1 0,-1 0 0,2 0 0,-1 0 0,2 1 0,-1-1 0,1 1 0,1 0 0,0 0 0,0 0 0,2 0 0,-1 1 0,1-1 0,1 0 0,1 13 0,-1-20 0,0-1 0,0 1 0,0-1 0,0 0 0,0 0 0,1 1 0,0-1 0,-1 0 0,1 0 0,0 0 0,0-1 0,1 1 0,-1 0 0,1-1 0,-1 0 0,1 1 0,5 2 0,-4-3 0,0 0 0,0-1 0,0 1 0,1-1 0,-1 0 0,1 0 0,-1 0 0,1-1 0,-1 0 0,1 1 0,-1-2 0,6 1 0,2-2 0,0-1 0,-1 0 0,1 0 0,0-1 0,-1 0 0,0-1 0,0-1 0,-1 0 0,14-9 0,-10 3 0,-1 0 0,0-1 0,-1-1 0,0 0 0,-1 0 0,-1-1 0,0-1 0,-1 0 0,-1 0 0,0-1 0,6-22 0,4-16 0,-3 0 0,9-72 0,-14 63 0,-3-1 0,-3-114 0,-4 174 0,-1 1 0,1 0 0,-1-1 0,0 1 0,0 0 0,0-1 0,-4-6 0,5 11 0,0-1 0,-1 1 0,1-1 0,0 1 0,0 0 0,-1-1 0,1 1 0,0 0 0,-1-1 0,1 1 0,0 0 0,-1-1 0,1 1 0,0 0 0,-1 0 0,1-1 0,-1 1 0,1 0 0,-1 0 0,1 0 0,-1 0 0,1 0 0,0-1 0,-1 1 0,1 0 0,-1 0 0,0 0 0,0 1 0,-1 0 0,1-1 0,0 1 0,0 0 0,0-1 0,0 1 0,0 0 0,0 0 0,0 0 0,1 0 0,-1 0 0,0 0 0,0 0 0,1 0 0,-2 2 0,-6 13 0,0 1 0,2-1 0,0 1 0,0 1 0,-2 19 0,-12 91 0,16-86 0,2 0 0,2-1 0,1 1 0,15 82 0,-12-101 0,2 1 0,1-1 0,0-1 0,2 0 0,0 0 0,2 0 0,0-1 0,2-1 0,0 0 0,18 21 0,-26-36 25,-1 0-1,1-1 0,0 0 1,0 0-1,0 0 1,0-1-1,1 1 0,0-1 1,-1-1-1,1 1 0,0-1 1,0 0-1,8 2 1,-9-4-107,-1 1 1,0-1 0,0 0 0,0 0-1,0 0 1,1-1 0,-1 1-1,0-1 1,0 0 0,0 0 0,0-1-1,0 1 1,0-1 0,-1 0 0,1 0-1,0 0 1,-1 0 0,0-1 0,1 1-1,4-6 1,10-12-6745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2.1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47 24575,'3'0'0,"4"0"0,4 0 0,3 0 0,4 0 0,6 0 0,5-3 0,3-1 0,5 0 0,5-2 0,4 0 0,1 1 0,0-2 0,-1 1 0,-9 1-8191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2.4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24575,'-3'0'0,"2"0"0,4 0 0,8 0 0,7 0 0,7 0 0,5 0 0,4 0 0,1 0 0,4 3 0,-1 0 0,-5 1 0,-5-1 0,-4-1 0,-6-1-8191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2.7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24575,'0'3'0,"2"4"0,2 3 0,3 7 0,0 6 0,2 4 0,2 8 0,-1 8 0,-1 7 0,-3 7 0,-3 1 0,-1 4 0,-1-3 0,-1-3 0,-3-5 0,-2-5 0,1-10-8191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3.0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14 239 24575,'-7'-84'0,"4"64"0,1-1 0,1 1 0,2-35 0,-1 53 0,0 1 0,0-1 0,1 0 0,-1 0 0,1 0 0,-1 0 0,1 0 0,0 0 0,-1 1 0,1-1 0,0 0 0,0 0 0,0 1 0,1-1 0,-1 1 0,0-1 0,1 1 0,1-2 0,-2 2 0,1 1 0,-1-1 0,1 0 0,-1 1 0,1-1 0,0 1 0,-1 0 0,1 0 0,0-1 0,-1 1 0,1 0 0,0 0 0,-1 1 0,1-1 0,0 0 0,2 1 0,6 3 0,-1 0 0,1 0 0,-1 1 0,-1 0 0,13 9 0,12 10 0,-2 0 0,-1 2 0,27 31 0,-42-41 0,-2 0 0,0 1 0,-1 0 0,-1 1 0,0 1 0,-1-1 0,10 30 0,-18-43 0,-1 0 0,1 0 0,-1 0 0,0 0 0,0 1 0,-1-1 0,0 0 0,0 0 0,0 1 0,0-1 0,-1 0 0,-1 7 0,0-9 0,1 0 0,-1 0 0,1 1 0,-1-1 0,0 0 0,0 0 0,0-1 0,-1 1 0,1 0 0,-1-1 0,1 1 0,-1-1 0,0 0 0,0 0 0,0 0 0,0 0 0,0-1 0,-7 3 0,-4 1-136,-1-1-1,0-1 1,0 0-1,0-1 1,0 0-1,0-2 1,0 1-1,-1-2 0,-24-4 1,-3-2-6690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3.4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61 24575,'9'-1'0,"-8"1"0,1 0 0,-1 0 0,1 0 0,-1 0 0,1 0 0,-1 0 0,1 1 0,-1-1 0,1 0 0,-1 1 0,1-1 0,-1 1 0,1 0 0,-1-1 0,0 1 0,1 0 0,0 1 0,21 14 0,-2 1 0,0 1 0,19 22 0,-29-28 0,0 0 0,-1 1 0,-1 1 0,0 0 0,0 0 0,8 21 0,-16-32 0,0 1 0,0-1 0,0 0 0,0 1 0,0-1 0,-1 1 0,0-1 0,1 1 0,-1 0 0,-1-1 0,1 1 0,0-1 0,-1 1 0,0-1 0,0 1 0,0-1 0,-1 4 0,1-6 0,0 1 0,-1 0 0,1-1 0,0 1 0,-1-1 0,1 0 0,-1 1 0,1-1 0,-1 0 0,1 0 0,-1 0 0,0 0 0,0 0 0,1 0 0,-1-1 0,0 1 0,0-1 0,0 1 0,0-1 0,0 0 0,0 1 0,0-1 0,0 0 0,0 0 0,0 0 0,0-1 0,0 1 0,0 0 0,0-1 0,1 1 0,-4-2 0,1 1 0,0-1 0,0 1 0,1 0 0,-1-1 0,1 0 0,-1 0 0,1 0 0,0 0 0,0 0 0,0-1 0,0 0 0,0 1 0,0-1 0,1 0 0,0 0 0,-1-1 0,-1-3 0,1 1 0,1 1 0,0 0 0,1-1 0,-1 1 0,1-1 0,0 0 0,1 1 0,-1-1 0,1 0 0,1-10 0,1 3 0,0 1 0,0 0 0,2 0 0,-1 0 0,1 1 0,1-1 0,0 1 0,1 0 0,0 0 0,11-13 0,-7 12-195,0 1 0,1 0 0,0 0 0,1 1 0,1 1 0,13-9 0,5 1-6631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4.3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269 617 24575,'-4'-1'0,"1"0"0,-1-1 0,0 1 0,0-1 0,1 0 0,-1 0 0,1 0 0,0-1 0,-1 1 0,1-1 0,0 0 0,-3-4 0,-13-9 0,17 14 0,-1 1 0,1 0 0,-1-1 0,1 1 0,-1 0 0,1 0 0,-1 0 0,0 1 0,1-1 0,-1 1 0,0-1 0,0 1 0,1 0 0,-1 0 0,0 0 0,0 0 0,1 1 0,-5 0 0,2 1 0,1 0 0,-1 0 0,1 0 0,0 0 0,0 1 0,0 0 0,0 0 0,0 0 0,-6 6 0,-1 5 0,0-1 0,1 1 0,1 1 0,-16 31 0,19-34 0,1 0 0,0 1 0,1 0 0,0 0 0,1 1 0,1-1 0,0 1 0,0 15 0,2-23 0,0-1 0,0 1 0,1-1 0,0 0 0,0 1 0,0-1 0,1 0 0,-1 0 0,1 0 0,0 0 0,1 0 0,0 0 0,-1-1 0,1 1 0,1-1 0,-1 0 0,1 0 0,-1 0 0,1 0 0,0 0 0,1-1 0,-1 0 0,8 5 0,-4-4 0,0-1 0,0 1 0,0-2 0,0 1 0,1-1 0,-1 0 0,1 0 0,0-1 0,-1-1 0,1 1 0,0-1 0,0-1 0,-1 0 0,1 0 0,0 0 0,-1-1 0,0 0 0,1-1 0,-1 0 0,0-1 0,13-7 0,-13 7 0,0-2 0,0 1 0,0-1 0,-1-1 0,0 1 0,0-1 0,-1 0 0,0-1 0,0 1 0,-1-1 0,0-1 0,0 1 0,-1-1 0,0 1 0,-1-1 0,1 0 0,-2 0 0,1-1 0,1-15 0,-3 12 0,-1 1 0,-1 0 0,0-1 0,0 1 0,-1 0 0,-1 0 0,0 0 0,0 0 0,-1 0 0,-1 0 0,0 1 0,-1 0 0,0 0 0,0 1 0,-1 0 0,-1 0 0,0 0 0,0 1 0,-16-14 0,12 15 0,7 9 0,6 0 0,-1 1 0,1-1 0,0 0 0,-1 1 0,1-1 0,0 0 0,-1 0 0,1 0 0,0 0 0,0 0 0,0 0 0,0 0 0,2 2 0,12 8 0,-1 0 0,1-2 0,1 1 0,0-2 0,0 0 0,1-1 0,-1-1 0,19 5 0,-2-3 0,1-1 0,0-1 0,44 1 0,-44-6 0,-1-2 0,0-1 0,57-11 0,-66 8 0,-2-1 0,1-2 0,-1 0 0,0-1 0,41-24 0,-56 29 0,-1 0 0,0-1 0,0 0 0,0 0 0,6-7 0,-11 11 0,0 0 0,0 0 0,0 0 0,-1 0 0,1 0 0,0 0 0,0 0 0,-1 0 0,1-1 0,-1 1 0,1 0 0,-1 0 0,0 0 0,1-1 0,-1 1 0,0 0 0,0 0 0,0-1 0,0 1 0,0 0 0,0-1 0,0 1 0,0 0 0,-1 0 0,1-1 0,0 1 0,-1 0 0,1 0 0,-1 0 0,1-1 0,-1 1 0,0 0 0,1 0 0,-1 0 0,0 0 0,0 0 0,0 0 0,0 0 0,-1-1 0,-3-1 0,0 0 0,0 1 0,-1-1 0,1 1 0,0 0 0,-1 0 0,1 1 0,-1 0 0,0 0 0,1 0 0,-1 0 0,0 1 0,-7 0 0,-4 1 0,-1 1 0,-34 8 0,36-6 0,1 1 0,-1 0 0,1 2 0,0-1 0,1 2 0,-1 0 0,2 1 0,-1 0 0,1 1 0,1 1 0,-1 0 0,2 0 0,-14 17 0,18-19 0,1 0 0,0 0 0,1 0 0,0 0 0,1 1 0,-1 0 0,2 0 0,-1 0 0,2 1 0,-1-1 0,1 1 0,1-1 0,0 1 0,0 0 0,1-1 0,1 1 0,0 0 0,0-1 0,1 1 0,0-1 0,5 14 0,-5-17 0,1 0 0,0 0 0,1 0 0,0 0 0,0-1 0,0 1 0,1-1 0,0 0 0,0 0 0,0-1 0,1 1 0,-1-1 0,2 0 0,-1-1 0,9 6 0,-9-7 0,0-1 0,0 1 0,0-1 0,1 0 0,-1-1 0,1 0 0,-1 0 0,1 0 0,-1-1 0,1 1 0,-1-2 0,1 1 0,0-1 0,-1 0 0,0 0 0,1-1 0,-1 1 0,8-4 0,2-3 0,-1 0 0,0 0 0,0-2 0,-1 1 0,0-2 0,-1 0 0,0-1 0,-1 0 0,0-1 0,-1 0 0,0-1 0,-1 0 0,0 0 0,12-27 0,-7 6 0,0 0 0,-3 0 0,-1-1 0,-1-1 0,8-62 0,-8 0 0,-4 0 0,-9-122 0,3 219 0,0-6 0,-1 0 0,0 1 0,0-1 0,-4-14 0,5 23 0,0-1 0,0 0 0,0 0 0,0 0 0,0 0 0,0 0 0,0 0 0,0 1 0,0-1 0,0 0 0,0 0 0,0 0 0,0 0 0,0 0 0,0 0 0,0 1 0,0-1 0,0 0 0,0 0 0,-1 0 0,1 0 0,0 0 0,0 0 0,0 0 0,0 0 0,0 1 0,0-1 0,0 0 0,0 0 0,-1 0 0,1 0 0,0 0 0,0 0 0,0 0 0,0 0 0,0 0 0,-1 0 0,1 0 0,0 0 0,0 0 0,0 0 0,0 0 0,0 0 0,0 0 0,-1 0 0,1 0 0,0 0 0,0 0 0,0 0 0,0 0 0,0 0 0,0 0 0,-1 0 0,1 0 0,0-1 0,0 1 0,0 0 0,0 0 0,0 0 0,0 0 0,0 0 0,0 0 0,-1 0 0,1 0 0,0-1 0,0 1 0,0 0 0,0 0 0,0 0 0,-4 12 0,-4 35 0,2 1 0,2-1 0,3 75 0,1-100 0,1 71 0,4-1 0,30 161 0,-28-224-682,14 37-1,-7-33-6143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4.6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127 54 24575,'-3'-3'0,"1"1"0,-1-1 0,0 1 0,0 0 0,0-1 0,-1 1 0,1 1 0,0-1 0,-1 0 0,1 1 0,-1 0 0,0 0 0,1 0 0,-1 0 0,-5 0 0,6 1 0,1 0 0,0 1 0,0-1 0,0 1 0,-1-1 0,1 1 0,0 0 0,0-1 0,0 1 0,0 0 0,0 1 0,0-1 0,0 0 0,0 0 0,1 1 0,-1-1 0,0 1 0,1 0 0,-1-1 0,1 1 0,0 0 0,-1 0 0,1 0 0,0 0 0,0 0 0,-1 4 0,-2 6 0,0 0 0,1 1 0,0-1 0,1 1 0,0 0 0,1 0 0,1-1 0,0 1 0,0 0 0,4 13 0,-2-8 0,2-1 0,0 0 0,1-1 0,1 1 0,0-1 0,17 29 0,-20-39 0,1-1 0,-1 0 0,1 1 0,0-2 0,1 1 0,-1 0 0,1-1 0,0 0 0,0 0 0,1 0 0,-1-1 0,1 0 0,-1 0 0,1 0 0,8 2 0,-9-3 0,1-1 0,-1 0 0,0-1 0,0 1 0,1-1 0,-1 0 0,0-1 0,0 1 0,0-1 0,1 0 0,-1 0 0,0-1 0,0 1 0,0-1 0,0 0 0,-1-1 0,1 1 0,0-1 0,4-4 0,1-1 0,0-1 0,0-1 0,-1 1 0,0-2 0,-1 1 0,0-1 0,-1-1 0,0 1 0,-1-1 0,8-20 0,0-8 0,-1 0 0,7-44 0,-5-6-1365,-13 71-5461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4.9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140 143 24575,'-1'-9'0,"0"-1"0,-1 1 0,0-1 0,0 1 0,-1-1 0,0 1 0,-1 0 0,0 0 0,-1 1 0,1-1 0,-2 1 0,1 0 0,-10-9 0,15 16 0,-1 0 0,1 1 0,-1-1 0,1 1 0,-1-1 0,1 1 0,-1-1 0,0 1 0,1-1 0,-1 1 0,0 0 0,0-1 0,1 1 0,-1 0 0,0-1 0,0 1 0,1 0 0,-1 0 0,0 0 0,0 0 0,0 0 0,1 0 0,-1 0 0,0 0 0,-1 1 0,1-1 0,-1 1 0,1 0 0,0 0 0,0 0 0,0-1 0,0 1 0,0 0 0,0 1 0,0-1 0,0 0 0,0 0 0,0 0 0,0 2 0,-3 6 0,0 0 0,1 0 0,-3 14 0,5-19 0,-8 32 0,1 1 0,-5 65 0,13-90 0,-1 1 0,1 0 0,1 0 0,1-1 0,0 1 0,0-1 0,1 1 0,1-1 0,0 0 0,0 0 0,12 20 0,-13-27-85,1 0 0,0 0-1,0-1 1,0 0 0,0 0-1,1 0 1,-1 0 0,1 0-1,0-1 1,1 0 0,-1 0-1,0-1 1,1 1 0,-1-1-1,7 1 1,17 4-6741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5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74 171 24575,'1'-26'0,"-1"9"0,0-1 0,-1 0 0,0 1 0,-8-35 0,8 51 0,1-1 0,0 1 0,-1-1 0,1 1 0,-1-1 0,0 1 0,1-1 0,-1 1 0,0 0 0,0 0 0,0-1 0,0 1 0,0 0 0,-1-1 0,1 1 0,1 1 0,-1 0 0,1 0 0,-1 0 0,1 0 0,0 0 0,-1 0 0,1 0 0,-1 0 0,1 0 0,-1 0 0,1 0 0,0 0 0,-1 0 0,1 0 0,-1 1 0,1-1 0,-1 0 0,1 0 0,0 0 0,-1 1 0,1-1 0,0 0 0,-1 0 0,1 1 0,0-1 0,-1 0 0,1 1 0,0-1 0,-1 1 0,-2 3 0,1 1 0,-1-1 0,1 0 0,0 1 0,1 0 0,-1 0 0,-1 7 0,-5 34 0,2 1 0,2-1 0,2 60 0,22 140 0,-11-185-682,31 103-1,-30-129-6143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5.4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0 218 24575,'0'-1'0,"0"0"0,1 1 0,-1-1 0,0 0 0,0 1 0,1-1 0,-1 1 0,0-1 0,1 1 0,-1-1 0,1 1 0,-1-1 0,0 1 0,1-1 0,-1 1 0,1-1 0,0 1 0,-1 0 0,1-1 0,-1 1 0,1 0 0,-1-1 0,1 1 0,1 0 0,18-6 0,-14 5 0,34-8 0,75-5 0,-80 12 0,0-2 0,-1-2 0,42-11 0,-72 16 0,0 0 0,0-1 0,-1 1 0,1-1 0,-1 0 0,1 0 0,-1 0 0,0 0 0,0 0 0,0-1 0,0 1 0,0-1 0,-1 0 0,1 0 0,-1 0 0,4-6 0,-4 4 0,0-1 0,0 0 0,-1 0 0,1 0 0,-1 0 0,-1 0 0,1 0 0,-1 0 0,-1-11 0,-1-13 0,0 27 0,1 19 0,-8 101 255,5-86-525,1 0 0,1 1 0,2-1 0,1 0 0,8 46 0,-2-48-6556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5.6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72 24575,'0'-9'0,"0"-6"0,0-3 0,-3 1 0,-1 7 0,-2 8 0,-1 9 0,1 8 0,2 7 0,1-1-8191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6.4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247 138 24575,'-53'-31'0,"34"19"0,-27-14 0,40 24 0,0-1 0,0 1 0,0 0 0,0 1 0,0 0 0,0 0 0,0 0 0,-1 0 0,-8 1 0,13 1 0,-1-1 0,0 1 0,1-1 0,-1 1 0,1 0 0,-1 0 0,1 0 0,-1 1 0,1-1 0,0 1 0,-1-1 0,1 1 0,0 0 0,0 0 0,0 0 0,0 0 0,1 0 0,-1 0 0,1 0 0,-1 0 0,1 1 0,0-1 0,-1 1 0,1-1 0,1 1 0,-1-1 0,0 1 0,1 0 0,-1 4 0,-1 7 0,0-1 0,2 0 0,-1 1 0,4 23 0,0-13 0,1 0 0,1 0 0,2 0 0,0-1 0,2 0 0,0 0 0,1-1 0,2 0 0,0-1 0,1 0 0,1-1 0,1 0 0,18 17 0,-29-32 0,1-1 0,1 0 0,-1 0 0,0 0 0,1-1 0,0 1 0,0-1 0,0-1 0,0 1 0,0-1 0,1 0 0,-1-1 0,8 2 0,-8-3 0,-1 1 0,0-2 0,1 1 0,-1 0 0,0-1 0,1 0 0,-1 0 0,0-1 0,0 0 0,0 1 0,0-2 0,0 1 0,-1 0 0,1-1 0,-1 0 0,8-6 0,0-3 0,0 0 0,0-1 0,-2 0 0,1-1 0,-2 0 0,0 0 0,0-1 0,-2-1 0,1 1 0,-2-1 0,0-1 0,4-23 0,-4 16 0,-2 0 0,-1 0 0,-1 0 0,0-1 0,-2 1 0,-1-1 0,-2 1 0,-5-28 0,7 46 0,-1-1 0,0 1 0,0 0 0,0 0 0,-1 0 0,0 0 0,-1 0 0,1 1 0,-1-1 0,-7-7 0,10 12 0,-1-1 0,0 1 0,1-1 0,-1 1 0,0 0 0,0 0 0,0 0 0,1 0 0,-1 0 0,0 0 0,-1 0 0,1 1 0,0-1 0,0 1 0,0-1 0,0 1 0,0 0 0,0 0 0,-1 0 0,1 0 0,0 0 0,0 1 0,0-1 0,0 1 0,0-1 0,0 1 0,-1 0 0,2 0 0,-1 0 0,0 0 0,0 0 0,0 0 0,0 0 0,1 1 0,-3 1 0,-3 4 0,0 0 0,1 1 0,0-1 0,0 2 0,1-1 0,0 1 0,0-1 0,1 1 0,0 1 0,0-1 0,1 0 0,0 1 0,1 0 0,0 0 0,1-1 0,0 1 0,1 0 0,0 16 0,0-23 0,1 0 0,-1 0 0,1 0 0,0 0 0,0-1 0,0 1 0,0 0 0,0 0 0,0-1 0,1 1 0,-1-1 0,1 1 0,0-1 0,0 1 0,0-1 0,0 0 0,0 0 0,0 0 0,4 2 0,-3-2 0,1-1 0,-1 1 0,1-1 0,0 0 0,0 0 0,0-1 0,-1 1 0,1-1 0,0 1 0,0-1 0,0 0 0,7-2 0,5-1 0,0-1 0,-1 0 0,0-1 0,0-1 0,27-15 0,53-39 0,-61 37 0,42-21 0,-71 41 0,0 1 0,0 0 0,0 0 0,0 0 0,0 1 0,1-1 0,-1 1 0,9 0 0,-13 1 0,1 0 0,0 0 0,-1 0 0,1 1 0,0-1 0,-1 1 0,1-1 0,-1 1 0,1 0 0,-1-1 0,1 1 0,-1 0 0,1 0 0,-1 0 0,0 0 0,1 0 0,-1 0 0,0 0 0,0 1 0,0-1 0,0 0 0,0 1 0,0-1 0,0 1 0,-1-1 0,1 1 0,0-1 0,-1 1 0,1-1 0,-1 1 0,1 3 0,3 24 0,-1 0 0,-2 0 0,-1 1 0,-4 32 0,1 3 0,2-31 0,-1-20 0,2 0 0,0 0 0,0 0 0,5 25 0,-5-38 0,0 0 0,0-1 0,0 1 0,0 0 0,0 0 0,1 0 0,-1-1 0,0 1 0,0 0 0,1 0 0,-1-1 0,0 1 0,1 0 0,-1 0 0,1-1 0,-1 1 0,1-1 0,-1 1 0,1 0 0,0-1 0,-1 1 0,1-1 0,0 1 0,-1-1 0,1 0 0,0 1 0,0-1 0,-1 0 0,1 1 0,0-1 0,0 0 0,-1 0 0,1 0 0,0 0 0,0 0 0,0 0 0,0 0 0,-1 0 0,1 0 0,0 0 0,0 0 0,0 0 0,-1-1 0,1 1 0,0 0 0,0 0 0,-1-1 0,1 1 0,0-1 0,1 0 0,3-3 0,1 0 0,0-1 0,-1 0 0,7-8 0,-10 11 0,130-165 0,-89 108 0,79-84 0,-116 137 0,0 1 0,0-1 0,1 1 0,7-5 0,-13 10 0,1-1 0,-1 0 0,0 1 0,0-1 0,0 0 0,1 1 0,-1-1 0,0 1 0,0 0 0,1-1 0,-1 1 0,0 0 0,1 0 0,-1 0 0,0 0 0,1 0 0,-1 0 0,0 0 0,1 1 0,-1-1 0,0 0 0,1 1 0,-1-1 0,0 1 0,0-1 0,0 1 0,1 0 0,-1-1 0,0 1 0,0 0 0,0 0 0,2 2 0,1 5 0,1 0 0,-1 1 0,0-1 0,-1 1 0,0 0 0,0 0 0,-1 0 0,0 0 0,0 10 0,3 8 0,-5-27 0,30 116 0,-26-104 0,0 0 0,1-1 0,1 0 0,-1 0 0,2 0 0,0-1 0,12 15 0,-17-23-97,-1 0-1,1 0 1,0 0-1,0 0 1,0-1-1,1 1 1,-1-1-1,0 0 1,0 0-1,1 0 1,-1 0-1,1 0 0,4 1 1,8-1-6729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8.0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308 124 24575,'16'-15'0,"-7"8"0,-1-1 0,13-16 0,-19 23 0,-1-1 0,0 0 0,1 0 0,-1 0 0,0-1 0,0 1 0,0 0 0,0 0 0,-1 0 0,1-1 0,-1 1 0,1 0 0,-1-1 0,0 1 0,0-1 0,0 1 0,0 0 0,-1-5 0,0 6 0,1-1 0,-1 1 0,0-1 0,0 1 0,0 0 0,0-1 0,0 1 0,0 0 0,-1 0 0,1 0 0,0 0 0,-1 0 0,1 0 0,0 0 0,-1 1 0,1-1 0,-1 0 0,1 1 0,-1-1 0,0 1 0,1 0 0,-1-1 0,1 1 0,-4 0 0,-4-1 0,0 1 0,0 0 0,-11 1 0,8 1 0,-1 1 0,1 0 0,0 0 0,0 1 0,0 1 0,0 0 0,1 0 0,-1 1 0,2 1 0,-1 0 0,1 0 0,-13 13 0,10-8 0,1 0 0,1 1 0,0 1 0,0 0 0,2 0 0,0 1 0,0 1 0,-11 28 0,15-29 0,0-1 0,1 1 0,1 0 0,0 0 0,1 0 0,1 0 0,0 1 0,1-1 0,1 1 0,2 15 0,-1-20 0,0-1 0,1 1 0,1 0 0,0-1 0,0 1 0,1-1 0,0 0 0,0-1 0,1 1 0,1-1 0,0 0 0,0-1 0,1 0 0,12 12 0,-11-14 38,0 1 0,0-2 0,1 1 0,0-1 0,0 0 0,0-1 0,0 0 0,16 3 0,-6-3-465,0-1 0,0-1 1,33 1-1,3-6-6399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8.5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368 515 24575,'0'-6'0,"1"1"0,0-1 0,0 1 0,4-10 0,3-16 0,-8 27 0,0-1 0,0 1 0,0-1 0,-1 1 0,1 0 0,-1-1 0,0 1 0,0 0 0,0 0 0,-1 0 0,0 0 0,0 0 0,0 0 0,-5-7 0,3 5 0,0 1 0,-1 0 0,0 1 0,0-1 0,0 1 0,-1 0 0,1 0 0,-1 1 0,-8-5 0,7 5 0,1 0 0,-1 1 0,0-1 0,0 1 0,1 1 0,-1-1 0,-1 1 0,1 0 0,0 1 0,0 0 0,0 0 0,0 1 0,0-1 0,0 1 0,0 1 0,0-1 0,0 1 0,0 1 0,-10 4 0,6 1 0,0 0 0,0 1 0,1 0 0,1 1 0,-1-1 0,1 2 0,1 0 0,0 0 0,1 0 0,0 1 0,-5 13 0,4-9 0,1 2 0,1-1 0,0 1 0,2 0 0,0 0 0,1 0 0,-1 30 0,3-43 0,1 1 0,1-1 0,-1 1 0,1-1 0,0 1 0,0-1 0,1 0 0,0 0 0,-1 1 0,2-1 0,-1 0 0,1-1 0,-1 1 0,1 0 0,1-1 0,-1 0 0,7 7 0,-7-8 0,1 0 0,0-1 0,0 1 0,0-1 0,0 0 0,0 0 0,0 0 0,1 0 0,-1-1 0,1 0 0,-1 0 0,1 0 0,-1 0 0,1-1 0,-1 0 0,1 0 0,0 0 0,-1 0 0,1-1 0,0 0 0,4-1 0,3-2 0,-1 0 0,0-1 0,0 0 0,0-1 0,0 0 0,-1 0 0,0-1 0,-1-1 0,1 0 0,-1 0 0,-1-1 0,0 0 0,0 0 0,12-20 0,-3 1 0,0-1 0,-3 0 0,0-2 0,12-40 0,0-25 0,-5 0 0,10-103 0,-24 149 0,-8 139 0,-3-36 52,-8 145 221,12-166-611,1 0 0,2 0 0,1-1 0,9 35 0,-2-30-6488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8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450 155 24575,'9'-10'0,"0"-1"0,10-16 0,-16 22 0,-1 1 0,1-1 0,-1 0 0,0 1 0,0-1 0,0 0 0,-1 0 0,0 0 0,1-7 0,-2 10 0,0 0 0,0 0 0,-1-1 0,1 1 0,-1 0 0,1 0 0,-1 0 0,0 0 0,0 0 0,0 0 0,0 0 0,0 0 0,0 0 0,-1 1 0,1-1 0,-1 0 0,1 1 0,-1-1 0,1 1 0,-1-1 0,0 1 0,0 0 0,0 0 0,0 0 0,0 0 0,0 0 0,0 0 0,0 1 0,0-1 0,0 0 0,0 1 0,0 0 0,-3-1 0,-5 0 0,0 0 0,-1 1 0,1 0 0,0 1 0,0 0 0,-10 2 0,4 0 0,0 1 0,1 1 0,-1 1 0,1 0 0,0 1 0,0 0 0,1 1 0,-22 16 0,31-20 0,0 1 0,0-1 0,1 1 0,-1 0 0,1 0 0,0 1 0,0-1 0,1 1 0,0 0 0,-4 9 0,6-10 0,-1 0 0,1 0 0,0 0 0,0 0 0,1 0 0,0 1 0,0-1 0,0 0 0,0 0 0,1 0 0,0 1 0,0-1 0,1 0 0,2 9 0,4 1 0,-1 0 0,2 0 0,0-1 0,0 0 0,2-1 0,-1 0 0,14 12 0,92 78 0,-106-94 0,11 7 0,32 30 0,-49-42 0,0 0 0,0 1 0,-1-1 0,1 1 0,-1 0 0,0 0 0,-1 0 0,1 0 0,2 8 0,-5-12 0,1 0 0,-1 1 0,0-1 0,0 0 0,0 0 0,0 1 0,0-1 0,0 0 0,0 1 0,0-1 0,0 0 0,0 1 0,-1-1 0,1 0 0,-1 0 0,1 1 0,-1-1 0,1 0 0,-1 0 0,0 0 0,1 0 0,-1 0 0,0 0 0,0 0 0,0 0 0,0 0 0,0 0 0,0 0 0,0-1 0,0 1 0,0 0 0,0-1 0,0 1 0,-1-1 0,1 1 0,-2 0 0,-4 1 0,0 0 0,0-1 0,0 0 0,0 0 0,-10 0 0,-6-1 0,1-1 0,0-1 0,0-2 0,-34-8 0,17 1 0,-61-27 0,1-15-1365,61 29-5461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09.6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263 605 24575,'24'3'0,"-20"-2"0,0-1 0,-1 1 0,1-1 0,0 0 0,0 0 0,6 0 0,-9-1 0,1 1 0,-1-1 0,1 1 0,-1-1 0,0 1 0,0-1 0,1 0 0,-1 0 0,0 1 0,0-1 0,0 0 0,0 0 0,0 0 0,0-1 0,0 1 0,0 0 0,0 0 0,0 0 0,-1-1 0,1 1 0,-1 0 0,2-2 0,0-4 0,0 1 0,-1-1 0,1 1 0,-1-1 0,0 0 0,-1 1 0,1-1 0,-1 0 0,-1 1 0,1-1 0,-1 0 0,-1 1 0,1-1 0,-1 1 0,-4-11 0,2 8 0,0 1 0,-1-1 0,0 1 0,0 0 0,-1 0 0,0 1 0,0-1 0,-1 1 0,0 1 0,-11-9 0,11 10 0,0 0 0,0 1 0,0 0 0,0 0 0,-1 1 0,1 0 0,-1 0 0,0 1 0,0 0 0,0 0 0,0 1 0,-10-1 0,12 2 0,0 1 0,0-1 0,1 1 0,-1 0 0,0 0 0,0 1 0,1 0 0,-1 0 0,1 0 0,-1 1 0,1-1 0,0 1 0,0 1 0,0-1 0,0 1 0,1 0 0,0 0 0,-5 5 0,3-2 0,0 1 0,0 0 0,1 0 0,0 1 0,0 0 0,1 0 0,1 0 0,-1 0 0,1 0 0,1 1 0,0 0 0,0-1 0,1 1 0,0 0 0,0 0 0,2 0 0,-1-1 0,1 1 0,0 0 0,4 14 0,-2-13 0,0-1 0,1 0 0,0-1 0,0 1 0,1 0 0,0-1 0,0 0 0,1 0 0,1-1 0,0 0 0,0 0 0,0 0 0,1-1 0,0 0 0,0-1 0,1 0 0,0 0 0,18 9 0,-18-11 0,0-1 0,0 0 0,0 0 0,1-1 0,-1 0 0,0-1 0,1 0 0,0 0 0,-1-1 0,1 0 0,-1-1 0,11-2 0,-13 1 0,0 0 0,0 0 0,0 0 0,-1-1 0,1 0 0,-1-1 0,1 0 0,-1 0 0,0 0 0,-1 0 0,1-1 0,-1 0 0,0 0 0,0-1 0,0 1 0,5-11 0,2-4 0,-1-1 0,-1 0 0,-1-1 0,8-29 0,19-96 0,-23 82 0,13-57 0,25-97 0,-47 208 0,-1 15 0,-3 19 0,-4 13 19,-9 201 298,13-204-601,2 0 1,1 0-1,2-1 1,1 1-1,12 35 1,0-19-6543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0.3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3 266 24575,'-1'-17'0,"0"13"0,1 0 0,-1 0 0,1-1 0,0 1 0,1 0 0,-1 0 0,1 0 0,0 0 0,2-7 0,-2 10 0,0 1 0,1 0 0,-1-1 0,1 1 0,-1 0 0,1 0 0,-1 0 0,0 0 0,1 0 0,-1 1 0,1-1 0,-1 0 0,0 1 0,1-1 0,-1 1 0,0-1 0,2 2 0,4 0 0,2 0 0,1 0 0,0 0 0,-1-1 0,1 0 0,0-1 0,13-1 0,-20 0 0,-1 1 0,1 0 0,0-1 0,-1 0 0,1 1 0,-1-1 0,1 0 0,-1 0 0,0-1 0,1 1 0,-1 0 0,0-1 0,0 0 0,0 1 0,0-1 0,0 0 0,0 0 0,0 0 0,-1 0 0,1 0 0,-1 0 0,1-1 0,-1 1 0,0-1 0,0 1 0,0-1 0,0 1 0,0-4 0,0 0 0,0 0 0,0 0 0,-1-1 0,0 1 0,0 0 0,-1 0 0,0-1 0,0 1 0,0 0 0,-1 0 0,0 0 0,-5-11 0,6 13 0,-1 1 0,0 0 0,0-1 0,0 1 0,0 0 0,-1 1 0,1-1 0,-1 0 0,0 1 0,0-1 0,0 1 0,0 0 0,0 0 0,-1 0 0,1 0 0,0 0 0,-1 1 0,1 0 0,-1 0 0,0 0 0,1 0 0,-8 0 0,9 1 0,-1 0 0,0 0 0,1 1 0,-1-1 0,1 1 0,-1 0 0,1 0 0,-1 0 0,1 0 0,0 0 0,-1 0 0,1 1 0,0-1 0,0 1 0,0-1 0,0 1 0,0 0 0,1 0 0,-1 0 0,0 0 0,1 0 0,-1 0 0,1 0 0,0 1 0,0-1 0,-2 4 0,-2 7 0,0 0 0,1 1 0,-3 21 0,2-13 0,2 1 0,1 0 0,0 0 0,2 0 0,0 0 0,2 0 0,1 0 0,6 25 0,-7-38 0,1 0 0,1-1 0,0 1 0,0-1 0,1 0 0,0 0 0,1 0 0,12 14 0,-13-17 0,1 0 0,0-1 0,0 0 0,1-1 0,0 1 0,-1-1 0,1 0 0,1-1 0,-1 1 0,0-1 0,1-1 0,12 3 0,-13-3 0,0-1 0,-1 0 0,1-1 0,0 0 0,-1 0 0,1 0 0,0-1 0,-1 0 0,1 0 0,-1 0 0,1-1 0,-1 0 0,0-1 0,10-4 0,-8 2 0,0 0 0,0-1 0,0 0 0,-1-1 0,0 0 0,0 0 0,0 0 0,10-16 0,-1-6 0,0-1 0,-2-1 0,-1 0 0,14-52 0,-18 53 0,-6 18 0,0-1 0,2 0 0,5-11 0,-4 17 0,-3 10 0,-2 16 0,-1 31 0,10 426 0,19-204 0,-29-271 0,-2-6 0,-5-19 0,-9-38 0,2-15 0,3 0 0,-1-147 0,13 181 0,2 0 0,2 0 0,2 0 0,1 0 0,2 1 0,29-72 0,-35 103 0,1 1 0,1-1 0,0 1 0,0 0 0,1 1 0,1 0 0,14-15 0,-20 22 0,0 0 0,1 0 0,-1 1 0,1-1 0,-1 1 0,1-1 0,-1 1 0,1 0 0,0 0 0,0 0 0,0 0 0,0 1 0,-1-1 0,1 1 0,3 0 0,-3 0 0,0 0 0,0 1 0,0 0 0,0 0 0,-1 0 0,1 0 0,0 0 0,-1 1 0,1-1 0,-1 1 0,1-1 0,-1 1 0,0 0 0,0 0 0,1 0 0,-1 1 0,-1-1 0,3 3 0,4 6 0,-1 0 0,-1 0 0,0 1 0,0 0 0,-1 0 0,0 1 0,-1 0 0,-1-1 0,0 1 0,-1 0 0,1 18 0,-2-15 0,0 1 0,-2 0 0,0 0 0,-1 0 0,-1 0 0,0-1 0,-1 1 0,-9 21 0,10-30 43,-1 0 0,0-1-1,0 1 1,0-1 0,-1 0-1,0 0 1,-8 7 0,11-12-98,1 0-1,-1-1 1,0 1 0,1-1 0,-1 1 0,0-1 0,0 0 0,0 0 0,0 0 0,0 0 0,-1 0 0,1-1 0,0 1 0,0-1 0,0 1 0,-1-1 0,1 0 0,0 1 0,-1-1 0,1-1-1,0 1 1,0 0 0,-1 0 0,1-1 0,0 1 0,0-1 0,0 0 0,-1 0 0,1 0 0,-3-2 0,-10-7-6771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0.6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 24575,'1'0'0,"-1"-1"0,0 0 0,1 1 0,-1-1 0,1 1 0,-1-1 0,1 1 0,-1-1 0,1 1 0,-1 0 0,1-1 0,0 1 0,-1 0 0,1-1 0,0 1 0,-1 0 0,1 0 0,0 0 0,-1-1 0,1 1 0,0 0 0,-1 0 0,1 0 0,0 0 0,-1 0 0,1 0 0,0 1 0,-1-1 0,1 0 0,0 0 0,0 1 0,0 0 0,0 0 0,0 0 0,0 0 0,0 0 0,0 0 0,-1 1 0,1-1 0,0 0 0,-1 0 0,1 1 0,-1-1 0,1 1 0,0 2 0,1 7 0,-1 1 0,1 19 0,-2-29 0,24 449 0,-18-400-1365,1-9-5461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1.5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11 157 24575,'2'-13'0,"1"0"0,6-18 0,-3 16 0,-11 41 0,2-13 0,-4 10 0,2 1 0,1-1 0,1 1 0,0 26 0,3-44 0,0 1 0,1-1 0,0 1 0,0-1 0,1 0 0,0 0 0,0 0 0,5 11 0,-5-13 0,0-1 0,1 0 0,-1 1 0,1-1 0,0 0 0,0 0 0,0 0 0,0-1 0,1 1 0,-1-1 0,1 0 0,-1 0 0,1 0 0,7 3 0,-9-4 0,1 0 0,-1-1 0,1 1 0,-1-1 0,0 1 0,1-1 0,-1 0 0,1 0 0,-1 0 0,1 0 0,-1 0 0,0-1 0,1 1 0,-1-1 0,1 1 0,-1-1 0,0 0 0,4-2 0,-2 1 0,-1 0 0,0-1 0,0 0 0,0 0 0,0 1 0,0-2 0,-1 1 0,1 0 0,-1 0 0,3-6 0,0-3 0,0 0 0,0 0 0,-1-1 0,0 1 0,-1-1 0,1-13 0,-2 6 0,-1-1 0,0 1 0,-4-39 0,2 52 0,0 0 0,0 0 0,-1 0 0,0 0 0,0 1 0,0-1 0,-1 0 0,0 1 0,0 0 0,-1 0 0,0 0 0,0 0 0,0 1 0,-10-11 0,13 15 0,0 0 0,0 0 0,0 0 0,0 0 0,0 0 0,0 0 0,-1 1 0,1-1 0,0 0 0,-1 0 0,1 1 0,0-1 0,-1 1 0,1 0 0,-1-1 0,1 1 0,-1 0 0,1 0 0,-1 0 0,1-1 0,-1 2 0,1-1 0,-1 0 0,1 0 0,-1 0 0,1 1 0,0-1 0,-1 1 0,1-1 0,-1 1 0,1 0 0,0-1 0,0 1 0,-1 0 0,1 0 0,0 0 0,0 0 0,0 0 0,0 0 0,0 0 0,0 0 0,0 0 0,0 1 0,1-1 0,-1 0 0,0 2 0,-1 1 0,0 0 0,1 0 0,0 0 0,0-1 0,0 1 0,0 1 0,1-1 0,-1 0 0,1 0 0,0 0 0,0 0 0,1 0 0,-1 0 0,1 0 0,0 0 0,2 5 0,0-3 0,1 0 0,-1 0 0,2-1 0,-1 1 0,0-1 0,1 0 0,0-1 0,0 1 0,1-1 0,-1 0 0,1 0 0,0-1 0,0 1 0,0-1 0,1-1 0,-1 1 0,9 1 0,1 1 0,0-1 0,0-1 0,0-1 0,0 0 0,1-1 0,18-1 0,-23 0 0,-1-2 0,1 1 0,-1-1 0,20-7 0,-26 7 0,1 0 0,-1-1 0,0 1 0,0-1 0,0 0 0,0-1 0,-1 1 0,1-1 0,-1 0 0,0 0 0,4-6 0,-6 9 0,-1-1 0,1 1 0,0 0 0,0 0 0,0-1 0,0 1 0,0 0 0,0 0 0,0 1 0,0-1 0,0 0 0,0 1 0,0-1 0,0 1 0,1 0 0,3 0 0,42 1 0,-28 1 0,-16-2 0,1 0 0,0 1 0,0-1 0,1 0 0,-1-1 0,0 1 0,0-1 0,-1 0 0,1-1 0,0 1 0,6-3 0,-10 3 0,0 0 0,0 1 0,1-1 0,-1 0 0,1 1 0,-1 0 0,0-1 0,1 1 0,-1 0 0,1-1 0,-1 1 0,1 0 0,-1 0 0,1 0 0,-1 0 0,1 1 0,-1-1 0,1 0 0,-1 1 0,1-1 0,-1 1 0,0-1 0,1 1 0,-1 0 0,0-1 0,0 1 0,1 0 0,-1 0 0,0 0 0,0 0 0,0 0 0,0 0 0,0 0 0,0 0 0,0 1 0,0-1 0,-1 0 0,1 1 0,0-1 0,0 2 0,3 8 0,0 0 0,-1 0 0,0 0 0,2 16 0,-2-14 0,113 761 0,-113-746 0,0-4 0,-1-1 0,-1 1 0,-3 33 0,2-56 0,-1 1 0,1 0 0,0 0 0,0-1 0,-1 1 0,1 0 0,-1-1 0,1 1 0,-1 0 0,0-1 0,1 1 0,-1-1 0,0 1 0,0-1 0,0 1 0,0-1 0,-1 0 0,1 0 0,0 1 0,-1-1 0,1 0 0,0 0 0,-3 1 0,1-1 0,1-1 0,-1 1 0,1-1 0,-1 0 0,1 0 0,-1 0 0,1 0 0,-1 0 0,1-1 0,-1 1 0,1-1 0,0 1 0,-1-1 0,-3-1 0,-6-4 0,0 0 0,1-1 0,0 0 0,-21-17 0,17 11 0,1-1 0,0 0 0,0-1 0,2 0 0,0-1 0,0-1 0,2 0 0,0 0 0,1-1 0,-13-37 0,18 40 0,0-1 0,1 0 0,0 0 0,2 0 0,-1 0 0,2 0 0,0 0 0,1 0 0,1 0 0,1 0 0,0 0 0,0 0 0,2 1 0,6-16 0,-1 9 0,1 0 0,1 1 0,1 1 0,0 0 0,2 1 0,0 0 0,1 1 0,1 1 0,25-20 0,-26 24 0,0 1 0,1 1 0,1 0 0,-1 1 0,2 1 0,-1 1 0,1 1 0,1 0 0,-1 2 0,1 0 0,26-3 0,-7 8 342,-37 0-449,0 0 0,0 0 1,0 1-1,0-1 0,0 1 1,0 0-1,0-1 0,0 1 1,0 0-1,0 0 0,-1 0 1,1 1-1,0-1 0,-1 0 1,4 3-1,-1 5-6719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2.1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88 24575,'0'-3'0,"3"-1"0,4 1 0,3-3 0,4 0 0,5-2 0,2 0 0,4 2 0,3-2 0,2 2 0,3-2 0,-1 0 0,-4 2 0,-3 2 0,-3 1 0,-6 2-8191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2.4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0 24575,'-3'0'0,"-4"0"0,-4 0 0,4 0 0,4 0 0,11 0 0,5 0 0,7 0 0,3 0 0,4 0 0,-1 0 0,2 0 0,0 0 0,-6 0-8191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2.9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98 24575,'-1'-8'0,"0"0"0,0 0 0,-5-15 0,4 17 0,1-1 0,-1 0 0,1-1 0,0-12 0,2 17 0,3 10 0,2 10 0,67 352 0,-15-58 0,-58-310 2,1 5-107,0-1-1,0 0 1,0 1 0,1-1 0,0 0 0,0 0 0,1 0 0,-1 0-1,1-1 1,0 1 0,0-1 0,7 8 0,2-4-6721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3.4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75 211 24575,'-71'-26'0,"71"26"0,-1 0 0,1 0 0,0 0 0,0 0 0,0 0 0,0 0 0,0 0 0,0 0 0,0 0 0,-1-1 0,1 1 0,0 0 0,0 0 0,0 0 0,0 0 0,0 0 0,0 0 0,0 0 0,0 0 0,0 0 0,0 0 0,-1 0 0,1 0 0,0-1 0,0 1 0,0 0 0,0 0 0,0 0 0,0 0 0,0 0 0,0 0 0,0 0 0,0 0 0,0-1 0,0 1 0,0 0 0,0 0 0,0 0 0,0 0 0,0 0 0,0 0 0,0 0 0,0-1 0,0 1 0,0 0 0,0 0 0,0 0 0,0 0 0,0 0 0,0 0 0,0 0 0,8-3 0,13 1 0,153-1 0,-65 2 0,194-25 0,-301 26 0,9-2 0,0 1 0,1-2 0,-1 1 0,0-2 0,0 1 0,0-2 0,-1 1 0,18-12 0,-26 15 0,-1 1 0,0-1 0,0 0 0,0 0 0,1 0 0,-1-1 0,0 1 0,-1 0 0,1 0 0,0 0 0,0-1 0,0 1 0,-1 0 0,1-1 0,-1 1 0,1-1 0,-1 1 0,1-1 0,-1 1 0,0-1 0,0 1 0,0-1 0,0 1 0,0-1 0,0 1 0,0-1 0,0 1 0,-1-1 0,1 1 0,0 0 0,-1-1 0,1 1 0,-1-1 0,0 1 0,1 0 0,-1-1 0,0 1 0,0 0 0,0 0 0,0 0 0,0 0 0,-2-2 0,-2-2 0,0 0 0,-1 1 0,1 0 0,-1 0 0,0 1 0,0-1 0,0 1 0,-8-2 0,6 2 0,1 1 0,-1 0 0,0 0 0,0 1 0,1 0 0,-1 0 0,0 1 0,-14 1 0,18 0 0,0 0 0,0 0 0,1 0 0,-1 0 0,1 0 0,-1 1 0,1-1 0,-1 1 0,1 0 0,0 0 0,0 1 0,0-1 0,0 0 0,1 1 0,-1 0 0,0 0 0,1 0 0,0 0 0,0 0 0,-3 5 0,0 4 0,0-1 0,1 1 0,0 0 0,1 1 0,0-1 0,1 1 0,0-1 0,1 1 0,0 0 0,1 0 0,1-1 0,0 1 0,1 0 0,4 17 0,-4-23 0,0 0 0,0 0 0,0 0 0,1-1 0,0 1 0,1-1 0,-1 1 0,1-1 0,0 0 0,1-1 0,0 1 0,0-1 0,0 0 0,0 0 0,1 0 0,-1-1 0,1 0 0,1 0 0,-1 0 0,0-1 0,1 0 0,0 0 0,0-1 0,-1 0 0,1 0 0,12 1 0,-10-2 0,0-1 0,1-1 0,-1 0 0,0 0 0,1-1 0,-1 0 0,0-1 0,0 0 0,0 0 0,-1-1 0,1 0 0,-1 0 0,0-1 0,0 0 0,0 0 0,-1-1 0,0 0 0,0-1 0,0 0 0,-1 0 0,0 0 0,0 0 0,-1-1 0,0 0 0,0 0 0,-1-1 0,0 1 0,3-12 0,-6 17 0,0 0 0,-1 0 0,1 0 0,-1-1 0,0 1 0,0 0 0,0 0 0,-1 0 0,1-1 0,-1 1 0,1 0 0,-1 0 0,0 0 0,0 0 0,0 0 0,-1 0 0,1 0 0,-1 1 0,0-1 0,0 0 0,0 1 0,0-1 0,0 1 0,0 0 0,0 0 0,-1 0 0,0 0 0,1 0 0,-1 0 0,0 1 0,0-1 0,1 1 0,-7-2 0,3 1 0,1 0 0,0 0 0,-1 1 0,1 0 0,-1 0 0,1 1 0,-1-1 0,1 1 0,-1 0 0,1 1 0,-1 0 0,1-1 0,-1 2 0,1-1 0,0 1 0,0-1 0,-1 1 0,1 1 0,-6 3 0,9-5-85,1 0 0,0 0-1,0 0 1,0 0 0,0 0-1,0 0 1,0 0 0,0 0-1,0 0 1,1 0 0,-1 1-1,0-1 1,1 0 0,-1 1-1,0 1 1,1 6-6741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3.9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17 175 24575,'-3'-8'0,"0"0"0,1 0 0,-1-1 0,2 1 0,-1-1 0,0-12 0,2-51 0,5 46 0,-2 21 0,1 17 0,1 42 0,-3 73 0,-1-10 0,42 259 0,-38-336 0,2-59 0,0 1 0,0-1 0,12-18 0,-1 7 0,2-1 0,38-43 0,-43 57 0,1 1 0,0 1 0,1 0 0,1 1 0,25-15 0,-38 26 0,0 0 0,1 0 0,-1 1 0,1-1 0,0 1 0,0 1 0,-1-1 0,1 1 0,9-1 0,-12 2 0,-1 0 0,1 1 0,-1-1 0,1 0 0,-1 1 0,1 0 0,-1-1 0,1 1 0,-1 0 0,0 0 0,0 0 0,1 1 0,-1-1 0,0 0 0,0 1 0,0 0 0,0-1 0,-1 1 0,1 0 0,0 0 0,-1 0 0,1 0 0,-1 0 0,3 5 0,1 7 26,1 1 1,-2 0-1,0 0 0,0 1 0,-2-1 0,0 1 1,0 16-1,6 39-1601,-2-41-5251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4.3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349 275 24575,'10'-21'0,"-4"11"0,-1-1 0,0 1 0,0-1 0,-1 0 0,-1 0 0,0-1 0,0 1 0,0-15 0,-2 19 0,-1 0 0,-1 0 0,1 0 0,-1 0 0,-1 0 0,1 1 0,-1-1 0,0 1 0,-1-1 0,1 1 0,-1-1 0,-5-6 0,5 9 0,1 0 0,-1 1 0,0 0 0,0-1 0,0 1 0,-1 0 0,1 1 0,-1-1 0,1 1 0,-1-1 0,0 1 0,0 0 0,0 1 0,0-1 0,-1 1 0,1-1 0,0 1 0,-1 1 0,1-1 0,-5 0 0,-2 1 0,0 1 0,0 0 0,0 1 0,1 0 0,-1 1 0,0 0 0,1 0 0,0 1 0,0 1 0,0 0 0,0 0 0,1 0 0,0 2 0,0-1 0,-13 13 0,10-8 0,0 1 0,1 0 0,1 1 0,0 0 0,0 1 0,2 0 0,0 0 0,0 0 0,-10 29 0,17-38 0,-1 1 0,1-1 0,0 0 0,0 0 0,0 0 0,1 1 0,0-1 0,0 0 0,0 1 0,1-1 0,-1 0 0,1 0 0,1 0 0,-1 0 0,1 1 0,4 8 0,-3-10 0,0 1 0,0-1 0,1 1 0,0-1 0,0 0 0,0 0 0,0-1 0,0 1 0,1-1 0,0 0 0,0 0 0,-1 0 0,2-1 0,-1 0 0,10 3 0,-9-3 0,1 0 0,-1-1 0,1 0 0,0 0 0,0-1 0,0 0 0,0 0 0,-1-1 0,1 0 0,0 0 0,0 0 0,-1-1 0,1 0 0,-1 0 0,1-1 0,-1 1 0,0-1 0,0-1 0,7-4 0,7-8 0,0 0 0,-1-1 0,30-36 0,-37 40 0,-10 10 0,0 1 0,0 0 0,0 0 0,0 0 0,1 0 0,-1 0 0,0 1 0,1-1 0,0 1 0,-1-1 0,5 0 0,-6 1 0,0 1 0,-1 0 0,1 0 0,-1 0 0,1 0 0,0 0 0,-1 0 0,1 1 0,-1-1 0,1 0 0,0 0 0,-1 0 0,1 0 0,-1 1 0,1-1 0,-1 0 0,1 0 0,-1 1 0,1-1 0,-1 1 0,1-1 0,0 1 0,0 1 0,0-1 0,0 1 0,-1-1 0,1 1 0,0 0 0,-1 0 0,1-1 0,-1 1 0,1 0 0,-1 0 0,0 2 0,1 57 297,-2-48-535,1-1 1,0 0-1,1 0 1,0 1 0,1-1-1,3 12 1,2-5-6589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4.7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0 143 24575,'1'-19'0,"0"0"0,0 0 0,2 0 0,1 1 0,5-20 0,-8 37 0,-1 1 0,0-1 0,0 1 0,0-1 0,0 1 0,1-1 0,-1 0 0,0 1 0,1-1 0,-1 1 0,0-1 0,1 1 0,-1 0 0,1-1 0,-1 1 0,0-1 0,1 1 0,-1 0 0,1-1 0,0 1 0,7 5 0,2 19 0,-4 15 0,-2 0 0,-2 0 0,-4 69 0,0-34 0,2-38 0,37-88 0,-13 17 0,32-36 0,-45 59 0,0 1 0,1 0 0,0 0 0,0 1 0,1 1 0,18-11 0,-27 18 0,0 0 0,0 1 0,0-1 0,0 1 0,1-1 0,-1 1 0,0 0 0,1 1 0,-1-1 0,1 1 0,7 0 0,-9 1 0,-1-1 0,0 1 0,1 0 0,-1-1 0,0 1 0,0 0 0,0 0 0,0 0 0,1 1 0,-2-1 0,1 0 0,0 1 0,0 0 0,0-1 0,-1 1 0,1 0 0,-1 0 0,1 0 0,-1 0 0,0 0 0,0 0 0,0 0 0,1 3 0,5 16-227,-1 1-1,-2 0 1,0 0-1,-1 0 1,0 40-1,-3-38-6598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5.3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231 243 24575,'3'-4'0,"0"-1"0,0 0 0,0 0 0,-1-1 0,1 1 0,-1-1 0,2-10 0,2-2 0,0-1 0,0 0 0,3-21 0,-8 35 0,0 0 0,0-1 0,-1 1 0,0-1 0,0 1 0,0 0 0,-1-1 0,0 1 0,1 0 0,-2-1 0,1 1 0,-4-8 0,4 11 0,0 1 0,0 0 0,0 0 0,0 0 0,0-1 0,0 1 0,0 0 0,0 0 0,-1 1 0,1-1 0,0 0 0,-1 0 0,1 1 0,0-1 0,-1 1 0,1-1 0,-1 1 0,1-1 0,-1 1 0,1 0 0,-1 0 0,1 0 0,-1 0 0,1 0 0,-1 0 0,0 0 0,1 0 0,-1 1 0,1-1 0,0 1 0,-1-1 0,1 1 0,-1-1 0,1 1 0,-2 1 0,-5 2 0,0 0 0,0 1 0,1 0 0,-12 11 0,-3 3 0,1 2 0,1 0 0,-31 44 0,43-53 0,1-1 0,0 2 0,1-1 0,0 0 0,1 1 0,0 0 0,1 0 0,0 1 0,1-1 0,-1 19 0,4-29 0,-1 0 0,1 0 0,0 0 0,0 0 0,1 0 0,-1 0 0,1 0 0,-1 0 0,1-1 0,0 1 0,0 0 0,0 0 0,1-1 0,-1 1 0,1-1 0,-1 1 0,1-1 0,0 1 0,0-1 0,0 0 0,0 0 0,0 0 0,0 0 0,6 3 0,-3-3 0,-1 0 0,1 0 0,0-1 0,0 1 0,0-1 0,1 0 0,-1-1 0,0 1 0,0-1 0,1 0 0,-1-1 0,0 1 0,7-2 0,-1 0 0,-1-1 0,-1 0 0,1 0 0,0-1 0,-1 0 0,1-1 0,-1 0 0,-1-1 0,1 1 0,-1-2 0,0 1 0,0-1 0,-1 0 0,0-1 0,10-12 0,-2-2 0,-1-1 0,-1 0 0,-1-1 0,15-44 0,-26 65 0,0 1 0,0 0 0,0-1 0,0 1 0,0 0 0,0 0 0,1 0 0,-1 0 0,1 0 0,2-3 0,-4 5 0,0 0 0,1 0 0,-1 0 0,0 0 0,0 0 0,0 0 0,1 0 0,-1 0 0,0 0 0,0 0 0,0 0 0,1 0 0,-1 0 0,0 0 0,0 0 0,0 0 0,1 0 0,-1 0 0,0 0 0,0 0 0,0 0 0,1 0 0,-1 0 0,0 0 0,0 0 0,0 0 0,0 1 0,1-1 0,-1 0 0,0 0 0,0 0 0,0 0 0,0 0 0,0 1 0,0-1 0,1 0 0,-1 0 0,0 0 0,0 1 0,4 17 0,-3 66 237,1 8-257,-1-80-243,1 0-1,0 0 0,0 0 0,2 0 1,5 16-1,1-9-6562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5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103 62 24575,'1'-16'0,"-1"15"0,0 0 0,1 0 0,-1 0 0,0 0 0,0 0 0,0 0 0,0 0 0,0 0 0,0 0 0,-1 0 0,1 0 0,0 0 0,0 0 0,-1-1 0,0 2 0,0 0 0,0 0 0,0 0 0,0 0 0,0 0 0,1 0 0,-1 0 0,0 0 0,0 0 0,0 1 0,0-1 0,0 0 0,0 0 0,1 1 0,-1-1 0,0 1 0,0-1 0,1 1 0,-1-1 0,0 1 0,0 0 0,-3 1 0,-1 0 0,1 0 0,0-1 0,-1 0 0,1 0 0,-1 0 0,1 0 0,-1-1 0,-7 1 0,11-1 0,0 0 0,-1 0 0,1 0 0,0 0 0,0 0 0,0 0 0,0 0 0,-1-1 0,1 1 0,0 0 0,0-1 0,0 1 0,0-1 0,0 1 0,0-1 0,0 1 0,0-1 0,0 0 0,0 1 0,0-1 0,0 0 0,0 0 0,1 0 0,-1 0 0,0 0 0,1 0 0,-1 0 0,0 0 0,1 0 0,0 0 0,-1 0 0,1 0 0,-1 0 0,1 0 0,0-1 0,0 1 0,0 0 0,0 0 0,0 0 0,0 0 0,0-1 0,0 0 0,0 1 0,0 0 0,0 0 0,1 1 0,-1-1 0,0 0 0,0 1 0,0-1 0,1 0 0,-1 1 0,0-1 0,1 1 0,-1-1 0,0 0 0,1 1 0,-1-1 0,1 1 0,-1-1 0,1 1 0,-1-1 0,1 1 0,0 0 0,-1-1 0,1 1 0,-1-1 0,1 1 0,1 0 0,-1-1 0,1 1 0,0 0 0,-1 0 0,1 0 0,-1 0 0,1 0 0,-1 1 0,1-1 0,0 0 0,-1 1 0,3 0 0,1 1 0,0 1 0,0-1 0,-1 1 0,1 0 0,-1 0 0,5 5 0,4 7-1365,-3-1-5461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16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44 24575,'0'-3'0,"0"-4"0,0-3 0,3-1 0,4 2 0,3 6 0,1 6 0,1 2 0,-2 3 0,1 4 0,-2 3 0,-2-2-8191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20.0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20 201 24575,'-2'-2'0,"1"0"0,-1-1 0,1 1 0,-1 0 0,1-1 0,0 1 0,0-1 0,0 0 0,0 1 0,0-1 0,0 0 0,0-4 0,-1-38 0,2 32 0,2-23 0,-2 34 0,0 0 0,0 1 0,1-1 0,-1 0 0,1 0 0,-1 1 0,1-1 0,0 0 0,0 1 0,0-1 0,0 1 0,0-1 0,0 1 0,0-1 0,0 1 0,3-3 0,-3 4 0,-1 0 0,0 0 0,0 0 0,0 0 0,1 0 0,-1 0 0,0 0 0,0 0 0,1-1 0,-1 1 0,0 0 0,0 0 0,1 0 0,-1 0 0,0 0 0,0 0 0,1 0 0,-1 1 0,0-1 0,0 0 0,1 0 0,-1 0 0,0 0 0,0 0 0,1 0 0,-1 0 0,0 0 0,0 1 0,0-1 0,1 0 0,-1 0 0,0 0 0,0 0 0,0 1 0,0-1 0,1 0 0,-1 0 0,0 1 0,5 13 0,-1 17 0,-4-31 0,1 185 0,-2-100 0,-2-53 0,-3-22 0,5-10 0,1 0 0,-1 0 0,1 0 0,-1 0 0,1 0 0,-1 0 0,1 0 0,-1 0 0,1-1 0,0 1 0,-1 0 0,1 0 0,-1-1 0,1 1 0,0 0 0,-1-1 0,1 1 0,-1 0 0,1-1 0,0 1 0,0 0 0,-1-1 0,1 1 0,0-1 0,0 1 0,-1-1 0,1 0 0,-3-4 0,1-1 0,-1 1 0,1 0 0,1-1 0,-1 0 0,1 0 0,0 1 0,-1-12 0,3-52 0,0 55 0,0-17 0,2 1 0,8-33 0,-8 50 0,0 1 0,1-1 0,0 1 0,1 0 0,1 0 0,0 0 0,11-15 0,-17 26 0,0 0 0,1 1 0,-1-1 0,0 1 0,1-1 0,-1 0 0,1 1 0,-1-1 0,1 1 0,-1-1 0,1 1 0,-1 0 0,1-1 0,-1 1 0,1-1 0,0 1 0,-1 0 0,1 0 0,0-1 0,-1 1 0,1 0 0,0 0 0,-1 0 0,1 0 0,0 0 0,0-1 0,-1 1 0,1 1 0,0-1 0,-1 0 0,1 0 0,0 0 0,-1 0 0,1 0 0,0 1 0,-1-1 0,1 0 0,0 1 0,-1-1 0,1 0 0,0 1 0,-1-1 0,1 1 0,-1-1 0,1 1 0,-1-1 0,1 1 0,-1-1 0,0 1 0,1-1 0,-1 1 0,0 0 0,1-1 0,-1 1 0,0 0 0,1 0 0,2 7 0,1 0 0,-1 0 0,3 13 0,-6-18 0,37 175 0,3 10 0,-32-166 0,-8-22 0,0 0 0,1 0 0,-1 1 0,0-1 0,0 0 0,0 1 0,1-1 0,-1 0 0,0 0 0,0 1 0,1-1 0,-1 0 0,0 0 0,0 0 0,1 0 0,-1 1 0,0-1 0,1 0 0,-1 0 0,0 0 0,1 0 0,-1 0 0,0 0 0,1 0 0,-1 0 0,0 0 0,1 0 0,-1 0 0,0 0 0,1 0 0,-1 0 0,0 0 0,1 0 0,-1 0 0,0 0 0,1 0 0,-1-1 0,0 1 0,0 0 0,1 0 0,-1 0 0,0-1 0,0 1 0,1 0 0,-1 0 0,0-1 0,0 1 0,1 0 0,-1 0 0,0-1 0,0 1 0,0 0 0,0-1 0,0 1 0,1 0 0,-1 0 0,0-1 0,0 1 0,0 0 0,0-1 0,0 0 0,29-70 0,-3 4 0,-8 30 0,2-7 0,2 2 0,41-59 0,-61 98 0,0 0 0,0 1 0,0-1 0,1 1 0,-1-1 0,1 1 0,0 0 0,0 0 0,4-3 0,-6 5 0,-1 0 0,1-1 0,-1 1 0,1 0 0,-1 0 0,1 0 0,-1 0 0,1 0 0,-1 0 0,1 0 0,-1 0 0,1 0 0,-1 0 0,1 0 0,-1 0 0,0 0 0,1 1 0,-1-1 0,1 0 0,-1 0 0,1 0 0,-1 1 0,0-1 0,1 0 0,-1 1 0,1-1 0,0 2 0,0-1 0,0 1 0,-1-1 0,1 0 0,0 1 0,-1 0 0,1-1 0,-1 1 0,1-1 0,-1 1 0,0-1 0,0 3 0,4 89 0,-4-64 0,1 0 0,6 42 0,-5-65 0,1 11 0,9 28 0,-11-42 0,0 0 0,1 0 0,-1 1 0,1-1 0,-1-1 0,1 1 0,0 0 0,0 0 0,0-1 0,0 1 0,0-1 0,1 1 0,-1-1 0,1 0 0,5 3 0,-6-4 0,0-1 0,1 1 0,-1-1 0,0 0 0,0 0 0,1 0 0,-1 0 0,0-1 0,1 1 0,-1-1 0,0 1 0,0-1 0,4-1 0,30-15 0,-34 16 0,29-21-1365,-20 10-5461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20.2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38 24575,'0'-2'0,"0"0"0,0-1 0,-1 1 0,1 0 0,-1-1 0,0 1 0,0 0 0,0 0 0,0 0 0,0 0 0,0 0 0,0 0 0,-1 0 0,-1-2 0,3 4 0,0 0 0,-1-1 0,1 1 0,0 0 0,-1 0 0,1-1 0,0 1 0,-1 0 0,1 0 0,0-1 0,-1 1 0,1 0 0,0 0 0,-1 0 0,1 0 0,-1 0 0,1 0 0,0 0 0,-1-1 0,1 1 0,-1 0 0,1 0 0,0 1 0,-1-1 0,1 0 0,-1 0 0,1 0 0,-1 0 0,0 1 0,1 0 0,-1 0 0,0-1 0,0 1 0,1 0 0,-1 0 0,1 0 0,-1 0 0,1 0 0,0 0 0,-1 0 0,1 0 0,0 0 0,-1 0 0,1 0 0,0 2 0,-3 27 33,2 0-1,1 0 0,1 0 0,7 38 1,1 16-1560,-8-57-5299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20.4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26 112 24575,'0'-3'0,"-3"-6"0,-1-6 0,0-3 0,1 0 0,1-2 0,-2 4 0,-1 7 0,4 5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20.9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93 24575,'5'-6'0,"0"0"0,-1 0 0,0 0 0,3-8 0,14-21 0,-20 34 0,0-1 0,1 0 0,-1 1 0,1-1 0,-1 1 0,1-1 0,0 1 0,-1 0 0,1-1 0,0 1 0,0 0 0,0 0 0,3-1 0,-4 2 0,-1 0 0,1 0 0,0 0 0,0 0 0,-1 0 0,1 0 0,0 0 0,0 0 0,-1 0 0,1 1 0,0-1 0,0 0 0,-1 0 0,1 1 0,0-1 0,-1 0 0,1 1 0,0-1 0,-1 1 0,1-1 0,0 1 0,-1-1 0,1 1 0,-1-1 0,1 1 0,-1 0 0,1-1 0,-1 1 0,0 0 0,1-1 0,-1 2 0,9 26 0,-9-25 0,9 47 0,5 100 0,-14 55 0,-1-116 0,0 2 0,16-126 0,-6 10 0,5-4 0,1 1 0,0 0 0,3 1 0,0 1 0,1 0 0,2 2 0,28-28 0,-46 50 0,1-2 0,-1 0 0,1 1 0,0-1 0,0 1 0,0 0 0,1 0 0,-1 1 0,1-1 0,-1 1 0,7-2 0,-13 7 0,0 0 0,1 0 0,-2-1 0,1 1 0,0 0 0,-5 4 0,-21 14 0,0-1 0,-1-1 0,-39 19 0,66-37 0,0 0 0,0 0 0,0 0 0,0 0 0,0 0 0,0 1 0,1-1 0,-1 1 0,1-1 0,-1 1 0,1-1 0,-1 1 0,1 0 0,-2 3 0,3-4 0,0 0 0,0 0 0,0 1 0,0-1 0,0 0 0,0 0 0,0 0 0,1 1 0,-1-1 0,0 0 0,1 0 0,-1 0 0,1 1 0,-1-1 0,1 0 0,0 0 0,-1 0 0,1 0 0,0 0 0,0 0 0,0-1 0,0 1 0,0 0 0,0 0 0,0 0 0,2 0 0,17 14 0,29 14 0,-27-16 0,24 18 0,10 15 240,-19-15-1043,48 31 1,-61-48-6024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21.8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194 229 24575,'-22'-16'0,"19"14"0,-1 0 0,1 0 0,0-1 0,0 1 0,0-1 0,1 0 0,-1 0 0,-3-5 0,6 8 0,0 0 0,0-1 0,0 1 0,0-1 0,0 1 0,0-1 0,0 1 0,0-1 0,0 1 0,0-1 0,0 1 0,0 0 0,0-1 0,0 1 0,1-1 0,-1 1 0,0 0 0,0-1 0,1 1 0,-1-1 0,0 1 0,1 0 0,-1-1 0,0 1 0,1 0 0,-1 0 0,0-1 0,1 1 0,-1 0 0,0 0 0,1-1 0,-1 1 0,1 0 0,-1 0 0,1 0 0,19-8 0,-17 7 0,16-5 0,-4 2 0,1-1 0,26-14 0,-38 17 0,-1 0 0,1 0 0,-1 0 0,0-1 0,0 1 0,0-1 0,0 0 0,0 0 0,-1 0 0,1 0 0,-1 0 0,0-1 0,0 1 0,0-1 0,0 1 0,2-8 0,-4 9 0,1 0 0,-1 1 0,0-1 0,0 0 0,1 0 0,-1 0 0,0 1 0,-1-1 0,1 0 0,0 0 0,0 0 0,-1 1 0,1-1 0,-1 0 0,1 1 0,-1-1 0,0 0 0,0 1 0,0-1 0,0 1 0,-2-4 0,0 3 0,0-1 0,0 1 0,0 0 0,0 0 0,0 0 0,0 0 0,-1 1 0,1-1 0,-1 1 0,-3-1 0,-7-2 0,0 2 0,0-1 0,-1 2 0,-20 0 0,26 1 0,1 1 0,-1-1 0,0 2 0,0-1 0,1 1 0,-1 1 0,1-1 0,0 2 0,0-1 0,0 1 0,0 0 0,0 0 0,-6 7 0,9-8 0,1 1 0,0 0 0,0 0 0,0 0 0,1 1 0,0 0 0,0-1 0,0 1 0,0 0 0,1 0 0,-1 1 0,2-1 0,-1 0 0,0 1 0,1-1 0,0 1 0,0 0 0,1-1 0,-1 1 0,1 0 0,1 5 0,0-1 0,1-1 0,0 0 0,0 0 0,1 0 0,0-1 0,1 1 0,0-1 0,0 0 0,0 0 0,1 0 0,1 0 0,-1-1 0,1 0 0,0 0 0,1 0 0,0-1 0,0 0 0,0 0 0,1-1 0,-1 0 0,1 0 0,1-1 0,-1 0 0,1-1 0,12 5 0,-10-5 0,-1 0 0,1 0 0,0-1 0,-1-1 0,1 0 0,0 0 0,0-1 0,0 0 0,0-1 0,0 0 0,0-1 0,-1 0 0,1-1 0,-1 0 0,1 0 0,-1-1 0,0-1 0,0 0 0,-1 0 0,1-1 0,11-9 0,-8 2 0,-1 0 0,0 0 0,0-1 0,12-22 0,32-64 0,-48 85 0,-8 19 0,-11 26 0,5-17 0,-6 13 0,-12 45 0,22-65 0,0 0 0,1 0 0,0 0 0,0 1 0,0-1 0,1 0 0,0 0 0,1 0 0,-1 1 0,1-1 0,0 0 0,0 0 0,5 11 0,-4-13 0,0-1 0,0 0 0,0 0 0,1 0 0,0 0 0,-1 0 0,1 0 0,0 0 0,0-1 0,0 1 0,1-1 0,-1 0 0,1 0 0,-1-1 0,1 1 0,0-1 0,-1 1 0,1-1 0,0 0 0,0 0 0,0-1 0,0 1 0,0-1 0,0 0 0,0 0 0,6-1 0,8-2 0,0 0 0,-1 0 0,0-2 0,26-9 0,-24 6 0,0 0 0,0-1 0,-1-1 0,0-1 0,-1 0 0,28-25 0,-35 27 0,0-1 0,-1 0 0,0 0 0,-1-1 0,0 0 0,-1-1 0,0 1 0,0-1 0,-2-1 0,1 1 0,4-18 0,-8 15 0,-2 15 0,0 0 0,0 0 0,0 0 0,0 0 0,0 0 0,0 0 0,0 0 0,0 0 0,0 0 0,0 0 0,0 0 0,0 0 0,0 0 0,-1 0 0,1 0 0,0 0 0,0 0 0,0 0 0,0 1 0,0-1 0,0 0 0,0 0 0,0 0 0,0 0 0,0 0 0,0 0 0,0 0 0,0-1 0,0 1 0,-1 0 0,1 0 0,0 0 0,0 0 0,0 0 0,0 0 0,0 0 0,0 0 0,0 0 0,0 0 0,0 0 0,0 0 0,0 0 0,0 0 0,0 0 0,0 0 0,0 0 0,0 0 0,0 0 0,0 0 0,0 0 0,0 0 0,0-1 0,0 1 0,-1 0 0,1 0 0,0 0 0,0 0 0,0 0 0,0 0 0,0 0 0,0 0 0,0 0 0,0 0 0,0 0 0,1 0 0,-12 25 0,1 27 0,2 1 0,3 0 0,3 91 0,1-79 0,2 118 0,-3 103 0,-2-212 0,-25 133 0,28-200 0,-3 10 0,-10 31 0,13-45 0,0 1 0,-1-1 0,1 0 0,-1 0 0,0 0 0,0 0 0,0 0 0,0-1 0,0 1 0,0 0 0,-1-1 0,1 0 0,-1 0 0,0 1 0,-5 2 0,7-5 0,-1 0 0,1 1 0,0-1 0,-1 0 0,1 0 0,-1 0 0,1 0 0,0 0 0,-1 0 0,1 0 0,0 0 0,-1 0 0,1-1 0,0 1 0,-1-1 0,1 1 0,0-1 0,0 1 0,-1-1 0,1 0 0,0 1 0,0-1 0,0 0 0,0 0 0,0 0 0,0 0 0,0 0 0,0 0 0,0 0 0,1 0 0,-2-3 0,-2-2 0,0-1 0,1 1 0,0-1 0,-4-12 0,2-3 0,0-1 0,1 0 0,2 1 0,0-1 0,2 0 0,0-1 0,2 1 0,0 1 0,1-1 0,2 0 0,10-32 0,-2 15 0,2 1 0,2 1 0,1 0 0,2 2 0,36-52 0,-36 62 0,1 0 0,1 1 0,2 1 0,0 1 0,48-36 0,-59 50 0,0 1 0,0 0 0,0 1 0,1 0 0,0 1 0,0 1 0,1 0 0,0 1 0,-1 0 0,1 1 0,1 1 0,-1 1 0,0 0 0,28 2 0,-37-1-62,-1 1 0,1 0 0,0 0 0,-1 1 0,1-1 0,-1 1 0,0 1 0,1-1 0,-1 1 0,0-1 0,-1 1 0,1 1-1,0-1 1,-1 1 0,0 0 0,0 0 0,0 0 0,0 0 0,-1 1 0,1-1 0,3 9 0,4 18-6764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3.1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3 110 24575,'-1'-27'0,"1"19"0,-1 0 0,1 0 0,0 0 0,1 0 0,0 0 0,3-14 0,-4 22 0,0-1 0,0 1 0,1-1 0,-1 0 0,0 1 0,0-1 0,1 1 0,-1-1 0,0 0 0,1 1 0,-1-1 0,1 1 0,-1-1 0,0 1 0,1 0 0,-1-1 0,1 1 0,-1-1 0,1 1 0,0 0 0,-1-1 0,1 1 0,-1 0 0,1 0 0,-1-1 0,1 1 0,1 0 0,-1 0 0,0 0 0,0 1 0,0-1 0,0 0 0,0 1 0,0-1 0,0 1 0,0 0 0,0-1 0,0 1 0,0-1 0,-1 1 0,1 0 0,1 1 0,2 3 0,0 0 0,-1 0 0,1 0 0,3 10 0,1 5 57,-2 0-1,0 0 1,-2 0 0,0 1-1,2 28 1,-4 106-1448,-2-143 1077,-1 11-6512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3.4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20 24575,'0'0'0,"0"-1"0,0 0 0,0 0 0,0 0 0,0 1 0,1-1 0,-1 0 0,0 0 0,0 0 0,0 1 0,1-1 0,-1 0 0,0 1 0,1-1 0,-1 0 0,1 1 0,-1-1 0,1 0 0,-1 1 0,1-1 0,0 1 0,-1-1 0,1 1 0,-1-1 0,1 1 0,0-1 0,0 1 0,-1 0 0,1-1 0,0 1 0,-1 0 0,1 0 0,0 0 0,0-1 0,0 1 0,-1 0 0,1 0 0,0 0 0,0 0 0,0 0 0,-1 0 0,1 1 0,0-1 0,1 1 0,2-1 0,0 1 0,0 0 0,-1 1 0,1-1 0,0 1 0,-1 0 0,7 4 0,17 18 0,-1 1 0,-1 1 0,31 43 0,-30-37 0,0-1 0,-2 1 0,-2 1 0,-1 1 0,-1 1 0,-2 1 0,20 55 0,-33-76 0,-1 2 0,0-1 0,-2 0 0,0 1 0,0 0 0,-2-1 0,-2 31 0,0-34 0,0 0 0,-2 0 0,1-1 0,-1 1 0,-1-1 0,0 0 0,-1 0 0,-1-1 0,1 1 0,-2-2 0,-8 12 0,2-6-170,-1-1-1,0 0 0,-1-1 1,-1-1-1,0-1 0,-1 0 1,-29 14-1,-5-2-6655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4.1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258 33 24575,'-1'-1'0,"1"0"0,-1 0 0,1 0 0,-1 0 0,1-1 0,-1 1 0,0 0 0,0 0 0,1 0 0,-1 1 0,0-1 0,0 0 0,0 0 0,0 0 0,0 1 0,0-1 0,0 0 0,0 1 0,0-1 0,-1 1 0,1-1 0,0 1 0,-2-1 0,-29-8 0,32 9 0,-7-1 0,0 0 0,1 0 0,-1 0 0,0 1 0,1 0 0,-1 1 0,0-1 0,1 1 0,-1 0 0,0 1 0,1 0 0,-1 0 0,1 0 0,0 1 0,0 0 0,-6 4 0,5-2 0,0 0 0,0 0 0,1 1 0,0 0 0,0 1 0,1-1 0,0 1 0,0 0 0,0 1 0,1-1 0,0 1 0,-3 10 0,5-14 0,0 1 0,0-1 0,1 1 0,0 0 0,0 0 0,0-1 0,0 1 0,1 0 0,0 0 0,0 0 0,0 0 0,2 9 0,-1-10 0,1-1 0,-1 1 0,1 0 0,0-1 0,0 0 0,0 1 0,1-1 0,-1 0 0,1 0 0,0 0 0,-1-1 0,1 1 0,0-1 0,1 1 0,-1-1 0,6 3 0,4 1-170,-1-1-1,1 0 0,0-1 1,1-1-1,-1 0 0,1-1 1,15 1-1,17 1-6655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4.6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404 316 24575,'0'-5'0,"0"1"0,-1-1 0,1 1 0,-1-1 0,0 1 0,0 0 0,0-1 0,-1 1 0,1 0 0,-1 0 0,0 0 0,0 0 0,-1 0 0,1 0 0,-1 1 0,0-1 0,-3-3 0,1 3 0,0 0 0,-1 0 0,1 1 0,-1-1 0,0 1 0,0 0 0,0 1 0,0-1 0,0 1 0,-12-2 0,4 2 0,0 0 0,0 1 0,0 0 0,-1 2 0,1-1 0,0 2 0,-1 0 0,1 0 0,0 1 0,-16 7 0,21-6 0,-1 1 0,1 0 0,-1 0 0,1 1 0,1 1 0,-1-1 0,1 2 0,1-1 0,-10 12 0,14-16 0,0 0 0,0 1 0,0-1 0,1 1 0,0 0 0,0 0 0,0 0 0,0 0 0,1 0 0,-1 0 0,1 0 0,0 1 0,0-1 0,1 0 0,-1 1 0,1-1 0,0 1 0,0-1 0,0 0 0,1 1 0,0-1 0,-1 1 0,2-1 0,-1 0 0,2 5 0,0-5 0,0 0 0,0 0 0,0 0 0,0-1 0,1 1 0,-1-1 0,1 0 0,0 0 0,0 0 0,0-1 0,0 1 0,1-1 0,-1 0 0,1 0 0,-1 0 0,1-1 0,0 0 0,7 2 0,6 0 0,1-1 0,-1-1 0,29-1 0,-37-1 0,0 1 0,0-2 0,0 1 0,0-1 0,0-1 0,-1 1 0,1-2 0,-1 1 0,0-2 0,0 1 0,0-1 0,0 0 0,-1-1 0,0 0 0,0 0 0,-1-1 0,1 0 0,-1 0 0,-1-1 0,0 0 0,0 0 0,0 0 0,-1-1 0,0 0 0,-1 0 0,0 0 0,0 0 0,-1-1 0,0 0 0,-1 1 0,0-1 0,0-11 0,2-38 0,-5-96 0,-1 124 0,11 139-455,5-1 0,37 147 0,-39-211-6371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5.0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330 160 24575,'-1'-6'0,"1"-1"0,-1 1 0,0-1 0,-1 1 0,1 0 0,-1 0 0,-1 0 0,1 0 0,-1 0 0,0 0 0,0 0 0,-1 1 0,0 0 0,0-1 0,0 1 0,0 1 0,-1-1 0,0 1 0,0 0 0,0 0 0,0 0 0,-1 1 0,1-1 0,-12-4 0,6 4 0,0 0 0,1 0 0,-1 1 0,-1 0 0,1 1 0,0 0 0,-1 1 0,1 0 0,-1 1 0,1 0 0,0 1 0,-1 0 0,-16 4 0,25-4 0,0 0 0,-1 0 0,1 0 0,0 1 0,0-1 0,0 1 0,0-1 0,0 1 0,0 0 0,0 1 0,1-1 0,-1 0 0,1 1 0,-1-1 0,1 1 0,0 0 0,0 0 0,0 0 0,1 0 0,-1 0 0,-1 4 0,2-4 0,1 0 0,-1 0 0,1 0 0,0 1 0,0-1 0,0 0 0,0 0 0,0 0 0,1 0 0,0 0 0,-1 1 0,1-1 0,0 0 0,0 0 0,1-1 0,-1 1 0,1 0 0,-1 0 0,1-1 0,0 1 0,0-1 0,0 1 0,3 2 0,10 9 0,1-1 0,0 0 0,1-1 0,1-1 0,-1 0 0,23 9 0,117 40 0,-153-58 0,3 0 0,1 2 0,-1-1 0,13 8 0,-19-10 0,0-1 0,0 1 0,0 0 0,-1-1 0,1 1 0,0 0 0,0-1 0,-1 1 0,1 0 0,-1 0 0,1 0 0,-1 0 0,1-1 0,-1 1 0,1 0 0,-1 0 0,1 1 0,-1-1 0,-1 0 0,1 0 0,0-1 0,0 1 0,-1 0 0,1 0 0,0-1 0,-1 1 0,1 0 0,-1-1 0,1 1 0,-1 0 0,1-1 0,-1 1 0,0-1 0,1 1 0,-1-1 0,1 1 0,-1-1 0,0 0 0,0 1 0,1-1 0,-1 0 0,0 1 0,0-1 0,0 0 0,-14 6 0,0-1 0,-1-1 0,1 0 0,-27 2 0,-66 0 0,87-6 0,-25 1-1365,7 0-5461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5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337 208 24575,'4'0'0,"0"-1"0,0 1 0,0-1 0,0 1 0,0-1 0,0 0 0,0-1 0,-1 1 0,1-1 0,0 0 0,-1 0 0,1 0 0,-1 0 0,0 0 0,1-1 0,-1 1 0,0-1 0,3-4 0,-5 5 0,1 0 0,-1 0 0,0 0 0,0 0 0,1-1 0,-1 1 0,-1 0 0,1-1 0,0 1 0,0-1 0,-1 1 0,0-1 0,1 1 0,-1-1 0,0 1 0,0-1 0,-1 1 0,1-1 0,0 0 0,-1 1 0,1 0 0,-1-1 0,0 1 0,0-1 0,0 1 0,0 0 0,0 0 0,-1-1 0,-2-2 0,-3-3 0,0 0 0,0 1 0,-1 0 0,-1 0 0,1 0 0,-1 1 0,0 1 0,0 0 0,-1 0 0,1 0 0,-13-3 0,8 3 0,0 1 0,-1 0 0,0 1 0,0 1 0,0 0 0,0 1 0,-20 1 0,27 0 0,1 1 0,-1 1 0,1-1 0,0 1 0,-1 0 0,1 1 0,0 0 0,0 0 0,1 0 0,-1 1 0,1 0 0,-1 1 0,1-1 0,1 1 0,-1 0 0,-8 10 0,10-10 0,0 0 0,1 1 0,0-1 0,0 1 0,0 0 0,0 0 0,1 0 0,0 0 0,0 1 0,1-1 0,0 0 0,0 1 0,0-1 0,1 1 0,0-1 0,0 1 0,1-1 0,0 1 0,2 10 0,-1-12 0,-1-1 0,1 1 0,0-1 0,0 1 0,0-1 0,1 0 0,0 0 0,-1 0 0,1 0 0,1 0 0,-1-1 0,0 0 0,1 1 0,0-1 0,0 0 0,0-1 0,0 1 0,0-1 0,1 1 0,-1-1 0,1-1 0,-1 1 0,1-1 0,0 0 0,-1 0 0,1 0 0,0 0 0,6-1 0,-2 1 0,1-1 0,-1-1 0,0 1 0,0-2 0,0 1 0,0-1 0,0 0 0,0-1 0,-1 0 0,1-1 0,-1 0 0,0 0 0,0 0 0,9-8 0,-2-1 0,-2-1 0,0 0 0,0-1 0,-1-1 0,9-17 0,18-21 0,-39 53 0,1 0 0,0 0 0,-1 0 0,1 0 0,0 0 0,-1 0 0,1 1 0,0-1 0,0 0 0,0 1 0,0-1 0,0 0 0,0 1 0,0-1 0,0 1 0,0 0 0,0-1 0,0 1 0,0 0 0,2-1 0,-2 2 0,0-1 0,0 0 0,0 0 0,0 1 0,-1-1 0,1 1 0,0-1 0,0 1 0,-1-1 0,1 1 0,0-1 0,0 1 0,-1 0 0,1 0 0,-1-1 0,1 1 0,-1 0 0,1 0 0,0 1 0,2 5 0,0 1 0,0 0 0,0 1 0,1 9 0,-3-11 0,4 16 67,1 6-425,1-1 0,1-1 0,13 27 0,-9-29-6468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6.2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275 461 24575,'1'-3'0,"-1"0"0,1 0 0,0 0 0,1 0 0,-1 1 0,0-1 0,1 0 0,0 1 0,2-4 0,8-15 0,-11 16 0,0-1 0,0 1 0,-1-1 0,1 1 0,-1-1 0,0 0 0,-1 1 0,1-1 0,-1 1 0,0-1 0,-1 1 0,1 0 0,-1-1 0,0 1 0,0 0 0,-1 0 0,0 0 0,0 0 0,0 1 0,-4-6 0,0 1 0,-1 0 0,0 1 0,0-1 0,-1 1 0,0 1 0,-1 0 0,1 0 0,-17-8 0,23 14 0,1-1 0,-1 1 0,0 0 0,0 0 0,1 0 0,-1 0 0,0 1 0,0-1 0,0 1 0,0 0 0,0-1 0,0 1 0,0 1 0,0-1 0,0 0 0,0 1 0,0 0 0,0-1 0,0 1 0,0 0 0,1 0 0,-4 2 0,1 1 0,0 0 0,0 1 0,0-1 0,0 1 0,1 0 0,0 0 0,0 0 0,0 0 0,-3 8 0,-3 7 0,0 0 0,1 0 0,1 1 0,1 0 0,1 1 0,1 0 0,-3 28 0,8-46 0,-1 0 0,1 0 0,0 0 0,1 0 0,-1 0 0,0 0 0,1-1 0,0 1 0,0 0 0,0 0 0,1-1 0,-1 1 0,1 0 0,2 3 0,-2-5 0,-1 0 0,1-1 0,-1 1 0,1-1 0,-1 1 0,1-1 0,0 0 0,0 0 0,0 0 0,0 0 0,0 0 0,0 0 0,0-1 0,0 1 0,0-1 0,0 1 0,0-1 0,0 0 0,0 1 0,0-1 0,0-1 0,1 1 0,-1 0 0,0 0 0,0-1 0,0 1 0,3-2 0,17-5 0,1-1 0,-2-1 0,1-1 0,-1-1 0,-1-1 0,29-21 0,-26 15 0,-1-1 0,0-1 0,-1-1 0,32-43 0,-40 47 0,-2-1 0,0-1 0,-1 0 0,-1 0 0,0-1 0,-2 0 0,0 0 0,-1-1 0,-1 0 0,-2 0 0,0 0 0,1-24 0,-4 44 0,0 0 0,0 0 0,0 0 0,0 0 0,0 0 0,0 0 0,0 0 0,0 0 0,0 0 0,0 0 0,0 0 0,-1 0 0,1 0 0,0 0 0,-1 0 0,1 0 0,-1 0 0,1 0 0,-1 0 0,0 1 0,1-1 0,-1 0 0,0 0 0,1 1 0,-1-1 0,0 0 0,0 1 0,0-1 0,1 1 0,-2-1 0,0 1 0,1 0 0,0 1 0,0-1 0,0 1 0,0-1 0,0 1 0,0-1 0,0 1 0,0 0 0,0 0 0,0-1 0,0 1 0,0 0 0,0 0 0,0 0 0,1 0 0,-1 0 0,0 0 0,1 0 0,-1 0 0,1 0 0,-1 1 0,1-1 0,-1 2 0,-7 18 0,1 1 0,1 0 0,1 0 0,-4 42 0,5 93 0,5-138-273,0 0 0,2 0 0,0 0 0,9 30 0,-1-19-6553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6.7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189 448 24575,'2'-1'0,"0"1"0,0-1 0,0 1 0,0-1 0,0 0 0,0 1 0,0-1 0,0 0 0,0-1 0,-1 1 0,1 0 0,0 0 0,-1-1 0,1 1 0,-1-1 0,1 1 0,-1-1 0,0 1 0,0-1 0,0 0 0,0 0 0,0 0 0,1-3 0,1 0 0,-1-1 0,0 1 0,0-1 0,-1 1 0,0-1 0,0 0 0,1-7 0,-3 8 0,0 1 0,0-1 0,0 1 0,0-1 0,0 1 0,-1 0 0,0 0 0,0-1 0,0 1 0,0 0 0,-1 1 0,0-1 0,0 0 0,0 1 0,0 0 0,0-1 0,-5-2 0,1 0 0,0 1 0,0 0 0,0 0 0,0 1 0,-1 0 0,0 0 0,0 1 0,-12-4 0,18 7 0,-1-1 0,0 1 0,1 0 0,-1-1 0,1 1 0,-1 0 0,1 1 0,-1-1 0,1 0 0,-1 1 0,1 0 0,-1-1 0,1 1 0,-1 0 0,1 0 0,0 0 0,-5 3 0,3 0 0,0-1 0,0 1 0,1-1 0,-1 1 0,1 0 0,0 0 0,0 1 0,-3 6 0,-1 3 0,0 1 0,2 0 0,0 1 0,-5 27 0,8-34 0,1-1 0,0 1 0,1-1 0,0 1 0,1 0 0,0-1 0,0 0 0,0 1 0,1-1 0,5 12 0,-6-17 0,0 0 0,0-1 0,0 1 0,0-1 0,1 1 0,0-1 0,-1 0 0,1 0 0,0 0 0,0 0 0,0 0 0,0 0 0,0 0 0,1 0 0,-1-1 0,1 1 0,-1-1 0,1 0 0,-1 0 0,1 0 0,0 0 0,-1 0 0,1-1 0,0 1 0,0-1 0,-1 0 0,1 1 0,0-1 0,0 0 0,0-1 0,-1 1 0,1-1 0,0 1 0,4-2 0,2-1 0,-1 0 0,0-1 0,-1 1 0,1-1 0,-1-1 0,1 0 0,8-7 0,44-45 0,-45 42 0,6-7 0,-2-1 0,0-1 0,-2 0 0,0-2 0,-2 0 0,-1-1 0,-1 0 0,-2-1 0,0 0 0,-2-1 0,-1 0 0,-1 0 0,5-61 0,-12 89 0,-1 3 0,-3 11 0,-3 21 0,2 14-195,2 0 0,2 0 0,2 0 0,3 0 0,1 0 0,20 79 0,-12-80-6631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7.2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43 24575,'-2'0'0,"1"0"0,0-1 0,0 1 0,0-1 0,0 1 0,0-1 0,0 0 0,0 1 0,0-1 0,0 0 0,0 0 0,0 0 0,0 0 0,0 0 0,1 0 0,-1 0 0,0 0 0,1 0 0,-1 0 0,0-2 0,-9-22 0,30 85 0,-9-6 0,-4 1 0,2 57 0,-8 111 0,-1-214 0,2 8 0,3-22 0,9-33 0,-10 26 0,10-23 0,1 1 0,26-42 0,-34 63 0,1 2 0,1-1 0,0 1 0,0 1 0,1-1 0,0 2 0,1-1 0,0 1 0,16-10 0,-23 17 0,0 0 0,0 0 0,1 0 0,-1 1 0,0-1 0,1 1 0,-1 0 0,0 1 0,1-1 0,-1 1 0,1-1 0,-1 1 0,8 1 0,-9 0 0,1 0 0,-1 0 0,0 0 0,0 0 0,0 1 0,0-1 0,0 1 0,0-1 0,-1 1 0,1 0 0,0 0 0,-1 1 0,1-1 0,-1 0 0,0 1 0,0 0 0,0-1 0,3 7 0,10 22 93,-1 1 1,18 66-1,3 5-1738,-24-75-5181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7.6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262 116 24575,'0'-13'0,"0"4"0,0 0 0,0-1 0,-1 1 0,0-1 0,-5-16 0,6 25 0,-1-1 0,0 0 0,1 1 0,-1-1 0,0 0 0,0 1 0,0-1 0,0 1 0,-1 0 0,1-1 0,0 1 0,-1 0 0,1-1 0,-1 1 0,1 0 0,-1 0 0,1 0 0,-1 1 0,0-1 0,1 0 0,-1 1 0,0-1 0,0 1 0,1-1 0,-1 1 0,0 0 0,0 0 0,0 0 0,0 0 0,0 0 0,1 0 0,-1 0 0,0 1 0,0-1 0,-3 2 0,-8 2 0,0 1 0,1 0 0,-1 1 0,1 0 0,0 1 0,1 1 0,0 0 0,0 0 0,1 1 0,-1 0 0,2 1 0,0 0 0,0 1 0,1 0 0,-14 23 0,20-31 0,1 1 0,-1-1 0,1 0 0,0 1 0,0-1 0,0 1 0,0-1 0,1 1 0,-1 0 0,1-1 0,0 1 0,0 0 0,0-1 0,0 1 0,2 5 0,-1-7 0,0 1 0,0-1 0,0 0 0,1 0 0,-1 0 0,0 0 0,1 0 0,0 0 0,-1 0 0,1 0 0,0-1 0,0 1 0,0-1 0,0 1 0,0-1 0,0 0 0,0 0 0,1 0 0,-1 0 0,0 0 0,1-1 0,-1 1 0,4 0 0,1 0 0,-1 0 0,1-1 0,0 1 0,-1-2 0,1 1 0,-1-1 0,1 0 0,-1 0 0,1 0 0,-1-1 0,1 0 0,-1-1 0,0 1 0,0-1 0,0 0 0,-1-1 0,1 1 0,-1-1 0,1 0 0,-1-1 0,-1 1 0,1-1 0,5-6 0,7-12 0,-1 0 0,0-1 0,-2 0 0,12-27 0,-22 43 0,9-15 0,-7 20 0,-2 14 0,-2 98 335,-3-74-1185,6 59 0,-1-69-5976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8.1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1 139 24575,'0'-15'0,"0"0"0,0-1 0,2 1 0,0 0 0,0 0 0,9-25 0,-11 40 0,0-1 0,0 1 0,0 0 0,0-1 0,0 1 0,1 0 0,-1-1 0,0 1 0,0 0 0,0-1 0,0 1 0,1 0 0,-1-1 0,0 1 0,0 0 0,0 0 0,1-1 0,-1 1 0,0 0 0,1 0 0,-1-1 0,0 1 0,1 0 0,-1 0 0,0 0 0,1 0 0,-1 0 0,0-1 0,1 1 0,-1 0 0,6 9 0,-2 18 0,1 55 0,9 92 0,-14-173 0,0 0 0,0 0 0,0 0 0,0-1 0,0 1 0,0 0 0,0 0 0,0 0 0,1-1 0,-1 1 0,0 0 0,1 0 0,-1-1 0,0 1 0,1 0 0,-1-1 0,1 1 0,-1-1 0,1 1 0,-1 0 0,1-1 0,0 1 0,0-1 0,0 0 0,-1 0 0,1 0 0,-1 0 0,1 0 0,0 0 0,-1 0 0,1 0 0,0 0 0,-1-1 0,1 1 0,-1 0 0,1-1 0,-1 1 0,1 0 0,0-1 0,-1 1 0,1 0 0,-1-1 0,0 1 0,1-1 0,26-34 0,-24 31 0,40-63 0,36-50 0,-78 116 0,24-26 0,-25 26 0,1 1 0,-1-1 0,1 1 0,-1-1 0,1 1 0,-1 0 0,1-1 0,-1 1 0,1-1 0,-1 1 0,1 0 0,-1 0 0,1-1 0,-1 1 0,1 0 0,0 0 0,-1 0 0,1 0 0,-1 0 0,1 0 0,0 0 0,-1 0 0,1 0 0,0 0 0,-1 0 0,1 0 0,-1 0 0,1 0 0,0 0 0,-1 1 0,1-1 0,-1 0 0,1 1 0,-1-1 0,1 0 0,-1 1 0,1-1 0,-1 0 0,1 1 0,-1-1 0,1 1 0,-1-1 0,0 1 0,1-1 0,-1 1 0,0-1 0,0 1 0,1-1 0,-1 1 0,0 0 0,0-1 0,1 1 0,1 11 0,0 0 0,0 0 0,-1-1 0,0 1 0,-1 0 0,-2 18 0,0 15 0,2-45 0,0 22 0,2 0 0,4 26 0,-5-43 0,0 0 0,0 0 0,0 0 0,1-1 0,-1 1 0,1 0 0,0-1 0,1 1 0,-1-1 0,1 0 0,0 0 0,0 0 0,0 0 0,1-1 0,-1 1 0,6 3 0,-6-6 0,0 1 0,0-1 0,1 0 0,-1 0 0,1-1 0,-1 1 0,1-1 0,-1 1 0,1-1 0,-1 0 0,1 0 0,-1-1 0,1 1 0,-1-1 0,0 0 0,1 0 0,-1 0 0,0 0 0,1-1 0,4-2 0,9-5 0,-1-1 0,23-17 0,-33 23 0,7-5-195,0 0 0,-1-2 0,0 0 0,-1 0 0,0-1 0,9-13 0,-9 6-6631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39.3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393 138 24575,'-1'-6'0,"1"0"0,-1 0 0,0-1 0,0 1 0,-1 0 0,1 0 0,-1 0 0,-1 0 0,1 0 0,-1 1 0,0-1 0,-1 1 0,1 0 0,-1-1 0,0 2 0,0-1 0,-6-5 0,6 7 0,0-1 0,0 2 0,0-1 0,0 0 0,-1 1 0,1 0 0,-1 0 0,1 0 0,-1 0 0,0 1 0,0 0 0,0 0 0,1 0 0,-1 0 0,0 1 0,0 0 0,0 0 0,0 0 0,0 1 0,0 0 0,0 0 0,-7 2 0,-2 2 0,1 1 0,-1 1 0,1 0 0,0 1 0,0 0 0,1 1 0,0 1 0,-16 16 0,14-12 0,2 1 0,0 0 0,1 0 0,0 1 0,1 1 0,-10 23 0,19-38 0,0 0 0,0 0 0,0 0 0,0 1 0,0-1 0,1 0 0,-1 0 0,1 0 0,0 1 0,0-1 0,-1 0 0,1 0 0,1 1 0,-1-1 0,0 0 0,0 0 0,1 0 0,0 1 0,-1-1 0,1 0 0,0 0 0,2 3 0,-1-3 0,0 0 0,0 0 0,0 0 0,0-1 0,1 1 0,-1-1 0,1 0 0,-1 1 0,1-1 0,-1 0 0,1-1 0,0 1 0,-1 0 0,1-1 0,0 1 0,0-1 0,0 0 0,3 0 0,4-1 0,1 0 0,0 0 0,-1-1 0,1 0 0,-1-1 0,1 0 0,-1-1 0,0 0 0,-1 0 0,18-11 0,0-3 0,-1 0 0,32-31 0,-51 43 0,-1-1 0,0-1 0,8-11 0,14-15 0,-28 33 0,0 1 0,1-1 0,-1 1 0,1-1 0,-1 1 0,1 0 0,-1-1 0,1 1 0,-1-1 0,1 1 0,0 0 0,-1 0 0,1-1 0,-1 1 0,1 0 0,0 0 0,-1-1 0,1 1 0,0 0 0,-1 0 0,1 0 0,0 0 0,-1 0 0,1 0 0,0 0 0,-1 0 0,1 1 0,0-1 0,-1 0 0,1 0 0,-1 0 0,1 1 0,0-1 0,-1 0 0,1 1 0,-1-1 0,1 0 0,-1 1 0,1-1 0,-1 1 0,1-1 0,-1 1 0,1-1 0,-1 1 0,0-1 0,1 1 0,-1 0 0,0-1 0,0 1 0,1-1 0,-1 1 0,0 1 0,3 5 0,0 0 0,-1 1 0,2 13 0,-2-12 0,2 8 0,0-1 0,2 0 0,0-1 0,14 28 0,-17-38 0,0 0 0,0-1 0,0 1 0,0-1 0,0 0 0,1 0 0,0 0 0,0-1 0,0 1 0,0-1 0,1 0 0,-1 0 0,1-1 0,0 1 0,0-1 0,0 0 0,0 0 0,0 0 0,7 0 0,-9-2 23,0 0 0,0 0 0,0 0-1,1 0 1,-1-1 0,0 1 0,0-1-1,0 0 1,0 0 0,0 0 0,0-1-1,0 1 1,0-1 0,4-3 0,0 0-365,-1 0 1,1-1 0,-1 0-1,6-8 1,3-5-6485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48.5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205 138 24575,'0'-3'0,"-1"0"0,0 0 0,1 0 0,-1 0 0,0 0 0,-1 0 0,1 0 0,0 0 0,-1 0 0,-2-3 0,2 3 0,0 0 0,0 0 0,1 0 0,-1 0 0,1 0 0,-2-6 0,3 8 0,0 0 0,0-1 0,0 1 0,0 0 0,1 0 0,-1-1 0,0 1 0,0 0 0,1 0 0,-1-1 0,1 1 0,-1 0 0,1 0 0,-1 0 0,1 0 0,0 0 0,-1 0 0,1 0 0,0 0 0,0 0 0,0 0 0,1-1 0,6-4 0,-1 1 0,1 0 0,0 0 0,0 1 0,0 0 0,0 1 0,17-5 0,-20 6 0,1 0 0,-1 1 0,1 0 0,-1 0 0,1 1 0,-1 0 0,1-1 0,-1 2 0,1-1 0,-1 1 0,1 0 0,-1 0 0,0 0 0,7 3 0,-10-3 0,1 1 0,0 0 0,-1-1 0,1 1 0,-1 0 0,0 0 0,0 1 0,1-1 0,-1 0 0,-1 1 0,1-1 0,0 1 0,-1 0 0,1-1 0,1 6 0,-2-3 0,1 0 0,-1 0 0,0 0 0,-1 1 0,1-1 0,-1 0 0,0 1 0,-1 7 0,-2 1 0,0 0 0,0 0 0,-1 0 0,-1 0 0,-11 22 0,8-21 0,-1 0 0,-1 0 0,0-1 0,-1 0 0,0-1 0,-1 0 0,-1-1 0,0 0 0,-26 17 0,27-21 0,-1 0 0,1-2 0,-1 1 0,0-2 0,-1 0 0,1 0 0,-1-1 0,0-1 0,0 0 0,0-1 0,-1-1 0,-18 0 0,31-1 0,0 0 0,1 0 0,-1 0 0,1 0 0,-1 0 0,1 0 0,-1-1 0,1 1 0,-1 0 0,1-1 0,-1 0 0,1 1 0,-1-1 0,1 0 0,0 0 0,-1 1 0,1-1 0,0 0 0,0 0 0,-1-2 0,1 2 0,1 0 0,-1 0 0,1 0 0,0 0 0,0-1 0,-1 1 0,1 0 0,0 0 0,0 0 0,0 0 0,0-1 0,0 1 0,1 0 0,-1 0 0,0 0 0,1 0 0,-1 0 0,0 0 0,1 0 0,0-2 0,2-2 0,0 0 0,0 1 0,1-1 0,0 1 0,-1 0 0,1 0 0,1 0 0,-1 0 0,8-5 0,-4 5 0,0 0 0,-1 1 0,1 0 0,1 0 0,-1 1 0,0 0 0,1 0 0,-1 1 0,0 0 0,1 1 0,0 0 0,-1 0 0,1 0 0,-1 1 0,1 1 0,-1-1 0,16 6 0,-9-1 0,1 1 0,-2 0 0,1 1 0,-1 1 0,0 0 0,-1 1 0,0 0 0,15 16 0,-12-10 41,9 9-393,2 0 1,0-1-1,38 24 1,-40-34-6475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48.7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1 24575,'0'0'0,"0"0"0,-1 0 0,1 0 0,0 0 0,-1 0 0,1 0 0,0 0 0,0 0 0,-1 0 0,1 0 0,0 0 0,-1 0 0,1 0 0,0 1 0,0-1 0,-1 0 0,1 0 0,0 0 0,0 0 0,0 1 0,-1-1 0,1 0 0,0 0 0,0 1 0,0-1 0,0 0 0,0 0 0,-1 1 0,1-1 0,0 0 0,0 0 0,0 1 0,0-1 0,0 0 0,0 0 0,0 1 0,0-1 0,0 0 0,0 1 0,0-1 0,0 0 0,0 0 0,0 1 0,0-1 0,0 0 0,0 1 0,0-1 0,1 0 0,-1 1 0,7 14 0,21 26 0,54 62 0,-44-58 0,-5-4 0,78 100 0,-97-121 0,-2 1 0,0 0 0,-1 0 0,-1 1 0,9 31 0,-17-47 23,-1-1 0,1 1 0,-2 0-1,1 0 1,0-1 0,-1 1 0,0 0-1,-1 0 1,1 0 0,-1-1 0,0 1-1,0 0 1,-1 0 0,-3 6 0,2-5-179,-1-1 1,1 0 0,-2 0 0,1 0 0,0 0 0,-1-1 0,0 0-1,-1 0 1,1 0 0,-12 7 0,-26 14-6671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4.1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2 155 24575,'-1'-5'0,"1"1"0,0 0 0,0 0 0,0-1 0,1 1 0,0 0 0,0 0 0,0 0 0,0 0 0,0 0 0,1 0 0,0 0 0,-1 0 0,2 0 0,-1 1 0,0-1 0,1 1 0,-1-1 0,1 1 0,0 0 0,0 0 0,1 0 0,-1 1 0,0-1 0,1 1 0,0 0 0,-1 0 0,9-3 0,-7 2 0,0 1 0,0 0 0,0 0 0,0 0 0,0 1 0,1-1 0,-1 1 0,1 1 0,7-1 0,-11 1 0,1 0 0,-1 1 0,1-1 0,-1 1 0,1 0 0,-1 0 0,0 0 0,0 0 0,1 0 0,-1 0 0,0 0 0,0 1 0,0-1 0,0 1 0,0 0 0,0-1 0,-1 1 0,1 0 0,-1 0 0,1 0 0,-1 0 0,2 5 0,13 25 0,-1 1 0,-3 0 0,0 1 0,-2 1 0,-2 0 0,-1 0 0,3 52 0,-10-110 0,2 0 0,0-1 0,1 1 0,8-30 0,-1 16 0,1 1 0,18-41 0,-24 66 0,0 1 0,0 0 0,1 0 0,0 1 0,12-14 0,-16 21 0,-1 0 0,1 0 0,0 0 0,1 0 0,-1 0 0,0 1 0,0-1 0,1 1 0,-1 0 0,1 0 0,-1 0 0,1 0 0,-1 0 0,1 0 0,0 1 0,-1-1 0,1 1 0,0-1 0,0 1 0,-1 0 0,1 1 0,0-1 0,-1 0 0,1 1 0,0-1 0,-1 1 0,1 0 0,2 1 0,5 3 0,0 0 0,-1 1 0,0 0 0,-1 1 0,1 0 0,-1 0 0,0 0 0,-1 1 0,0 1 0,0-1 0,-1 1 0,10 18 0,0 3 0,-2 2 0,18 55 0,-18-34-1365,-10-32-5461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4.5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47 24575,'1'-2'0,"-1"2"0,1-1 0,-1 0 0,1 1 0,-1-1 0,1 0 0,0 1 0,-1-1 0,1 1 0,0-1 0,-1 1 0,1-1 0,0 1 0,0-1 0,-1 1 0,1 0 0,1-1 0,2 21 0,2 48 0,29 129 0,36 63 0,-64-242 0,-7-18 0,0 0 0,0 0 0,0 0 0,0 0 0,0 0 0,0 0 0,1 0 0,-1 0 0,0 0 0,0 0 0,0 0 0,0 0 0,0 0 0,0 0 0,1 0 0,-1 0 0,0-1 0,0 1 0,0 0 0,0 0 0,0 0 0,0 0 0,0 0 0,1 0 0,-1 0 0,0 0 0,0 0 0,0 0 0,0 0 0,0-1 0,0 1 0,0 0 0,0 0 0,0 0 0,0 0 0,0 0 0,0 0 0,0-1 0,0 1 0,0 0 0,0 0 0,0 0 0,0 0 0,0 0 0,0 0 0,0-1 0,0 1 0,0 0 0,0 0 0,0 0 0,0 0 0,0 0 0,0 0 0,0-1 0,1-34 0,-1 30 0,8-248 0,-3 205 0,1 0 0,3 1 0,18-60 0,-26 104 0,0 0 0,0 0 0,0 0 0,0 0 0,1 0 0,0 0 0,-1 0 0,1 0 0,0 1 0,0-1 0,0 1 0,1 0 0,-1-1 0,0 1 0,1 0 0,3-2 0,-3 3 0,-1 1 0,0-1 0,0 1 0,1-1 0,-1 1 0,0 0 0,1 0 0,-1 0 0,1 0 0,-1 0 0,0 1 0,1-1 0,-1 1 0,0-1 0,0 1 0,1 0 0,-1 0 0,0 0 0,0 0 0,0 0 0,0 1 0,0-1 0,2 2 0,5 4 0,-1 1 0,1-1 0,-1 1 0,-1 1 0,0 0 0,0 0 0,0 0 0,-1 1 0,-1 0 0,1 0 0,3 11 0,-8-17 0,1 0 0,-1 1 0,0-1 0,0 1 0,-1-1 0,1 1 0,-1-1 0,0 1 0,0-1 0,-1 1 0,1-1 0,-3 10 0,1-11 0,1 1 0,-1-1 0,0 1 0,0-1 0,0 0 0,-1 0 0,1 0 0,-1 0 0,1 0 0,-1-1 0,0 1 0,0-1 0,0 0 0,-1 1 0,1-1 0,0-1 0,-6 3 0,-3 1-341,1-1 0,-1-1-1,-19 3 1,-2-1-6485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5.2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33 24575,'2'0'0,"-1"1"0,0-1 0,0 1 0,0-1 0,0 1 0,0 0 0,0 0 0,0-1 0,0 1 0,0 0 0,0 0 0,0 0 0,0 0 0,-1 0 0,1 0 0,0 2 0,14 22 0,-12-19 0,21 41 0,-2 0 0,22 76 0,-29-61 0,-15-73 0,-1 0 0,1 0 0,1 0 0,0 0 0,1 0 0,0 0 0,4-14 0,4-7 0,19-45 0,-19 55 0,22-35 0,-28 50 0,1 1 0,0-1 0,0 1 0,0 1 0,1-1 0,-1 1 0,1 0 0,1 0 0,8-5 0,-14 9 0,0 0 0,1 1 0,-1-1 0,0 1 0,1-1 0,-1 1 0,1-1 0,-1 1 0,1 0 0,-1 0 0,1 0 0,-1 0 0,1 0 0,-1 0 0,1 0 0,-1 0 0,1 1 0,-1-1 0,0 1 0,1-1 0,1 1 0,-1 1 0,0-1 0,0 1 0,1 0 0,-1 0 0,0 0 0,0 0 0,-1 0 0,1 0 0,0 0 0,1 5 0,3 3 0,-1 1 0,-1 1 0,0-1 0,2 14 0,12 78 0,-14-67 0,11 38 0,-15-73 0,0-1 0,0 1 0,0-1 0,0 1 0,0 0 0,1-1 0,-1 1 0,0-1 0,0 1 0,0 0 0,1-1 0,-1 1 0,0-1 0,1 1 0,-1-1 0,0 1 0,1-1 0,-1 1 0,1-1 0,-1 0 0,1 1 0,-1-1 0,1 1 0,-1-1 0,1 0 0,-1 0 0,1 1 0,-1-1 0,1 0 0,-1 0 0,1 0 0,0 1 0,-1-1 0,1 0 0,0 0 0,-1 0 0,1 0 0,-1 0 0,1 0 0,0 0 0,-1 0 0,1-1 0,-1 1 0,1 0 0,0 0 0,-1 0 0,1-1 0,-1 1 0,1 0 0,-1-1 0,1 1 0,-1 0 0,1-1 0,-1 1 0,1-1 0,-1 1 0,0-1 0,1 0 0,6-5 0,-1-1 0,0 0 0,6-10 0,-4 7 0,5-6 0,1 1 0,1 0 0,0 1 0,35-24 0,-43 32 0,1 2 0,0-1 0,0 1 0,0 0 0,1 1 0,0 0 0,-1 0 0,1 1 0,0 0 0,0 1 0,0 0 0,1 0 0,15 1 0,-20 1 16,0 0 1,-1 1-1,1-1 0,-1 1 0,1 0 1,-1 0-1,0 1 0,0-1 0,0 1 0,0 0 1,0 0-1,0 0 0,-1 0 0,1 1 1,-1 0-1,0-1 0,0 1 0,-1 0 0,1 0 1,3 8-1,3 8-390,-1 0 1,-1 0-1,6 26 1,-12-41 161,5 18-6614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5.4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 0 24575,'3'0'0,"1"3"0,0 4 0,-4 7 0,-5 4 0,-1 4 0,-3 2 0,0 3 0,1 2 0,3 3 0,2-1 0,4-1 0,5-2 0,5 1 0,3-3 0,-1-5-8191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5.6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28 24575,'0'-3'0,"-3"-4"0,-4-1 0,-4 1 0,1 5 0,1 5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6.0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24575,'3'0'0,"0"1"0,0-1 0,0 1 0,0 0 0,0 0 0,0 0 0,0 0 0,-1 1 0,1-1 0,0 1 0,-1-1 0,1 1 0,-1 0 0,0 0 0,1 0 0,-1 0 0,0 1 0,0-1 0,0 0 0,-1 1 0,1-1 0,-1 1 0,2 4 0,4 8 0,0 1 0,-2-1 0,5 19 0,-6-19 0,26 122 0,-30-136 0,1 0 0,-1 0 0,0 0 0,0 0 0,0 0 0,1 0 0,-1 0 0,1 0 0,-1 0 0,1 0 0,-1 0 0,1 0 0,-1 0 0,1 0 0,1 0 0,-2 0 0,1-1 0,-1 0 0,0 0 0,1 0 0,-1 0 0,1 0 0,-1 1 0,1-1 0,-1 0 0,1 0 0,-1 0 0,0 0 0,1 0 0,-1 0 0,1-1 0,-1 1 0,1 0 0,-1 0 0,1 0 0,-1 0 0,0 0 0,1-1 0,-1 1 0,1-1 0,3-2 0,0 0 0,0 0 0,-1-1 0,1 0 0,3-5 0,0 1 0,4-5 0,100-104 0,-98 105 0,1 1 0,0 0 0,1 1 0,0 0 0,0 1 0,1 1 0,17-6 0,-30 12 0,1 1 0,0 0 0,-1 0 0,1 0 0,0 1 0,0-1 0,-1 1 0,1 0 0,0 0 0,0 0 0,0 0 0,5 2 0,-6-1 0,-1 0 0,1 0 0,-1 1 0,0-1 0,0 0 0,1 1 0,-1 0 0,0-1 0,0 1 0,-1 0 0,1 0 0,0 0 0,-1 0 0,1 1 0,-1-1 0,0 0 0,1 1 0,0 3 0,5 13-11,-2 0 0,0 1 0,-2-1 0,3 30 0,-2-11-1299,-1-19-5516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6.3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44 109 24575,'6'-9'0,"0"-1"0,0 1 0,9-10 0,-9 12 0,0-1 0,-1 0 0,1 0 0,3-9 0,-8 16 0,-1 1 0,0 0 0,0-1 0,1 1 0,-1-1 0,0 1 0,0 0 0,0-1 0,0 1 0,1-1 0,-1 1 0,0-1 0,0 1 0,0-1 0,0 1 0,0 0 0,0-1 0,0 1 0,0-1 0,0 1 0,-1-1 0,1 1 0,0-1 0,0 1 0,0-1 0,0 1 0,-1 0 0,1-1 0,-1 0 0,-12 1 0,-16 14 0,23-11 0,0 0 0,1 1 0,-1 0 0,1 0 0,0 1 0,0-1 0,0 1 0,1 0 0,-5 7 0,7-9 0,1-1 0,0 1 0,0 0 0,0 0 0,0-1 0,0 1 0,0 0 0,1 0 0,-1 0 0,1 0 0,0 0 0,0 0 0,0 0 0,0 0 0,0 0 0,1 0 0,0 0 0,-1 0 0,1 0 0,0 0 0,0-1 0,3 6 0,7 10 0,1 1 0,1-1 0,1-1 0,0-1 0,21 18 0,-13-11 0,28 36 0,-47-56 0,-1 0 0,0 0 0,-1 0 0,1 0 0,0 1 0,-1-1 0,0 1 0,0-1 0,0 1 0,0-1 0,-1 1 0,1 5 0,-1-8 0,0 0 0,0 1 0,-1-1 0,1 1 0,0-1 0,-1 1 0,1-1 0,-1 1 0,1-1 0,-1 0 0,0 1 0,0-1 0,0 0 0,1 0 0,-1 0 0,0 1 0,0-1 0,-1 0 0,1 0 0,0 0 0,0-1 0,0 1 0,-1 0 0,1 0 0,0-1 0,-1 1 0,1-1 0,-1 1 0,1-1 0,0 1 0,-1-1 0,-2 0 0,-3 1-96,-1-1 0,1-1 1,0 1-1,0-1 0,0 0 0,-1-1 0,-11-4 0,13 5-502,-20-7-6228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6.5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62 24575,'15'-15'0,"-12"11"0,0-1 0,1 1 0,0 0 0,0 0 0,0 1 0,0-1 0,1 1 0,-1 0 0,1 0 0,0 1 0,0-1 0,6-1 0,-10 4 0,0 0 0,1 0 0,-1 0 0,0 0 0,0 1 0,0-1 0,0 0 0,0 1 0,0-1 0,0 1 0,0-1 0,0 1 0,0-1 0,0 1 0,0 0 0,0 0 0,0-1 0,-1 1 0,1 0 0,0 0 0,0 0 0,-1 0 0,1 0 0,-1 0 0,1 0 0,-1 0 0,1 0 0,-1 0 0,0 0 0,1 0 0,-1 0 0,0 0 0,0 2 0,5 45 0,-4-43 0,1 146 0,7 96 0,10-94-1365,-12-116-5461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7.6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9 596 24575,'-1'-1'0,"-1"-1"0,2 0 0,-1 0 0,0 1 0,0-1 0,0 0 0,1 0 0,-1 0 0,1 0 0,0 0 0,0 0 0,-1 0 0,1 0 0,0 0 0,0 0 0,1 0 0,-1 0 0,0 0 0,1 0 0,-1 0 0,1 1 0,0-1 0,0 0 0,-1 0 0,1 0 0,0 1 0,0-1 0,1 0 0,-1 1 0,0-1 0,1 1 0,-1 0 0,0-1 0,1 1 0,0 0 0,-1 0 0,1 0 0,0 0 0,-1 0 0,1 0 0,3-1 0,6-1 0,-1-1 0,1 1 0,0 1 0,0 0 0,0 0 0,12 1 0,201-2 0,75-4 0,-242-2 0,-53 8 0,1-1 0,-1 1 0,0-1 0,0 1 0,1-1 0,-1 0 0,0-1 0,-1 1 0,1-1 0,4-4 0,-7 6 0,0 0 0,0 0 0,0 0 0,0 0 0,-1 0 0,1 0 0,0 0 0,-1-1 0,1 1 0,-1 0 0,1 0 0,-1-1 0,1 1 0,-1 0 0,0-1 0,0 1 0,0 0 0,0-1 0,0 1 0,0-1 0,0 1 0,-1-2 0,1 0 0,-1 1 0,-1-1 0,1 1 0,0-1 0,0 1 0,-1-1 0,0 1 0,1 0 0,-1 0 0,-3-3 0,-1 0 0,0 0 0,0 0 0,-1 0 0,0 1 0,1 0 0,-16-6 0,14 8 0,-1 0 0,1 0 0,0 1 0,-1 0 0,0 1 0,1 0 0,-1 0 0,1 1 0,-1 0 0,1 0 0,0 1 0,-1 0 0,1 0 0,0 1 0,0 0 0,0 1 0,1 0 0,-1 0 0,1 1 0,0-1 0,0 2 0,-7 5 0,7-4 0,-1 0 0,1 0 0,0 1 0,1 0 0,0 0 0,0 0 0,1 1 0,0 0 0,0 0 0,1 0 0,0 1 0,1-1 0,0 1 0,1 0 0,-1 0 0,2 0 0,0 0 0,0 14 0,1-19 0,1-1 0,-1 0 0,1 0 0,1 0 0,-1 0 0,0-1 0,1 1 0,0 0 0,0 0 0,0-1 0,0 1 0,1-1 0,-1 0 0,1 0 0,0 0 0,0 0 0,0 0 0,0-1 0,0 1 0,1-1 0,-1 0 0,1 0 0,0 0 0,-1 0 0,5 1 0,0-1 0,-1 1 0,1-1 0,-1-1 0,1 1 0,0-1 0,0 0 0,0-1 0,0 0 0,0 0 0,-1-1 0,1 0 0,11-3 0,-13 2 0,-1 0 0,1-1 0,-1 0 0,0 0 0,0 0 0,0-1 0,0 0 0,-1 0 0,1 0 0,-1 0 0,0-1 0,0 1 0,-1-1 0,5-7 0,5-10 0,-1-1 0,9-25 0,-11 24 0,-3 7 0,-4 11 0,-1 0 0,1 0 0,0 0 0,0 0 0,0 1 0,5-6 0,-8 11 0,0 0 0,0 0 0,0-1 0,0 1 0,1 0 0,-1 0 0,0 0 0,0-1 0,0 1 0,0 0 0,1 0 0,-1 0 0,0 0 0,0 0 0,0 0 0,1-1 0,-1 1 0,0 0 0,0 0 0,0 0 0,1 0 0,-1 0 0,0 0 0,0 0 0,1 0 0,-1 0 0,0 0 0,0 0 0,1 0 0,-1 0 0,0 0 0,0 0 0,1 0 0,-1 0 0,0 0 0,0 0 0,0 1 0,1-1 0,-1 0 0,0 0 0,0 0 0,0 0 0,1 0 0,-1 1 0,0-1 0,0 0 0,0 0 0,0 0 0,0 0 0,1 1 0,-1-1 0,0 0 0,0 0 0,0 0 0,0 1 0,0-1 0,0 0 0,0 0 0,0 1 0,0-1 0,0 0 0,0 1 0,3 17 0,-3-17 0,1 57 0,-1-33 0,1 0 0,5 29 0,-5-47 0,0-1 0,1 1 0,0-1 0,0 1 0,0-1 0,1 0 0,0 0 0,0 0 0,1-1 0,0 1 0,0-1 0,8 10 0,-9-13 0,1 1 0,-1-1 0,1 0 0,-1 0 0,1 0 0,0 0 0,0-1 0,0 0 0,0 0 0,0 0 0,0 0 0,0 0 0,0-1 0,0 0 0,0 1 0,0-2 0,0 1 0,0 0 0,0-1 0,0 0 0,0 0 0,0 0 0,0 0 0,0-1 0,5-2 0,5-3 0,0 0 0,-1-1 0,0 0 0,0-1 0,16-15 0,-13 8 0,-1 0 0,-1-1 0,0 0 0,-1-1 0,-1-1 0,-1 0 0,-1 0 0,0-1 0,-2 0 0,13-43 0,-9 12 0,-2 1 0,-2-2 0,2-80 0,-9 113 0,0 10 0,0 0 0,-1 0 0,0 0 0,-1 0 0,1 0 0,-2 0 0,1 1 0,-1-1 0,-5-13 0,7 22 0,0-1 0,0 1 0,-1-1 0,1 1 0,0-1 0,0 1 0,-1-1 0,1 1 0,0-1 0,-1 1 0,1-1 0,-1 1 0,1 0 0,0-1 0,-1 1 0,1 0 0,-1-1 0,1 1 0,-1 0 0,1-1 0,-1 1 0,1 0 0,-1 0 0,1 0 0,-1 0 0,0-1 0,1 1 0,-1 0 0,1 0 0,-1 0 0,1 0 0,-1 0 0,1 0 0,-1 1 0,0-1 0,1 0 0,-1 0 0,1 0 0,-1 0 0,1 1 0,-1-1 0,1 0 0,-1 0 0,1 1 0,-1-1 0,1 0 0,0 1 0,-1-1 0,1 1 0,-1 0 0,-18 25 0,19-26 0,-18 31 0,2 1 0,1 1 0,2 0 0,1 1 0,-11 56 0,18-67 0,1 0 0,2 1 0,0-1 0,1 1 0,2-1 0,0 1 0,2-1 0,0 0 0,11 37 0,-11-51 0,0 0 0,1-1 0,0 0 0,0 0 0,0 0 0,1 0 0,1 0 0,-1-1 0,1 0 0,1 0 0,-1-1 0,1 0 0,0 0 0,8 5 0,-6-6 0,0 0 0,0-1 0,1 0 0,-1-1 0,1 0 0,-1 0 0,1-1 0,0 0 0,0-1 0,0 0 0,1-1 0,15 0 0,-7-3 0,0 0 0,0-1 0,0-1 0,0 0 0,0-2 0,-1 0 0,-1-1 0,1-1 0,-1 0 0,0-2 0,-1 0 0,-1 0 0,27-26 0,-28 23 0,0-1 0,-1 0 0,0-1 0,-1 0 0,-1-1 0,-1 0 0,-1-1 0,0 0 0,-1-1 0,-1 1 0,0-1 0,-2-1 0,5-27 0,-9 36 0,0 0 0,-1 0 0,-1 0 0,1 0 0,-2-1 0,0 1 0,0 1 0,-1-1 0,0 0 0,-7-15 0,7 19 0,-1 0 0,1 1 0,-1 0 0,0 0 0,-1 0 0,0 0 0,0 1 0,0-1 0,0 1 0,-1 1 0,0-1 0,0 1 0,0 0 0,0 0 0,-1 1 0,-11-5 0,16 7 0,0 0 0,0 0 0,0 1 0,-1-1 0,1 1 0,0-1 0,0 1 0,0 0 0,0 0 0,0 0 0,-1 0 0,1 0 0,0 0 0,0 1 0,0-1 0,0 1 0,0-1 0,0 1 0,0 0 0,0 0 0,0 0 0,0 0 0,0 0 0,-2 2 0,1 0 0,1 0 0,0 1 0,0-1 0,0 0 0,0 1 0,0-1 0,1 1 0,0-1 0,0 1 0,0 0 0,0 0 0,0-1 0,0 6 0,-7 61 0,3 1 0,4 90 0,3-131 0,1 1 0,1-1 0,2 0 0,1-1 0,1 1 0,2-1 0,25 53 0,-26-65 0,2-1 0,24 31 0,-29-40 0,-1-1 0,1-1 0,0 1 0,0-1 0,0 0 0,1 0 0,0-1 0,0 0 0,14 6 0,-19-10-65,0 1 0,0 0 0,0-1 0,0 0 0,0 1 0,0-1 0,0 0 0,0 0 0,0-1 0,1 1 0,-1 0 0,0 0 0,0-1 0,0 0 0,0 1 0,0-1 0,0 0 0,0 0 0,-1 0 0,4-2 0,10-10-6761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9.3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0 140 24575,'1'-4'0,"0"-1"0,0 1 0,0-1 0,0 1 0,1-1 0,0 1 0,-1 0 0,2 0 0,-1 0 0,0 0 0,1 0 0,0 1 0,0-1 0,0 1 0,0-1 0,0 1 0,1 0 0,7-5 0,3-1 0,0 0 0,1 0 0,27-10 0,-35 16 0,-1 0 0,1 1 0,0 0 0,-1 1 0,1-1 0,0 1 0,0 1 0,12 0 0,-17 0 0,0 0 0,0 0 0,0 1 0,-1-1 0,1 1 0,0-1 0,0 1 0,-1 0 0,1 0 0,-1-1 0,1 1 0,-1 0 0,1 1 0,-1-1 0,1 0 0,-1 0 0,0 1 0,0-1 0,0 0 0,1 1 0,-2-1 0,1 1 0,0 0 0,0-1 0,0 1 0,-1 0 0,1-1 0,-1 1 0,1 0 0,-1 0 0,0 0 0,1-1 0,-1 1 0,0 0 0,0 0 0,-1 0 0,1 2 0,-1 6 0,-1 0 0,0 0 0,0 0 0,-1 0 0,0 0 0,-1-1 0,0 1 0,-1-1 0,0 0 0,0 0 0,-9 10 0,0 0 0,-1-2 0,-1 1 0,-33 26 0,53-46 0,0 0 0,0 1 0,0-1 0,1 1 0,-1 0 0,1 0 0,-1 1 0,1-1 0,4 1 0,49 0 0,-50 1 0,0 0 0,0 0 0,-1 1 0,1 0 0,0 0 0,-1 1 0,1 0 0,-1 1 0,0-1 0,0 1 0,0 1 0,10 8 0,-14-11 0,0 1 0,-1-1 0,1 1 0,-1-1 0,1 1 0,-1 0 0,0 0 0,0 0 0,0 0 0,-1 0 0,1 1 0,-1-1 0,0 0 0,0 1 0,0-1 0,0 1 0,0-1 0,-1 1 0,0 0 0,1-1 0,-1 1 0,-1-1 0,1 1 0,0 0 0,-1-1 0,0 1 0,0-1 0,0 1 0,0-1 0,-3 4 0,2-2 22,-2-1-1,1 0 0,0 0 1,-1 0-1,0 0 0,0-1 1,0 0-1,0 1 0,0-1 1,-1-1-1,1 1 0,-1-1 1,0 1-1,0-1 0,-6 1 1,-3 1-364,0 0 1,0-1 0,0 0-1,-20 0 1,3-3-6485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5:59.5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41 24575,'2'-3'0,"0"0"0,0 0 0,0 0 0,1 1 0,-1-1 0,1 1 0,-1-1 0,1 1 0,0 0 0,0 0 0,0 0 0,0 0 0,0 1 0,4-3 0,-5 4 0,0-1 0,0 0 0,0 1 0,0-1 0,0 1 0,1 0 0,-1-1 0,0 1 0,0 0 0,0 0 0,0 1 0,0-1 0,0 0 0,0 1 0,0-1 0,0 1 0,0 0 0,0-1 0,0 1 0,0 0 0,0 0 0,0 1 0,0-1 0,2 3 0,8 10 0,-2 0 0,0 0 0,-1 2 0,0-1 0,12 32 0,-5-13 0,21 41 0,56 131 0,-83-180 0,-1 1 0,-2 0 0,0 0 0,-2 0 0,3 55 0,-9-71 17,1 0 0,-1 1 0,-1-1 1,0 0-1,-1 0 0,0-1 0,-1 1 0,0-1 0,0 1 0,-1-1 0,0 0 0,-1-1 0,0 0 0,-1 0 0,0 0 0,0 0 0,-1-1 0,0 0 1,-17 12-1,0-3-302,-1-1 1,0 0-1,-2-2 1,1-1-1,-59 18 1,-11-3-6542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6:00.6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1 100 24575,'5'-7'0,"1"0"0,-2 0 0,1 0 0,-1 0 0,5-10 0,-5 8 0,0 1 0,1 0 0,8-11 0,-13 19 0,0 0 0,0-1 0,0 1 0,0 0 0,0 0 0,0 0 0,0 0 0,1-1 0,-1 1 0,0 0 0,0 0 0,0 0 0,0 0 0,0 0 0,1-1 0,-1 1 0,0 0 0,0 0 0,0 0 0,0 0 0,1 0 0,-1 0 0,0 0 0,0 0 0,0 0 0,1 0 0,-1 0 0,0 0 0,0 0 0,0 0 0,1 0 0,-1 0 0,0 0 0,0 0 0,0 0 0,1 0 0,-1 0 0,0 0 0,0 0 0,0 0 0,1 0 0,-1 1 0,0-1 0,0 0 0,4 12 0,-3 17 0,-1-27 0,0 14 0,1 0 0,0 0 0,2 0 0,5 23 0,-6-33 0,-1-1 0,1 1 0,0-1 0,1 1 0,-1-1 0,1 0 0,0 0 0,1 0 0,-1 0 0,1 0 0,0-1 0,0 1 0,0-1 0,1 0 0,6 4 0,-10-7 0,1 0 0,0 0 0,-1 0 0,1-1 0,0 1 0,-1-1 0,1 1 0,0-1 0,-1 1 0,1-1 0,0 0 0,0 0 0,0 0 0,-1 0 0,1 0 0,0 0 0,0 0 0,0-1 0,-1 1 0,1-1 0,0 1 0,2-2 0,-1 0 0,0 0 0,0-1 0,-1 1 0,1 0 0,-1-1 0,1 1 0,-1-1 0,0 0 0,0 0 0,3-6 0,1-5 0,0 0 0,-1-1 0,0 0 0,2-17 0,3-4 0,-6 34 0,-2 8 0,0 10 0,-2 24 0,-7 63 0,-2 9 0,9-95 0,1 0 0,0-1 0,1 1 0,7 26 0,0-19-1365,1-8-5461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8T04:46:00.9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180 0 24575,'1'6'0,"0"0"0,0-1 0,0 1 0,1 0 0,0-1 0,0 1 0,4 6 0,25 46 0,-13-27 0,66 147 0,-74-151 0,-1-1 0,-1 2 0,-1-1 0,6 56 0,-12-73 0,-1 0 0,0 0 0,0 0 0,-1 0 0,0 0 0,-1 0 0,0 0 0,-1-1 0,0 1 0,0-1 0,-1 1 0,0-1 0,-1 0 0,0-1 0,0 1 0,-1-1 0,0 0 0,0 0 0,-1-1 0,0 0 0,-1 0 0,1-1 0,-1 1 0,0-2 0,-1 1 0,1-1 0,-1-1 0,-12 5 0,-4 0-341,0-2 0,-1 0-1,-50 5 1,0-6-6485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NULL"/><Relationship Id="rId21" Type="http://schemas.openxmlformats.org/officeDocument/2006/relationships/customXml" Target="../ink/ink10.xml"/><Relationship Id="rId42" Type="http://schemas.openxmlformats.org/officeDocument/2006/relationships/image" Target="NULL"/><Relationship Id="rId47" Type="http://schemas.openxmlformats.org/officeDocument/2006/relationships/customXml" Target="../ink/ink23.xml"/><Relationship Id="rId63" Type="http://schemas.openxmlformats.org/officeDocument/2006/relationships/customXml" Target="../ink/ink31.xml"/><Relationship Id="rId68" Type="http://schemas.openxmlformats.org/officeDocument/2006/relationships/image" Target="NULL"/><Relationship Id="rId16" Type="http://schemas.openxmlformats.org/officeDocument/2006/relationships/image" Target="NULL"/><Relationship Id="rId11" Type="http://schemas.openxmlformats.org/officeDocument/2006/relationships/customXml" Target="../ink/ink5.xml"/><Relationship Id="rId24" Type="http://schemas.openxmlformats.org/officeDocument/2006/relationships/image" Target="NULL"/><Relationship Id="rId32" Type="http://schemas.openxmlformats.org/officeDocument/2006/relationships/image" Target="NULL"/><Relationship Id="rId37" Type="http://schemas.openxmlformats.org/officeDocument/2006/relationships/customXml" Target="../ink/ink18.xml"/><Relationship Id="rId40" Type="http://schemas.openxmlformats.org/officeDocument/2006/relationships/image" Target="NULL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NULL"/><Relationship Id="rId66" Type="http://schemas.openxmlformats.org/officeDocument/2006/relationships/image" Target="NULL"/><Relationship Id="rId74" Type="http://schemas.openxmlformats.org/officeDocument/2006/relationships/image" Target="NULL"/><Relationship Id="rId79" Type="http://schemas.openxmlformats.org/officeDocument/2006/relationships/customXml" Target="../ink/ink39.xml"/><Relationship Id="rId5" Type="http://schemas.openxmlformats.org/officeDocument/2006/relationships/customXml" Target="../ink/ink2.xml"/><Relationship Id="rId61" Type="http://schemas.openxmlformats.org/officeDocument/2006/relationships/customXml" Target="../ink/ink30.xml"/><Relationship Id="rId19" Type="http://schemas.openxmlformats.org/officeDocument/2006/relationships/customXml" Target="../ink/ink9.xml"/><Relationship Id="rId14" Type="http://schemas.openxmlformats.org/officeDocument/2006/relationships/image" Target="NULL"/><Relationship Id="rId22" Type="http://schemas.openxmlformats.org/officeDocument/2006/relationships/image" Target="NULL"/><Relationship Id="rId27" Type="http://schemas.openxmlformats.org/officeDocument/2006/relationships/customXml" Target="../ink/ink13.xml"/><Relationship Id="rId30" Type="http://schemas.openxmlformats.org/officeDocument/2006/relationships/image" Target="NULL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NULL"/><Relationship Id="rId56" Type="http://schemas.openxmlformats.org/officeDocument/2006/relationships/image" Target="NULL"/><Relationship Id="rId64" Type="http://schemas.openxmlformats.org/officeDocument/2006/relationships/image" Target="NULL"/><Relationship Id="rId69" Type="http://schemas.openxmlformats.org/officeDocument/2006/relationships/customXml" Target="../ink/ink34.xml"/><Relationship Id="rId77" Type="http://schemas.openxmlformats.org/officeDocument/2006/relationships/customXml" Target="../ink/ink38.xml"/><Relationship Id="rId8" Type="http://schemas.openxmlformats.org/officeDocument/2006/relationships/image" Target="NULL"/><Relationship Id="rId51" Type="http://schemas.openxmlformats.org/officeDocument/2006/relationships/customXml" Target="../ink/ink25.xml"/><Relationship Id="rId72" Type="http://schemas.openxmlformats.org/officeDocument/2006/relationships/image" Target="NULL"/><Relationship Id="rId80" Type="http://schemas.openxmlformats.org/officeDocument/2006/relationships/image" Target="NULL"/><Relationship Id="rId3" Type="http://schemas.openxmlformats.org/officeDocument/2006/relationships/customXml" Target="../ink/ink1.xml"/><Relationship Id="rId12" Type="http://schemas.openxmlformats.org/officeDocument/2006/relationships/image" Target="NULL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NULL"/><Relationship Id="rId46" Type="http://schemas.openxmlformats.org/officeDocument/2006/relationships/image" Target="NULL"/><Relationship Id="rId59" Type="http://schemas.openxmlformats.org/officeDocument/2006/relationships/customXml" Target="../ink/ink29.xml"/><Relationship Id="rId67" Type="http://schemas.openxmlformats.org/officeDocument/2006/relationships/customXml" Target="../ink/ink33.xml"/><Relationship Id="rId20" Type="http://schemas.openxmlformats.org/officeDocument/2006/relationships/image" Target="NULL"/><Relationship Id="rId41" Type="http://schemas.openxmlformats.org/officeDocument/2006/relationships/customXml" Target="../ink/ink20.xml"/><Relationship Id="rId54" Type="http://schemas.openxmlformats.org/officeDocument/2006/relationships/image" Target="NULL"/><Relationship Id="rId62" Type="http://schemas.openxmlformats.org/officeDocument/2006/relationships/image" Target="NULL"/><Relationship Id="rId70" Type="http://schemas.openxmlformats.org/officeDocument/2006/relationships/image" Target="NULL"/><Relationship Id="rId75" Type="http://schemas.openxmlformats.org/officeDocument/2006/relationships/customXml" Target="../ink/ink3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NULL"/><Relationship Id="rId36" Type="http://schemas.openxmlformats.org/officeDocument/2006/relationships/image" Target="NULL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NULL"/><Relationship Id="rId31" Type="http://schemas.openxmlformats.org/officeDocument/2006/relationships/customXml" Target="../ink/ink15.xml"/><Relationship Id="rId44" Type="http://schemas.openxmlformats.org/officeDocument/2006/relationships/image" Target="NULL"/><Relationship Id="rId52" Type="http://schemas.openxmlformats.org/officeDocument/2006/relationships/image" Target="NULL"/><Relationship Id="rId60" Type="http://schemas.openxmlformats.org/officeDocument/2006/relationships/image" Target="NULL"/><Relationship Id="rId65" Type="http://schemas.openxmlformats.org/officeDocument/2006/relationships/customXml" Target="../ink/ink32.xml"/><Relationship Id="rId73" Type="http://schemas.openxmlformats.org/officeDocument/2006/relationships/customXml" Target="../ink/ink36.xml"/><Relationship Id="rId78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customXml" Target="../ink/ink4.xml"/><Relationship Id="rId13" Type="http://schemas.openxmlformats.org/officeDocument/2006/relationships/customXml" Target="../ink/ink6.xml"/><Relationship Id="rId18" Type="http://schemas.openxmlformats.org/officeDocument/2006/relationships/image" Target="NULL"/><Relationship Id="rId39" Type="http://schemas.openxmlformats.org/officeDocument/2006/relationships/customXml" Target="../ink/ink19.xml"/><Relationship Id="rId34" Type="http://schemas.openxmlformats.org/officeDocument/2006/relationships/image" Target="NULL"/><Relationship Id="rId50" Type="http://schemas.openxmlformats.org/officeDocument/2006/relationships/image" Target="NULL"/><Relationship Id="rId55" Type="http://schemas.openxmlformats.org/officeDocument/2006/relationships/customXml" Target="../ink/ink27.xml"/><Relationship Id="rId76" Type="http://schemas.openxmlformats.org/officeDocument/2006/relationships/image" Target="NULL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2" Type="http://schemas.openxmlformats.org/officeDocument/2006/relationships/image" Target="../media/image4.png"/><Relationship Id="rId29" Type="http://schemas.openxmlformats.org/officeDocument/2006/relationships/customXml" Target="../ink/ink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4" Type="http://schemas.openxmlformats.org/officeDocument/2006/relationships/customXml" Target="../ink/ink42.xml"/><Relationship Id="rId33" Type="http://schemas.openxmlformats.org/officeDocument/2006/relationships/image" Target="../media/image1321.png"/><Relationship Id="rId2" Type="http://schemas.openxmlformats.org/officeDocument/2006/relationships/customXml" Target="../ink/ink40.xml"/><Relationship Id="rId1" Type="http://schemas.openxmlformats.org/officeDocument/2006/relationships/slideLayout" Target="../slideLayouts/slideLayout2.xml"/><Relationship Id="rId32" Type="http://schemas.openxmlformats.org/officeDocument/2006/relationships/customXml" Target="../ink/ink41.xml"/><Relationship Id="rId31" Type="http://schemas.openxmlformats.org/officeDocument/2006/relationships/image" Target="../media/image1320.png"/><Relationship Id="rId35" Type="http://schemas.openxmlformats.org/officeDocument/2006/relationships/image" Target="../media/image24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9.png"/><Relationship Id="rId299" Type="http://schemas.openxmlformats.org/officeDocument/2006/relationships/image" Target="../media/image159.png"/><Relationship Id="rId21" Type="http://schemas.openxmlformats.org/officeDocument/2006/relationships/image" Target="../media/image21.png"/><Relationship Id="rId63" Type="http://schemas.openxmlformats.org/officeDocument/2006/relationships/image" Target="../media/image42.png"/><Relationship Id="rId159" Type="http://schemas.openxmlformats.org/officeDocument/2006/relationships/image" Target="../media/image90.png"/><Relationship Id="rId170" Type="http://schemas.openxmlformats.org/officeDocument/2006/relationships/customXml" Target="../ink/ink127.xml"/><Relationship Id="rId226" Type="http://schemas.openxmlformats.org/officeDocument/2006/relationships/customXml" Target="../ink/ink156.xml"/><Relationship Id="rId268" Type="http://schemas.openxmlformats.org/officeDocument/2006/relationships/customXml" Target="../ink/ink177.xml"/><Relationship Id="rId32" Type="http://schemas.openxmlformats.org/officeDocument/2006/relationships/customXml" Target="../ink/ink58.xml"/><Relationship Id="rId74" Type="http://schemas.openxmlformats.org/officeDocument/2006/relationships/customXml" Target="../ink/ink79.xml"/><Relationship Id="rId128" Type="http://schemas.openxmlformats.org/officeDocument/2006/relationships/customXml" Target="../ink/ink106.xml"/><Relationship Id="rId5" Type="http://schemas.openxmlformats.org/officeDocument/2006/relationships/image" Target="../media/image13.png"/><Relationship Id="rId181" Type="http://schemas.openxmlformats.org/officeDocument/2006/relationships/image" Target="../media/image101.png"/><Relationship Id="rId237" Type="http://schemas.openxmlformats.org/officeDocument/2006/relationships/image" Target="../media/image128.png"/><Relationship Id="rId279" Type="http://schemas.openxmlformats.org/officeDocument/2006/relationships/image" Target="../media/image149.png"/><Relationship Id="rId43" Type="http://schemas.openxmlformats.org/officeDocument/2006/relationships/image" Target="../media/image32.png"/><Relationship Id="rId139" Type="http://schemas.openxmlformats.org/officeDocument/2006/relationships/image" Target="../media/image80.png"/><Relationship Id="rId290" Type="http://schemas.openxmlformats.org/officeDocument/2006/relationships/customXml" Target="../ink/ink188.xml"/><Relationship Id="rId85" Type="http://schemas.openxmlformats.org/officeDocument/2006/relationships/image" Target="../media/image53.png"/><Relationship Id="rId150" Type="http://schemas.openxmlformats.org/officeDocument/2006/relationships/customXml" Target="../ink/ink117.xml"/><Relationship Id="rId192" Type="http://schemas.openxmlformats.org/officeDocument/2006/relationships/customXml" Target="../ink/ink138.xml"/><Relationship Id="rId206" Type="http://schemas.openxmlformats.org/officeDocument/2006/relationships/customXml" Target="../ink/ink145.xml"/><Relationship Id="rId248" Type="http://schemas.openxmlformats.org/officeDocument/2006/relationships/customXml" Target="../ink/ink167.xml"/><Relationship Id="rId12" Type="http://schemas.openxmlformats.org/officeDocument/2006/relationships/customXml" Target="../ink/ink48.xml"/><Relationship Id="rId108" Type="http://schemas.openxmlformats.org/officeDocument/2006/relationships/customXml" Target="../ink/ink96.xml"/><Relationship Id="rId54" Type="http://schemas.openxmlformats.org/officeDocument/2006/relationships/customXml" Target="../ink/ink69.xml"/><Relationship Id="rId96" Type="http://schemas.openxmlformats.org/officeDocument/2006/relationships/customXml" Target="../ink/ink90.xml"/><Relationship Id="rId161" Type="http://schemas.openxmlformats.org/officeDocument/2006/relationships/image" Target="../media/image91.png"/><Relationship Id="rId217" Type="http://schemas.openxmlformats.org/officeDocument/2006/relationships/image" Target="../media/image118.png"/><Relationship Id="rId6" Type="http://schemas.openxmlformats.org/officeDocument/2006/relationships/customXml" Target="../ink/ink45.xml"/><Relationship Id="rId238" Type="http://schemas.openxmlformats.org/officeDocument/2006/relationships/customXml" Target="../ink/ink162.xml"/><Relationship Id="rId259" Type="http://schemas.openxmlformats.org/officeDocument/2006/relationships/image" Target="../media/image139.png"/><Relationship Id="rId23" Type="http://schemas.openxmlformats.org/officeDocument/2006/relationships/image" Target="../media/image22.png"/><Relationship Id="rId119" Type="http://schemas.openxmlformats.org/officeDocument/2006/relationships/image" Target="../media/image70.png"/><Relationship Id="rId270" Type="http://schemas.openxmlformats.org/officeDocument/2006/relationships/customXml" Target="../ink/ink178.xml"/><Relationship Id="rId291" Type="http://schemas.openxmlformats.org/officeDocument/2006/relationships/image" Target="../media/image155.png"/><Relationship Id="rId44" Type="http://schemas.openxmlformats.org/officeDocument/2006/relationships/customXml" Target="../ink/ink64.xml"/><Relationship Id="rId65" Type="http://schemas.openxmlformats.org/officeDocument/2006/relationships/image" Target="../media/image43.png"/><Relationship Id="rId86" Type="http://schemas.openxmlformats.org/officeDocument/2006/relationships/customXml" Target="../ink/ink85.xml"/><Relationship Id="rId130" Type="http://schemas.openxmlformats.org/officeDocument/2006/relationships/customXml" Target="../ink/ink107.xml"/><Relationship Id="rId151" Type="http://schemas.openxmlformats.org/officeDocument/2006/relationships/image" Target="../media/image86.png"/><Relationship Id="rId172" Type="http://schemas.openxmlformats.org/officeDocument/2006/relationships/customXml" Target="../ink/ink128.xml"/><Relationship Id="rId193" Type="http://schemas.openxmlformats.org/officeDocument/2006/relationships/image" Target="../media/image107.png"/><Relationship Id="rId207" Type="http://schemas.openxmlformats.org/officeDocument/2006/relationships/image" Target="../media/image114.png"/><Relationship Id="rId228" Type="http://schemas.openxmlformats.org/officeDocument/2006/relationships/customXml" Target="../ink/ink157.xml"/><Relationship Id="rId249" Type="http://schemas.openxmlformats.org/officeDocument/2006/relationships/image" Target="../media/image134.png"/><Relationship Id="rId13" Type="http://schemas.openxmlformats.org/officeDocument/2006/relationships/image" Target="../media/image17.png"/><Relationship Id="rId109" Type="http://schemas.openxmlformats.org/officeDocument/2006/relationships/image" Target="../media/image65.png"/><Relationship Id="rId260" Type="http://schemas.openxmlformats.org/officeDocument/2006/relationships/customXml" Target="../ink/ink173.xml"/><Relationship Id="rId281" Type="http://schemas.openxmlformats.org/officeDocument/2006/relationships/image" Target="../media/image150.png"/><Relationship Id="rId34" Type="http://schemas.openxmlformats.org/officeDocument/2006/relationships/customXml" Target="../ink/ink59.xml"/><Relationship Id="rId55" Type="http://schemas.openxmlformats.org/officeDocument/2006/relationships/image" Target="../media/image38.png"/><Relationship Id="rId76" Type="http://schemas.openxmlformats.org/officeDocument/2006/relationships/customXml" Target="../ink/ink80.xml"/><Relationship Id="rId97" Type="http://schemas.openxmlformats.org/officeDocument/2006/relationships/image" Target="../media/image59.png"/><Relationship Id="rId120" Type="http://schemas.openxmlformats.org/officeDocument/2006/relationships/customXml" Target="../ink/ink102.xml"/><Relationship Id="rId141" Type="http://schemas.openxmlformats.org/officeDocument/2006/relationships/image" Target="../media/image81.png"/><Relationship Id="rId7" Type="http://schemas.openxmlformats.org/officeDocument/2006/relationships/image" Target="../media/image14.png"/><Relationship Id="rId162" Type="http://schemas.openxmlformats.org/officeDocument/2006/relationships/customXml" Target="../ink/ink123.xml"/><Relationship Id="rId183" Type="http://schemas.openxmlformats.org/officeDocument/2006/relationships/image" Target="../media/image102.png"/><Relationship Id="rId218" Type="http://schemas.openxmlformats.org/officeDocument/2006/relationships/customXml" Target="../ink/ink152.xml"/><Relationship Id="rId239" Type="http://schemas.openxmlformats.org/officeDocument/2006/relationships/image" Target="../media/image129.png"/><Relationship Id="rId250" Type="http://schemas.openxmlformats.org/officeDocument/2006/relationships/customXml" Target="../ink/ink168.xml"/><Relationship Id="rId271" Type="http://schemas.openxmlformats.org/officeDocument/2006/relationships/image" Target="../media/image145.png"/><Relationship Id="rId292" Type="http://schemas.openxmlformats.org/officeDocument/2006/relationships/customXml" Target="../ink/ink189.xml"/><Relationship Id="rId24" Type="http://schemas.openxmlformats.org/officeDocument/2006/relationships/customXml" Target="../ink/ink54.xml"/><Relationship Id="rId45" Type="http://schemas.openxmlformats.org/officeDocument/2006/relationships/image" Target="../media/image33.png"/><Relationship Id="rId66" Type="http://schemas.openxmlformats.org/officeDocument/2006/relationships/customXml" Target="../ink/ink75.xml"/><Relationship Id="rId87" Type="http://schemas.openxmlformats.org/officeDocument/2006/relationships/image" Target="../media/image54.png"/><Relationship Id="rId110" Type="http://schemas.openxmlformats.org/officeDocument/2006/relationships/customXml" Target="../ink/ink97.xml"/><Relationship Id="rId131" Type="http://schemas.openxmlformats.org/officeDocument/2006/relationships/image" Target="../media/image76.png"/><Relationship Id="rId152" Type="http://schemas.openxmlformats.org/officeDocument/2006/relationships/customXml" Target="../ink/ink118.xml"/><Relationship Id="rId173" Type="http://schemas.openxmlformats.org/officeDocument/2006/relationships/image" Target="../media/image97.png"/><Relationship Id="rId194" Type="http://schemas.openxmlformats.org/officeDocument/2006/relationships/customXml" Target="../ink/ink139.xml"/><Relationship Id="rId208" Type="http://schemas.openxmlformats.org/officeDocument/2006/relationships/customXml" Target="../ink/ink146.xml"/><Relationship Id="rId229" Type="http://schemas.openxmlformats.org/officeDocument/2006/relationships/image" Target="../media/image124.png"/><Relationship Id="rId240" Type="http://schemas.openxmlformats.org/officeDocument/2006/relationships/customXml" Target="../ink/ink163.xml"/><Relationship Id="rId261" Type="http://schemas.openxmlformats.org/officeDocument/2006/relationships/image" Target="../media/image140.png"/><Relationship Id="rId14" Type="http://schemas.openxmlformats.org/officeDocument/2006/relationships/customXml" Target="../ink/ink49.xml"/><Relationship Id="rId35" Type="http://schemas.openxmlformats.org/officeDocument/2006/relationships/image" Target="../media/image28.png"/><Relationship Id="rId56" Type="http://schemas.openxmlformats.org/officeDocument/2006/relationships/customXml" Target="../ink/ink70.xml"/><Relationship Id="rId77" Type="http://schemas.openxmlformats.org/officeDocument/2006/relationships/image" Target="../media/image49.png"/><Relationship Id="rId100" Type="http://schemas.openxmlformats.org/officeDocument/2006/relationships/customXml" Target="../ink/ink92.xml"/><Relationship Id="rId282" Type="http://schemas.openxmlformats.org/officeDocument/2006/relationships/customXml" Target="../ink/ink184.xml"/><Relationship Id="rId8" Type="http://schemas.openxmlformats.org/officeDocument/2006/relationships/customXml" Target="../ink/ink46.xml"/><Relationship Id="rId98" Type="http://schemas.openxmlformats.org/officeDocument/2006/relationships/customXml" Target="../ink/ink91.xml"/><Relationship Id="rId121" Type="http://schemas.openxmlformats.org/officeDocument/2006/relationships/image" Target="../media/image71.png"/><Relationship Id="rId142" Type="http://schemas.openxmlformats.org/officeDocument/2006/relationships/customXml" Target="../ink/ink113.xml"/><Relationship Id="rId163" Type="http://schemas.openxmlformats.org/officeDocument/2006/relationships/image" Target="../media/image92.png"/><Relationship Id="rId184" Type="http://schemas.openxmlformats.org/officeDocument/2006/relationships/customXml" Target="../ink/ink134.xml"/><Relationship Id="rId219" Type="http://schemas.openxmlformats.org/officeDocument/2006/relationships/image" Target="../media/image119.png"/><Relationship Id="rId230" Type="http://schemas.openxmlformats.org/officeDocument/2006/relationships/customXml" Target="../ink/ink158.xml"/><Relationship Id="rId251" Type="http://schemas.openxmlformats.org/officeDocument/2006/relationships/image" Target="../media/image135.png"/><Relationship Id="rId25" Type="http://schemas.openxmlformats.org/officeDocument/2006/relationships/image" Target="../media/image23.png"/><Relationship Id="rId46" Type="http://schemas.openxmlformats.org/officeDocument/2006/relationships/customXml" Target="../ink/ink65.xml"/><Relationship Id="rId67" Type="http://schemas.openxmlformats.org/officeDocument/2006/relationships/image" Target="../media/image44.png"/><Relationship Id="rId272" Type="http://schemas.openxmlformats.org/officeDocument/2006/relationships/customXml" Target="../ink/ink179.xml"/><Relationship Id="rId293" Type="http://schemas.openxmlformats.org/officeDocument/2006/relationships/image" Target="../media/image156.png"/><Relationship Id="rId88" Type="http://schemas.openxmlformats.org/officeDocument/2006/relationships/customXml" Target="../ink/ink86.xml"/><Relationship Id="rId111" Type="http://schemas.openxmlformats.org/officeDocument/2006/relationships/image" Target="../media/image66.png"/><Relationship Id="rId132" Type="http://schemas.openxmlformats.org/officeDocument/2006/relationships/customXml" Target="../ink/ink108.xml"/><Relationship Id="rId153" Type="http://schemas.openxmlformats.org/officeDocument/2006/relationships/image" Target="../media/image87.png"/><Relationship Id="rId174" Type="http://schemas.openxmlformats.org/officeDocument/2006/relationships/customXml" Target="../ink/ink129.xml"/><Relationship Id="rId195" Type="http://schemas.openxmlformats.org/officeDocument/2006/relationships/image" Target="../media/image108.png"/><Relationship Id="rId209" Type="http://schemas.openxmlformats.org/officeDocument/2006/relationships/image" Target="../media/image115.png"/><Relationship Id="rId220" Type="http://schemas.openxmlformats.org/officeDocument/2006/relationships/customXml" Target="../ink/ink153.xml"/><Relationship Id="rId241" Type="http://schemas.openxmlformats.org/officeDocument/2006/relationships/image" Target="../media/image130.png"/><Relationship Id="rId15" Type="http://schemas.openxmlformats.org/officeDocument/2006/relationships/image" Target="../media/image18.png"/><Relationship Id="rId36" Type="http://schemas.openxmlformats.org/officeDocument/2006/relationships/customXml" Target="../ink/ink60.xml"/><Relationship Id="rId57" Type="http://schemas.openxmlformats.org/officeDocument/2006/relationships/image" Target="../media/image39.png"/><Relationship Id="rId262" Type="http://schemas.openxmlformats.org/officeDocument/2006/relationships/customXml" Target="../ink/ink174.xml"/><Relationship Id="rId283" Type="http://schemas.openxmlformats.org/officeDocument/2006/relationships/image" Target="../media/image151.png"/><Relationship Id="rId78" Type="http://schemas.openxmlformats.org/officeDocument/2006/relationships/customXml" Target="../ink/ink81.xml"/><Relationship Id="rId99" Type="http://schemas.openxmlformats.org/officeDocument/2006/relationships/image" Target="../media/image60.png"/><Relationship Id="rId101" Type="http://schemas.openxmlformats.org/officeDocument/2006/relationships/image" Target="../media/image61.png"/><Relationship Id="rId122" Type="http://schemas.openxmlformats.org/officeDocument/2006/relationships/customXml" Target="../ink/ink103.xml"/><Relationship Id="rId143" Type="http://schemas.openxmlformats.org/officeDocument/2006/relationships/image" Target="../media/image82.png"/><Relationship Id="rId164" Type="http://schemas.openxmlformats.org/officeDocument/2006/relationships/customXml" Target="../ink/ink124.xml"/><Relationship Id="rId185" Type="http://schemas.openxmlformats.org/officeDocument/2006/relationships/image" Target="../media/image103.png"/><Relationship Id="rId9" Type="http://schemas.openxmlformats.org/officeDocument/2006/relationships/image" Target="../media/image15.png"/><Relationship Id="rId210" Type="http://schemas.openxmlformats.org/officeDocument/2006/relationships/customXml" Target="../ink/ink147.xml"/><Relationship Id="rId26" Type="http://schemas.openxmlformats.org/officeDocument/2006/relationships/customXml" Target="../ink/ink55.xml"/><Relationship Id="rId231" Type="http://schemas.openxmlformats.org/officeDocument/2006/relationships/image" Target="../media/image125.png"/><Relationship Id="rId252" Type="http://schemas.openxmlformats.org/officeDocument/2006/relationships/customXml" Target="../ink/ink169.xml"/><Relationship Id="rId273" Type="http://schemas.openxmlformats.org/officeDocument/2006/relationships/image" Target="../media/image146.png"/><Relationship Id="rId294" Type="http://schemas.openxmlformats.org/officeDocument/2006/relationships/customXml" Target="../ink/ink190.xml"/><Relationship Id="rId47" Type="http://schemas.openxmlformats.org/officeDocument/2006/relationships/image" Target="../media/image34.png"/><Relationship Id="rId68" Type="http://schemas.openxmlformats.org/officeDocument/2006/relationships/customXml" Target="../ink/ink76.xml"/><Relationship Id="rId89" Type="http://schemas.openxmlformats.org/officeDocument/2006/relationships/image" Target="../media/image55.png"/><Relationship Id="rId112" Type="http://schemas.openxmlformats.org/officeDocument/2006/relationships/customXml" Target="../ink/ink98.xml"/><Relationship Id="rId133" Type="http://schemas.openxmlformats.org/officeDocument/2006/relationships/image" Target="../media/image77.png"/><Relationship Id="rId154" Type="http://schemas.openxmlformats.org/officeDocument/2006/relationships/customXml" Target="../ink/ink119.xml"/><Relationship Id="rId175" Type="http://schemas.openxmlformats.org/officeDocument/2006/relationships/image" Target="../media/image98.png"/><Relationship Id="rId196" Type="http://schemas.openxmlformats.org/officeDocument/2006/relationships/customXml" Target="../ink/ink140.xml"/><Relationship Id="rId200" Type="http://schemas.openxmlformats.org/officeDocument/2006/relationships/customXml" Target="../ink/ink142.xml"/><Relationship Id="rId16" Type="http://schemas.openxmlformats.org/officeDocument/2006/relationships/customXml" Target="../ink/ink50.xml"/><Relationship Id="rId221" Type="http://schemas.openxmlformats.org/officeDocument/2006/relationships/image" Target="../media/image120.png"/><Relationship Id="rId242" Type="http://schemas.openxmlformats.org/officeDocument/2006/relationships/customXml" Target="../ink/ink164.xml"/><Relationship Id="rId263" Type="http://schemas.openxmlformats.org/officeDocument/2006/relationships/image" Target="../media/image141.png"/><Relationship Id="rId284" Type="http://schemas.openxmlformats.org/officeDocument/2006/relationships/customXml" Target="../ink/ink185.xml"/><Relationship Id="rId37" Type="http://schemas.openxmlformats.org/officeDocument/2006/relationships/image" Target="../media/image29.png"/><Relationship Id="rId58" Type="http://schemas.openxmlformats.org/officeDocument/2006/relationships/customXml" Target="../ink/ink71.xml"/><Relationship Id="rId79" Type="http://schemas.openxmlformats.org/officeDocument/2006/relationships/image" Target="../media/image50.png"/><Relationship Id="rId102" Type="http://schemas.openxmlformats.org/officeDocument/2006/relationships/customXml" Target="../ink/ink93.xml"/><Relationship Id="rId123" Type="http://schemas.openxmlformats.org/officeDocument/2006/relationships/image" Target="../media/image72.png"/><Relationship Id="rId144" Type="http://schemas.openxmlformats.org/officeDocument/2006/relationships/customXml" Target="../ink/ink114.xml"/><Relationship Id="rId90" Type="http://schemas.openxmlformats.org/officeDocument/2006/relationships/customXml" Target="../ink/ink87.xml"/><Relationship Id="rId165" Type="http://schemas.openxmlformats.org/officeDocument/2006/relationships/image" Target="../media/image93.png"/><Relationship Id="rId186" Type="http://schemas.openxmlformats.org/officeDocument/2006/relationships/customXml" Target="../ink/ink135.xml"/><Relationship Id="rId211" Type="http://schemas.openxmlformats.org/officeDocument/2006/relationships/image" Target="../media/image116.png"/><Relationship Id="rId232" Type="http://schemas.openxmlformats.org/officeDocument/2006/relationships/customXml" Target="../ink/ink159.xml"/><Relationship Id="rId253" Type="http://schemas.openxmlformats.org/officeDocument/2006/relationships/image" Target="../media/image136.png"/><Relationship Id="rId274" Type="http://schemas.openxmlformats.org/officeDocument/2006/relationships/customXml" Target="../ink/ink180.xml"/><Relationship Id="rId295" Type="http://schemas.openxmlformats.org/officeDocument/2006/relationships/image" Target="../media/image157.png"/><Relationship Id="rId27" Type="http://schemas.openxmlformats.org/officeDocument/2006/relationships/image" Target="../media/image24.png"/><Relationship Id="rId48" Type="http://schemas.openxmlformats.org/officeDocument/2006/relationships/customXml" Target="../ink/ink66.xml"/><Relationship Id="rId69" Type="http://schemas.openxmlformats.org/officeDocument/2006/relationships/image" Target="../media/image45.png"/><Relationship Id="rId113" Type="http://schemas.openxmlformats.org/officeDocument/2006/relationships/image" Target="../media/image67.png"/><Relationship Id="rId134" Type="http://schemas.openxmlformats.org/officeDocument/2006/relationships/customXml" Target="../ink/ink109.xml"/><Relationship Id="rId80" Type="http://schemas.openxmlformats.org/officeDocument/2006/relationships/customXml" Target="../ink/ink82.xml"/><Relationship Id="rId155" Type="http://schemas.openxmlformats.org/officeDocument/2006/relationships/image" Target="../media/image88.png"/><Relationship Id="rId176" Type="http://schemas.openxmlformats.org/officeDocument/2006/relationships/customXml" Target="../ink/ink130.xml"/><Relationship Id="rId197" Type="http://schemas.openxmlformats.org/officeDocument/2006/relationships/image" Target="../media/image109.png"/><Relationship Id="rId201" Type="http://schemas.openxmlformats.org/officeDocument/2006/relationships/image" Target="../media/image111.png"/><Relationship Id="rId222" Type="http://schemas.openxmlformats.org/officeDocument/2006/relationships/customXml" Target="../ink/ink154.xml"/><Relationship Id="rId243" Type="http://schemas.openxmlformats.org/officeDocument/2006/relationships/image" Target="../media/image131.png"/><Relationship Id="rId264" Type="http://schemas.openxmlformats.org/officeDocument/2006/relationships/customXml" Target="../ink/ink175.xml"/><Relationship Id="rId285" Type="http://schemas.openxmlformats.org/officeDocument/2006/relationships/image" Target="../media/image152.png"/><Relationship Id="rId17" Type="http://schemas.openxmlformats.org/officeDocument/2006/relationships/image" Target="../media/image19.png"/><Relationship Id="rId38" Type="http://schemas.openxmlformats.org/officeDocument/2006/relationships/customXml" Target="../ink/ink61.xml"/><Relationship Id="rId59" Type="http://schemas.openxmlformats.org/officeDocument/2006/relationships/image" Target="../media/image40.png"/><Relationship Id="rId103" Type="http://schemas.openxmlformats.org/officeDocument/2006/relationships/image" Target="../media/image62.png"/><Relationship Id="rId124" Type="http://schemas.openxmlformats.org/officeDocument/2006/relationships/customXml" Target="../ink/ink104.xml"/><Relationship Id="rId70" Type="http://schemas.openxmlformats.org/officeDocument/2006/relationships/customXml" Target="../ink/ink77.xml"/><Relationship Id="rId91" Type="http://schemas.openxmlformats.org/officeDocument/2006/relationships/image" Target="../media/image56.png"/><Relationship Id="rId145" Type="http://schemas.openxmlformats.org/officeDocument/2006/relationships/image" Target="../media/image83.png"/><Relationship Id="rId166" Type="http://schemas.openxmlformats.org/officeDocument/2006/relationships/customXml" Target="../ink/ink125.xml"/><Relationship Id="rId187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48.xml"/><Relationship Id="rId233" Type="http://schemas.openxmlformats.org/officeDocument/2006/relationships/image" Target="../media/image126.png"/><Relationship Id="rId254" Type="http://schemas.openxmlformats.org/officeDocument/2006/relationships/customXml" Target="../ink/ink170.xml"/><Relationship Id="rId28" Type="http://schemas.openxmlformats.org/officeDocument/2006/relationships/customXml" Target="../ink/ink56.xml"/><Relationship Id="rId49" Type="http://schemas.openxmlformats.org/officeDocument/2006/relationships/image" Target="../media/image35.png"/><Relationship Id="rId114" Type="http://schemas.openxmlformats.org/officeDocument/2006/relationships/customXml" Target="../ink/ink99.xml"/><Relationship Id="rId275" Type="http://schemas.openxmlformats.org/officeDocument/2006/relationships/image" Target="../media/image147.png"/><Relationship Id="rId296" Type="http://schemas.openxmlformats.org/officeDocument/2006/relationships/customXml" Target="../ink/ink191.xml"/><Relationship Id="rId300" Type="http://schemas.openxmlformats.org/officeDocument/2006/relationships/customXml" Target="../ink/ink193.xml"/><Relationship Id="rId60" Type="http://schemas.openxmlformats.org/officeDocument/2006/relationships/customXml" Target="../ink/ink72.xml"/><Relationship Id="rId81" Type="http://schemas.openxmlformats.org/officeDocument/2006/relationships/image" Target="../media/image51.png"/><Relationship Id="rId135" Type="http://schemas.openxmlformats.org/officeDocument/2006/relationships/image" Target="../media/image78.png"/><Relationship Id="rId156" Type="http://schemas.openxmlformats.org/officeDocument/2006/relationships/customXml" Target="../ink/ink120.xml"/><Relationship Id="rId177" Type="http://schemas.openxmlformats.org/officeDocument/2006/relationships/image" Target="../media/image99.png"/><Relationship Id="rId198" Type="http://schemas.openxmlformats.org/officeDocument/2006/relationships/customXml" Target="../ink/ink141.xml"/><Relationship Id="rId202" Type="http://schemas.openxmlformats.org/officeDocument/2006/relationships/customXml" Target="../ink/ink143.xml"/><Relationship Id="rId223" Type="http://schemas.openxmlformats.org/officeDocument/2006/relationships/image" Target="../media/image121.png"/><Relationship Id="rId244" Type="http://schemas.openxmlformats.org/officeDocument/2006/relationships/customXml" Target="../ink/ink165.xml"/><Relationship Id="rId18" Type="http://schemas.openxmlformats.org/officeDocument/2006/relationships/customXml" Target="../ink/ink51.xml"/><Relationship Id="rId39" Type="http://schemas.openxmlformats.org/officeDocument/2006/relationships/image" Target="../media/image30.png"/><Relationship Id="rId265" Type="http://schemas.openxmlformats.org/officeDocument/2006/relationships/image" Target="../media/image142.png"/><Relationship Id="rId286" Type="http://schemas.openxmlformats.org/officeDocument/2006/relationships/customXml" Target="../ink/ink186.xml"/><Relationship Id="rId50" Type="http://schemas.openxmlformats.org/officeDocument/2006/relationships/customXml" Target="../ink/ink67.xml"/><Relationship Id="rId104" Type="http://schemas.openxmlformats.org/officeDocument/2006/relationships/customXml" Target="../ink/ink94.xml"/><Relationship Id="rId125" Type="http://schemas.openxmlformats.org/officeDocument/2006/relationships/image" Target="../media/image73.png"/><Relationship Id="rId146" Type="http://schemas.openxmlformats.org/officeDocument/2006/relationships/customXml" Target="../ink/ink115.xml"/><Relationship Id="rId167" Type="http://schemas.openxmlformats.org/officeDocument/2006/relationships/image" Target="../media/image94.png"/><Relationship Id="rId188" Type="http://schemas.openxmlformats.org/officeDocument/2006/relationships/customXml" Target="../ink/ink136.xml"/><Relationship Id="rId71" Type="http://schemas.openxmlformats.org/officeDocument/2006/relationships/image" Target="../media/image46.png"/><Relationship Id="rId92" Type="http://schemas.openxmlformats.org/officeDocument/2006/relationships/customXml" Target="../ink/ink88.xml"/><Relationship Id="rId213" Type="http://schemas.openxmlformats.org/officeDocument/2006/relationships/customXml" Target="../ink/ink149.xml"/><Relationship Id="rId234" Type="http://schemas.openxmlformats.org/officeDocument/2006/relationships/customXml" Target="../ink/ink160.xml"/><Relationship Id="rId2" Type="http://schemas.openxmlformats.org/officeDocument/2006/relationships/customXml" Target="../ink/ink43.xml"/><Relationship Id="rId29" Type="http://schemas.openxmlformats.org/officeDocument/2006/relationships/image" Target="../media/image25.png"/><Relationship Id="rId255" Type="http://schemas.openxmlformats.org/officeDocument/2006/relationships/image" Target="../media/image137.png"/><Relationship Id="rId276" Type="http://schemas.openxmlformats.org/officeDocument/2006/relationships/customXml" Target="../ink/ink181.xml"/><Relationship Id="rId297" Type="http://schemas.openxmlformats.org/officeDocument/2006/relationships/image" Target="../media/image158.png"/><Relationship Id="rId40" Type="http://schemas.openxmlformats.org/officeDocument/2006/relationships/customXml" Target="../ink/ink62.xml"/><Relationship Id="rId115" Type="http://schemas.openxmlformats.org/officeDocument/2006/relationships/image" Target="../media/image68.png"/><Relationship Id="rId136" Type="http://schemas.openxmlformats.org/officeDocument/2006/relationships/customXml" Target="../ink/ink110.xml"/><Relationship Id="rId157" Type="http://schemas.openxmlformats.org/officeDocument/2006/relationships/image" Target="../media/image89.png"/><Relationship Id="rId178" Type="http://schemas.openxmlformats.org/officeDocument/2006/relationships/customXml" Target="../ink/ink131.xml"/><Relationship Id="rId301" Type="http://schemas.openxmlformats.org/officeDocument/2006/relationships/image" Target="../media/image160.png"/><Relationship Id="rId61" Type="http://schemas.openxmlformats.org/officeDocument/2006/relationships/image" Target="../media/image41.png"/><Relationship Id="rId82" Type="http://schemas.openxmlformats.org/officeDocument/2006/relationships/customXml" Target="../ink/ink83.xml"/><Relationship Id="rId199" Type="http://schemas.openxmlformats.org/officeDocument/2006/relationships/image" Target="../media/image110.png"/><Relationship Id="rId203" Type="http://schemas.openxmlformats.org/officeDocument/2006/relationships/image" Target="../media/image112.png"/><Relationship Id="rId19" Type="http://schemas.openxmlformats.org/officeDocument/2006/relationships/image" Target="../media/image20.png"/><Relationship Id="rId224" Type="http://schemas.openxmlformats.org/officeDocument/2006/relationships/customXml" Target="../ink/ink155.xml"/><Relationship Id="rId245" Type="http://schemas.openxmlformats.org/officeDocument/2006/relationships/image" Target="../media/image132.png"/><Relationship Id="rId266" Type="http://schemas.openxmlformats.org/officeDocument/2006/relationships/customXml" Target="../ink/ink176.xml"/><Relationship Id="rId287" Type="http://schemas.openxmlformats.org/officeDocument/2006/relationships/image" Target="../media/image153.png"/><Relationship Id="rId30" Type="http://schemas.openxmlformats.org/officeDocument/2006/relationships/customXml" Target="../ink/ink57.xml"/><Relationship Id="rId105" Type="http://schemas.openxmlformats.org/officeDocument/2006/relationships/image" Target="../media/image63.png"/><Relationship Id="rId126" Type="http://schemas.openxmlformats.org/officeDocument/2006/relationships/customXml" Target="../ink/ink105.xml"/><Relationship Id="rId147" Type="http://schemas.openxmlformats.org/officeDocument/2006/relationships/image" Target="../media/image84.png"/><Relationship Id="rId168" Type="http://schemas.openxmlformats.org/officeDocument/2006/relationships/customXml" Target="../ink/ink126.xml"/><Relationship Id="rId51" Type="http://schemas.openxmlformats.org/officeDocument/2006/relationships/image" Target="../media/image36.png"/><Relationship Id="rId72" Type="http://schemas.openxmlformats.org/officeDocument/2006/relationships/customXml" Target="../ink/ink78.xml"/><Relationship Id="rId93" Type="http://schemas.openxmlformats.org/officeDocument/2006/relationships/image" Target="../media/image57.png"/><Relationship Id="rId189" Type="http://schemas.openxmlformats.org/officeDocument/2006/relationships/image" Target="../media/image105.png"/><Relationship Id="rId3" Type="http://schemas.openxmlformats.org/officeDocument/2006/relationships/image" Target="../media/image12.png"/><Relationship Id="rId214" Type="http://schemas.openxmlformats.org/officeDocument/2006/relationships/customXml" Target="../ink/ink150.xml"/><Relationship Id="rId235" Type="http://schemas.openxmlformats.org/officeDocument/2006/relationships/image" Target="../media/image127.png"/><Relationship Id="rId256" Type="http://schemas.openxmlformats.org/officeDocument/2006/relationships/customXml" Target="../ink/ink171.xml"/><Relationship Id="rId277" Type="http://schemas.openxmlformats.org/officeDocument/2006/relationships/image" Target="../media/image148.png"/><Relationship Id="rId298" Type="http://schemas.openxmlformats.org/officeDocument/2006/relationships/customXml" Target="../ink/ink192.xml"/><Relationship Id="rId116" Type="http://schemas.openxmlformats.org/officeDocument/2006/relationships/customXml" Target="../ink/ink100.xml"/><Relationship Id="rId137" Type="http://schemas.openxmlformats.org/officeDocument/2006/relationships/image" Target="../media/image79.png"/><Relationship Id="rId158" Type="http://schemas.openxmlformats.org/officeDocument/2006/relationships/customXml" Target="../ink/ink121.xml"/><Relationship Id="rId302" Type="http://schemas.openxmlformats.org/officeDocument/2006/relationships/image" Target="../media/image161.jpeg"/><Relationship Id="rId20" Type="http://schemas.openxmlformats.org/officeDocument/2006/relationships/customXml" Target="../ink/ink52.xml"/><Relationship Id="rId41" Type="http://schemas.openxmlformats.org/officeDocument/2006/relationships/image" Target="../media/image31.png"/><Relationship Id="rId62" Type="http://schemas.openxmlformats.org/officeDocument/2006/relationships/customXml" Target="../ink/ink73.xml"/><Relationship Id="rId83" Type="http://schemas.openxmlformats.org/officeDocument/2006/relationships/image" Target="../media/image52.png"/><Relationship Id="rId179" Type="http://schemas.openxmlformats.org/officeDocument/2006/relationships/image" Target="../media/image100.png"/><Relationship Id="rId190" Type="http://schemas.openxmlformats.org/officeDocument/2006/relationships/customXml" Target="../ink/ink137.xml"/><Relationship Id="rId204" Type="http://schemas.openxmlformats.org/officeDocument/2006/relationships/customXml" Target="../ink/ink144.xml"/><Relationship Id="rId225" Type="http://schemas.openxmlformats.org/officeDocument/2006/relationships/image" Target="../media/image122.png"/><Relationship Id="rId246" Type="http://schemas.openxmlformats.org/officeDocument/2006/relationships/customXml" Target="../ink/ink166.xml"/><Relationship Id="rId267" Type="http://schemas.openxmlformats.org/officeDocument/2006/relationships/image" Target="../media/image143.png"/><Relationship Id="rId288" Type="http://schemas.openxmlformats.org/officeDocument/2006/relationships/customXml" Target="../ink/ink187.xml"/><Relationship Id="rId106" Type="http://schemas.openxmlformats.org/officeDocument/2006/relationships/customXml" Target="../ink/ink95.xml"/><Relationship Id="rId127" Type="http://schemas.openxmlformats.org/officeDocument/2006/relationships/image" Target="../media/image74.png"/><Relationship Id="rId10" Type="http://schemas.openxmlformats.org/officeDocument/2006/relationships/customXml" Target="../ink/ink47.xml"/><Relationship Id="rId31" Type="http://schemas.openxmlformats.org/officeDocument/2006/relationships/image" Target="../media/image26.png"/><Relationship Id="rId52" Type="http://schemas.openxmlformats.org/officeDocument/2006/relationships/customXml" Target="../ink/ink68.xml"/><Relationship Id="rId73" Type="http://schemas.openxmlformats.org/officeDocument/2006/relationships/image" Target="../media/image47.png"/><Relationship Id="rId94" Type="http://schemas.openxmlformats.org/officeDocument/2006/relationships/customXml" Target="../ink/ink89.xml"/><Relationship Id="rId148" Type="http://schemas.openxmlformats.org/officeDocument/2006/relationships/customXml" Target="../ink/ink116.xml"/><Relationship Id="rId169" Type="http://schemas.openxmlformats.org/officeDocument/2006/relationships/image" Target="../media/image95.png"/><Relationship Id="rId4" Type="http://schemas.openxmlformats.org/officeDocument/2006/relationships/customXml" Target="../ink/ink44.xml"/><Relationship Id="rId180" Type="http://schemas.openxmlformats.org/officeDocument/2006/relationships/customXml" Target="../ink/ink132.xml"/><Relationship Id="rId215" Type="http://schemas.openxmlformats.org/officeDocument/2006/relationships/image" Target="../media/image117.png"/><Relationship Id="rId236" Type="http://schemas.openxmlformats.org/officeDocument/2006/relationships/customXml" Target="../ink/ink161.xml"/><Relationship Id="rId257" Type="http://schemas.openxmlformats.org/officeDocument/2006/relationships/image" Target="../media/image138.png"/><Relationship Id="rId278" Type="http://schemas.openxmlformats.org/officeDocument/2006/relationships/customXml" Target="../ink/ink182.xml"/><Relationship Id="rId42" Type="http://schemas.openxmlformats.org/officeDocument/2006/relationships/customXml" Target="../ink/ink63.xml"/><Relationship Id="rId84" Type="http://schemas.openxmlformats.org/officeDocument/2006/relationships/customXml" Target="../ink/ink84.xml"/><Relationship Id="rId138" Type="http://schemas.openxmlformats.org/officeDocument/2006/relationships/customXml" Target="../ink/ink111.xml"/><Relationship Id="rId191" Type="http://schemas.openxmlformats.org/officeDocument/2006/relationships/image" Target="../media/image106.png"/><Relationship Id="rId205" Type="http://schemas.openxmlformats.org/officeDocument/2006/relationships/image" Target="../media/image113.png"/><Relationship Id="rId247" Type="http://schemas.openxmlformats.org/officeDocument/2006/relationships/image" Target="../media/image133.png"/><Relationship Id="rId107" Type="http://schemas.openxmlformats.org/officeDocument/2006/relationships/image" Target="../media/image64.png"/><Relationship Id="rId289" Type="http://schemas.openxmlformats.org/officeDocument/2006/relationships/image" Target="../media/image154.png"/><Relationship Id="rId11" Type="http://schemas.openxmlformats.org/officeDocument/2006/relationships/image" Target="../media/image16.png"/><Relationship Id="rId53" Type="http://schemas.openxmlformats.org/officeDocument/2006/relationships/image" Target="../media/image37.png"/><Relationship Id="rId149" Type="http://schemas.openxmlformats.org/officeDocument/2006/relationships/image" Target="../media/image85.png"/><Relationship Id="rId95" Type="http://schemas.openxmlformats.org/officeDocument/2006/relationships/image" Target="../media/image58.png"/><Relationship Id="rId160" Type="http://schemas.openxmlformats.org/officeDocument/2006/relationships/customXml" Target="../ink/ink122.xml"/><Relationship Id="rId216" Type="http://schemas.openxmlformats.org/officeDocument/2006/relationships/customXml" Target="../ink/ink151.xml"/><Relationship Id="rId258" Type="http://schemas.openxmlformats.org/officeDocument/2006/relationships/customXml" Target="../ink/ink172.xml"/><Relationship Id="rId22" Type="http://schemas.openxmlformats.org/officeDocument/2006/relationships/customXml" Target="../ink/ink53.xml"/><Relationship Id="rId64" Type="http://schemas.openxmlformats.org/officeDocument/2006/relationships/customXml" Target="../ink/ink74.xml"/><Relationship Id="rId118" Type="http://schemas.openxmlformats.org/officeDocument/2006/relationships/customXml" Target="../ink/ink101.xml"/><Relationship Id="rId171" Type="http://schemas.openxmlformats.org/officeDocument/2006/relationships/image" Target="../media/image96.png"/><Relationship Id="rId227" Type="http://schemas.openxmlformats.org/officeDocument/2006/relationships/image" Target="../media/image123.png"/><Relationship Id="rId269" Type="http://schemas.openxmlformats.org/officeDocument/2006/relationships/image" Target="../media/image144.png"/><Relationship Id="rId33" Type="http://schemas.openxmlformats.org/officeDocument/2006/relationships/image" Target="../media/image27.png"/><Relationship Id="rId129" Type="http://schemas.openxmlformats.org/officeDocument/2006/relationships/image" Target="../media/image75.png"/><Relationship Id="rId280" Type="http://schemas.openxmlformats.org/officeDocument/2006/relationships/customXml" Target="../ink/ink183.xml"/><Relationship Id="rId75" Type="http://schemas.openxmlformats.org/officeDocument/2006/relationships/image" Target="../media/image48.png"/><Relationship Id="rId140" Type="http://schemas.openxmlformats.org/officeDocument/2006/relationships/customXml" Target="../ink/ink112.xml"/><Relationship Id="rId182" Type="http://schemas.openxmlformats.org/officeDocument/2006/relationships/customXml" Target="../ink/ink133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8.png"/><Relationship Id="rId21" Type="http://schemas.openxmlformats.org/officeDocument/2006/relationships/image" Target="../media/image210.png"/><Relationship Id="rId42" Type="http://schemas.openxmlformats.org/officeDocument/2006/relationships/customXml" Target="../ink/ink214.xml"/><Relationship Id="rId63" Type="http://schemas.openxmlformats.org/officeDocument/2006/relationships/image" Target="../media/image231.png"/><Relationship Id="rId84" Type="http://schemas.openxmlformats.org/officeDocument/2006/relationships/customXml" Target="../ink/ink235.xml"/><Relationship Id="rId138" Type="http://schemas.openxmlformats.org/officeDocument/2006/relationships/customXml" Target="../ink/ink262.xml"/><Relationship Id="rId159" Type="http://schemas.openxmlformats.org/officeDocument/2006/relationships/image" Target="../media/image279.png"/><Relationship Id="rId170" Type="http://schemas.openxmlformats.org/officeDocument/2006/relationships/customXml" Target="../ink/ink278.xml"/><Relationship Id="rId191" Type="http://schemas.openxmlformats.org/officeDocument/2006/relationships/image" Target="../media/image294.png"/><Relationship Id="rId205" Type="http://schemas.openxmlformats.org/officeDocument/2006/relationships/image" Target="../media/image301.png"/><Relationship Id="rId226" Type="http://schemas.openxmlformats.org/officeDocument/2006/relationships/customXml" Target="../ink/ink306.xml"/><Relationship Id="rId247" Type="http://schemas.openxmlformats.org/officeDocument/2006/relationships/image" Target="../media/image322.png"/><Relationship Id="rId107" Type="http://schemas.openxmlformats.org/officeDocument/2006/relationships/image" Target="../media/image253.png"/><Relationship Id="rId11" Type="http://schemas.openxmlformats.org/officeDocument/2006/relationships/image" Target="../media/image205.png"/><Relationship Id="rId32" Type="http://schemas.openxmlformats.org/officeDocument/2006/relationships/customXml" Target="../ink/ink209.xml"/><Relationship Id="rId53" Type="http://schemas.openxmlformats.org/officeDocument/2006/relationships/image" Target="../media/image226.png"/><Relationship Id="rId74" Type="http://schemas.openxmlformats.org/officeDocument/2006/relationships/customXml" Target="../ink/ink230.xml"/><Relationship Id="rId128" Type="http://schemas.openxmlformats.org/officeDocument/2006/relationships/customXml" Target="../ink/ink257.xml"/><Relationship Id="rId149" Type="http://schemas.openxmlformats.org/officeDocument/2006/relationships/image" Target="../media/image274.png"/><Relationship Id="rId5" Type="http://schemas.openxmlformats.org/officeDocument/2006/relationships/image" Target="../media/image163.png"/><Relationship Id="rId95" Type="http://schemas.openxmlformats.org/officeDocument/2006/relationships/image" Target="../media/image247.png"/><Relationship Id="rId160" Type="http://schemas.openxmlformats.org/officeDocument/2006/relationships/customXml" Target="../ink/ink273.xml"/><Relationship Id="rId181" Type="http://schemas.openxmlformats.org/officeDocument/2006/relationships/image" Target="../media/image289.png"/><Relationship Id="rId216" Type="http://schemas.openxmlformats.org/officeDocument/2006/relationships/customXml" Target="../ink/ink301.xml"/><Relationship Id="rId237" Type="http://schemas.openxmlformats.org/officeDocument/2006/relationships/image" Target="../media/image317.png"/><Relationship Id="rId22" Type="http://schemas.openxmlformats.org/officeDocument/2006/relationships/customXml" Target="../ink/ink204.xml"/><Relationship Id="rId43" Type="http://schemas.openxmlformats.org/officeDocument/2006/relationships/image" Target="../media/image221.png"/><Relationship Id="rId64" Type="http://schemas.openxmlformats.org/officeDocument/2006/relationships/customXml" Target="../ink/ink225.xml"/><Relationship Id="rId118" Type="http://schemas.openxmlformats.org/officeDocument/2006/relationships/customXml" Target="../ink/ink252.xml"/><Relationship Id="rId139" Type="http://schemas.openxmlformats.org/officeDocument/2006/relationships/image" Target="../media/image269.png"/><Relationship Id="rId85" Type="http://schemas.openxmlformats.org/officeDocument/2006/relationships/image" Target="../media/image242.png"/><Relationship Id="rId150" Type="http://schemas.openxmlformats.org/officeDocument/2006/relationships/customXml" Target="../ink/ink268.xml"/><Relationship Id="rId171" Type="http://schemas.openxmlformats.org/officeDocument/2006/relationships/image" Target="../media/image285.png"/><Relationship Id="rId192" Type="http://schemas.openxmlformats.org/officeDocument/2006/relationships/customXml" Target="../ink/ink289.xml"/><Relationship Id="rId206" Type="http://schemas.openxmlformats.org/officeDocument/2006/relationships/customXml" Target="../ink/ink296.xml"/><Relationship Id="rId227" Type="http://schemas.openxmlformats.org/officeDocument/2006/relationships/image" Target="../media/image312.png"/><Relationship Id="rId248" Type="http://schemas.openxmlformats.org/officeDocument/2006/relationships/customXml" Target="../ink/ink317.xml"/><Relationship Id="rId12" Type="http://schemas.openxmlformats.org/officeDocument/2006/relationships/customXml" Target="../ink/ink199.xml"/><Relationship Id="rId33" Type="http://schemas.openxmlformats.org/officeDocument/2006/relationships/image" Target="../media/image216.png"/><Relationship Id="rId108" Type="http://schemas.openxmlformats.org/officeDocument/2006/relationships/customXml" Target="../ink/ink247.xml"/><Relationship Id="rId129" Type="http://schemas.openxmlformats.org/officeDocument/2006/relationships/image" Target="../media/image264.png"/><Relationship Id="rId54" Type="http://schemas.openxmlformats.org/officeDocument/2006/relationships/customXml" Target="../ink/ink220.xml"/><Relationship Id="rId75" Type="http://schemas.openxmlformats.org/officeDocument/2006/relationships/image" Target="../media/image237.png"/><Relationship Id="rId96" Type="http://schemas.openxmlformats.org/officeDocument/2006/relationships/customXml" Target="../ink/ink241.xml"/><Relationship Id="rId140" Type="http://schemas.openxmlformats.org/officeDocument/2006/relationships/customXml" Target="../ink/ink263.xml"/><Relationship Id="rId161" Type="http://schemas.openxmlformats.org/officeDocument/2006/relationships/image" Target="../media/image280.png"/><Relationship Id="rId182" Type="http://schemas.openxmlformats.org/officeDocument/2006/relationships/customXml" Target="../ink/ink284.xml"/><Relationship Id="rId217" Type="http://schemas.openxmlformats.org/officeDocument/2006/relationships/image" Target="../media/image307.png"/><Relationship Id="rId6" Type="http://schemas.openxmlformats.org/officeDocument/2006/relationships/customXml" Target="../ink/ink196.xml"/><Relationship Id="rId238" Type="http://schemas.openxmlformats.org/officeDocument/2006/relationships/customXml" Target="../ink/ink312.xml"/><Relationship Id="rId23" Type="http://schemas.openxmlformats.org/officeDocument/2006/relationships/image" Target="../media/image211.png"/><Relationship Id="rId119" Type="http://schemas.openxmlformats.org/officeDocument/2006/relationships/image" Target="../media/image259.png"/><Relationship Id="rId44" Type="http://schemas.openxmlformats.org/officeDocument/2006/relationships/customXml" Target="../ink/ink215.xml"/><Relationship Id="rId65" Type="http://schemas.openxmlformats.org/officeDocument/2006/relationships/image" Target="../media/image232.png"/><Relationship Id="rId86" Type="http://schemas.openxmlformats.org/officeDocument/2006/relationships/customXml" Target="../ink/ink236.xml"/><Relationship Id="rId130" Type="http://schemas.openxmlformats.org/officeDocument/2006/relationships/customXml" Target="../ink/ink258.xml"/><Relationship Id="rId151" Type="http://schemas.openxmlformats.org/officeDocument/2006/relationships/image" Target="../media/image275.png"/><Relationship Id="rId172" Type="http://schemas.openxmlformats.org/officeDocument/2006/relationships/customXml" Target="../ink/ink279.xml"/><Relationship Id="rId193" Type="http://schemas.openxmlformats.org/officeDocument/2006/relationships/image" Target="../media/image295.png"/><Relationship Id="rId207" Type="http://schemas.openxmlformats.org/officeDocument/2006/relationships/image" Target="../media/image302.png"/><Relationship Id="rId228" Type="http://schemas.openxmlformats.org/officeDocument/2006/relationships/customXml" Target="../ink/ink307.xml"/><Relationship Id="rId249" Type="http://schemas.openxmlformats.org/officeDocument/2006/relationships/image" Target="../media/image323.png"/><Relationship Id="rId13" Type="http://schemas.openxmlformats.org/officeDocument/2006/relationships/image" Target="../media/image206.png"/><Relationship Id="rId109" Type="http://schemas.openxmlformats.org/officeDocument/2006/relationships/image" Target="../media/image254.png"/><Relationship Id="rId34" Type="http://schemas.openxmlformats.org/officeDocument/2006/relationships/customXml" Target="../ink/ink210.xml"/><Relationship Id="rId55" Type="http://schemas.openxmlformats.org/officeDocument/2006/relationships/image" Target="../media/image227.png"/><Relationship Id="rId76" Type="http://schemas.openxmlformats.org/officeDocument/2006/relationships/customXml" Target="../ink/ink231.xml"/><Relationship Id="rId97" Type="http://schemas.openxmlformats.org/officeDocument/2006/relationships/image" Target="../media/image248.png"/><Relationship Id="rId120" Type="http://schemas.openxmlformats.org/officeDocument/2006/relationships/customXml" Target="../ink/ink253.xml"/><Relationship Id="rId141" Type="http://schemas.openxmlformats.org/officeDocument/2006/relationships/image" Target="../media/image270.png"/><Relationship Id="rId7" Type="http://schemas.openxmlformats.org/officeDocument/2006/relationships/image" Target="../media/image164.png"/><Relationship Id="rId162" Type="http://schemas.openxmlformats.org/officeDocument/2006/relationships/customXml" Target="../ink/ink274.xml"/><Relationship Id="rId183" Type="http://schemas.openxmlformats.org/officeDocument/2006/relationships/image" Target="../media/image290.png"/><Relationship Id="rId218" Type="http://schemas.openxmlformats.org/officeDocument/2006/relationships/customXml" Target="../ink/ink302.xml"/><Relationship Id="rId239" Type="http://schemas.openxmlformats.org/officeDocument/2006/relationships/image" Target="../media/image318.png"/><Relationship Id="rId250" Type="http://schemas.openxmlformats.org/officeDocument/2006/relationships/customXml" Target="../ink/ink318.xml"/><Relationship Id="rId24" Type="http://schemas.openxmlformats.org/officeDocument/2006/relationships/customXml" Target="../ink/ink205.xml"/><Relationship Id="rId45" Type="http://schemas.openxmlformats.org/officeDocument/2006/relationships/image" Target="../media/image222.png"/><Relationship Id="rId66" Type="http://schemas.openxmlformats.org/officeDocument/2006/relationships/customXml" Target="../ink/ink226.xml"/><Relationship Id="rId87" Type="http://schemas.openxmlformats.org/officeDocument/2006/relationships/image" Target="../media/image243.png"/><Relationship Id="rId110" Type="http://schemas.openxmlformats.org/officeDocument/2006/relationships/customXml" Target="../ink/ink248.xml"/><Relationship Id="rId131" Type="http://schemas.openxmlformats.org/officeDocument/2006/relationships/image" Target="../media/image265.png"/><Relationship Id="rId152" Type="http://schemas.openxmlformats.org/officeDocument/2006/relationships/customXml" Target="../ink/ink269.xml"/><Relationship Id="rId173" Type="http://schemas.openxmlformats.org/officeDocument/2006/relationships/image" Target="../media/image286.png"/><Relationship Id="rId194" Type="http://schemas.openxmlformats.org/officeDocument/2006/relationships/customXml" Target="../ink/ink290.xml"/><Relationship Id="rId208" Type="http://schemas.openxmlformats.org/officeDocument/2006/relationships/customXml" Target="../ink/ink297.xml"/><Relationship Id="rId229" Type="http://schemas.openxmlformats.org/officeDocument/2006/relationships/image" Target="../media/image313.png"/><Relationship Id="rId240" Type="http://schemas.openxmlformats.org/officeDocument/2006/relationships/customXml" Target="../ink/ink313.xml"/><Relationship Id="rId14" Type="http://schemas.openxmlformats.org/officeDocument/2006/relationships/customXml" Target="../ink/ink200.xml"/><Relationship Id="rId35" Type="http://schemas.openxmlformats.org/officeDocument/2006/relationships/image" Target="../media/image217.png"/><Relationship Id="rId56" Type="http://schemas.openxmlformats.org/officeDocument/2006/relationships/customXml" Target="../ink/ink221.xml"/><Relationship Id="rId77" Type="http://schemas.openxmlformats.org/officeDocument/2006/relationships/image" Target="../media/image238.png"/><Relationship Id="rId100" Type="http://schemas.openxmlformats.org/officeDocument/2006/relationships/customXml" Target="../ink/ink243.xml"/><Relationship Id="rId8" Type="http://schemas.openxmlformats.org/officeDocument/2006/relationships/customXml" Target="../ink/ink197.xml"/><Relationship Id="rId98" Type="http://schemas.openxmlformats.org/officeDocument/2006/relationships/customXml" Target="../ink/ink242.xml"/><Relationship Id="rId121" Type="http://schemas.openxmlformats.org/officeDocument/2006/relationships/image" Target="../media/image260.png"/><Relationship Id="rId142" Type="http://schemas.openxmlformats.org/officeDocument/2006/relationships/customXml" Target="../ink/ink264.xml"/><Relationship Id="rId163" Type="http://schemas.openxmlformats.org/officeDocument/2006/relationships/image" Target="../media/image281.png"/><Relationship Id="rId184" Type="http://schemas.openxmlformats.org/officeDocument/2006/relationships/customXml" Target="../ink/ink285.xml"/><Relationship Id="rId219" Type="http://schemas.openxmlformats.org/officeDocument/2006/relationships/image" Target="../media/image308.png"/><Relationship Id="rId230" Type="http://schemas.openxmlformats.org/officeDocument/2006/relationships/customXml" Target="../ink/ink308.xml"/><Relationship Id="rId251" Type="http://schemas.openxmlformats.org/officeDocument/2006/relationships/image" Target="../media/image324.png"/><Relationship Id="rId25" Type="http://schemas.openxmlformats.org/officeDocument/2006/relationships/image" Target="../media/image212.png"/><Relationship Id="rId46" Type="http://schemas.openxmlformats.org/officeDocument/2006/relationships/customXml" Target="../ink/ink216.xml"/><Relationship Id="rId67" Type="http://schemas.openxmlformats.org/officeDocument/2006/relationships/image" Target="../media/image233.png"/><Relationship Id="rId88" Type="http://schemas.openxmlformats.org/officeDocument/2006/relationships/customXml" Target="../ink/ink237.xml"/><Relationship Id="rId111" Type="http://schemas.openxmlformats.org/officeDocument/2006/relationships/image" Target="../media/image255.png"/><Relationship Id="rId132" Type="http://schemas.openxmlformats.org/officeDocument/2006/relationships/customXml" Target="../ink/ink259.xml"/><Relationship Id="rId153" Type="http://schemas.openxmlformats.org/officeDocument/2006/relationships/image" Target="../media/image276.png"/><Relationship Id="rId174" Type="http://schemas.openxmlformats.org/officeDocument/2006/relationships/customXml" Target="../ink/ink280.xml"/><Relationship Id="rId195" Type="http://schemas.openxmlformats.org/officeDocument/2006/relationships/image" Target="../media/image296.png"/><Relationship Id="rId209" Type="http://schemas.openxmlformats.org/officeDocument/2006/relationships/image" Target="../media/image303.png"/><Relationship Id="rId220" Type="http://schemas.openxmlformats.org/officeDocument/2006/relationships/customXml" Target="../ink/ink303.xml"/><Relationship Id="rId241" Type="http://schemas.openxmlformats.org/officeDocument/2006/relationships/image" Target="../media/image319.png"/><Relationship Id="rId15" Type="http://schemas.openxmlformats.org/officeDocument/2006/relationships/image" Target="../media/image207.png"/><Relationship Id="rId36" Type="http://schemas.openxmlformats.org/officeDocument/2006/relationships/customXml" Target="../ink/ink211.xml"/><Relationship Id="rId57" Type="http://schemas.openxmlformats.org/officeDocument/2006/relationships/image" Target="../media/image228.png"/><Relationship Id="rId78" Type="http://schemas.openxmlformats.org/officeDocument/2006/relationships/customXml" Target="../ink/ink232.xml"/><Relationship Id="rId99" Type="http://schemas.openxmlformats.org/officeDocument/2006/relationships/image" Target="../media/image249.png"/><Relationship Id="rId101" Type="http://schemas.openxmlformats.org/officeDocument/2006/relationships/image" Target="../media/image250.png"/><Relationship Id="rId122" Type="http://schemas.openxmlformats.org/officeDocument/2006/relationships/customXml" Target="../ink/ink254.xml"/><Relationship Id="rId143" Type="http://schemas.openxmlformats.org/officeDocument/2006/relationships/image" Target="../media/image271.png"/><Relationship Id="rId164" Type="http://schemas.openxmlformats.org/officeDocument/2006/relationships/customXml" Target="../ink/ink275.xml"/><Relationship Id="rId185" Type="http://schemas.openxmlformats.org/officeDocument/2006/relationships/image" Target="../media/image291.png"/><Relationship Id="rId9" Type="http://schemas.openxmlformats.org/officeDocument/2006/relationships/image" Target="../media/image165.png"/><Relationship Id="rId210" Type="http://schemas.openxmlformats.org/officeDocument/2006/relationships/customXml" Target="../ink/ink298.xml"/><Relationship Id="rId26" Type="http://schemas.openxmlformats.org/officeDocument/2006/relationships/customXml" Target="../ink/ink206.xml"/><Relationship Id="rId231" Type="http://schemas.openxmlformats.org/officeDocument/2006/relationships/image" Target="../media/image314.png"/><Relationship Id="rId252" Type="http://schemas.openxmlformats.org/officeDocument/2006/relationships/customXml" Target="../ink/ink319.xml"/><Relationship Id="rId47" Type="http://schemas.openxmlformats.org/officeDocument/2006/relationships/image" Target="../media/image223.png"/><Relationship Id="rId68" Type="http://schemas.openxmlformats.org/officeDocument/2006/relationships/customXml" Target="../ink/ink227.xml"/><Relationship Id="rId89" Type="http://schemas.openxmlformats.org/officeDocument/2006/relationships/image" Target="../media/image244.png"/><Relationship Id="rId112" Type="http://schemas.openxmlformats.org/officeDocument/2006/relationships/customXml" Target="../ink/ink249.xml"/><Relationship Id="rId133" Type="http://schemas.openxmlformats.org/officeDocument/2006/relationships/image" Target="../media/image266.png"/><Relationship Id="rId154" Type="http://schemas.openxmlformats.org/officeDocument/2006/relationships/customXml" Target="../ink/ink270.xml"/><Relationship Id="rId175" Type="http://schemas.openxmlformats.org/officeDocument/2006/relationships/image" Target="../media/image153.png"/><Relationship Id="rId196" Type="http://schemas.openxmlformats.org/officeDocument/2006/relationships/customXml" Target="../ink/ink291.xml"/><Relationship Id="rId200" Type="http://schemas.openxmlformats.org/officeDocument/2006/relationships/customXml" Target="../ink/ink293.xml"/><Relationship Id="rId16" Type="http://schemas.openxmlformats.org/officeDocument/2006/relationships/customXml" Target="../ink/ink201.xml"/><Relationship Id="rId221" Type="http://schemas.openxmlformats.org/officeDocument/2006/relationships/image" Target="../media/image309.png"/><Relationship Id="rId242" Type="http://schemas.openxmlformats.org/officeDocument/2006/relationships/customXml" Target="../ink/ink314.xml"/><Relationship Id="rId37" Type="http://schemas.openxmlformats.org/officeDocument/2006/relationships/image" Target="../media/image218.png"/><Relationship Id="rId58" Type="http://schemas.openxmlformats.org/officeDocument/2006/relationships/customXml" Target="../ink/ink222.xml"/><Relationship Id="rId79" Type="http://schemas.openxmlformats.org/officeDocument/2006/relationships/image" Target="../media/image239.png"/><Relationship Id="rId102" Type="http://schemas.openxmlformats.org/officeDocument/2006/relationships/customXml" Target="../ink/ink244.xml"/><Relationship Id="rId123" Type="http://schemas.openxmlformats.org/officeDocument/2006/relationships/image" Target="../media/image261.png"/><Relationship Id="rId144" Type="http://schemas.openxmlformats.org/officeDocument/2006/relationships/customXml" Target="../ink/ink265.xml"/><Relationship Id="rId90" Type="http://schemas.openxmlformats.org/officeDocument/2006/relationships/customXml" Target="../ink/ink238.xml"/><Relationship Id="rId165" Type="http://schemas.openxmlformats.org/officeDocument/2006/relationships/image" Target="../media/image282.png"/><Relationship Id="rId186" Type="http://schemas.openxmlformats.org/officeDocument/2006/relationships/customXml" Target="../ink/ink286.xml"/><Relationship Id="rId211" Type="http://schemas.openxmlformats.org/officeDocument/2006/relationships/image" Target="../media/image304.png"/><Relationship Id="rId232" Type="http://schemas.openxmlformats.org/officeDocument/2006/relationships/customXml" Target="../ink/ink309.xml"/><Relationship Id="rId253" Type="http://schemas.openxmlformats.org/officeDocument/2006/relationships/image" Target="../media/image325.png"/><Relationship Id="rId27" Type="http://schemas.openxmlformats.org/officeDocument/2006/relationships/image" Target="../media/image213.png"/><Relationship Id="rId48" Type="http://schemas.openxmlformats.org/officeDocument/2006/relationships/customXml" Target="../ink/ink217.xml"/><Relationship Id="rId69" Type="http://schemas.openxmlformats.org/officeDocument/2006/relationships/image" Target="../media/image234.png"/><Relationship Id="rId113" Type="http://schemas.openxmlformats.org/officeDocument/2006/relationships/image" Target="../media/image256.png"/><Relationship Id="rId134" Type="http://schemas.openxmlformats.org/officeDocument/2006/relationships/customXml" Target="../ink/ink260.xml"/><Relationship Id="rId80" Type="http://schemas.openxmlformats.org/officeDocument/2006/relationships/customXml" Target="../ink/ink233.xml"/><Relationship Id="rId155" Type="http://schemas.openxmlformats.org/officeDocument/2006/relationships/image" Target="../media/image277.png"/><Relationship Id="rId176" Type="http://schemas.openxmlformats.org/officeDocument/2006/relationships/customXml" Target="../ink/ink281.xml"/><Relationship Id="rId197" Type="http://schemas.openxmlformats.org/officeDocument/2006/relationships/image" Target="../media/image297.png"/><Relationship Id="rId201" Type="http://schemas.openxmlformats.org/officeDocument/2006/relationships/image" Target="../media/image299.png"/><Relationship Id="rId222" Type="http://schemas.openxmlformats.org/officeDocument/2006/relationships/customXml" Target="../ink/ink304.xml"/><Relationship Id="rId243" Type="http://schemas.openxmlformats.org/officeDocument/2006/relationships/image" Target="../media/image320.png"/><Relationship Id="rId17" Type="http://schemas.openxmlformats.org/officeDocument/2006/relationships/image" Target="../media/image208.png"/><Relationship Id="rId38" Type="http://schemas.openxmlformats.org/officeDocument/2006/relationships/customXml" Target="../ink/ink212.xml"/><Relationship Id="rId59" Type="http://schemas.openxmlformats.org/officeDocument/2006/relationships/image" Target="../media/image229.png"/><Relationship Id="rId103" Type="http://schemas.openxmlformats.org/officeDocument/2006/relationships/image" Target="../media/image251.png"/><Relationship Id="rId124" Type="http://schemas.openxmlformats.org/officeDocument/2006/relationships/customXml" Target="../ink/ink255.xml"/><Relationship Id="rId70" Type="http://schemas.openxmlformats.org/officeDocument/2006/relationships/customXml" Target="../ink/ink228.xml"/><Relationship Id="rId91" Type="http://schemas.openxmlformats.org/officeDocument/2006/relationships/image" Target="../media/image245.png"/><Relationship Id="rId145" Type="http://schemas.openxmlformats.org/officeDocument/2006/relationships/image" Target="../media/image272.png"/><Relationship Id="rId166" Type="http://schemas.openxmlformats.org/officeDocument/2006/relationships/customXml" Target="../ink/ink276.xml"/><Relationship Id="rId187" Type="http://schemas.openxmlformats.org/officeDocument/2006/relationships/image" Target="../media/image2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99.xml"/><Relationship Id="rId233" Type="http://schemas.openxmlformats.org/officeDocument/2006/relationships/image" Target="../media/image315.png"/><Relationship Id="rId254" Type="http://schemas.openxmlformats.org/officeDocument/2006/relationships/customXml" Target="../ink/ink320.xml"/><Relationship Id="rId28" Type="http://schemas.openxmlformats.org/officeDocument/2006/relationships/customXml" Target="../ink/ink207.xml"/><Relationship Id="rId49" Type="http://schemas.openxmlformats.org/officeDocument/2006/relationships/image" Target="../media/image224.png"/><Relationship Id="rId114" Type="http://schemas.openxmlformats.org/officeDocument/2006/relationships/customXml" Target="../ink/ink250.xml"/><Relationship Id="rId60" Type="http://schemas.openxmlformats.org/officeDocument/2006/relationships/customXml" Target="../ink/ink223.xml"/><Relationship Id="rId81" Type="http://schemas.openxmlformats.org/officeDocument/2006/relationships/image" Target="../media/image240.png"/><Relationship Id="rId135" Type="http://schemas.openxmlformats.org/officeDocument/2006/relationships/image" Target="../media/image267.png"/><Relationship Id="rId156" Type="http://schemas.openxmlformats.org/officeDocument/2006/relationships/customXml" Target="../ink/ink271.xml"/><Relationship Id="rId177" Type="http://schemas.openxmlformats.org/officeDocument/2006/relationships/image" Target="../media/image287.png"/><Relationship Id="rId198" Type="http://schemas.openxmlformats.org/officeDocument/2006/relationships/customXml" Target="../ink/ink292.xml"/><Relationship Id="rId202" Type="http://schemas.openxmlformats.org/officeDocument/2006/relationships/customXml" Target="../ink/ink294.xml"/><Relationship Id="rId223" Type="http://schemas.openxmlformats.org/officeDocument/2006/relationships/image" Target="../media/image310.png"/><Relationship Id="rId244" Type="http://schemas.openxmlformats.org/officeDocument/2006/relationships/customXml" Target="../ink/ink315.xml"/><Relationship Id="rId18" Type="http://schemas.openxmlformats.org/officeDocument/2006/relationships/customXml" Target="../ink/ink202.xml"/><Relationship Id="rId39" Type="http://schemas.openxmlformats.org/officeDocument/2006/relationships/image" Target="../media/image219.png"/><Relationship Id="rId50" Type="http://schemas.openxmlformats.org/officeDocument/2006/relationships/customXml" Target="../ink/ink218.xml"/><Relationship Id="rId104" Type="http://schemas.openxmlformats.org/officeDocument/2006/relationships/customXml" Target="../ink/ink245.xml"/><Relationship Id="rId125" Type="http://schemas.openxmlformats.org/officeDocument/2006/relationships/image" Target="../media/image262.png"/><Relationship Id="rId146" Type="http://schemas.openxmlformats.org/officeDocument/2006/relationships/customXml" Target="../ink/ink266.xml"/><Relationship Id="rId167" Type="http://schemas.openxmlformats.org/officeDocument/2006/relationships/image" Target="../media/image283.png"/><Relationship Id="rId188" Type="http://schemas.openxmlformats.org/officeDocument/2006/relationships/customXml" Target="../ink/ink287.xml"/><Relationship Id="rId71" Type="http://schemas.openxmlformats.org/officeDocument/2006/relationships/image" Target="../media/image235.png"/><Relationship Id="rId92" Type="http://schemas.openxmlformats.org/officeDocument/2006/relationships/customXml" Target="../ink/ink239.xml"/><Relationship Id="rId213" Type="http://schemas.openxmlformats.org/officeDocument/2006/relationships/image" Target="../media/image305.png"/><Relationship Id="rId234" Type="http://schemas.openxmlformats.org/officeDocument/2006/relationships/customXml" Target="../ink/ink310.xml"/><Relationship Id="rId2" Type="http://schemas.openxmlformats.org/officeDocument/2006/relationships/customXml" Target="../ink/ink194.xml"/><Relationship Id="rId29" Type="http://schemas.openxmlformats.org/officeDocument/2006/relationships/image" Target="../media/image214.png"/><Relationship Id="rId255" Type="http://schemas.openxmlformats.org/officeDocument/2006/relationships/image" Target="../media/image326.png"/><Relationship Id="rId40" Type="http://schemas.openxmlformats.org/officeDocument/2006/relationships/customXml" Target="../ink/ink213.xml"/><Relationship Id="rId115" Type="http://schemas.openxmlformats.org/officeDocument/2006/relationships/image" Target="../media/image257.png"/><Relationship Id="rId136" Type="http://schemas.openxmlformats.org/officeDocument/2006/relationships/customXml" Target="../ink/ink261.xml"/><Relationship Id="rId157" Type="http://schemas.openxmlformats.org/officeDocument/2006/relationships/image" Target="../media/image278.png"/><Relationship Id="rId178" Type="http://schemas.openxmlformats.org/officeDocument/2006/relationships/customXml" Target="../ink/ink282.xml"/><Relationship Id="rId61" Type="http://schemas.openxmlformats.org/officeDocument/2006/relationships/image" Target="../media/image230.png"/><Relationship Id="rId82" Type="http://schemas.openxmlformats.org/officeDocument/2006/relationships/customXml" Target="../ink/ink234.xml"/><Relationship Id="rId199" Type="http://schemas.openxmlformats.org/officeDocument/2006/relationships/image" Target="../media/image298.png"/><Relationship Id="rId203" Type="http://schemas.openxmlformats.org/officeDocument/2006/relationships/image" Target="../media/image300.png"/><Relationship Id="rId19" Type="http://schemas.openxmlformats.org/officeDocument/2006/relationships/image" Target="../media/image209.png"/><Relationship Id="rId224" Type="http://schemas.openxmlformats.org/officeDocument/2006/relationships/customXml" Target="../ink/ink305.xml"/><Relationship Id="rId245" Type="http://schemas.openxmlformats.org/officeDocument/2006/relationships/image" Target="../media/image321.png"/><Relationship Id="rId30" Type="http://schemas.openxmlformats.org/officeDocument/2006/relationships/customXml" Target="../ink/ink208.xml"/><Relationship Id="rId105" Type="http://schemas.openxmlformats.org/officeDocument/2006/relationships/image" Target="../media/image252.png"/><Relationship Id="rId126" Type="http://schemas.openxmlformats.org/officeDocument/2006/relationships/customXml" Target="../ink/ink256.xml"/><Relationship Id="rId147" Type="http://schemas.openxmlformats.org/officeDocument/2006/relationships/image" Target="../media/image273.png"/><Relationship Id="rId168" Type="http://schemas.openxmlformats.org/officeDocument/2006/relationships/customXml" Target="../ink/ink277.xml"/><Relationship Id="rId51" Type="http://schemas.openxmlformats.org/officeDocument/2006/relationships/image" Target="../media/image225.png"/><Relationship Id="rId72" Type="http://schemas.openxmlformats.org/officeDocument/2006/relationships/customXml" Target="../ink/ink229.xml"/><Relationship Id="rId93" Type="http://schemas.openxmlformats.org/officeDocument/2006/relationships/image" Target="../media/image246.png"/><Relationship Id="rId189" Type="http://schemas.openxmlformats.org/officeDocument/2006/relationships/image" Target="../media/image293.png"/><Relationship Id="rId3" Type="http://schemas.openxmlformats.org/officeDocument/2006/relationships/image" Target="../media/image162.png"/><Relationship Id="rId214" Type="http://schemas.openxmlformats.org/officeDocument/2006/relationships/customXml" Target="../ink/ink300.xml"/><Relationship Id="rId235" Type="http://schemas.openxmlformats.org/officeDocument/2006/relationships/image" Target="../media/image316.png"/><Relationship Id="rId116" Type="http://schemas.openxmlformats.org/officeDocument/2006/relationships/customXml" Target="../ink/ink251.xml"/><Relationship Id="rId137" Type="http://schemas.openxmlformats.org/officeDocument/2006/relationships/image" Target="../media/image268.png"/><Relationship Id="rId158" Type="http://schemas.openxmlformats.org/officeDocument/2006/relationships/customXml" Target="../ink/ink272.xml"/><Relationship Id="rId20" Type="http://schemas.openxmlformats.org/officeDocument/2006/relationships/customXml" Target="../ink/ink203.xml"/><Relationship Id="rId41" Type="http://schemas.openxmlformats.org/officeDocument/2006/relationships/image" Target="../media/image220.png"/><Relationship Id="rId62" Type="http://schemas.openxmlformats.org/officeDocument/2006/relationships/customXml" Target="../ink/ink224.xml"/><Relationship Id="rId83" Type="http://schemas.openxmlformats.org/officeDocument/2006/relationships/image" Target="../media/image241.png"/><Relationship Id="rId179" Type="http://schemas.openxmlformats.org/officeDocument/2006/relationships/image" Target="../media/image288.png"/><Relationship Id="rId190" Type="http://schemas.openxmlformats.org/officeDocument/2006/relationships/customXml" Target="../ink/ink288.xml"/><Relationship Id="rId204" Type="http://schemas.openxmlformats.org/officeDocument/2006/relationships/customXml" Target="../ink/ink295.xml"/><Relationship Id="rId225" Type="http://schemas.openxmlformats.org/officeDocument/2006/relationships/image" Target="../media/image311.png"/><Relationship Id="rId246" Type="http://schemas.openxmlformats.org/officeDocument/2006/relationships/customXml" Target="../ink/ink316.xml"/><Relationship Id="rId106" Type="http://schemas.openxmlformats.org/officeDocument/2006/relationships/customXml" Target="../ink/ink246.xml"/><Relationship Id="rId127" Type="http://schemas.openxmlformats.org/officeDocument/2006/relationships/image" Target="../media/image263.png"/><Relationship Id="rId10" Type="http://schemas.openxmlformats.org/officeDocument/2006/relationships/customXml" Target="../ink/ink198.xml"/><Relationship Id="rId31" Type="http://schemas.openxmlformats.org/officeDocument/2006/relationships/image" Target="../media/image215.png"/><Relationship Id="rId52" Type="http://schemas.openxmlformats.org/officeDocument/2006/relationships/customXml" Target="../ink/ink219.xml"/><Relationship Id="rId73" Type="http://schemas.openxmlformats.org/officeDocument/2006/relationships/image" Target="../media/image236.png"/><Relationship Id="rId94" Type="http://schemas.openxmlformats.org/officeDocument/2006/relationships/customXml" Target="../ink/ink240.xml"/><Relationship Id="rId148" Type="http://schemas.openxmlformats.org/officeDocument/2006/relationships/customXml" Target="../ink/ink267.xml"/><Relationship Id="rId169" Type="http://schemas.openxmlformats.org/officeDocument/2006/relationships/image" Target="../media/image284.png"/><Relationship Id="rId4" Type="http://schemas.openxmlformats.org/officeDocument/2006/relationships/customXml" Target="../ink/ink195.xml"/><Relationship Id="rId180" Type="http://schemas.openxmlformats.org/officeDocument/2006/relationships/customXml" Target="../ink/ink283.xml"/><Relationship Id="rId215" Type="http://schemas.openxmlformats.org/officeDocument/2006/relationships/image" Target="../media/image306.png"/><Relationship Id="rId236" Type="http://schemas.openxmlformats.org/officeDocument/2006/relationships/customXml" Target="../ink/ink3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jpeg"/><Relationship Id="rId2" Type="http://schemas.openxmlformats.org/officeDocument/2006/relationships/hyperlink" Target="https://github.com/soyuztechnologies/BTP_Architect_Training/blob/master/Day%203/04approuter.zip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jp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6.png"/><Relationship Id="rId4" Type="http://schemas.openxmlformats.org/officeDocument/2006/relationships/hyperlink" Target="http://www.dribbble.com/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2.jpeg"/><Relationship Id="rId3" Type="http://schemas.openxmlformats.org/officeDocument/2006/relationships/image" Target="../media/image167.jpeg"/><Relationship Id="rId7" Type="http://schemas.openxmlformats.org/officeDocument/2006/relationships/image" Target="../media/image17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70.tiff"/><Relationship Id="rId5" Type="http://schemas.openxmlformats.org/officeDocument/2006/relationships/image" Target="../media/image169.tiff"/><Relationship Id="rId4" Type="http://schemas.openxmlformats.org/officeDocument/2006/relationships/image" Target="../media/image168.tiff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12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CCC398-65A7-46D8-A239-10DEF44C09D8}"/>
              </a:ext>
            </a:extLst>
          </p:cNvPr>
          <p:cNvSpPr/>
          <p:nvPr/>
        </p:nvSpPr>
        <p:spPr>
          <a:xfrm>
            <a:off x="3453886" y="134076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DD83FDAB-84C0-4E56-A834-5F4759E4D1B1}"/>
              </a:ext>
            </a:extLst>
          </p:cNvPr>
          <p:cNvSpPr/>
          <p:nvPr/>
        </p:nvSpPr>
        <p:spPr>
          <a:xfrm>
            <a:off x="3453886" y="309649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6" name="Rectangle: Rounded Corners 1125">
            <a:extLst>
              <a:ext uri="{FF2B5EF4-FFF2-40B4-BE49-F238E27FC236}">
                <a16:creationId xmlns:a16="http://schemas.microsoft.com/office/drawing/2014/main" id="{FED1BB6A-A9A9-4E0A-A8CD-EEFB5750C983}"/>
              </a:ext>
            </a:extLst>
          </p:cNvPr>
          <p:cNvSpPr/>
          <p:nvPr/>
        </p:nvSpPr>
        <p:spPr>
          <a:xfrm>
            <a:off x="3453886" y="485221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E75565-DE97-493A-B6B7-3FEC1D7EC345}"/>
              </a:ext>
            </a:extLst>
          </p:cNvPr>
          <p:cNvGrpSpPr/>
          <p:nvPr/>
        </p:nvGrpSpPr>
        <p:grpSpPr>
          <a:xfrm>
            <a:off x="4118572" y="1593781"/>
            <a:ext cx="3951680" cy="922336"/>
            <a:chOff x="1395616" y="871285"/>
            <a:chExt cx="3825734" cy="1064137"/>
          </a:xfrm>
        </p:grpSpPr>
        <p:sp>
          <p:nvSpPr>
            <p:cNvPr id="1136" name="TextBox 1135">
              <a:extLst>
                <a:ext uri="{FF2B5EF4-FFF2-40B4-BE49-F238E27FC236}">
                  <a16:creationId xmlns:a16="http://schemas.microsoft.com/office/drawing/2014/main" id="{19597974-6BD9-4F46-93D5-8E798AE68BD9}"/>
                </a:ext>
              </a:extLst>
            </p:cNvPr>
            <p:cNvSpPr txBox="1"/>
            <p:nvPr/>
          </p:nvSpPr>
          <p:spPr>
            <a:xfrm>
              <a:off x="2984420" y="1083772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Working with HANA Cloud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37" name="TextBox 1136">
              <a:extLst>
                <a:ext uri="{FF2B5EF4-FFF2-40B4-BE49-F238E27FC236}">
                  <a16:creationId xmlns:a16="http://schemas.microsoft.com/office/drawing/2014/main" id="{F9DA7F84-AF3C-4C6B-8FBC-ADC07F02F13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38" name="Group 1137">
            <a:extLst>
              <a:ext uri="{FF2B5EF4-FFF2-40B4-BE49-F238E27FC236}">
                <a16:creationId xmlns:a16="http://schemas.microsoft.com/office/drawing/2014/main" id="{1689CC76-F5C8-4D9A-940D-D0E9511DAD27}"/>
              </a:ext>
            </a:extLst>
          </p:cNvPr>
          <p:cNvGrpSpPr/>
          <p:nvPr/>
        </p:nvGrpSpPr>
        <p:grpSpPr>
          <a:xfrm>
            <a:off x="4118572" y="3349500"/>
            <a:ext cx="3951680" cy="922336"/>
            <a:chOff x="1395616" y="871285"/>
            <a:chExt cx="3825734" cy="1064137"/>
          </a:xfrm>
        </p:grpSpPr>
        <p:sp>
          <p:nvSpPr>
            <p:cNvPr id="1139" name="TextBox 1138">
              <a:extLst>
                <a:ext uri="{FF2B5EF4-FFF2-40B4-BE49-F238E27FC236}">
                  <a16:creationId xmlns:a16="http://schemas.microsoft.com/office/drawing/2014/main" id="{0EC594F9-42AA-48F0-91E3-A523A590A6A2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Security Basics</a:t>
              </a:r>
            </a:p>
          </p:txBody>
        </p:sp>
        <p:sp>
          <p:nvSpPr>
            <p:cNvPr id="1140" name="TextBox 1139">
              <a:extLst>
                <a:ext uri="{FF2B5EF4-FFF2-40B4-BE49-F238E27FC236}">
                  <a16:creationId xmlns:a16="http://schemas.microsoft.com/office/drawing/2014/main" id="{958156DC-3EA6-4EBE-BADE-2321E29D81D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17C38255-E89D-4911-9EAA-F048C7DFE484}"/>
              </a:ext>
            </a:extLst>
          </p:cNvPr>
          <p:cNvGrpSpPr/>
          <p:nvPr/>
        </p:nvGrpSpPr>
        <p:grpSpPr>
          <a:xfrm>
            <a:off x="4118572" y="5105223"/>
            <a:ext cx="3951680" cy="922336"/>
            <a:chOff x="1395616" y="871285"/>
            <a:chExt cx="3825734" cy="1064137"/>
          </a:xfrm>
        </p:grpSpPr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E50F2C64-4496-4A40-ACCB-C5159AEC70D5}"/>
                </a:ext>
              </a:extLst>
            </p:cNvPr>
            <p:cNvSpPr txBox="1"/>
            <p:nvPr/>
          </p:nvSpPr>
          <p:spPr>
            <a:xfrm>
              <a:off x="2984420" y="1243563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XSUAA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0B9CA9D5-F695-4802-BE21-8B05D2B7590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12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and Git HUB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56007C54-3524-9466-6672-46E876D55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87" y="980728"/>
            <a:ext cx="10969943" cy="551956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5234E24-771E-9505-DD10-DE4592A8B864}"/>
                  </a:ext>
                </a:extLst>
              </p14:cNvPr>
              <p14:cNvContentPartPr/>
              <p14:nvPr/>
            </p14:nvContentPartPr>
            <p14:xfrm>
              <a:off x="9572908" y="3457652"/>
              <a:ext cx="1322280" cy="960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5234E24-771E-9505-DD10-DE4592A8B8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63908" y="3448652"/>
                <a:ext cx="1339920" cy="97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384C0E28-CE13-AA75-39DF-4768668E4A72}"/>
              </a:ext>
            </a:extLst>
          </p:cNvPr>
          <p:cNvGrpSpPr/>
          <p:nvPr/>
        </p:nvGrpSpPr>
        <p:grpSpPr>
          <a:xfrm>
            <a:off x="9893668" y="4170092"/>
            <a:ext cx="314280" cy="152280"/>
            <a:chOff x="9893668" y="4170092"/>
            <a:chExt cx="314280" cy="15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D505CB8-D8AF-B61E-9D77-9AD74A40240D}"/>
                    </a:ext>
                  </a:extLst>
                </p14:cNvPr>
                <p14:cNvContentPartPr/>
                <p14:nvPr/>
              </p14:nvContentPartPr>
              <p14:xfrm>
                <a:off x="9893668" y="4170092"/>
                <a:ext cx="314280" cy="2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D505CB8-D8AF-B61E-9D77-9AD74A40240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85028" y="4161452"/>
                  <a:ext cx="331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7A7D14-BE80-AA9B-DCA7-9505E6200F3E}"/>
                    </a:ext>
                  </a:extLst>
                </p14:cNvPr>
                <p14:cNvContentPartPr/>
                <p14:nvPr/>
              </p14:nvContentPartPr>
              <p14:xfrm>
                <a:off x="10025428" y="4311212"/>
                <a:ext cx="147600" cy="11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7A7D14-BE80-AA9B-DCA7-9505E6200F3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16788" y="4302212"/>
                  <a:ext cx="1652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268532C-5D61-D723-D4E2-99710B71B0CE}"/>
              </a:ext>
            </a:extLst>
          </p:cNvPr>
          <p:cNvGrpSpPr/>
          <p:nvPr/>
        </p:nvGrpSpPr>
        <p:grpSpPr>
          <a:xfrm>
            <a:off x="10344748" y="3099452"/>
            <a:ext cx="530280" cy="430920"/>
            <a:chOff x="10344748" y="3099452"/>
            <a:chExt cx="53028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E221040-61ED-B993-0C8C-0753B5E6D4E1}"/>
                    </a:ext>
                  </a:extLst>
                </p14:cNvPr>
                <p14:cNvContentPartPr/>
                <p14:nvPr/>
              </p14:nvContentPartPr>
              <p14:xfrm>
                <a:off x="10347628" y="3177212"/>
                <a:ext cx="61560" cy="310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E221040-61ED-B993-0C8C-0753B5E6D4E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338988" y="3168572"/>
                  <a:ext cx="792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E12F321-8433-6D92-ADEE-587867E3390F}"/>
                    </a:ext>
                  </a:extLst>
                </p14:cNvPr>
                <p14:cNvContentPartPr/>
                <p14:nvPr/>
              </p14:nvContentPartPr>
              <p14:xfrm>
                <a:off x="10354468" y="3492932"/>
                <a:ext cx="347040" cy="19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E12F321-8433-6D92-ADEE-587867E3390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45468" y="3483932"/>
                  <a:ext cx="364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7430F9E-8720-E028-CD00-990607071B88}"/>
                    </a:ext>
                  </a:extLst>
                </p14:cNvPr>
                <p14:cNvContentPartPr/>
                <p14:nvPr/>
              </p14:nvContentPartPr>
              <p14:xfrm>
                <a:off x="10344748" y="3099452"/>
                <a:ext cx="530280" cy="395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7430F9E-8720-E028-CD00-990607071B8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336108" y="3090812"/>
                  <a:ext cx="5479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8550366-863D-EA4C-54AA-76C1F329A4DD}"/>
                    </a:ext>
                  </a:extLst>
                </p14:cNvPr>
                <p14:cNvContentPartPr/>
                <p14:nvPr/>
              </p14:nvContentPartPr>
              <p14:xfrm>
                <a:off x="10525108" y="3236612"/>
                <a:ext cx="33840" cy="163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8550366-863D-EA4C-54AA-76C1F329A4D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16468" y="3227612"/>
                  <a:ext cx="514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00A57A-EDDB-18C9-8FCC-3C1166BBB2AB}"/>
                    </a:ext>
                  </a:extLst>
                </p14:cNvPr>
                <p14:cNvContentPartPr/>
                <p14:nvPr/>
              </p14:nvContentPartPr>
              <p14:xfrm>
                <a:off x="10512148" y="3196292"/>
                <a:ext cx="284400" cy="274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00A57A-EDDB-18C9-8FCC-3C1166BBB2A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503148" y="3187292"/>
                  <a:ext cx="3020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2C0B2F-6B42-8675-386A-BDE906AEB4F6}"/>
                    </a:ext>
                  </a:extLst>
                </p14:cNvPr>
                <p14:cNvContentPartPr/>
                <p14:nvPr/>
              </p14:nvContentPartPr>
              <p14:xfrm>
                <a:off x="10544908" y="3374492"/>
                <a:ext cx="22680" cy="155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2C0B2F-6B42-8675-386A-BDE906AEB4F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535908" y="3365852"/>
                  <a:ext cx="4032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454D4F6-FB8D-7314-5944-18C86BD9FD94}"/>
              </a:ext>
            </a:extLst>
          </p:cNvPr>
          <p:cNvGrpSpPr/>
          <p:nvPr/>
        </p:nvGrpSpPr>
        <p:grpSpPr>
          <a:xfrm>
            <a:off x="9496948" y="4154252"/>
            <a:ext cx="125640" cy="379080"/>
            <a:chOff x="9496948" y="4154252"/>
            <a:chExt cx="12564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BA88FD-92AF-773A-2BD3-15D96EC7689C}"/>
                    </a:ext>
                  </a:extLst>
                </p14:cNvPr>
                <p14:cNvContentPartPr/>
                <p14:nvPr/>
              </p14:nvContentPartPr>
              <p14:xfrm>
                <a:off x="9496948" y="4236332"/>
                <a:ext cx="120960" cy="297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BA88FD-92AF-773A-2BD3-15D96EC7689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487948" y="4227692"/>
                  <a:ext cx="1386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CDBCD62-9A79-192F-9701-196F817F4AB1}"/>
                    </a:ext>
                  </a:extLst>
                </p14:cNvPr>
                <p14:cNvContentPartPr/>
                <p14:nvPr/>
              </p14:nvContentPartPr>
              <p14:xfrm>
                <a:off x="9532228" y="4154252"/>
                <a:ext cx="90360" cy="15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CDBCD62-9A79-192F-9701-196F817F4AB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23228" y="4145612"/>
                  <a:ext cx="10800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97DFBA7-5813-1B38-DA53-F656683A0DE6}"/>
              </a:ext>
            </a:extLst>
          </p:cNvPr>
          <p:cNvGrpSpPr/>
          <p:nvPr/>
        </p:nvGrpSpPr>
        <p:grpSpPr>
          <a:xfrm>
            <a:off x="8196628" y="4194932"/>
            <a:ext cx="889560" cy="429480"/>
            <a:chOff x="8196628" y="4194932"/>
            <a:chExt cx="889560" cy="42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CB1777-E2DA-C305-514A-11ED8C6B1B2A}"/>
                    </a:ext>
                  </a:extLst>
                </p14:cNvPr>
                <p14:cNvContentPartPr/>
                <p14:nvPr/>
              </p14:nvContentPartPr>
              <p14:xfrm>
                <a:off x="8590828" y="4264412"/>
                <a:ext cx="79920" cy="208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CB1777-E2DA-C305-514A-11ED8C6B1B2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581828" y="4255412"/>
                  <a:ext cx="975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C3F79E-AA8E-7B30-C8FE-7A5BB687D319}"/>
                    </a:ext>
                  </a:extLst>
                </p14:cNvPr>
                <p14:cNvContentPartPr/>
                <p14:nvPr/>
              </p14:nvContentPartPr>
              <p14:xfrm>
                <a:off x="8585788" y="4194932"/>
                <a:ext cx="189360" cy="154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C3F79E-AA8E-7B30-C8FE-7A5BB687D31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577148" y="4186292"/>
                  <a:ext cx="207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38DC18-6436-16AD-F1B5-EAF5B803004F}"/>
                    </a:ext>
                  </a:extLst>
                </p14:cNvPr>
                <p14:cNvContentPartPr/>
                <p14:nvPr/>
              </p14:nvContentPartPr>
              <p14:xfrm>
                <a:off x="8776948" y="4249652"/>
                <a:ext cx="130680" cy="23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38DC18-6436-16AD-F1B5-EAF5B803004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68308" y="4240652"/>
                  <a:ext cx="1483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A0C5EFA-F1EA-1479-0565-A89FFFA2534F}"/>
                    </a:ext>
                  </a:extLst>
                </p14:cNvPr>
                <p14:cNvContentPartPr/>
                <p14:nvPr/>
              </p14:nvContentPartPr>
              <p14:xfrm>
                <a:off x="8789548" y="4381052"/>
                <a:ext cx="66240" cy="6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A0C5EFA-F1EA-1479-0565-A89FFFA2534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80908" y="4372052"/>
                  <a:ext cx="83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D8161C8-65A8-E01F-C620-9E4DDE419E44}"/>
                    </a:ext>
                  </a:extLst>
                </p14:cNvPr>
                <p14:cNvContentPartPr/>
                <p14:nvPr/>
              </p14:nvContentPartPr>
              <p14:xfrm>
                <a:off x="8945068" y="4276292"/>
                <a:ext cx="141120" cy="202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D8161C8-65A8-E01F-C620-9E4DDE419E4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936428" y="4267292"/>
                  <a:ext cx="158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87ED74-3F90-EF42-6A51-14560D0BD9A5}"/>
                    </a:ext>
                  </a:extLst>
                </p14:cNvPr>
                <p14:cNvContentPartPr/>
                <p14:nvPr/>
              </p14:nvContentPartPr>
              <p14:xfrm>
                <a:off x="8489668" y="4565732"/>
                <a:ext cx="133920" cy="46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87ED74-3F90-EF42-6A51-14560D0BD9A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480668" y="4556732"/>
                  <a:ext cx="151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F56653D-A391-9224-7751-01D0DF4347C9}"/>
                    </a:ext>
                  </a:extLst>
                </p14:cNvPr>
                <p14:cNvContentPartPr/>
                <p14:nvPr/>
              </p14:nvContentPartPr>
              <p14:xfrm>
                <a:off x="8736268" y="4611092"/>
                <a:ext cx="104760" cy="7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F56653D-A391-9224-7751-01D0DF4347C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27268" y="4602092"/>
                  <a:ext cx="122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1632F2A-1943-9789-33EA-6F0AC5E3B4DF}"/>
                    </a:ext>
                  </a:extLst>
                </p14:cNvPr>
                <p14:cNvContentPartPr/>
                <p14:nvPr/>
              </p14:nvContentPartPr>
              <p14:xfrm>
                <a:off x="8966308" y="4617572"/>
                <a:ext cx="86760" cy="6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1632F2A-1943-9789-33EA-6F0AC5E3B4D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57308" y="4608932"/>
                  <a:ext cx="104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21F7035-63EC-78AD-4B46-88E1AA0739D4}"/>
                    </a:ext>
                  </a:extLst>
                </p14:cNvPr>
                <p14:cNvContentPartPr/>
                <p14:nvPr/>
              </p14:nvContentPartPr>
              <p14:xfrm>
                <a:off x="8196628" y="4386452"/>
                <a:ext cx="329760" cy="41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21F7035-63EC-78AD-4B46-88E1AA0739D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187628" y="4377452"/>
                  <a:ext cx="3474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989D9C-EE25-A57C-B2DE-44079503B94F}"/>
                    </a:ext>
                  </a:extLst>
                </p14:cNvPr>
                <p14:cNvContentPartPr/>
                <p14:nvPr/>
              </p14:nvContentPartPr>
              <p14:xfrm>
                <a:off x="8464828" y="4295372"/>
                <a:ext cx="73800" cy="210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989D9C-EE25-A57C-B2DE-44079503B94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55828" y="4286732"/>
                  <a:ext cx="914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ECBFAA7-421E-DCB0-ED08-34FD6257A9C1}"/>
              </a:ext>
            </a:extLst>
          </p:cNvPr>
          <p:cNvGrpSpPr/>
          <p:nvPr/>
        </p:nvGrpSpPr>
        <p:grpSpPr>
          <a:xfrm>
            <a:off x="545908" y="2486732"/>
            <a:ext cx="1184400" cy="2189880"/>
            <a:chOff x="545908" y="2486732"/>
            <a:chExt cx="1184400" cy="21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19AF43B-741E-8F89-09FB-971B059A9961}"/>
                    </a:ext>
                  </a:extLst>
                </p14:cNvPr>
                <p14:cNvContentPartPr/>
                <p14:nvPr/>
              </p14:nvContentPartPr>
              <p14:xfrm>
                <a:off x="1058188" y="4250372"/>
                <a:ext cx="250920" cy="426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19AF43B-741E-8F89-09FB-971B059A996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49548" y="4241732"/>
                  <a:ext cx="2685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6EF2CB5-2EDC-BE42-6A7B-ABDC76A941CF}"/>
                    </a:ext>
                  </a:extLst>
                </p14:cNvPr>
                <p14:cNvContentPartPr/>
                <p14:nvPr/>
              </p14:nvContentPartPr>
              <p14:xfrm>
                <a:off x="1323148" y="4481492"/>
                <a:ext cx="126720" cy="158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6EF2CB5-2EDC-BE42-6A7B-ABDC76A941C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14508" y="4472852"/>
                  <a:ext cx="144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E86755A-7D30-0B03-C8E9-A9E90054D360}"/>
                    </a:ext>
                  </a:extLst>
                </p14:cNvPr>
                <p14:cNvContentPartPr/>
                <p14:nvPr/>
              </p14:nvContentPartPr>
              <p14:xfrm>
                <a:off x="1533748" y="4323092"/>
                <a:ext cx="196560" cy="343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E86755A-7D30-0B03-C8E9-A9E90054D36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524748" y="4314092"/>
                  <a:ext cx="21420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D718AE6-0301-E90B-AF9A-B448339E6793}"/>
                    </a:ext>
                  </a:extLst>
                </p14:cNvPr>
                <p14:cNvContentPartPr/>
                <p14:nvPr/>
              </p14:nvContentPartPr>
              <p14:xfrm>
                <a:off x="545908" y="2486732"/>
                <a:ext cx="453960" cy="1736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D718AE6-0301-E90B-AF9A-B448339E679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36908" y="2477732"/>
                  <a:ext cx="471600" cy="175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682E776-574F-C8D5-A006-C9A80A0F6857}"/>
                    </a:ext>
                  </a:extLst>
                </p14:cNvPr>
                <p14:cNvContentPartPr/>
                <p14:nvPr/>
              </p14:nvContentPartPr>
              <p14:xfrm>
                <a:off x="604948" y="4248572"/>
                <a:ext cx="199080" cy="68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682E776-574F-C8D5-A006-C9A80A0F685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96308" y="4239932"/>
                  <a:ext cx="2167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1F15461-2D0E-D9CD-2ACD-55F031E119B3}"/>
                    </a:ext>
                  </a:extLst>
                </p14:cNvPr>
                <p14:cNvContentPartPr/>
                <p14:nvPr/>
              </p14:nvContentPartPr>
              <p14:xfrm>
                <a:off x="868468" y="3412292"/>
                <a:ext cx="480600" cy="437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1F15461-2D0E-D9CD-2ACD-55F031E119B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9828" y="3403292"/>
                  <a:ext cx="49824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DF7332C-A1AE-E5B4-6E50-D3D929BB010A}"/>
                    </a:ext>
                  </a:extLst>
                </p14:cNvPr>
                <p14:cNvContentPartPr/>
                <p14:nvPr/>
              </p14:nvContentPartPr>
              <p14:xfrm>
                <a:off x="901228" y="3397532"/>
                <a:ext cx="380520" cy="28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DF7332C-A1AE-E5B4-6E50-D3D929BB01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2228" y="3388892"/>
                  <a:ext cx="39816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64AC9E3-E248-813C-AB15-A496C9FDF54B}"/>
              </a:ext>
            </a:extLst>
          </p:cNvPr>
          <p:cNvGrpSpPr/>
          <p:nvPr/>
        </p:nvGrpSpPr>
        <p:grpSpPr>
          <a:xfrm>
            <a:off x="4645228" y="5395532"/>
            <a:ext cx="1965600" cy="901800"/>
            <a:chOff x="4645228" y="5395532"/>
            <a:chExt cx="1965600" cy="90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6CE7E60-84D1-C365-9489-BFC6A525E9BB}"/>
                    </a:ext>
                  </a:extLst>
                </p14:cNvPr>
                <p14:cNvContentPartPr/>
                <p14:nvPr/>
              </p14:nvContentPartPr>
              <p14:xfrm>
                <a:off x="5273068" y="5409212"/>
                <a:ext cx="622800" cy="234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6CE7E60-84D1-C365-9489-BFC6A525E9B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264428" y="5400212"/>
                  <a:ext cx="6404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E5C7B6-9944-EA7D-B1F1-A4C561D178FD}"/>
                    </a:ext>
                  </a:extLst>
                </p14:cNvPr>
                <p14:cNvContentPartPr/>
                <p14:nvPr/>
              </p14:nvContentPartPr>
              <p14:xfrm>
                <a:off x="5322748" y="5395532"/>
                <a:ext cx="532080" cy="385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E5C7B6-9944-EA7D-B1F1-A4C561D178F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314108" y="5386532"/>
                  <a:ext cx="5497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204E1D1-6867-BBF3-9FC5-78E8C37ED1C0}"/>
                    </a:ext>
                  </a:extLst>
                </p14:cNvPr>
                <p14:cNvContentPartPr/>
                <p14:nvPr/>
              </p14:nvContentPartPr>
              <p14:xfrm>
                <a:off x="4912708" y="5759852"/>
                <a:ext cx="241920" cy="284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204E1D1-6867-BBF3-9FC5-78E8C37ED1C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04068" y="5750852"/>
                  <a:ext cx="2595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35290F-5FCB-9555-5E60-ED9697C89C8C}"/>
                    </a:ext>
                  </a:extLst>
                </p14:cNvPr>
                <p14:cNvContentPartPr/>
                <p14:nvPr/>
              </p14:nvContentPartPr>
              <p14:xfrm>
                <a:off x="5209708" y="5775692"/>
                <a:ext cx="158760" cy="283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35290F-5FCB-9555-5E60-ED9697C89C8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01068" y="5766692"/>
                  <a:ext cx="1764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E005926-1C37-AAEF-6945-5A861D9E60F9}"/>
                    </a:ext>
                  </a:extLst>
                </p14:cNvPr>
                <p14:cNvContentPartPr/>
                <p14:nvPr/>
              </p14:nvContentPartPr>
              <p14:xfrm>
                <a:off x="5459908" y="5847332"/>
                <a:ext cx="156600" cy="204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E005926-1C37-AAEF-6945-5A861D9E60F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451268" y="5838692"/>
                  <a:ext cx="1742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6EAF4F3-5493-F1E0-419B-0DAAC82E9A2D}"/>
                    </a:ext>
                  </a:extLst>
                </p14:cNvPr>
                <p14:cNvContentPartPr/>
                <p14:nvPr/>
              </p14:nvContentPartPr>
              <p14:xfrm>
                <a:off x="5649268" y="5751932"/>
                <a:ext cx="609840" cy="294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6EAF4F3-5493-F1E0-419B-0DAAC82E9A2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640628" y="5742932"/>
                  <a:ext cx="6274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42EFCBF-AEA1-B72E-D45C-583B869C7C07}"/>
                    </a:ext>
                  </a:extLst>
                </p14:cNvPr>
                <p14:cNvContentPartPr/>
                <p14:nvPr/>
              </p14:nvContentPartPr>
              <p14:xfrm>
                <a:off x="4645228" y="5570492"/>
                <a:ext cx="1965600" cy="726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42EFCBF-AEA1-B72E-D45C-583B869C7C0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636588" y="5561852"/>
                  <a:ext cx="1983240" cy="74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5D8680B7-D093-BF39-F26B-60637BBE0431}"/>
                  </a:ext>
                </a:extLst>
              </p14:cNvPr>
              <p14:cNvContentPartPr/>
              <p14:nvPr/>
            </p14:nvContentPartPr>
            <p14:xfrm>
              <a:off x="3993268" y="4008092"/>
              <a:ext cx="5638320" cy="12373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5D8680B7-D093-BF39-F26B-60637BBE0431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3984628" y="3999092"/>
                <a:ext cx="5655960" cy="125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7481FD7-2121-76A0-0D50-31D09BBBE404}"/>
                  </a:ext>
                </a:extLst>
              </p14:cNvPr>
              <p14:cNvContentPartPr/>
              <p14:nvPr/>
            </p14:nvContentPartPr>
            <p14:xfrm>
              <a:off x="4006588" y="5038052"/>
              <a:ext cx="81360" cy="2455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7481FD7-2121-76A0-0D50-31D09BBBE40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3997588" y="5029412"/>
                <a:ext cx="9900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B2A9B710-DC8F-02F3-0D63-72D680E18332}"/>
              </a:ext>
            </a:extLst>
          </p:cNvPr>
          <p:cNvGrpSpPr/>
          <p:nvPr/>
        </p:nvGrpSpPr>
        <p:grpSpPr>
          <a:xfrm>
            <a:off x="8250988" y="5150372"/>
            <a:ext cx="464400" cy="165960"/>
            <a:chOff x="8250988" y="5150372"/>
            <a:chExt cx="464400" cy="16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519C01A-14CB-24D9-81A5-65F8A00443BA}"/>
                    </a:ext>
                  </a:extLst>
                </p14:cNvPr>
                <p14:cNvContentPartPr/>
                <p14:nvPr/>
              </p14:nvContentPartPr>
              <p14:xfrm>
                <a:off x="8250988" y="5150372"/>
                <a:ext cx="160920" cy="165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519C01A-14CB-24D9-81A5-65F8A00443B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241988" y="5141372"/>
                  <a:ext cx="178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C95242C-22FE-9D5C-E639-AA753039C8EB}"/>
                    </a:ext>
                  </a:extLst>
                </p14:cNvPr>
                <p14:cNvContentPartPr/>
                <p14:nvPr/>
              </p14:nvContentPartPr>
              <p14:xfrm>
                <a:off x="8315068" y="5209772"/>
                <a:ext cx="400320" cy="13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C95242C-22FE-9D5C-E639-AA753039C8E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306428" y="5201132"/>
                  <a:ext cx="417960" cy="3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4063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HANA Cloud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D1B822-FD1F-30ED-76E7-5E494D6E61DA}"/>
              </a:ext>
            </a:extLst>
          </p:cNvPr>
          <p:cNvSpPr txBox="1"/>
          <p:nvPr/>
        </p:nvSpPr>
        <p:spPr>
          <a:xfrm>
            <a:off x="405781" y="974164"/>
            <a:ext cx="111616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SAP HANA Cloud is a fully managed, in-memory, cloud database as a service (DBaaS). It is the cloud-based data foundation for SAP Business Technology Platform. With SAP HANA Cloud you can create, run, and extend new and existing applications.</a:t>
            </a:r>
          </a:p>
          <a:p>
            <a:pPr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SAP HANA Cloud includes a number of software components. The core component is SAP HANA Database, but other components can be added at any time, such as a data lake.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22E0C3-2785-33E1-C2AE-1D0F297AB256}"/>
              </a:ext>
            </a:extLst>
          </p:cNvPr>
          <p:cNvSpPr txBox="1"/>
          <p:nvPr/>
        </p:nvSpPr>
        <p:spPr>
          <a:xfrm>
            <a:off x="405780" y="2451492"/>
            <a:ext cx="583423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914400"/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Key Components of SAP HANA Cloud</a:t>
            </a:r>
          </a:p>
          <a:p>
            <a:pPr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There are four key components of SAP HANA Cloud: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SAP HANA Database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In-memory database with built-in advanced analytics (spatial, graph, text, etc.)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data lake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Store and query large data sets and most file types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adaptive server enterprise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Support for extreme –performance transactional applications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adaptive server enterprise replication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Bi-directional real time data replication across databases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5E110644-46D4-5748-42EC-748B8BEACA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36" r="15934"/>
          <a:stretch/>
        </p:blipFill>
        <p:spPr bwMode="auto">
          <a:xfrm>
            <a:off x="6454452" y="2252115"/>
            <a:ext cx="5212531" cy="430878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9237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01A0C-49FC-7BA3-CF59-A7C15038F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HANA Cloud v/s On-premise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EC22E48-21CE-5727-AE45-AAC559F4DE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1" r="4389"/>
          <a:stretch/>
        </p:blipFill>
        <p:spPr bwMode="auto">
          <a:xfrm>
            <a:off x="163242" y="2276872"/>
            <a:ext cx="6278151" cy="3602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DD2028-068C-7296-D417-1CF7F3B9981E}"/>
              </a:ext>
            </a:extLst>
          </p:cNvPr>
          <p:cNvSpPr txBox="1"/>
          <p:nvPr/>
        </p:nvSpPr>
        <p:spPr>
          <a:xfrm>
            <a:off x="6653380" y="1076543"/>
            <a:ext cx="539032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Feature Differences</a:t>
            </a:r>
          </a:p>
          <a:p>
            <a:pPr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SAP HANA Cloud compares very closely with SAP HANA on-premise in terms of features but there are some differences.</a:t>
            </a:r>
            <a:endParaRPr lang="en-US" sz="1800" b="1" dirty="0">
              <a:solidFill>
                <a:schemeClr val="bg1"/>
              </a:solidFill>
              <a:latin typeface="Calibri" panose="020F0502020204030204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C2A828B7-B381-42D5-A741-CD7079B2E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8" r="2147"/>
          <a:stretch/>
        </p:blipFill>
        <p:spPr bwMode="auto">
          <a:xfrm>
            <a:off x="6753498" y="2276872"/>
            <a:ext cx="5190086" cy="383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5511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0ACD8-99C5-715D-47B1-B722AF07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Schema in HANA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63BFF-9905-49BA-CDA8-491A130A9728}"/>
              </a:ext>
            </a:extLst>
          </p:cNvPr>
          <p:cNvSpPr txBox="1"/>
          <p:nvPr/>
        </p:nvSpPr>
        <p:spPr>
          <a:xfrm>
            <a:off x="338571" y="884478"/>
            <a:ext cx="1185025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Schema – Is a mandatory database object of database which stores other database objects. </a:t>
            </a:r>
          </a:p>
          <a:p>
            <a:pPr marL="285750" indent="-285750" defTabSz="914400">
              <a:buFontTx/>
              <a:buChar char="-"/>
            </a:pPr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It’s a logical separation of database objects.</a:t>
            </a:r>
          </a:p>
          <a:p>
            <a:pPr marL="285750" indent="-285750" defTabSz="914400">
              <a:buFontTx/>
              <a:buChar char="-"/>
            </a:pPr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It is home of all the runtime object</a:t>
            </a:r>
          </a:p>
          <a:p>
            <a:pPr marL="285750" indent="-285750" defTabSz="914400">
              <a:buFontTx/>
              <a:buChar char="-"/>
            </a:pPr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Security</a:t>
            </a:r>
          </a:p>
          <a:p>
            <a:pPr marL="285750" indent="-285750" defTabSz="914400">
              <a:buFontTx/>
              <a:buChar char="-"/>
            </a:pPr>
            <a:endParaRPr lang="en-US" sz="1800" dirty="0">
              <a:solidFill>
                <a:schemeClr val="bg1"/>
              </a:solidFill>
              <a:latin typeface="Calibri" panose="020F0502020204030204"/>
            </a:endParaRPr>
          </a:p>
          <a:p>
            <a:pPr marL="285750" indent="-285750" defTabSz="914400">
              <a:buFontTx/>
              <a:buChar char="-"/>
            </a:pPr>
            <a:endParaRPr lang="en-US" sz="1800" dirty="0">
              <a:solidFill>
                <a:schemeClr val="bg1"/>
              </a:solidFill>
              <a:latin typeface="Calibri" panose="020F0502020204030204"/>
            </a:endParaRP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2DF3AC68-4734-9C09-3F5B-A68E318F20A5}"/>
              </a:ext>
            </a:extLst>
          </p:cNvPr>
          <p:cNvSpPr/>
          <p:nvPr/>
        </p:nvSpPr>
        <p:spPr>
          <a:xfrm>
            <a:off x="3251200" y="4572000"/>
            <a:ext cx="8432800" cy="1985818"/>
          </a:xfrm>
          <a:prstGeom prst="flowChartMagneticDisk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SAP HANA  600GB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58302C-9592-6298-CC80-D07CD85A71B4}"/>
              </a:ext>
            </a:extLst>
          </p:cNvPr>
          <p:cNvSpPr/>
          <p:nvPr/>
        </p:nvSpPr>
        <p:spPr>
          <a:xfrm>
            <a:off x="3860800" y="3241964"/>
            <a:ext cx="1874982" cy="72967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BW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ED573D-9479-5606-E379-F344204ADF77}"/>
              </a:ext>
            </a:extLst>
          </p:cNvPr>
          <p:cNvSpPr/>
          <p:nvPr/>
        </p:nvSpPr>
        <p:spPr>
          <a:xfrm>
            <a:off x="6400799" y="3224645"/>
            <a:ext cx="1874982" cy="72967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ECC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B5E973-27E9-815C-F666-ABA22AE46148}"/>
              </a:ext>
            </a:extLst>
          </p:cNvPr>
          <p:cNvSpPr/>
          <p:nvPr/>
        </p:nvSpPr>
        <p:spPr>
          <a:xfrm>
            <a:off x="8811491" y="3241964"/>
            <a:ext cx="1874982" cy="72967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S/4HANA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17456D9-F5B2-364F-8358-081A37CF0A32}"/>
              </a:ext>
            </a:extLst>
          </p:cNvPr>
          <p:cNvCxnSpPr>
            <a:stCxn id="5" idx="2"/>
          </p:cNvCxnSpPr>
          <p:nvPr/>
        </p:nvCxnSpPr>
        <p:spPr>
          <a:xfrm flipH="1">
            <a:off x="4793673" y="3971636"/>
            <a:ext cx="4618" cy="692728"/>
          </a:xfrm>
          <a:prstGeom prst="straightConnector1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5C2FA129-2D8A-4A91-6B3B-CC328101A3FE}"/>
              </a:ext>
            </a:extLst>
          </p:cNvPr>
          <p:cNvCxnSpPr>
            <a:cxnSpLocks/>
          </p:cNvCxnSpPr>
          <p:nvPr/>
        </p:nvCxnSpPr>
        <p:spPr>
          <a:xfrm>
            <a:off x="2004292" y="4828309"/>
            <a:ext cx="1246908" cy="510309"/>
          </a:xfrm>
          <a:prstGeom prst="bentConnector3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E5E059E-EB61-7991-66E4-B76378D45CC9}"/>
              </a:ext>
            </a:extLst>
          </p:cNvPr>
          <p:cNvSpPr/>
          <p:nvPr/>
        </p:nvSpPr>
        <p:spPr>
          <a:xfrm>
            <a:off x="4544291" y="4828309"/>
            <a:ext cx="1399309" cy="842818"/>
          </a:xfrm>
          <a:prstGeom prst="rect">
            <a:avLst/>
          </a:prstGeom>
          <a:solidFill>
            <a:srgbClr val="A7EA52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SCBW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2A8368-9E25-7960-31FA-777489354C47}"/>
              </a:ext>
            </a:extLst>
          </p:cNvPr>
          <p:cNvSpPr/>
          <p:nvPr/>
        </p:nvSpPr>
        <p:spPr>
          <a:xfrm>
            <a:off x="6638636" y="4846781"/>
            <a:ext cx="1399309" cy="842818"/>
          </a:xfrm>
          <a:prstGeom prst="rect">
            <a:avLst/>
          </a:prstGeom>
          <a:solidFill>
            <a:srgbClr val="A7EA52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ECC001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8A8DE3-3559-C1BD-D746-6D5AF1FBAE8C}"/>
              </a:ext>
            </a:extLst>
          </p:cNvPr>
          <p:cNvSpPr/>
          <p:nvPr/>
        </p:nvSpPr>
        <p:spPr>
          <a:xfrm>
            <a:off x="9172863" y="4828309"/>
            <a:ext cx="1399309" cy="842818"/>
          </a:xfrm>
          <a:prstGeom prst="rect">
            <a:avLst/>
          </a:prstGeom>
          <a:solidFill>
            <a:srgbClr val="A7EA52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SAPS4C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8CA6B91-6F24-F3A1-5739-8970D1C15756}"/>
              </a:ext>
            </a:extLst>
          </p:cNvPr>
          <p:cNvCxnSpPr>
            <a:stCxn id="6" idx="2"/>
            <a:endCxn id="11" idx="0"/>
          </p:cNvCxnSpPr>
          <p:nvPr/>
        </p:nvCxnSpPr>
        <p:spPr>
          <a:xfrm rot="16200000" flipH="1">
            <a:off x="6892058" y="4400548"/>
            <a:ext cx="892464" cy="1"/>
          </a:xfrm>
          <a:prstGeom prst="bentConnector3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729AECB-71DB-3B69-271E-9D8C01DDF96F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9382414" y="4338204"/>
            <a:ext cx="856673" cy="123536"/>
          </a:xfrm>
          <a:prstGeom prst="bentConnector3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137D824-B767-6D55-ACC8-B8B9FE76895A}"/>
              </a:ext>
            </a:extLst>
          </p:cNvPr>
          <p:cNvSpPr/>
          <p:nvPr/>
        </p:nvSpPr>
        <p:spPr>
          <a:xfrm>
            <a:off x="4544290" y="5837382"/>
            <a:ext cx="1399309" cy="517451"/>
          </a:xfrm>
          <a:prstGeom prst="rect">
            <a:avLst/>
          </a:prstGeom>
          <a:solidFill>
            <a:srgbClr val="F14124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516C57-7745-1FE5-9227-E054E963BBC9}"/>
              </a:ext>
            </a:extLst>
          </p:cNvPr>
          <p:cNvSpPr/>
          <p:nvPr/>
        </p:nvSpPr>
        <p:spPr>
          <a:xfrm>
            <a:off x="3251200" y="5082309"/>
            <a:ext cx="997527" cy="68118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MIG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9A7B03-0E45-C520-605C-FF4A229EC65B}"/>
              </a:ext>
            </a:extLst>
          </p:cNvPr>
          <p:cNvGrpSpPr/>
          <p:nvPr/>
        </p:nvGrpSpPr>
        <p:grpSpPr>
          <a:xfrm>
            <a:off x="7134383" y="5573524"/>
            <a:ext cx="284400" cy="60480"/>
            <a:chOff x="7134383" y="5573524"/>
            <a:chExt cx="284400" cy="6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18FDB6C-5815-0A00-C001-BB777DFA20C5}"/>
                    </a:ext>
                  </a:extLst>
                </p14:cNvPr>
                <p14:cNvContentPartPr/>
                <p14:nvPr/>
              </p14:nvContentPartPr>
              <p14:xfrm>
                <a:off x="7134383" y="5573524"/>
                <a:ext cx="284400" cy="11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2F3F907-6AC8-9E5B-18A3-03227722321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125383" y="5564524"/>
                  <a:ext cx="302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E8E2BB-AF00-7485-B4FF-D8C379630C01}"/>
                    </a:ext>
                  </a:extLst>
                </p14:cNvPr>
                <p14:cNvContentPartPr/>
                <p14:nvPr/>
              </p14:nvContentPartPr>
              <p14:xfrm>
                <a:off x="7157423" y="5623564"/>
                <a:ext cx="229680" cy="1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D9170FC-C85B-7048-08A3-6118F66FD4D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48783" y="5614564"/>
                  <a:ext cx="247320" cy="28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2AC1E59-BF40-61BD-2778-D1F7EEACDEDE}"/>
              </a:ext>
            </a:extLst>
          </p:cNvPr>
          <p:cNvSpPr/>
          <p:nvPr/>
        </p:nvSpPr>
        <p:spPr>
          <a:xfrm>
            <a:off x="693812" y="4365104"/>
            <a:ext cx="1422470" cy="71720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Non-SAP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8F7F230-C806-6E21-22EE-26497A2D3C3A}"/>
                  </a:ext>
                </a:extLst>
              </p14:cNvPr>
              <p14:cNvContentPartPr/>
              <p14:nvPr/>
            </p14:nvContentPartPr>
            <p14:xfrm>
              <a:off x="7890015" y="2687710"/>
              <a:ext cx="1440" cy="14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8F7F230-C806-6E21-22EE-26497A2D3C3A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881375" y="267871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8133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3B2C1-2D72-48F5-D6C5-A17C95C8F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HDI Container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36AE77-6D9D-323A-80AD-336A21B8B2E3}"/>
              </a:ext>
            </a:extLst>
          </p:cNvPr>
          <p:cNvSpPr txBox="1"/>
          <p:nvPr/>
        </p:nvSpPr>
        <p:spPr>
          <a:xfrm>
            <a:off x="164670" y="784925"/>
            <a:ext cx="111616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An HDI Container is also a </a:t>
            </a:r>
            <a:r>
              <a:rPr lang="en-US" sz="1800" b="1" dirty="0">
                <a:solidFill>
                  <a:schemeClr val="bg1"/>
                </a:solidFill>
                <a:latin typeface="Calibri"/>
              </a:rPr>
              <a:t>schema</a:t>
            </a:r>
            <a:r>
              <a:rPr lang="en-US" sz="1800" dirty="0">
                <a:solidFill>
                  <a:schemeClr val="bg1"/>
                </a:solidFill>
                <a:latin typeface="Calibri"/>
              </a:rPr>
              <a:t>. But it is managed differently from a normal schema.</a:t>
            </a:r>
          </a:p>
          <a:p>
            <a:pPr defTabSz="914400">
              <a:defRPr/>
            </a:pPr>
            <a:endParaRPr lang="en-US" sz="1800" b="1" dirty="0">
              <a:solidFill>
                <a:schemeClr val="bg1"/>
              </a:solidFill>
              <a:latin typeface="Calibri"/>
            </a:endParaRPr>
          </a:p>
          <a:p>
            <a:pPr defTabSz="914400">
              <a:defRPr/>
            </a:pPr>
            <a:r>
              <a:rPr lang="en-US" sz="1800" b="1" dirty="0">
                <a:solidFill>
                  <a:schemeClr val="bg1"/>
                </a:solidFill>
                <a:latin typeface="Calibri"/>
              </a:rPr>
              <a:t>Schema -- How its created?</a:t>
            </a:r>
          </a:p>
          <a:p>
            <a:pPr marL="342900" indent="-342900" defTabSz="914400">
              <a:buFontTx/>
              <a:buAutoNum type="arabicPeriod"/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Manually create it in BTP</a:t>
            </a:r>
          </a:p>
          <a:p>
            <a:pPr marL="342900" indent="-342900" defTabSz="914400">
              <a:buFontTx/>
              <a:buAutoNum type="arabicPeriod"/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Application Managed HDI Container (You as developer ONLY work with App, App will talk to HANA to create and manage this schema to store/read data internally)</a:t>
            </a:r>
          </a:p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You cant access HDI Container using HANA Studio (Deprecated tool), We can use new SAP HANA Database Explorer, SAP HANA </a:t>
            </a:r>
            <a:r>
              <a:rPr lang="en-US" sz="1800" dirty="0" err="1">
                <a:solidFill>
                  <a:schemeClr val="bg1"/>
                </a:solidFill>
                <a:latin typeface="Calibri"/>
              </a:rPr>
              <a:t>WebIDE</a:t>
            </a:r>
            <a:r>
              <a:rPr lang="en-US" sz="1800" dirty="0">
                <a:solidFill>
                  <a:schemeClr val="bg1"/>
                </a:solidFill>
                <a:latin typeface="Calibri"/>
              </a:rPr>
              <a:t> for OP or BAS to access HDI Container.</a:t>
            </a:r>
          </a:p>
          <a:p>
            <a:pPr defTabSz="914400">
              <a:defRPr/>
            </a:pPr>
            <a:endParaRPr lang="en-US" sz="1800" dirty="0">
              <a:solidFill>
                <a:schemeClr val="bg1"/>
              </a:solidFill>
              <a:latin typeface="Calibri"/>
            </a:endParaRPr>
          </a:p>
          <a:p>
            <a:pPr defTabSz="914400">
              <a:defRPr/>
            </a:pPr>
            <a:r>
              <a:rPr lang="en-US" sz="1800" b="1" dirty="0">
                <a:solidFill>
                  <a:schemeClr val="bg1"/>
                </a:solidFill>
                <a:latin typeface="Calibri"/>
              </a:rPr>
              <a:t>HDI -- Who creates it?</a:t>
            </a:r>
          </a:p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There is a new service in SAP HANA called SAP HDI (HANA Deployer Infrastructure) which is just a microservice responsible to managing the container. HDI Deployer is a component which is used to talk to this service from our app.</a:t>
            </a:r>
          </a:p>
          <a:p>
            <a:pPr defTabSz="914400"/>
            <a:endParaRPr lang="en-US" sz="1800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6112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A2947-8BD4-1919-0AE6-C14C8F6F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- Create HANA Cloud Instance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B5A8D5-EF9E-9286-069A-7C912612B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56" r="7337"/>
          <a:stretch/>
        </p:blipFill>
        <p:spPr bwMode="auto">
          <a:xfrm>
            <a:off x="190016" y="1702420"/>
            <a:ext cx="5174395" cy="1837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653BBD-DA91-2996-8A54-0B82D95D8890}"/>
              </a:ext>
            </a:extLst>
          </p:cNvPr>
          <p:cNvSpPr txBox="1"/>
          <p:nvPr/>
        </p:nvSpPr>
        <p:spPr>
          <a:xfrm>
            <a:off x="261763" y="779090"/>
            <a:ext cx="5174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Login to your trial and navigate to your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dev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space</a:t>
            </a:r>
          </a:p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SAP HANA Cloud</a:t>
            </a:r>
          </a:p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Manage SAP HANA Cloud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start the SAP HANA Cloud Central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3EF897-818D-A144-9DAA-ED76C105C4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" t="15296"/>
          <a:stretch/>
        </p:blipFill>
        <p:spPr bwMode="auto">
          <a:xfrm>
            <a:off x="6674485" y="1527830"/>
            <a:ext cx="4543262" cy="197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Chevron 5">
            <a:extLst>
              <a:ext uri="{FF2B5EF4-FFF2-40B4-BE49-F238E27FC236}">
                <a16:creationId xmlns:a16="http://schemas.microsoft.com/office/drawing/2014/main" id="{F9ED8215-03AA-D8FB-EE7A-028B143BC7BD}"/>
              </a:ext>
            </a:extLst>
          </p:cNvPr>
          <p:cNvSpPr/>
          <p:nvPr/>
        </p:nvSpPr>
        <p:spPr>
          <a:xfrm>
            <a:off x="5617029" y="1733197"/>
            <a:ext cx="296160" cy="590450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65EBF26E-6D84-D4F3-490D-2C8E2ECA0675}"/>
              </a:ext>
            </a:extLst>
          </p:cNvPr>
          <p:cNvSpPr/>
          <p:nvPr/>
        </p:nvSpPr>
        <p:spPr>
          <a:xfrm rot="5400000">
            <a:off x="8770215" y="3566145"/>
            <a:ext cx="351801" cy="474214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6">
            <a:extLst>
              <a:ext uri="{FF2B5EF4-FFF2-40B4-BE49-F238E27FC236}">
                <a16:creationId xmlns:a16="http://schemas.microsoft.com/office/drawing/2014/main" id="{462670FC-3E42-A072-DD2C-754FA0F8C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4485" y="4017448"/>
            <a:ext cx="4805728" cy="2651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BE4A37-E533-D631-EC68-7557BDA35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614" y="3938076"/>
            <a:ext cx="5328976" cy="270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5D2515A-A0D2-B87A-B280-CC3F1560B881}"/>
              </a:ext>
            </a:extLst>
          </p:cNvPr>
          <p:cNvSpPr/>
          <p:nvPr/>
        </p:nvSpPr>
        <p:spPr>
          <a:xfrm rot="10800000">
            <a:off x="5926368" y="5151312"/>
            <a:ext cx="296160" cy="590450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B66864-1F90-CAC7-3886-475219B67685}"/>
              </a:ext>
            </a:extLst>
          </p:cNvPr>
          <p:cNvCxnSpPr/>
          <p:nvPr/>
        </p:nvCxnSpPr>
        <p:spPr>
          <a:xfrm>
            <a:off x="190016" y="3753010"/>
            <a:ext cx="5915500" cy="0"/>
          </a:xfrm>
          <a:prstGeom prst="line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8502F2-40B4-4D81-DD19-83B489ECC97A}"/>
              </a:ext>
            </a:extLst>
          </p:cNvPr>
          <p:cNvSpPr txBox="1"/>
          <p:nvPr/>
        </p:nvSpPr>
        <p:spPr>
          <a:xfrm>
            <a:off x="6105516" y="779090"/>
            <a:ext cx="5681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Create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start the wizard</a:t>
            </a:r>
          </a:p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SAP HANA Cloud instance Type to create</a:t>
            </a:r>
          </a:p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Next Step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continue</a:t>
            </a:r>
          </a:p>
        </p:txBody>
      </p:sp>
    </p:spTree>
    <p:extLst>
      <p:ext uri="{BB962C8B-B14F-4D97-AF65-F5344CB8AC3E}">
        <p14:creationId xmlns:p14="http://schemas.microsoft.com/office/powerpoint/2010/main" val="323586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3B2C1-2D72-48F5-D6C5-A17C95C8F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HDI Container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36AE77-6D9D-323A-80AD-336A21B8B2E3}"/>
              </a:ext>
            </a:extLst>
          </p:cNvPr>
          <p:cNvSpPr txBox="1"/>
          <p:nvPr/>
        </p:nvSpPr>
        <p:spPr>
          <a:xfrm>
            <a:off x="164670" y="784925"/>
            <a:ext cx="111616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An HDI Container is also a </a:t>
            </a:r>
            <a:r>
              <a:rPr lang="en-US" sz="1800" b="1" dirty="0">
                <a:solidFill>
                  <a:schemeClr val="bg1"/>
                </a:solidFill>
                <a:latin typeface="Calibri"/>
              </a:rPr>
              <a:t>schema</a:t>
            </a:r>
            <a:r>
              <a:rPr lang="en-US" sz="1800" dirty="0">
                <a:solidFill>
                  <a:schemeClr val="bg1"/>
                </a:solidFill>
                <a:latin typeface="Calibri"/>
              </a:rPr>
              <a:t>. But it is managed differently from a normal schema.</a:t>
            </a:r>
          </a:p>
          <a:p>
            <a:pPr defTabSz="914400">
              <a:defRPr/>
            </a:pPr>
            <a:endParaRPr lang="en-US" sz="1800" b="1" dirty="0">
              <a:solidFill>
                <a:schemeClr val="bg1"/>
              </a:solidFill>
              <a:latin typeface="Calibri"/>
            </a:endParaRPr>
          </a:p>
          <a:p>
            <a:pPr defTabSz="914400">
              <a:defRPr/>
            </a:pPr>
            <a:r>
              <a:rPr lang="en-US" sz="1800" b="1" dirty="0">
                <a:solidFill>
                  <a:schemeClr val="bg1"/>
                </a:solidFill>
                <a:latin typeface="Calibri"/>
              </a:rPr>
              <a:t>Schema -- How its created?</a:t>
            </a:r>
          </a:p>
          <a:p>
            <a:pPr marL="342900" indent="-342900" defTabSz="914400">
              <a:buFontTx/>
              <a:buAutoNum type="arabicPeriod"/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Manually create it in BTP</a:t>
            </a:r>
          </a:p>
          <a:p>
            <a:pPr marL="342900" indent="-342900" defTabSz="914400">
              <a:buFontTx/>
              <a:buAutoNum type="arabicPeriod"/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Application Managed HDI Container (You as developer ONLY work with App, App will talk to HANA to create and manage this schema to store/read data internally)</a:t>
            </a:r>
          </a:p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You cant access HDI Container using HANA Studio (Deprecated tool), We can use new SAP HANA Database Explorer, SAP HANA </a:t>
            </a:r>
            <a:r>
              <a:rPr lang="en-US" sz="1800" dirty="0" err="1">
                <a:solidFill>
                  <a:schemeClr val="bg1"/>
                </a:solidFill>
                <a:latin typeface="Calibri"/>
              </a:rPr>
              <a:t>WebIDE</a:t>
            </a:r>
            <a:r>
              <a:rPr lang="en-US" sz="1800" dirty="0">
                <a:solidFill>
                  <a:schemeClr val="bg1"/>
                </a:solidFill>
                <a:latin typeface="Calibri"/>
              </a:rPr>
              <a:t> for OP or BAS to access HDI Container.</a:t>
            </a:r>
          </a:p>
          <a:p>
            <a:pPr defTabSz="914400">
              <a:defRPr/>
            </a:pPr>
            <a:endParaRPr lang="en-US" sz="1800" dirty="0">
              <a:solidFill>
                <a:schemeClr val="bg1"/>
              </a:solidFill>
              <a:latin typeface="Calibri"/>
            </a:endParaRPr>
          </a:p>
          <a:p>
            <a:pPr defTabSz="914400">
              <a:defRPr/>
            </a:pPr>
            <a:r>
              <a:rPr lang="en-US" sz="1800" b="1" dirty="0">
                <a:solidFill>
                  <a:schemeClr val="bg1"/>
                </a:solidFill>
                <a:latin typeface="Calibri"/>
              </a:rPr>
              <a:t>HDI -- Who creates it?</a:t>
            </a:r>
          </a:p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There is a new service in SAP HANA called SAP HDI (HANA Deployer Infrastructure) which is just a microservice responsible to managing the container. HDI Deployer is a component which is used to talk to this service from our app.</a:t>
            </a:r>
          </a:p>
          <a:p>
            <a:pPr defTabSz="914400"/>
            <a:endParaRPr lang="en-US" sz="1800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5559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A2947-8BD4-1919-0AE6-C14C8F6F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- Create HANA Cloud Instance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B5A8D5-EF9E-9286-069A-7C912612B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56" r="7337"/>
          <a:stretch/>
        </p:blipFill>
        <p:spPr bwMode="auto">
          <a:xfrm>
            <a:off x="190016" y="1702420"/>
            <a:ext cx="5174395" cy="1837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653BBD-DA91-2996-8A54-0B82D95D8890}"/>
              </a:ext>
            </a:extLst>
          </p:cNvPr>
          <p:cNvSpPr txBox="1"/>
          <p:nvPr/>
        </p:nvSpPr>
        <p:spPr>
          <a:xfrm>
            <a:off x="261763" y="779090"/>
            <a:ext cx="5174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Login to your trial and navigate to your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dev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space</a:t>
            </a:r>
          </a:p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SAP HANA Cloud</a:t>
            </a:r>
          </a:p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Manage SAP HANA Cloud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start the SAP HANA Cloud Central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3EF897-818D-A144-9DAA-ED76C105C4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" t="15296"/>
          <a:stretch/>
        </p:blipFill>
        <p:spPr bwMode="auto">
          <a:xfrm>
            <a:off x="6674485" y="1527830"/>
            <a:ext cx="4543262" cy="197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Chevron 5">
            <a:extLst>
              <a:ext uri="{FF2B5EF4-FFF2-40B4-BE49-F238E27FC236}">
                <a16:creationId xmlns:a16="http://schemas.microsoft.com/office/drawing/2014/main" id="{F9ED8215-03AA-D8FB-EE7A-028B143BC7BD}"/>
              </a:ext>
            </a:extLst>
          </p:cNvPr>
          <p:cNvSpPr/>
          <p:nvPr/>
        </p:nvSpPr>
        <p:spPr>
          <a:xfrm>
            <a:off x="5617029" y="1733197"/>
            <a:ext cx="296160" cy="590450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65EBF26E-6D84-D4F3-490D-2C8E2ECA0675}"/>
              </a:ext>
            </a:extLst>
          </p:cNvPr>
          <p:cNvSpPr/>
          <p:nvPr/>
        </p:nvSpPr>
        <p:spPr>
          <a:xfrm rot="5400000">
            <a:off x="8770215" y="3566145"/>
            <a:ext cx="351801" cy="474214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6">
            <a:extLst>
              <a:ext uri="{FF2B5EF4-FFF2-40B4-BE49-F238E27FC236}">
                <a16:creationId xmlns:a16="http://schemas.microsoft.com/office/drawing/2014/main" id="{462670FC-3E42-A072-DD2C-754FA0F8C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4485" y="4017448"/>
            <a:ext cx="4805728" cy="2651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BE4A37-E533-D631-EC68-7557BDA35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614" y="3938076"/>
            <a:ext cx="5328976" cy="270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5D2515A-A0D2-B87A-B280-CC3F1560B881}"/>
              </a:ext>
            </a:extLst>
          </p:cNvPr>
          <p:cNvSpPr/>
          <p:nvPr/>
        </p:nvSpPr>
        <p:spPr>
          <a:xfrm rot="10800000">
            <a:off x="5926368" y="5151312"/>
            <a:ext cx="296160" cy="590450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B66864-1F90-CAC7-3886-475219B67685}"/>
              </a:ext>
            </a:extLst>
          </p:cNvPr>
          <p:cNvCxnSpPr/>
          <p:nvPr/>
        </p:nvCxnSpPr>
        <p:spPr>
          <a:xfrm>
            <a:off x="190016" y="3753010"/>
            <a:ext cx="5915500" cy="0"/>
          </a:xfrm>
          <a:prstGeom prst="line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8502F2-40B4-4D81-DD19-83B489ECC97A}"/>
              </a:ext>
            </a:extLst>
          </p:cNvPr>
          <p:cNvSpPr txBox="1"/>
          <p:nvPr/>
        </p:nvSpPr>
        <p:spPr>
          <a:xfrm>
            <a:off x="6105516" y="779090"/>
            <a:ext cx="5681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Create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start the wizard</a:t>
            </a:r>
          </a:p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SAP HANA Cloud instance Type to create</a:t>
            </a:r>
          </a:p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Next Step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continue</a:t>
            </a:r>
          </a:p>
        </p:txBody>
      </p:sp>
    </p:spTree>
    <p:extLst>
      <p:ext uri="{BB962C8B-B14F-4D97-AF65-F5344CB8AC3E}">
        <p14:creationId xmlns:p14="http://schemas.microsoft.com/office/powerpoint/2010/main" val="3848172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2AF90-E623-BB88-6CCD-1830BB1A3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Design time</a:t>
            </a:r>
          </a:p>
        </p:txBody>
      </p: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66ED831-6E85-1730-EDF3-419A9199ED4F}"/>
              </a:ext>
            </a:extLst>
          </p:cNvPr>
          <p:cNvGrpSpPr/>
          <p:nvPr/>
        </p:nvGrpSpPr>
        <p:grpSpPr>
          <a:xfrm>
            <a:off x="546278" y="657863"/>
            <a:ext cx="11403720" cy="5229720"/>
            <a:chOff x="546278" y="657863"/>
            <a:chExt cx="11403720" cy="522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A66F6BD-21F4-B976-7F58-28C0B5ACD2CB}"/>
                    </a:ext>
                  </a:extLst>
                </p14:cNvPr>
                <p14:cNvContentPartPr/>
                <p14:nvPr/>
              </p14:nvContentPartPr>
              <p14:xfrm>
                <a:off x="891158" y="1187063"/>
                <a:ext cx="547920" cy="438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A66F6BD-21F4-B976-7F58-28C0B5ACD2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82518" y="1178423"/>
                  <a:ext cx="56556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A771F58-2CF9-418B-DAF1-B954F2E26881}"/>
                    </a:ext>
                  </a:extLst>
                </p14:cNvPr>
                <p14:cNvContentPartPr/>
                <p14:nvPr/>
              </p14:nvContentPartPr>
              <p14:xfrm>
                <a:off x="1029758" y="1455983"/>
                <a:ext cx="192240" cy="892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A771F58-2CF9-418B-DAF1-B954F2E2688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1118" y="1447343"/>
                  <a:ext cx="2098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BEC5DC7-D1C7-22FA-7ECA-94B40A10B25A}"/>
                    </a:ext>
                  </a:extLst>
                </p14:cNvPr>
                <p14:cNvContentPartPr/>
                <p14:nvPr/>
              </p14:nvContentPartPr>
              <p14:xfrm>
                <a:off x="1078718" y="1402703"/>
                <a:ext cx="111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BEC5DC7-D1C7-22FA-7ECA-94B40A10B2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69718" y="1394063"/>
                  <a:ext cx="28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53D2F90-2D65-D283-38B1-B34B15781CFD}"/>
                    </a:ext>
                  </a:extLst>
                </p14:cNvPr>
                <p14:cNvContentPartPr/>
                <p14:nvPr/>
              </p14:nvContentPartPr>
              <p14:xfrm>
                <a:off x="1208678" y="1377503"/>
                <a:ext cx="1440" cy="2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53D2F90-2D65-D283-38B1-B34B15781CF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00038" y="1368863"/>
                  <a:ext cx="190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8A56B81-41CD-4507-792F-C4FF6D21062A}"/>
                    </a:ext>
                  </a:extLst>
                </p14:cNvPr>
                <p14:cNvContentPartPr/>
                <p14:nvPr/>
              </p14:nvContentPartPr>
              <p14:xfrm>
                <a:off x="935078" y="1628063"/>
                <a:ext cx="439200" cy="282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8A56B81-41CD-4507-792F-C4FF6D21062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438" y="1619423"/>
                  <a:ext cx="4568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DA03393-DF0E-8F5A-5ACB-BCE533F67AC8}"/>
                    </a:ext>
                  </a:extLst>
                </p14:cNvPr>
                <p14:cNvContentPartPr/>
                <p14:nvPr/>
              </p14:nvContentPartPr>
              <p14:xfrm>
                <a:off x="556718" y="982583"/>
                <a:ext cx="13680" cy="266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DA03393-DF0E-8F5A-5ACB-BCE533F67A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48078" y="973943"/>
                  <a:ext cx="313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E0F0F58-BBE3-30F6-673E-3D1DDB5D2E41}"/>
                    </a:ext>
                  </a:extLst>
                </p14:cNvPr>
                <p14:cNvContentPartPr/>
                <p14:nvPr/>
              </p14:nvContentPartPr>
              <p14:xfrm>
                <a:off x="568598" y="934703"/>
                <a:ext cx="127440" cy="216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E0F0F58-BBE3-30F6-673E-3D1DDB5D2E4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9958" y="926063"/>
                  <a:ext cx="145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D2E8251-547B-70CC-6DDA-C86DD1F102A9}"/>
                    </a:ext>
                  </a:extLst>
                </p14:cNvPr>
                <p14:cNvContentPartPr/>
                <p14:nvPr/>
              </p14:nvContentPartPr>
              <p14:xfrm>
                <a:off x="546278" y="1058903"/>
                <a:ext cx="84960" cy="62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D2E8251-547B-70CC-6DDA-C86DD1F102A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7278" y="1050263"/>
                  <a:ext cx="10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50BE38D-C3CE-BE84-6C85-A752AF909346}"/>
                    </a:ext>
                  </a:extLst>
                </p14:cNvPr>
                <p14:cNvContentPartPr/>
                <p14:nvPr/>
              </p14:nvContentPartPr>
              <p14:xfrm>
                <a:off x="722318" y="1019303"/>
                <a:ext cx="141120" cy="124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50BE38D-C3CE-BE84-6C85-A752AF90934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13678" y="1010303"/>
                  <a:ext cx="1587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D1E8D7A-D12D-F67F-926D-C986EA5D8D46}"/>
                    </a:ext>
                  </a:extLst>
                </p14:cNvPr>
                <p14:cNvContentPartPr/>
                <p14:nvPr/>
              </p14:nvContentPartPr>
              <p14:xfrm>
                <a:off x="908078" y="957023"/>
                <a:ext cx="112320" cy="176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D1E8D7A-D12D-F67F-926D-C986EA5D8D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99078" y="948383"/>
                  <a:ext cx="1299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7CE390D-69F5-083B-22C7-28C28AEC2267}"/>
                    </a:ext>
                  </a:extLst>
                </p14:cNvPr>
                <p14:cNvContentPartPr/>
                <p14:nvPr/>
              </p14:nvContentPartPr>
              <p14:xfrm>
                <a:off x="1052078" y="928583"/>
                <a:ext cx="123840" cy="174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7CE390D-69F5-083B-22C7-28C28AEC226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43438" y="919943"/>
                  <a:ext cx="141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0963242-684B-EB26-0CEF-7E302D2BDB29}"/>
                    </a:ext>
                  </a:extLst>
                </p14:cNvPr>
                <p14:cNvContentPartPr/>
                <p14:nvPr/>
              </p14:nvContentPartPr>
              <p14:xfrm>
                <a:off x="1179878" y="920663"/>
                <a:ext cx="141840" cy="149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0963242-684B-EB26-0CEF-7E302D2BDB2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70878" y="912023"/>
                  <a:ext cx="1594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6B245F0-485F-2BF6-27D9-E9495A30631E}"/>
                    </a:ext>
                  </a:extLst>
                </p14:cNvPr>
                <p14:cNvContentPartPr/>
                <p14:nvPr/>
              </p14:nvContentPartPr>
              <p14:xfrm>
                <a:off x="1340078" y="945143"/>
                <a:ext cx="133200" cy="97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6B245F0-485F-2BF6-27D9-E9495A30631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31438" y="936143"/>
                  <a:ext cx="1508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148392-DF66-4F2C-FC0A-279F72216C2E}"/>
                    </a:ext>
                  </a:extLst>
                </p14:cNvPr>
                <p14:cNvContentPartPr/>
                <p14:nvPr/>
              </p14:nvContentPartPr>
              <p14:xfrm>
                <a:off x="1503518" y="907703"/>
                <a:ext cx="133200" cy="123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148392-DF66-4F2C-FC0A-279F72216C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94878" y="899063"/>
                  <a:ext cx="150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466F42-91B5-5808-90BC-C13E662EC9C8}"/>
                    </a:ext>
                  </a:extLst>
                </p14:cNvPr>
                <p14:cNvContentPartPr/>
                <p14:nvPr/>
              </p14:nvContentPartPr>
              <p14:xfrm>
                <a:off x="7946798" y="2040983"/>
                <a:ext cx="2014560" cy="3815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466F42-91B5-5808-90BC-C13E662EC9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938158" y="2032343"/>
                  <a:ext cx="2032200" cy="38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52D1FB-E8E0-2C08-0456-080053F1377D}"/>
                    </a:ext>
                  </a:extLst>
                </p14:cNvPr>
                <p14:cNvContentPartPr/>
                <p14:nvPr/>
              </p14:nvContentPartPr>
              <p14:xfrm>
                <a:off x="8229398" y="1321343"/>
                <a:ext cx="3313440" cy="764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52D1FB-E8E0-2C08-0456-080053F1377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220758" y="1312343"/>
                  <a:ext cx="3331080" cy="7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4F9D63D-7FB0-7CEA-F32E-729B98073F7F}"/>
                    </a:ext>
                  </a:extLst>
                </p14:cNvPr>
                <p14:cNvContentPartPr/>
                <p14:nvPr/>
              </p14:nvContentPartPr>
              <p14:xfrm>
                <a:off x="9989438" y="5559983"/>
                <a:ext cx="1844280" cy="327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4F9D63D-7FB0-7CEA-F32E-729B98073F7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80438" y="5551343"/>
                  <a:ext cx="18619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104B0B6-0502-E142-3569-E64784FC1A3F}"/>
                    </a:ext>
                  </a:extLst>
                </p14:cNvPr>
                <p14:cNvContentPartPr/>
                <p14:nvPr/>
              </p14:nvContentPartPr>
              <p14:xfrm>
                <a:off x="9651038" y="1072223"/>
                <a:ext cx="6480" cy="224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104B0B6-0502-E142-3569-E64784FC1A3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642038" y="1063583"/>
                  <a:ext cx="24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E8850F3-38BB-F37D-0B4C-C8795B64491E}"/>
                    </a:ext>
                  </a:extLst>
                </p14:cNvPr>
                <p14:cNvContentPartPr/>
                <p14:nvPr/>
              </p14:nvContentPartPr>
              <p14:xfrm>
                <a:off x="9638438" y="1110023"/>
                <a:ext cx="228240" cy="2246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E8850F3-38BB-F37D-0B4C-C8795B64491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629798" y="1101023"/>
                  <a:ext cx="2458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E28AF5-2F47-A714-E39D-7CB49246E780}"/>
                    </a:ext>
                  </a:extLst>
                </p14:cNvPr>
                <p14:cNvContentPartPr/>
                <p14:nvPr/>
              </p14:nvContentPartPr>
              <p14:xfrm>
                <a:off x="9919958" y="1046663"/>
                <a:ext cx="111240" cy="260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E28AF5-2F47-A714-E39D-7CB49246E78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910958" y="1037663"/>
                  <a:ext cx="1288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FE476DC-2C22-7696-068A-CA5867D24FCC}"/>
                    </a:ext>
                  </a:extLst>
                </p14:cNvPr>
                <p14:cNvContentPartPr/>
                <p14:nvPr/>
              </p14:nvContentPartPr>
              <p14:xfrm>
                <a:off x="9933998" y="1184543"/>
                <a:ext cx="103680" cy="1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FE476DC-2C22-7696-068A-CA5867D24FC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924998" y="1175903"/>
                  <a:ext cx="121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762FDAF-F6D9-8938-EA1A-B109E2E0F118}"/>
                    </a:ext>
                  </a:extLst>
                </p14:cNvPr>
                <p14:cNvContentPartPr/>
                <p14:nvPr/>
              </p14:nvContentPartPr>
              <p14:xfrm>
                <a:off x="10131998" y="1066463"/>
                <a:ext cx="39600" cy="168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762FDAF-F6D9-8938-EA1A-B109E2E0F11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23358" y="1057823"/>
                  <a:ext cx="57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1599970-8246-18B7-46A4-E8532CDDD65A}"/>
                    </a:ext>
                  </a:extLst>
                </p14:cNvPr>
                <p14:cNvContentPartPr/>
                <p14:nvPr/>
              </p14:nvContentPartPr>
              <p14:xfrm>
                <a:off x="10146038" y="1068623"/>
                <a:ext cx="154800" cy="196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1599970-8246-18B7-46A4-E8532CDDD65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137038" y="1059983"/>
                  <a:ext cx="172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68F0280-B4CC-FE4B-5A38-E40D01618EA2}"/>
                    </a:ext>
                  </a:extLst>
                </p14:cNvPr>
                <p14:cNvContentPartPr/>
                <p14:nvPr/>
              </p14:nvContentPartPr>
              <p14:xfrm>
                <a:off x="10296518" y="1025423"/>
                <a:ext cx="18720" cy="216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68F0280-B4CC-FE4B-5A38-E40D01618EA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87878" y="1016783"/>
                  <a:ext cx="363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64F8AA4-27EE-E93E-62BB-90C4E2C2937F}"/>
                    </a:ext>
                  </a:extLst>
                </p14:cNvPr>
                <p14:cNvContentPartPr/>
                <p14:nvPr/>
              </p14:nvContentPartPr>
              <p14:xfrm>
                <a:off x="10414238" y="1023263"/>
                <a:ext cx="101160" cy="261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64F8AA4-27EE-E93E-62BB-90C4E2C2937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05238" y="1014263"/>
                  <a:ext cx="1188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928758E-376B-BC49-9C8E-AE89BAAEA481}"/>
                    </a:ext>
                  </a:extLst>
                </p14:cNvPr>
                <p14:cNvContentPartPr/>
                <p14:nvPr/>
              </p14:nvContentPartPr>
              <p14:xfrm>
                <a:off x="10405238" y="1126223"/>
                <a:ext cx="90720" cy="32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928758E-376B-BC49-9C8E-AE89BAAEA4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396238" y="1117583"/>
                  <a:ext cx="1083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909C612-8534-2F4F-C590-BCA3EADCD43E}"/>
                    </a:ext>
                  </a:extLst>
                </p14:cNvPr>
                <p14:cNvContentPartPr/>
                <p14:nvPr/>
              </p14:nvContentPartPr>
              <p14:xfrm>
                <a:off x="1698278" y="1655423"/>
                <a:ext cx="578520" cy="16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909C612-8534-2F4F-C590-BCA3EADCD43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689638" y="1646783"/>
                  <a:ext cx="5961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663D802-D180-B3FB-8ADD-CBFA8F1BDF7D}"/>
                    </a:ext>
                  </a:extLst>
                </p14:cNvPr>
                <p14:cNvContentPartPr/>
                <p14:nvPr/>
              </p14:nvContentPartPr>
              <p14:xfrm>
                <a:off x="2138918" y="1572983"/>
                <a:ext cx="230760" cy="187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663D802-D180-B3FB-8ADD-CBFA8F1BDF7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129918" y="1563983"/>
                  <a:ext cx="2484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357AB43-087E-F864-7365-C07D55AE895A}"/>
                    </a:ext>
                  </a:extLst>
                </p14:cNvPr>
                <p14:cNvContentPartPr/>
                <p14:nvPr/>
              </p14:nvContentPartPr>
              <p14:xfrm>
                <a:off x="2662358" y="1367063"/>
                <a:ext cx="1504440" cy="726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357AB43-087E-F864-7365-C07D55AE89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53718" y="1358423"/>
                  <a:ext cx="1522080" cy="74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216C81F-BF8C-C5AE-1066-34311273B34A}"/>
                    </a:ext>
                  </a:extLst>
                </p14:cNvPr>
                <p14:cNvContentPartPr/>
                <p14:nvPr/>
              </p14:nvContentPartPr>
              <p14:xfrm>
                <a:off x="2670278" y="1339343"/>
                <a:ext cx="1917720" cy="721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216C81F-BF8C-C5AE-1066-34311273B34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61278" y="1330343"/>
                  <a:ext cx="193536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10032C1-34A2-DEEB-3F57-9EDB4BBE8A25}"/>
                    </a:ext>
                  </a:extLst>
                </p14:cNvPr>
                <p14:cNvContentPartPr/>
                <p14:nvPr/>
              </p14:nvContentPartPr>
              <p14:xfrm>
                <a:off x="3024518" y="1628783"/>
                <a:ext cx="299160" cy="200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10032C1-34A2-DEEB-3F57-9EDB4BBE8A2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15878" y="1620143"/>
                  <a:ext cx="3168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5F7941E-C88A-378F-6B29-79F47C9EAC95}"/>
                    </a:ext>
                  </a:extLst>
                </p14:cNvPr>
                <p14:cNvContentPartPr/>
                <p14:nvPr/>
              </p14:nvContentPartPr>
              <p14:xfrm>
                <a:off x="3324398" y="1625543"/>
                <a:ext cx="384840" cy="281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5F7941E-C88A-378F-6B29-79F47C9EAC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15398" y="1616903"/>
                  <a:ext cx="4024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AB26265-3F0B-7859-CDA4-57F8C2E59891}"/>
                    </a:ext>
                  </a:extLst>
                </p14:cNvPr>
                <p14:cNvContentPartPr/>
                <p14:nvPr/>
              </p14:nvContentPartPr>
              <p14:xfrm>
                <a:off x="3788078" y="1617263"/>
                <a:ext cx="307800" cy="2955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AB26265-3F0B-7859-CDA4-57F8C2E5989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79438" y="1608263"/>
                  <a:ext cx="3254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C9DC4D4-98DB-3593-1006-CFC4449AD440}"/>
                    </a:ext>
                  </a:extLst>
                </p14:cNvPr>
                <p14:cNvContentPartPr/>
                <p14:nvPr/>
              </p14:nvContentPartPr>
              <p14:xfrm>
                <a:off x="4145918" y="1622303"/>
                <a:ext cx="113400" cy="253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C9DC4D4-98DB-3593-1006-CFC4449AD4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136918" y="1613303"/>
                  <a:ext cx="1310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BD84473-5B93-48EB-F8EE-1647C0B91B12}"/>
                    </a:ext>
                  </a:extLst>
                </p14:cNvPr>
                <p14:cNvContentPartPr/>
                <p14:nvPr/>
              </p14:nvContentPartPr>
              <p14:xfrm>
                <a:off x="4503038" y="1630223"/>
                <a:ext cx="4309560" cy="1031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BD84473-5B93-48EB-F8EE-1647C0B91B1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94398" y="1621223"/>
                  <a:ext cx="4327200" cy="10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99565D9-A864-4E3F-C971-5AF697A47174}"/>
                    </a:ext>
                  </a:extLst>
                </p14:cNvPr>
                <p14:cNvContentPartPr/>
                <p14:nvPr/>
              </p14:nvContentPartPr>
              <p14:xfrm>
                <a:off x="8708558" y="2580983"/>
                <a:ext cx="135360" cy="159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99565D9-A864-4E3F-C971-5AF697A4717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99918" y="2571983"/>
                  <a:ext cx="153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510A43-6DE2-9E5C-4486-0A49BDD3F200}"/>
                    </a:ext>
                  </a:extLst>
                </p14:cNvPr>
                <p14:cNvContentPartPr/>
                <p14:nvPr/>
              </p14:nvContentPartPr>
              <p14:xfrm>
                <a:off x="8868038" y="2529503"/>
                <a:ext cx="579240" cy="201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510A43-6DE2-9E5C-4486-0A49BDD3F20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59038" y="2520863"/>
                  <a:ext cx="5968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BF50A77-3D72-FBEE-858F-FC5F51F42AE9}"/>
                    </a:ext>
                  </a:extLst>
                </p14:cNvPr>
                <p14:cNvContentPartPr/>
                <p14:nvPr/>
              </p14:nvContentPartPr>
              <p14:xfrm>
                <a:off x="8918078" y="2636783"/>
                <a:ext cx="511920" cy="371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BF50A77-3D72-FBEE-858F-FC5F51F42AE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909438" y="2627783"/>
                  <a:ext cx="5295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789FB72-1B53-88FF-53E3-E4F08F82F019}"/>
                    </a:ext>
                  </a:extLst>
                </p14:cNvPr>
                <p14:cNvContentPartPr/>
                <p14:nvPr/>
              </p14:nvContentPartPr>
              <p14:xfrm>
                <a:off x="9399398" y="2668823"/>
                <a:ext cx="24480" cy="338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789FB72-1B53-88FF-53E3-E4F08F82F01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390398" y="2659823"/>
                  <a:ext cx="421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D0CEEBF-BF53-9A6F-FA5A-B40B85B41372}"/>
                    </a:ext>
                  </a:extLst>
                </p14:cNvPr>
                <p14:cNvContentPartPr/>
                <p14:nvPr/>
              </p14:nvContentPartPr>
              <p14:xfrm>
                <a:off x="5810918" y="1351223"/>
                <a:ext cx="26280" cy="169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D0CEEBF-BF53-9A6F-FA5A-B40B85B4137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802278" y="1342583"/>
                  <a:ext cx="439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6428CAC-1A46-D424-375F-3EF2AD4B36AF}"/>
                    </a:ext>
                  </a:extLst>
                </p14:cNvPr>
                <p14:cNvContentPartPr/>
                <p14:nvPr/>
              </p14:nvContentPartPr>
              <p14:xfrm>
                <a:off x="5899838" y="1369583"/>
                <a:ext cx="86400" cy="150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6428CAC-1A46-D424-375F-3EF2AD4B36A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91198" y="1360583"/>
                  <a:ext cx="104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C0669F4-8DDE-4938-69CE-3974205A92F3}"/>
                    </a:ext>
                  </a:extLst>
                </p14:cNvPr>
                <p14:cNvContentPartPr/>
                <p14:nvPr/>
              </p14:nvContentPartPr>
              <p14:xfrm>
                <a:off x="6055718" y="1353023"/>
                <a:ext cx="131400" cy="168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C0669F4-8DDE-4938-69CE-3974205A92F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47078" y="1344023"/>
                  <a:ext cx="1490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3363654-6D75-D103-5442-CA81AF97A3A0}"/>
                    </a:ext>
                  </a:extLst>
                </p14:cNvPr>
                <p14:cNvContentPartPr/>
                <p14:nvPr/>
              </p14:nvContentPartPr>
              <p14:xfrm>
                <a:off x="6040958" y="1427543"/>
                <a:ext cx="120240" cy="19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3363654-6D75-D103-5442-CA81AF97A3A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31958" y="1418903"/>
                  <a:ext cx="1378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5D2EBCB-4D62-EF7B-CF2B-6C00E1669C8C}"/>
                    </a:ext>
                  </a:extLst>
                </p14:cNvPr>
                <p14:cNvContentPartPr/>
                <p14:nvPr/>
              </p14:nvContentPartPr>
              <p14:xfrm>
                <a:off x="6237878" y="1356983"/>
                <a:ext cx="232920" cy="150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5D2EBCB-4D62-EF7B-CF2B-6C00E1669C8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29238" y="1347983"/>
                  <a:ext cx="2505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15A6E60-54AB-C1EE-78E2-C4CFBF819EDE}"/>
                    </a:ext>
                  </a:extLst>
                </p14:cNvPr>
                <p14:cNvContentPartPr/>
                <p14:nvPr/>
              </p14:nvContentPartPr>
              <p14:xfrm>
                <a:off x="6575918" y="1434023"/>
                <a:ext cx="105480" cy="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15A6E60-54AB-C1EE-78E2-C4CFBF819ED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67278" y="1425023"/>
                  <a:ext cx="1231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0822E5B-C1A0-0840-70A5-607815C255C9}"/>
                    </a:ext>
                  </a:extLst>
                </p14:cNvPr>
                <p14:cNvContentPartPr/>
                <p14:nvPr/>
              </p14:nvContentPartPr>
              <p14:xfrm>
                <a:off x="6788318" y="1334303"/>
                <a:ext cx="187920" cy="201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0822E5B-C1A0-0840-70A5-607815C255C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79678" y="1325663"/>
                  <a:ext cx="2055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27FE42F-39B0-7E40-E0B2-ACB72D0E969B}"/>
                    </a:ext>
                  </a:extLst>
                </p14:cNvPr>
                <p14:cNvContentPartPr/>
                <p14:nvPr/>
              </p14:nvContentPartPr>
              <p14:xfrm>
                <a:off x="7050038" y="1388663"/>
                <a:ext cx="141480" cy="1454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27FE42F-39B0-7E40-E0B2-ACB72D0E969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041038" y="1380023"/>
                  <a:ext cx="1591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3A9BBD3-943F-1BE4-BEF4-F7F26E9BB2F7}"/>
                    </a:ext>
                  </a:extLst>
                </p14:cNvPr>
                <p14:cNvContentPartPr/>
                <p14:nvPr/>
              </p14:nvContentPartPr>
              <p14:xfrm>
                <a:off x="7214558" y="1408823"/>
                <a:ext cx="92880" cy="1260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3A9BBD3-943F-1BE4-BEF4-F7F26E9BB2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05918" y="1400183"/>
                  <a:ext cx="1105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D8FC376-E916-12E2-0F80-1FC4230274A4}"/>
                    </a:ext>
                  </a:extLst>
                </p14:cNvPr>
                <p14:cNvContentPartPr/>
                <p14:nvPr/>
              </p14:nvContentPartPr>
              <p14:xfrm>
                <a:off x="7351358" y="1414223"/>
                <a:ext cx="115560" cy="113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D8FC376-E916-12E2-0F80-1FC4230274A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42718" y="1405583"/>
                  <a:ext cx="133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648AFBB-1A5D-FEBF-FFFA-C2AD6FFC44FA}"/>
                    </a:ext>
                  </a:extLst>
                </p14:cNvPr>
                <p14:cNvContentPartPr/>
                <p14:nvPr/>
              </p14:nvContentPartPr>
              <p14:xfrm>
                <a:off x="7615598" y="1390463"/>
                <a:ext cx="19800" cy="159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648AFBB-1A5D-FEBF-FFFA-C2AD6FFC44F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606958" y="1381463"/>
                  <a:ext cx="374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582547F-834F-6895-7D31-338679DE8DFE}"/>
                    </a:ext>
                  </a:extLst>
                </p14:cNvPr>
                <p14:cNvContentPartPr/>
                <p14:nvPr/>
              </p14:nvContentPartPr>
              <p14:xfrm>
                <a:off x="7582838" y="1543103"/>
                <a:ext cx="106200" cy="10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582547F-834F-6895-7D31-338679DE8DF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574198" y="1534103"/>
                  <a:ext cx="123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B2B5151-9561-48CF-2C1C-D324C910B30F}"/>
                    </a:ext>
                  </a:extLst>
                </p14:cNvPr>
                <p14:cNvContentPartPr/>
                <p14:nvPr/>
              </p14:nvContentPartPr>
              <p14:xfrm>
                <a:off x="7544678" y="1402703"/>
                <a:ext cx="149760" cy="25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B2B5151-9561-48CF-2C1C-D324C910B30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35678" y="1393703"/>
                  <a:ext cx="1674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ADD741A-17FD-51EE-46CB-142C04BB95AB}"/>
                    </a:ext>
                  </a:extLst>
                </p14:cNvPr>
                <p14:cNvContentPartPr/>
                <p14:nvPr/>
              </p14:nvContentPartPr>
              <p14:xfrm>
                <a:off x="7442438" y="1365263"/>
                <a:ext cx="93600" cy="241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ADD741A-17FD-51EE-46CB-142C04BB95A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433798" y="1356263"/>
                  <a:ext cx="1112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689BFAD-3780-489C-5A59-A1A08D433CBB}"/>
                    </a:ext>
                  </a:extLst>
                </p14:cNvPr>
                <p14:cNvContentPartPr/>
                <p14:nvPr/>
              </p14:nvContentPartPr>
              <p14:xfrm>
                <a:off x="7746998" y="1333943"/>
                <a:ext cx="78840" cy="2808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689BFAD-3780-489C-5A59-A1A08D433CB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38358" y="1324943"/>
                  <a:ext cx="964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3A4BEB9-1D27-0891-8D90-0BBB9BFC3AEB}"/>
                    </a:ext>
                  </a:extLst>
                </p14:cNvPr>
                <p14:cNvContentPartPr/>
                <p14:nvPr/>
              </p14:nvContentPartPr>
              <p14:xfrm>
                <a:off x="8679398" y="2817863"/>
                <a:ext cx="201240" cy="1418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3A4BEB9-1D27-0891-8D90-0BBB9BFC3AE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670758" y="2809223"/>
                  <a:ext cx="218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E0B5EC3-EBE2-2E92-3054-A135D8D90D30}"/>
                    </a:ext>
                  </a:extLst>
                </p14:cNvPr>
                <p14:cNvContentPartPr/>
                <p14:nvPr/>
              </p14:nvContentPartPr>
              <p14:xfrm>
                <a:off x="6162638" y="3126023"/>
                <a:ext cx="31320" cy="155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E0B5EC3-EBE2-2E92-3054-A135D8D90D3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153998" y="3117023"/>
                  <a:ext cx="48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30A3ACF-99C0-63AB-7408-A811B8B13AF1}"/>
                    </a:ext>
                  </a:extLst>
                </p14:cNvPr>
                <p14:cNvContentPartPr/>
                <p14:nvPr/>
              </p14:nvContentPartPr>
              <p14:xfrm>
                <a:off x="6286478" y="3132863"/>
                <a:ext cx="96480" cy="137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30A3ACF-99C0-63AB-7408-A811B8B13AF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277478" y="3123863"/>
                  <a:ext cx="1141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75681B1-7570-7E73-5FFD-4AE26A7A76F8}"/>
                    </a:ext>
                  </a:extLst>
                </p14:cNvPr>
                <p14:cNvContentPartPr/>
                <p14:nvPr/>
              </p14:nvContentPartPr>
              <p14:xfrm>
                <a:off x="6480878" y="3225383"/>
                <a:ext cx="1440" cy="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75681B1-7570-7E73-5FFD-4AE26A7A76F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472238" y="3216383"/>
                  <a:ext cx="19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816F12D-1985-5878-F6FA-129440C8E226}"/>
                    </a:ext>
                  </a:extLst>
                </p14:cNvPr>
                <p14:cNvContentPartPr/>
                <p14:nvPr/>
              </p14:nvContentPartPr>
              <p14:xfrm>
                <a:off x="6558998" y="3157703"/>
                <a:ext cx="120240" cy="124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816F12D-1985-5878-F6FA-129440C8E22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550358" y="3149063"/>
                  <a:ext cx="1378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D445BEF-C2E4-03D8-AADF-FAD2128203DB}"/>
                    </a:ext>
                  </a:extLst>
                </p14:cNvPr>
                <p14:cNvContentPartPr/>
                <p14:nvPr/>
              </p14:nvContentPartPr>
              <p14:xfrm>
                <a:off x="6757358" y="3168863"/>
                <a:ext cx="18360" cy="1483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D445BEF-C2E4-03D8-AADF-FAD2128203D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748718" y="3160223"/>
                  <a:ext cx="36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2B5897B-8748-DAB7-97CC-E14B814A03F2}"/>
                    </a:ext>
                  </a:extLst>
                </p14:cNvPr>
                <p14:cNvContentPartPr/>
                <p14:nvPr/>
              </p14:nvContentPartPr>
              <p14:xfrm>
                <a:off x="6900278" y="3272903"/>
                <a:ext cx="93240" cy="28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2B5897B-8748-DAB7-97CC-E14B814A03F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891278" y="3263903"/>
                  <a:ext cx="1108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42032E3-40DE-C03D-8515-2DDA7AB75D50}"/>
                    </a:ext>
                  </a:extLst>
                </p14:cNvPr>
                <p14:cNvContentPartPr/>
                <p14:nvPr/>
              </p14:nvContentPartPr>
              <p14:xfrm>
                <a:off x="7177118" y="3194063"/>
                <a:ext cx="23400" cy="146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42032E3-40DE-C03D-8515-2DDA7AB75D5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168478" y="3185423"/>
                  <a:ext cx="410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D3711EC-7ECB-9566-9C8A-217C547B0E6B}"/>
                    </a:ext>
                  </a:extLst>
                </p14:cNvPr>
                <p14:cNvContentPartPr/>
                <p14:nvPr/>
              </p14:nvContentPartPr>
              <p14:xfrm>
                <a:off x="7340198" y="3181103"/>
                <a:ext cx="141840" cy="1314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D3711EC-7ECB-9566-9C8A-217C547B0E6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31198" y="3172103"/>
                  <a:ext cx="1594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1A58A5D-4076-0A98-01D9-154CDDCE0FF8}"/>
                    </a:ext>
                  </a:extLst>
                </p14:cNvPr>
                <p14:cNvContentPartPr/>
                <p14:nvPr/>
              </p14:nvContentPartPr>
              <p14:xfrm>
                <a:off x="7494638" y="3194063"/>
                <a:ext cx="90000" cy="120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1A58A5D-4076-0A98-01D9-154CDDCE0FF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85998" y="3185423"/>
                  <a:ext cx="1076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C35BD7C-32CC-5ECF-BBE7-D586B9121F09}"/>
                    </a:ext>
                  </a:extLst>
                </p14:cNvPr>
                <p14:cNvContentPartPr/>
                <p14:nvPr/>
              </p14:nvContentPartPr>
              <p14:xfrm>
                <a:off x="7647998" y="3205223"/>
                <a:ext cx="138240" cy="1155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C35BD7C-32CC-5ECF-BBE7-D586B9121F0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39358" y="3196583"/>
                  <a:ext cx="1558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4C9EF92-99BE-57C4-F0D2-E4F30F50E1CC}"/>
                    </a:ext>
                  </a:extLst>
                </p14:cNvPr>
                <p14:cNvContentPartPr/>
                <p14:nvPr/>
              </p14:nvContentPartPr>
              <p14:xfrm>
                <a:off x="7092878" y="3444263"/>
                <a:ext cx="194400" cy="194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4C9EF92-99BE-57C4-F0D2-E4F30F50E1C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84238" y="3435263"/>
                  <a:ext cx="212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0752D6A-E35A-98E5-6AB1-C32979B8B6AB}"/>
                    </a:ext>
                  </a:extLst>
                </p14:cNvPr>
                <p14:cNvContentPartPr/>
                <p14:nvPr/>
              </p14:nvContentPartPr>
              <p14:xfrm>
                <a:off x="7341998" y="3495023"/>
                <a:ext cx="194040" cy="97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0752D6A-E35A-98E5-6AB1-C32979B8B6A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332998" y="3486383"/>
                  <a:ext cx="211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4EF9CD1-A3ED-1B0D-CDAC-B96378D18C7A}"/>
                    </a:ext>
                  </a:extLst>
                </p14:cNvPr>
                <p14:cNvContentPartPr/>
                <p14:nvPr/>
              </p14:nvContentPartPr>
              <p14:xfrm>
                <a:off x="7570238" y="3510143"/>
                <a:ext cx="77760" cy="85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4EF9CD1-A3ED-1B0D-CDAC-B96378D18C7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561598" y="3501143"/>
                  <a:ext cx="954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FBC8A57-1D6A-135D-F22F-8806E02FA783}"/>
                    </a:ext>
                  </a:extLst>
                </p14:cNvPr>
                <p14:cNvContentPartPr/>
                <p14:nvPr/>
              </p14:nvContentPartPr>
              <p14:xfrm>
                <a:off x="7653398" y="3501503"/>
                <a:ext cx="112320" cy="113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FBC8A57-1D6A-135D-F22F-8806E02FA78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644398" y="3492863"/>
                  <a:ext cx="1299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9994D07-FB41-7E8B-7CA6-BED4F51B4F08}"/>
                    </a:ext>
                  </a:extLst>
                </p14:cNvPr>
                <p14:cNvContentPartPr/>
                <p14:nvPr/>
              </p14:nvContentPartPr>
              <p14:xfrm>
                <a:off x="7803518" y="3470543"/>
                <a:ext cx="113400" cy="129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9994D07-FB41-7E8B-7CA6-BED4F51B4F0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794518" y="3461903"/>
                  <a:ext cx="131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6275931-34F4-CE24-1855-6005774A54BB}"/>
                    </a:ext>
                  </a:extLst>
                </p14:cNvPr>
                <p14:cNvContentPartPr/>
                <p14:nvPr/>
              </p14:nvContentPartPr>
              <p14:xfrm>
                <a:off x="4666118" y="1815623"/>
                <a:ext cx="4214880" cy="9712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6275931-34F4-CE24-1855-6005774A54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657478" y="1806983"/>
                  <a:ext cx="4232520" cy="9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EE0A99B-6A93-826B-0B5E-4025C98C8A00}"/>
                    </a:ext>
                  </a:extLst>
                </p14:cNvPr>
                <p14:cNvContentPartPr/>
                <p14:nvPr/>
              </p14:nvContentPartPr>
              <p14:xfrm>
                <a:off x="4628318" y="1740743"/>
                <a:ext cx="143280" cy="210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EE0A99B-6A93-826B-0B5E-4025C98C8A0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619318" y="1732103"/>
                  <a:ext cx="1609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93FAB79-2166-3DAF-1CA6-6DA3B0FBE9E7}"/>
                    </a:ext>
                  </a:extLst>
                </p14:cNvPr>
                <p14:cNvContentPartPr/>
                <p14:nvPr/>
              </p14:nvContentPartPr>
              <p14:xfrm>
                <a:off x="5119358" y="2026223"/>
                <a:ext cx="40680" cy="158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93FAB79-2166-3DAF-1CA6-6DA3B0FBE9E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10718" y="2017223"/>
                  <a:ext cx="58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2FA8ED6-8EBC-C3CE-21A9-F2653F5DCCC2}"/>
                    </a:ext>
                  </a:extLst>
                </p14:cNvPr>
                <p14:cNvContentPartPr/>
                <p14:nvPr/>
              </p14:nvContentPartPr>
              <p14:xfrm>
                <a:off x="5250758" y="2035943"/>
                <a:ext cx="93240" cy="148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2FA8ED6-8EBC-C3CE-21A9-F2653F5DCCC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42118" y="2026943"/>
                  <a:ext cx="1108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10F5C5D-E1C9-FB09-7852-4201B68999D4}"/>
                    </a:ext>
                  </a:extLst>
                </p14:cNvPr>
                <p14:cNvContentPartPr/>
                <p14:nvPr/>
              </p14:nvContentPartPr>
              <p14:xfrm>
                <a:off x="5412758" y="2066903"/>
                <a:ext cx="11160" cy="6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10F5C5D-E1C9-FB09-7852-4201B68999D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03758" y="2057903"/>
                  <a:ext cx="288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420F88E-0783-90E8-72A1-52B3BC6C4FF4}"/>
                    </a:ext>
                  </a:extLst>
                </p14:cNvPr>
                <p14:cNvContentPartPr/>
                <p14:nvPr/>
              </p14:nvContentPartPr>
              <p14:xfrm>
                <a:off x="5398718" y="2173103"/>
                <a:ext cx="19440" cy="39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420F88E-0783-90E8-72A1-52B3BC6C4FF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89718" y="2164463"/>
                  <a:ext cx="3708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9A66044-86EB-D160-3F4C-EF86C2FEA088}"/>
                    </a:ext>
                  </a:extLst>
                </p14:cNvPr>
                <p14:cNvContentPartPr/>
                <p14:nvPr/>
              </p14:nvContentPartPr>
              <p14:xfrm>
                <a:off x="5516438" y="2055743"/>
                <a:ext cx="102240" cy="113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9A66044-86EB-D160-3F4C-EF86C2FEA08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507798" y="2047103"/>
                  <a:ext cx="119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307D74E-8C14-4C11-849B-EB8C3952F622}"/>
                    </a:ext>
                  </a:extLst>
                </p14:cNvPr>
                <p14:cNvContentPartPr/>
                <p14:nvPr/>
              </p14:nvContentPartPr>
              <p14:xfrm>
                <a:off x="5698238" y="2043143"/>
                <a:ext cx="117720" cy="1360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307D74E-8C14-4C11-849B-EB8C3952F62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689238" y="2034503"/>
                  <a:ext cx="135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41169CC-36A6-32DA-C4BB-393931C21D8C}"/>
                    </a:ext>
                  </a:extLst>
                </p14:cNvPr>
                <p14:cNvContentPartPr/>
                <p14:nvPr/>
              </p14:nvContentPartPr>
              <p14:xfrm>
                <a:off x="5742878" y="2021543"/>
                <a:ext cx="147240" cy="388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41169CC-36A6-32DA-C4BB-393931C21D8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734238" y="2012903"/>
                  <a:ext cx="1648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8A48504-9264-3A8B-9B1B-457587704C85}"/>
                    </a:ext>
                  </a:extLst>
                </p14:cNvPr>
                <p14:cNvContentPartPr/>
                <p14:nvPr/>
              </p14:nvContentPartPr>
              <p14:xfrm>
                <a:off x="4925318" y="2292983"/>
                <a:ext cx="234360" cy="2628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8A48504-9264-3A8B-9B1B-457587704C8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16318" y="2283983"/>
                  <a:ext cx="2520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B57BDEE-628A-5C03-AD36-819C7DEF7573}"/>
                    </a:ext>
                  </a:extLst>
                </p14:cNvPr>
                <p14:cNvContentPartPr/>
                <p14:nvPr/>
              </p14:nvContentPartPr>
              <p14:xfrm>
                <a:off x="5242478" y="2327903"/>
                <a:ext cx="102960" cy="1461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B57BDEE-628A-5C03-AD36-819C7DEF757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233838" y="2318903"/>
                  <a:ext cx="1206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5F6EB03-3E6F-697F-5BA2-C01FAC6F5CEF}"/>
                    </a:ext>
                  </a:extLst>
                </p14:cNvPr>
                <p14:cNvContentPartPr/>
                <p14:nvPr/>
              </p14:nvContentPartPr>
              <p14:xfrm>
                <a:off x="5405558" y="2310263"/>
                <a:ext cx="97920" cy="92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5F6EB03-3E6F-697F-5BA2-C01FAC6F5CE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396558" y="2301263"/>
                  <a:ext cx="1155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09511DE-1F43-CC9F-3C0D-9BAFD68B775D}"/>
                    </a:ext>
                  </a:extLst>
                </p14:cNvPr>
                <p14:cNvContentPartPr/>
                <p14:nvPr/>
              </p14:nvContentPartPr>
              <p14:xfrm>
                <a:off x="5542718" y="2296943"/>
                <a:ext cx="351360" cy="271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09511DE-1F43-CC9F-3C0D-9BAFD68B775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534078" y="2287943"/>
                  <a:ext cx="369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1438249-CC2E-891C-B484-5D780B0EA223}"/>
                    </a:ext>
                  </a:extLst>
                </p14:cNvPr>
                <p14:cNvContentPartPr/>
                <p14:nvPr/>
              </p14:nvContentPartPr>
              <p14:xfrm>
                <a:off x="4847558" y="678743"/>
                <a:ext cx="12960" cy="223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1438249-CC2E-891C-B484-5D780B0EA22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38558" y="670103"/>
                  <a:ext cx="306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21ECB3C-5BE7-E838-EF95-8032C06E0357}"/>
                    </a:ext>
                  </a:extLst>
                </p14:cNvPr>
                <p14:cNvContentPartPr/>
                <p14:nvPr/>
              </p14:nvContentPartPr>
              <p14:xfrm>
                <a:off x="5003798" y="747863"/>
                <a:ext cx="137880" cy="112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21ECB3C-5BE7-E838-EF95-8032C06E035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995158" y="738863"/>
                  <a:ext cx="155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4AD186F-213A-391C-D9A3-6C2D6C7D784F}"/>
                    </a:ext>
                  </a:extLst>
                </p14:cNvPr>
                <p14:cNvContentPartPr/>
                <p14:nvPr/>
              </p14:nvContentPartPr>
              <p14:xfrm>
                <a:off x="5190998" y="755783"/>
                <a:ext cx="84240" cy="103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4AD186F-213A-391C-D9A3-6C2D6C7D784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181998" y="746783"/>
                  <a:ext cx="1018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31D2307-CB5D-292A-932E-E74B8997BB27}"/>
                    </a:ext>
                  </a:extLst>
                </p14:cNvPr>
                <p14:cNvContentPartPr/>
                <p14:nvPr/>
              </p14:nvContentPartPr>
              <p14:xfrm>
                <a:off x="5353718" y="749663"/>
                <a:ext cx="110880" cy="102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31D2307-CB5D-292A-932E-E74B8997BB2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45078" y="740663"/>
                  <a:ext cx="1285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1E7DA88-C50A-3DA1-8C11-5724178F6822}"/>
                    </a:ext>
                  </a:extLst>
                </p14:cNvPr>
                <p14:cNvContentPartPr/>
                <p14:nvPr/>
              </p14:nvContentPartPr>
              <p14:xfrm>
                <a:off x="5604638" y="764063"/>
                <a:ext cx="184680" cy="129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1E7DA88-C50A-3DA1-8C11-5724178F682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595638" y="755063"/>
                  <a:ext cx="202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86B8606-5024-EAA4-9830-374CE3BA08EF}"/>
                    </a:ext>
                  </a:extLst>
                </p14:cNvPr>
                <p14:cNvContentPartPr/>
                <p14:nvPr/>
              </p14:nvContentPartPr>
              <p14:xfrm>
                <a:off x="5652878" y="708623"/>
                <a:ext cx="29880" cy="172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86B8606-5024-EAA4-9830-374CE3BA08E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644238" y="699623"/>
                  <a:ext cx="47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7CD211-2162-E84A-9DAE-9922B313B926}"/>
                    </a:ext>
                  </a:extLst>
                </p14:cNvPr>
                <p14:cNvContentPartPr/>
                <p14:nvPr/>
              </p14:nvContentPartPr>
              <p14:xfrm>
                <a:off x="5903798" y="657863"/>
                <a:ext cx="158760" cy="225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7CD211-2162-E84A-9DAE-9922B313B92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894798" y="649223"/>
                  <a:ext cx="1764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EA0BEC7-F324-D07C-C1BF-A6E816A24AE6}"/>
                    </a:ext>
                  </a:extLst>
                </p14:cNvPr>
                <p14:cNvContentPartPr/>
                <p14:nvPr/>
              </p14:nvContentPartPr>
              <p14:xfrm>
                <a:off x="6122318" y="741383"/>
                <a:ext cx="230040" cy="121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EA0BEC7-F324-D07C-C1BF-A6E816A24AE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113678" y="732383"/>
                  <a:ext cx="2476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C45BC34-7D47-7EAE-4950-CC7369201397}"/>
                    </a:ext>
                  </a:extLst>
                </p14:cNvPr>
                <p14:cNvContentPartPr/>
                <p14:nvPr/>
              </p14:nvContentPartPr>
              <p14:xfrm>
                <a:off x="9694958" y="2318183"/>
                <a:ext cx="225360" cy="3420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C45BC34-7D47-7EAE-4950-CC736920139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686318" y="2309543"/>
                  <a:ext cx="24300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1A6AB8A-ECF7-7AFF-AB82-CE5D8A33D163}"/>
                    </a:ext>
                  </a:extLst>
                </p14:cNvPr>
                <p14:cNvContentPartPr/>
                <p14:nvPr/>
              </p14:nvContentPartPr>
              <p14:xfrm>
                <a:off x="9955958" y="2350943"/>
                <a:ext cx="147600" cy="2887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1A6AB8A-ECF7-7AFF-AB82-CE5D8A33D16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947318" y="2341943"/>
                  <a:ext cx="1652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8608506-1022-0E51-1028-6C4BA74A6D83}"/>
                    </a:ext>
                  </a:extLst>
                </p14:cNvPr>
                <p14:cNvContentPartPr/>
                <p14:nvPr/>
              </p14:nvContentPartPr>
              <p14:xfrm>
                <a:off x="10176998" y="2501423"/>
                <a:ext cx="34200" cy="142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8608506-1022-0E51-1028-6C4BA74A6D8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68358" y="2492423"/>
                  <a:ext cx="51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F2AEE37-2259-747A-CD50-B06C4CBDFBFC}"/>
                    </a:ext>
                  </a:extLst>
                </p14:cNvPr>
                <p14:cNvContentPartPr/>
                <p14:nvPr/>
              </p14:nvContentPartPr>
              <p14:xfrm>
                <a:off x="10233518" y="2394143"/>
                <a:ext cx="360" cy="48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F2AEE37-2259-747A-CD50-B06C4CBDFBF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224878" y="2385503"/>
                  <a:ext cx="18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3ABC2F1-A61F-EC78-7CF5-6A0E9CBD29ED}"/>
                    </a:ext>
                  </a:extLst>
                </p14:cNvPr>
                <p14:cNvContentPartPr/>
                <p14:nvPr/>
              </p14:nvContentPartPr>
              <p14:xfrm>
                <a:off x="10334318" y="2560823"/>
                <a:ext cx="127440" cy="13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3ABC2F1-A61F-EC78-7CF5-6A0E9CBD29E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325318" y="2552183"/>
                  <a:ext cx="145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1F217FD-8D19-4D74-6226-0BDCBA9FF1C7}"/>
                    </a:ext>
                  </a:extLst>
                </p14:cNvPr>
                <p14:cNvContentPartPr/>
                <p14:nvPr/>
              </p14:nvContentPartPr>
              <p14:xfrm>
                <a:off x="10567958" y="2417183"/>
                <a:ext cx="649440" cy="239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1F217FD-8D19-4D74-6226-0BDCBA9FF1C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558958" y="2408543"/>
                  <a:ext cx="6670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AA5CD40-9B48-2830-D12E-65D889D06094}"/>
                    </a:ext>
                  </a:extLst>
                </p14:cNvPr>
                <p14:cNvContentPartPr/>
                <p14:nvPr/>
              </p14:nvContentPartPr>
              <p14:xfrm>
                <a:off x="11193278" y="2523383"/>
                <a:ext cx="242280" cy="108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AA5CD40-9B48-2830-D12E-65D889D0609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184638" y="2514743"/>
                  <a:ext cx="259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1BF9B1D-8061-37D2-B752-E422488CC45A}"/>
                    </a:ext>
                  </a:extLst>
                </p14:cNvPr>
                <p14:cNvContentPartPr/>
                <p14:nvPr/>
              </p14:nvContentPartPr>
              <p14:xfrm>
                <a:off x="11437358" y="2395943"/>
                <a:ext cx="36720" cy="241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1BF9B1D-8061-37D2-B752-E422488CC45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428358" y="2386943"/>
                  <a:ext cx="543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8EBCA6D-A712-8E13-5335-BA57919EAFA9}"/>
                    </a:ext>
                  </a:extLst>
                </p14:cNvPr>
                <p14:cNvContentPartPr/>
                <p14:nvPr/>
              </p14:nvContentPartPr>
              <p14:xfrm>
                <a:off x="11498198" y="2530223"/>
                <a:ext cx="122760" cy="1450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8EBCA6D-A712-8E13-5335-BA57919EAFA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489198" y="2521223"/>
                  <a:ext cx="1404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92BC075-10B3-17C7-8EC7-11C5CE52783D}"/>
                    </a:ext>
                  </a:extLst>
                </p14:cNvPr>
                <p14:cNvContentPartPr/>
                <p14:nvPr/>
              </p14:nvContentPartPr>
              <p14:xfrm>
                <a:off x="11670638" y="2545343"/>
                <a:ext cx="55080" cy="127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92BC075-10B3-17C7-8EC7-11C5CE52783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661998" y="2536703"/>
                  <a:ext cx="727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6ABCAC3-4323-7A3D-F3D5-53D958D6A572}"/>
                    </a:ext>
                  </a:extLst>
                </p14:cNvPr>
                <p14:cNvContentPartPr/>
                <p14:nvPr/>
              </p14:nvContentPartPr>
              <p14:xfrm>
                <a:off x="11811038" y="2464703"/>
                <a:ext cx="138960" cy="199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6ABCAC3-4323-7A3D-F3D5-53D958D6A57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802038" y="2456063"/>
                  <a:ext cx="1566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3BD3D29-68D4-D665-0CF3-23DE56973633}"/>
                    </a:ext>
                  </a:extLst>
                </p14:cNvPr>
                <p14:cNvContentPartPr/>
                <p14:nvPr/>
              </p14:nvContentPartPr>
              <p14:xfrm>
                <a:off x="945878" y="4249223"/>
                <a:ext cx="534240" cy="49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3BD3D29-68D4-D665-0CF3-23DE5697363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36878" y="4240583"/>
                  <a:ext cx="551880" cy="51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EE63368-BAAF-F4B7-19E8-9D7527408B07}"/>
                    </a:ext>
                  </a:extLst>
                </p14:cNvPr>
                <p14:cNvContentPartPr/>
                <p14:nvPr/>
              </p14:nvContentPartPr>
              <p14:xfrm>
                <a:off x="979358" y="4728383"/>
                <a:ext cx="417600" cy="339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EE63368-BAAF-F4B7-19E8-9D7527408B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70358" y="4719383"/>
                  <a:ext cx="4352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46259C8-009C-591B-4AE3-839DAC568B49}"/>
                    </a:ext>
                  </a:extLst>
                </p14:cNvPr>
                <p14:cNvContentPartPr/>
                <p14:nvPr/>
              </p14:nvContentPartPr>
              <p14:xfrm>
                <a:off x="1095638" y="4599503"/>
                <a:ext cx="173880" cy="83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46259C8-009C-591B-4AE3-839DAC568B4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86998" y="4590863"/>
                  <a:ext cx="1915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8A94417-C288-2C51-8C35-883B57F79F86}"/>
                    </a:ext>
                  </a:extLst>
                </p14:cNvPr>
                <p14:cNvContentPartPr/>
                <p14:nvPr/>
              </p14:nvContentPartPr>
              <p14:xfrm>
                <a:off x="1133438" y="4503023"/>
                <a:ext cx="36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8A94417-C288-2C51-8C35-883B57F79F8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24798" y="449402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9DEBFC8-EE89-FB7D-503A-540382A657BA}"/>
                    </a:ext>
                  </a:extLst>
                </p14:cNvPr>
                <p14:cNvContentPartPr/>
                <p14:nvPr/>
              </p14:nvContentPartPr>
              <p14:xfrm>
                <a:off x="1277438" y="4496903"/>
                <a:ext cx="1440" cy="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9DEBFC8-EE89-FB7D-503A-540382A657B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268798" y="4487903"/>
                  <a:ext cx="19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330D08B-4161-ED1E-E5C5-21F69310EBC4}"/>
                    </a:ext>
                  </a:extLst>
                </p14:cNvPr>
                <p14:cNvContentPartPr/>
                <p14:nvPr/>
              </p14:nvContentPartPr>
              <p14:xfrm>
                <a:off x="901598" y="4279103"/>
                <a:ext cx="207000" cy="117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330D08B-4161-ED1E-E5C5-21F69310EBC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92598" y="4270463"/>
                  <a:ext cx="2246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AF73BBA-C472-12EA-DEF3-EE22E8620A01}"/>
                    </a:ext>
                  </a:extLst>
                </p14:cNvPr>
                <p14:cNvContentPartPr/>
                <p14:nvPr/>
              </p14:nvContentPartPr>
              <p14:xfrm>
                <a:off x="873158" y="4161023"/>
                <a:ext cx="235440" cy="97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AF73BBA-C472-12EA-DEF3-EE22E8620A0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64158" y="4152383"/>
                  <a:ext cx="253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B778CEC-9EA4-D7BC-DBD9-CDDB3D098602}"/>
                    </a:ext>
                  </a:extLst>
                </p14:cNvPr>
                <p14:cNvContentPartPr/>
                <p14:nvPr/>
              </p14:nvContentPartPr>
              <p14:xfrm>
                <a:off x="1098518" y="4065623"/>
                <a:ext cx="85320" cy="181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B778CEC-9EA4-D7BC-DBD9-CDDB3D09860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89518" y="4056623"/>
                  <a:ext cx="1029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906D502-1CB5-1FA8-22DE-662784545377}"/>
                    </a:ext>
                  </a:extLst>
                </p14:cNvPr>
                <p14:cNvContentPartPr/>
                <p14:nvPr/>
              </p14:nvContentPartPr>
              <p14:xfrm>
                <a:off x="1153958" y="4078223"/>
                <a:ext cx="74160" cy="155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906D502-1CB5-1FA8-22DE-66278454537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44958" y="4069223"/>
                  <a:ext cx="918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4D86DCE-A61C-20DC-ED0A-F483D1999CC4}"/>
                    </a:ext>
                  </a:extLst>
                </p14:cNvPr>
                <p14:cNvContentPartPr/>
                <p14:nvPr/>
              </p14:nvContentPartPr>
              <p14:xfrm>
                <a:off x="1274198" y="3967703"/>
                <a:ext cx="72720" cy="241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4D86DCE-A61C-20DC-ED0A-F483D1999CC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265198" y="3958703"/>
                  <a:ext cx="903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9CEE1E6-2CFE-8A6D-FA46-1EDA4C864313}"/>
                    </a:ext>
                  </a:extLst>
                </p14:cNvPr>
                <p14:cNvContentPartPr/>
                <p14:nvPr/>
              </p14:nvContentPartPr>
              <p14:xfrm>
                <a:off x="1284998" y="3953663"/>
                <a:ext cx="73800" cy="267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9CEE1E6-2CFE-8A6D-FA46-1EDA4C86431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275998" y="3945023"/>
                  <a:ext cx="914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0AC7EA4-18D2-74A5-88A3-6C4663EF6A7C}"/>
                    </a:ext>
                  </a:extLst>
                </p14:cNvPr>
                <p14:cNvContentPartPr/>
                <p14:nvPr/>
              </p14:nvContentPartPr>
              <p14:xfrm>
                <a:off x="1167638" y="3977783"/>
                <a:ext cx="166320" cy="218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0AC7EA4-18D2-74A5-88A3-6C4663EF6A7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58998" y="3968783"/>
                  <a:ext cx="183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6FE125F-523A-C506-9610-43CFDE76C194}"/>
                    </a:ext>
                  </a:extLst>
                </p14:cNvPr>
                <p14:cNvContentPartPr/>
                <p14:nvPr/>
              </p14:nvContentPartPr>
              <p14:xfrm>
                <a:off x="1088798" y="4104503"/>
                <a:ext cx="132480" cy="60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6FE125F-523A-C506-9610-43CFDE76C19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80158" y="4095503"/>
                  <a:ext cx="1501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E0E375F-644D-28BE-C965-F415BEAB2727}"/>
                    </a:ext>
                  </a:extLst>
                </p14:cNvPr>
                <p14:cNvContentPartPr/>
                <p14:nvPr/>
              </p14:nvContentPartPr>
              <p14:xfrm>
                <a:off x="783158" y="4071743"/>
                <a:ext cx="507240" cy="364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E0E375F-644D-28BE-C965-F415BEAB272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74158" y="4062743"/>
                  <a:ext cx="52488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83E0FC2-A2F3-5A90-B2BE-05C69FBD3EDE}"/>
                    </a:ext>
                  </a:extLst>
                </p14:cNvPr>
                <p14:cNvContentPartPr/>
                <p14:nvPr/>
              </p14:nvContentPartPr>
              <p14:xfrm>
                <a:off x="864158" y="4073183"/>
                <a:ext cx="388440" cy="469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83E0FC2-A2F3-5A90-B2BE-05C69FBD3ED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55518" y="4064183"/>
                  <a:ext cx="40608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FB3FAD2-4913-DC6F-E808-A8FA18CFAA17}"/>
                    </a:ext>
                  </a:extLst>
                </p14:cNvPr>
                <p14:cNvContentPartPr/>
                <p14:nvPr/>
              </p14:nvContentPartPr>
              <p14:xfrm>
                <a:off x="844358" y="4070663"/>
                <a:ext cx="289440" cy="605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FB3FAD2-4913-DC6F-E808-A8FA18CFAA1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35718" y="4062023"/>
                  <a:ext cx="307080" cy="62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E8A0252-8495-BA1C-2EF4-7657078F2E9B}"/>
                    </a:ext>
                  </a:extLst>
                </p14:cNvPr>
                <p14:cNvContentPartPr/>
                <p14:nvPr/>
              </p14:nvContentPartPr>
              <p14:xfrm>
                <a:off x="871358" y="4265063"/>
                <a:ext cx="62280" cy="415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E8A0252-8495-BA1C-2EF4-7657078F2E9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62718" y="4256063"/>
                  <a:ext cx="7992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FDFDB4E-E052-9C5C-99C5-271DE4E6B854}"/>
                    </a:ext>
                  </a:extLst>
                </p14:cNvPr>
                <p14:cNvContentPartPr/>
                <p14:nvPr/>
              </p14:nvContentPartPr>
              <p14:xfrm>
                <a:off x="744638" y="5255783"/>
                <a:ext cx="194760" cy="186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FDFDB4E-E052-9C5C-99C5-271DE4E6B85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35998" y="5246783"/>
                  <a:ext cx="212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7021E05-5984-8E5D-0922-F82212B8D212}"/>
                    </a:ext>
                  </a:extLst>
                </p14:cNvPr>
                <p14:cNvContentPartPr/>
                <p14:nvPr/>
              </p14:nvContentPartPr>
              <p14:xfrm>
                <a:off x="982958" y="5278823"/>
                <a:ext cx="138240" cy="122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7021E05-5984-8E5D-0922-F82212B8D21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74318" y="5270183"/>
                  <a:ext cx="1558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8923B4E-7373-7A4C-03D6-FECF373E2C8C}"/>
                    </a:ext>
                  </a:extLst>
                </p14:cNvPr>
                <p14:cNvContentPartPr/>
                <p14:nvPr/>
              </p14:nvContentPartPr>
              <p14:xfrm>
                <a:off x="1194998" y="5273783"/>
                <a:ext cx="94680" cy="145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8923B4E-7373-7A4C-03D6-FECF373E2C8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85998" y="5264783"/>
                  <a:ext cx="112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C57AF48-3704-D609-1D1D-8F7A47805D37}"/>
                    </a:ext>
                  </a:extLst>
                </p14:cNvPr>
                <p14:cNvContentPartPr/>
                <p14:nvPr/>
              </p14:nvContentPartPr>
              <p14:xfrm>
                <a:off x="1340798" y="5287103"/>
                <a:ext cx="271800" cy="368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C57AF48-3704-D609-1D1D-8F7A47805D3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331798" y="5278463"/>
                  <a:ext cx="2894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373EB57-DD79-2F41-0E22-1C219E6A7D3A}"/>
                    </a:ext>
                  </a:extLst>
                </p14:cNvPr>
                <p14:cNvContentPartPr/>
                <p14:nvPr/>
              </p14:nvContentPartPr>
              <p14:xfrm>
                <a:off x="1711238" y="5262983"/>
                <a:ext cx="189720" cy="12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373EB57-DD79-2F41-0E22-1C219E6A7D3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702598" y="5254343"/>
                  <a:ext cx="207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0CDB53D-46C4-59B3-01E8-3E93309003FE}"/>
                    </a:ext>
                  </a:extLst>
                </p14:cNvPr>
                <p14:cNvContentPartPr/>
                <p14:nvPr/>
              </p14:nvContentPartPr>
              <p14:xfrm>
                <a:off x="1824278" y="4552703"/>
                <a:ext cx="529200" cy="25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0CDB53D-46C4-59B3-01E8-3E93309003F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815638" y="4544063"/>
                  <a:ext cx="5468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6EA3B57-836D-FCE1-73B8-AEBB4FD3BB6F}"/>
                    </a:ext>
                  </a:extLst>
                </p14:cNvPr>
                <p14:cNvContentPartPr/>
                <p14:nvPr/>
              </p14:nvContentPartPr>
              <p14:xfrm>
                <a:off x="2192918" y="4438583"/>
                <a:ext cx="156960" cy="226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6EA3B57-836D-FCE1-73B8-AEBB4FD3BB6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183918" y="4429943"/>
                  <a:ext cx="1746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F10A64E-CC69-12C0-53F9-E1D19593B8F4}"/>
                    </a:ext>
                  </a:extLst>
                </p14:cNvPr>
                <p14:cNvContentPartPr/>
                <p14:nvPr/>
              </p14:nvContentPartPr>
              <p14:xfrm>
                <a:off x="2611238" y="4257863"/>
                <a:ext cx="2313720" cy="8902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F10A64E-CC69-12C0-53F9-E1D19593B8F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602598" y="4249223"/>
                  <a:ext cx="2331360" cy="90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793954E-77F6-83C9-2A40-4E1D5F7842B9}"/>
                    </a:ext>
                  </a:extLst>
                </p14:cNvPr>
                <p14:cNvContentPartPr/>
                <p14:nvPr/>
              </p14:nvContentPartPr>
              <p14:xfrm>
                <a:off x="2679278" y="4265423"/>
                <a:ext cx="1910160" cy="972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793954E-77F6-83C9-2A40-4E1D5F7842B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670638" y="4256423"/>
                  <a:ext cx="1927800" cy="9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258D1A0-858F-899D-5EE7-B97B2BA0DCF8}"/>
                    </a:ext>
                  </a:extLst>
                </p14:cNvPr>
                <p14:cNvContentPartPr/>
                <p14:nvPr/>
              </p14:nvContentPartPr>
              <p14:xfrm>
                <a:off x="2831198" y="4605983"/>
                <a:ext cx="655560" cy="300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258D1A0-858F-899D-5EE7-B97B2BA0DCF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822558" y="4596983"/>
                  <a:ext cx="6732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BDF3B1A-31C1-E62F-5B95-2CF8FEFD94A1}"/>
                    </a:ext>
                  </a:extLst>
                </p14:cNvPr>
                <p14:cNvContentPartPr/>
                <p14:nvPr/>
              </p14:nvContentPartPr>
              <p14:xfrm>
                <a:off x="3545798" y="4612823"/>
                <a:ext cx="332640" cy="289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BDF3B1A-31C1-E62F-5B95-2CF8FEFD94A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537158" y="4604183"/>
                  <a:ext cx="3502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0139BA7-2964-9375-967D-8082F8C180C7}"/>
                    </a:ext>
                  </a:extLst>
                </p14:cNvPr>
                <p14:cNvContentPartPr/>
                <p14:nvPr/>
              </p14:nvContentPartPr>
              <p14:xfrm>
                <a:off x="3984278" y="4590503"/>
                <a:ext cx="107280" cy="249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0139BA7-2964-9375-967D-8082F8C180C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975278" y="4581863"/>
                  <a:ext cx="1249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4DDB702-0498-D7DD-C0AB-7FDEF7B798E5}"/>
                    </a:ext>
                  </a:extLst>
                </p14:cNvPr>
                <p14:cNvContentPartPr/>
                <p14:nvPr/>
              </p14:nvContentPartPr>
              <p14:xfrm>
                <a:off x="4473878" y="4049423"/>
                <a:ext cx="4589280" cy="5414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4DDB702-0498-D7DD-C0AB-7FDEF7B798E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465238" y="4040423"/>
                  <a:ext cx="460692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79CD389-5427-060F-6B7A-DC12B9018BCE}"/>
                    </a:ext>
                  </a:extLst>
                </p14:cNvPr>
                <p14:cNvContentPartPr/>
                <p14:nvPr/>
              </p14:nvContentPartPr>
              <p14:xfrm>
                <a:off x="8924558" y="3952943"/>
                <a:ext cx="217440" cy="190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79CD389-5427-060F-6B7A-DC12B9018BC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915918" y="3943943"/>
                  <a:ext cx="2350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323BE28-6069-680F-3266-CE57495A8C9C}"/>
                    </a:ext>
                  </a:extLst>
                </p14:cNvPr>
                <p14:cNvContentPartPr/>
                <p14:nvPr/>
              </p14:nvContentPartPr>
              <p14:xfrm>
                <a:off x="9184118" y="3901103"/>
                <a:ext cx="522720" cy="146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323BE28-6069-680F-3266-CE57495A8C9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175118" y="3892463"/>
                  <a:ext cx="5403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08EF7B1-7C0C-266B-04DE-A863A7F3255E}"/>
                    </a:ext>
                  </a:extLst>
                </p14:cNvPr>
                <p14:cNvContentPartPr/>
                <p14:nvPr/>
              </p14:nvContentPartPr>
              <p14:xfrm>
                <a:off x="9306518" y="3907943"/>
                <a:ext cx="384840" cy="1040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08EF7B1-7C0C-266B-04DE-A863A7F3255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297518" y="3898943"/>
                  <a:ext cx="4024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8291009-FF91-B467-D43F-525F539075BA}"/>
                    </a:ext>
                  </a:extLst>
                </p14:cNvPr>
                <p14:cNvContentPartPr/>
                <p14:nvPr/>
              </p14:nvContentPartPr>
              <p14:xfrm>
                <a:off x="9237398" y="3977063"/>
                <a:ext cx="15120" cy="360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8291009-FF91-B467-D43F-525F539075B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228758" y="3968063"/>
                  <a:ext cx="3276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D39AF08-3189-51FD-B8D8-DFE8B3A089CA}"/>
                    </a:ext>
                  </a:extLst>
                </p14:cNvPr>
                <p14:cNvContentPartPr/>
                <p14:nvPr/>
              </p14:nvContentPartPr>
              <p14:xfrm>
                <a:off x="9250358" y="4377383"/>
                <a:ext cx="40680" cy="28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D39AF08-3189-51FD-B8D8-DFE8B3A089CA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241718" y="4368743"/>
                  <a:ext cx="583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15E5F04-4238-C73E-E3E1-3376C09E136E}"/>
                    </a:ext>
                  </a:extLst>
                </p14:cNvPr>
                <p14:cNvContentPartPr/>
                <p14:nvPr/>
              </p14:nvContentPartPr>
              <p14:xfrm>
                <a:off x="9600998" y="4376663"/>
                <a:ext cx="118080" cy="14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15E5F04-4238-C73E-E3E1-3376C09E136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591998" y="4367663"/>
                  <a:ext cx="135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4C2B678-9E2A-FFD5-BB97-01F15CD66735}"/>
                    </a:ext>
                  </a:extLst>
                </p14:cNvPr>
                <p14:cNvContentPartPr/>
                <p14:nvPr/>
              </p14:nvContentPartPr>
              <p14:xfrm>
                <a:off x="9689198" y="3975263"/>
                <a:ext cx="43200" cy="4338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4C2B678-9E2A-FFD5-BB97-01F15CD6673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680558" y="3966263"/>
                  <a:ext cx="6084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B863FCB-1C87-AEC0-352C-8439957FF065}"/>
                    </a:ext>
                  </a:extLst>
                </p14:cNvPr>
                <p14:cNvContentPartPr/>
                <p14:nvPr/>
              </p14:nvContentPartPr>
              <p14:xfrm>
                <a:off x="9409478" y="4340303"/>
                <a:ext cx="365400" cy="237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B863FCB-1C87-AEC0-352C-8439957FF065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400478" y="4331303"/>
                  <a:ext cx="383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0CB9AC0-0B09-6FDC-2B4E-C265B163C1CC}"/>
                    </a:ext>
                  </a:extLst>
                </p14:cNvPr>
                <p14:cNvContentPartPr/>
                <p14:nvPr/>
              </p14:nvContentPartPr>
              <p14:xfrm>
                <a:off x="10001678" y="4048343"/>
                <a:ext cx="186840" cy="202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0CB9AC0-0B09-6FDC-2B4E-C265B163C1C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993038" y="4039343"/>
                  <a:ext cx="2044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FBB4A34-E5D7-CD6C-E8C1-7A1BC3A0FC45}"/>
                    </a:ext>
                  </a:extLst>
                </p14:cNvPr>
                <p14:cNvContentPartPr/>
                <p14:nvPr/>
              </p14:nvContentPartPr>
              <p14:xfrm>
                <a:off x="10247198" y="4036463"/>
                <a:ext cx="219960" cy="2055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FBB4A34-E5D7-CD6C-E8C1-7A1BC3A0FC45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238558" y="4027823"/>
                  <a:ext cx="2376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DB2745B-A97F-73B6-4CE0-B55F8D52C922}"/>
                    </a:ext>
                  </a:extLst>
                </p14:cNvPr>
                <p14:cNvContentPartPr/>
                <p14:nvPr/>
              </p14:nvContentPartPr>
              <p14:xfrm>
                <a:off x="10444838" y="4036103"/>
                <a:ext cx="27000" cy="35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DB2745B-A97F-73B6-4CE0-B55F8D52C92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435838" y="4027103"/>
                  <a:ext cx="44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CE93110-EE6F-EC2F-4B42-B4A4ED3CC83D}"/>
                    </a:ext>
                  </a:extLst>
                </p14:cNvPr>
                <p14:cNvContentPartPr/>
                <p14:nvPr/>
              </p14:nvContentPartPr>
              <p14:xfrm>
                <a:off x="10576598" y="4145903"/>
                <a:ext cx="70920" cy="3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CE93110-EE6F-EC2F-4B42-B4A4ED3CC83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567598" y="4137263"/>
                  <a:ext cx="885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C420383-70A7-462B-5E9D-01B713A2FC85}"/>
                    </a:ext>
                  </a:extLst>
                </p14:cNvPr>
                <p14:cNvContentPartPr/>
                <p14:nvPr/>
              </p14:nvContentPartPr>
              <p14:xfrm>
                <a:off x="10770278" y="4030703"/>
                <a:ext cx="573480" cy="2228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C420383-70A7-462B-5E9D-01B713A2FC8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761278" y="4022063"/>
                  <a:ext cx="5911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C1B00A2-CE0B-8075-A61F-92DC013B965C}"/>
                    </a:ext>
                  </a:extLst>
                </p14:cNvPr>
                <p14:cNvContentPartPr/>
                <p14:nvPr/>
              </p14:nvContentPartPr>
              <p14:xfrm>
                <a:off x="11291918" y="4113143"/>
                <a:ext cx="244800" cy="1414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C1B00A2-CE0B-8075-A61F-92DC013B965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283278" y="4104143"/>
                  <a:ext cx="2624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9B5EBB4-5CD0-8F58-A0B6-A5332CDD0D60}"/>
                    </a:ext>
                  </a:extLst>
                </p14:cNvPr>
                <p14:cNvContentPartPr/>
                <p14:nvPr/>
              </p14:nvContentPartPr>
              <p14:xfrm>
                <a:off x="11530958" y="4007303"/>
                <a:ext cx="37080" cy="327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9B5EBB4-5CD0-8F58-A0B6-A5332CDD0D6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521958" y="3998303"/>
                  <a:ext cx="54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1A9C00D-33A3-C4AE-2F62-9559AE8A5B6B}"/>
                    </a:ext>
                  </a:extLst>
                </p14:cNvPr>
                <p14:cNvContentPartPr/>
                <p14:nvPr/>
              </p14:nvContentPartPr>
              <p14:xfrm>
                <a:off x="11579918" y="4101263"/>
                <a:ext cx="119160" cy="1476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1A9C00D-33A3-C4AE-2F62-9559AE8A5B6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571278" y="4092263"/>
                  <a:ext cx="1368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D230297-FE9C-447E-B91A-F5B5CC133C4A}"/>
                    </a:ext>
                  </a:extLst>
                </p14:cNvPr>
                <p14:cNvContentPartPr/>
                <p14:nvPr/>
              </p14:nvContentPartPr>
              <p14:xfrm>
                <a:off x="4752878" y="4182263"/>
                <a:ext cx="4491720" cy="8096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D230297-FE9C-447E-B91A-F5B5CC133C4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743878" y="4173623"/>
                  <a:ext cx="4509360" cy="82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C38D8C7-1DB8-A78E-E021-DDC5A86CD4A0}"/>
                    </a:ext>
                  </a:extLst>
                </p14:cNvPr>
                <p14:cNvContentPartPr/>
                <p14:nvPr/>
              </p14:nvContentPartPr>
              <p14:xfrm>
                <a:off x="4666838" y="4818743"/>
                <a:ext cx="182160" cy="254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C38D8C7-1DB8-A78E-E021-DDC5A86CD4A0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658198" y="4809743"/>
                  <a:ext cx="199800" cy="27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0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92AA2931-853A-434B-3245-46E773FF9620}"/>
                  </a:ext>
                </a:extLst>
              </p14:cNvPr>
              <p14:cNvContentPartPr/>
              <p14:nvPr/>
            </p14:nvContentPartPr>
            <p14:xfrm>
              <a:off x="7565558" y="5648903"/>
              <a:ext cx="360" cy="36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92AA2931-853A-434B-3245-46E773FF9620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7556918" y="5640263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026" name="Picture 2" descr="PNG Mickey Mouse Disney Round Logo | Citypng">
            <a:extLst>
              <a:ext uri="{FF2B5EF4-FFF2-40B4-BE49-F238E27FC236}">
                <a16:creationId xmlns:a16="http://schemas.microsoft.com/office/drawing/2014/main" id="{DEDB62D9-B2D4-A2EA-45E3-94F4A10FB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6740" y="2780928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onald duck cartoon 22026266 Vector Art at Vecteezy">
            <a:extLst>
              <a:ext uri="{FF2B5EF4-FFF2-40B4-BE49-F238E27FC236}">
                <a16:creationId xmlns:a16="http://schemas.microsoft.com/office/drawing/2014/main" id="{46010C6D-1E6A-668E-8F6A-1479DAB4A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4772" y="4123778"/>
            <a:ext cx="503590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232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CD82-A205-2FCA-FF58-EC90123D0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5808786-BEA9-015C-B081-B7AE3FD6E31E}"/>
              </a:ext>
            </a:extLst>
          </p:cNvPr>
          <p:cNvGrpSpPr/>
          <p:nvPr/>
        </p:nvGrpSpPr>
        <p:grpSpPr>
          <a:xfrm>
            <a:off x="653918" y="1135583"/>
            <a:ext cx="6542640" cy="5453280"/>
            <a:chOff x="653918" y="1135583"/>
            <a:chExt cx="6542640" cy="545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45876FD-4EE7-53DD-0A34-4EA8E52EDDC9}"/>
                    </a:ext>
                  </a:extLst>
                </p14:cNvPr>
                <p14:cNvContentPartPr/>
                <p14:nvPr/>
              </p14:nvContentPartPr>
              <p14:xfrm>
                <a:off x="974678" y="5219063"/>
                <a:ext cx="615960" cy="305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45876FD-4EE7-53DD-0A34-4EA8E52EDDC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65678" y="5210063"/>
                  <a:ext cx="6336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8ADA170-2A25-6F1E-FA2A-A8D189F3FF2B}"/>
                    </a:ext>
                  </a:extLst>
                </p14:cNvPr>
                <p14:cNvContentPartPr/>
                <p14:nvPr/>
              </p14:nvContentPartPr>
              <p14:xfrm>
                <a:off x="849758" y="5402663"/>
                <a:ext cx="725760" cy="665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8ADA170-2A25-6F1E-FA2A-A8D189F3FF2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1118" y="5393663"/>
                  <a:ext cx="743400" cy="68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A70A3F1-7B63-7549-2C14-5AC7EECC9950}"/>
                    </a:ext>
                  </a:extLst>
                </p14:cNvPr>
                <p14:cNvContentPartPr/>
                <p14:nvPr/>
              </p14:nvContentPartPr>
              <p14:xfrm>
                <a:off x="653918" y="6264143"/>
                <a:ext cx="316800" cy="306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A70A3F1-7B63-7549-2C14-5AC7EECC995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45278" y="6255503"/>
                  <a:ext cx="3344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0B438A0-929E-76AE-27EE-A8BDE0052886}"/>
                    </a:ext>
                  </a:extLst>
                </p14:cNvPr>
                <p14:cNvContentPartPr/>
                <p14:nvPr/>
              </p14:nvContentPartPr>
              <p14:xfrm>
                <a:off x="933998" y="6304823"/>
                <a:ext cx="198360" cy="284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0B438A0-929E-76AE-27EE-A8BDE00528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25358" y="6296183"/>
                  <a:ext cx="2160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01B7007-8614-F0DD-1DE1-EF72969AF354}"/>
                    </a:ext>
                  </a:extLst>
                </p14:cNvPr>
                <p14:cNvContentPartPr/>
                <p14:nvPr/>
              </p14:nvContentPartPr>
              <p14:xfrm>
                <a:off x="1108238" y="6310223"/>
                <a:ext cx="70920" cy="226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01B7007-8614-F0DD-1DE1-EF72969AF35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99238" y="6301583"/>
                  <a:ext cx="88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100088D-672F-5AF1-BC0B-2D08E6F0DE5C}"/>
                    </a:ext>
                  </a:extLst>
                </p14:cNvPr>
                <p14:cNvContentPartPr/>
                <p14:nvPr/>
              </p14:nvContentPartPr>
              <p14:xfrm>
                <a:off x="1259798" y="6345863"/>
                <a:ext cx="42840" cy="155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100088D-672F-5AF1-BC0B-2D08E6F0DE5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51158" y="6336863"/>
                  <a:ext cx="60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2D3EC2A-315F-2D67-2F3B-27142F474564}"/>
                    </a:ext>
                  </a:extLst>
                </p14:cNvPr>
                <p14:cNvContentPartPr/>
                <p14:nvPr/>
              </p14:nvContentPartPr>
              <p14:xfrm>
                <a:off x="1331798" y="6253703"/>
                <a:ext cx="8640" cy="21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2D3EC2A-315F-2D67-2F3B-27142F4745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23158" y="6245063"/>
                  <a:ext cx="262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7DAB87-3CAB-BFA5-14AF-CD0D9E078D24}"/>
                    </a:ext>
                  </a:extLst>
                </p14:cNvPr>
                <p14:cNvContentPartPr/>
                <p14:nvPr/>
              </p14:nvContentPartPr>
              <p14:xfrm>
                <a:off x="1396238" y="6275303"/>
                <a:ext cx="6480" cy="178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37DAB87-3CAB-BFA5-14AF-CD0D9E078D2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87598" y="6266663"/>
                  <a:ext cx="241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824D6A0-A2E0-0F42-C161-A961C59C16E8}"/>
                    </a:ext>
                  </a:extLst>
                </p14:cNvPr>
                <p14:cNvContentPartPr/>
                <p14:nvPr/>
              </p14:nvContentPartPr>
              <p14:xfrm>
                <a:off x="1402358" y="6301943"/>
                <a:ext cx="183600" cy="136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824D6A0-A2E0-0F42-C161-A961C59C16E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93718" y="6293303"/>
                  <a:ext cx="201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0D0AA65-053A-A578-7CD2-6AF414E3A4BB}"/>
                    </a:ext>
                  </a:extLst>
                </p14:cNvPr>
                <p14:cNvContentPartPr/>
                <p14:nvPr/>
              </p14:nvContentPartPr>
              <p14:xfrm>
                <a:off x="2862518" y="5028623"/>
                <a:ext cx="2487960" cy="937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0D0AA65-053A-A578-7CD2-6AF414E3A4B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53518" y="5019623"/>
                  <a:ext cx="2505600" cy="9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95A9584-7023-7A3A-0582-0417EEC765FC}"/>
                    </a:ext>
                  </a:extLst>
                </p14:cNvPr>
                <p14:cNvContentPartPr/>
                <p14:nvPr/>
              </p14:nvContentPartPr>
              <p14:xfrm>
                <a:off x="5102798" y="5180543"/>
                <a:ext cx="163800" cy="49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95A9584-7023-7A3A-0582-0417EEC765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93798" y="5171543"/>
                  <a:ext cx="18144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B13D35-CFBF-029F-AC2E-1B4D1B7EE5BA}"/>
                    </a:ext>
                  </a:extLst>
                </p14:cNvPr>
                <p14:cNvContentPartPr/>
                <p14:nvPr/>
              </p14:nvContentPartPr>
              <p14:xfrm>
                <a:off x="3572798" y="6079823"/>
                <a:ext cx="335160" cy="353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B13D35-CFBF-029F-AC2E-1B4D1B7EE5B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63798" y="6071183"/>
                  <a:ext cx="3528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A188F04-295C-B41E-2AAF-C0BEE1736443}"/>
                    </a:ext>
                  </a:extLst>
                </p14:cNvPr>
                <p14:cNvContentPartPr/>
                <p14:nvPr/>
              </p14:nvContentPartPr>
              <p14:xfrm>
                <a:off x="4044038" y="6125543"/>
                <a:ext cx="123840" cy="308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A188F04-295C-B41E-2AAF-C0BEE173644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35038" y="6116543"/>
                  <a:ext cx="14148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B568359-B0FA-55B8-9944-2A296B985523}"/>
                    </a:ext>
                  </a:extLst>
                </p14:cNvPr>
                <p14:cNvContentPartPr/>
                <p14:nvPr/>
              </p14:nvContentPartPr>
              <p14:xfrm>
                <a:off x="4089398" y="6116183"/>
                <a:ext cx="457200" cy="282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B568359-B0FA-55B8-9944-2A296B98552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80758" y="6107543"/>
                  <a:ext cx="4748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5BFD344-41C2-8F86-3FE9-AFDF981E4353}"/>
                    </a:ext>
                  </a:extLst>
                </p14:cNvPr>
                <p14:cNvContentPartPr/>
                <p14:nvPr/>
              </p14:nvContentPartPr>
              <p14:xfrm>
                <a:off x="4640198" y="6040943"/>
                <a:ext cx="177120" cy="279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5BFD344-41C2-8F86-3FE9-AFDF981E435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31198" y="6032303"/>
                  <a:ext cx="1947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790F7A6-1197-AF12-F4E9-C9EE05E271EC}"/>
                    </a:ext>
                  </a:extLst>
                </p14:cNvPr>
                <p14:cNvContentPartPr/>
                <p14:nvPr/>
              </p14:nvContentPartPr>
              <p14:xfrm>
                <a:off x="4728398" y="6213743"/>
                <a:ext cx="170280" cy="131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790F7A6-1197-AF12-F4E9-C9EE05E271E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19758" y="6204743"/>
                  <a:ext cx="187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1B327DE-37F1-E1BB-A285-8CA4B47D974B}"/>
                    </a:ext>
                  </a:extLst>
                </p14:cNvPr>
                <p14:cNvContentPartPr/>
                <p14:nvPr/>
              </p14:nvContentPartPr>
              <p14:xfrm>
                <a:off x="3402878" y="6243983"/>
                <a:ext cx="42120" cy="227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1B327DE-37F1-E1BB-A285-8CA4B47D974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93878" y="6235343"/>
                  <a:ext cx="597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7EF4851-2C44-9D32-2C60-09D8CA0ED44E}"/>
                    </a:ext>
                  </a:extLst>
                </p14:cNvPr>
                <p14:cNvContentPartPr/>
                <p14:nvPr/>
              </p14:nvContentPartPr>
              <p14:xfrm>
                <a:off x="1823918" y="1135583"/>
                <a:ext cx="2467800" cy="994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7EF4851-2C44-9D32-2C60-09D8CA0ED4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814918" y="1126943"/>
                  <a:ext cx="2485440" cy="10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5785C8-48B9-B8F0-B016-C3034F1093A7}"/>
                    </a:ext>
                  </a:extLst>
                </p14:cNvPr>
                <p14:cNvContentPartPr/>
                <p14:nvPr/>
              </p14:nvContentPartPr>
              <p14:xfrm>
                <a:off x="2503238" y="1522223"/>
                <a:ext cx="175680" cy="181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5785C8-48B9-B8F0-B016-C3034F1093A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94238" y="1513223"/>
                  <a:ext cx="193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8E468-A6E4-B7F6-9B21-394F0217D40F}"/>
                    </a:ext>
                  </a:extLst>
                </p14:cNvPr>
                <p14:cNvContentPartPr/>
                <p14:nvPr/>
              </p14:nvContentPartPr>
              <p14:xfrm>
                <a:off x="2764958" y="1450583"/>
                <a:ext cx="223560" cy="22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8E468-A6E4-B7F6-9B21-394F0217D40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755958" y="1441943"/>
                  <a:ext cx="2412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96C841C-6B6B-1B6A-AB98-020423A8F153}"/>
                    </a:ext>
                  </a:extLst>
                </p14:cNvPr>
                <p14:cNvContentPartPr/>
                <p14:nvPr/>
              </p14:nvContentPartPr>
              <p14:xfrm>
                <a:off x="3068438" y="1501703"/>
                <a:ext cx="195480" cy="203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96C841C-6B6B-1B6A-AB98-020423A8F15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059798" y="1493063"/>
                  <a:ext cx="2131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AEE940B-571F-780C-1314-6ADCEA0E262B}"/>
                    </a:ext>
                  </a:extLst>
                </p14:cNvPr>
                <p14:cNvContentPartPr/>
                <p14:nvPr/>
              </p14:nvContentPartPr>
              <p14:xfrm>
                <a:off x="2772878" y="2248343"/>
                <a:ext cx="27360" cy="926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AEE940B-571F-780C-1314-6ADCEA0E262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63878" y="2239343"/>
                  <a:ext cx="4500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E341716-F3C9-EA21-B7BA-ABC7A4092046}"/>
                    </a:ext>
                  </a:extLst>
                </p14:cNvPr>
                <p14:cNvContentPartPr/>
                <p14:nvPr/>
              </p14:nvContentPartPr>
              <p14:xfrm>
                <a:off x="2118758" y="3347423"/>
                <a:ext cx="397440" cy="460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E341716-F3C9-EA21-B7BA-ABC7A409204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110118" y="3338783"/>
                  <a:ext cx="41508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41DAC19-9499-3369-5B26-D379B07582C6}"/>
                    </a:ext>
                  </a:extLst>
                </p14:cNvPr>
                <p14:cNvContentPartPr/>
                <p14:nvPr/>
              </p14:nvContentPartPr>
              <p14:xfrm>
                <a:off x="2679278" y="3444983"/>
                <a:ext cx="178920" cy="258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41DAC19-9499-3369-5B26-D379B07582C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70638" y="3435983"/>
                  <a:ext cx="1965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CE5ADCA-EB0F-DF0E-5E9D-4D5E5435292E}"/>
                    </a:ext>
                  </a:extLst>
                </p14:cNvPr>
                <p14:cNvContentPartPr/>
                <p14:nvPr/>
              </p14:nvContentPartPr>
              <p14:xfrm>
                <a:off x="2944598" y="3496463"/>
                <a:ext cx="312120" cy="347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CE5ADCA-EB0F-DF0E-5E9D-4D5E5435292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35598" y="3487463"/>
                  <a:ext cx="3297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9E57D23-9EFF-55C4-DA9F-150CABEEC76A}"/>
                    </a:ext>
                  </a:extLst>
                </p14:cNvPr>
                <p14:cNvContentPartPr/>
                <p14:nvPr/>
              </p14:nvContentPartPr>
              <p14:xfrm>
                <a:off x="3382718" y="3436343"/>
                <a:ext cx="62280" cy="270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9E57D23-9EFF-55C4-DA9F-150CABEEC76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74078" y="3427703"/>
                  <a:ext cx="799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5367A38-A6FB-9F15-D4C1-BB92137E572A}"/>
                    </a:ext>
                  </a:extLst>
                </p14:cNvPr>
                <p14:cNvContentPartPr/>
                <p14:nvPr/>
              </p14:nvContentPartPr>
              <p14:xfrm>
                <a:off x="3563438" y="3533903"/>
                <a:ext cx="158040" cy="194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5367A38-A6FB-9F15-D4C1-BB92137E572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54438" y="3525263"/>
                  <a:ext cx="175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FA830A0-7DF4-5A2E-E2B6-45538AFE3E50}"/>
                    </a:ext>
                  </a:extLst>
                </p14:cNvPr>
                <p14:cNvContentPartPr/>
                <p14:nvPr/>
              </p14:nvContentPartPr>
              <p14:xfrm>
                <a:off x="3739118" y="3513743"/>
                <a:ext cx="393120" cy="348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FA830A0-7DF4-5A2E-E2B6-45538AFE3E5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730118" y="3504743"/>
                  <a:ext cx="4107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BFD16ED-3D8F-670F-6A9E-CE6CADF48A41}"/>
                    </a:ext>
                  </a:extLst>
                </p14:cNvPr>
                <p14:cNvContentPartPr/>
                <p14:nvPr/>
              </p14:nvContentPartPr>
              <p14:xfrm>
                <a:off x="1283198" y="2952503"/>
                <a:ext cx="3794040" cy="1294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BFD16ED-3D8F-670F-6A9E-CE6CADF48A4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274198" y="2943503"/>
                  <a:ext cx="3811680" cy="13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D64D8D1-8361-B7CC-AB49-CEF052E370FA}"/>
                    </a:ext>
                  </a:extLst>
                </p14:cNvPr>
                <p14:cNvContentPartPr/>
                <p14:nvPr/>
              </p14:nvContentPartPr>
              <p14:xfrm>
                <a:off x="2674238" y="2818943"/>
                <a:ext cx="281880" cy="262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D64D8D1-8361-B7CC-AB49-CEF052E370F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65238" y="2809943"/>
                  <a:ext cx="2995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D40D313-3C19-1C49-93FC-307770EB30DC}"/>
                    </a:ext>
                  </a:extLst>
                </p14:cNvPr>
                <p14:cNvContentPartPr/>
                <p14:nvPr/>
              </p14:nvContentPartPr>
              <p14:xfrm>
                <a:off x="3106958" y="2640743"/>
                <a:ext cx="844920" cy="2271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D40D313-3C19-1C49-93FC-307770EB30D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98318" y="2631743"/>
                  <a:ext cx="8625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C14A8A-289E-6943-6D56-576B0799AEAF}"/>
                    </a:ext>
                  </a:extLst>
                </p14:cNvPr>
                <p14:cNvContentPartPr/>
                <p14:nvPr/>
              </p14:nvContentPartPr>
              <p14:xfrm>
                <a:off x="4097678" y="2814983"/>
                <a:ext cx="17280" cy="9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C14A8A-289E-6943-6D56-576B0799AEA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088678" y="2805983"/>
                  <a:ext cx="34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19A2422-6D1D-237F-11CD-DA6A29D6B85E}"/>
                    </a:ext>
                  </a:extLst>
                </p14:cNvPr>
                <p14:cNvContentPartPr/>
                <p14:nvPr/>
              </p14:nvContentPartPr>
              <p14:xfrm>
                <a:off x="2768198" y="4230863"/>
                <a:ext cx="25560" cy="522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19A2422-6D1D-237F-11CD-DA6A29D6B8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59558" y="4221863"/>
                  <a:ext cx="4320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8AA412-D010-600F-B825-4FD003A24F1A}"/>
                    </a:ext>
                  </a:extLst>
                </p14:cNvPr>
                <p14:cNvContentPartPr/>
                <p14:nvPr/>
              </p14:nvContentPartPr>
              <p14:xfrm>
                <a:off x="2705198" y="4700663"/>
                <a:ext cx="160560" cy="59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8AA412-D010-600F-B825-4FD003A24F1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696558" y="4692023"/>
                  <a:ext cx="1782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4DE93AA-E246-7852-50EE-FECABB61E9FC}"/>
                    </a:ext>
                  </a:extLst>
                </p14:cNvPr>
                <p14:cNvContentPartPr/>
                <p14:nvPr/>
              </p14:nvContentPartPr>
              <p14:xfrm>
                <a:off x="3966998" y="4401863"/>
                <a:ext cx="109080" cy="236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4DE93AA-E246-7852-50EE-FECABB61E9F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957998" y="4392863"/>
                  <a:ext cx="1267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AEDA23D-8EC6-8E8D-55C9-3D548AA7141B}"/>
                    </a:ext>
                  </a:extLst>
                </p14:cNvPr>
                <p14:cNvContentPartPr/>
                <p14:nvPr/>
              </p14:nvContentPartPr>
              <p14:xfrm>
                <a:off x="4163558" y="4379543"/>
                <a:ext cx="121680" cy="236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AEDA23D-8EC6-8E8D-55C9-3D548AA7141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154558" y="4370903"/>
                  <a:ext cx="1393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FF24BC1-359F-A497-C2A3-42536B64BB81}"/>
                    </a:ext>
                  </a:extLst>
                </p14:cNvPr>
                <p14:cNvContentPartPr/>
                <p14:nvPr/>
              </p14:nvContentPartPr>
              <p14:xfrm>
                <a:off x="4332398" y="4428143"/>
                <a:ext cx="102240" cy="187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FF24BC1-359F-A497-C2A3-42536B64BB8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23398" y="4419503"/>
                  <a:ext cx="119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A928B83-1393-5973-5E7A-2925C3FCC483}"/>
                    </a:ext>
                  </a:extLst>
                </p14:cNvPr>
                <p14:cNvContentPartPr/>
                <p14:nvPr/>
              </p14:nvContentPartPr>
              <p14:xfrm>
                <a:off x="4490438" y="4383863"/>
                <a:ext cx="38160" cy="239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A928B83-1393-5973-5E7A-2925C3FCC48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81438" y="4374863"/>
                  <a:ext cx="558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263E2DE-D8E7-FC2B-9296-53ECC8967C85}"/>
                    </a:ext>
                  </a:extLst>
                </p14:cNvPr>
                <p14:cNvContentPartPr/>
                <p14:nvPr/>
              </p14:nvContentPartPr>
              <p14:xfrm>
                <a:off x="4499078" y="4435343"/>
                <a:ext cx="177840" cy="142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263E2DE-D8E7-FC2B-9296-53ECC8967C8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90078" y="4426703"/>
                  <a:ext cx="195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FF4160C-A86D-B022-F3A0-5D38B4B7D59D}"/>
                    </a:ext>
                  </a:extLst>
                </p14:cNvPr>
                <p14:cNvContentPartPr/>
                <p14:nvPr/>
              </p14:nvContentPartPr>
              <p14:xfrm>
                <a:off x="4715798" y="4382783"/>
                <a:ext cx="106560" cy="195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FF4160C-A86D-B022-F3A0-5D38B4B7D59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06798" y="4374143"/>
                  <a:ext cx="1242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BDE8DA8-330A-C44A-C990-EEBF3C1D0AB1}"/>
                    </a:ext>
                  </a:extLst>
                </p14:cNvPr>
                <p14:cNvContentPartPr/>
                <p14:nvPr/>
              </p14:nvContentPartPr>
              <p14:xfrm>
                <a:off x="4839638" y="4364423"/>
                <a:ext cx="15480" cy="169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BDE8DA8-330A-C44A-C990-EEBF3C1D0AB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830998" y="4355783"/>
                  <a:ext cx="33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54563A5-2AC3-0DD7-9825-5901C54ED2B6}"/>
                    </a:ext>
                  </a:extLst>
                </p14:cNvPr>
                <p14:cNvContentPartPr/>
                <p14:nvPr/>
              </p14:nvContentPartPr>
              <p14:xfrm>
                <a:off x="4922438" y="4392863"/>
                <a:ext cx="107280" cy="160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54563A5-2AC3-0DD7-9825-5901C54ED2B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13798" y="4384223"/>
                  <a:ext cx="124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96CA198-2DAB-AF53-33A7-1766857BB4DA}"/>
                    </a:ext>
                  </a:extLst>
                </p14:cNvPr>
                <p14:cNvContentPartPr/>
                <p14:nvPr/>
              </p14:nvContentPartPr>
              <p14:xfrm>
                <a:off x="4395758" y="4667903"/>
                <a:ext cx="187560" cy="311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96CA198-2DAB-AF53-33A7-1766857BB4D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387118" y="4659263"/>
                  <a:ext cx="2052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7C92C5D-57BE-C803-7971-E5B049ED90A1}"/>
                    </a:ext>
                  </a:extLst>
                </p14:cNvPr>
                <p14:cNvContentPartPr/>
                <p14:nvPr/>
              </p14:nvContentPartPr>
              <p14:xfrm>
                <a:off x="4635158" y="4705343"/>
                <a:ext cx="287640" cy="254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7C92C5D-57BE-C803-7971-E5B049ED90A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626518" y="4696703"/>
                  <a:ext cx="3052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1284C7-23E8-2712-42BF-415D84F50097}"/>
                    </a:ext>
                  </a:extLst>
                </p14:cNvPr>
                <p14:cNvContentPartPr/>
                <p14:nvPr/>
              </p14:nvContentPartPr>
              <p14:xfrm>
                <a:off x="5072558" y="4764743"/>
                <a:ext cx="151560" cy="157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1284C7-23E8-2712-42BF-415D84F5009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063558" y="4756103"/>
                  <a:ext cx="1692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2A84C11-91F2-71E0-68E8-BFD3D470FB6B}"/>
                    </a:ext>
                  </a:extLst>
                </p14:cNvPr>
                <p14:cNvContentPartPr/>
                <p14:nvPr/>
              </p14:nvContentPartPr>
              <p14:xfrm>
                <a:off x="5260838" y="4784903"/>
                <a:ext cx="18360" cy="110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2A84C11-91F2-71E0-68E8-BFD3D470FB6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251838" y="4775903"/>
                  <a:ext cx="360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C957B32-FB31-888F-8768-319CE1611059}"/>
                    </a:ext>
                  </a:extLst>
                </p14:cNvPr>
                <p14:cNvContentPartPr/>
                <p14:nvPr/>
              </p14:nvContentPartPr>
              <p14:xfrm>
                <a:off x="5304398" y="4645943"/>
                <a:ext cx="6840" cy="32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C957B32-FB31-888F-8768-319CE161105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95398" y="4637303"/>
                  <a:ext cx="244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6E5F88D-6134-0729-438B-90971E071081}"/>
                    </a:ext>
                  </a:extLst>
                </p14:cNvPr>
                <p14:cNvContentPartPr/>
                <p14:nvPr/>
              </p14:nvContentPartPr>
              <p14:xfrm>
                <a:off x="5336078" y="4755743"/>
                <a:ext cx="344880" cy="149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6E5F88D-6134-0729-438B-90971E07108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327438" y="4747103"/>
                  <a:ext cx="3625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4E1D2D7-878F-99E8-5479-ACB362FD1730}"/>
                    </a:ext>
                  </a:extLst>
                </p14:cNvPr>
                <p14:cNvContentPartPr/>
                <p14:nvPr/>
              </p14:nvContentPartPr>
              <p14:xfrm>
                <a:off x="5467478" y="4060583"/>
                <a:ext cx="462600" cy="378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4E1D2D7-878F-99E8-5479-ACB362FD173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58478" y="4051943"/>
                  <a:ext cx="48024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493E174-9088-3148-EC48-EB68B0A287F0}"/>
                    </a:ext>
                  </a:extLst>
                </p14:cNvPr>
                <p14:cNvContentPartPr/>
                <p14:nvPr/>
              </p14:nvContentPartPr>
              <p14:xfrm>
                <a:off x="5968598" y="4204583"/>
                <a:ext cx="120960" cy="216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493E174-9088-3148-EC48-EB68B0A287F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959598" y="4195943"/>
                  <a:ext cx="1386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A54F316-E682-2406-FE8F-1CE4CC83F1DD}"/>
                    </a:ext>
                  </a:extLst>
                </p14:cNvPr>
                <p14:cNvContentPartPr/>
                <p14:nvPr/>
              </p14:nvContentPartPr>
              <p14:xfrm>
                <a:off x="6214118" y="4214303"/>
                <a:ext cx="128880" cy="209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A54F316-E682-2406-FE8F-1CE4CC83F1D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205478" y="4205663"/>
                  <a:ext cx="146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E719EC6-6675-307A-D3BB-27B1DCA0B47F}"/>
                    </a:ext>
                  </a:extLst>
                </p14:cNvPr>
                <p14:cNvContentPartPr/>
                <p14:nvPr/>
              </p14:nvContentPartPr>
              <p14:xfrm>
                <a:off x="6432278" y="4096223"/>
                <a:ext cx="368280" cy="295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E719EC6-6675-307A-D3BB-27B1DCA0B47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423278" y="4087583"/>
                  <a:ext cx="3859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7BA9E5E-0746-8D73-9705-76340B83EF5F}"/>
                    </a:ext>
                  </a:extLst>
                </p14:cNvPr>
                <p14:cNvContentPartPr/>
                <p14:nvPr/>
              </p14:nvContentPartPr>
              <p14:xfrm>
                <a:off x="6857798" y="4154183"/>
                <a:ext cx="338760" cy="175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7BA9E5E-0746-8D73-9705-76340B83EF5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849158" y="4145183"/>
                  <a:ext cx="3564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17217B7-4502-C4CE-49DC-61DC703F54C0}"/>
                    </a:ext>
                  </a:extLst>
                </p14:cNvPr>
                <p14:cNvContentPartPr/>
                <p14:nvPr/>
              </p14:nvContentPartPr>
              <p14:xfrm>
                <a:off x="3682598" y="1492703"/>
                <a:ext cx="2939400" cy="2469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17217B7-4502-C4CE-49DC-61DC703F54C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673958" y="1483703"/>
                  <a:ext cx="2957040" cy="24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3C99112-966F-6DB0-755D-F4FE3BFA6C4C}"/>
                    </a:ext>
                  </a:extLst>
                </p14:cNvPr>
                <p14:cNvContentPartPr/>
                <p14:nvPr/>
              </p14:nvContentPartPr>
              <p14:xfrm>
                <a:off x="6475838" y="3926663"/>
                <a:ext cx="73080" cy="102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3C99112-966F-6DB0-755D-F4FE3BFA6C4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67198" y="3917663"/>
                  <a:ext cx="907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B564710-62F6-DC7E-F4F6-5D9EBBA2A52D}"/>
                    </a:ext>
                  </a:extLst>
                </p14:cNvPr>
                <p14:cNvContentPartPr/>
                <p14:nvPr/>
              </p14:nvContentPartPr>
              <p14:xfrm>
                <a:off x="6651158" y="3951863"/>
                <a:ext cx="69840" cy="62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B564710-62F6-DC7E-F4F6-5D9EBBA2A52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42518" y="3943223"/>
                  <a:ext cx="874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25022BC-4028-642B-2C15-D47AEA6B4911}"/>
                    </a:ext>
                  </a:extLst>
                </p14:cNvPr>
                <p14:cNvContentPartPr/>
                <p14:nvPr/>
              </p14:nvContentPartPr>
              <p14:xfrm>
                <a:off x="5410238" y="4649183"/>
                <a:ext cx="1247760" cy="1161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25022BC-4028-642B-2C15-D47AEA6B491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401238" y="4640543"/>
                  <a:ext cx="1265400" cy="11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C7E0EE9-B700-9BA0-9FDE-FF59BBAED02D}"/>
                    </a:ext>
                  </a:extLst>
                </p14:cNvPr>
                <p14:cNvContentPartPr/>
                <p14:nvPr/>
              </p14:nvContentPartPr>
              <p14:xfrm>
                <a:off x="5404838" y="5700023"/>
                <a:ext cx="116280" cy="185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C7E0EE9-B700-9BA0-9FDE-FF59BBAED02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396198" y="5691023"/>
                  <a:ext cx="13392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CA33323-7CB1-5E56-AE48-6090B011F00F}"/>
              </a:ext>
            </a:extLst>
          </p:cNvPr>
          <p:cNvGrpSpPr/>
          <p:nvPr/>
        </p:nvGrpSpPr>
        <p:grpSpPr>
          <a:xfrm>
            <a:off x="6626318" y="2435903"/>
            <a:ext cx="573120" cy="276840"/>
            <a:chOff x="6626318" y="2435903"/>
            <a:chExt cx="573120" cy="27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4AE4AD1-4D73-E1BD-304B-4A7B40347107}"/>
                    </a:ext>
                  </a:extLst>
                </p14:cNvPr>
                <p14:cNvContentPartPr/>
                <p14:nvPr/>
              </p14:nvContentPartPr>
              <p14:xfrm>
                <a:off x="6626318" y="2549303"/>
                <a:ext cx="132840" cy="163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4AE4AD1-4D73-E1BD-304B-4A7B4034710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17318" y="2540303"/>
                  <a:ext cx="1504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2B2278-D52D-A89E-EE9F-F8B6C8D987C3}"/>
                    </a:ext>
                  </a:extLst>
                </p14:cNvPr>
                <p14:cNvContentPartPr/>
                <p14:nvPr/>
              </p14:nvContentPartPr>
              <p14:xfrm>
                <a:off x="6875798" y="2435903"/>
                <a:ext cx="159480" cy="250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2B2278-D52D-A89E-EE9F-F8B6C8D987C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866798" y="2427263"/>
                  <a:ext cx="1771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81E4596-D425-3D5A-8B36-87C3128C4632}"/>
                    </a:ext>
                  </a:extLst>
                </p14:cNvPr>
                <p14:cNvContentPartPr/>
                <p14:nvPr/>
              </p14:nvContentPartPr>
              <p14:xfrm>
                <a:off x="7096478" y="2542103"/>
                <a:ext cx="102960" cy="1648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81E4596-D425-3D5A-8B36-87C3128C463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087838" y="2533103"/>
                  <a:ext cx="12060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19E8751E-1E9D-5857-52FF-112104F0C105}"/>
              </a:ext>
            </a:extLst>
          </p:cNvPr>
          <p:cNvGrpSpPr/>
          <p:nvPr/>
        </p:nvGrpSpPr>
        <p:grpSpPr>
          <a:xfrm>
            <a:off x="7559078" y="2401703"/>
            <a:ext cx="939600" cy="312120"/>
            <a:chOff x="7559078" y="2401703"/>
            <a:chExt cx="93960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E803C68-5B59-4299-1F4A-C597FBD6B42C}"/>
                    </a:ext>
                  </a:extLst>
                </p14:cNvPr>
                <p14:cNvContentPartPr/>
                <p14:nvPr/>
              </p14:nvContentPartPr>
              <p14:xfrm>
                <a:off x="7559078" y="2421143"/>
                <a:ext cx="169200" cy="285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E803C68-5B59-4299-1F4A-C597FBD6B42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550078" y="2412503"/>
                  <a:ext cx="18684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13954CA-00C1-3E5C-977C-32997BB7A54E}"/>
                    </a:ext>
                  </a:extLst>
                </p14:cNvPr>
                <p14:cNvContentPartPr/>
                <p14:nvPr/>
              </p14:nvContentPartPr>
              <p14:xfrm>
                <a:off x="7797398" y="2567303"/>
                <a:ext cx="256680" cy="138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13954CA-00C1-3E5C-977C-32997BB7A54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788398" y="2558303"/>
                  <a:ext cx="274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7670552-F06D-A0E6-635D-AAC1556D6A65}"/>
                    </a:ext>
                  </a:extLst>
                </p14:cNvPr>
                <p14:cNvContentPartPr/>
                <p14:nvPr/>
              </p14:nvContentPartPr>
              <p14:xfrm>
                <a:off x="8053718" y="2404583"/>
                <a:ext cx="32040" cy="298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7670552-F06D-A0E6-635D-AAC1556D6A6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45078" y="2395943"/>
                  <a:ext cx="496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F8AE167-D709-C446-2A41-566CDEBF4025}"/>
                    </a:ext>
                  </a:extLst>
                </p14:cNvPr>
                <p14:cNvContentPartPr/>
                <p14:nvPr/>
              </p14:nvContentPartPr>
              <p14:xfrm>
                <a:off x="8141918" y="2447423"/>
                <a:ext cx="6480" cy="248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F8AE167-D709-C446-2A41-566CDEBF402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132918" y="2438423"/>
                  <a:ext cx="24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3BEBF7A-6C01-0D69-5468-59E3E008134E}"/>
                    </a:ext>
                  </a:extLst>
                </p14:cNvPr>
                <p14:cNvContentPartPr/>
                <p14:nvPr/>
              </p14:nvContentPartPr>
              <p14:xfrm>
                <a:off x="8259998" y="2401703"/>
                <a:ext cx="238680" cy="312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3BEBF7A-6C01-0D69-5468-59E3E008134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250998" y="2392703"/>
                  <a:ext cx="256320" cy="32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0D0750D8-5DFB-1721-4FF5-6721AE797E1C}"/>
              </a:ext>
            </a:extLst>
          </p:cNvPr>
          <p:cNvGrpSpPr/>
          <p:nvPr/>
        </p:nvGrpSpPr>
        <p:grpSpPr>
          <a:xfrm>
            <a:off x="8824478" y="2364623"/>
            <a:ext cx="2936880" cy="452520"/>
            <a:chOff x="8824478" y="2364623"/>
            <a:chExt cx="293688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68D3F4E-1CDC-196D-AFC8-0EB84F9B7A63}"/>
                    </a:ext>
                  </a:extLst>
                </p14:cNvPr>
                <p14:cNvContentPartPr/>
                <p14:nvPr/>
              </p14:nvContentPartPr>
              <p14:xfrm>
                <a:off x="8824478" y="2588543"/>
                <a:ext cx="158760" cy="16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68D3F4E-1CDC-196D-AFC8-0EB84F9B7A6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815478" y="2579903"/>
                  <a:ext cx="176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5BE9C73-E652-398C-6FB7-22A662072357}"/>
                    </a:ext>
                  </a:extLst>
                </p14:cNvPr>
                <p14:cNvContentPartPr/>
                <p14:nvPr/>
              </p14:nvContentPartPr>
              <p14:xfrm>
                <a:off x="9211478" y="2567663"/>
                <a:ext cx="121320" cy="6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5BE9C73-E652-398C-6FB7-22A66207235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202478" y="2559023"/>
                  <a:ext cx="138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78A4238-633D-8B56-A586-BCDC0186FB20}"/>
                    </a:ext>
                  </a:extLst>
                </p14:cNvPr>
                <p14:cNvContentPartPr/>
                <p14:nvPr/>
              </p14:nvContentPartPr>
              <p14:xfrm>
                <a:off x="9563558" y="2586383"/>
                <a:ext cx="25920" cy="230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78A4238-633D-8B56-A586-BCDC0186FB2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554918" y="2577743"/>
                  <a:ext cx="435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4DFA368-446F-275C-FF5D-7151AEC93A97}"/>
                    </a:ext>
                  </a:extLst>
                </p14:cNvPr>
                <p14:cNvContentPartPr/>
                <p14:nvPr/>
              </p14:nvContentPartPr>
              <p14:xfrm>
                <a:off x="9589838" y="2525543"/>
                <a:ext cx="136800" cy="1735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4DFA368-446F-275C-FF5D-7151AEC93A9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81198" y="2516543"/>
                  <a:ext cx="154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1E28D6C-B79E-205F-E0EE-E28FBC88D37A}"/>
                    </a:ext>
                  </a:extLst>
                </p14:cNvPr>
                <p14:cNvContentPartPr/>
                <p14:nvPr/>
              </p14:nvContentPartPr>
              <p14:xfrm>
                <a:off x="9788918" y="2546063"/>
                <a:ext cx="97200" cy="130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1E28D6C-B79E-205F-E0EE-E28FBC88D37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780278" y="2537063"/>
                  <a:ext cx="1148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3D08C88-7983-6E41-5318-44117C6AA797}"/>
                    </a:ext>
                  </a:extLst>
                </p14:cNvPr>
                <p14:cNvContentPartPr/>
                <p14:nvPr/>
              </p14:nvContentPartPr>
              <p14:xfrm>
                <a:off x="9967838" y="2364623"/>
                <a:ext cx="415080" cy="347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3D08C88-7983-6E41-5318-44117C6AA79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959198" y="2355623"/>
                  <a:ext cx="4327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416D083-D278-C2D5-13FE-385A0709BA22}"/>
                    </a:ext>
                  </a:extLst>
                </p14:cNvPr>
                <p14:cNvContentPartPr/>
                <p14:nvPr/>
              </p14:nvContentPartPr>
              <p14:xfrm>
                <a:off x="10494878" y="2542103"/>
                <a:ext cx="146520" cy="156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416D083-D278-C2D5-13FE-385A0709BA2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86238" y="2533463"/>
                  <a:ext cx="1641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43369BF-1249-E0D7-0DBF-02881ADE6BE7}"/>
                    </a:ext>
                  </a:extLst>
                </p14:cNvPr>
                <p14:cNvContentPartPr/>
                <p14:nvPr/>
              </p14:nvContentPartPr>
              <p14:xfrm>
                <a:off x="10715558" y="2547503"/>
                <a:ext cx="53640" cy="172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43369BF-1249-E0D7-0DBF-02881ADE6BE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706558" y="2538863"/>
                  <a:ext cx="712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102DBAD-F2B8-5500-D329-FEF3180E35DA}"/>
                    </a:ext>
                  </a:extLst>
                </p14:cNvPr>
                <p14:cNvContentPartPr/>
                <p14:nvPr/>
              </p14:nvContentPartPr>
              <p14:xfrm>
                <a:off x="10889798" y="2418623"/>
                <a:ext cx="29160" cy="288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102DBAD-F2B8-5500-D329-FEF3180E35D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881158" y="2409983"/>
                  <a:ext cx="468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48AF0B3-12DD-C3DA-B254-7FA1EB0991A3}"/>
                    </a:ext>
                  </a:extLst>
                </p14:cNvPr>
                <p14:cNvContentPartPr/>
                <p14:nvPr/>
              </p14:nvContentPartPr>
              <p14:xfrm>
                <a:off x="10897718" y="2570903"/>
                <a:ext cx="159120" cy="142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48AF0B3-12DD-C3DA-B254-7FA1EB0991A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888718" y="2562263"/>
                  <a:ext cx="176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3E200B0-7C1D-D639-EA57-AD2D64DE1765}"/>
                    </a:ext>
                  </a:extLst>
                </p14:cNvPr>
                <p14:cNvContentPartPr/>
                <p14:nvPr/>
              </p14:nvContentPartPr>
              <p14:xfrm>
                <a:off x="11142158" y="2385503"/>
                <a:ext cx="12240" cy="25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3E200B0-7C1D-D639-EA57-AD2D64DE176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133518" y="2376863"/>
                  <a:ext cx="29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D399232-81EC-B1B9-4DE7-CAB9B7EBADB5}"/>
                    </a:ext>
                  </a:extLst>
                </p14:cNvPr>
                <p14:cNvContentPartPr/>
                <p14:nvPr/>
              </p14:nvContentPartPr>
              <p14:xfrm>
                <a:off x="11253398" y="2561903"/>
                <a:ext cx="507960" cy="207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D399232-81EC-B1B9-4DE7-CAB9B7EBADB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244398" y="2552903"/>
                  <a:ext cx="52560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3F87EAF-A5C0-F1CA-337F-D781D2E7491C}"/>
              </a:ext>
            </a:extLst>
          </p:cNvPr>
          <p:cNvGrpSpPr/>
          <p:nvPr/>
        </p:nvGrpSpPr>
        <p:grpSpPr>
          <a:xfrm>
            <a:off x="6652958" y="5263703"/>
            <a:ext cx="676800" cy="312120"/>
            <a:chOff x="6652958" y="5263703"/>
            <a:chExt cx="67680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E2B1FA8-E12A-B7EA-0035-53C4BD0A723C}"/>
                    </a:ext>
                  </a:extLst>
                </p14:cNvPr>
                <p14:cNvContentPartPr/>
                <p14:nvPr/>
              </p14:nvContentPartPr>
              <p14:xfrm>
                <a:off x="6652958" y="5347943"/>
                <a:ext cx="135000" cy="227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E2B1FA8-E12A-B7EA-0035-53C4BD0A723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644318" y="5339303"/>
                  <a:ext cx="152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FAF7CA9-119F-4BA1-977E-122A6E4C1D2F}"/>
                    </a:ext>
                  </a:extLst>
                </p14:cNvPr>
                <p14:cNvContentPartPr/>
                <p14:nvPr/>
              </p14:nvContentPartPr>
              <p14:xfrm>
                <a:off x="6938438" y="5263703"/>
                <a:ext cx="175320" cy="272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FAF7CA9-119F-4BA1-977E-122A6E4C1D2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929438" y="5254703"/>
                  <a:ext cx="192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F6BB6AE-7924-9378-03A7-A744DD27E49E}"/>
                    </a:ext>
                  </a:extLst>
                </p14:cNvPr>
                <p14:cNvContentPartPr/>
                <p14:nvPr/>
              </p14:nvContentPartPr>
              <p14:xfrm>
                <a:off x="7146878" y="5318063"/>
                <a:ext cx="182880" cy="2260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F6BB6AE-7924-9378-03A7-A744DD27E49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37878" y="5309063"/>
                  <a:ext cx="20052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A36543A-5F89-537D-F465-5C848CD9E044}"/>
              </a:ext>
            </a:extLst>
          </p:cNvPr>
          <p:cNvGrpSpPr/>
          <p:nvPr/>
        </p:nvGrpSpPr>
        <p:grpSpPr>
          <a:xfrm>
            <a:off x="7677878" y="5225543"/>
            <a:ext cx="2203560" cy="549000"/>
            <a:chOff x="7677878" y="5225543"/>
            <a:chExt cx="2203560" cy="54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77BA2CD-15DD-CAF9-D615-173EF5FF49FE}"/>
                    </a:ext>
                  </a:extLst>
                </p14:cNvPr>
                <p14:cNvContentPartPr/>
                <p14:nvPr/>
              </p14:nvContentPartPr>
              <p14:xfrm>
                <a:off x="7677878" y="5250023"/>
                <a:ext cx="219600" cy="280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77BA2CD-15DD-CAF9-D615-173EF5FF49F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668878" y="5241023"/>
                  <a:ext cx="2372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A022A45-6F25-3BE1-A1EA-EFE4E494D928}"/>
                    </a:ext>
                  </a:extLst>
                </p14:cNvPr>
                <p14:cNvContentPartPr/>
                <p14:nvPr/>
              </p14:nvContentPartPr>
              <p14:xfrm>
                <a:off x="8003318" y="5346863"/>
                <a:ext cx="268560" cy="343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A022A45-6F25-3BE1-A1EA-EFE4E494D92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994318" y="5338223"/>
                  <a:ext cx="28620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FE90884-2132-A7CF-DCE5-1E3411E0BE29}"/>
                    </a:ext>
                  </a:extLst>
                </p14:cNvPr>
                <p14:cNvContentPartPr/>
                <p14:nvPr/>
              </p14:nvContentPartPr>
              <p14:xfrm>
                <a:off x="8379878" y="5251823"/>
                <a:ext cx="26640" cy="224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FE90884-2132-A7CF-DCE5-1E3411E0BE2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370878" y="5242823"/>
                  <a:ext cx="44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4B19582-5FBC-D67E-B02B-A55F9C5DF5DA}"/>
                    </a:ext>
                  </a:extLst>
                </p14:cNvPr>
                <p14:cNvContentPartPr/>
                <p14:nvPr/>
              </p14:nvContentPartPr>
              <p14:xfrm>
                <a:off x="8513798" y="5348303"/>
                <a:ext cx="367560" cy="426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4B19582-5FBC-D67E-B02B-A55F9C5DF5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505158" y="5339303"/>
                  <a:ext cx="38520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09AD6E8-979E-403C-0CA2-41E56B4160B7}"/>
                    </a:ext>
                  </a:extLst>
                </p14:cNvPr>
                <p14:cNvContentPartPr/>
                <p14:nvPr/>
              </p14:nvContentPartPr>
              <p14:xfrm>
                <a:off x="9068558" y="5354423"/>
                <a:ext cx="113400" cy="32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09AD6E8-979E-403C-0CA2-41E56B4160B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059918" y="5345423"/>
                  <a:ext cx="1310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3F0415B-5756-FDEC-8B74-4FFEF2F2027A}"/>
                    </a:ext>
                  </a:extLst>
                </p14:cNvPr>
                <p14:cNvContentPartPr/>
                <p14:nvPr/>
              </p14:nvContentPartPr>
              <p14:xfrm>
                <a:off x="9339638" y="5329583"/>
                <a:ext cx="70200" cy="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3F0415B-5756-FDEC-8B74-4FFEF2F2027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330638" y="5320583"/>
                  <a:ext cx="878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BDBA9B0-E984-BC15-B3B0-48747B258735}"/>
                    </a:ext>
                  </a:extLst>
                </p14:cNvPr>
                <p14:cNvContentPartPr/>
                <p14:nvPr/>
              </p14:nvContentPartPr>
              <p14:xfrm>
                <a:off x="9582638" y="5225543"/>
                <a:ext cx="68400" cy="282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BDBA9B0-E984-BC15-B3B0-48747B25873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573998" y="5216543"/>
                  <a:ext cx="860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7564E72-AE89-16B6-6B36-42EC0AEE0C2D}"/>
                    </a:ext>
                  </a:extLst>
                </p14:cNvPr>
                <p14:cNvContentPartPr/>
                <p14:nvPr/>
              </p14:nvContentPartPr>
              <p14:xfrm>
                <a:off x="9567878" y="5316623"/>
                <a:ext cx="313560" cy="138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7564E72-AE89-16B6-6B36-42EC0AEE0C2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559238" y="5307623"/>
                  <a:ext cx="33120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816E209-9B48-6698-1419-6E332EC9CC31}"/>
              </a:ext>
            </a:extLst>
          </p:cNvPr>
          <p:cNvGrpSpPr/>
          <p:nvPr/>
        </p:nvGrpSpPr>
        <p:grpSpPr>
          <a:xfrm>
            <a:off x="10183478" y="5076503"/>
            <a:ext cx="1979640" cy="653400"/>
            <a:chOff x="10183478" y="5076503"/>
            <a:chExt cx="1979640" cy="6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DC89A2C-EA85-0F29-5263-4E4F38FE4002}"/>
                    </a:ext>
                  </a:extLst>
                </p14:cNvPr>
                <p14:cNvContentPartPr/>
                <p14:nvPr/>
              </p14:nvContentPartPr>
              <p14:xfrm>
                <a:off x="10183478" y="5185223"/>
                <a:ext cx="177480" cy="2620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DC89A2C-EA85-0F29-5263-4E4F38FE400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174838" y="5176583"/>
                  <a:ext cx="1951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67CC4B3-DDA6-3F1B-19B0-5350B788405C}"/>
                    </a:ext>
                  </a:extLst>
                </p14:cNvPr>
                <p14:cNvContentPartPr/>
                <p14:nvPr/>
              </p14:nvContentPartPr>
              <p14:xfrm>
                <a:off x="10390118" y="5268383"/>
                <a:ext cx="150840" cy="155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67CC4B3-DDA6-3F1B-19B0-5350B788405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381478" y="5259383"/>
                  <a:ext cx="1684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BD6572D-15A3-F996-A98B-C9AD5DE716FF}"/>
                    </a:ext>
                  </a:extLst>
                </p14:cNvPr>
                <p14:cNvContentPartPr/>
                <p14:nvPr/>
              </p14:nvContentPartPr>
              <p14:xfrm>
                <a:off x="10609358" y="5291063"/>
                <a:ext cx="145080" cy="131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BD6572D-15A3-F996-A98B-C9AD5DE716F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600358" y="5282423"/>
                  <a:ext cx="1627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18044EC-7BBF-8CAE-0B56-6994BB1A547A}"/>
                    </a:ext>
                  </a:extLst>
                </p14:cNvPr>
                <p14:cNvContentPartPr/>
                <p14:nvPr/>
              </p14:nvContentPartPr>
              <p14:xfrm>
                <a:off x="10777118" y="5260823"/>
                <a:ext cx="145440" cy="153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18044EC-7BBF-8CAE-0B56-6994BB1A547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768118" y="5252183"/>
                  <a:ext cx="163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804B319-F826-421A-2031-72AE65481F16}"/>
                    </a:ext>
                  </a:extLst>
                </p14:cNvPr>
                <p14:cNvContentPartPr/>
                <p14:nvPr/>
              </p14:nvContentPartPr>
              <p14:xfrm>
                <a:off x="10998518" y="5251103"/>
                <a:ext cx="37800" cy="22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804B319-F826-421A-2031-72AE65481F1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89878" y="5242103"/>
                  <a:ext cx="554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C4E4ED3-0366-4520-5830-B48511E4A773}"/>
                    </a:ext>
                  </a:extLst>
                </p14:cNvPr>
                <p14:cNvContentPartPr/>
                <p14:nvPr/>
              </p14:nvContentPartPr>
              <p14:xfrm>
                <a:off x="11035238" y="5401583"/>
                <a:ext cx="29160" cy="20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C4E4ED3-0366-4520-5830-B48511E4A77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026598" y="5392943"/>
                  <a:ext cx="46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24C5BEE-5154-624A-B7A7-B29A95800046}"/>
                    </a:ext>
                  </a:extLst>
                </p14:cNvPr>
                <p14:cNvContentPartPr/>
                <p14:nvPr/>
              </p14:nvContentPartPr>
              <p14:xfrm>
                <a:off x="11097158" y="5188463"/>
                <a:ext cx="223200" cy="163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24C5BEE-5154-624A-B7A7-B29A9580004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088158" y="5179463"/>
                  <a:ext cx="2408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A853DF9-3F8E-8C25-4E0E-802B9C3B2D55}"/>
                    </a:ext>
                  </a:extLst>
                </p14:cNvPr>
                <p14:cNvContentPartPr/>
                <p14:nvPr/>
              </p14:nvContentPartPr>
              <p14:xfrm>
                <a:off x="11347718" y="5209703"/>
                <a:ext cx="13680" cy="114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A853DF9-3F8E-8C25-4E0E-802B9C3B2D5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338718" y="5200703"/>
                  <a:ext cx="313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3796974-D1A9-983D-76DC-A8059D12AB19}"/>
                    </a:ext>
                  </a:extLst>
                </p14:cNvPr>
                <p14:cNvContentPartPr/>
                <p14:nvPr/>
              </p14:nvContentPartPr>
              <p14:xfrm>
                <a:off x="11345558" y="5076503"/>
                <a:ext cx="9360" cy="406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3796974-D1A9-983D-76DC-A8059D12AB1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336558" y="5067503"/>
                  <a:ext cx="270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F48986E-0F0A-9503-1D58-A9E024799D56}"/>
                    </a:ext>
                  </a:extLst>
                </p14:cNvPr>
                <p14:cNvContentPartPr/>
                <p14:nvPr/>
              </p14:nvContentPartPr>
              <p14:xfrm>
                <a:off x="11411078" y="5139863"/>
                <a:ext cx="189720" cy="254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F48986E-0F0A-9503-1D58-A9E024799D5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402078" y="5130863"/>
                  <a:ext cx="2073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B7B3D5A-0594-A907-5971-3421F17BBF96}"/>
                    </a:ext>
                  </a:extLst>
                </p14:cNvPr>
                <p14:cNvContentPartPr/>
                <p14:nvPr/>
              </p14:nvContentPartPr>
              <p14:xfrm>
                <a:off x="11642198" y="5241023"/>
                <a:ext cx="520920" cy="488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B7B3D5A-0594-A907-5971-3421F17BBF9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633198" y="5232383"/>
                  <a:ext cx="538560" cy="50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F8F0F529-7E8D-A8EA-37E3-67410DF8F95E}"/>
              </a:ext>
            </a:extLst>
          </p:cNvPr>
          <p:cNvGrpSpPr/>
          <p:nvPr/>
        </p:nvGrpSpPr>
        <p:grpSpPr>
          <a:xfrm>
            <a:off x="5961038" y="831743"/>
            <a:ext cx="230400" cy="341640"/>
            <a:chOff x="5961038" y="831743"/>
            <a:chExt cx="230400" cy="34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0711C9A-6DCD-389B-866F-72DA939EE4A0}"/>
                    </a:ext>
                  </a:extLst>
                </p14:cNvPr>
                <p14:cNvContentPartPr/>
                <p14:nvPr/>
              </p14:nvContentPartPr>
              <p14:xfrm>
                <a:off x="5961038" y="943703"/>
                <a:ext cx="33480" cy="1386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0711C9A-6DCD-389B-866F-72DA939EE4A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952398" y="935063"/>
                  <a:ext cx="51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1945CD4-C668-C54A-6C02-A15BB4B24FDE}"/>
                    </a:ext>
                  </a:extLst>
                </p14:cNvPr>
                <p14:cNvContentPartPr/>
                <p14:nvPr/>
              </p14:nvContentPartPr>
              <p14:xfrm>
                <a:off x="6043838" y="831743"/>
                <a:ext cx="147600" cy="341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1945CD4-C668-C54A-6C02-A15BB4B24FD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034838" y="822743"/>
                  <a:ext cx="165240" cy="35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9074EFCE-5FF1-BC8D-2D88-4F5B0B797E2B}"/>
              </a:ext>
            </a:extLst>
          </p:cNvPr>
          <p:cNvGrpSpPr/>
          <p:nvPr/>
        </p:nvGrpSpPr>
        <p:grpSpPr>
          <a:xfrm>
            <a:off x="6514718" y="844703"/>
            <a:ext cx="624240" cy="201960"/>
            <a:chOff x="6514718" y="844703"/>
            <a:chExt cx="62424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B092268-C77F-96C6-4AF5-B902A0EC6F87}"/>
                    </a:ext>
                  </a:extLst>
                </p14:cNvPr>
                <p14:cNvContentPartPr/>
                <p14:nvPr/>
              </p14:nvContentPartPr>
              <p14:xfrm>
                <a:off x="6514718" y="933623"/>
                <a:ext cx="92880" cy="100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B092268-C77F-96C6-4AF5-B902A0EC6F8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06078" y="924623"/>
                  <a:ext cx="1105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BDFA74-8CF5-EBE3-8D55-654D7EE644F0}"/>
                    </a:ext>
                  </a:extLst>
                </p14:cNvPr>
                <p14:cNvContentPartPr/>
                <p14:nvPr/>
              </p14:nvContentPartPr>
              <p14:xfrm>
                <a:off x="6687518" y="844703"/>
                <a:ext cx="182880" cy="184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BDFA74-8CF5-EBE3-8D55-654D7EE644F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678878" y="835703"/>
                  <a:ext cx="2005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6E61FDB-6907-1C01-5CC4-3DED91075781}"/>
                    </a:ext>
                  </a:extLst>
                </p14:cNvPr>
                <p14:cNvContentPartPr/>
                <p14:nvPr/>
              </p14:nvContentPartPr>
              <p14:xfrm>
                <a:off x="7002518" y="913103"/>
                <a:ext cx="136440" cy="133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6E61FDB-6907-1C01-5CC4-3DED9107578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993878" y="904463"/>
                  <a:ext cx="15408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A163E5C-6D37-6668-07ED-9BEEC865A8E2}"/>
              </a:ext>
            </a:extLst>
          </p:cNvPr>
          <p:cNvGrpSpPr/>
          <p:nvPr/>
        </p:nvGrpSpPr>
        <p:grpSpPr>
          <a:xfrm>
            <a:off x="7463318" y="853343"/>
            <a:ext cx="683280" cy="204120"/>
            <a:chOff x="7463318" y="853343"/>
            <a:chExt cx="683280" cy="20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79F1498-3D3A-8D47-AFB4-542B4759194A}"/>
                    </a:ext>
                  </a:extLst>
                </p14:cNvPr>
                <p14:cNvContentPartPr/>
                <p14:nvPr/>
              </p14:nvContentPartPr>
              <p14:xfrm>
                <a:off x="7463318" y="933623"/>
                <a:ext cx="177120" cy="115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79F1498-3D3A-8D47-AFB4-542B4759194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454318" y="924983"/>
                  <a:ext cx="194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052C3C4-09ED-3534-6A60-1CBB5DD65D23}"/>
                    </a:ext>
                  </a:extLst>
                </p14:cNvPr>
                <p14:cNvContentPartPr/>
                <p14:nvPr/>
              </p14:nvContentPartPr>
              <p14:xfrm>
                <a:off x="7717118" y="861263"/>
                <a:ext cx="176040" cy="196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052C3C4-09ED-3534-6A60-1CBB5DD65D2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708118" y="852623"/>
                  <a:ext cx="1936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75A08E-6A72-A010-9C31-C00BBC2C7685}"/>
                    </a:ext>
                  </a:extLst>
                </p14:cNvPr>
                <p14:cNvContentPartPr/>
                <p14:nvPr/>
              </p14:nvContentPartPr>
              <p14:xfrm>
                <a:off x="7979918" y="853343"/>
                <a:ext cx="166680" cy="197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75A08E-6A72-A010-9C31-C00BBC2C768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970918" y="844703"/>
                  <a:ext cx="18432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2A76087-4EC7-1E79-1038-424B10AAFEB8}"/>
              </a:ext>
            </a:extLst>
          </p:cNvPr>
          <p:cNvGrpSpPr/>
          <p:nvPr/>
        </p:nvGrpSpPr>
        <p:grpSpPr>
          <a:xfrm>
            <a:off x="8487878" y="873863"/>
            <a:ext cx="849960" cy="192600"/>
            <a:chOff x="8487878" y="873863"/>
            <a:chExt cx="849960" cy="19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D889E36-ED6F-A44E-9F5E-4FE231B0A41F}"/>
                    </a:ext>
                  </a:extLst>
                </p14:cNvPr>
                <p14:cNvContentPartPr/>
                <p14:nvPr/>
              </p14:nvContentPartPr>
              <p14:xfrm>
                <a:off x="8487878" y="873863"/>
                <a:ext cx="174240" cy="192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D889E36-ED6F-A44E-9F5E-4FE231B0A41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479238" y="864863"/>
                  <a:ext cx="191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238F049-11ED-7525-DEE5-3D57B1F25E87}"/>
                    </a:ext>
                  </a:extLst>
                </p14:cNvPr>
                <p14:cNvContentPartPr/>
                <p14:nvPr/>
              </p14:nvContentPartPr>
              <p14:xfrm>
                <a:off x="8692718" y="910223"/>
                <a:ext cx="117000" cy="105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238F049-11ED-7525-DEE5-3D57B1F25E8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684078" y="901583"/>
                  <a:ext cx="1346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03A8B98-2925-BB49-BB8A-608E83E2B59D}"/>
                    </a:ext>
                  </a:extLst>
                </p14:cNvPr>
                <p14:cNvContentPartPr/>
                <p14:nvPr/>
              </p14:nvContentPartPr>
              <p14:xfrm>
                <a:off x="8899358" y="901943"/>
                <a:ext cx="213120" cy="137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03A8B98-2925-BB49-BB8A-608E83E2B59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890718" y="892943"/>
                  <a:ext cx="2307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EFEC1AE-6B15-ABD0-7684-625FAE2F17F0}"/>
                    </a:ext>
                  </a:extLst>
                </p14:cNvPr>
                <p14:cNvContentPartPr/>
                <p14:nvPr/>
              </p14:nvContentPartPr>
              <p14:xfrm>
                <a:off x="9109238" y="889703"/>
                <a:ext cx="228600" cy="118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EFEC1AE-6B15-ABD0-7684-625FAE2F17F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100238" y="881063"/>
                  <a:ext cx="24624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72A196F5-1D0F-7145-D680-2103AFF4596C}"/>
              </a:ext>
            </a:extLst>
          </p:cNvPr>
          <p:cNvGrpSpPr/>
          <p:nvPr/>
        </p:nvGrpSpPr>
        <p:grpSpPr>
          <a:xfrm>
            <a:off x="5901278" y="1377503"/>
            <a:ext cx="334800" cy="267840"/>
            <a:chOff x="5901278" y="1377503"/>
            <a:chExt cx="334800" cy="26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85E8E0F-D19C-A4E7-C282-051CCDC4EC3C}"/>
                    </a:ext>
                  </a:extLst>
                </p14:cNvPr>
                <p14:cNvContentPartPr/>
                <p14:nvPr/>
              </p14:nvContentPartPr>
              <p14:xfrm>
                <a:off x="5901278" y="1396943"/>
                <a:ext cx="195120" cy="203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85E8E0F-D19C-A4E7-C282-051CCDC4EC3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892278" y="1387943"/>
                  <a:ext cx="2127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4CB0407-2C97-1444-4EB2-B7421C88251F}"/>
                    </a:ext>
                  </a:extLst>
                </p14:cNvPr>
                <p14:cNvContentPartPr/>
                <p14:nvPr/>
              </p14:nvContentPartPr>
              <p14:xfrm>
                <a:off x="6097118" y="1377503"/>
                <a:ext cx="138960" cy="267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4CB0407-2C97-1444-4EB2-B7421C88251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088478" y="1368863"/>
                  <a:ext cx="156600" cy="28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3F7E3420-8452-26A9-6265-D8B82FC31C12}"/>
              </a:ext>
            </a:extLst>
          </p:cNvPr>
          <p:cNvGrpSpPr/>
          <p:nvPr/>
        </p:nvGrpSpPr>
        <p:grpSpPr>
          <a:xfrm>
            <a:off x="6550358" y="1250783"/>
            <a:ext cx="2214360" cy="376200"/>
            <a:chOff x="6550358" y="1250783"/>
            <a:chExt cx="2214360" cy="37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D116E67-FCD1-5F76-3156-45582100151A}"/>
                    </a:ext>
                  </a:extLst>
                </p14:cNvPr>
                <p14:cNvContentPartPr/>
                <p14:nvPr/>
              </p14:nvContentPartPr>
              <p14:xfrm>
                <a:off x="6550358" y="1422503"/>
                <a:ext cx="232200" cy="1418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D116E67-FCD1-5F76-3156-45582100151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541718" y="1413503"/>
                  <a:ext cx="2498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3D51838-4070-B2AA-2AB1-0B75A06A964B}"/>
                    </a:ext>
                  </a:extLst>
                </p14:cNvPr>
                <p14:cNvContentPartPr/>
                <p14:nvPr/>
              </p14:nvContentPartPr>
              <p14:xfrm>
                <a:off x="6863918" y="1411343"/>
                <a:ext cx="137160" cy="2156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3D51838-4070-B2AA-2AB1-0B75A06A964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855278" y="1402703"/>
                  <a:ext cx="1548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B597BE5-BBC5-C6B4-5788-2ECE15B2F759}"/>
                    </a:ext>
                  </a:extLst>
                </p14:cNvPr>
                <p14:cNvContentPartPr/>
                <p14:nvPr/>
              </p14:nvContentPartPr>
              <p14:xfrm>
                <a:off x="7077038" y="1391183"/>
                <a:ext cx="305640" cy="128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B597BE5-BBC5-C6B4-5788-2ECE15B2F75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68038" y="1382543"/>
                  <a:ext cx="323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CC0B465-1962-E958-BA34-F5844975D311}"/>
                    </a:ext>
                  </a:extLst>
                </p14:cNvPr>
                <p14:cNvContentPartPr/>
                <p14:nvPr/>
              </p14:nvContentPartPr>
              <p14:xfrm>
                <a:off x="7609478" y="1434023"/>
                <a:ext cx="16560" cy="1231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CC0B465-1962-E958-BA34-F5844975D31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600838" y="1425023"/>
                  <a:ext cx="342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E8F35E7-D8D2-E5D5-6CE1-2B71061E01F7}"/>
                    </a:ext>
                  </a:extLst>
                </p14:cNvPr>
                <p14:cNvContentPartPr/>
                <p14:nvPr/>
              </p14:nvContentPartPr>
              <p14:xfrm>
                <a:off x="7619918" y="1261583"/>
                <a:ext cx="14760" cy="100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E8F35E7-D8D2-E5D5-6CE1-2B71061E01F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11278" y="1252943"/>
                  <a:ext cx="324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0E80B41-8DB6-211F-1F4D-3C25A82FD4B6}"/>
                    </a:ext>
                  </a:extLst>
                </p14:cNvPr>
                <p14:cNvContentPartPr/>
                <p14:nvPr/>
              </p14:nvContentPartPr>
              <p14:xfrm>
                <a:off x="7703438" y="1440503"/>
                <a:ext cx="200160" cy="106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0E80B41-8DB6-211F-1F4D-3C25A82FD4B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694438" y="1431503"/>
                  <a:ext cx="2178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165D738-290B-4045-9798-6D17BBC439B6}"/>
                    </a:ext>
                  </a:extLst>
                </p14:cNvPr>
                <p14:cNvContentPartPr/>
                <p14:nvPr/>
              </p14:nvContentPartPr>
              <p14:xfrm>
                <a:off x="8019518" y="1394783"/>
                <a:ext cx="71640" cy="151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165D738-290B-4045-9798-6D17BBC439B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010878" y="1385783"/>
                  <a:ext cx="89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550346B-2E28-469F-3368-2B4CBA78F5C4}"/>
                    </a:ext>
                  </a:extLst>
                </p14:cNvPr>
                <p14:cNvContentPartPr/>
                <p14:nvPr/>
              </p14:nvContentPartPr>
              <p14:xfrm>
                <a:off x="8148038" y="1280303"/>
                <a:ext cx="52560" cy="2401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550346B-2E28-469F-3368-2B4CBA78F5C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139038" y="1271663"/>
                  <a:ext cx="70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BABEDB8-0165-B49C-F2E6-90CE19CCBA2D}"/>
                    </a:ext>
                  </a:extLst>
                </p14:cNvPr>
                <p14:cNvContentPartPr/>
                <p14:nvPr/>
              </p14:nvContentPartPr>
              <p14:xfrm>
                <a:off x="8132558" y="1250783"/>
                <a:ext cx="632160" cy="313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BABEDB8-0165-B49C-F2E6-90CE19CCBA2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123558" y="1241783"/>
                  <a:ext cx="649800" cy="33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8642A9E8-06BC-A5E9-CF9B-8651DCE573FE}"/>
              </a:ext>
            </a:extLst>
          </p:cNvPr>
          <p:cNvGrpSpPr/>
          <p:nvPr/>
        </p:nvGrpSpPr>
        <p:grpSpPr>
          <a:xfrm>
            <a:off x="6275318" y="2283623"/>
            <a:ext cx="254520" cy="363960"/>
            <a:chOff x="6275318" y="2283623"/>
            <a:chExt cx="25452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4D9DD38-995F-1979-4CA3-9F462DA91975}"/>
                    </a:ext>
                  </a:extLst>
                </p14:cNvPr>
                <p14:cNvContentPartPr/>
                <p14:nvPr/>
              </p14:nvContentPartPr>
              <p14:xfrm>
                <a:off x="6275318" y="2373263"/>
                <a:ext cx="126000" cy="173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4D9DD38-995F-1979-4CA3-9F462DA9197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266318" y="2364623"/>
                  <a:ext cx="1436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8D20EC6-1DF3-B52B-0FB0-F3BE55569BFF}"/>
                    </a:ext>
                  </a:extLst>
                </p14:cNvPr>
                <p14:cNvContentPartPr/>
                <p14:nvPr/>
              </p14:nvContentPartPr>
              <p14:xfrm>
                <a:off x="6377558" y="2283623"/>
                <a:ext cx="152280" cy="363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8D20EC6-1DF3-B52B-0FB0-F3BE55569BF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368558" y="2274623"/>
                  <a:ext cx="169920" cy="3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1A6AB85-8179-3F92-6C08-F31520A0697B}"/>
              </a:ext>
            </a:extLst>
          </p:cNvPr>
          <p:cNvGrpSpPr/>
          <p:nvPr/>
        </p:nvGrpSpPr>
        <p:grpSpPr>
          <a:xfrm>
            <a:off x="6701198" y="4866263"/>
            <a:ext cx="221400" cy="285120"/>
            <a:chOff x="6701198" y="4866263"/>
            <a:chExt cx="221400" cy="28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AB58DCF-2BD9-05A6-B43B-DBD18C51AEA7}"/>
                    </a:ext>
                  </a:extLst>
                </p14:cNvPr>
                <p14:cNvContentPartPr/>
                <p14:nvPr/>
              </p14:nvContentPartPr>
              <p14:xfrm>
                <a:off x="6701198" y="4918103"/>
                <a:ext cx="99720" cy="179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AB58DCF-2BD9-05A6-B43B-DBD18C51AEA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692558" y="4909463"/>
                  <a:ext cx="117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A6B1710-5877-5EB6-CBC2-F587273AF639}"/>
                    </a:ext>
                  </a:extLst>
                </p14:cNvPr>
                <p14:cNvContentPartPr/>
                <p14:nvPr/>
              </p14:nvContentPartPr>
              <p14:xfrm>
                <a:off x="6786878" y="4866263"/>
                <a:ext cx="135720" cy="285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A6B1710-5877-5EB6-CBC2-F587273AF63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778238" y="4857263"/>
                  <a:ext cx="153360" cy="302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73278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Cooper Black" panose="0208090404030B020404" pitchFamily="18" charset="0"/>
              </a:rPr>
              <a:t>Hands on – HANA Cloud Integration</a:t>
            </a:r>
            <a:endParaRPr lang="en-IN" sz="3600" dirty="0">
              <a:latin typeface="Cooper Black" panose="0208090404030B0204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B33051-A262-4738-BE23-009A377F6D2B}"/>
              </a:ext>
            </a:extLst>
          </p:cNvPr>
          <p:cNvSpPr txBox="1"/>
          <p:nvPr/>
        </p:nvSpPr>
        <p:spPr>
          <a:xfrm>
            <a:off x="189756" y="908720"/>
            <a:ext cx="11809312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Pre-requisites</a:t>
            </a:r>
          </a:p>
          <a:p>
            <a:pPr marL="457200" indent="-457200">
              <a:buAutoNum type="arabicPeriod"/>
            </a:pPr>
            <a:r>
              <a:rPr lang="en-US" sz="1800" dirty="0">
                <a:solidFill>
                  <a:schemeClr val="bg1"/>
                </a:solidFill>
              </a:rPr>
              <a:t>Check the version of CDS (which must be &gt; 2.0) </a:t>
            </a:r>
            <a:r>
              <a:rPr lang="en-US" sz="1800" b="1" dirty="0" err="1">
                <a:solidFill>
                  <a:schemeClr val="bg1"/>
                </a:solidFill>
              </a:rPr>
              <a:t>cds</a:t>
            </a:r>
            <a:r>
              <a:rPr lang="en-US" sz="1800" b="1" dirty="0">
                <a:solidFill>
                  <a:schemeClr val="bg1"/>
                </a:solidFill>
              </a:rPr>
              <a:t> –v</a:t>
            </a:r>
          </a:p>
          <a:p>
            <a:pPr marL="342900" indent="-342900">
              <a:buAutoNum type="arabicPeriod"/>
            </a:pPr>
            <a:r>
              <a:rPr lang="en-US" sz="1800" dirty="0">
                <a:solidFill>
                  <a:schemeClr val="bg1"/>
                </a:solidFill>
              </a:rPr>
              <a:t>Start a HANA cloud instance in SAP BTP</a:t>
            </a:r>
          </a:p>
          <a:p>
            <a:r>
              <a:rPr lang="en-US" sz="1800" dirty="0">
                <a:solidFill>
                  <a:schemeClr val="bg1"/>
                </a:solidFill>
              </a:rPr>
              <a:t>Main steps</a:t>
            </a:r>
          </a:p>
          <a:p>
            <a:pPr marL="342900" indent="-342900">
              <a:buAutoNum type="arabicPeriod"/>
            </a:pPr>
            <a:r>
              <a:rPr lang="en-US" sz="1800" dirty="0">
                <a:solidFill>
                  <a:schemeClr val="bg1"/>
                </a:solidFill>
              </a:rPr>
              <a:t>Add </a:t>
            </a:r>
            <a:r>
              <a:rPr lang="en-US" sz="1800" dirty="0" err="1">
                <a:solidFill>
                  <a:schemeClr val="bg1"/>
                </a:solidFill>
              </a:rPr>
              <a:t>hana</a:t>
            </a:r>
            <a:r>
              <a:rPr lang="en-US" sz="1800" dirty="0">
                <a:solidFill>
                  <a:schemeClr val="bg1"/>
                </a:solidFill>
              </a:rPr>
              <a:t> configuration to our app, which tell cap framework that the default </a:t>
            </a:r>
            <a:r>
              <a:rPr lang="en-US" sz="1800" dirty="0" err="1">
                <a:solidFill>
                  <a:schemeClr val="bg1"/>
                </a:solidFill>
              </a:rPr>
              <a:t>db</a:t>
            </a:r>
            <a:r>
              <a:rPr lang="en-US" sz="1800" dirty="0">
                <a:solidFill>
                  <a:schemeClr val="bg1"/>
                </a:solidFill>
              </a:rPr>
              <a:t> is now </a:t>
            </a:r>
            <a:r>
              <a:rPr lang="en-US" sz="1800" dirty="0" err="1">
                <a:solidFill>
                  <a:schemeClr val="bg1"/>
                </a:solidFill>
              </a:rPr>
              <a:t>hana</a:t>
            </a:r>
            <a:r>
              <a:rPr lang="en-US" sz="1800" dirty="0">
                <a:solidFill>
                  <a:schemeClr val="bg1"/>
                </a:solidFill>
              </a:rPr>
              <a:t> – </a:t>
            </a:r>
            <a:r>
              <a:rPr lang="en-US" sz="1800" b="1" dirty="0" err="1">
                <a:solidFill>
                  <a:schemeClr val="bg1"/>
                </a:solidFill>
              </a:rPr>
              <a:t>cds</a:t>
            </a:r>
            <a:r>
              <a:rPr lang="en-US" sz="1800" b="1" dirty="0">
                <a:solidFill>
                  <a:schemeClr val="bg1"/>
                </a:solidFill>
              </a:rPr>
              <a:t> add </a:t>
            </a:r>
            <a:r>
              <a:rPr lang="en-US" sz="1800" b="1" dirty="0" err="1">
                <a:solidFill>
                  <a:schemeClr val="bg1"/>
                </a:solidFill>
              </a:rPr>
              <a:t>hana</a:t>
            </a:r>
            <a:endParaRPr lang="en-US" sz="1800" b="1" dirty="0">
              <a:solidFill>
                <a:schemeClr val="bg1"/>
              </a:solidFill>
            </a:endParaRPr>
          </a:p>
          <a:p>
            <a:r>
              <a:rPr lang="en-IN" sz="1600" dirty="0">
                <a:solidFill>
                  <a:schemeClr val="bg1"/>
                </a:solidFill>
              </a:rPr>
              <a:t>2.   Add the </a:t>
            </a:r>
            <a:r>
              <a:rPr lang="en-IN" sz="1600" dirty="0" err="1">
                <a:solidFill>
                  <a:schemeClr val="bg1"/>
                </a:solidFill>
              </a:rPr>
              <a:t>hana</a:t>
            </a:r>
            <a:r>
              <a:rPr lang="en-IN" sz="1600" dirty="0">
                <a:solidFill>
                  <a:schemeClr val="bg1"/>
                </a:solidFill>
              </a:rPr>
              <a:t> specific deployment format name to our project under </a:t>
            </a:r>
            <a:r>
              <a:rPr lang="en-IN" sz="1600" dirty="0" err="1">
                <a:solidFill>
                  <a:schemeClr val="bg1"/>
                </a:solidFill>
              </a:rPr>
              <a:t>cds</a:t>
            </a:r>
            <a:r>
              <a:rPr lang="en-IN" sz="1600" dirty="0">
                <a:solidFill>
                  <a:schemeClr val="bg1"/>
                </a:solidFill>
              </a:rPr>
              <a:t> section as below inside </a:t>
            </a:r>
            <a:r>
              <a:rPr lang="en-IN" sz="1600" dirty="0" err="1">
                <a:solidFill>
                  <a:schemeClr val="bg1"/>
                </a:solidFill>
              </a:rPr>
              <a:t>package.json</a:t>
            </a:r>
            <a:r>
              <a:rPr lang="en-IN" sz="1600" dirty="0">
                <a:solidFill>
                  <a:schemeClr val="bg1"/>
                </a:solidFill>
              </a:rPr>
              <a:t> file</a:t>
            </a:r>
            <a:br>
              <a:rPr lang="en-IN" sz="1600" dirty="0">
                <a:solidFill>
                  <a:schemeClr val="bg1"/>
                </a:solidFill>
              </a:rPr>
            </a:b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hana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":{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"deploy-format":"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hdbtable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IN" sz="1600" dirty="0">
                <a:solidFill>
                  <a:schemeClr val="bg1"/>
                </a:solidFill>
              </a:rPr>
              <a:t>3. Since the first step added the </a:t>
            </a:r>
            <a:r>
              <a:rPr lang="en-IN" sz="1600" dirty="0" err="1">
                <a:solidFill>
                  <a:schemeClr val="bg1"/>
                </a:solidFill>
              </a:rPr>
              <a:t>hdb</a:t>
            </a:r>
            <a:r>
              <a:rPr lang="en-IN" sz="1600" dirty="0">
                <a:solidFill>
                  <a:schemeClr val="bg1"/>
                </a:solidFill>
              </a:rPr>
              <a:t> node module, we need to install it. Run </a:t>
            </a:r>
            <a:r>
              <a:rPr lang="en-IN" sz="1600" b="1" dirty="0" err="1">
                <a:solidFill>
                  <a:schemeClr val="bg1"/>
                </a:solidFill>
              </a:rPr>
              <a:t>npm</a:t>
            </a:r>
            <a:r>
              <a:rPr lang="en-IN" sz="1600" b="1" dirty="0">
                <a:solidFill>
                  <a:schemeClr val="bg1"/>
                </a:solidFill>
              </a:rPr>
              <a:t> install</a:t>
            </a:r>
          </a:p>
          <a:p>
            <a:r>
              <a:rPr lang="en-IN" sz="1600" dirty="0">
                <a:solidFill>
                  <a:schemeClr val="bg1"/>
                </a:solidFill>
              </a:rPr>
              <a:t>4. We need to perform a build, which will create all the </a:t>
            </a:r>
            <a:r>
              <a:rPr lang="en-IN" sz="1600" dirty="0" err="1">
                <a:solidFill>
                  <a:schemeClr val="bg1"/>
                </a:solidFill>
              </a:rPr>
              <a:t>hana</a:t>
            </a:r>
            <a:r>
              <a:rPr lang="en-IN" sz="1600" dirty="0">
                <a:solidFill>
                  <a:schemeClr val="bg1"/>
                </a:solidFill>
              </a:rPr>
              <a:t> specific files which will be deployed to HANA cloud. </a:t>
            </a:r>
            <a:r>
              <a:rPr lang="en-IN" sz="1600" b="1" dirty="0" err="1">
                <a:solidFill>
                  <a:schemeClr val="bg1"/>
                </a:solidFill>
              </a:rPr>
              <a:t>cds</a:t>
            </a:r>
            <a:r>
              <a:rPr lang="en-IN" sz="1600" b="1" dirty="0">
                <a:solidFill>
                  <a:schemeClr val="bg1"/>
                </a:solidFill>
              </a:rPr>
              <a:t> build --production</a:t>
            </a:r>
            <a:endParaRPr lang="en-IN" sz="1600" dirty="0">
              <a:solidFill>
                <a:schemeClr val="bg1"/>
              </a:solidFill>
            </a:endParaRPr>
          </a:p>
          <a:p>
            <a:r>
              <a:rPr lang="en-IN" sz="1600" dirty="0">
                <a:solidFill>
                  <a:schemeClr val="bg1"/>
                </a:solidFill>
              </a:rPr>
              <a:t>5. We need to login to cloud foundry from BAS – </a:t>
            </a:r>
            <a:r>
              <a:rPr lang="en-IN" sz="1600" b="1" dirty="0" err="1">
                <a:solidFill>
                  <a:schemeClr val="bg1"/>
                </a:solidFill>
              </a:rPr>
              <a:t>cf</a:t>
            </a:r>
            <a:r>
              <a:rPr lang="en-IN" sz="1600" b="1" dirty="0">
                <a:solidFill>
                  <a:schemeClr val="bg1"/>
                </a:solidFill>
              </a:rPr>
              <a:t> login</a:t>
            </a:r>
          </a:p>
          <a:p>
            <a:r>
              <a:rPr lang="en-IN" sz="1600" dirty="0">
                <a:solidFill>
                  <a:schemeClr val="bg1"/>
                </a:solidFill>
              </a:rPr>
              <a:t>6. Finally we need to deploy the DB and everything to SAP HANA Cloud – </a:t>
            </a:r>
            <a:r>
              <a:rPr lang="en-IN" sz="1600" b="1" dirty="0" err="1">
                <a:solidFill>
                  <a:schemeClr val="bg1"/>
                </a:solidFill>
              </a:rPr>
              <a:t>cds</a:t>
            </a:r>
            <a:r>
              <a:rPr lang="en-IN" sz="1600" b="1" dirty="0">
                <a:solidFill>
                  <a:schemeClr val="bg1"/>
                </a:solidFill>
              </a:rPr>
              <a:t> deploy --to </a:t>
            </a:r>
            <a:r>
              <a:rPr lang="en-IN" sz="1600" b="1" dirty="0" err="1">
                <a:solidFill>
                  <a:schemeClr val="bg1"/>
                </a:solidFill>
              </a:rPr>
              <a:t>hana:batman</a:t>
            </a:r>
            <a:endParaRPr lang="en-IN" sz="1600" b="1" dirty="0">
              <a:solidFill>
                <a:schemeClr val="bg1"/>
              </a:solidFill>
            </a:endParaRPr>
          </a:p>
          <a:p>
            <a:r>
              <a:rPr lang="en-IN" sz="1600" dirty="0">
                <a:solidFill>
                  <a:schemeClr val="bg1"/>
                </a:solidFill>
              </a:rPr>
              <a:t>7. We fixed issues related to excel format of HANA and changed the size of field </a:t>
            </a:r>
            <a:r>
              <a:rPr lang="en-IN" sz="1600" dirty="0" err="1">
                <a:solidFill>
                  <a:schemeClr val="bg1"/>
                </a:solidFill>
              </a:rPr>
              <a:t>bankid</a:t>
            </a:r>
            <a:r>
              <a:rPr lang="en-IN" sz="1600" dirty="0">
                <a:solidFill>
                  <a:schemeClr val="bg1"/>
                </a:solidFill>
              </a:rPr>
              <a:t> for employee, redo the build and deploy</a:t>
            </a:r>
          </a:p>
          <a:p>
            <a:r>
              <a:rPr lang="en-IN" sz="1600" dirty="0">
                <a:solidFill>
                  <a:schemeClr val="bg1"/>
                </a:solidFill>
              </a:rPr>
              <a:t>8. If deployment worked, a new file </a:t>
            </a:r>
            <a:r>
              <a:rPr lang="en-IN" sz="1600" b="1" dirty="0" err="1">
                <a:solidFill>
                  <a:schemeClr val="bg1"/>
                </a:solidFill>
              </a:rPr>
              <a:t>cdsrc-private.json</a:t>
            </a:r>
            <a:r>
              <a:rPr lang="en-IN" sz="1600" b="1" dirty="0">
                <a:solidFill>
                  <a:schemeClr val="bg1"/>
                </a:solidFill>
              </a:rPr>
              <a:t> </a:t>
            </a:r>
            <a:r>
              <a:rPr lang="en-IN" sz="1600" dirty="0">
                <a:solidFill>
                  <a:schemeClr val="bg1"/>
                </a:solidFill>
              </a:rPr>
              <a:t>gets created automatically, this file contain the information about which container in SAP BTP HANA Cloud to connect to. And the private key is stored in this file.</a:t>
            </a:r>
          </a:p>
          <a:p>
            <a:r>
              <a:rPr lang="en-IN" sz="1600" dirty="0">
                <a:solidFill>
                  <a:schemeClr val="bg1"/>
                </a:solidFill>
              </a:rPr>
              <a:t>9. Provide the credentials which will be used to connect database, start using </a:t>
            </a:r>
            <a:r>
              <a:rPr lang="en-IN" sz="1600" b="1" dirty="0" err="1">
                <a:solidFill>
                  <a:schemeClr val="bg1"/>
                </a:solidFill>
              </a:rPr>
              <a:t>cds</a:t>
            </a:r>
            <a:r>
              <a:rPr lang="en-IN" sz="1600" b="1" dirty="0">
                <a:solidFill>
                  <a:schemeClr val="bg1"/>
                </a:solidFill>
              </a:rPr>
              <a:t> watch --profile hybrid</a:t>
            </a:r>
            <a:endParaRPr lang="en-IN" sz="1600" dirty="0">
              <a:solidFill>
                <a:schemeClr val="bg1"/>
              </a:solidFill>
            </a:endParaRP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"credentials": {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  "database": "batman-key"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endParaRPr lang="en-IN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6666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F904-4406-686B-3203-C9A6C5989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on: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BB9971-F9C7-F277-4BC3-F454E1F97CC9}"/>
              </a:ext>
            </a:extLst>
          </p:cNvPr>
          <p:cNvSpPr txBox="1"/>
          <p:nvPr/>
        </p:nvSpPr>
        <p:spPr>
          <a:xfrm>
            <a:off x="191294" y="1053357"/>
            <a:ext cx="11590269" cy="1200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8621"/>
            <a:r>
              <a:rPr lang="en-US" sz="2399" dirty="0">
                <a:solidFill>
                  <a:prstClr val="white"/>
                </a:solidFill>
                <a:latin typeface="Segoe UI"/>
              </a:rPr>
              <a:t>Solution</a:t>
            </a:r>
          </a:p>
          <a:p>
            <a:pPr defTabSz="1218621"/>
            <a:r>
              <a:rPr lang="en-US" sz="2399" dirty="0">
                <a:solidFill>
                  <a:prstClr val="black"/>
                </a:solidFill>
                <a:latin typeface="Segoe UI"/>
                <a:hlinkClick r:id="rId2"/>
              </a:rPr>
              <a:t>https://github.com/soyuztechnologies/BTP_Architect_Training/blob/master/Day%203/04approuter.zip</a:t>
            </a:r>
            <a:r>
              <a:rPr lang="en-US" sz="2399" dirty="0">
                <a:solidFill>
                  <a:prstClr val="black"/>
                </a:solidFill>
                <a:latin typeface="Segoe UI"/>
              </a:rPr>
              <a:t> </a:t>
            </a:r>
          </a:p>
        </p:txBody>
      </p:sp>
      <p:pic>
        <p:nvPicPr>
          <p:cNvPr id="3074" name="Picture 2" descr="SAP Cloud Platform Backend service: Tutorial [26]: App Router (3): route to  Backend service | SAP Blogs">
            <a:extLst>
              <a:ext uri="{FF2B5EF4-FFF2-40B4-BE49-F238E27FC236}">
                <a16:creationId xmlns:a16="http://schemas.microsoft.com/office/drawing/2014/main" id="{4B83CEFD-EBF6-A6F3-77E8-E6278356D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8822" y="2506215"/>
            <a:ext cx="4942188" cy="3809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993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6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7673</TotalTime>
  <Words>1117</Words>
  <Application>Microsoft Office PowerPoint</Application>
  <PresentationFormat>Custom</PresentationFormat>
  <Paragraphs>135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Amasis MT Pro Black</vt:lpstr>
      <vt:lpstr>Arial</vt:lpstr>
      <vt:lpstr>Arial Black</vt:lpstr>
      <vt:lpstr>Calibri</vt:lpstr>
      <vt:lpstr>Consolas</vt:lpstr>
      <vt:lpstr>Cooper Black</vt:lpstr>
      <vt:lpstr>Segoe UI</vt:lpstr>
      <vt:lpstr>Segoe UI Light</vt:lpstr>
      <vt:lpstr>Office Theme</vt:lpstr>
      <vt:lpstr>SAP BTP Extension Suite Training</vt:lpstr>
      <vt:lpstr>PowerPoint Presentation</vt:lpstr>
      <vt:lpstr>Agenda – Day 12</vt:lpstr>
      <vt:lpstr>Git and Git HUB</vt:lpstr>
      <vt:lpstr>Introduction to HANA Cloud</vt:lpstr>
      <vt:lpstr>HANA Cloud v/s On-premise</vt:lpstr>
      <vt:lpstr>What is Schema in HANA</vt:lpstr>
      <vt:lpstr>HDI Container</vt:lpstr>
      <vt:lpstr>Hands on - Create HANA Cloud Instance</vt:lpstr>
      <vt:lpstr>HDI Container</vt:lpstr>
      <vt:lpstr>Hands on - Create HANA Cloud Instance</vt:lpstr>
      <vt:lpstr>Design time</vt:lpstr>
      <vt:lpstr>PowerPoint Presentation</vt:lpstr>
      <vt:lpstr>Hands on – HANA Cloud Integration</vt:lpstr>
      <vt:lpstr>Hands on: App Router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281</cp:revision>
  <dcterms:created xsi:type="dcterms:W3CDTF">2013-09-12T13:05:01Z</dcterms:created>
  <dcterms:modified xsi:type="dcterms:W3CDTF">2025-05-08T13:11:28Z</dcterms:modified>
</cp:coreProperties>
</file>